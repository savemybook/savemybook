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4" r:id="rId38"/>
    <p:sldId id="285" r:id="rId39"/>
    <p:sldId id="286" r:id="rId40"/>
    <p:sldId id="287" r:id="rId41"/>
    <p:sldId id="288" r:id="rId42"/>
    <p:sldId id="289" r:id="rId43"/>
    <p:sldId id="290" r:id="rId44"/>
    <p:sldId id="291" r:id="rId45"/>
    <p:sldId id="292" r:id="rId46"/>
    <p:sldId id="293" r:id="rId47"/>
    <p:sldId id="294" r:id="rId48"/>
    <p:sldId id="295" r:id="rId49"/>
    <p:sldId id="296" r:id="rId50"/>
    <p:sldId id="297" r:id="rId51"/>
    <p:sldId id="298" r:id="rId52"/>
    <p:sldId id="299" r:id="rId53"/>
    <p:sldId id="300" r:id="rId54"/>
    <p:sldId id="301" r:id="rId55"/>
    <p:sldId id="302" r:id="rId56"/>
    <p:sldId id="303" r:id="rId57"/>
    <p:sldId id="304" r:id="rId58"/>
    <p:sldId id="305" r:id="rId59"/>
    <p:sldId id="306" r:id="rId60"/>
    <p:sldId id="307" r:id="rId61"/>
    <p:sldId id="308" r:id="rId62"/>
    <p:sldId id="309" r:id="rId63"/>
    <p:sldId id="310" r:id="rId64"/>
    <p:sldId id="311" r:id="rId65"/>
    <p:sldId id="312" r:id="rId66"/>
    <p:sldId id="313" r:id="rId67"/>
    <p:sldId id="314" r:id="rId68"/>
    <p:sldId id="315" r:id="rId69"/>
    <p:sldId id="316" r:id="rId70"/>
    <p:sldId id="317" r:id="rId71"/>
    <p:sldId id="318" r:id="rId72"/>
    <p:sldId id="319" r:id="rId73"/>
    <p:sldId id="320" r:id="rId74"/>
    <p:sldId id="321" r:id="rId75"/>
    <p:sldId id="322" r:id="rId76"/>
    <p:sldId id="323" r:id="rId77"/>
    <p:sldId id="324" r:id="rId78"/>
    <p:sldId id="325" r:id="rId79"/>
    <p:sldId id="326" r:id="rId80"/>
    <p:sldId id="327" r:id="rId81"/>
    <p:sldId id="328" r:id="rId82"/>
    <p:sldId id="329" r:id="rId83"/>
    <p:sldId id="330" r:id="rId84"/>
    <p:sldId id="331" r:id="rId85"/>
    <p:sldId id="332" r:id="rId86"/>
    <p:sldId id="333" r:id="rId87"/>
    <p:sldId id="334" r:id="rId88"/>
    <p:sldId id="335" r:id="rId89"/>
    <p:sldId id="336" r:id="rId90"/>
    <p:sldId id="337" r:id="rId91"/>
    <p:sldId id="338" r:id="rId92"/>
    <p:sldId id="339" r:id="rId93"/>
    <p:sldId id="340" r:id="rId94"/>
    <p:sldId id="341" r:id="rId95"/>
    <p:sldId id="342" r:id="rId96"/>
    <p:sldId id="343" r:id="rId97"/>
    <p:sldId id="344" r:id="rId98"/>
    <p:sldId id="345" r:id="rId99"/>
    <p:sldId id="346" r:id="rId100"/>
    <p:sldId id="347" r:id="rId101"/>
    <p:sldId id="348" r:id="rId102"/>
  </p:sldIdLst>
  <p:sldSz cx="12192000" cy="6858000"/>
  <p:notesSz cx="6858000" cy="9144000"/>
  <p:defaultTextStyle>
    <a:defPPr>
      <a:defRPr lang="zh-TW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slide" Target="slides/slide21.xml"/><Relationship Id="rId31" Type="http://schemas.openxmlformats.org/officeDocument/2006/relationships/slide" Target="slides/slide22.xml"/><Relationship Id="rId32" Type="http://schemas.openxmlformats.org/officeDocument/2006/relationships/slide" Target="slides/slide23.xml"/><Relationship Id="rId33" Type="http://schemas.openxmlformats.org/officeDocument/2006/relationships/slide" Target="slides/slide24.xml"/><Relationship Id="rId34" Type="http://schemas.openxmlformats.org/officeDocument/2006/relationships/slide" Target="slides/slide25.xml"/><Relationship Id="rId35" Type="http://schemas.openxmlformats.org/officeDocument/2006/relationships/slide" Target="slides/slide26.xml"/><Relationship Id="rId36" Type="http://schemas.openxmlformats.org/officeDocument/2006/relationships/slide" Target="slides/slide27.xml"/><Relationship Id="rId37" Type="http://schemas.openxmlformats.org/officeDocument/2006/relationships/slide" Target="slides/slide28.xml"/><Relationship Id="rId38" Type="http://schemas.openxmlformats.org/officeDocument/2006/relationships/slide" Target="slides/slide29.xml"/><Relationship Id="rId39" Type="http://schemas.openxmlformats.org/officeDocument/2006/relationships/slide" Target="slides/slide30.xml"/><Relationship Id="rId40" Type="http://schemas.openxmlformats.org/officeDocument/2006/relationships/slide" Target="slides/slide31.xml"/><Relationship Id="rId41" Type="http://schemas.openxmlformats.org/officeDocument/2006/relationships/slide" Target="slides/slide32.xml"/><Relationship Id="rId42" Type="http://schemas.openxmlformats.org/officeDocument/2006/relationships/slide" Target="slides/slide33.xml"/><Relationship Id="rId43" Type="http://schemas.openxmlformats.org/officeDocument/2006/relationships/slide" Target="slides/slide34.xml"/><Relationship Id="rId44" Type="http://schemas.openxmlformats.org/officeDocument/2006/relationships/slide" Target="slides/slide35.xml"/><Relationship Id="rId45" Type="http://schemas.openxmlformats.org/officeDocument/2006/relationships/slide" Target="slides/slide36.xml"/><Relationship Id="rId46" Type="http://schemas.openxmlformats.org/officeDocument/2006/relationships/slide" Target="slides/slide37.xml"/><Relationship Id="rId47" Type="http://schemas.openxmlformats.org/officeDocument/2006/relationships/slide" Target="slides/slide38.xml"/><Relationship Id="rId48" Type="http://schemas.openxmlformats.org/officeDocument/2006/relationships/slide" Target="slides/slide39.xml"/><Relationship Id="rId49" Type="http://schemas.openxmlformats.org/officeDocument/2006/relationships/slide" Target="slides/slide40.xml"/><Relationship Id="rId50" Type="http://schemas.openxmlformats.org/officeDocument/2006/relationships/slide" Target="slides/slide41.xml"/><Relationship Id="rId51" Type="http://schemas.openxmlformats.org/officeDocument/2006/relationships/slide" Target="slides/slide42.xml"/><Relationship Id="rId52" Type="http://schemas.openxmlformats.org/officeDocument/2006/relationships/slide" Target="slides/slide43.xml"/><Relationship Id="rId53" Type="http://schemas.openxmlformats.org/officeDocument/2006/relationships/slide" Target="slides/slide44.xml"/><Relationship Id="rId54" Type="http://schemas.openxmlformats.org/officeDocument/2006/relationships/slide" Target="slides/slide45.xml"/><Relationship Id="rId55" Type="http://schemas.openxmlformats.org/officeDocument/2006/relationships/slide" Target="slides/slide46.xml"/><Relationship Id="rId56" Type="http://schemas.openxmlformats.org/officeDocument/2006/relationships/slide" Target="slides/slide47.xml"/><Relationship Id="rId57" Type="http://schemas.openxmlformats.org/officeDocument/2006/relationships/slide" Target="slides/slide48.xml"/><Relationship Id="rId58" Type="http://schemas.openxmlformats.org/officeDocument/2006/relationships/slide" Target="slides/slide49.xml"/><Relationship Id="rId59" Type="http://schemas.openxmlformats.org/officeDocument/2006/relationships/slide" Target="slides/slide50.xml"/><Relationship Id="rId60" Type="http://schemas.openxmlformats.org/officeDocument/2006/relationships/slide" Target="slides/slide51.xml"/><Relationship Id="rId61" Type="http://schemas.openxmlformats.org/officeDocument/2006/relationships/slide" Target="slides/slide52.xml"/><Relationship Id="rId62" Type="http://schemas.openxmlformats.org/officeDocument/2006/relationships/slide" Target="slides/slide53.xml"/><Relationship Id="rId63" Type="http://schemas.openxmlformats.org/officeDocument/2006/relationships/slide" Target="slides/slide54.xml"/><Relationship Id="rId64" Type="http://schemas.openxmlformats.org/officeDocument/2006/relationships/slide" Target="slides/slide55.xml"/><Relationship Id="rId65" Type="http://schemas.openxmlformats.org/officeDocument/2006/relationships/slide" Target="slides/slide56.xml"/><Relationship Id="rId66" Type="http://schemas.openxmlformats.org/officeDocument/2006/relationships/slide" Target="slides/slide57.xml"/><Relationship Id="rId67" Type="http://schemas.openxmlformats.org/officeDocument/2006/relationships/slide" Target="slides/slide58.xml"/><Relationship Id="rId68" Type="http://schemas.openxmlformats.org/officeDocument/2006/relationships/slide" Target="slides/slide59.xml"/><Relationship Id="rId69" Type="http://schemas.openxmlformats.org/officeDocument/2006/relationships/slide" Target="slides/slide60.xml"/><Relationship Id="rId70" Type="http://schemas.openxmlformats.org/officeDocument/2006/relationships/slide" Target="slides/slide61.xml"/><Relationship Id="rId71" Type="http://schemas.openxmlformats.org/officeDocument/2006/relationships/slide" Target="slides/slide62.xml"/><Relationship Id="rId72" Type="http://schemas.openxmlformats.org/officeDocument/2006/relationships/slide" Target="slides/slide63.xml"/><Relationship Id="rId73" Type="http://schemas.openxmlformats.org/officeDocument/2006/relationships/slide" Target="slides/slide64.xml"/><Relationship Id="rId74" Type="http://schemas.openxmlformats.org/officeDocument/2006/relationships/slide" Target="slides/slide65.xml"/><Relationship Id="rId75" Type="http://schemas.openxmlformats.org/officeDocument/2006/relationships/slide" Target="slides/slide66.xml"/><Relationship Id="rId76" Type="http://schemas.openxmlformats.org/officeDocument/2006/relationships/slide" Target="slides/slide67.xml"/><Relationship Id="rId77" Type="http://schemas.openxmlformats.org/officeDocument/2006/relationships/slide" Target="slides/slide68.xml"/><Relationship Id="rId78" Type="http://schemas.openxmlformats.org/officeDocument/2006/relationships/slide" Target="slides/slide69.xml"/><Relationship Id="rId79" Type="http://schemas.openxmlformats.org/officeDocument/2006/relationships/slide" Target="slides/slide70.xml"/><Relationship Id="rId80" Type="http://schemas.openxmlformats.org/officeDocument/2006/relationships/slide" Target="slides/slide71.xml"/><Relationship Id="rId81" Type="http://schemas.openxmlformats.org/officeDocument/2006/relationships/slide" Target="slides/slide72.xml"/><Relationship Id="rId82" Type="http://schemas.openxmlformats.org/officeDocument/2006/relationships/slide" Target="slides/slide73.xml"/><Relationship Id="rId83" Type="http://schemas.openxmlformats.org/officeDocument/2006/relationships/slide" Target="slides/slide74.xml"/><Relationship Id="rId84" Type="http://schemas.openxmlformats.org/officeDocument/2006/relationships/slide" Target="slides/slide75.xml"/><Relationship Id="rId85" Type="http://schemas.openxmlformats.org/officeDocument/2006/relationships/slide" Target="slides/slide76.xml"/><Relationship Id="rId86" Type="http://schemas.openxmlformats.org/officeDocument/2006/relationships/slide" Target="slides/slide77.xml"/><Relationship Id="rId87" Type="http://schemas.openxmlformats.org/officeDocument/2006/relationships/slide" Target="slides/slide78.xml"/><Relationship Id="rId88" Type="http://schemas.openxmlformats.org/officeDocument/2006/relationships/slide" Target="slides/slide79.xml"/><Relationship Id="rId89" Type="http://schemas.openxmlformats.org/officeDocument/2006/relationships/slide" Target="slides/slide80.xml"/><Relationship Id="rId90" Type="http://schemas.openxmlformats.org/officeDocument/2006/relationships/slide" Target="slides/slide81.xml"/><Relationship Id="rId91" Type="http://schemas.openxmlformats.org/officeDocument/2006/relationships/slide" Target="slides/slide82.xml"/><Relationship Id="rId92" Type="http://schemas.openxmlformats.org/officeDocument/2006/relationships/slide" Target="slides/slide83.xml"/><Relationship Id="rId93" Type="http://schemas.openxmlformats.org/officeDocument/2006/relationships/slide" Target="slides/slide84.xml"/><Relationship Id="rId94" Type="http://schemas.openxmlformats.org/officeDocument/2006/relationships/slide" Target="slides/slide85.xml"/><Relationship Id="rId95" Type="http://schemas.openxmlformats.org/officeDocument/2006/relationships/slide" Target="slides/slide86.xml"/><Relationship Id="rId96" Type="http://schemas.openxmlformats.org/officeDocument/2006/relationships/slide" Target="slides/slide87.xml"/><Relationship Id="rId97" Type="http://schemas.openxmlformats.org/officeDocument/2006/relationships/slide" Target="slides/slide88.xml"/><Relationship Id="rId98" Type="http://schemas.openxmlformats.org/officeDocument/2006/relationships/slide" Target="slides/slide89.xml"/><Relationship Id="rId99" Type="http://schemas.openxmlformats.org/officeDocument/2006/relationships/slide" Target="slides/slide90.xml"/><Relationship Id="rId100" Type="http://schemas.openxmlformats.org/officeDocument/2006/relationships/slide" Target="slides/slide91.xml"/><Relationship Id="rId101" Type="http://schemas.openxmlformats.org/officeDocument/2006/relationships/slide" Target="slides/slide92.xml"/><Relationship Id="rId102" Type="http://schemas.openxmlformats.org/officeDocument/2006/relationships/slide" Target="slides/slide93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P1" Type="http://schemas.openxmlformats.org/officeDocument/2006/relationships/image" Target="../media/dotGrid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P1" Type="http://schemas.openxmlformats.org/officeDocument/2006/relationships/image" Target="../media/dotGrid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P1" Type="http://schemas.openxmlformats.org/officeDocument/2006/relationships/image" Target="../media/dotGrid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P1" Type="http://schemas.openxmlformats.org/officeDocument/2006/relationships/image" Target="../media/dotGrid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P1" Type="http://schemas.openxmlformats.org/officeDocument/2006/relationships/image" Target="../media/dotGrid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P1" Type="http://schemas.openxmlformats.org/officeDocument/2006/relationships/image" Target="../media/dotGrid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P1" Type="http://schemas.openxmlformats.org/officeDocument/2006/relationships/image" Target="../media/dotGrid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P1" Type="http://schemas.openxmlformats.org/officeDocument/2006/relationships/image" Target="../media/dotGrid.pn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P1" Type="http://schemas.openxmlformats.org/officeDocument/2006/relationships/image" Target="../media/dotGrid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P1" Type="http://schemas.openxmlformats.org/officeDocument/2006/relationships/image" Target="../media/dotGrid.pn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P1" Type="http://schemas.openxmlformats.org/officeDocument/2006/relationships/image" Target="../media/dotGrid.pn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P1" Type="http://schemas.openxmlformats.org/officeDocument/2006/relationships/image" Target="../media/dotGrid.png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P1" Type="http://schemas.openxmlformats.org/officeDocument/2006/relationships/image" Target="../media/dotGrid.png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P1" Type="http://schemas.openxmlformats.org/officeDocument/2006/relationships/image" Target="../media/dotGrid.png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P1" Type="http://schemas.openxmlformats.org/officeDocument/2006/relationships/image" Target="../media/dotGrid.png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P1" Type="http://schemas.openxmlformats.org/officeDocument/2006/relationships/image" Target="../media/dotGrid.png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P1" Type="http://schemas.openxmlformats.org/officeDocument/2006/relationships/image" Target="../media/dotGrid.png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P1" Type="http://schemas.openxmlformats.org/officeDocument/2006/relationships/image" Target="../media/dotGrid.png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P1" Type="http://schemas.openxmlformats.org/officeDocument/2006/relationships/image" Target="../media/dotGrid.png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P1" Type="http://schemas.openxmlformats.org/officeDocument/2006/relationships/image" Target="../media/dotGrid.png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P1" Type="http://schemas.openxmlformats.org/officeDocument/2006/relationships/image" Target="../media/dotGrid.png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P1" Type="http://schemas.openxmlformats.org/officeDocument/2006/relationships/image" Target="../media/dotGrid.png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P1" Type="http://schemas.openxmlformats.org/officeDocument/2006/relationships/image" Target="../media/dotGrid.png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P1" Type="http://schemas.openxmlformats.org/officeDocument/2006/relationships/image" Target="../media/dotGrid.png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P1" Type="http://schemas.openxmlformats.org/officeDocument/2006/relationships/image" Target="../media/dotGrid.png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P1" Type="http://schemas.openxmlformats.org/officeDocument/2006/relationships/image" Target="../media/dotGrid.png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P1" Type="http://schemas.openxmlformats.org/officeDocument/2006/relationships/image" Target="../media/dotGrid.png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P1" Type="http://schemas.openxmlformats.org/officeDocument/2006/relationships/image" Target="../media/dotGrid.png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P1" Type="http://schemas.openxmlformats.org/officeDocument/2006/relationships/image" Target="../media/dotGrid.png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P1" Type="http://schemas.openxmlformats.org/officeDocument/2006/relationships/image" Target="../media/dotGrid.png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P1" Type="http://schemas.openxmlformats.org/officeDocument/2006/relationships/image" Target="../media/dotGrid.png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P1" Type="http://schemas.openxmlformats.org/officeDocument/2006/relationships/image" Target="../media/dotGrid.png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P1" Type="http://schemas.openxmlformats.org/officeDocument/2006/relationships/image" Target="../media/dotGrid.png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P1" Type="http://schemas.openxmlformats.org/officeDocument/2006/relationships/image" Target="../media/dotGrid.png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P1" Type="http://schemas.openxmlformats.org/officeDocument/2006/relationships/image" Target="../media/dotGrid.png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P1" Type="http://schemas.openxmlformats.org/officeDocument/2006/relationships/image" Target="../media/dotGrid.png"/></Relationships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P1" Type="http://schemas.openxmlformats.org/officeDocument/2006/relationships/image" Target="../media/dotGrid.png"/></Relationships>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P1" Type="http://schemas.openxmlformats.org/officeDocument/2006/relationships/image" Target="../media/dotGrid.png"/></Relationships>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P1" Type="http://schemas.openxmlformats.org/officeDocument/2006/relationships/image" Target="../media/dotGrid.png"/></Relationships>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P1" Type="http://schemas.openxmlformats.org/officeDocument/2006/relationships/image" Target="../media/dotGrid.png"/></Relationships>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P1" Type="http://schemas.openxmlformats.org/officeDocument/2006/relationships/image" Target="../media/dotGrid.png"/></Relationships>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P1" Type="http://schemas.openxmlformats.org/officeDocument/2006/relationships/image" Target="../media/dotGrid.png"/></Relationships>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P1" Type="http://schemas.openxmlformats.org/officeDocument/2006/relationships/image" Target="../media/dotGrid.png"/></Relationships>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P1" Type="http://schemas.openxmlformats.org/officeDocument/2006/relationships/image" Target="../media/dotGrid.png"/></Relationships>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P1" Type="http://schemas.openxmlformats.org/officeDocument/2006/relationships/image" Target="../media/dotGrid.png"/></Relationships>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P1" Type="http://schemas.openxmlformats.org/officeDocument/2006/relationships/image" Target="../media/dotGrid.png"/></Relationships>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P1" Type="http://schemas.openxmlformats.org/officeDocument/2006/relationships/image" Target="../media/dotGrid.png"/></Relationships>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P1" Type="http://schemas.openxmlformats.org/officeDocument/2006/relationships/image" Target="../media/dotGrid.png"/></Relationships>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P1" Type="http://schemas.openxmlformats.org/officeDocument/2006/relationships/image" Target="../media/dotGrid.png"/></Relationships>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P1" Type="http://schemas.openxmlformats.org/officeDocument/2006/relationships/image" Target="../media/dotGrid.png"/></Relationships>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P1" Type="http://schemas.openxmlformats.org/officeDocument/2006/relationships/image" Target="../media/dotGrid.png"/></Relationships>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P1" Type="http://schemas.openxmlformats.org/officeDocument/2006/relationships/image" Target="../media/dotGrid.png"/></Relationships>
</file>

<file path=ppt/slides/_rels/slide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P1" Type="http://schemas.openxmlformats.org/officeDocument/2006/relationships/image" Target="../media/dotGrid.png"/></Relationships>
</file>

<file path=ppt/slides/_rels/slide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P1" Type="http://schemas.openxmlformats.org/officeDocument/2006/relationships/image" Target="../media/dotGrid.png"/></Relationships>
</file>

<file path=ppt/slides/_rels/slide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P1" Type="http://schemas.openxmlformats.org/officeDocument/2006/relationships/image" Target="../media/dotGrid.png"/></Relationships>
</file>

<file path=ppt/slides/_rels/slide5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P1" Type="http://schemas.openxmlformats.org/officeDocument/2006/relationships/image" Target="../media/dotGrid.png"/></Relationships>
</file>

<file path=ppt/slides/_rels/slide5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P1" Type="http://schemas.openxmlformats.org/officeDocument/2006/relationships/image" Target="../media/dotGrid.png"/></Relationships>
</file>

<file path=ppt/slides/_rels/slide5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P1" Type="http://schemas.openxmlformats.org/officeDocument/2006/relationships/image" Target="../media/dotGrid.png"/></Relationships>
</file>

<file path=ppt/slides/_rels/slide5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P1" Type="http://schemas.openxmlformats.org/officeDocument/2006/relationships/image" Target="../media/dotGrid.png"/></Relationships>
</file>

<file path=ppt/slides/_rels/slide6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P1" Type="http://schemas.openxmlformats.org/officeDocument/2006/relationships/image" Target="../media/dotGrid.png"/></Relationships>
</file>

<file path=ppt/slides/_rels/slide6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P1" Type="http://schemas.openxmlformats.org/officeDocument/2006/relationships/image" Target="../media/dotGrid.png"/></Relationships>
</file>

<file path=ppt/slides/_rels/slide6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P1" Type="http://schemas.openxmlformats.org/officeDocument/2006/relationships/image" Target="../media/dotGrid.png"/></Relationships>
</file>

<file path=ppt/slides/_rels/slide6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P1" Type="http://schemas.openxmlformats.org/officeDocument/2006/relationships/image" Target="../media/dotGrid.png"/></Relationships>
</file>

<file path=ppt/slides/_rels/slide6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P1" Type="http://schemas.openxmlformats.org/officeDocument/2006/relationships/image" Target="../media/dotGrid.png"/></Relationships>
</file>

<file path=ppt/slides/_rels/slide6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P1" Type="http://schemas.openxmlformats.org/officeDocument/2006/relationships/image" Target="../media/dotGrid.png"/></Relationships>
</file>

<file path=ppt/slides/_rels/slide6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P1" Type="http://schemas.openxmlformats.org/officeDocument/2006/relationships/image" Target="../media/dotGrid.png"/></Relationships>
</file>

<file path=ppt/slides/_rels/slide6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P1" Type="http://schemas.openxmlformats.org/officeDocument/2006/relationships/image" Target="../media/dotGrid.png"/></Relationships>
</file>

<file path=ppt/slides/_rels/slide6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P1" Type="http://schemas.openxmlformats.org/officeDocument/2006/relationships/image" Target="../media/dotGrid.png"/></Relationships>
</file>

<file path=ppt/slides/_rels/slide6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P1" Type="http://schemas.openxmlformats.org/officeDocument/2006/relationships/image" Target="../media/dotGrid.png"/></Relationships>
</file>

<file path=ppt/slides/_rels/slide7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P1" Type="http://schemas.openxmlformats.org/officeDocument/2006/relationships/image" Target="../media/dotGrid.png"/></Relationships>
</file>

<file path=ppt/slides/_rels/slide7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P1" Type="http://schemas.openxmlformats.org/officeDocument/2006/relationships/image" Target="../media/dotGrid.png"/></Relationships>
</file>

<file path=ppt/slides/_rels/slide7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P1" Type="http://schemas.openxmlformats.org/officeDocument/2006/relationships/image" Target="../media/dotGrid.png"/></Relationships>
</file>

<file path=ppt/slides/_rels/slide7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P1" Type="http://schemas.openxmlformats.org/officeDocument/2006/relationships/image" Target="../media/dotGrid.png"/></Relationships>
</file>

<file path=ppt/slides/_rels/slide7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P1" Type="http://schemas.openxmlformats.org/officeDocument/2006/relationships/image" Target="../media/dotGrid.png"/></Relationships>
</file>

<file path=ppt/slides/_rels/slide7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P1" Type="http://schemas.openxmlformats.org/officeDocument/2006/relationships/image" Target="../media/dotGrid.png"/></Relationships>
</file>

<file path=ppt/slides/_rels/slide7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P1" Type="http://schemas.openxmlformats.org/officeDocument/2006/relationships/image" Target="../media/dotGrid.png"/></Relationships>
</file>

<file path=ppt/slides/_rels/slide7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P1" Type="http://schemas.openxmlformats.org/officeDocument/2006/relationships/image" Target="../media/dotGrid.png"/></Relationships>
</file>

<file path=ppt/slides/_rels/slide7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P1" Type="http://schemas.openxmlformats.org/officeDocument/2006/relationships/image" Target="../media/dotGrid.png"/></Relationships>
</file>

<file path=ppt/slides/_rels/slide7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P1" Type="http://schemas.openxmlformats.org/officeDocument/2006/relationships/image" Target="../media/dotGrid.png"/></Relationships>
</file>

<file path=ppt/slides/_rels/slide8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P1" Type="http://schemas.openxmlformats.org/officeDocument/2006/relationships/image" Target="../media/dotGrid.png"/></Relationships>
</file>

<file path=ppt/slides/_rels/slide8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P1" Type="http://schemas.openxmlformats.org/officeDocument/2006/relationships/image" Target="../media/dotGrid.png"/></Relationships>
</file>

<file path=ppt/slides/_rels/slide8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P1" Type="http://schemas.openxmlformats.org/officeDocument/2006/relationships/image" Target="../media/dotGrid.png"/></Relationships>
</file>

<file path=ppt/slides/_rels/slide8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P1" Type="http://schemas.openxmlformats.org/officeDocument/2006/relationships/image" Target="../media/dotGrid.png"/></Relationships>
</file>

<file path=ppt/slides/_rels/slide8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P1" Type="http://schemas.openxmlformats.org/officeDocument/2006/relationships/image" Target="../media/dotGrid.png"/></Relationships>
</file>

<file path=ppt/slides/_rels/slide8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P1" Type="http://schemas.openxmlformats.org/officeDocument/2006/relationships/image" Target="../media/dotGrid.png"/></Relationships>
</file>

<file path=ppt/slides/_rels/slide8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P1" Type="http://schemas.openxmlformats.org/officeDocument/2006/relationships/image" Target="../media/dotGrid.png"/></Relationships>
</file>

<file path=ppt/slides/_rels/slide8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P1" Type="http://schemas.openxmlformats.org/officeDocument/2006/relationships/image" Target="../media/dotGrid.png"/></Relationships>
</file>

<file path=ppt/slides/_rels/slide8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P1" Type="http://schemas.openxmlformats.org/officeDocument/2006/relationships/image" Target="../media/dotGrid.png"/></Relationships>
</file>

<file path=ppt/slides/_rels/slide8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P1" Type="http://schemas.openxmlformats.org/officeDocument/2006/relationships/image" Target="../media/dotGrid.png"/></Relationships>
</file>

<file path=ppt/slides/_rels/slide9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P1" Type="http://schemas.openxmlformats.org/officeDocument/2006/relationships/image" Target="../media/dotGrid.png"/></Relationships>
</file>

<file path=ppt/slides/_rels/slide9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P1" Type="http://schemas.openxmlformats.org/officeDocument/2006/relationships/image" Target="../media/dotGrid.png"/></Relationships>
</file>

<file path=ppt/slides/_rels/slide9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P1" Type="http://schemas.openxmlformats.org/officeDocument/2006/relationships/image" Target="../media/dotGrid.png"/></Relationships>
</file>

<file path=ppt/slides/_rels/slide9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P1" Type="http://schemas.openxmlformats.org/officeDocument/2006/relationships/image" Target="../media/dotGrid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0.0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rect-1q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7"/>
          </a:solidFill>
          <a:ln>
            <a:noFill/>
          </a:ln>
        </p:spPr>
      </p:sp>
      <p:sp>
        <p:nvSpPr>
          <p:cNvPr id="3" name="!!ellipse-1q2"/>
          <p:cNvSpPr/>
          <p:nvPr/>
        </p:nvSpPr>
        <p:spPr>
          <a:xfrm>
            <a:off x="-889000" y="-952500"/>
            <a:ext cx="13970000" cy="7874000"/>
          </a:xfrm>
          <a:prstGeom prst="ellipse">
            <a:avLst/>
          </a:prstGeom>
          <a:gradFill rotWithShape="1">
            <a:gsLst>
              <a:gs pos="0">
                <a:srgbClr val="FFFFFF">
                  <a:alpha val="95000"/>
                </a:srgbClr>
              </a:gs>
              <a:gs pos="40865">
                <a:srgbClr val="FFFFFF">
                  <a:alpha val="35000"/>
                </a:srgbClr>
              </a:gs>
              <a:gs pos="68108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!!rect-1q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P1"/>
            <a:srcRect/>
            <a:tile tx="0" ty="0" sx="16667" sy="16667" flip="none" algn="tl"/>
          </a:blipFill>
          <a:ln>
            <a:noFill/>
          </a:ln>
        </p:spPr>
      </p:sp>
      <p:sp>
        <p:nvSpPr>
          <p:cNvPr id="5" name="!!circle-1qb"/>
          <p:cNvSpPr/>
          <p:nvPr/>
        </p:nvSpPr>
        <p:spPr>
          <a:xfrm>
            <a:off x="1213396" y="4235215"/>
            <a:ext cx="2046732" cy="2046732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" name="!!circle-1qg"/>
          <p:cNvSpPr/>
          <p:nvPr/>
        </p:nvSpPr>
        <p:spPr>
          <a:xfrm>
            <a:off x="4075716" y="6040520"/>
            <a:ext cx="1987309" cy="1987309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7" name="!!circle-1rf"/>
          <p:cNvSpPr/>
          <p:nvPr/>
        </p:nvSpPr>
        <p:spPr>
          <a:xfrm>
            <a:off x="2144852" y="5076018"/>
            <a:ext cx="1614653" cy="1614653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8" name="!!circle-1ro"/>
          <p:cNvSpPr/>
          <p:nvPr/>
        </p:nvSpPr>
        <p:spPr>
          <a:xfrm>
            <a:off x="6692608" y="6186951"/>
            <a:ext cx="1641335" cy="1641335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9" name="!!circle-1rq"/>
          <p:cNvSpPr/>
          <p:nvPr/>
        </p:nvSpPr>
        <p:spPr>
          <a:xfrm>
            <a:off x="393395" y="2744915"/>
            <a:ext cx="1404252" cy="1404252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0" name="!!circle-1sg"/>
          <p:cNvSpPr/>
          <p:nvPr/>
        </p:nvSpPr>
        <p:spPr>
          <a:xfrm>
            <a:off x="413658" y="2084978"/>
            <a:ext cx="1615783" cy="1615783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1" name="!!rect-1sh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5F7">
                  <a:alpha val="0"/>
                </a:srgbClr>
              </a:gs>
              <a:gs pos="20428">
                <a:srgbClr val="F3F5F7">
                  <a:alpha val="0"/>
                </a:srgbClr>
              </a:gs>
              <a:gs pos="66730">
                <a:srgbClr val="F3F5F7"/>
              </a:gs>
              <a:gs pos="100000">
                <a:srgbClr val="F3F5F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2" name="!!circle-1sj"/>
          <p:cNvSpPr/>
          <p:nvPr/>
        </p:nvSpPr>
        <p:spPr>
          <a:xfrm>
            <a:off x="117685" y="399891"/>
            <a:ext cx="50038" cy="50038"/>
          </a:xfrm>
          <a:prstGeom prst="ellipse">
            <a:avLst/>
          </a:prstGeom>
          <a:solidFill>
            <a:srgbClr val="627D8D">
              <a:alpha val="25400"/>
            </a:srgbClr>
          </a:solidFill>
          <a:ln>
            <a:noFill/>
          </a:ln>
        </p:spPr>
      </p:sp>
      <p:sp>
        <p:nvSpPr>
          <p:cNvPr id="13" name="!!circle-1sm"/>
          <p:cNvSpPr/>
          <p:nvPr/>
        </p:nvSpPr>
        <p:spPr>
          <a:xfrm>
            <a:off x="5666283" y="1627378"/>
            <a:ext cx="36055" cy="36055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14" name="!!circle-1sp"/>
          <p:cNvSpPr/>
          <p:nvPr/>
        </p:nvSpPr>
        <p:spPr>
          <a:xfrm>
            <a:off x="9303639" y="3543059"/>
            <a:ext cx="24295" cy="24295"/>
          </a:xfrm>
          <a:prstGeom prst="ellipse">
            <a:avLst/>
          </a:prstGeom>
          <a:solidFill>
            <a:srgbClr val="627D8D">
              <a:alpha val="18100"/>
            </a:srgbClr>
          </a:solidFill>
          <a:ln>
            <a:noFill/>
          </a:ln>
        </p:spPr>
      </p:sp>
      <p:sp>
        <p:nvSpPr>
          <p:cNvPr id="15" name="!!circle-1ss"/>
          <p:cNvSpPr/>
          <p:nvPr/>
        </p:nvSpPr>
        <p:spPr>
          <a:xfrm>
            <a:off x="3599878" y="6693776"/>
            <a:ext cx="25959" cy="25959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16" name="!!circle-1sv"/>
          <p:cNvSpPr/>
          <p:nvPr/>
        </p:nvSpPr>
        <p:spPr>
          <a:xfrm>
            <a:off x="1867484" y="1977403"/>
            <a:ext cx="35878" cy="35878"/>
          </a:xfrm>
          <a:prstGeom prst="ellipse">
            <a:avLst/>
          </a:prstGeom>
          <a:solidFill>
            <a:srgbClr val="627D8D">
              <a:alpha val="26800"/>
            </a:srgbClr>
          </a:solidFill>
          <a:ln>
            <a:noFill/>
          </a:ln>
        </p:spPr>
      </p:sp>
      <p:sp>
        <p:nvSpPr>
          <p:cNvPr id="17" name="!!circle-1sy"/>
          <p:cNvSpPr/>
          <p:nvPr/>
        </p:nvSpPr>
        <p:spPr>
          <a:xfrm>
            <a:off x="6730727" y="4242987"/>
            <a:ext cx="40234" cy="40234"/>
          </a:xfrm>
          <a:prstGeom prst="ellipse">
            <a:avLst/>
          </a:prstGeom>
          <a:solidFill>
            <a:srgbClr val="627D8D">
              <a:alpha val="31300"/>
            </a:srgbClr>
          </a:solidFill>
          <a:ln>
            <a:noFill/>
          </a:ln>
        </p:spPr>
      </p:sp>
      <p:sp>
        <p:nvSpPr>
          <p:cNvPr id="18" name="!!circle-1t1"/>
          <p:cNvSpPr/>
          <p:nvPr/>
        </p:nvSpPr>
        <p:spPr>
          <a:xfrm>
            <a:off x="10078669" y="262395"/>
            <a:ext cx="23559" cy="23559"/>
          </a:xfrm>
          <a:prstGeom prst="ellipse">
            <a:avLst/>
          </a:prstGeom>
          <a:solidFill>
            <a:srgbClr val="627D8D">
              <a:alpha val="17900"/>
            </a:srgbClr>
          </a:solidFill>
          <a:ln>
            <a:noFill/>
          </a:ln>
        </p:spPr>
      </p:sp>
      <p:sp>
        <p:nvSpPr>
          <p:cNvPr id="19" name="!!circle-1t4"/>
          <p:cNvSpPr/>
          <p:nvPr/>
        </p:nvSpPr>
        <p:spPr>
          <a:xfrm>
            <a:off x="1059212" y="5252072"/>
            <a:ext cx="29959" cy="29959"/>
          </a:xfrm>
          <a:prstGeom prst="ellipse">
            <a:avLst/>
          </a:prstGeom>
          <a:solidFill>
            <a:srgbClr val="627D8D">
              <a:alpha val="19400"/>
            </a:srgbClr>
          </a:solidFill>
          <a:ln>
            <a:noFill/>
          </a:ln>
        </p:spPr>
      </p:sp>
      <p:sp>
        <p:nvSpPr>
          <p:cNvPr id="20" name="!!circle-1t7"/>
          <p:cNvSpPr/>
          <p:nvPr/>
        </p:nvSpPr>
        <p:spPr>
          <a:xfrm>
            <a:off x="8560054" y="4705991"/>
            <a:ext cx="28702" cy="28702"/>
          </a:xfrm>
          <a:prstGeom prst="ellipse">
            <a:avLst/>
          </a:prstGeom>
          <a:solidFill>
            <a:srgbClr val="627D8D">
              <a:alpha val="17800"/>
            </a:srgbClr>
          </a:solidFill>
          <a:ln>
            <a:noFill/>
          </a:ln>
        </p:spPr>
      </p:sp>
      <p:sp>
        <p:nvSpPr>
          <p:cNvPr id="21" name="!!circle-1ta"/>
          <p:cNvSpPr/>
          <p:nvPr/>
        </p:nvSpPr>
        <p:spPr>
          <a:xfrm>
            <a:off x="11119688" y="2199170"/>
            <a:ext cx="24066" cy="24066"/>
          </a:xfrm>
          <a:prstGeom prst="ellipse">
            <a:avLst/>
          </a:prstGeom>
          <a:solidFill>
            <a:srgbClr val="627D8D">
              <a:alpha val="23900"/>
            </a:srgbClr>
          </a:solidFill>
          <a:ln>
            <a:noFill/>
          </a:ln>
        </p:spPr>
      </p:sp>
      <p:sp>
        <p:nvSpPr>
          <p:cNvPr id="22" name="!!circle-1td"/>
          <p:cNvSpPr/>
          <p:nvPr/>
        </p:nvSpPr>
        <p:spPr>
          <a:xfrm>
            <a:off x="8324488" y="6300838"/>
            <a:ext cx="35865" cy="35865"/>
          </a:xfrm>
          <a:prstGeom prst="ellipse">
            <a:avLst/>
          </a:prstGeom>
          <a:solidFill>
            <a:srgbClr val="627D8D">
              <a:alpha val="28200"/>
            </a:srgbClr>
          </a:solidFill>
          <a:ln>
            <a:noFill/>
          </a:ln>
        </p:spPr>
      </p:sp>
      <p:sp>
        <p:nvSpPr>
          <p:cNvPr id="23" name="!!circle-1tg"/>
          <p:cNvSpPr/>
          <p:nvPr/>
        </p:nvSpPr>
        <p:spPr>
          <a:xfrm>
            <a:off x="1407357" y="3614642"/>
            <a:ext cx="39218" cy="39218"/>
          </a:xfrm>
          <a:prstGeom prst="ellipse">
            <a:avLst/>
          </a:prstGeom>
          <a:solidFill>
            <a:srgbClr val="627D8D">
              <a:alpha val="29600"/>
            </a:srgbClr>
          </a:solidFill>
          <a:ln>
            <a:noFill/>
          </a:ln>
        </p:spPr>
      </p:sp>
      <p:sp>
        <p:nvSpPr>
          <p:cNvPr id="24" name="!!circle-1tj"/>
          <p:cNvSpPr/>
          <p:nvPr/>
        </p:nvSpPr>
        <p:spPr>
          <a:xfrm>
            <a:off x="7220039" y="6585356"/>
            <a:ext cx="49733" cy="49733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5" name="!!circle-1tm"/>
          <p:cNvSpPr/>
          <p:nvPr/>
        </p:nvSpPr>
        <p:spPr>
          <a:xfrm>
            <a:off x="6271120" y="2228964"/>
            <a:ext cx="41694" cy="41694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6" name="!!circle-1tp"/>
          <p:cNvSpPr/>
          <p:nvPr/>
        </p:nvSpPr>
        <p:spPr>
          <a:xfrm>
            <a:off x="6781698" y="5629237"/>
            <a:ext cx="31979" cy="31979"/>
          </a:xfrm>
          <a:prstGeom prst="ellipse">
            <a:avLst/>
          </a:prstGeom>
          <a:solidFill>
            <a:srgbClr val="627D8D">
              <a:alpha val="24100"/>
            </a:srgbClr>
          </a:solidFill>
          <a:ln>
            <a:noFill/>
          </a:ln>
        </p:spPr>
      </p:sp>
      <p:sp>
        <p:nvSpPr>
          <p:cNvPr id="27" name="!!circle-1ts"/>
          <p:cNvSpPr/>
          <p:nvPr/>
        </p:nvSpPr>
        <p:spPr>
          <a:xfrm>
            <a:off x="3799541" y="1615173"/>
            <a:ext cx="18085" cy="18085"/>
          </a:xfrm>
          <a:prstGeom prst="ellipse">
            <a:avLst/>
          </a:prstGeom>
          <a:solidFill>
            <a:srgbClr val="627D8D">
              <a:alpha val="10500"/>
            </a:srgbClr>
          </a:solidFill>
          <a:ln>
            <a:noFill/>
          </a:ln>
        </p:spPr>
      </p:sp>
      <p:sp>
        <p:nvSpPr>
          <p:cNvPr id="28" name="!!circle-1tv"/>
          <p:cNvSpPr/>
          <p:nvPr/>
        </p:nvSpPr>
        <p:spPr>
          <a:xfrm>
            <a:off x="7669187" y="79654"/>
            <a:ext cx="38214" cy="38214"/>
          </a:xfrm>
          <a:prstGeom prst="ellipse">
            <a:avLst/>
          </a:prstGeom>
          <a:solidFill>
            <a:srgbClr val="627D8D">
              <a:alpha val="23100"/>
            </a:srgbClr>
          </a:solidFill>
          <a:ln>
            <a:noFill/>
          </a:ln>
        </p:spPr>
      </p:sp>
      <p:sp>
        <p:nvSpPr>
          <p:cNvPr id="29" name="!!circle-1ty"/>
          <p:cNvSpPr/>
          <p:nvPr/>
        </p:nvSpPr>
        <p:spPr>
          <a:xfrm>
            <a:off x="3369723" y="6744252"/>
            <a:ext cx="39243" cy="39243"/>
          </a:xfrm>
          <a:prstGeom prst="ellipse">
            <a:avLst/>
          </a:prstGeom>
          <a:solidFill>
            <a:srgbClr val="627D8D">
              <a:alpha val="27700"/>
            </a:srgbClr>
          </a:solidFill>
          <a:ln>
            <a:noFill/>
          </a:ln>
        </p:spPr>
      </p:sp>
      <p:sp>
        <p:nvSpPr>
          <p:cNvPr id="30" name="!!circle-1u1"/>
          <p:cNvSpPr/>
          <p:nvPr/>
        </p:nvSpPr>
        <p:spPr>
          <a:xfrm>
            <a:off x="1678210" y="6800958"/>
            <a:ext cx="34519" cy="34519"/>
          </a:xfrm>
          <a:prstGeom prst="ellipse">
            <a:avLst/>
          </a:prstGeom>
          <a:solidFill>
            <a:srgbClr val="627D8D">
              <a:alpha val="22500"/>
            </a:srgbClr>
          </a:solidFill>
          <a:ln>
            <a:noFill/>
          </a:ln>
        </p:spPr>
      </p:sp>
      <p:sp>
        <p:nvSpPr>
          <p:cNvPr id="31" name="!!circle-1u4"/>
          <p:cNvSpPr/>
          <p:nvPr/>
        </p:nvSpPr>
        <p:spPr>
          <a:xfrm>
            <a:off x="2545366" y="5556161"/>
            <a:ext cx="46228" cy="46228"/>
          </a:xfrm>
          <a:prstGeom prst="ellipse">
            <a:avLst/>
          </a:prstGeom>
          <a:solidFill>
            <a:srgbClr val="627D8D">
              <a:alpha val="26200"/>
            </a:srgbClr>
          </a:solidFill>
          <a:ln>
            <a:noFill/>
          </a:ln>
        </p:spPr>
      </p:sp>
      <p:sp>
        <p:nvSpPr>
          <p:cNvPr id="32" name="!!circle-1u7"/>
          <p:cNvSpPr/>
          <p:nvPr/>
        </p:nvSpPr>
        <p:spPr>
          <a:xfrm>
            <a:off x="7404043" y="5025949"/>
            <a:ext cx="49327" cy="49327"/>
          </a:xfrm>
          <a:prstGeom prst="ellipse">
            <a:avLst/>
          </a:prstGeom>
          <a:solidFill>
            <a:srgbClr val="627D8D">
              <a:alpha val="20800"/>
            </a:srgbClr>
          </a:solidFill>
          <a:ln>
            <a:noFill/>
          </a:ln>
        </p:spPr>
      </p:sp>
      <p:sp>
        <p:nvSpPr>
          <p:cNvPr id="33" name="!!circle-1ua"/>
          <p:cNvSpPr/>
          <p:nvPr/>
        </p:nvSpPr>
        <p:spPr>
          <a:xfrm>
            <a:off x="9688925" y="5844152"/>
            <a:ext cx="24054" cy="24054"/>
          </a:xfrm>
          <a:prstGeom prst="ellipse">
            <a:avLst/>
          </a:prstGeom>
          <a:solidFill>
            <a:srgbClr val="627D8D">
              <a:alpha val="22200"/>
            </a:srgbClr>
          </a:solidFill>
          <a:ln>
            <a:noFill/>
          </a:ln>
        </p:spPr>
      </p:sp>
      <p:sp>
        <p:nvSpPr>
          <p:cNvPr id="34" name="!!circle-1ud"/>
          <p:cNvSpPr/>
          <p:nvPr/>
        </p:nvSpPr>
        <p:spPr>
          <a:xfrm>
            <a:off x="2180933" y="1702702"/>
            <a:ext cx="32271" cy="32271"/>
          </a:xfrm>
          <a:prstGeom prst="ellipse">
            <a:avLst/>
          </a:prstGeom>
          <a:solidFill>
            <a:srgbClr val="627D8D">
              <a:alpha val="20500"/>
            </a:srgbClr>
          </a:solidFill>
          <a:ln>
            <a:noFill/>
          </a:ln>
        </p:spPr>
      </p:sp>
      <p:sp>
        <p:nvSpPr>
          <p:cNvPr id="35" name="!!circle-1ug"/>
          <p:cNvSpPr/>
          <p:nvPr/>
        </p:nvSpPr>
        <p:spPr>
          <a:xfrm>
            <a:off x="2100415" y="154654"/>
            <a:ext cx="21323" cy="21323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36" name="!!circle-1uj"/>
          <p:cNvSpPr/>
          <p:nvPr/>
        </p:nvSpPr>
        <p:spPr>
          <a:xfrm>
            <a:off x="2109826" y="2760618"/>
            <a:ext cx="34252" cy="34252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37" name="!!circle-1um"/>
          <p:cNvSpPr/>
          <p:nvPr/>
        </p:nvSpPr>
        <p:spPr>
          <a:xfrm>
            <a:off x="9628187" y="4852118"/>
            <a:ext cx="44196" cy="44196"/>
          </a:xfrm>
          <a:prstGeom prst="ellipse">
            <a:avLst/>
          </a:prstGeom>
          <a:solidFill>
            <a:srgbClr val="627D8D">
              <a:alpha val="21700"/>
            </a:srgbClr>
          </a:solidFill>
          <a:ln>
            <a:noFill/>
          </a:ln>
        </p:spPr>
      </p:sp>
      <p:sp>
        <p:nvSpPr>
          <p:cNvPr id="38" name="!!circle-1up"/>
          <p:cNvSpPr/>
          <p:nvPr/>
        </p:nvSpPr>
        <p:spPr>
          <a:xfrm>
            <a:off x="6842068" y="1989373"/>
            <a:ext cx="35192" cy="35192"/>
          </a:xfrm>
          <a:prstGeom prst="ellipse">
            <a:avLst/>
          </a:prstGeom>
          <a:solidFill>
            <a:srgbClr val="627D8D">
              <a:alpha val="27100"/>
            </a:srgbClr>
          </a:solidFill>
          <a:ln>
            <a:noFill/>
          </a:ln>
        </p:spPr>
      </p:sp>
      <p:sp>
        <p:nvSpPr>
          <p:cNvPr id="39" name="!!circle-1us"/>
          <p:cNvSpPr/>
          <p:nvPr/>
        </p:nvSpPr>
        <p:spPr>
          <a:xfrm>
            <a:off x="10059187" y="5652453"/>
            <a:ext cx="43358" cy="43358"/>
          </a:xfrm>
          <a:prstGeom prst="ellipse">
            <a:avLst/>
          </a:prstGeom>
          <a:solidFill>
            <a:srgbClr val="627D8D">
              <a:alpha val="19500"/>
            </a:srgbClr>
          </a:solidFill>
          <a:ln>
            <a:noFill/>
          </a:ln>
        </p:spPr>
      </p:sp>
      <p:sp>
        <p:nvSpPr>
          <p:cNvPr id="40" name="!!circle-1uv"/>
          <p:cNvSpPr/>
          <p:nvPr/>
        </p:nvSpPr>
        <p:spPr>
          <a:xfrm>
            <a:off x="3047479" y="2461787"/>
            <a:ext cx="33528" cy="33528"/>
          </a:xfrm>
          <a:prstGeom prst="ellipse">
            <a:avLst/>
          </a:prstGeom>
          <a:solidFill>
            <a:srgbClr val="627D8D">
              <a:alpha val="28300"/>
            </a:srgbClr>
          </a:solidFill>
          <a:ln>
            <a:noFill/>
          </a:ln>
        </p:spPr>
      </p:sp>
      <p:sp>
        <p:nvSpPr>
          <p:cNvPr id="41" name="!!circle-1uy"/>
          <p:cNvSpPr/>
          <p:nvPr/>
        </p:nvSpPr>
        <p:spPr>
          <a:xfrm>
            <a:off x="6706743" y="2977769"/>
            <a:ext cx="28956" cy="28956"/>
          </a:xfrm>
          <a:prstGeom prst="ellipse">
            <a:avLst/>
          </a:prstGeom>
          <a:solidFill>
            <a:srgbClr val="627D8D">
              <a:alpha val="21800"/>
            </a:srgbClr>
          </a:solidFill>
          <a:ln>
            <a:noFill/>
          </a:ln>
        </p:spPr>
      </p:sp>
      <p:sp>
        <p:nvSpPr>
          <p:cNvPr id="42" name="!!circle-1v1"/>
          <p:cNvSpPr/>
          <p:nvPr/>
        </p:nvSpPr>
        <p:spPr>
          <a:xfrm>
            <a:off x="6954203" y="6739483"/>
            <a:ext cx="45555" cy="45555"/>
          </a:xfrm>
          <a:prstGeom prst="ellipse">
            <a:avLst/>
          </a:prstGeom>
          <a:solidFill>
            <a:srgbClr val="627D8D">
              <a:alpha val="20900"/>
            </a:srgbClr>
          </a:solidFill>
          <a:ln>
            <a:noFill/>
          </a:ln>
        </p:spPr>
      </p:sp>
      <p:sp>
        <p:nvSpPr>
          <p:cNvPr id="43" name="!!circle-1v4"/>
          <p:cNvSpPr/>
          <p:nvPr/>
        </p:nvSpPr>
        <p:spPr>
          <a:xfrm>
            <a:off x="11331810" y="3756647"/>
            <a:ext cx="39484" cy="39484"/>
          </a:xfrm>
          <a:prstGeom prst="ellipse">
            <a:avLst/>
          </a:prstGeom>
          <a:solidFill>
            <a:srgbClr val="627D8D">
              <a:alpha val="13600"/>
            </a:srgbClr>
          </a:solidFill>
          <a:ln>
            <a:noFill/>
          </a:ln>
        </p:spPr>
      </p:sp>
      <p:sp>
        <p:nvSpPr>
          <p:cNvPr id="44" name="!!circle-1v7"/>
          <p:cNvSpPr/>
          <p:nvPr/>
        </p:nvSpPr>
        <p:spPr>
          <a:xfrm>
            <a:off x="7418387" y="5855417"/>
            <a:ext cx="30455" cy="30455"/>
          </a:xfrm>
          <a:prstGeom prst="ellipse">
            <a:avLst/>
          </a:prstGeom>
          <a:solidFill>
            <a:srgbClr val="627D8D">
              <a:alpha val="16500"/>
            </a:srgbClr>
          </a:solidFill>
          <a:ln>
            <a:noFill/>
          </a:ln>
        </p:spPr>
      </p:sp>
      <p:sp>
        <p:nvSpPr>
          <p:cNvPr id="45" name="!!circle-1va"/>
          <p:cNvSpPr/>
          <p:nvPr/>
        </p:nvSpPr>
        <p:spPr>
          <a:xfrm>
            <a:off x="8911978" y="6601302"/>
            <a:ext cx="28257" cy="28257"/>
          </a:xfrm>
          <a:prstGeom prst="ellipse">
            <a:avLst/>
          </a:prstGeom>
          <a:solidFill>
            <a:srgbClr val="627D8D">
              <a:alpha val="15700"/>
            </a:srgbClr>
          </a:solidFill>
          <a:ln>
            <a:noFill/>
          </a:ln>
        </p:spPr>
      </p:sp>
      <p:sp>
        <p:nvSpPr>
          <p:cNvPr id="46" name="!!circle-1vd"/>
          <p:cNvSpPr/>
          <p:nvPr/>
        </p:nvSpPr>
        <p:spPr>
          <a:xfrm>
            <a:off x="11269485" y="5355380"/>
            <a:ext cx="45149" cy="45149"/>
          </a:xfrm>
          <a:prstGeom prst="ellipse">
            <a:avLst/>
          </a:prstGeom>
          <a:solidFill>
            <a:srgbClr val="627D8D">
              <a:alpha val="31200"/>
            </a:srgbClr>
          </a:solidFill>
          <a:ln>
            <a:noFill/>
          </a:ln>
        </p:spPr>
      </p:sp>
      <p:sp>
        <p:nvSpPr>
          <p:cNvPr id="47" name="!!circle-1vg"/>
          <p:cNvSpPr/>
          <p:nvPr/>
        </p:nvSpPr>
        <p:spPr>
          <a:xfrm>
            <a:off x="3430016" y="3677215"/>
            <a:ext cx="30696" cy="30696"/>
          </a:xfrm>
          <a:prstGeom prst="ellipse">
            <a:avLst/>
          </a:prstGeom>
          <a:solidFill>
            <a:srgbClr val="627D8D">
              <a:alpha val="25700"/>
            </a:srgbClr>
          </a:solidFill>
          <a:ln>
            <a:noFill/>
          </a:ln>
        </p:spPr>
      </p:sp>
      <p:sp>
        <p:nvSpPr>
          <p:cNvPr id="48" name="!!circle-1vj"/>
          <p:cNvSpPr/>
          <p:nvPr/>
        </p:nvSpPr>
        <p:spPr>
          <a:xfrm>
            <a:off x="8826887" y="4243572"/>
            <a:ext cx="37401" cy="37401"/>
          </a:xfrm>
          <a:prstGeom prst="ellipse">
            <a:avLst/>
          </a:prstGeom>
          <a:solidFill>
            <a:srgbClr val="627D8D">
              <a:alpha val="16000"/>
            </a:srgbClr>
          </a:solidFill>
          <a:ln>
            <a:noFill/>
          </a:ln>
        </p:spPr>
      </p:sp>
      <p:sp>
        <p:nvSpPr>
          <p:cNvPr id="49" name="!!circle-1vm"/>
          <p:cNvSpPr/>
          <p:nvPr/>
        </p:nvSpPr>
        <p:spPr>
          <a:xfrm>
            <a:off x="1688160" y="4938623"/>
            <a:ext cx="33096" cy="33096"/>
          </a:xfrm>
          <a:prstGeom prst="ellipse">
            <a:avLst/>
          </a:prstGeom>
          <a:solidFill>
            <a:srgbClr val="627D8D">
              <a:alpha val="22300"/>
            </a:srgbClr>
          </a:solidFill>
          <a:ln>
            <a:noFill/>
          </a:ln>
        </p:spPr>
      </p:sp>
      <p:sp>
        <p:nvSpPr>
          <p:cNvPr id="50" name="!!circle-1vp"/>
          <p:cNvSpPr/>
          <p:nvPr/>
        </p:nvSpPr>
        <p:spPr>
          <a:xfrm>
            <a:off x="11608809" y="1040727"/>
            <a:ext cx="21145" cy="21145"/>
          </a:xfrm>
          <a:prstGeom prst="ellipse">
            <a:avLst/>
          </a:prstGeom>
          <a:solidFill>
            <a:srgbClr val="627D8D">
              <a:alpha val="16300"/>
            </a:srgbClr>
          </a:solidFill>
          <a:ln>
            <a:noFill/>
          </a:ln>
        </p:spPr>
      </p:sp>
      <p:sp>
        <p:nvSpPr>
          <p:cNvPr id="51" name="!!circle-1vs"/>
          <p:cNvSpPr/>
          <p:nvPr/>
        </p:nvSpPr>
        <p:spPr>
          <a:xfrm>
            <a:off x="11077779" y="5861482"/>
            <a:ext cx="35281" cy="35281"/>
          </a:xfrm>
          <a:prstGeom prst="ellipse">
            <a:avLst/>
          </a:prstGeom>
          <a:solidFill>
            <a:srgbClr val="627D8D">
              <a:alpha val="30000"/>
            </a:srgbClr>
          </a:solidFill>
          <a:ln>
            <a:noFill/>
          </a:ln>
        </p:spPr>
      </p:sp>
      <p:sp>
        <p:nvSpPr>
          <p:cNvPr id="52" name="!!rect-9jb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</p:spTree>
  </p:cSld>
  <p:clrMapOvr>
    <a:masterClrMapping/>
  </p:clrMapOvr>
  <p:transition advTm="1800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2.1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rect-1q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7"/>
          </a:solidFill>
          <a:ln>
            <a:noFill/>
          </a:ln>
        </p:spPr>
      </p:sp>
      <p:sp>
        <p:nvSpPr>
          <p:cNvPr id="3" name="!!ellipse-1q2"/>
          <p:cNvSpPr/>
          <p:nvPr/>
        </p:nvSpPr>
        <p:spPr>
          <a:xfrm>
            <a:off x="-889000" y="-952500"/>
            <a:ext cx="13970000" cy="7874000"/>
          </a:xfrm>
          <a:prstGeom prst="ellipse">
            <a:avLst/>
          </a:prstGeom>
          <a:gradFill rotWithShape="1">
            <a:gsLst>
              <a:gs pos="0">
                <a:srgbClr val="FFFFFF">
                  <a:alpha val="95000"/>
                </a:srgbClr>
              </a:gs>
              <a:gs pos="40865">
                <a:srgbClr val="FFFFFF">
                  <a:alpha val="35000"/>
                </a:srgbClr>
              </a:gs>
              <a:gs pos="68108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!!rect-1q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P1"/>
            <a:srcRect/>
            <a:tile tx="206038" ty="213271" sx="16667" sy="16667" flip="none" algn="tl"/>
          </a:blipFill>
          <a:ln>
            <a:noFill/>
          </a:ln>
        </p:spPr>
      </p:sp>
      <p:sp>
        <p:nvSpPr>
          <p:cNvPr id="5" name="!!circle-1qb"/>
          <p:cNvSpPr/>
          <p:nvPr/>
        </p:nvSpPr>
        <p:spPr>
          <a:xfrm>
            <a:off x="1186007" y="4227912"/>
            <a:ext cx="2046732" cy="2046732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" name="!!circle-1qg"/>
          <p:cNvSpPr/>
          <p:nvPr/>
        </p:nvSpPr>
        <p:spPr>
          <a:xfrm>
            <a:off x="4048326" y="6033217"/>
            <a:ext cx="1987309" cy="1987309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7" name="!!circle-1rf"/>
          <p:cNvSpPr/>
          <p:nvPr/>
        </p:nvSpPr>
        <p:spPr>
          <a:xfrm>
            <a:off x="2117463" y="5068715"/>
            <a:ext cx="1614653" cy="1614653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8" name="!!circle-1ro"/>
          <p:cNvSpPr/>
          <p:nvPr/>
        </p:nvSpPr>
        <p:spPr>
          <a:xfrm>
            <a:off x="6665218" y="6179648"/>
            <a:ext cx="1641335" cy="1641335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9" name="!!circle-1rq"/>
          <p:cNvSpPr/>
          <p:nvPr/>
        </p:nvSpPr>
        <p:spPr>
          <a:xfrm>
            <a:off x="366006" y="2737612"/>
            <a:ext cx="1404252" cy="1404252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0" name="!!circle-1sg"/>
          <p:cNvSpPr/>
          <p:nvPr/>
        </p:nvSpPr>
        <p:spPr>
          <a:xfrm>
            <a:off x="386269" y="2077675"/>
            <a:ext cx="1615783" cy="1615783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1" name="!!rect-1sh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5F7">
                  <a:alpha val="0"/>
                </a:srgbClr>
              </a:gs>
              <a:gs pos="20428">
                <a:srgbClr val="F3F5F7">
                  <a:alpha val="0"/>
                </a:srgbClr>
              </a:gs>
              <a:gs pos="66730">
                <a:srgbClr val="F3F5F7"/>
              </a:gs>
              <a:gs pos="100000">
                <a:srgbClr val="F3F5F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2" name="!!circle-1sj"/>
          <p:cNvSpPr/>
          <p:nvPr/>
        </p:nvSpPr>
        <p:spPr>
          <a:xfrm>
            <a:off x="117672" y="399668"/>
            <a:ext cx="50038" cy="50038"/>
          </a:xfrm>
          <a:prstGeom prst="ellipse">
            <a:avLst/>
          </a:prstGeom>
          <a:solidFill>
            <a:srgbClr val="627D8D">
              <a:alpha val="25400"/>
            </a:srgbClr>
          </a:solidFill>
          <a:ln>
            <a:noFill/>
          </a:ln>
        </p:spPr>
      </p:sp>
      <p:sp>
        <p:nvSpPr>
          <p:cNvPr id="13" name="!!circle-1sm"/>
          <p:cNvSpPr/>
          <p:nvPr/>
        </p:nvSpPr>
        <p:spPr>
          <a:xfrm>
            <a:off x="5666238" y="1627224"/>
            <a:ext cx="36055" cy="36055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14" name="!!circle-1sp"/>
          <p:cNvSpPr/>
          <p:nvPr/>
        </p:nvSpPr>
        <p:spPr>
          <a:xfrm>
            <a:off x="9303643" y="3542895"/>
            <a:ext cx="24295" cy="24295"/>
          </a:xfrm>
          <a:prstGeom prst="ellipse">
            <a:avLst/>
          </a:prstGeom>
          <a:solidFill>
            <a:srgbClr val="627D8D">
              <a:alpha val="18100"/>
            </a:srgbClr>
          </a:solidFill>
          <a:ln>
            <a:noFill/>
          </a:ln>
        </p:spPr>
      </p:sp>
      <p:sp>
        <p:nvSpPr>
          <p:cNvPr id="15" name="!!circle-1ss"/>
          <p:cNvSpPr/>
          <p:nvPr/>
        </p:nvSpPr>
        <p:spPr>
          <a:xfrm>
            <a:off x="3599832" y="6693640"/>
            <a:ext cx="25959" cy="25959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16" name="!!circle-1sv"/>
          <p:cNvSpPr/>
          <p:nvPr/>
        </p:nvSpPr>
        <p:spPr>
          <a:xfrm>
            <a:off x="1867538" y="1977296"/>
            <a:ext cx="35878" cy="35878"/>
          </a:xfrm>
          <a:prstGeom prst="ellipse">
            <a:avLst/>
          </a:prstGeom>
          <a:solidFill>
            <a:srgbClr val="627D8D">
              <a:alpha val="26800"/>
            </a:srgbClr>
          </a:solidFill>
          <a:ln>
            <a:noFill/>
          </a:ln>
        </p:spPr>
      </p:sp>
      <p:sp>
        <p:nvSpPr>
          <p:cNvPr id="17" name="!!circle-1sy"/>
          <p:cNvSpPr/>
          <p:nvPr/>
        </p:nvSpPr>
        <p:spPr>
          <a:xfrm>
            <a:off x="6730782" y="4242737"/>
            <a:ext cx="40234" cy="40234"/>
          </a:xfrm>
          <a:prstGeom prst="ellipse">
            <a:avLst/>
          </a:prstGeom>
          <a:solidFill>
            <a:srgbClr val="627D8D">
              <a:alpha val="31300"/>
            </a:srgbClr>
          </a:solidFill>
          <a:ln>
            <a:noFill/>
          </a:ln>
        </p:spPr>
      </p:sp>
      <p:sp>
        <p:nvSpPr>
          <p:cNvPr id="18" name="!!circle-1t1"/>
          <p:cNvSpPr/>
          <p:nvPr/>
        </p:nvSpPr>
        <p:spPr>
          <a:xfrm>
            <a:off x="10078607" y="262197"/>
            <a:ext cx="23559" cy="23559"/>
          </a:xfrm>
          <a:prstGeom prst="ellipse">
            <a:avLst/>
          </a:prstGeom>
          <a:solidFill>
            <a:srgbClr val="627D8D">
              <a:alpha val="17900"/>
            </a:srgbClr>
          </a:solidFill>
          <a:ln>
            <a:noFill/>
          </a:ln>
        </p:spPr>
      </p:sp>
      <p:sp>
        <p:nvSpPr>
          <p:cNvPr id="19" name="!!circle-1t4"/>
          <p:cNvSpPr/>
          <p:nvPr/>
        </p:nvSpPr>
        <p:spPr>
          <a:xfrm>
            <a:off x="1059270" y="5251863"/>
            <a:ext cx="29959" cy="29959"/>
          </a:xfrm>
          <a:prstGeom prst="ellipse">
            <a:avLst/>
          </a:prstGeom>
          <a:solidFill>
            <a:srgbClr val="627D8D">
              <a:alpha val="19400"/>
            </a:srgbClr>
          </a:solidFill>
          <a:ln>
            <a:noFill/>
          </a:ln>
        </p:spPr>
      </p:sp>
      <p:sp>
        <p:nvSpPr>
          <p:cNvPr id="20" name="!!circle-1t7"/>
          <p:cNvSpPr/>
          <p:nvPr/>
        </p:nvSpPr>
        <p:spPr>
          <a:xfrm>
            <a:off x="8560006" y="4705868"/>
            <a:ext cx="28702" cy="28702"/>
          </a:xfrm>
          <a:prstGeom prst="ellipse">
            <a:avLst/>
          </a:prstGeom>
          <a:solidFill>
            <a:srgbClr val="627D8D">
              <a:alpha val="17800"/>
            </a:srgbClr>
          </a:solidFill>
          <a:ln>
            <a:noFill/>
          </a:ln>
        </p:spPr>
      </p:sp>
      <p:sp>
        <p:nvSpPr>
          <p:cNvPr id="21" name="!!circle-1ta"/>
          <p:cNvSpPr/>
          <p:nvPr/>
        </p:nvSpPr>
        <p:spPr>
          <a:xfrm>
            <a:off x="11119629" y="2198995"/>
            <a:ext cx="24066" cy="24066"/>
          </a:xfrm>
          <a:prstGeom prst="ellipse">
            <a:avLst/>
          </a:prstGeom>
          <a:solidFill>
            <a:srgbClr val="627D8D">
              <a:alpha val="23900"/>
            </a:srgbClr>
          </a:solidFill>
          <a:ln>
            <a:noFill/>
          </a:ln>
        </p:spPr>
      </p:sp>
      <p:sp>
        <p:nvSpPr>
          <p:cNvPr id="22" name="!!circle-1td"/>
          <p:cNvSpPr/>
          <p:nvPr/>
        </p:nvSpPr>
        <p:spPr>
          <a:xfrm>
            <a:off x="8324543" y="6300580"/>
            <a:ext cx="35865" cy="35865"/>
          </a:xfrm>
          <a:prstGeom prst="ellipse">
            <a:avLst/>
          </a:prstGeom>
          <a:solidFill>
            <a:srgbClr val="627D8D">
              <a:alpha val="28200"/>
            </a:srgbClr>
          </a:solidFill>
          <a:ln>
            <a:noFill/>
          </a:ln>
        </p:spPr>
      </p:sp>
      <p:sp>
        <p:nvSpPr>
          <p:cNvPr id="23" name="!!circle-1tg"/>
          <p:cNvSpPr/>
          <p:nvPr/>
        </p:nvSpPr>
        <p:spPr>
          <a:xfrm>
            <a:off x="1407401" y="3614305"/>
            <a:ext cx="39218" cy="39218"/>
          </a:xfrm>
          <a:prstGeom prst="ellipse">
            <a:avLst/>
          </a:prstGeom>
          <a:solidFill>
            <a:srgbClr val="627D8D">
              <a:alpha val="29600"/>
            </a:srgbClr>
          </a:solidFill>
          <a:ln>
            <a:noFill/>
          </a:ln>
        </p:spPr>
      </p:sp>
      <p:sp>
        <p:nvSpPr>
          <p:cNvPr id="24" name="!!circle-1tj"/>
          <p:cNvSpPr/>
          <p:nvPr/>
        </p:nvSpPr>
        <p:spPr>
          <a:xfrm>
            <a:off x="7219975" y="6585056"/>
            <a:ext cx="49733" cy="49733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5" name="!!circle-1tm"/>
          <p:cNvSpPr/>
          <p:nvPr/>
        </p:nvSpPr>
        <p:spPr>
          <a:xfrm>
            <a:off x="6271183" y="2228680"/>
            <a:ext cx="41694" cy="41694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6" name="!!circle-1tp"/>
          <p:cNvSpPr/>
          <p:nvPr/>
        </p:nvSpPr>
        <p:spPr>
          <a:xfrm>
            <a:off x="6781705" y="5628957"/>
            <a:ext cx="31979" cy="31979"/>
          </a:xfrm>
          <a:prstGeom prst="ellipse">
            <a:avLst/>
          </a:prstGeom>
          <a:solidFill>
            <a:srgbClr val="627D8D">
              <a:alpha val="24100"/>
            </a:srgbClr>
          </a:solidFill>
          <a:ln>
            <a:noFill/>
          </a:ln>
        </p:spPr>
      </p:sp>
      <p:sp>
        <p:nvSpPr>
          <p:cNvPr id="27" name="!!circle-1ts"/>
          <p:cNvSpPr/>
          <p:nvPr/>
        </p:nvSpPr>
        <p:spPr>
          <a:xfrm>
            <a:off x="3799585" y="1614840"/>
            <a:ext cx="18085" cy="18085"/>
          </a:xfrm>
          <a:prstGeom prst="ellipse">
            <a:avLst/>
          </a:prstGeom>
          <a:solidFill>
            <a:srgbClr val="627D8D">
              <a:alpha val="10500"/>
            </a:srgbClr>
          </a:solidFill>
          <a:ln>
            <a:noFill/>
          </a:ln>
        </p:spPr>
      </p:sp>
      <p:sp>
        <p:nvSpPr>
          <p:cNvPr id="28" name="!!circle-1tv"/>
          <p:cNvSpPr/>
          <p:nvPr/>
        </p:nvSpPr>
        <p:spPr>
          <a:xfrm>
            <a:off x="7669252" y="79380"/>
            <a:ext cx="38214" cy="38214"/>
          </a:xfrm>
          <a:prstGeom prst="ellipse">
            <a:avLst/>
          </a:prstGeom>
          <a:solidFill>
            <a:srgbClr val="627D8D">
              <a:alpha val="23100"/>
            </a:srgbClr>
          </a:solidFill>
          <a:ln>
            <a:noFill/>
          </a:ln>
        </p:spPr>
      </p:sp>
      <p:sp>
        <p:nvSpPr>
          <p:cNvPr id="29" name="!!circle-1ty"/>
          <p:cNvSpPr/>
          <p:nvPr/>
        </p:nvSpPr>
        <p:spPr>
          <a:xfrm>
            <a:off x="3369766" y="6744003"/>
            <a:ext cx="39243" cy="39243"/>
          </a:xfrm>
          <a:prstGeom prst="ellipse">
            <a:avLst/>
          </a:prstGeom>
          <a:solidFill>
            <a:srgbClr val="627D8D">
              <a:alpha val="27700"/>
            </a:srgbClr>
          </a:solidFill>
          <a:ln>
            <a:noFill/>
          </a:ln>
        </p:spPr>
      </p:sp>
      <p:sp>
        <p:nvSpPr>
          <p:cNvPr id="30" name="!!circle-1u1"/>
          <p:cNvSpPr/>
          <p:nvPr/>
        </p:nvSpPr>
        <p:spPr>
          <a:xfrm>
            <a:off x="1678196" y="6800829"/>
            <a:ext cx="34519" cy="34519"/>
          </a:xfrm>
          <a:prstGeom prst="ellipse">
            <a:avLst/>
          </a:prstGeom>
          <a:solidFill>
            <a:srgbClr val="627D8D">
              <a:alpha val="22500"/>
            </a:srgbClr>
          </a:solidFill>
          <a:ln>
            <a:noFill/>
          </a:ln>
        </p:spPr>
      </p:sp>
      <p:sp>
        <p:nvSpPr>
          <p:cNvPr id="31" name="!!circle-1u4"/>
          <p:cNvSpPr/>
          <p:nvPr/>
        </p:nvSpPr>
        <p:spPr>
          <a:xfrm>
            <a:off x="2545430" y="5555902"/>
            <a:ext cx="46228" cy="46228"/>
          </a:xfrm>
          <a:prstGeom prst="ellipse">
            <a:avLst/>
          </a:prstGeom>
          <a:solidFill>
            <a:srgbClr val="627D8D">
              <a:alpha val="26200"/>
            </a:srgbClr>
          </a:solidFill>
          <a:ln>
            <a:noFill/>
          </a:ln>
        </p:spPr>
      </p:sp>
      <p:sp>
        <p:nvSpPr>
          <p:cNvPr id="32" name="!!circle-1u7"/>
          <p:cNvSpPr/>
          <p:nvPr/>
        </p:nvSpPr>
        <p:spPr>
          <a:xfrm>
            <a:off x="7404054" y="5025802"/>
            <a:ext cx="49327" cy="49327"/>
          </a:xfrm>
          <a:prstGeom prst="ellipse">
            <a:avLst/>
          </a:prstGeom>
          <a:solidFill>
            <a:srgbClr val="627D8D">
              <a:alpha val="20800"/>
            </a:srgbClr>
          </a:solidFill>
          <a:ln>
            <a:noFill/>
          </a:ln>
        </p:spPr>
      </p:sp>
      <p:sp>
        <p:nvSpPr>
          <p:cNvPr id="33" name="!!circle-1ua"/>
          <p:cNvSpPr/>
          <p:nvPr/>
        </p:nvSpPr>
        <p:spPr>
          <a:xfrm>
            <a:off x="9688928" y="5843941"/>
            <a:ext cx="24054" cy="24054"/>
          </a:xfrm>
          <a:prstGeom prst="ellipse">
            <a:avLst/>
          </a:prstGeom>
          <a:solidFill>
            <a:srgbClr val="627D8D">
              <a:alpha val="22200"/>
            </a:srgbClr>
          </a:solidFill>
          <a:ln>
            <a:noFill/>
          </a:ln>
        </p:spPr>
      </p:sp>
      <p:sp>
        <p:nvSpPr>
          <p:cNvPr id="34" name="!!circle-1ud"/>
          <p:cNvSpPr/>
          <p:nvPr/>
        </p:nvSpPr>
        <p:spPr>
          <a:xfrm>
            <a:off x="2180868" y="1702570"/>
            <a:ext cx="32271" cy="32271"/>
          </a:xfrm>
          <a:prstGeom prst="ellipse">
            <a:avLst/>
          </a:prstGeom>
          <a:solidFill>
            <a:srgbClr val="627D8D">
              <a:alpha val="20500"/>
            </a:srgbClr>
          </a:solidFill>
          <a:ln>
            <a:noFill/>
          </a:ln>
        </p:spPr>
      </p:sp>
      <p:sp>
        <p:nvSpPr>
          <p:cNvPr id="35" name="!!circle-1ug"/>
          <p:cNvSpPr/>
          <p:nvPr/>
        </p:nvSpPr>
        <p:spPr>
          <a:xfrm>
            <a:off x="2100358" y="154311"/>
            <a:ext cx="21323" cy="21323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36" name="!!circle-1uj"/>
          <p:cNvSpPr/>
          <p:nvPr/>
        </p:nvSpPr>
        <p:spPr>
          <a:xfrm>
            <a:off x="2109807" y="2760435"/>
            <a:ext cx="34252" cy="34252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37" name="!!circle-1um"/>
          <p:cNvSpPr/>
          <p:nvPr/>
        </p:nvSpPr>
        <p:spPr>
          <a:xfrm>
            <a:off x="9628176" y="4851822"/>
            <a:ext cx="44196" cy="44196"/>
          </a:xfrm>
          <a:prstGeom prst="ellipse">
            <a:avLst/>
          </a:prstGeom>
          <a:solidFill>
            <a:srgbClr val="627D8D">
              <a:alpha val="21700"/>
            </a:srgbClr>
          </a:solidFill>
          <a:ln>
            <a:noFill/>
          </a:ln>
        </p:spPr>
      </p:sp>
      <p:sp>
        <p:nvSpPr>
          <p:cNvPr id="38" name="!!circle-1up"/>
          <p:cNvSpPr/>
          <p:nvPr/>
        </p:nvSpPr>
        <p:spPr>
          <a:xfrm>
            <a:off x="6842035" y="1989265"/>
            <a:ext cx="35192" cy="35192"/>
          </a:xfrm>
          <a:prstGeom prst="ellipse">
            <a:avLst/>
          </a:prstGeom>
          <a:solidFill>
            <a:srgbClr val="627D8D">
              <a:alpha val="27100"/>
            </a:srgbClr>
          </a:solidFill>
          <a:ln>
            <a:noFill/>
          </a:ln>
        </p:spPr>
      </p:sp>
      <p:sp>
        <p:nvSpPr>
          <p:cNvPr id="39" name="!!circle-1us"/>
          <p:cNvSpPr/>
          <p:nvPr/>
        </p:nvSpPr>
        <p:spPr>
          <a:xfrm>
            <a:off x="10059242" y="5652273"/>
            <a:ext cx="43358" cy="43358"/>
          </a:xfrm>
          <a:prstGeom prst="ellipse">
            <a:avLst/>
          </a:prstGeom>
          <a:solidFill>
            <a:srgbClr val="627D8D">
              <a:alpha val="19500"/>
            </a:srgbClr>
          </a:solidFill>
          <a:ln>
            <a:noFill/>
          </a:ln>
        </p:spPr>
      </p:sp>
      <p:sp>
        <p:nvSpPr>
          <p:cNvPr id="40" name="!!circle-1uv"/>
          <p:cNvSpPr/>
          <p:nvPr/>
        </p:nvSpPr>
        <p:spPr>
          <a:xfrm>
            <a:off x="3047541" y="2461595"/>
            <a:ext cx="33528" cy="33528"/>
          </a:xfrm>
          <a:prstGeom prst="ellipse">
            <a:avLst/>
          </a:prstGeom>
          <a:solidFill>
            <a:srgbClr val="627D8D">
              <a:alpha val="28300"/>
            </a:srgbClr>
          </a:solidFill>
          <a:ln>
            <a:noFill/>
          </a:ln>
        </p:spPr>
      </p:sp>
      <p:sp>
        <p:nvSpPr>
          <p:cNvPr id="41" name="!!circle-1uy"/>
          <p:cNvSpPr/>
          <p:nvPr/>
        </p:nvSpPr>
        <p:spPr>
          <a:xfrm>
            <a:off x="6706793" y="2977605"/>
            <a:ext cx="28956" cy="28956"/>
          </a:xfrm>
          <a:prstGeom prst="ellipse">
            <a:avLst/>
          </a:prstGeom>
          <a:solidFill>
            <a:srgbClr val="627D8D">
              <a:alpha val="21800"/>
            </a:srgbClr>
          </a:solidFill>
          <a:ln>
            <a:noFill/>
          </a:ln>
        </p:spPr>
      </p:sp>
      <p:sp>
        <p:nvSpPr>
          <p:cNvPr id="42" name="!!circle-1v1"/>
          <p:cNvSpPr/>
          <p:nvPr/>
        </p:nvSpPr>
        <p:spPr>
          <a:xfrm>
            <a:off x="6954229" y="6739282"/>
            <a:ext cx="45555" cy="45555"/>
          </a:xfrm>
          <a:prstGeom prst="ellipse">
            <a:avLst/>
          </a:prstGeom>
          <a:solidFill>
            <a:srgbClr val="627D8D">
              <a:alpha val="20900"/>
            </a:srgbClr>
          </a:solidFill>
          <a:ln>
            <a:noFill/>
          </a:ln>
        </p:spPr>
      </p:sp>
      <p:sp>
        <p:nvSpPr>
          <p:cNvPr id="43" name="!!circle-1v4"/>
          <p:cNvSpPr/>
          <p:nvPr/>
        </p:nvSpPr>
        <p:spPr>
          <a:xfrm>
            <a:off x="11331796" y="3756379"/>
            <a:ext cx="39484" cy="39484"/>
          </a:xfrm>
          <a:prstGeom prst="ellipse">
            <a:avLst/>
          </a:prstGeom>
          <a:solidFill>
            <a:srgbClr val="627D8D">
              <a:alpha val="13600"/>
            </a:srgbClr>
          </a:solidFill>
          <a:ln>
            <a:noFill/>
          </a:ln>
        </p:spPr>
      </p:sp>
      <p:sp>
        <p:nvSpPr>
          <p:cNvPr id="44" name="!!circle-1v7"/>
          <p:cNvSpPr/>
          <p:nvPr/>
        </p:nvSpPr>
        <p:spPr>
          <a:xfrm>
            <a:off x="7418411" y="5855307"/>
            <a:ext cx="30455" cy="30455"/>
          </a:xfrm>
          <a:prstGeom prst="ellipse">
            <a:avLst/>
          </a:prstGeom>
          <a:solidFill>
            <a:srgbClr val="627D8D">
              <a:alpha val="16500"/>
            </a:srgbClr>
          </a:solidFill>
          <a:ln>
            <a:noFill/>
          </a:ln>
        </p:spPr>
      </p:sp>
      <p:sp>
        <p:nvSpPr>
          <p:cNvPr id="45" name="!!circle-1va"/>
          <p:cNvSpPr/>
          <p:nvPr/>
        </p:nvSpPr>
        <p:spPr>
          <a:xfrm>
            <a:off x="8912006" y="6601197"/>
            <a:ext cx="28257" cy="28257"/>
          </a:xfrm>
          <a:prstGeom prst="ellipse">
            <a:avLst/>
          </a:prstGeom>
          <a:solidFill>
            <a:srgbClr val="627D8D">
              <a:alpha val="15700"/>
            </a:srgbClr>
          </a:solidFill>
          <a:ln>
            <a:noFill/>
          </a:ln>
        </p:spPr>
      </p:sp>
      <p:sp>
        <p:nvSpPr>
          <p:cNvPr id="46" name="!!circle-1vd"/>
          <p:cNvSpPr/>
          <p:nvPr/>
        </p:nvSpPr>
        <p:spPr>
          <a:xfrm>
            <a:off x="11269547" y="5355234"/>
            <a:ext cx="45149" cy="45149"/>
          </a:xfrm>
          <a:prstGeom prst="ellipse">
            <a:avLst/>
          </a:prstGeom>
          <a:solidFill>
            <a:srgbClr val="627D8D">
              <a:alpha val="31200"/>
            </a:srgbClr>
          </a:solidFill>
          <a:ln>
            <a:noFill/>
          </a:ln>
        </p:spPr>
      </p:sp>
      <p:sp>
        <p:nvSpPr>
          <p:cNvPr id="47" name="!!circle-1vg"/>
          <p:cNvSpPr/>
          <p:nvPr/>
        </p:nvSpPr>
        <p:spPr>
          <a:xfrm>
            <a:off x="3430032" y="3676930"/>
            <a:ext cx="30696" cy="30696"/>
          </a:xfrm>
          <a:prstGeom prst="ellipse">
            <a:avLst/>
          </a:prstGeom>
          <a:solidFill>
            <a:srgbClr val="627D8D">
              <a:alpha val="25700"/>
            </a:srgbClr>
          </a:solidFill>
          <a:ln>
            <a:noFill/>
          </a:ln>
        </p:spPr>
      </p:sp>
      <p:sp>
        <p:nvSpPr>
          <p:cNvPr id="48" name="!!circle-1vj"/>
          <p:cNvSpPr/>
          <p:nvPr/>
        </p:nvSpPr>
        <p:spPr>
          <a:xfrm>
            <a:off x="8826885" y="4243268"/>
            <a:ext cx="37401" cy="37401"/>
          </a:xfrm>
          <a:prstGeom prst="ellipse">
            <a:avLst/>
          </a:prstGeom>
          <a:solidFill>
            <a:srgbClr val="627D8D">
              <a:alpha val="16000"/>
            </a:srgbClr>
          </a:solidFill>
          <a:ln>
            <a:noFill/>
          </a:ln>
        </p:spPr>
      </p:sp>
      <p:sp>
        <p:nvSpPr>
          <p:cNvPr id="49" name="!!circle-1vm"/>
          <p:cNvSpPr/>
          <p:nvPr/>
        </p:nvSpPr>
        <p:spPr>
          <a:xfrm>
            <a:off x="1688211" y="4938393"/>
            <a:ext cx="33096" cy="33096"/>
          </a:xfrm>
          <a:prstGeom prst="ellipse">
            <a:avLst/>
          </a:prstGeom>
          <a:solidFill>
            <a:srgbClr val="627D8D">
              <a:alpha val="22300"/>
            </a:srgbClr>
          </a:solidFill>
          <a:ln>
            <a:noFill/>
          </a:ln>
        </p:spPr>
      </p:sp>
      <p:sp>
        <p:nvSpPr>
          <p:cNvPr id="50" name="!!circle-1vp"/>
          <p:cNvSpPr/>
          <p:nvPr/>
        </p:nvSpPr>
        <p:spPr>
          <a:xfrm>
            <a:off x="11608795" y="1040503"/>
            <a:ext cx="21145" cy="21145"/>
          </a:xfrm>
          <a:prstGeom prst="ellipse">
            <a:avLst/>
          </a:prstGeom>
          <a:solidFill>
            <a:srgbClr val="627D8D">
              <a:alpha val="16300"/>
            </a:srgbClr>
          </a:solidFill>
          <a:ln>
            <a:noFill/>
          </a:ln>
        </p:spPr>
      </p:sp>
      <p:sp>
        <p:nvSpPr>
          <p:cNvPr id="51" name="!!circle-1vs"/>
          <p:cNvSpPr/>
          <p:nvPr/>
        </p:nvSpPr>
        <p:spPr>
          <a:xfrm>
            <a:off x="11077778" y="5861322"/>
            <a:ext cx="35281" cy="35281"/>
          </a:xfrm>
          <a:prstGeom prst="ellipse">
            <a:avLst/>
          </a:prstGeom>
          <a:solidFill>
            <a:srgbClr val="627D8D">
              <a:alpha val="30000"/>
            </a:srgbClr>
          </a:solidFill>
          <a:ln>
            <a:noFill/>
          </a:ln>
        </p:spPr>
      </p:sp>
      <p:sp>
        <p:nvSpPr>
          <p:cNvPr id="52" name="!!text-1w2" descr="二手書交易，難在哪裡？"/>
          <p:cNvSpPr txBox="1"/>
          <p:nvPr/>
        </p:nvSpPr>
        <p:spPr>
          <a:xfrm>
            <a:off x="3685214" y="2769719"/>
            <a:ext cx="4959069" cy="66365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3609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二手書交</a:t>
            </a:r>
            <a:r>
              <a:rPr lang="zh-TW" altLang="en-US" sz="3609" kern="0" spc="-1083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易</a:t>
            </a:r>
            <a:r>
              <a:rPr lang="zh-TW" altLang="en-US" sz="3609" kern="0" spc="-65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，</a:t>
            </a:r>
            <a:r>
              <a:rPr lang="zh-TW" altLang="en-US" sz="3609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難在哪裡？</a:t>
            </a:r>
            <a:endParaRPr lang="zh-TW" sz="3609"/>
          </a:p>
        </p:txBody>
      </p:sp>
      <p:sp>
        <p:nvSpPr>
          <p:cNvPr id="53" name="!!text-1xq" descr="本專題回收 498 份有效問卷，整理出使用者真正的困擾。"/>
          <p:cNvSpPr txBox="1"/>
          <p:nvPr/>
        </p:nvSpPr>
        <p:spPr>
          <a:xfrm>
            <a:off x="3693617" y="3614564"/>
            <a:ext cx="4862057" cy="2765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504" kern="0" dirty="0">
                <a:solidFill>
                  <a:srgbClr val="3F4A54"/>
                </a:solidFill>
                <a:latin typeface="Noto Sans TC Medium"/>
                <a:ea typeface="Noto Sans TC Medium"/>
                <a:cs typeface="Noto Sans TC Medium"/>
              </a:rPr>
              <a:t>本專題回收 498 份有效問卷，整理出使用者真正的困擾。</a:t>
            </a:r>
            <a:endParaRPr lang="zh-TW" sz="1504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fast" p14:dur="300" advTm="700">
        <p159:morph option="byObject"/>
      </p:transition>
    </mc:Choice>
    <mc:Fallback>
      <p:transition spd="fast" advTm="7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5.8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rect-1q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7"/>
          </a:solidFill>
          <a:ln>
            <a:noFill/>
          </a:ln>
        </p:spPr>
      </p:sp>
      <p:sp>
        <p:nvSpPr>
          <p:cNvPr id="3" name="!!ellipse-1q2"/>
          <p:cNvSpPr/>
          <p:nvPr/>
        </p:nvSpPr>
        <p:spPr>
          <a:xfrm>
            <a:off x="-889000" y="-952500"/>
            <a:ext cx="13970000" cy="7874000"/>
          </a:xfrm>
          <a:prstGeom prst="ellipse">
            <a:avLst/>
          </a:prstGeom>
          <a:gradFill rotWithShape="1">
            <a:gsLst>
              <a:gs pos="0">
                <a:srgbClr val="FFFFFF">
                  <a:alpha val="95000"/>
                </a:srgbClr>
              </a:gs>
              <a:gs pos="40865">
                <a:srgbClr val="FFFFFF">
                  <a:alpha val="35000"/>
                </a:srgbClr>
              </a:gs>
              <a:gs pos="68108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!!rect-1q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P1"/>
            <a:srcRect/>
            <a:tile tx="144988" ty="196989" sx="16667" sy="16667" flip="none" algn="tl"/>
          </a:blipFill>
          <a:ln>
            <a:noFill/>
          </a:ln>
        </p:spPr>
      </p:sp>
      <p:sp>
        <p:nvSpPr>
          <p:cNvPr id="5" name="!!circle-1qb"/>
          <p:cNvSpPr/>
          <p:nvPr/>
        </p:nvSpPr>
        <p:spPr>
          <a:xfrm>
            <a:off x="1016421" y="4182687"/>
            <a:ext cx="2046732" cy="2046732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" name="!!circle-1qg"/>
          <p:cNvSpPr/>
          <p:nvPr/>
        </p:nvSpPr>
        <p:spPr>
          <a:xfrm>
            <a:off x="3878741" y="5987992"/>
            <a:ext cx="1987309" cy="1987309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7" name="!!circle-1rf"/>
          <p:cNvSpPr/>
          <p:nvPr/>
        </p:nvSpPr>
        <p:spPr>
          <a:xfrm>
            <a:off x="1947878" y="5023490"/>
            <a:ext cx="1614653" cy="1614653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8" name="!!circle-1ro"/>
          <p:cNvSpPr/>
          <p:nvPr/>
        </p:nvSpPr>
        <p:spPr>
          <a:xfrm>
            <a:off x="6495633" y="6134423"/>
            <a:ext cx="1641335" cy="1641335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9" name="!!circle-1rq"/>
          <p:cNvSpPr/>
          <p:nvPr/>
        </p:nvSpPr>
        <p:spPr>
          <a:xfrm>
            <a:off x="196420" y="2692386"/>
            <a:ext cx="1404252" cy="1404252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0" name="!!circle-1sg"/>
          <p:cNvSpPr/>
          <p:nvPr/>
        </p:nvSpPr>
        <p:spPr>
          <a:xfrm>
            <a:off x="216683" y="2032450"/>
            <a:ext cx="1615783" cy="1615783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1" name="!!rect-1sh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5F7">
                  <a:alpha val="0"/>
                </a:srgbClr>
              </a:gs>
              <a:gs pos="20428">
                <a:srgbClr val="F3F5F7">
                  <a:alpha val="0"/>
                </a:srgbClr>
              </a:gs>
              <a:gs pos="66730">
                <a:srgbClr val="F3F5F7"/>
              </a:gs>
              <a:gs pos="100000">
                <a:srgbClr val="F3F5F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2" name="!!circle-1sj"/>
          <p:cNvSpPr/>
          <p:nvPr/>
        </p:nvSpPr>
        <p:spPr>
          <a:xfrm>
            <a:off x="117591" y="398193"/>
            <a:ext cx="50038" cy="50038"/>
          </a:xfrm>
          <a:prstGeom prst="ellipse">
            <a:avLst/>
          </a:prstGeom>
          <a:solidFill>
            <a:srgbClr val="627D8D">
              <a:alpha val="25400"/>
            </a:srgbClr>
          </a:solidFill>
          <a:ln>
            <a:noFill/>
          </a:ln>
        </p:spPr>
      </p:sp>
      <p:sp>
        <p:nvSpPr>
          <p:cNvPr id="13" name="!!circle-1sm"/>
          <p:cNvSpPr/>
          <p:nvPr/>
        </p:nvSpPr>
        <p:spPr>
          <a:xfrm>
            <a:off x="5665941" y="1626203"/>
            <a:ext cx="36055" cy="36055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14" name="!!circle-1sp"/>
          <p:cNvSpPr/>
          <p:nvPr/>
        </p:nvSpPr>
        <p:spPr>
          <a:xfrm>
            <a:off x="9303673" y="3541814"/>
            <a:ext cx="24295" cy="24295"/>
          </a:xfrm>
          <a:prstGeom prst="ellipse">
            <a:avLst/>
          </a:prstGeom>
          <a:solidFill>
            <a:srgbClr val="627D8D">
              <a:alpha val="18100"/>
            </a:srgbClr>
          </a:solidFill>
          <a:ln>
            <a:noFill/>
          </a:ln>
        </p:spPr>
      </p:sp>
      <p:sp>
        <p:nvSpPr>
          <p:cNvPr id="15" name="!!circle-1ss"/>
          <p:cNvSpPr/>
          <p:nvPr/>
        </p:nvSpPr>
        <p:spPr>
          <a:xfrm>
            <a:off x="3599524" y="6692735"/>
            <a:ext cx="25959" cy="25959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16" name="!!circle-1sv"/>
          <p:cNvSpPr/>
          <p:nvPr/>
        </p:nvSpPr>
        <p:spPr>
          <a:xfrm>
            <a:off x="1867894" y="1976592"/>
            <a:ext cx="35878" cy="35878"/>
          </a:xfrm>
          <a:prstGeom prst="ellipse">
            <a:avLst/>
          </a:prstGeom>
          <a:solidFill>
            <a:srgbClr val="627D8D">
              <a:alpha val="26800"/>
            </a:srgbClr>
          </a:solidFill>
          <a:ln>
            <a:noFill/>
          </a:ln>
        </p:spPr>
      </p:sp>
      <p:sp>
        <p:nvSpPr>
          <p:cNvPr id="17" name="!!circle-1sy"/>
          <p:cNvSpPr/>
          <p:nvPr/>
        </p:nvSpPr>
        <p:spPr>
          <a:xfrm>
            <a:off x="6731145" y="4241084"/>
            <a:ext cx="40234" cy="40234"/>
          </a:xfrm>
          <a:prstGeom prst="ellipse">
            <a:avLst/>
          </a:prstGeom>
          <a:solidFill>
            <a:srgbClr val="627D8D">
              <a:alpha val="31300"/>
            </a:srgbClr>
          </a:solidFill>
          <a:ln>
            <a:noFill/>
          </a:ln>
        </p:spPr>
      </p:sp>
      <p:sp>
        <p:nvSpPr>
          <p:cNvPr id="18" name="!!circle-1t1"/>
          <p:cNvSpPr/>
          <p:nvPr/>
        </p:nvSpPr>
        <p:spPr>
          <a:xfrm>
            <a:off x="10078192" y="260887"/>
            <a:ext cx="23559" cy="23559"/>
          </a:xfrm>
          <a:prstGeom prst="ellipse">
            <a:avLst/>
          </a:prstGeom>
          <a:solidFill>
            <a:srgbClr val="627D8D">
              <a:alpha val="17900"/>
            </a:srgbClr>
          </a:solidFill>
          <a:ln>
            <a:noFill/>
          </a:ln>
        </p:spPr>
      </p:sp>
      <p:sp>
        <p:nvSpPr>
          <p:cNvPr id="19" name="!!circle-1t4"/>
          <p:cNvSpPr/>
          <p:nvPr/>
        </p:nvSpPr>
        <p:spPr>
          <a:xfrm>
            <a:off x="1059655" y="5250479"/>
            <a:ext cx="29959" cy="29959"/>
          </a:xfrm>
          <a:prstGeom prst="ellipse">
            <a:avLst/>
          </a:prstGeom>
          <a:solidFill>
            <a:srgbClr val="627D8D">
              <a:alpha val="19400"/>
            </a:srgbClr>
          </a:solidFill>
          <a:ln>
            <a:noFill/>
          </a:ln>
        </p:spPr>
      </p:sp>
      <p:sp>
        <p:nvSpPr>
          <p:cNvPr id="20" name="!!circle-1t7"/>
          <p:cNvSpPr/>
          <p:nvPr/>
        </p:nvSpPr>
        <p:spPr>
          <a:xfrm>
            <a:off x="8559690" y="4705053"/>
            <a:ext cx="28702" cy="28702"/>
          </a:xfrm>
          <a:prstGeom prst="ellipse">
            <a:avLst/>
          </a:prstGeom>
          <a:solidFill>
            <a:srgbClr val="627D8D">
              <a:alpha val="17800"/>
            </a:srgbClr>
          </a:solidFill>
          <a:ln>
            <a:noFill/>
          </a:ln>
        </p:spPr>
      </p:sp>
      <p:sp>
        <p:nvSpPr>
          <p:cNvPr id="21" name="!!circle-1ta"/>
          <p:cNvSpPr/>
          <p:nvPr/>
        </p:nvSpPr>
        <p:spPr>
          <a:xfrm>
            <a:off x="11119235" y="2197839"/>
            <a:ext cx="24066" cy="24066"/>
          </a:xfrm>
          <a:prstGeom prst="ellipse">
            <a:avLst/>
          </a:prstGeom>
          <a:solidFill>
            <a:srgbClr val="627D8D">
              <a:alpha val="23900"/>
            </a:srgbClr>
          </a:solidFill>
          <a:ln>
            <a:noFill/>
          </a:ln>
        </p:spPr>
      </p:sp>
      <p:sp>
        <p:nvSpPr>
          <p:cNvPr id="22" name="!!circle-1td"/>
          <p:cNvSpPr/>
          <p:nvPr/>
        </p:nvSpPr>
        <p:spPr>
          <a:xfrm>
            <a:off x="8324905" y="6298874"/>
            <a:ext cx="35865" cy="35865"/>
          </a:xfrm>
          <a:prstGeom prst="ellipse">
            <a:avLst/>
          </a:prstGeom>
          <a:solidFill>
            <a:srgbClr val="627D8D">
              <a:alpha val="28200"/>
            </a:srgbClr>
          </a:solidFill>
          <a:ln>
            <a:noFill/>
          </a:ln>
        </p:spPr>
      </p:sp>
      <p:sp>
        <p:nvSpPr>
          <p:cNvPr id="23" name="!!circle-1tg"/>
          <p:cNvSpPr/>
          <p:nvPr/>
        </p:nvSpPr>
        <p:spPr>
          <a:xfrm>
            <a:off x="1407693" y="3612071"/>
            <a:ext cx="39218" cy="39218"/>
          </a:xfrm>
          <a:prstGeom prst="ellipse">
            <a:avLst/>
          </a:prstGeom>
          <a:solidFill>
            <a:srgbClr val="627D8D">
              <a:alpha val="29600"/>
            </a:srgbClr>
          </a:solidFill>
          <a:ln>
            <a:noFill/>
          </a:ln>
        </p:spPr>
      </p:sp>
      <p:sp>
        <p:nvSpPr>
          <p:cNvPr id="24" name="!!circle-1tj"/>
          <p:cNvSpPr/>
          <p:nvPr/>
        </p:nvSpPr>
        <p:spPr>
          <a:xfrm>
            <a:off x="7219548" y="6583068"/>
            <a:ext cx="49733" cy="49733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5" name="!!circle-1tm"/>
          <p:cNvSpPr/>
          <p:nvPr/>
        </p:nvSpPr>
        <p:spPr>
          <a:xfrm>
            <a:off x="6271594" y="2226801"/>
            <a:ext cx="41694" cy="41694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6" name="!!circle-1tp"/>
          <p:cNvSpPr/>
          <p:nvPr/>
        </p:nvSpPr>
        <p:spPr>
          <a:xfrm>
            <a:off x="6781749" y="5627107"/>
            <a:ext cx="31979" cy="31979"/>
          </a:xfrm>
          <a:prstGeom prst="ellipse">
            <a:avLst/>
          </a:prstGeom>
          <a:solidFill>
            <a:srgbClr val="627D8D">
              <a:alpha val="24100"/>
            </a:srgbClr>
          </a:solidFill>
          <a:ln>
            <a:noFill/>
          </a:ln>
        </p:spPr>
      </p:sp>
      <p:sp>
        <p:nvSpPr>
          <p:cNvPr id="27" name="!!circle-1ts"/>
          <p:cNvSpPr/>
          <p:nvPr/>
        </p:nvSpPr>
        <p:spPr>
          <a:xfrm>
            <a:off x="3799873" y="1612636"/>
            <a:ext cx="18085" cy="18085"/>
          </a:xfrm>
          <a:prstGeom prst="ellipse">
            <a:avLst/>
          </a:prstGeom>
          <a:solidFill>
            <a:srgbClr val="627D8D">
              <a:alpha val="10500"/>
            </a:srgbClr>
          </a:solidFill>
          <a:ln>
            <a:noFill/>
          </a:ln>
        </p:spPr>
      </p:sp>
      <p:sp>
        <p:nvSpPr>
          <p:cNvPr id="28" name="!!circle-1tv"/>
          <p:cNvSpPr/>
          <p:nvPr/>
        </p:nvSpPr>
        <p:spPr>
          <a:xfrm>
            <a:off x="7669679" y="77568"/>
            <a:ext cx="38214" cy="38214"/>
          </a:xfrm>
          <a:prstGeom prst="ellipse">
            <a:avLst/>
          </a:prstGeom>
          <a:solidFill>
            <a:srgbClr val="627D8D">
              <a:alpha val="23100"/>
            </a:srgbClr>
          </a:solidFill>
          <a:ln>
            <a:noFill/>
          </a:ln>
        </p:spPr>
      </p:sp>
      <p:sp>
        <p:nvSpPr>
          <p:cNvPr id="29" name="!!circle-1ty"/>
          <p:cNvSpPr/>
          <p:nvPr/>
        </p:nvSpPr>
        <p:spPr>
          <a:xfrm>
            <a:off x="3370051" y="6742349"/>
            <a:ext cx="39243" cy="39243"/>
          </a:xfrm>
          <a:prstGeom prst="ellipse">
            <a:avLst/>
          </a:prstGeom>
          <a:solidFill>
            <a:srgbClr val="627D8D">
              <a:alpha val="27700"/>
            </a:srgbClr>
          </a:solidFill>
          <a:ln>
            <a:noFill/>
          </a:ln>
        </p:spPr>
      </p:sp>
      <p:sp>
        <p:nvSpPr>
          <p:cNvPr id="30" name="!!circle-1u1"/>
          <p:cNvSpPr/>
          <p:nvPr/>
        </p:nvSpPr>
        <p:spPr>
          <a:xfrm>
            <a:off x="1678107" y="6799976"/>
            <a:ext cx="34519" cy="34519"/>
          </a:xfrm>
          <a:prstGeom prst="ellipse">
            <a:avLst/>
          </a:prstGeom>
          <a:solidFill>
            <a:srgbClr val="627D8D">
              <a:alpha val="22500"/>
            </a:srgbClr>
          </a:solidFill>
          <a:ln>
            <a:noFill/>
          </a:ln>
        </p:spPr>
      </p:sp>
      <p:sp>
        <p:nvSpPr>
          <p:cNvPr id="31" name="!!circle-1u4"/>
          <p:cNvSpPr/>
          <p:nvPr/>
        </p:nvSpPr>
        <p:spPr>
          <a:xfrm>
            <a:off x="2545853" y="5554190"/>
            <a:ext cx="46228" cy="46228"/>
          </a:xfrm>
          <a:prstGeom prst="ellipse">
            <a:avLst/>
          </a:prstGeom>
          <a:solidFill>
            <a:srgbClr val="627D8D">
              <a:alpha val="26200"/>
            </a:srgbClr>
          </a:solidFill>
          <a:ln>
            <a:noFill/>
          </a:ln>
        </p:spPr>
      </p:sp>
      <p:sp>
        <p:nvSpPr>
          <p:cNvPr id="32" name="!!circle-1u7"/>
          <p:cNvSpPr/>
          <p:nvPr/>
        </p:nvSpPr>
        <p:spPr>
          <a:xfrm>
            <a:off x="7404126" y="5024830"/>
            <a:ext cx="49327" cy="49327"/>
          </a:xfrm>
          <a:prstGeom prst="ellipse">
            <a:avLst/>
          </a:prstGeom>
          <a:solidFill>
            <a:srgbClr val="627D8D">
              <a:alpha val="20800"/>
            </a:srgbClr>
          </a:solidFill>
          <a:ln>
            <a:noFill/>
          </a:ln>
        </p:spPr>
      </p:sp>
      <p:sp>
        <p:nvSpPr>
          <p:cNvPr id="33" name="!!circle-1ua"/>
          <p:cNvSpPr/>
          <p:nvPr/>
        </p:nvSpPr>
        <p:spPr>
          <a:xfrm>
            <a:off x="9688951" y="5842541"/>
            <a:ext cx="24054" cy="24054"/>
          </a:xfrm>
          <a:prstGeom prst="ellipse">
            <a:avLst/>
          </a:prstGeom>
          <a:solidFill>
            <a:srgbClr val="627D8D">
              <a:alpha val="22200"/>
            </a:srgbClr>
          </a:solidFill>
          <a:ln>
            <a:noFill/>
          </a:ln>
        </p:spPr>
      </p:sp>
      <p:sp>
        <p:nvSpPr>
          <p:cNvPr id="34" name="!!circle-1ud"/>
          <p:cNvSpPr/>
          <p:nvPr/>
        </p:nvSpPr>
        <p:spPr>
          <a:xfrm>
            <a:off x="2180439" y="1701700"/>
            <a:ext cx="32271" cy="32271"/>
          </a:xfrm>
          <a:prstGeom prst="ellipse">
            <a:avLst/>
          </a:prstGeom>
          <a:solidFill>
            <a:srgbClr val="627D8D">
              <a:alpha val="20500"/>
            </a:srgbClr>
          </a:solidFill>
          <a:ln>
            <a:noFill/>
          </a:ln>
        </p:spPr>
      </p:sp>
      <p:sp>
        <p:nvSpPr>
          <p:cNvPr id="35" name="!!circle-1ug"/>
          <p:cNvSpPr/>
          <p:nvPr/>
        </p:nvSpPr>
        <p:spPr>
          <a:xfrm>
            <a:off x="2099978" y="152039"/>
            <a:ext cx="21323" cy="21323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36" name="!!circle-1uj"/>
          <p:cNvSpPr/>
          <p:nvPr/>
        </p:nvSpPr>
        <p:spPr>
          <a:xfrm>
            <a:off x="2109687" y="2759224"/>
            <a:ext cx="34252" cy="34252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37" name="!!circle-1um"/>
          <p:cNvSpPr/>
          <p:nvPr/>
        </p:nvSpPr>
        <p:spPr>
          <a:xfrm>
            <a:off x="9628100" y="4849869"/>
            <a:ext cx="44196" cy="44196"/>
          </a:xfrm>
          <a:prstGeom prst="ellipse">
            <a:avLst/>
          </a:prstGeom>
          <a:solidFill>
            <a:srgbClr val="627D8D">
              <a:alpha val="21700"/>
            </a:srgbClr>
          </a:solidFill>
          <a:ln>
            <a:noFill/>
          </a:ln>
        </p:spPr>
      </p:sp>
      <p:sp>
        <p:nvSpPr>
          <p:cNvPr id="38" name="!!circle-1up"/>
          <p:cNvSpPr/>
          <p:nvPr/>
        </p:nvSpPr>
        <p:spPr>
          <a:xfrm>
            <a:off x="6841821" y="1988551"/>
            <a:ext cx="35192" cy="35192"/>
          </a:xfrm>
          <a:prstGeom prst="ellipse">
            <a:avLst/>
          </a:prstGeom>
          <a:solidFill>
            <a:srgbClr val="627D8D">
              <a:alpha val="27100"/>
            </a:srgbClr>
          </a:solidFill>
          <a:ln>
            <a:noFill/>
          </a:ln>
        </p:spPr>
      </p:sp>
      <p:sp>
        <p:nvSpPr>
          <p:cNvPr id="39" name="!!circle-1us"/>
          <p:cNvSpPr/>
          <p:nvPr/>
        </p:nvSpPr>
        <p:spPr>
          <a:xfrm>
            <a:off x="10059605" y="5651081"/>
            <a:ext cx="43358" cy="43358"/>
          </a:xfrm>
          <a:prstGeom prst="ellipse">
            <a:avLst/>
          </a:prstGeom>
          <a:solidFill>
            <a:srgbClr val="627D8D">
              <a:alpha val="19500"/>
            </a:srgbClr>
          </a:solidFill>
          <a:ln>
            <a:noFill/>
          </a:ln>
        </p:spPr>
      </p:sp>
      <p:sp>
        <p:nvSpPr>
          <p:cNvPr id="40" name="!!circle-1uv"/>
          <p:cNvSpPr/>
          <p:nvPr/>
        </p:nvSpPr>
        <p:spPr>
          <a:xfrm>
            <a:off x="3047951" y="2460322"/>
            <a:ext cx="33528" cy="33528"/>
          </a:xfrm>
          <a:prstGeom prst="ellipse">
            <a:avLst/>
          </a:prstGeom>
          <a:solidFill>
            <a:srgbClr val="627D8D">
              <a:alpha val="28300"/>
            </a:srgbClr>
          </a:solidFill>
          <a:ln>
            <a:noFill/>
          </a:ln>
        </p:spPr>
      </p:sp>
      <p:sp>
        <p:nvSpPr>
          <p:cNvPr id="41" name="!!circle-1uy"/>
          <p:cNvSpPr/>
          <p:nvPr/>
        </p:nvSpPr>
        <p:spPr>
          <a:xfrm>
            <a:off x="6707124" y="2976524"/>
            <a:ext cx="28956" cy="28956"/>
          </a:xfrm>
          <a:prstGeom prst="ellipse">
            <a:avLst/>
          </a:prstGeom>
          <a:solidFill>
            <a:srgbClr val="627D8D">
              <a:alpha val="21800"/>
            </a:srgbClr>
          </a:solidFill>
          <a:ln>
            <a:noFill/>
          </a:ln>
        </p:spPr>
      </p:sp>
      <p:sp>
        <p:nvSpPr>
          <p:cNvPr id="42" name="!!circle-1v1"/>
          <p:cNvSpPr/>
          <p:nvPr/>
        </p:nvSpPr>
        <p:spPr>
          <a:xfrm>
            <a:off x="6954399" y="6737953"/>
            <a:ext cx="45555" cy="45555"/>
          </a:xfrm>
          <a:prstGeom prst="ellipse">
            <a:avLst/>
          </a:prstGeom>
          <a:solidFill>
            <a:srgbClr val="627D8D">
              <a:alpha val="20900"/>
            </a:srgbClr>
          </a:solidFill>
          <a:ln>
            <a:noFill/>
          </a:ln>
        </p:spPr>
      </p:sp>
      <p:sp>
        <p:nvSpPr>
          <p:cNvPr id="43" name="!!circle-1v4"/>
          <p:cNvSpPr/>
          <p:nvPr/>
        </p:nvSpPr>
        <p:spPr>
          <a:xfrm>
            <a:off x="11331701" y="3754607"/>
            <a:ext cx="39484" cy="39484"/>
          </a:xfrm>
          <a:prstGeom prst="ellipse">
            <a:avLst/>
          </a:prstGeom>
          <a:solidFill>
            <a:srgbClr val="627D8D">
              <a:alpha val="13600"/>
            </a:srgbClr>
          </a:solidFill>
          <a:ln>
            <a:noFill/>
          </a:ln>
        </p:spPr>
      </p:sp>
      <p:sp>
        <p:nvSpPr>
          <p:cNvPr id="44" name="!!circle-1v7"/>
          <p:cNvSpPr/>
          <p:nvPr/>
        </p:nvSpPr>
        <p:spPr>
          <a:xfrm>
            <a:off x="7418569" y="5854575"/>
            <a:ext cx="30455" cy="30455"/>
          </a:xfrm>
          <a:prstGeom prst="ellipse">
            <a:avLst/>
          </a:prstGeom>
          <a:solidFill>
            <a:srgbClr val="627D8D">
              <a:alpha val="16500"/>
            </a:srgbClr>
          </a:solidFill>
          <a:ln>
            <a:noFill/>
          </a:ln>
        </p:spPr>
      </p:sp>
      <p:sp>
        <p:nvSpPr>
          <p:cNvPr id="45" name="!!circle-1va"/>
          <p:cNvSpPr/>
          <p:nvPr/>
        </p:nvSpPr>
        <p:spPr>
          <a:xfrm>
            <a:off x="8912196" y="6600505"/>
            <a:ext cx="28257" cy="28257"/>
          </a:xfrm>
          <a:prstGeom prst="ellipse">
            <a:avLst/>
          </a:prstGeom>
          <a:solidFill>
            <a:srgbClr val="627D8D">
              <a:alpha val="15700"/>
            </a:srgbClr>
          </a:solidFill>
          <a:ln>
            <a:noFill/>
          </a:ln>
        </p:spPr>
      </p:sp>
      <p:sp>
        <p:nvSpPr>
          <p:cNvPr id="46" name="!!circle-1vd"/>
          <p:cNvSpPr/>
          <p:nvPr/>
        </p:nvSpPr>
        <p:spPr>
          <a:xfrm>
            <a:off x="11269960" y="5354268"/>
            <a:ext cx="45149" cy="45149"/>
          </a:xfrm>
          <a:prstGeom prst="ellipse">
            <a:avLst/>
          </a:prstGeom>
          <a:solidFill>
            <a:srgbClr val="627D8D">
              <a:alpha val="31200"/>
            </a:srgbClr>
          </a:solidFill>
          <a:ln>
            <a:noFill/>
          </a:ln>
        </p:spPr>
      </p:sp>
      <p:sp>
        <p:nvSpPr>
          <p:cNvPr id="47" name="!!circle-1vg"/>
          <p:cNvSpPr/>
          <p:nvPr/>
        </p:nvSpPr>
        <p:spPr>
          <a:xfrm>
            <a:off x="3430139" y="3675042"/>
            <a:ext cx="30696" cy="30696"/>
          </a:xfrm>
          <a:prstGeom prst="ellipse">
            <a:avLst/>
          </a:prstGeom>
          <a:solidFill>
            <a:srgbClr val="627D8D">
              <a:alpha val="25700"/>
            </a:srgbClr>
          </a:solidFill>
          <a:ln>
            <a:noFill/>
          </a:ln>
        </p:spPr>
      </p:sp>
      <p:sp>
        <p:nvSpPr>
          <p:cNvPr id="48" name="!!circle-1vj"/>
          <p:cNvSpPr/>
          <p:nvPr/>
        </p:nvSpPr>
        <p:spPr>
          <a:xfrm>
            <a:off x="8826870" y="4241256"/>
            <a:ext cx="37401" cy="37401"/>
          </a:xfrm>
          <a:prstGeom prst="ellipse">
            <a:avLst/>
          </a:prstGeom>
          <a:solidFill>
            <a:srgbClr val="627D8D">
              <a:alpha val="16000"/>
            </a:srgbClr>
          </a:solidFill>
          <a:ln>
            <a:noFill/>
          </a:ln>
        </p:spPr>
      </p:sp>
      <p:sp>
        <p:nvSpPr>
          <p:cNvPr id="49" name="!!circle-1vm"/>
          <p:cNvSpPr/>
          <p:nvPr/>
        </p:nvSpPr>
        <p:spPr>
          <a:xfrm>
            <a:off x="1688546" y="4936866"/>
            <a:ext cx="33096" cy="33096"/>
          </a:xfrm>
          <a:prstGeom prst="ellipse">
            <a:avLst/>
          </a:prstGeom>
          <a:solidFill>
            <a:srgbClr val="627D8D">
              <a:alpha val="22300"/>
            </a:srgbClr>
          </a:solidFill>
          <a:ln>
            <a:noFill/>
          </a:ln>
        </p:spPr>
      </p:sp>
      <p:sp>
        <p:nvSpPr>
          <p:cNvPr id="50" name="!!circle-1vp"/>
          <p:cNvSpPr/>
          <p:nvPr/>
        </p:nvSpPr>
        <p:spPr>
          <a:xfrm>
            <a:off x="11608703" y="1039024"/>
            <a:ext cx="21145" cy="21145"/>
          </a:xfrm>
          <a:prstGeom prst="ellipse">
            <a:avLst/>
          </a:prstGeom>
          <a:solidFill>
            <a:srgbClr val="627D8D">
              <a:alpha val="16300"/>
            </a:srgbClr>
          </a:solidFill>
          <a:ln>
            <a:noFill/>
          </a:ln>
        </p:spPr>
      </p:sp>
      <p:sp>
        <p:nvSpPr>
          <p:cNvPr id="51" name="!!circle-1vs"/>
          <p:cNvSpPr/>
          <p:nvPr/>
        </p:nvSpPr>
        <p:spPr>
          <a:xfrm>
            <a:off x="11077772" y="5860266"/>
            <a:ext cx="35281" cy="35281"/>
          </a:xfrm>
          <a:prstGeom prst="ellipse">
            <a:avLst/>
          </a:prstGeom>
          <a:solidFill>
            <a:srgbClr val="627D8D">
              <a:alpha val="30000"/>
            </a:srgbClr>
          </a:solidFill>
          <a:ln>
            <a:noFill/>
          </a:ln>
        </p:spPr>
      </p:sp>
      <p:sp>
        <p:nvSpPr>
          <p:cNvPr id="52" name="!!text-1yl" descr="受訪者對兩種交易方式最大的困擾"/>
          <p:cNvSpPr txBox="1"/>
          <p:nvPr/>
        </p:nvSpPr>
        <p:spPr>
          <a:xfrm>
            <a:off x="4644197" y="1589290"/>
            <a:ext cx="2961679" cy="2802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524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受訪者對兩種交易方式最大的困擾</a:t>
            </a:r>
            <a:endParaRPr lang="zh-TW" sz="1524"/>
          </a:p>
        </p:txBody>
      </p:sp>
      <p:sp>
        <p:nvSpPr>
          <p:cNvPr id="53" name="!!circle-1z7"/>
          <p:cNvSpPr/>
          <p:nvPr/>
        </p:nvSpPr>
        <p:spPr>
          <a:xfrm>
            <a:off x="3644065" y="2200984"/>
            <a:ext cx="516197" cy="516197"/>
          </a:xfrm>
          <a:prstGeom prst="ellipse">
            <a:avLst/>
          </a:prstGeom>
          <a:solidFill>
            <a:srgbClr val="627D8D">
              <a:alpha val="12000"/>
            </a:srgbClr>
          </a:solidFill>
          <a:ln>
            <a:noFill/>
          </a:ln>
        </p:spPr>
      </p:sp>
      <p:sp>
        <p:nvSpPr>
          <p:cNvPr id="54" name="!!path-1z8"/>
          <p:cNvSpPr/>
          <p:nvPr/>
        </p:nvSpPr>
        <p:spPr>
          <a:xfrm>
            <a:off x="3807519" y="2340783"/>
            <a:ext cx="189238" cy="236547"/>
          </a:xfrm>
          <a:custGeom>
            <a:avLst/>
            <a:gdLst/>
            <a:ahLst/>
            <a:cxnLst/>
            <a:rect l="l" t="t" r="r" b="b"/>
            <a:pathLst>
              <a:path w="189238" h="236547">
                <a:moveTo>
                  <a:pt x="94619" y="0"/>
                </a:moveTo>
                <a:lnTo>
                  <a:pt x="0" y="35482"/>
                </a:lnTo>
                <a:lnTo>
                  <a:pt x="0" y="107511"/>
                </a:lnTo>
                <a:cubicBezTo>
                  <a:pt x="0" y="167239"/>
                  <a:pt x="40331" y="222946"/>
                  <a:pt x="94619" y="236547"/>
                </a:cubicBezTo>
                <a:cubicBezTo>
                  <a:pt x="148906" y="222946"/>
                  <a:pt x="189238" y="167239"/>
                  <a:pt x="189238" y="107511"/>
                </a:cubicBezTo>
                <a:lnTo>
                  <a:pt x="189238" y="35482"/>
                </a:lnTo>
                <a:lnTo>
                  <a:pt x="94619" y="0"/>
                </a:lnTo>
                <a:close/>
                <a:moveTo>
                  <a:pt x="106446" y="177410"/>
                </a:moveTo>
                <a:lnTo>
                  <a:pt x="82792" y="177410"/>
                </a:lnTo>
                <a:lnTo>
                  <a:pt x="82792" y="153756"/>
                </a:lnTo>
                <a:lnTo>
                  <a:pt x="106446" y="153756"/>
                </a:lnTo>
                <a:lnTo>
                  <a:pt x="106446" y="177410"/>
                </a:lnTo>
                <a:close/>
                <a:moveTo>
                  <a:pt x="106446" y="130101"/>
                </a:moveTo>
                <a:lnTo>
                  <a:pt x="82792" y="130101"/>
                </a:lnTo>
                <a:lnTo>
                  <a:pt x="82792" y="59137"/>
                </a:lnTo>
                <a:lnTo>
                  <a:pt x="106446" y="59137"/>
                </a:lnTo>
                <a:lnTo>
                  <a:pt x="106446" y="130101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55" name="!!text-1zd" descr="面交"/>
          <p:cNvSpPr txBox="1"/>
          <p:nvPr/>
        </p:nvSpPr>
        <p:spPr>
          <a:xfrm>
            <a:off x="3738013" y="2924691"/>
            <a:ext cx="374759" cy="22423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19" b="1" kern="0" spc="146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面</a:t>
            </a:r>
            <a:r>
              <a:rPr lang="zh-TW" altLang="en-US" sz="1219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交</a:t>
            </a:r>
            <a:endParaRPr lang="zh-TW" sz="1219"/>
          </a:p>
        </p:txBody>
      </p:sp>
      <p:sp>
        <p:nvSpPr>
          <p:cNvPr id="56" name="!!text-20g" descr="4"/>
          <p:cNvSpPr txBox="1"/>
          <p:nvPr/>
        </p:nvSpPr>
        <p:spPr>
          <a:xfrm>
            <a:off x="2326667" y="2983022"/>
            <a:ext cx="961675" cy="16817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145" kern="0" dirty="0">
                <a:solidFill>
                  <a:srgbClr val="151E27"/>
                </a:solidFill>
                <a:latin typeface="Noto Sans TC ExtraLight"/>
                <a:ea typeface="Noto Sans TC ExtraLight"/>
                <a:cs typeface="Noto Sans TC ExtraLight"/>
              </a:rPr>
              <a:t>4</a:t>
            </a:r>
            <a:endParaRPr lang="zh-TW" sz="9145"/>
          </a:p>
        </p:txBody>
      </p:sp>
      <p:sp>
        <p:nvSpPr>
          <p:cNvPr id="57" name="!!text-21c" descr="3"/>
          <p:cNvSpPr txBox="1"/>
          <p:nvPr/>
        </p:nvSpPr>
        <p:spPr>
          <a:xfrm>
            <a:off x="2939909" y="2983022"/>
            <a:ext cx="961675" cy="16817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145" kern="0" dirty="0">
                <a:solidFill>
                  <a:srgbClr val="151E27"/>
                </a:solidFill>
                <a:latin typeface="Noto Sans TC ExtraLight"/>
                <a:ea typeface="Noto Sans TC ExtraLight"/>
                <a:cs typeface="Noto Sans TC ExtraLight"/>
              </a:rPr>
              <a:t>3</a:t>
            </a:r>
            <a:endParaRPr lang="zh-TW" sz="9145"/>
          </a:p>
        </p:txBody>
      </p:sp>
      <p:sp>
        <p:nvSpPr>
          <p:cNvPr id="58" name="!!text-21g" descr="."/>
          <p:cNvSpPr txBox="1"/>
          <p:nvPr/>
        </p:nvSpPr>
        <p:spPr>
          <a:xfrm>
            <a:off x="3553150" y="2983022"/>
            <a:ext cx="628341" cy="16817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145" kern="0" dirty="0">
                <a:solidFill>
                  <a:srgbClr val="151E27"/>
                </a:solidFill>
                <a:latin typeface="Noto Sans TC ExtraLight"/>
                <a:ea typeface="Noto Sans TC ExtraLight"/>
                <a:cs typeface="Noto Sans TC ExtraLight"/>
              </a:rPr>
              <a:t>.</a:t>
            </a:r>
            <a:endParaRPr lang="zh-TW" sz="9145"/>
          </a:p>
        </p:txBody>
      </p:sp>
      <p:sp>
        <p:nvSpPr>
          <p:cNvPr id="59" name="!!text-22a" descr="2"/>
          <p:cNvSpPr txBox="1"/>
          <p:nvPr/>
        </p:nvSpPr>
        <p:spPr>
          <a:xfrm>
            <a:off x="3833058" y="2983022"/>
            <a:ext cx="961675" cy="16817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145" kern="0" dirty="0">
                <a:solidFill>
                  <a:srgbClr val="151E27"/>
                </a:solidFill>
                <a:latin typeface="Noto Sans TC ExtraLight"/>
                <a:ea typeface="Noto Sans TC ExtraLight"/>
                <a:cs typeface="Noto Sans TC ExtraLight"/>
              </a:rPr>
              <a:t>2</a:t>
            </a:r>
            <a:endParaRPr lang="zh-TW" sz="9145"/>
          </a:p>
        </p:txBody>
      </p:sp>
      <p:sp>
        <p:nvSpPr>
          <p:cNvPr id="60" name="!!text-22e" descr="%"/>
          <p:cNvSpPr txBox="1"/>
          <p:nvPr/>
        </p:nvSpPr>
        <p:spPr>
          <a:xfrm>
            <a:off x="4446300" y="2983022"/>
            <a:ext cx="1379794" cy="16817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145" kern="0" dirty="0">
                <a:solidFill>
                  <a:srgbClr val="151E27"/>
                </a:solidFill>
                <a:latin typeface="Noto Sans TC ExtraLight"/>
                <a:ea typeface="Noto Sans TC ExtraLight"/>
                <a:cs typeface="Noto Sans TC ExtraLight"/>
              </a:rPr>
              <a:t>%</a:t>
            </a:r>
            <a:endParaRPr lang="zh-TW" sz="9145"/>
          </a:p>
        </p:txBody>
      </p:sp>
      <p:sp>
        <p:nvSpPr>
          <p:cNvPr id="61" name="!!text-22k" descr="擔心對方失約或遭遇詐騙"/>
          <p:cNvSpPr txBox="1"/>
          <p:nvPr/>
        </p:nvSpPr>
        <p:spPr>
          <a:xfrm>
            <a:off x="2837508" y="4621946"/>
            <a:ext cx="2187384" cy="2802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524" kern="0" dirty="0">
                <a:solidFill>
                  <a:srgbClr val="3F4A54"/>
                </a:solidFill>
                <a:latin typeface="Noto Sans TC Medium"/>
                <a:ea typeface="Noto Sans TC Medium"/>
                <a:cs typeface="Noto Sans TC Medium"/>
              </a:rPr>
              <a:t>擔心對方失約或遭遇詐騙</a:t>
            </a:r>
            <a:endParaRPr lang="zh-TW" sz="1524"/>
          </a:p>
        </p:txBody>
      </p:sp>
      <p:sp>
        <p:nvSpPr>
          <p:cNvPr id="62" name="!!circle-232"/>
          <p:cNvSpPr/>
          <p:nvPr/>
        </p:nvSpPr>
        <p:spPr>
          <a:xfrm>
            <a:off x="8031738" y="2200984"/>
            <a:ext cx="516197" cy="516197"/>
          </a:xfrm>
          <a:prstGeom prst="ellipse">
            <a:avLst/>
          </a:prstGeom>
          <a:solidFill>
            <a:srgbClr val="627D8D">
              <a:alpha val="12000"/>
            </a:srgbClr>
          </a:solidFill>
          <a:ln>
            <a:noFill/>
          </a:ln>
        </p:spPr>
      </p:sp>
      <p:sp>
        <p:nvSpPr>
          <p:cNvPr id="63" name="!!path-233"/>
          <p:cNvSpPr/>
          <p:nvPr/>
        </p:nvSpPr>
        <p:spPr>
          <a:xfrm>
            <a:off x="8159709" y="2364437"/>
            <a:ext cx="260202" cy="189238"/>
          </a:xfrm>
          <a:custGeom>
            <a:avLst/>
            <a:gdLst/>
            <a:ahLst/>
            <a:cxnLst/>
            <a:rect l="l" t="t" r="r" b="b"/>
            <a:pathLst>
              <a:path w="260202" h="189238">
                <a:moveTo>
                  <a:pt x="224720" y="47309"/>
                </a:moveTo>
                <a:lnTo>
                  <a:pt x="189238" y="47309"/>
                </a:lnTo>
                <a:lnTo>
                  <a:pt x="189238" y="0"/>
                </a:lnTo>
                <a:lnTo>
                  <a:pt x="23655" y="0"/>
                </a:lnTo>
                <a:cubicBezTo>
                  <a:pt x="10645" y="0"/>
                  <a:pt x="0" y="10645"/>
                  <a:pt x="0" y="23655"/>
                </a:cubicBezTo>
                <a:lnTo>
                  <a:pt x="0" y="153756"/>
                </a:lnTo>
                <a:lnTo>
                  <a:pt x="23655" y="153756"/>
                </a:lnTo>
                <a:cubicBezTo>
                  <a:pt x="23655" y="173389"/>
                  <a:pt x="39503" y="189238"/>
                  <a:pt x="59137" y="189238"/>
                </a:cubicBezTo>
                <a:cubicBezTo>
                  <a:pt x="78770" y="189238"/>
                  <a:pt x="94619" y="173389"/>
                  <a:pt x="94619" y="153756"/>
                </a:cubicBezTo>
                <a:lnTo>
                  <a:pt x="165583" y="153756"/>
                </a:lnTo>
                <a:cubicBezTo>
                  <a:pt x="165583" y="173389"/>
                  <a:pt x="181432" y="189238"/>
                  <a:pt x="201065" y="189238"/>
                </a:cubicBezTo>
                <a:cubicBezTo>
                  <a:pt x="220699" y="189238"/>
                  <a:pt x="236547" y="173389"/>
                  <a:pt x="236547" y="153756"/>
                </a:cubicBezTo>
                <a:lnTo>
                  <a:pt x="260202" y="153756"/>
                </a:lnTo>
                <a:lnTo>
                  <a:pt x="260202" y="94619"/>
                </a:lnTo>
                <a:lnTo>
                  <a:pt x="224720" y="47309"/>
                </a:lnTo>
                <a:close/>
                <a:moveTo>
                  <a:pt x="59137" y="171497"/>
                </a:moveTo>
                <a:cubicBezTo>
                  <a:pt x="49320" y="171497"/>
                  <a:pt x="41396" y="163572"/>
                  <a:pt x="41396" y="153756"/>
                </a:cubicBezTo>
                <a:cubicBezTo>
                  <a:pt x="41396" y="143939"/>
                  <a:pt x="49320" y="136015"/>
                  <a:pt x="59137" y="136015"/>
                </a:cubicBezTo>
                <a:cubicBezTo>
                  <a:pt x="68953" y="136015"/>
                  <a:pt x="76878" y="143939"/>
                  <a:pt x="76878" y="153756"/>
                </a:cubicBezTo>
                <a:cubicBezTo>
                  <a:pt x="76878" y="163572"/>
                  <a:pt x="68953" y="171497"/>
                  <a:pt x="59137" y="171497"/>
                </a:cubicBezTo>
                <a:close/>
                <a:moveTo>
                  <a:pt x="218806" y="65050"/>
                </a:moveTo>
                <a:lnTo>
                  <a:pt x="241988" y="94619"/>
                </a:lnTo>
                <a:lnTo>
                  <a:pt x="189238" y="94619"/>
                </a:lnTo>
                <a:lnTo>
                  <a:pt x="189238" y="65050"/>
                </a:lnTo>
                <a:lnTo>
                  <a:pt x="218806" y="65050"/>
                </a:lnTo>
                <a:close/>
                <a:moveTo>
                  <a:pt x="201065" y="171497"/>
                </a:moveTo>
                <a:cubicBezTo>
                  <a:pt x="191248" y="171497"/>
                  <a:pt x="183324" y="163572"/>
                  <a:pt x="183324" y="153756"/>
                </a:cubicBezTo>
                <a:cubicBezTo>
                  <a:pt x="183324" y="143939"/>
                  <a:pt x="191248" y="136015"/>
                  <a:pt x="201065" y="136015"/>
                </a:cubicBezTo>
                <a:cubicBezTo>
                  <a:pt x="210882" y="136015"/>
                  <a:pt x="218806" y="143939"/>
                  <a:pt x="218806" y="153756"/>
                </a:cubicBezTo>
                <a:cubicBezTo>
                  <a:pt x="218806" y="163572"/>
                  <a:pt x="210882" y="171497"/>
                  <a:pt x="201065" y="171497"/>
                </a:cubicBez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64" name="!!text-238" descr="寄送"/>
          <p:cNvSpPr txBox="1"/>
          <p:nvPr/>
        </p:nvSpPr>
        <p:spPr>
          <a:xfrm>
            <a:off x="8125686" y="2924691"/>
            <a:ext cx="374759" cy="22423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19" b="1" kern="0" spc="146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寄</a:t>
            </a:r>
            <a:r>
              <a:rPr lang="zh-TW" altLang="en-US" sz="1219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送</a:t>
            </a:r>
            <a:endParaRPr lang="zh-TW" sz="1219"/>
          </a:p>
        </p:txBody>
      </p:sp>
      <p:sp>
        <p:nvSpPr>
          <p:cNvPr id="65" name="!!text-24d" descr="5"/>
          <p:cNvSpPr txBox="1"/>
          <p:nvPr/>
        </p:nvSpPr>
        <p:spPr>
          <a:xfrm>
            <a:off x="6714339" y="2983022"/>
            <a:ext cx="961675" cy="16817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145" kern="0" dirty="0">
                <a:solidFill>
                  <a:srgbClr val="151E27"/>
                </a:solidFill>
                <a:latin typeface="Noto Sans TC ExtraLight"/>
                <a:ea typeface="Noto Sans TC ExtraLight"/>
                <a:cs typeface="Noto Sans TC ExtraLight"/>
              </a:rPr>
              <a:t>5</a:t>
            </a:r>
            <a:endParaRPr lang="zh-TW" sz="9145"/>
          </a:p>
        </p:txBody>
      </p:sp>
      <p:sp>
        <p:nvSpPr>
          <p:cNvPr id="66" name="!!text-25h" descr="7"/>
          <p:cNvSpPr txBox="1"/>
          <p:nvPr/>
        </p:nvSpPr>
        <p:spPr>
          <a:xfrm>
            <a:off x="7327581" y="2983022"/>
            <a:ext cx="961675" cy="16817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145" kern="0" dirty="0">
                <a:solidFill>
                  <a:srgbClr val="151E27"/>
                </a:solidFill>
                <a:latin typeface="Noto Sans TC ExtraLight"/>
                <a:ea typeface="Noto Sans TC ExtraLight"/>
                <a:cs typeface="Noto Sans TC ExtraLight"/>
              </a:rPr>
              <a:t>7</a:t>
            </a:r>
            <a:endParaRPr lang="zh-TW" sz="9145"/>
          </a:p>
        </p:txBody>
      </p:sp>
      <p:sp>
        <p:nvSpPr>
          <p:cNvPr id="67" name="!!text-25l" descr="."/>
          <p:cNvSpPr txBox="1"/>
          <p:nvPr/>
        </p:nvSpPr>
        <p:spPr>
          <a:xfrm>
            <a:off x="7940823" y="2983022"/>
            <a:ext cx="628341" cy="16817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145" kern="0" dirty="0">
                <a:solidFill>
                  <a:srgbClr val="151E27"/>
                </a:solidFill>
                <a:latin typeface="Noto Sans TC ExtraLight"/>
                <a:ea typeface="Noto Sans TC ExtraLight"/>
                <a:cs typeface="Noto Sans TC ExtraLight"/>
              </a:rPr>
              <a:t>.</a:t>
            </a:r>
            <a:endParaRPr lang="zh-TW" sz="9145"/>
          </a:p>
        </p:txBody>
      </p:sp>
      <p:sp>
        <p:nvSpPr>
          <p:cNvPr id="68" name="!!text-26t" descr="9"/>
          <p:cNvSpPr txBox="1"/>
          <p:nvPr/>
        </p:nvSpPr>
        <p:spPr>
          <a:xfrm>
            <a:off x="8220731" y="2983022"/>
            <a:ext cx="961675" cy="16817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145" kern="0" dirty="0">
                <a:solidFill>
                  <a:srgbClr val="151E27"/>
                </a:solidFill>
                <a:latin typeface="Noto Sans TC ExtraLight"/>
                <a:ea typeface="Noto Sans TC ExtraLight"/>
                <a:cs typeface="Noto Sans TC ExtraLight"/>
              </a:rPr>
              <a:t>9</a:t>
            </a:r>
            <a:endParaRPr lang="zh-TW" sz="9145"/>
          </a:p>
        </p:txBody>
      </p:sp>
      <p:sp>
        <p:nvSpPr>
          <p:cNvPr id="69" name="!!text-26x" descr="%"/>
          <p:cNvSpPr txBox="1"/>
          <p:nvPr/>
        </p:nvSpPr>
        <p:spPr>
          <a:xfrm>
            <a:off x="8833972" y="2983022"/>
            <a:ext cx="1379794" cy="16817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145" kern="0" dirty="0">
                <a:solidFill>
                  <a:srgbClr val="151E27"/>
                </a:solidFill>
                <a:latin typeface="Noto Sans TC ExtraLight"/>
                <a:ea typeface="Noto Sans TC ExtraLight"/>
                <a:cs typeface="Noto Sans TC ExtraLight"/>
              </a:rPr>
              <a:t>%</a:t>
            </a:r>
            <a:endParaRPr lang="zh-TW" sz="9145"/>
          </a:p>
        </p:txBody>
      </p:sp>
      <p:sp>
        <p:nvSpPr>
          <p:cNvPr id="70" name="!!text-273" descr="須自行包裝並至超商寄件"/>
          <p:cNvSpPr txBox="1"/>
          <p:nvPr/>
        </p:nvSpPr>
        <p:spPr>
          <a:xfrm>
            <a:off x="7225180" y="4621946"/>
            <a:ext cx="2187384" cy="2802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524" kern="0" dirty="0">
                <a:solidFill>
                  <a:srgbClr val="3F4A54"/>
                </a:solidFill>
                <a:latin typeface="Noto Sans TC Medium"/>
                <a:ea typeface="Noto Sans TC Medium"/>
                <a:cs typeface="Noto Sans TC Medium"/>
              </a:rPr>
              <a:t>須自行包裝並至超商寄件</a:t>
            </a:r>
            <a:endParaRPr lang="zh-TW" sz="1524"/>
          </a:p>
        </p:txBody>
      </p:sp>
      <p:sp>
        <p:nvSpPr>
          <p:cNvPr id="71" name="!!text-2g6" descr="資料來源：本專題「二手書籍交易行為與市場需求調查」，498 份有效問卷。"/>
          <p:cNvSpPr txBox="1"/>
          <p:nvPr/>
        </p:nvSpPr>
        <p:spPr>
          <a:xfrm>
            <a:off x="3761636" y="6294940"/>
            <a:ext cx="4711315" cy="2055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18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資料來源：本專</a:t>
            </a:r>
            <a:r>
              <a:rPr lang="zh-TW" altLang="en-US" sz="1118" kern="0" spc="-559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題</a:t>
            </a:r>
            <a:r>
              <a:rPr lang="zh-TW" altLang="en-US" sz="1118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「二手書籍交易行為與市場需求調查</a:t>
            </a:r>
            <a:r>
              <a:rPr lang="zh-TW" altLang="en-US" sz="1118" kern="0" spc="-559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」</a:t>
            </a:r>
            <a:r>
              <a:rPr lang="zh-TW" altLang="en-US" sz="1118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，498 份有效問卷。</a:t>
            </a:r>
            <a:endParaRPr lang="zh-TW" sz="1118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fast" p14:dur="3000" advTm="500">
        <p159:morph option="byObject"/>
      </p:transition>
    </mc:Choice>
    <mc:Fallback>
      <p:transition spd="fast" advTm="50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9.4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rect-1q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7"/>
          </a:solidFill>
          <a:ln>
            <a:noFill/>
          </a:ln>
        </p:spPr>
      </p:sp>
      <p:sp>
        <p:nvSpPr>
          <p:cNvPr id="3" name="!!ellipse-1q2"/>
          <p:cNvSpPr/>
          <p:nvPr/>
        </p:nvSpPr>
        <p:spPr>
          <a:xfrm>
            <a:off x="-889000" y="-952500"/>
            <a:ext cx="13970000" cy="7874000"/>
          </a:xfrm>
          <a:prstGeom prst="ellipse">
            <a:avLst/>
          </a:prstGeom>
          <a:gradFill rotWithShape="1">
            <a:gsLst>
              <a:gs pos="0">
                <a:srgbClr val="FFFFFF">
                  <a:alpha val="95000"/>
                </a:srgbClr>
              </a:gs>
              <a:gs pos="40865">
                <a:srgbClr val="FFFFFF">
                  <a:alpha val="35000"/>
                </a:srgbClr>
              </a:gs>
              <a:gs pos="68108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!!rect-1q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P1"/>
            <a:srcRect/>
            <a:tile tx="50119" ty="171691" sx="16667" sy="16667" flip="none" algn="tl"/>
          </a:blipFill>
          <a:ln>
            <a:noFill/>
          </a:ln>
        </p:spPr>
      </p:sp>
      <p:sp>
        <p:nvSpPr>
          <p:cNvPr id="5" name="!!circle-1qb"/>
          <p:cNvSpPr/>
          <p:nvPr/>
        </p:nvSpPr>
        <p:spPr>
          <a:xfrm>
            <a:off x="752889" y="4112411"/>
            <a:ext cx="2046732" cy="2046732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" name="!!circle-1qg"/>
          <p:cNvSpPr/>
          <p:nvPr/>
        </p:nvSpPr>
        <p:spPr>
          <a:xfrm>
            <a:off x="3615209" y="5917716"/>
            <a:ext cx="1987309" cy="1987309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7" name="!!circle-1rf"/>
          <p:cNvSpPr/>
          <p:nvPr/>
        </p:nvSpPr>
        <p:spPr>
          <a:xfrm>
            <a:off x="1684345" y="4953215"/>
            <a:ext cx="1614653" cy="1614653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8" name="!!circle-1ro"/>
          <p:cNvSpPr/>
          <p:nvPr/>
        </p:nvSpPr>
        <p:spPr>
          <a:xfrm>
            <a:off x="6232101" y="6064147"/>
            <a:ext cx="1641335" cy="1641335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9" name="!!circle-1rq"/>
          <p:cNvSpPr/>
          <p:nvPr/>
        </p:nvSpPr>
        <p:spPr>
          <a:xfrm>
            <a:off x="-67112" y="2622111"/>
            <a:ext cx="1404252" cy="1404252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0" name="!!circle-1sg"/>
          <p:cNvSpPr/>
          <p:nvPr/>
        </p:nvSpPr>
        <p:spPr>
          <a:xfrm>
            <a:off x="-46849" y="1962174"/>
            <a:ext cx="1615783" cy="1615783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1" name="!!rect-1sh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5F7">
                  <a:alpha val="0"/>
                </a:srgbClr>
              </a:gs>
              <a:gs pos="20428">
                <a:srgbClr val="F3F5F7">
                  <a:alpha val="0"/>
                </a:srgbClr>
              </a:gs>
              <a:gs pos="66730">
                <a:srgbClr val="F3F5F7"/>
              </a:gs>
              <a:gs pos="100000">
                <a:srgbClr val="F3F5F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2" name="!!circle-1sj"/>
          <p:cNvSpPr/>
          <p:nvPr/>
        </p:nvSpPr>
        <p:spPr>
          <a:xfrm>
            <a:off x="117439" y="395440"/>
            <a:ext cx="50038" cy="50038"/>
          </a:xfrm>
          <a:prstGeom prst="ellipse">
            <a:avLst/>
          </a:prstGeom>
          <a:solidFill>
            <a:srgbClr val="627D8D">
              <a:alpha val="25400"/>
            </a:srgbClr>
          </a:solidFill>
          <a:ln>
            <a:noFill/>
          </a:ln>
        </p:spPr>
      </p:sp>
      <p:sp>
        <p:nvSpPr>
          <p:cNvPr id="13" name="!!circle-1sm"/>
          <p:cNvSpPr/>
          <p:nvPr/>
        </p:nvSpPr>
        <p:spPr>
          <a:xfrm>
            <a:off x="5665387" y="1624299"/>
            <a:ext cx="36055" cy="36055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14" name="!!circle-1sp"/>
          <p:cNvSpPr/>
          <p:nvPr/>
        </p:nvSpPr>
        <p:spPr>
          <a:xfrm>
            <a:off x="9303729" y="3539795"/>
            <a:ext cx="24295" cy="24295"/>
          </a:xfrm>
          <a:prstGeom prst="ellipse">
            <a:avLst/>
          </a:prstGeom>
          <a:solidFill>
            <a:srgbClr val="627D8D">
              <a:alpha val="18100"/>
            </a:srgbClr>
          </a:solidFill>
          <a:ln>
            <a:noFill/>
          </a:ln>
        </p:spPr>
      </p:sp>
      <p:sp>
        <p:nvSpPr>
          <p:cNvPr id="15" name="!!circle-1ss"/>
          <p:cNvSpPr/>
          <p:nvPr/>
        </p:nvSpPr>
        <p:spPr>
          <a:xfrm>
            <a:off x="3598950" y="6691047"/>
            <a:ext cx="25959" cy="25959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16" name="!!circle-1sv"/>
          <p:cNvSpPr/>
          <p:nvPr/>
        </p:nvSpPr>
        <p:spPr>
          <a:xfrm>
            <a:off x="1868559" y="1975279"/>
            <a:ext cx="35878" cy="35878"/>
          </a:xfrm>
          <a:prstGeom prst="ellipse">
            <a:avLst/>
          </a:prstGeom>
          <a:solidFill>
            <a:srgbClr val="627D8D">
              <a:alpha val="26800"/>
            </a:srgbClr>
          </a:solidFill>
          <a:ln>
            <a:noFill/>
          </a:ln>
        </p:spPr>
      </p:sp>
      <p:sp>
        <p:nvSpPr>
          <p:cNvPr id="17" name="!!circle-1sy"/>
          <p:cNvSpPr/>
          <p:nvPr/>
        </p:nvSpPr>
        <p:spPr>
          <a:xfrm>
            <a:off x="6731824" y="4238000"/>
            <a:ext cx="40234" cy="40234"/>
          </a:xfrm>
          <a:prstGeom prst="ellipse">
            <a:avLst/>
          </a:prstGeom>
          <a:solidFill>
            <a:srgbClr val="627D8D">
              <a:alpha val="31300"/>
            </a:srgbClr>
          </a:solidFill>
          <a:ln>
            <a:noFill/>
          </a:ln>
        </p:spPr>
      </p:sp>
      <p:sp>
        <p:nvSpPr>
          <p:cNvPr id="18" name="!!circle-1t1"/>
          <p:cNvSpPr/>
          <p:nvPr/>
        </p:nvSpPr>
        <p:spPr>
          <a:xfrm>
            <a:off x="10077420" y="258444"/>
            <a:ext cx="23559" cy="23559"/>
          </a:xfrm>
          <a:prstGeom prst="ellipse">
            <a:avLst/>
          </a:prstGeom>
          <a:solidFill>
            <a:srgbClr val="627D8D">
              <a:alpha val="17900"/>
            </a:srgbClr>
          </a:solidFill>
          <a:ln>
            <a:noFill/>
          </a:ln>
        </p:spPr>
      </p:sp>
      <p:sp>
        <p:nvSpPr>
          <p:cNvPr id="19" name="!!circle-1t4"/>
          <p:cNvSpPr/>
          <p:nvPr/>
        </p:nvSpPr>
        <p:spPr>
          <a:xfrm>
            <a:off x="1060374" y="5247895"/>
            <a:ext cx="29959" cy="29959"/>
          </a:xfrm>
          <a:prstGeom prst="ellipse">
            <a:avLst/>
          </a:prstGeom>
          <a:solidFill>
            <a:srgbClr val="627D8D">
              <a:alpha val="19400"/>
            </a:srgbClr>
          </a:solidFill>
          <a:ln>
            <a:noFill/>
          </a:ln>
        </p:spPr>
      </p:sp>
      <p:sp>
        <p:nvSpPr>
          <p:cNvPr id="20" name="!!circle-1t7"/>
          <p:cNvSpPr/>
          <p:nvPr/>
        </p:nvSpPr>
        <p:spPr>
          <a:xfrm>
            <a:off x="8559099" y="4703533"/>
            <a:ext cx="28702" cy="28702"/>
          </a:xfrm>
          <a:prstGeom prst="ellipse">
            <a:avLst/>
          </a:prstGeom>
          <a:solidFill>
            <a:srgbClr val="627D8D">
              <a:alpha val="17800"/>
            </a:srgbClr>
          </a:solidFill>
          <a:ln>
            <a:noFill/>
          </a:ln>
        </p:spPr>
      </p:sp>
      <p:sp>
        <p:nvSpPr>
          <p:cNvPr id="21" name="!!circle-1ta"/>
          <p:cNvSpPr/>
          <p:nvPr/>
        </p:nvSpPr>
        <p:spPr>
          <a:xfrm>
            <a:off x="11118500" y="2195680"/>
            <a:ext cx="24066" cy="24066"/>
          </a:xfrm>
          <a:prstGeom prst="ellipse">
            <a:avLst/>
          </a:prstGeom>
          <a:solidFill>
            <a:srgbClr val="627D8D">
              <a:alpha val="23900"/>
            </a:srgbClr>
          </a:solidFill>
          <a:ln>
            <a:noFill/>
          </a:ln>
        </p:spPr>
      </p:sp>
      <p:sp>
        <p:nvSpPr>
          <p:cNvPr id="22" name="!!circle-1td"/>
          <p:cNvSpPr/>
          <p:nvPr/>
        </p:nvSpPr>
        <p:spPr>
          <a:xfrm>
            <a:off x="8325581" y="6295690"/>
            <a:ext cx="35865" cy="35865"/>
          </a:xfrm>
          <a:prstGeom prst="ellipse">
            <a:avLst/>
          </a:prstGeom>
          <a:solidFill>
            <a:srgbClr val="627D8D">
              <a:alpha val="28200"/>
            </a:srgbClr>
          </a:solidFill>
          <a:ln>
            <a:noFill/>
          </a:ln>
        </p:spPr>
      </p:sp>
      <p:sp>
        <p:nvSpPr>
          <p:cNvPr id="23" name="!!circle-1tg"/>
          <p:cNvSpPr/>
          <p:nvPr/>
        </p:nvSpPr>
        <p:spPr>
          <a:xfrm>
            <a:off x="1408237" y="3607904"/>
            <a:ext cx="39218" cy="39218"/>
          </a:xfrm>
          <a:prstGeom prst="ellipse">
            <a:avLst/>
          </a:prstGeom>
          <a:solidFill>
            <a:srgbClr val="627D8D">
              <a:alpha val="29600"/>
            </a:srgbClr>
          </a:solidFill>
          <a:ln>
            <a:noFill/>
          </a:ln>
        </p:spPr>
      </p:sp>
      <p:sp>
        <p:nvSpPr>
          <p:cNvPr id="24" name="!!circle-1tj"/>
          <p:cNvSpPr/>
          <p:nvPr/>
        </p:nvSpPr>
        <p:spPr>
          <a:xfrm>
            <a:off x="7218752" y="6579357"/>
            <a:ext cx="49733" cy="49733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5" name="!!circle-1tm"/>
          <p:cNvSpPr/>
          <p:nvPr/>
        </p:nvSpPr>
        <p:spPr>
          <a:xfrm>
            <a:off x="6272362" y="2223294"/>
            <a:ext cx="41694" cy="41694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6" name="!!circle-1tp"/>
          <p:cNvSpPr/>
          <p:nvPr/>
        </p:nvSpPr>
        <p:spPr>
          <a:xfrm>
            <a:off x="6781833" y="5623655"/>
            <a:ext cx="31979" cy="31979"/>
          </a:xfrm>
          <a:prstGeom prst="ellipse">
            <a:avLst/>
          </a:prstGeom>
          <a:solidFill>
            <a:srgbClr val="627D8D">
              <a:alpha val="24100"/>
            </a:srgbClr>
          </a:solidFill>
          <a:ln>
            <a:noFill/>
          </a:ln>
        </p:spPr>
      </p:sp>
      <p:sp>
        <p:nvSpPr>
          <p:cNvPr id="27" name="!!circle-1ts"/>
          <p:cNvSpPr/>
          <p:nvPr/>
        </p:nvSpPr>
        <p:spPr>
          <a:xfrm>
            <a:off x="3800409" y="1608524"/>
            <a:ext cx="18085" cy="18085"/>
          </a:xfrm>
          <a:prstGeom prst="ellipse">
            <a:avLst/>
          </a:prstGeom>
          <a:solidFill>
            <a:srgbClr val="627D8D">
              <a:alpha val="10500"/>
            </a:srgbClr>
          </a:solidFill>
          <a:ln>
            <a:noFill/>
          </a:ln>
        </p:spPr>
      </p:sp>
      <p:sp>
        <p:nvSpPr>
          <p:cNvPr id="28" name="!!circle-1tv"/>
          <p:cNvSpPr/>
          <p:nvPr/>
        </p:nvSpPr>
        <p:spPr>
          <a:xfrm>
            <a:off x="7670476" y="74185"/>
            <a:ext cx="38214" cy="38214"/>
          </a:xfrm>
          <a:prstGeom prst="ellipse">
            <a:avLst/>
          </a:prstGeom>
          <a:solidFill>
            <a:srgbClr val="627D8D">
              <a:alpha val="23100"/>
            </a:srgbClr>
          </a:solidFill>
          <a:ln>
            <a:noFill/>
          </a:ln>
        </p:spPr>
      </p:sp>
      <p:sp>
        <p:nvSpPr>
          <p:cNvPr id="29" name="!!circle-1ty"/>
          <p:cNvSpPr/>
          <p:nvPr/>
        </p:nvSpPr>
        <p:spPr>
          <a:xfrm>
            <a:off x="3370582" y="6739265"/>
            <a:ext cx="39243" cy="39243"/>
          </a:xfrm>
          <a:prstGeom prst="ellipse">
            <a:avLst/>
          </a:prstGeom>
          <a:solidFill>
            <a:srgbClr val="627D8D">
              <a:alpha val="27700"/>
            </a:srgbClr>
          </a:solidFill>
          <a:ln>
            <a:noFill/>
          </a:ln>
        </p:spPr>
      </p:sp>
      <p:sp>
        <p:nvSpPr>
          <p:cNvPr id="30" name="!!circle-1u1"/>
          <p:cNvSpPr/>
          <p:nvPr/>
        </p:nvSpPr>
        <p:spPr>
          <a:xfrm>
            <a:off x="1677939" y="6798384"/>
            <a:ext cx="34519" cy="34519"/>
          </a:xfrm>
          <a:prstGeom prst="ellipse">
            <a:avLst/>
          </a:prstGeom>
          <a:solidFill>
            <a:srgbClr val="627D8D">
              <a:alpha val="22500"/>
            </a:srgbClr>
          </a:solidFill>
          <a:ln>
            <a:noFill/>
          </a:ln>
        </p:spPr>
      </p:sp>
      <p:sp>
        <p:nvSpPr>
          <p:cNvPr id="31" name="!!circle-1u4"/>
          <p:cNvSpPr/>
          <p:nvPr/>
        </p:nvSpPr>
        <p:spPr>
          <a:xfrm>
            <a:off x="2546642" y="5550996"/>
            <a:ext cx="46228" cy="46228"/>
          </a:xfrm>
          <a:prstGeom prst="ellipse">
            <a:avLst/>
          </a:prstGeom>
          <a:solidFill>
            <a:srgbClr val="627D8D">
              <a:alpha val="26200"/>
            </a:srgbClr>
          </a:solidFill>
          <a:ln>
            <a:noFill/>
          </a:ln>
        </p:spPr>
      </p:sp>
      <p:sp>
        <p:nvSpPr>
          <p:cNvPr id="32" name="!!circle-1u7"/>
          <p:cNvSpPr/>
          <p:nvPr/>
        </p:nvSpPr>
        <p:spPr>
          <a:xfrm>
            <a:off x="7404262" y="5023016"/>
            <a:ext cx="49327" cy="49327"/>
          </a:xfrm>
          <a:prstGeom prst="ellipse">
            <a:avLst/>
          </a:prstGeom>
          <a:solidFill>
            <a:srgbClr val="627D8D">
              <a:alpha val="20800"/>
            </a:srgbClr>
          </a:solidFill>
          <a:ln>
            <a:noFill/>
          </a:ln>
        </p:spPr>
      </p:sp>
      <p:sp>
        <p:nvSpPr>
          <p:cNvPr id="33" name="!!circle-1ua"/>
          <p:cNvSpPr/>
          <p:nvPr/>
        </p:nvSpPr>
        <p:spPr>
          <a:xfrm>
            <a:off x="9688992" y="5839929"/>
            <a:ext cx="24054" cy="24054"/>
          </a:xfrm>
          <a:prstGeom prst="ellipse">
            <a:avLst/>
          </a:prstGeom>
          <a:solidFill>
            <a:srgbClr val="627D8D">
              <a:alpha val="22200"/>
            </a:srgbClr>
          </a:solidFill>
          <a:ln>
            <a:noFill/>
          </a:ln>
        </p:spPr>
      </p:sp>
      <p:sp>
        <p:nvSpPr>
          <p:cNvPr id="34" name="!!circle-1ud"/>
          <p:cNvSpPr/>
          <p:nvPr/>
        </p:nvSpPr>
        <p:spPr>
          <a:xfrm>
            <a:off x="2179639" y="1700076"/>
            <a:ext cx="32271" cy="32271"/>
          </a:xfrm>
          <a:prstGeom prst="ellipse">
            <a:avLst/>
          </a:prstGeom>
          <a:solidFill>
            <a:srgbClr val="627D8D">
              <a:alpha val="20500"/>
            </a:srgbClr>
          </a:solidFill>
          <a:ln>
            <a:noFill/>
          </a:ln>
        </p:spPr>
      </p:sp>
      <p:sp>
        <p:nvSpPr>
          <p:cNvPr id="35" name="!!circle-1ug"/>
          <p:cNvSpPr/>
          <p:nvPr/>
        </p:nvSpPr>
        <p:spPr>
          <a:xfrm>
            <a:off x="2099269" y="147800"/>
            <a:ext cx="21323" cy="21323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36" name="!!circle-1uj"/>
          <p:cNvSpPr/>
          <p:nvPr/>
        </p:nvSpPr>
        <p:spPr>
          <a:xfrm>
            <a:off x="2109461" y="2756964"/>
            <a:ext cx="34252" cy="34252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37" name="!!circle-1um"/>
          <p:cNvSpPr/>
          <p:nvPr/>
        </p:nvSpPr>
        <p:spPr>
          <a:xfrm>
            <a:off x="9627959" y="4846224"/>
            <a:ext cx="44196" cy="44196"/>
          </a:xfrm>
          <a:prstGeom prst="ellipse">
            <a:avLst/>
          </a:prstGeom>
          <a:solidFill>
            <a:srgbClr val="627D8D">
              <a:alpha val="21700"/>
            </a:srgbClr>
          </a:solidFill>
          <a:ln>
            <a:noFill/>
          </a:ln>
        </p:spPr>
      </p:sp>
      <p:sp>
        <p:nvSpPr>
          <p:cNvPr id="38" name="!!circle-1up"/>
          <p:cNvSpPr/>
          <p:nvPr/>
        </p:nvSpPr>
        <p:spPr>
          <a:xfrm>
            <a:off x="6841422" y="1987220"/>
            <a:ext cx="35192" cy="35192"/>
          </a:xfrm>
          <a:prstGeom prst="ellipse">
            <a:avLst/>
          </a:prstGeom>
          <a:solidFill>
            <a:srgbClr val="627D8D">
              <a:alpha val="27100"/>
            </a:srgbClr>
          </a:solidFill>
          <a:ln>
            <a:noFill/>
          </a:ln>
        </p:spPr>
      </p:sp>
      <p:sp>
        <p:nvSpPr>
          <p:cNvPr id="39" name="!!circle-1us"/>
          <p:cNvSpPr/>
          <p:nvPr/>
        </p:nvSpPr>
        <p:spPr>
          <a:xfrm>
            <a:off x="10060282" y="5648858"/>
            <a:ext cx="43358" cy="43358"/>
          </a:xfrm>
          <a:prstGeom prst="ellipse">
            <a:avLst/>
          </a:prstGeom>
          <a:solidFill>
            <a:srgbClr val="627D8D">
              <a:alpha val="19500"/>
            </a:srgbClr>
          </a:solidFill>
          <a:ln>
            <a:noFill/>
          </a:ln>
        </p:spPr>
      </p:sp>
      <p:sp>
        <p:nvSpPr>
          <p:cNvPr id="40" name="!!circle-1uv"/>
          <p:cNvSpPr/>
          <p:nvPr/>
        </p:nvSpPr>
        <p:spPr>
          <a:xfrm>
            <a:off x="3048715" y="2457947"/>
            <a:ext cx="33528" cy="33528"/>
          </a:xfrm>
          <a:prstGeom prst="ellipse">
            <a:avLst/>
          </a:prstGeom>
          <a:solidFill>
            <a:srgbClr val="627D8D">
              <a:alpha val="28300"/>
            </a:srgbClr>
          </a:solidFill>
          <a:ln>
            <a:noFill/>
          </a:ln>
        </p:spPr>
      </p:sp>
      <p:sp>
        <p:nvSpPr>
          <p:cNvPr id="41" name="!!circle-1uy"/>
          <p:cNvSpPr/>
          <p:nvPr/>
        </p:nvSpPr>
        <p:spPr>
          <a:xfrm>
            <a:off x="6707743" y="2974506"/>
            <a:ext cx="28956" cy="28956"/>
          </a:xfrm>
          <a:prstGeom prst="ellipse">
            <a:avLst/>
          </a:prstGeom>
          <a:solidFill>
            <a:srgbClr val="627D8D">
              <a:alpha val="21800"/>
            </a:srgbClr>
          </a:solidFill>
          <a:ln>
            <a:noFill/>
          </a:ln>
        </p:spPr>
      </p:sp>
      <p:sp>
        <p:nvSpPr>
          <p:cNvPr id="42" name="!!circle-1v1"/>
          <p:cNvSpPr/>
          <p:nvPr/>
        </p:nvSpPr>
        <p:spPr>
          <a:xfrm>
            <a:off x="6954718" y="6735473"/>
            <a:ext cx="45555" cy="45555"/>
          </a:xfrm>
          <a:prstGeom prst="ellipse">
            <a:avLst/>
          </a:prstGeom>
          <a:solidFill>
            <a:srgbClr val="627D8D">
              <a:alpha val="20900"/>
            </a:srgbClr>
          </a:solidFill>
          <a:ln>
            <a:noFill/>
          </a:ln>
        </p:spPr>
      </p:sp>
      <p:sp>
        <p:nvSpPr>
          <p:cNvPr id="43" name="!!circle-1v4"/>
          <p:cNvSpPr/>
          <p:nvPr/>
        </p:nvSpPr>
        <p:spPr>
          <a:xfrm>
            <a:off x="11331526" y="3751300"/>
            <a:ext cx="39484" cy="39484"/>
          </a:xfrm>
          <a:prstGeom prst="ellipse">
            <a:avLst/>
          </a:prstGeom>
          <a:solidFill>
            <a:srgbClr val="627D8D">
              <a:alpha val="13600"/>
            </a:srgbClr>
          </a:solidFill>
          <a:ln>
            <a:noFill/>
          </a:ln>
        </p:spPr>
      </p:sp>
      <p:sp>
        <p:nvSpPr>
          <p:cNvPr id="44" name="!!circle-1v7"/>
          <p:cNvSpPr/>
          <p:nvPr/>
        </p:nvSpPr>
        <p:spPr>
          <a:xfrm>
            <a:off x="7418865" y="5853210"/>
            <a:ext cx="30455" cy="30455"/>
          </a:xfrm>
          <a:prstGeom prst="ellipse">
            <a:avLst/>
          </a:prstGeom>
          <a:solidFill>
            <a:srgbClr val="627D8D">
              <a:alpha val="16500"/>
            </a:srgbClr>
          </a:solidFill>
          <a:ln>
            <a:noFill/>
          </a:ln>
        </p:spPr>
      </p:sp>
      <p:sp>
        <p:nvSpPr>
          <p:cNvPr id="45" name="!!circle-1va"/>
          <p:cNvSpPr/>
          <p:nvPr/>
        </p:nvSpPr>
        <p:spPr>
          <a:xfrm>
            <a:off x="8912551" y="6599215"/>
            <a:ext cx="28257" cy="28257"/>
          </a:xfrm>
          <a:prstGeom prst="ellipse">
            <a:avLst/>
          </a:prstGeom>
          <a:solidFill>
            <a:srgbClr val="627D8D">
              <a:alpha val="15700"/>
            </a:srgbClr>
          </a:solidFill>
          <a:ln>
            <a:noFill/>
          </a:ln>
        </p:spPr>
      </p:sp>
      <p:sp>
        <p:nvSpPr>
          <p:cNvPr id="46" name="!!circle-1vd"/>
          <p:cNvSpPr/>
          <p:nvPr/>
        </p:nvSpPr>
        <p:spPr>
          <a:xfrm>
            <a:off x="11270731" y="5352465"/>
            <a:ext cx="45149" cy="45149"/>
          </a:xfrm>
          <a:prstGeom prst="ellipse">
            <a:avLst/>
          </a:prstGeom>
          <a:solidFill>
            <a:srgbClr val="627D8D">
              <a:alpha val="31200"/>
            </a:srgbClr>
          </a:solidFill>
          <a:ln>
            <a:noFill/>
          </a:ln>
        </p:spPr>
      </p:sp>
      <p:sp>
        <p:nvSpPr>
          <p:cNvPr id="47" name="!!circle-1vg"/>
          <p:cNvSpPr/>
          <p:nvPr/>
        </p:nvSpPr>
        <p:spPr>
          <a:xfrm>
            <a:off x="3430338" y="3671520"/>
            <a:ext cx="30696" cy="30696"/>
          </a:xfrm>
          <a:prstGeom prst="ellipse">
            <a:avLst/>
          </a:prstGeom>
          <a:solidFill>
            <a:srgbClr val="627D8D">
              <a:alpha val="25700"/>
            </a:srgbClr>
          </a:solidFill>
          <a:ln>
            <a:noFill/>
          </a:ln>
        </p:spPr>
      </p:sp>
      <p:sp>
        <p:nvSpPr>
          <p:cNvPr id="48" name="!!circle-1vj"/>
          <p:cNvSpPr/>
          <p:nvPr/>
        </p:nvSpPr>
        <p:spPr>
          <a:xfrm>
            <a:off x="8826842" y="4237503"/>
            <a:ext cx="37401" cy="37401"/>
          </a:xfrm>
          <a:prstGeom prst="ellipse">
            <a:avLst/>
          </a:prstGeom>
          <a:solidFill>
            <a:srgbClr val="627D8D">
              <a:alpha val="16000"/>
            </a:srgbClr>
          </a:solidFill>
          <a:ln>
            <a:noFill/>
          </a:ln>
        </p:spPr>
      </p:sp>
      <p:sp>
        <p:nvSpPr>
          <p:cNvPr id="49" name="!!circle-1vm"/>
          <p:cNvSpPr/>
          <p:nvPr/>
        </p:nvSpPr>
        <p:spPr>
          <a:xfrm>
            <a:off x="1689171" y="4934016"/>
            <a:ext cx="33096" cy="33096"/>
          </a:xfrm>
          <a:prstGeom prst="ellipse">
            <a:avLst/>
          </a:prstGeom>
          <a:solidFill>
            <a:srgbClr val="627D8D">
              <a:alpha val="22300"/>
            </a:srgbClr>
          </a:solidFill>
          <a:ln>
            <a:noFill/>
          </a:ln>
        </p:spPr>
      </p:sp>
      <p:sp>
        <p:nvSpPr>
          <p:cNvPr id="50" name="!!circle-1vp"/>
          <p:cNvSpPr/>
          <p:nvPr/>
        </p:nvSpPr>
        <p:spPr>
          <a:xfrm>
            <a:off x="11608530" y="1036263"/>
            <a:ext cx="21145" cy="21145"/>
          </a:xfrm>
          <a:prstGeom prst="ellipse">
            <a:avLst/>
          </a:prstGeom>
          <a:solidFill>
            <a:srgbClr val="627D8D">
              <a:alpha val="16300"/>
            </a:srgbClr>
          </a:solidFill>
          <a:ln>
            <a:noFill/>
          </a:ln>
        </p:spPr>
      </p:sp>
      <p:sp>
        <p:nvSpPr>
          <p:cNvPr id="51" name="!!circle-1vs"/>
          <p:cNvSpPr/>
          <p:nvPr/>
        </p:nvSpPr>
        <p:spPr>
          <a:xfrm>
            <a:off x="11077761" y="5858294"/>
            <a:ext cx="35281" cy="35281"/>
          </a:xfrm>
          <a:prstGeom prst="ellipse">
            <a:avLst/>
          </a:prstGeom>
          <a:solidFill>
            <a:srgbClr val="627D8D">
              <a:alpha val="30000"/>
            </a:srgbClr>
          </a:solidFill>
          <a:ln>
            <a:noFill/>
          </a:ln>
        </p:spPr>
      </p:sp>
      <p:sp>
        <p:nvSpPr>
          <p:cNvPr id="52" name="!!text-27j" descr="受訪者期待的解決方式"/>
          <p:cNvSpPr txBox="1"/>
          <p:nvPr/>
        </p:nvSpPr>
        <p:spPr>
          <a:xfrm>
            <a:off x="5114257" y="1561098"/>
            <a:ext cx="2022391" cy="28431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546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受訪者期待的解決方式</a:t>
            </a:r>
            <a:endParaRPr lang="zh-TW" sz="1546"/>
          </a:p>
        </p:txBody>
      </p:sp>
      <p:sp>
        <p:nvSpPr>
          <p:cNvPr id="53" name="!!circle-280"/>
          <p:cNvSpPr/>
          <p:nvPr/>
        </p:nvSpPr>
        <p:spPr>
          <a:xfrm>
            <a:off x="3608917" y="2181559"/>
            <a:ext cx="523596" cy="523596"/>
          </a:xfrm>
          <a:prstGeom prst="ellipse">
            <a:avLst/>
          </a:prstGeom>
          <a:solidFill>
            <a:srgbClr val="627D8D">
              <a:alpha val="12000"/>
            </a:srgbClr>
          </a:solidFill>
          <a:ln>
            <a:noFill/>
          </a:ln>
        </p:spPr>
      </p:sp>
      <p:sp>
        <p:nvSpPr>
          <p:cNvPr id="54" name="!!path-281"/>
          <p:cNvSpPr/>
          <p:nvPr/>
        </p:nvSpPr>
        <p:spPr>
          <a:xfrm>
            <a:off x="3750720" y="2347356"/>
            <a:ext cx="239938" cy="191950"/>
          </a:xfrm>
          <a:custGeom>
            <a:avLst/>
            <a:gdLst/>
            <a:ahLst/>
            <a:cxnLst/>
            <a:rect l="l" t="t" r="r" b="b"/>
            <a:pathLst>
              <a:path w="239938" h="191950">
                <a:moveTo>
                  <a:pt x="0" y="191950"/>
                </a:moveTo>
                <a:lnTo>
                  <a:pt x="239938" y="191950"/>
                </a:lnTo>
                <a:lnTo>
                  <a:pt x="239938" y="143963"/>
                </a:lnTo>
                <a:lnTo>
                  <a:pt x="0" y="143963"/>
                </a:lnTo>
                <a:lnTo>
                  <a:pt x="0" y="191950"/>
                </a:lnTo>
                <a:close/>
                <a:moveTo>
                  <a:pt x="23994" y="155960"/>
                </a:moveTo>
                <a:lnTo>
                  <a:pt x="47988" y="155960"/>
                </a:lnTo>
                <a:lnTo>
                  <a:pt x="47988" y="179954"/>
                </a:lnTo>
                <a:lnTo>
                  <a:pt x="23994" y="179954"/>
                </a:lnTo>
                <a:lnTo>
                  <a:pt x="23994" y="155960"/>
                </a:lnTo>
                <a:close/>
                <a:moveTo>
                  <a:pt x="0" y="0"/>
                </a:moveTo>
                <a:lnTo>
                  <a:pt x="0" y="47988"/>
                </a:lnTo>
                <a:lnTo>
                  <a:pt x="239938" y="47988"/>
                </a:lnTo>
                <a:lnTo>
                  <a:pt x="239938" y="0"/>
                </a:lnTo>
                <a:lnTo>
                  <a:pt x="0" y="0"/>
                </a:lnTo>
                <a:close/>
                <a:moveTo>
                  <a:pt x="47988" y="35991"/>
                </a:moveTo>
                <a:lnTo>
                  <a:pt x="23994" y="35991"/>
                </a:lnTo>
                <a:lnTo>
                  <a:pt x="23994" y="11997"/>
                </a:lnTo>
                <a:lnTo>
                  <a:pt x="47988" y="11997"/>
                </a:lnTo>
                <a:lnTo>
                  <a:pt x="47988" y="35991"/>
                </a:lnTo>
                <a:close/>
                <a:moveTo>
                  <a:pt x="0" y="119969"/>
                </a:moveTo>
                <a:lnTo>
                  <a:pt x="239938" y="119969"/>
                </a:lnTo>
                <a:lnTo>
                  <a:pt x="239938" y="71981"/>
                </a:lnTo>
                <a:lnTo>
                  <a:pt x="0" y="71981"/>
                </a:lnTo>
                <a:lnTo>
                  <a:pt x="0" y="119969"/>
                </a:lnTo>
                <a:close/>
                <a:moveTo>
                  <a:pt x="23994" y="83978"/>
                </a:moveTo>
                <a:lnTo>
                  <a:pt x="47988" y="83978"/>
                </a:lnTo>
                <a:lnTo>
                  <a:pt x="47988" y="107972"/>
                </a:lnTo>
                <a:lnTo>
                  <a:pt x="23994" y="107972"/>
                </a:lnTo>
                <a:lnTo>
                  <a:pt x="23994" y="83978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55" name="!!text-286" descr="交易方式"/>
          <p:cNvSpPr txBox="1"/>
          <p:nvPr/>
        </p:nvSpPr>
        <p:spPr>
          <a:xfrm>
            <a:off x="3528283" y="2915642"/>
            <a:ext cx="731988" cy="2274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37" b="1" kern="0" spc="148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交易方</a:t>
            </a:r>
            <a:r>
              <a:rPr lang="zh-TW" altLang="en-US" sz="1237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式</a:t>
            </a:r>
            <a:endParaRPr lang="zh-TW" sz="1237"/>
          </a:p>
        </p:txBody>
      </p:sp>
      <p:sp>
        <p:nvSpPr>
          <p:cNvPr id="56" name="!!text-29d" descr="5"/>
          <p:cNvSpPr txBox="1"/>
          <p:nvPr/>
        </p:nvSpPr>
        <p:spPr>
          <a:xfrm>
            <a:off x="2272633" y="2974808"/>
            <a:ext cx="975460" cy="170587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276" kern="0" dirty="0">
                <a:solidFill>
                  <a:srgbClr val="151E27"/>
                </a:solidFill>
                <a:latin typeface="Noto Sans TC ExtraLight"/>
                <a:ea typeface="Noto Sans TC ExtraLight"/>
                <a:cs typeface="Noto Sans TC ExtraLight"/>
              </a:rPr>
              <a:t>5</a:t>
            </a:r>
            <a:endParaRPr lang="zh-TW" sz="9276"/>
          </a:p>
        </p:txBody>
      </p:sp>
      <p:sp>
        <p:nvSpPr>
          <p:cNvPr id="57" name="!!text-2a5" descr="1"/>
          <p:cNvSpPr txBox="1"/>
          <p:nvPr/>
        </p:nvSpPr>
        <p:spPr>
          <a:xfrm>
            <a:off x="2894666" y="2974808"/>
            <a:ext cx="975460" cy="170587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276" kern="0" dirty="0">
                <a:solidFill>
                  <a:srgbClr val="151E27"/>
                </a:solidFill>
                <a:latin typeface="Noto Sans TC ExtraLight"/>
                <a:ea typeface="Noto Sans TC ExtraLight"/>
                <a:cs typeface="Noto Sans TC ExtraLight"/>
              </a:rPr>
              <a:t>1</a:t>
            </a:r>
            <a:endParaRPr lang="zh-TW" sz="9276"/>
          </a:p>
        </p:txBody>
      </p:sp>
      <p:sp>
        <p:nvSpPr>
          <p:cNvPr id="58" name="!!text-2a9" descr="."/>
          <p:cNvSpPr txBox="1"/>
          <p:nvPr/>
        </p:nvSpPr>
        <p:spPr>
          <a:xfrm>
            <a:off x="3516698" y="2974808"/>
            <a:ext cx="637348" cy="170587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276" kern="0" dirty="0">
                <a:solidFill>
                  <a:srgbClr val="151E27"/>
                </a:solidFill>
                <a:latin typeface="Noto Sans TC ExtraLight"/>
                <a:ea typeface="Noto Sans TC ExtraLight"/>
                <a:cs typeface="Noto Sans TC ExtraLight"/>
              </a:rPr>
              <a:t>.</a:t>
            </a:r>
            <a:endParaRPr lang="zh-TW" sz="9276"/>
          </a:p>
        </p:txBody>
      </p:sp>
      <p:sp>
        <p:nvSpPr>
          <p:cNvPr id="59" name="!!text-2b7" descr="4"/>
          <p:cNvSpPr txBox="1"/>
          <p:nvPr/>
        </p:nvSpPr>
        <p:spPr>
          <a:xfrm>
            <a:off x="3800619" y="2974808"/>
            <a:ext cx="975460" cy="170587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276" kern="0" dirty="0">
                <a:solidFill>
                  <a:srgbClr val="151E27"/>
                </a:solidFill>
                <a:latin typeface="Noto Sans TC ExtraLight"/>
                <a:ea typeface="Noto Sans TC ExtraLight"/>
                <a:cs typeface="Noto Sans TC ExtraLight"/>
              </a:rPr>
              <a:t>4</a:t>
            </a:r>
            <a:endParaRPr lang="zh-TW" sz="9276"/>
          </a:p>
        </p:txBody>
      </p:sp>
      <p:sp>
        <p:nvSpPr>
          <p:cNvPr id="60" name="!!text-2bb" descr="%"/>
          <p:cNvSpPr txBox="1"/>
          <p:nvPr/>
        </p:nvSpPr>
        <p:spPr>
          <a:xfrm>
            <a:off x="4422651" y="2974808"/>
            <a:ext cx="1399573" cy="170587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276" kern="0" dirty="0">
                <a:solidFill>
                  <a:srgbClr val="151E27"/>
                </a:solidFill>
                <a:latin typeface="Noto Sans TC ExtraLight"/>
                <a:ea typeface="Noto Sans TC ExtraLight"/>
                <a:cs typeface="Noto Sans TC ExtraLight"/>
              </a:rPr>
              <a:t>%</a:t>
            </a:r>
            <a:endParaRPr lang="zh-TW" sz="9276"/>
          </a:p>
        </p:txBody>
      </p:sp>
      <p:sp>
        <p:nvSpPr>
          <p:cNvPr id="61" name="!!text-2bh" descr="傾向使用實體儲物櫃"/>
          <p:cNvSpPr txBox="1"/>
          <p:nvPr/>
        </p:nvSpPr>
        <p:spPr>
          <a:xfrm>
            <a:off x="2987146" y="4637227"/>
            <a:ext cx="1826043" cy="28431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546" kern="0" dirty="0">
                <a:solidFill>
                  <a:srgbClr val="3F4A54"/>
                </a:solidFill>
                <a:latin typeface="Noto Sans TC Medium"/>
                <a:ea typeface="Noto Sans TC Medium"/>
                <a:cs typeface="Noto Sans TC Medium"/>
              </a:rPr>
              <a:t>傾向使用實體儲物櫃</a:t>
            </a:r>
            <a:endParaRPr lang="zh-TW" sz="1546"/>
          </a:p>
        </p:txBody>
      </p:sp>
      <p:sp>
        <p:nvSpPr>
          <p:cNvPr id="62" name="!!circle-2bx"/>
          <p:cNvSpPr/>
          <p:nvPr/>
        </p:nvSpPr>
        <p:spPr>
          <a:xfrm>
            <a:off x="8059487" y="2181559"/>
            <a:ext cx="523596" cy="523596"/>
          </a:xfrm>
          <a:prstGeom prst="ellipse">
            <a:avLst/>
          </a:prstGeom>
          <a:solidFill>
            <a:srgbClr val="627D8D">
              <a:alpha val="12000"/>
            </a:srgbClr>
          </a:solidFill>
          <a:ln>
            <a:noFill/>
          </a:ln>
        </p:spPr>
      </p:sp>
      <p:sp>
        <p:nvSpPr>
          <p:cNvPr id="63" name="!!path-2by"/>
          <p:cNvSpPr/>
          <p:nvPr/>
        </p:nvSpPr>
        <p:spPr>
          <a:xfrm>
            <a:off x="8201290" y="2323362"/>
            <a:ext cx="239938" cy="239938"/>
          </a:xfrm>
          <a:custGeom>
            <a:avLst/>
            <a:gdLst/>
            <a:ahLst/>
            <a:cxnLst/>
            <a:rect l="l" t="t" r="r" b="b"/>
            <a:pathLst>
              <a:path w="239938" h="239938">
                <a:moveTo>
                  <a:pt x="119849" y="0"/>
                </a:moveTo>
                <a:cubicBezTo>
                  <a:pt x="53626" y="0"/>
                  <a:pt x="0" y="53746"/>
                  <a:pt x="0" y="119969"/>
                </a:cubicBezTo>
                <a:cubicBezTo>
                  <a:pt x="0" y="186192"/>
                  <a:pt x="53626" y="239938"/>
                  <a:pt x="119849" y="239938"/>
                </a:cubicBezTo>
                <a:cubicBezTo>
                  <a:pt x="186192" y="239938"/>
                  <a:pt x="239938" y="186192"/>
                  <a:pt x="239938" y="119969"/>
                </a:cubicBezTo>
                <a:cubicBezTo>
                  <a:pt x="239938" y="53746"/>
                  <a:pt x="186192" y="0"/>
                  <a:pt x="119849" y="0"/>
                </a:cubicBezTo>
                <a:close/>
                <a:moveTo>
                  <a:pt x="119969" y="215944"/>
                </a:moveTo>
                <a:cubicBezTo>
                  <a:pt x="66943" y="215944"/>
                  <a:pt x="23994" y="172995"/>
                  <a:pt x="23994" y="119969"/>
                </a:cubicBezTo>
                <a:cubicBezTo>
                  <a:pt x="23994" y="66943"/>
                  <a:pt x="66943" y="23994"/>
                  <a:pt x="119969" y="23994"/>
                </a:cubicBezTo>
                <a:cubicBezTo>
                  <a:pt x="172995" y="23994"/>
                  <a:pt x="215944" y="66943"/>
                  <a:pt x="215944" y="119969"/>
                </a:cubicBezTo>
                <a:cubicBezTo>
                  <a:pt x="215944" y="172995"/>
                  <a:pt x="172995" y="215944"/>
                  <a:pt x="119969" y="215944"/>
                </a:cubicBezTo>
                <a:close/>
                <a:moveTo>
                  <a:pt x="125967" y="59985"/>
                </a:moveTo>
                <a:lnTo>
                  <a:pt x="107972" y="59985"/>
                </a:lnTo>
                <a:lnTo>
                  <a:pt x="107972" y="131966"/>
                </a:lnTo>
                <a:lnTo>
                  <a:pt x="170956" y="169756"/>
                </a:lnTo>
                <a:lnTo>
                  <a:pt x="179954" y="155000"/>
                </a:lnTo>
                <a:lnTo>
                  <a:pt x="125967" y="122968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64" name="!!text-2c3" descr="書櫃功能"/>
          <p:cNvSpPr txBox="1"/>
          <p:nvPr/>
        </p:nvSpPr>
        <p:spPr>
          <a:xfrm>
            <a:off x="7978853" y="2915642"/>
            <a:ext cx="731988" cy="2274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37" b="1" kern="0" spc="148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書櫃功</a:t>
            </a:r>
            <a:r>
              <a:rPr lang="zh-TW" altLang="en-US" sz="1237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能</a:t>
            </a:r>
            <a:endParaRPr lang="zh-TW" sz="1237"/>
          </a:p>
        </p:txBody>
      </p:sp>
      <p:sp>
        <p:nvSpPr>
          <p:cNvPr id="65" name="!!text-2da" descr="5"/>
          <p:cNvSpPr txBox="1"/>
          <p:nvPr/>
        </p:nvSpPr>
        <p:spPr>
          <a:xfrm>
            <a:off x="6723203" y="2974808"/>
            <a:ext cx="975460" cy="170587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276" kern="0" dirty="0">
                <a:solidFill>
                  <a:srgbClr val="151E27"/>
                </a:solidFill>
                <a:latin typeface="Noto Sans TC ExtraLight"/>
                <a:ea typeface="Noto Sans TC ExtraLight"/>
                <a:cs typeface="Noto Sans TC ExtraLight"/>
              </a:rPr>
              <a:t>5</a:t>
            </a:r>
            <a:endParaRPr lang="zh-TW" sz="9276"/>
          </a:p>
        </p:txBody>
      </p:sp>
      <p:sp>
        <p:nvSpPr>
          <p:cNvPr id="66" name="!!text-2ee" descr="7"/>
          <p:cNvSpPr txBox="1"/>
          <p:nvPr/>
        </p:nvSpPr>
        <p:spPr>
          <a:xfrm>
            <a:off x="7345236" y="2974808"/>
            <a:ext cx="975460" cy="170587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276" kern="0" dirty="0">
                <a:solidFill>
                  <a:srgbClr val="151E27"/>
                </a:solidFill>
                <a:latin typeface="Noto Sans TC ExtraLight"/>
                <a:ea typeface="Noto Sans TC ExtraLight"/>
                <a:cs typeface="Noto Sans TC ExtraLight"/>
              </a:rPr>
              <a:t>7</a:t>
            </a:r>
            <a:endParaRPr lang="zh-TW" sz="9276"/>
          </a:p>
        </p:txBody>
      </p:sp>
      <p:sp>
        <p:nvSpPr>
          <p:cNvPr id="67" name="!!text-2ei" descr="."/>
          <p:cNvSpPr txBox="1"/>
          <p:nvPr/>
        </p:nvSpPr>
        <p:spPr>
          <a:xfrm>
            <a:off x="7967268" y="2974808"/>
            <a:ext cx="637348" cy="170587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276" kern="0" dirty="0">
                <a:solidFill>
                  <a:srgbClr val="151E27"/>
                </a:solidFill>
                <a:latin typeface="Noto Sans TC ExtraLight"/>
                <a:ea typeface="Noto Sans TC ExtraLight"/>
                <a:cs typeface="Noto Sans TC ExtraLight"/>
              </a:rPr>
              <a:t>.</a:t>
            </a:r>
            <a:endParaRPr lang="zh-TW" sz="9276"/>
          </a:p>
        </p:txBody>
      </p:sp>
      <p:sp>
        <p:nvSpPr>
          <p:cNvPr id="68" name="!!text-2fg" descr="4"/>
          <p:cNvSpPr txBox="1"/>
          <p:nvPr/>
        </p:nvSpPr>
        <p:spPr>
          <a:xfrm>
            <a:off x="8251189" y="2974808"/>
            <a:ext cx="975460" cy="170587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276" kern="0" dirty="0">
                <a:solidFill>
                  <a:srgbClr val="151E27"/>
                </a:solidFill>
                <a:latin typeface="Noto Sans TC ExtraLight"/>
                <a:ea typeface="Noto Sans TC ExtraLight"/>
                <a:cs typeface="Noto Sans TC ExtraLight"/>
              </a:rPr>
              <a:t>4</a:t>
            </a:r>
            <a:endParaRPr lang="zh-TW" sz="9276"/>
          </a:p>
        </p:txBody>
      </p:sp>
      <p:sp>
        <p:nvSpPr>
          <p:cNvPr id="69" name="!!text-2fk" descr="%"/>
          <p:cNvSpPr txBox="1"/>
          <p:nvPr/>
        </p:nvSpPr>
        <p:spPr>
          <a:xfrm>
            <a:off x="8873221" y="2974808"/>
            <a:ext cx="1399573" cy="170587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276" kern="0" dirty="0">
                <a:solidFill>
                  <a:srgbClr val="151E27"/>
                </a:solidFill>
                <a:latin typeface="Noto Sans TC ExtraLight"/>
                <a:ea typeface="Noto Sans TC ExtraLight"/>
                <a:cs typeface="Noto Sans TC ExtraLight"/>
              </a:rPr>
              <a:t>%</a:t>
            </a:r>
            <a:endParaRPr lang="zh-TW" sz="9276"/>
          </a:p>
        </p:txBody>
      </p:sp>
      <p:sp>
        <p:nvSpPr>
          <p:cNvPr id="70" name="!!text-2fq" descr="最看重 24 小時自助存取"/>
          <p:cNvSpPr txBox="1"/>
          <p:nvPr/>
        </p:nvSpPr>
        <p:spPr>
          <a:xfrm>
            <a:off x="7281619" y="4637227"/>
            <a:ext cx="2138237" cy="28431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546" kern="0" dirty="0">
                <a:solidFill>
                  <a:srgbClr val="3F4A54"/>
                </a:solidFill>
                <a:latin typeface="Noto Sans TC Medium"/>
                <a:ea typeface="Noto Sans TC Medium"/>
                <a:cs typeface="Noto Sans TC Medium"/>
              </a:rPr>
              <a:t>最看重 24 小時自助存取</a:t>
            </a:r>
            <a:endParaRPr lang="zh-TW" sz="1546"/>
          </a:p>
        </p:txBody>
      </p:sp>
      <p:sp>
        <p:nvSpPr>
          <p:cNvPr id="71" name="!!text-2g6" descr="資料來源：本專題「二手書籍交易行為與市場需求調查」，498 份有效問卷。"/>
          <p:cNvSpPr txBox="1"/>
          <p:nvPr/>
        </p:nvSpPr>
        <p:spPr>
          <a:xfrm>
            <a:off x="3728172" y="6334203"/>
            <a:ext cx="4778852" cy="20849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34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資料來源：本專</a:t>
            </a:r>
            <a:r>
              <a:rPr lang="zh-TW" altLang="en-US" sz="1134" kern="0" spc="-567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題</a:t>
            </a:r>
            <a:r>
              <a:rPr lang="zh-TW" altLang="en-US" sz="1134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「二手書籍交易行為與市場需求調查</a:t>
            </a:r>
            <a:r>
              <a:rPr lang="zh-TW" altLang="en-US" sz="1134" kern="0" spc="-567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」</a:t>
            </a:r>
            <a:r>
              <a:rPr lang="zh-TW" altLang="en-US" sz="1134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，498 份有效問卷。</a:t>
            </a:r>
            <a:endParaRPr lang="zh-TW" sz="1134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fast" p14:dur="3100" advTm="300">
        <p159:morph option="byObject"/>
      </p:transition>
    </mc:Choice>
    <mc:Fallback>
      <p:transition spd="fast" advTm="30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11.6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rect-1q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7"/>
          </a:solidFill>
          <a:ln>
            <a:noFill/>
          </a:ln>
        </p:spPr>
      </p:sp>
      <p:sp>
        <p:nvSpPr>
          <p:cNvPr id="3" name="!!ellipse-1q2"/>
          <p:cNvSpPr/>
          <p:nvPr/>
        </p:nvSpPr>
        <p:spPr>
          <a:xfrm>
            <a:off x="-889000" y="-952500"/>
            <a:ext cx="13970000" cy="7874000"/>
          </a:xfrm>
          <a:prstGeom prst="ellipse">
            <a:avLst/>
          </a:prstGeom>
          <a:gradFill rotWithShape="1">
            <a:gsLst>
              <a:gs pos="0">
                <a:srgbClr val="FFFFFF">
                  <a:alpha val="95000"/>
                </a:srgbClr>
              </a:gs>
              <a:gs pos="40865">
                <a:srgbClr val="FFFFFF">
                  <a:alpha val="35000"/>
                </a:srgbClr>
              </a:gs>
              <a:gs pos="68108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!!rect-1q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P1"/>
            <a:srcRect/>
            <a:tile tx="204725" ty="155347" sx="16667" sy="16667" flip="none" algn="tl"/>
          </a:blipFill>
          <a:ln>
            <a:noFill/>
          </a:ln>
        </p:spPr>
      </p:sp>
      <p:sp>
        <p:nvSpPr>
          <p:cNvPr id="5" name="!!circle-1qb"/>
          <p:cNvSpPr/>
          <p:nvPr/>
        </p:nvSpPr>
        <p:spPr>
          <a:xfrm>
            <a:off x="582629" y="4067011"/>
            <a:ext cx="2046732" cy="2046732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" name="!!circle-1qg"/>
          <p:cNvSpPr/>
          <p:nvPr/>
        </p:nvSpPr>
        <p:spPr>
          <a:xfrm>
            <a:off x="3444948" y="5872316"/>
            <a:ext cx="1987309" cy="1987309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7" name="!!circle-1rf"/>
          <p:cNvSpPr/>
          <p:nvPr/>
        </p:nvSpPr>
        <p:spPr>
          <a:xfrm>
            <a:off x="1514085" y="4907814"/>
            <a:ext cx="1614653" cy="1614653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8" name="!!circle-1ro"/>
          <p:cNvSpPr/>
          <p:nvPr/>
        </p:nvSpPr>
        <p:spPr>
          <a:xfrm>
            <a:off x="6061841" y="6018747"/>
            <a:ext cx="1641335" cy="1641335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9" name="!!circle-1rq"/>
          <p:cNvSpPr/>
          <p:nvPr/>
        </p:nvSpPr>
        <p:spPr>
          <a:xfrm>
            <a:off x="-237372" y="2576710"/>
            <a:ext cx="1404252" cy="1404252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0" name="!!circle-1sg"/>
          <p:cNvSpPr/>
          <p:nvPr/>
        </p:nvSpPr>
        <p:spPr>
          <a:xfrm>
            <a:off x="-217109" y="1916774"/>
            <a:ext cx="1615783" cy="1615783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1" name="!!rect-1sh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5F7">
                  <a:alpha val="0"/>
                </a:srgbClr>
              </a:gs>
              <a:gs pos="20428">
                <a:srgbClr val="F3F5F7">
                  <a:alpha val="0"/>
                </a:srgbClr>
              </a:gs>
              <a:gs pos="66730">
                <a:srgbClr val="F3F5F7"/>
              </a:gs>
              <a:gs pos="100000">
                <a:srgbClr val="F3F5F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2" name="!!circle-1sj"/>
          <p:cNvSpPr/>
          <p:nvPr/>
        </p:nvSpPr>
        <p:spPr>
          <a:xfrm>
            <a:off x="117310" y="393122"/>
            <a:ext cx="50038" cy="50038"/>
          </a:xfrm>
          <a:prstGeom prst="ellipse">
            <a:avLst/>
          </a:prstGeom>
          <a:solidFill>
            <a:srgbClr val="627D8D">
              <a:alpha val="25400"/>
            </a:srgbClr>
          </a:solidFill>
          <a:ln>
            <a:noFill/>
          </a:ln>
        </p:spPr>
      </p:sp>
      <p:sp>
        <p:nvSpPr>
          <p:cNvPr id="13" name="!!circle-1sm"/>
          <p:cNvSpPr/>
          <p:nvPr/>
        </p:nvSpPr>
        <p:spPr>
          <a:xfrm>
            <a:off x="5664920" y="1622697"/>
            <a:ext cx="36055" cy="36055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14" name="!!circle-1sp"/>
          <p:cNvSpPr/>
          <p:nvPr/>
        </p:nvSpPr>
        <p:spPr>
          <a:xfrm>
            <a:off x="9303776" y="3538097"/>
            <a:ext cx="24295" cy="24295"/>
          </a:xfrm>
          <a:prstGeom prst="ellipse">
            <a:avLst/>
          </a:prstGeom>
          <a:solidFill>
            <a:srgbClr val="627D8D">
              <a:alpha val="18100"/>
            </a:srgbClr>
          </a:solidFill>
          <a:ln>
            <a:noFill/>
          </a:ln>
        </p:spPr>
      </p:sp>
      <p:sp>
        <p:nvSpPr>
          <p:cNvPr id="15" name="!!circle-1ss"/>
          <p:cNvSpPr/>
          <p:nvPr/>
        </p:nvSpPr>
        <p:spPr>
          <a:xfrm>
            <a:off x="3598467" y="6689626"/>
            <a:ext cx="25959" cy="25959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16" name="!!circle-1sv"/>
          <p:cNvSpPr/>
          <p:nvPr/>
        </p:nvSpPr>
        <p:spPr>
          <a:xfrm>
            <a:off x="1869119" y="1974173"/>
            <a:ext cx="35878" cy="35878"/>
          </a:xfrm>
          <a:prstGeom prst="ellipse">
            <a:avLst/>
          </a:prstGeom>
          <a:solidFill>
            <a:srgbClr val="627D8D">
              <a:alpha val="26800"/>
            </a:srgbClr>
          </a:solidFill>
          <a:ln>
            <a:noFill/>
          </a:ln>
        </p:spPr>
      </p:sp>
      <p:sp>
        <p:nvSpPr>
          <p:cNvPr id="17" name="!!circle-1sy"/>
          <p:cNvSpPr/>
          <p:nvPr/>
        </p:nvSpPr>
        <p:spPr>
          <a:xfrm>
            <a:off x="6732395" y="4235403"/>
            <a:ext cx="40234" cy="40234"/>
          </a:xfrm>
          <a:prstGeom prst="ellipse">
            <a:avLst/>
          </a:prstGeom>
          <a:solidFill>
            <a:srgbClr val="627D8D">
              <a:alpha val="31300"/>
            </a:srgbClr>
          </a:solidFill>
          <a:ln>
            <a:noFill/>
          </a:ln>
        </p:spPr>
      </p:sp>
      <p:sp>
        <p:nvSpPr>
          <p:cNvPr id="18" name="!!circle-1t1"/>
          <p:cNvSpPr/>
          <p:nvPr/>
        </p:nvSpPr>
        <p:spPr>
          <a:xfrm>
            <a:off x="10076769" y="256387"/>
            <a:ext cx="23559" cy="23559"/>
          </a:xfrm>
          <a:prstGeom prst="ellipse">
            <a:avLst/>
          </a:prstGeom>
          <a:solidFill>
            <a:srgbClr val="627D8D">
              <a:alpha val="17900"/>
            </a:srgbClr>
          </a:solidFill>
          <a:ln>
            <a:noFill/>
          </a:ln>
        </p:spPr>
      </p:sp>
      <p:sp>
        <p:nvSpPr>
          <p:cNvPr id="19" name="!!circle-1t4"/>
          <p:cNvSpPr/>
          <p:nvPr/>
        </p:nvSpPr>
        <p:spPr>
          <a:xfrm>
            <a:off x="1060979" y="5245721"/>
            <a:ext cx="29959" cy="29959"/>
          </a:xfrm>
          <a:prstGeom prst="ellipse">
            <a:avLst/>
          </a:prstGeom>
          <a:solidFill>
            <a:srgbClr val="627D8D">
              <a:alpha val="19400"/>
            </a:srgbClr>
          </a:solidFill>
          <a:ln>
            <a:noFill/>
          </a:ln>
        </p:spPr>
      </p:sp>
      <p:sp>
        <p:nvSpPr>
          <p:cNvPr id="20" name="!!circle-1t7"/>
          <p:cNvSpPr/>
          <p:nvPr/>
        </p:nvSpPr>
        <p:spPr>
          <a:xfrm>
            <a:off x="8558602" y="4702253"/>
            <a:ext cx="28702" cy="28702"/>
          </a:xfrm>
          <a:prstGeom prst="ellipse">
            <a:avLst/>
          </a:prstGeom>
          <a:solidFill>
            <a:srgbClr val="627D8D">
              <a:alpha val="17800"/>
            </a:srgbClr>
          </a:solidFill>
          <a:ln>
            <a:noFill/>
          </a:ln>
        </p:spPr>
      </p:sp>
      <p:sp>
        <p:nvSpPr>
          <p:cNvPr id="21" name="!!circle-1ta"/>
          <p:cNvSpPr/>
          <p:nvPr/>
        </p:nvSpPr>
        <p:spPr>
          <a:xfrm>
            <a:off x="11117881" y="2193864"/>
            <a:ext cx="24066" cy="24066"/>
          </a:xfrm>
          <a:prstGeom prst="ellipse">
            <a:avLst/>
          </a:prstGeom>
          <a:solidFill>
            <a:srgbClr val="627D8D">
              <a:alpha val="23900"/>
            </a:srgbClr>
          </a:solidFill>
          <a:ln>
            <a:noFill/>
          </a:ln>
        </p:spPr>
      </p:sp>
      <p:sp>
        <p:nvSpPr>
          <p:cNvPr id="22" name="!!circle-1td"/>
          <p:cNvSpPr/>
          <p:nvPr/>
        </p:nvSpPr>
        <p:spPr>
          <a:xfrm>
            <a:off x="8326150" y="6293010"/>
            <a:ext cx="35865" cy="35865"/>
          </a:xfrm>
          <a:prstGeom prst="ellipse">
            <a:avLst/>
          </a:prstGeom>
          <a:solidFill>
            <a:srgbClr val="627D8D">
              <a:alpha val="28200"/>
            </a:srgbClr>
          </a:solidFill>
          <a:ln>
            <a:noFill/>
          </a:ln>
        </p:spPr>
      </p:sp>
      <p:sp>
        <p:nvSpPr>
          <p:cNvPr id="23" name="!!circle-1tg"/>
          <p:cNvSpPr/>
          <p:nvPr/>
        </p:nvSpPr>
        <p:spPr>
          <a:xfrm>
            <a:off x="1408695" y="3604396"/>
            <a:ext cx="39218" cy="39218"/>
          </a:xfrm>
          <a:prstGeom prst="ellipse">
            <a:avLst/>
          </a:prstGeom>
          <a:solidFill>
            <a:srgbClr val="627D8D">
              <a:alpha val="29600"/>
            </a:srgbClr>
          </a:solidFill>
          <a:ln>
            <a:noFill/>
          </a:ln>
        </p:spPr>
      </p:sp>
      <p:sp>
        <p:nvSpPr>
          <p:cNvPr id="24" name="!!circle-1tj"/>
          <p:cNvSpPr/>
          <p:nvPr/>
        </p:nvSpPr>
        <p:spPr>
          <a:xfrm>
            <a:off x="7218082" y="6576235"/>
            <a:ext cx="49733" cy="49733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5" name="!!circle-1tm"/>
          <p:cNvSpPr/>
          <p:nvPr/>
        </p:nvSpPr>
        <p:spPr>
          <a:xfrm>
            <a:off x="6273009" y="2220342"/>
            <a:ext cx="41694" cy="41694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6" name="!!circle-1tp"/>
          <p:cNvSpPr/>
          <p:nvPr/>
        </p:nvSpPr>
        <p:spPr>
          <a:xfrm>
            <a:off x="6781903" y="5620749"/>
            <a:ext cx="31979" cy="31979"/>
          </a:xfrm>
          <a:prstGeom prst="ellipse">
            <a:avLst/>
          </a:prstGeom>
          <a:solidFill>
            <a:srgbClr val="627D8D">
              <a:alpha val="24100"/>
            </a:srgbClr>
          </a:solidFill>
          <a:ln>
            <a:noFill/>
          </a:ln>
        </p:spPr>
      </p:sp>
      <p:sp>
        <p:nvSpPr>
          <p:cNvPr id="27" name="!!circle-1ts"/>
          <p:cNvSpPr/>
          <p:nvPr/>
        </p:nvSpPr>
        <p:spPr>
          <a:xfrm>
            <a:off x="3800861" y="1605063"/>
            <a:ext cx="18085" cy="18085"/>
          </a:xfrm>
          <a:prstGeom prst="ellipse">
            <a:avLst/>
          </a:prstGeom>
          <a:solidFill>
            <a:srgbClr val="627D8D">
              <a:alpha val="10500"/>
            </a:srgbClr>
          </a:solidFill>
          <a:ln>
            <a:noFill/>
          </a:ln>
        </p:spPr>
      </p:sp>
      <p:sp>
        <p:nvSpPr>
          <p:cNvPr id="28" name="!!circle-1tv"/>
          <p:cNvSpPr/>
          <p:nvPr/>
        </p:nvSpPr>
        <p:spPr>
          <a:xfrm>
            <a:off x="7671147" y="71338"/>
            <a:ext cx="38214" cy="38214"/>
          </a:xfrm>
          <a:prstGeom prst="ellipse">
            <a:avLst/>
          </a:prstGeom>
          <a:solidFill>
            <a:srgbClr val="627D8D">
              <a:alpha val="23100"/>
            </a:srgbClr>
          </a:solidFill>
          <a:ln>
            <a:noFill/>
          </a:ln>
        </p:spPr>
      </p:sp>
      <p:sp>
        <p:nvSpPr>
          <p:cNvPr id="29" name="!!circle-1ty"/>
          <p:cNvSpPr/>
          <p:nvPr/>
        </p:nvSpPr>
        <p:spPr>
          <a:xfrm>
            <a:off x="3371030" y="6736668"/>
            <a:ext cx="39243" cy="39243"/>
          </a:xfrm>
          <a:prstGeom prst="ellipse">
            <a:avLst/>
          </a:prstGeom>
          <a:solidFill>
            <a:srgbClr val="627D8D">
              <a:alpha val="27700"/>
            </a:srgbClr>
          </a:solidFill>
          <a:ln>
            <a:noFill/>
          </a:ln>
        </p:spPr>
      </p:sp>
      <p:sp>
        <p:nvSpPr>
          <p:cNvPr id="30" name="!!circle-1u1"/>
          <p:cNvSpPr/>
          <p:nvPr/>
        </p:nvSpPr>
        <p:spPr>
          <a:xfrm>
            <a:off x="1677799" y="6797044"/>
            <a:ext cx="34519" cy="34519"/>
          </a:xfrm>
          <a:prstGeom prst="ellipse">
            <a:avLst/>
          </a:prstGeom>
          <a:solidFill>
            <a:srgbClr val="627D8D">
              <a:alpha val="22500"/>
            </a:srgbClr>
          </a:solidFill>
          <a:ln>
            <a:noFill/>
          </a:ln>
        </p:spPr>
      </p:sp>
      <p:sp>
        <p:nvSpPr>
          <p:cNvPr id="31" name="!!circle-1u4"/>
          <p:cNvSpPr/>
          <p:nvPr/>
        </p:nvSpPr>
        <p:spPr>
          <a:xfrm>
            <a:off x="2547307" y="5548307"/>
            <a:ext cx="46228" cy="46228"/>
          </a:xfrm>
          <a:prstGeom prst="ellipse">
            <a:avLst/>
          </a:prstGeom>
          <a:solidFill>
            <a:srgbClr val="627D8D">
              <a:alpha val="26200"/>
            </a:srgbClr>
          </a:solidFill>
          <a:ln>
            <a:noFill/>
          </a:ln>
        </p:spPr>
      </p:sp>
      <p:sp>
        <p:nvSpPr>
          <p:cNvPr id="32" name="!!circle-1u7"/>
          <p:cNvSpPr/>
          <p:nvPr/>
        </p:nvSpPr>
        <p:spPr>
          <a:xfrm>
            <a:off x="7404375" y="5021490"/>
            <a:ext cx="49327" cy="49327"/>
          </a:xfrm>
          <a:prstGeom prst="ellipse">
            <a:avLst/>
          </a:prstGeom>
          <a:solidFill>
            <a:srgbClr val="627D8D">
              <a:alpha val="20800"/>
            </a:srgbClr>
          </a:solidFill>
          <a:ln>
            <a:noFill/>
          </a:ln>
        </p:spPr>
      </p:sp>
      <p:sp>
        <p:nvSpPr>
          <p:cNvPr id="33" name="!!circle-1ua"/>
          <p:cNvSpPr/>
          <p:nvPr/>
        </p:nvSpPr>
        <p:spPr>
          <a:xfrm>
            <a:off x="9689027" y="5837730"/>
            <a:ext cx="24054" cy="24054"/>
          </a:xfrm>
          <a:prstGeom prst="ellipse">
            <a:avLst/>
          </a:prstGeom>
          <a:solidFill>
            <a:srgbClr val="627D8D">
              <a:alpha val="22200"/>
            </a:srgbClr>
          </a:solidFill>
          <a:ln>
            <a:noFill/>
          </a:ln>
        </p:spPr>
      </p:sp>
      <p:sp>
        <p:nvSpPr>
          <p:cNvPr id="34" name="!!circle-1ud"/>
          <p:cNvSpPr/>
          <p:nvPr/>
        </p:nvSpPr>
        <p:spPr>
          <a:xfrm>
            <a:off x="2178966" y="1698709"/>
            <a:ext cx="32271" cy="32271"/>
          </a:xfrm>
          <a:prstGeom prst="ellipse">
            <a:avLst/>
          </a:prstGeom>
          <a:solidFill>
            <a:srgbClr val="627D8D">
              <a:alpha val="20500"/>
            </a:srgbClr>
          </a:solidFill>
          <a:ln>
            <a:noFill/>
          </a:ln>
        </p:spPr>
      </p:sp>
      <p:sp>
        <p:nvSpPr>
          <p:cNvPr id="35" name="!!circle-1ug"/>
          <p:cNvSpPr/>
          <p:nvPr/>
        </p:nvSpPr>
        <p:spPr>
          <a:xfrm>
            <a:off x="2098673" y="144232"/>
            <a:ext cx="21323" cy="21323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36" name="!!circle-1uj"/>
          <p:cNvSpPr/>
          <p:nvPr/>
        </p:nvSpPr>
        <p:spPr>
          <a:xfrm>
            <a:off x="2109271" y="2755062"/>
            <a:ext cx="34252" cy="34252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37" name="!!circle-1um"/>
          <p:cNvSpPr/>
          <p:nvPr/>
        </p:nvSpPr>
        <p:spPr>
          <a:xfrm>
            <a:off x="9627840" y="4843156"/>
            <a:ext cx="44196" cy="44196"/>
          </a:xfrm>
          <a:prstGeom prst="ellipse">
            <a:avLst/>
          </a:prstGeom>
          <a:solidFill>
            <a:srgbClr val="627D8D">
              <a:alpha val="21700"/>
            </a:srgbClr>
          </a:solidFill>
          <a:ln>
            <a:noFill/>
          </a:ln>
        </p:spPr>
      </p:sp>
      <p:sp>
        <p:nvSpPr>
          <p:cNvPr id="38" name="!!circle-1up"/>
          <p:cNvSpPr/>
          <p:nvPr/>
        </p:nvSpPr>
        <p:spPr>
          <a:xfrm>
            <a:off x="6841086" y="1986099"/>
            <a:ext cx="35192" cy="35192"/>
          </a:xfrm>
          <a:prstGeom prst="ellipse">
            <a:avLst/>
          </a:prstGeom>
          <a:solidFill>
            <a:srgbClr val="627D8D">
              <a:alpha val="27100"/>
            </a:srgbClr>
          </a:solidFill>
          <a:ln>
            <a:noFill/>
          </a:ln>
        </p:spPr>
      </p:sp>
      <p:sp>
        <p:nvSpPr>
          <p:cNvPr id="39" name="!!circle-1us"/>
          <p:cNvSpPr/>
          <p:nvPr/>
        </p:nvSpPr>
        <p:spPr>
          <a:xfrm>
            <a:off x="10060851" y="5646987"/>
            <a:ext cx="43358" cy="43358"/>
          </a:xfrm>
          <a:prstGeom prst="ellipse">
            <a:avLst/>
          </a:prstGeom>
          <a:solidFill>
            <a:srgbClr val="627D8D">
              <a:alpha val="19500"/>
            </a:srgbClr>
          </a:solidFill>
          <a:ln>
            <a:noFill/>
          </a:ln>
        </p:spPr>
      </p:sp>
      <p:sp>
        <p:nvSpPr>
          <p:cNvPr id="40" name="!!circle-1uv"/>
          <p:cNvSpPr/>
          <p:nvPr/>
        </p:nvSpPr>
        <p:spPr>
          <a:xfrm>
            <a:off x="3049358" y="2455948"/>
            <a:ext cx="33528" cy="33528"/>
          </a:xfrm>
          <a:prstGeom prst="ellipse">
            <a:avLst/>
          </a:prstGeom>
          <a:solidFill>
            <a:srgbClr val="627D8D">
              <a:alpha val="28300"/>
            </a:srgbClr>
          </a:solidFill>
          <a:ln>
            <a:noFill/>
          </a:ln>
        </p:spPr>
      </p:sp>
      <p:sp>
        <p:nvSpPr>
          <p:cNvPr id="41" name="!!circle-1uy"/>
          <p:cNvSpPr/>
          <p:nvPr/>
        </p:nvSpPr>
        <p:spPr>
          <a:xfrm>
            <a:off x="6708264" y="2972807"/>
            <a:ext cx="28956" cy="28956"/>
          </a:xfrm>
          <a:prstGeom prst="ellipse">
            <a:avLst/>
          </a:prstGeom>
          <a:solidFill>
            <a:srgbClr val="627D8D">
              <a:alpha val="21800"/>
            </a:srgbClr>
          </a:solidFill>
          <a:ln>
            <a:noFill/>
          </a:ln>
        </p:spPr>
      </p:sp>
      <p:sp>
        <p:nvSpPr>
          <p:cNvPr id="42" name="!!circle-1v1"/>
          <p:cNvSpPr/>
          <p:nvPr/>
        </p:nvSpPr>
        <p:spPr>
          <a:xfrm>
            <a:off x="6954986" y="6733385"/>
            <a:ext cx="45555" cy="45555"/>
          </a:xfrm>
          <a:prstGeom prst="ellipse">
            <a:avLst/>
          </a:prstGeom>
          <a:solidFill>
            <a:srgbClr val="627D8D">
              <a:alpha val="20900"/>
            </a:srgbClr>
          </a:solidFill>
          <a:ln>
            <a:noFill/>
          </a:ln>
        </p:spPr>
      </p:sp>
      <p:sp>
        <p:nvSpPr>
          <p:cNvPr id="43" name="!!circle-1v4"/>
          <p:cNvSpPr/>
          <p:nvPr/>
        </p:nvSpPr>
        <p:spPr>
          <a:xfrm>
            <a:off x="11331378" y="3748517"/>
            <a:ext cx="39484" cy="39484"/>
          </a:xfrm>
          <a:prstGeom prst="ellipse">
            <a:avLst/>
          </a:prstGeom>
          <a:solidFill>
            <a:srgbClr val="627D8D">
              <a:alpha val="13600"/>
            </a:srgbClr>
          </a:solidFill>
          <a:ln>
            <a:noFill/>
          </a:ln>
        </p:spPr>
      </p:sp>
      <p:sp>
        <p:nvSpPr>
          <p:cNvPr id="44" name="!!circle-1v7"/>
          <p:cNvSpPr/>
          <p:nvPr/>
        </p:nvSpPr>
        <p:spPr>
          <a:xfrm>
            <a:off x="7419114" y="5852061"/>
            <a:ext cx="30455" cy="30455"/>
          </a:xfrm>
          <a:prstGeom prst="ellipse">
            <a:avLst/>
          </a:prstGeom>
          <a:solidFill>
            <a:srgbClr val="627D8D">
              <a:alpha val="16500"/>
            </a:srgbClr>
          </a:solidFill>
          <a:ln>
            <a:noFill/>
          </a:ln>
        </p:spPr>
      </p:sp>
      <p:sp>
        <p:nvSpPr>
          <p:cNvPr id="45" name="!!circle-1va"/>
          <p:cNvSpPr/>
          <p:nvPr/>
        </p:nvSpPr>
        <p:spPr>
          <a:xfrm>
            <a:off x="8912850" y="6598128"/>
            <a:ext cx="28257" cy="28257"/>
          </a:xfrm>
          <a:prstGeom prst="ellipse">
            <a:avLst/>
          </a:prstGeom>
          <a:solidFill>
            <a:srgbClr val="627D8D">
              <a:alpha val="15700"/>
            </a:srgbClr>
          </a:solidFill>
          <a:ln>
            <a:noFill/>
          </a:ln>
        </p:spPr>
      </p:sp>
      <p:sp>
        <p:nvSpPr>
          <p:cNvPr id="46" name="!!circle-1vd"/>
          <p:cNvSpPr/>
          <p:nvPr/>
        </p:nvSpPr>
        <p:spPr>
          <a:xfrm>
            <a:off x="11271380" y="5350947"/>
            <a:ext cx="45149" cy="45149"/>
          </a:xfrm>
          <a:prstGeom prst="ellipse">
            <a:avLst/>
          </a:prstGeom>
          <a:solidFill>
            <a:srgbClr val="627D8D">
              <a:alpha val="31200"/>
            </a:srgbClr>
          </a:solidFill>
          <a:ln>
            <a:noFill/>
          </a:ln>
        </p:spPr>
      </p:sp>
      <p:sp>
        <p:nvSpPr>
          <p:cNvPr id="47" name="!!circle-1vg"/>
          <p:cNvSpPr/>
          <p:nvPr/>
        </p:nvSpPr>
        <p:spPr>
          <a:xfrm>
            <a:off x="3430506" y="3668556"/>
            <a:ext cx="30696" cy="30696"/>
          </a:xfrm>
          <a:prstGeom prst="ellipse">
            <a:avLst/>
          </a:prstGeom>
          <a:solidFill>
            <a:srgbClr val="627D8D">
              <a:alpha val="25700"/>
            </a:srgbClr>
          </a:solidFill>
          <a:ln>
            <a:noFill/>
          </a:ln>
        </p:spPr>
      </p:sp>
      <p:sp>
        <p:nvSpPr>
          <p:cNvPr id="48" name="!!circle-1vj"/>
          <p:cNvSpPr/>
          <p:nvPr/>
        </p:nvSpPr>
        <p:spPr>
          <a:xfrm>
            <a:off x="8826818" y="4234344"/>
            <a:ext cx="37401" cy="37401"/>
          </a:xfrm>
          <a:prstGeom prst="ellipse">
            <a:avLst/>
          </a:prstGeom>
          <a:solidFill>
            <a:srgbClr val="627D8D">
              <a:alpha val="16000"/>
            </a:srgbClr>
          </a:solidFill>
          <a:ln>
            <a:noFill/>
          </a:ln>
        </p:spPr>
      </p:sp>
      <p:sp>
        <p:nvSpPr>
          <p:cNvPr id="49" name="!!circle-1vm"/>
          <p:cNvSpPr/>
          <p:nvPr/>
        </p:nvSpPr>
        <p:spPr>
          <a:xfrm>
            <a:off x="1689697" y="4931618"/>
            <a:ext cx="33096" cy="33096"/>
          </a:xfrm>
          <a:prstGeom prst="ellipse">
            <a:avLst/>
          </a:prstGeom>
          <a:solidFill>
            <a:srgbClr val="627D8D">
              <a:alpha val="22300"/>
            </a:srgbClr>
          </a:solidFill>
          <a:ln>
            <a:noFill/>
          </a:ln>
        </p:spPr>
      </p:sp>
      <p:sp>
        <p:nvSpPr>
          <p:cNvPr id="50" name="!!circle-1vp"/>
          <p:cNvSpPr/>
          <p:nvPr/>
        </p:nvSpPr>
        <p:spPr>
          <a:xfrm>
            <a:off x="11608385" y="1033939"/>
            <a:ext cx="21145" cy="21145"/>
          </a:xfrm>
          <a:prstGeom prst="ellipse">
            <a:avLst/>
          </a:prstGeom>
          <a:solidFill>
            <a:srgbClr val="627D8D">
              <a:alpha val="16300"/>
            </a:srgbClr>
          </a:solidFill>
          <a:ln>
            <a:noFill/>
          </a:ln>
        </p:spPr>
      </p:sp>
      <p:sp>
        <p:nvSpPr>
          <p:cNvPr id="51" name="!!circle-1vs"/>
          <p:cNvSpPr/>
          <p:nvPr/>
        </p:nvSpPr>
        <p:spPr>
          <a:xfrm>
            <a:off x="11077751" y="5856635"/>
            <a:ext cx="35281" cy="35281"/>
          </a:xfrm>
          <a:prstGeom prst="ellipse">
            <a:avLst/>
          </a:prstGeom>
          <a:solidFill>
            <a:srgbClr val="627D8D">
              <a:alpha val="30000"/>
            </a:srgbClr>
          </a:solidFill>
          <a:ln>
            <a:noFill/>
          </a:ln>
        </p:spPr>
      </p:sp>
      <p:sp>
        <p:nvSpPr>
          <p:cNvPr id="52" name="!!text-2h7" descr="二手書交易，需要更好的方式。"/>
          <p:cNvSpPr txBox="1"/>
          <p:nvPr/>
        </p:nvSpPr>
        <p:spPr>
          <a:xfrm>
            <a:off x="2992411" y="3046620"/>
            <a:ext cx="6405884" cy="68506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3725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二手書交</a:t>
            </a:r>
            <a:r>
              <a:rPr lang="zh-TW" altLang="en-US" sz="3725" kern="0" spc="-1118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易</a:t>
            </a:r>
            <a:r>
              <a:rPr lang="zh-TW" altLang="en-US" sz="3725" kern="0" spc="-671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，</a:t>
            </a:r>
            <a:r>
              <a:rPr lang="zh-TW" altLang="en-US" sz="3725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需要更好的方</a:t>
            </a:r>
            <a:r>
              <a:rPr lang="zh-TW" altLang="en-US" sz="3725" kern="0" spc="-1043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式</a:t>
            </a:r>
            <a:r>
              <a:rPr lang="zh-TW" altLang="en-US" sz="3725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。</a:t>
            </a:r>
            <a:endParaRPr lang="zh-TW" sz="3725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fast" p14:dur="1900" advTm="200">
        <p159:morph option="byObject"/>
      </p:transition>
    </mc:Choice>
    <mc:Fallback>
      <p:transition spd="fast" advTm="20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13.3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rect-1q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7"/>
          </a:solidFill>
          <a:ln>
            <a:noFill/>
          </a:ln>
        </p:spPr>
      </p:sp>
      <p:sp>
        <p:nvSpPr>
          <p:cNvPr id="3" name="!!ellipse-1q2"/>
          <p:cNvSpPr/>
          <p:nvPr/>
        </p:nvSpPr>
        <p:spPr>
          <a:xfrm>
            <a:off x="-889000" y="-952500"/>
            <a:ext cx="13970000" cy="7874000"/>
          </a:xfrm>
          <a:prstGeom prst="ellipse">
            <a:avLst/>
          </a:prstGeom>
          <a:gradFill rotWithShape="1">
            <a:gsLst>
              <a:gs pos="0">
                <a:srgbClr val="FFFFFF">
                  <a:alpha val="95000"/>
                </a:srgbClr>
              </a:gs>
              <a:gs pos="40865">
                <a:srgbClr val="FFFFFF">
                  <a:alpha val="35000"/>
                </a:srgbClr>
              </a:gs>
              <a:gs pos="68108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!!rect-1q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P1"/>
            <a:srcRect/>
            <a:tile tx="162102" ty="143980" sx="16667" sy="16667" flip="none" algn="tl"/>
          </a:blipFill>
          <a:ln>
            <a:noFill/>
          </a:ln>
        </p:spPr>
      </p:sp>
      <p:sp>
        <p:nvSpPr>
          <p:cNvPr id="5" name="!!circle-1qb"/>
          <p:cNvSpPr/>
          <p:nvPr/>
        </p:nvSpPr>
        <p:spPr>
          <a:xfrm>
            <a:off x="464233" y="4035437"/>
            <a:ext cx="2046732" cy="2046732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" name="!!circle-1qg"/>
          <p:cNvSpPr/>
          <p:nvPr/>
        </p:nvSpPr>
        <p:spPr>
          <a:xfrm>
            <a:off x="3326553" y="5840742"/>
            <a:ext cx="1987309" cy="1987309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7" name="!!circle-1rf"/>
          <p:cNvSpPr/>
          <p:nvPr/>
        </p:nvSpPr>
        <p:spPr>
          <a:xfrm>
            <a:off x="1395689" y="4876240"/>
            <a:ext cx="1614653" cy="1614653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8" name="!!circle-1ro"/>
          <p:cNvSpPr/>
          <p:nvPr/>
        </p:nvSpPr>
        <p:spPr>
          <a:xfrm>
            <a:off x="5943445" y="5987173"/>
            <a:ext cx="1641335" cy="1641335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9" name="!!circle-1rq"/>
          <p:cNvSpPr/>
          <p:nvPr/>
        </p:nvSpPr>
        <p:spPr>
          <a:xfrm>
            <a:off x="-355768" y="2545136"/>
            <a:ext cx="1404252" cy="1404252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0" name="!!circle-1sg"/>
          <p:cNvSpPr/>
          <p:nvPr/>
        </p:nvSpPr>
        <p:spPr>
          <a:xfrm>
            <a:off x="-335505" y="1885200"/>
            <a:ext cx="1615783" cy="1615783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1" name="!!rect-1sh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5F7">
                  <a:alpha val="0"/>
                </a:srgbClr>
              </a:gs>
              <a:gs pos="20428">
                <a:srgbClr val="F3F5F7">
                  <a:alpha val="0"/>
                </a:srgbClr>
              </a:gs>
              <a:gs pos="66730">
                <a:srgbClr val="F3F5F7"/>
              </a:gs>
              <a:gs pos="100000">
                <a:srgbClr val="F3F5F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2" name="!!circle-1sj"/>
          <p:cNvSpPr/>
          <p:nvPr/>
        </p:nvSpPr>
        <p:spPr>
          <a:xfrm>
            <a:off x="117193" y="391004"/>
            <a:ext cx="50038" cy="50038"/>
          </a:xfrm>
          <a:prstGeom prst="ellipse">
            <a:avLst/>
          </a:prstGeom>
          <a:solidFill>
            <a:srgbClr val="627D8D">
              <a:alpha val="25400"/>
            </a:srgbClr>
          </a:solidFill>
          <a:ln>
            <a:noFill/>
          </a:ln>
        </p:spPr>
      </p:sp>
      <p:sp>
        <p:nvSpPr>
          <p:cNvPr id="13" name="!!circle-1sm"/>
          <p:cNvSpPr/>
          <p:nvPr/>
        </p:nvSpPr>
        <p:spPr>
          <a:xfrm>
            <a:off x="5664494" y="1621232"/>
            <a:ext cx="36055" cy="36055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14" name="!!circle-1sp"/>
          <p:cNvSpPr/>
          <p:nvPr/>
        </p:nvSpPr>
        <p:spPr>
          <a:xfrm>
            <a:off x="9303819" y="3536544"/>
            <a:ext cx="24295" cy="24295"/>
          </a:xfrm>
          <a:prstGeom prst="ellipse">
            <a:avLst/>
          </a:prstGeom>
          <a:solidFill>
            <a:srgbClr val="627D8D">
              <a:alpha val="18100"/>
            </a:srgbClr>
          </a:solidFill>
          <a:ln>
            <a:noFill/>
          </a:ln>
        </p:spPr>
      </p:sp>
      <p:sp>
        <p:nvSpPr>
          <p:cNvPr id="15" name="!!circle-1ss"/>
          <p:cNvSpPr/>
          <p:nvPr/>
        </p:nvSpPr>
        <p:spPr>
          <a:xfrm>
            <a:off x="3598026" y="6688327"/>
            <a:ext cx="25959" cy="25959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16" name="!!circle-1sv"/>
          <p:cNvSpPr/>
          <p:nvPr/>
        </p:nvSpPr>
        <p:spPr>
          <a:xfrm>
            <a:off x="1869631" y="1973162"/>
            <a:ext cx="35878" cy="35878"/>
          </a:xfrm>
          <a:prstGeom prst="ellipse">
            <a:avLst/>
          </a:prstGeom>
          <a:solidFill>
            <a:srgbClr val="627D8D">
              <a:alpha val="26800"/>
            </a:srgbClr>
          </a:solidFill>
          <a:ln>
            <a:noFill/>
          </a:ln>
        </p:spPr>
      </p:sp>
      <p:sp>
        <p:nvSpPr>
          <p:cNvPr id="17" name="!!circle-1sy"/>
          <p:cNvSpPr/>
          <p:nvPr/>
        </p:nvSpPr>
        <p:spPr>
          <a:xfrm>
            <a:off x="6732917" y="4233030"/>
            <a:ext cx="40234" cy="40234"/>
          </a:xfrm>
          <a:prstGeom prst="ellipse">
            <a:avLst/>
          </a:prstGeom>
          <a:solidFill>
            <a:srgbClr val="627D8D">
              <a:alpha val="31300"/>
            </a:srgbClr>
          </a:solidFill>
          <a:ln>
            <a:noFill/>
          </a:ln>
        </p:spPr>
      </p:sp>
      <p:sp>
        <p:nvSpPr>
          <p:cNvPr id="18" name="!!circle-1t1"/>
          <p:cNvSpPr/>
          <p:nvPr/>
        </p:nvSpPr>
        <p:spPr>
          <a:xfrm>
            <a:off x="10076175" y="254507"/>
            <a:ext cx="23559" cy="23559"/>
          </a:xfrm>
          <a:prstGeom prst="ellipse">
            <a:avLst/>
          </a:prstGeom>
          <a:solidFill>
            <a:srgbClr val="627D8D">
              <a:alpha val="17900"/>
            </a:srgbClr>
          </a:solidFill>
          <a:ln>
            <a:noFill/>
          </a:ln>
        </p:spPr>
      </p:sp>
      <p:sp>
        <p:nvSpPr>
          <p:cNvPr id="19" name="!!circle-1t4"/>
          <p:cNvSpPr/>
          <p:nvPr/>
        </p:nvSpPr>
        <p:spPr>
          <a:xfrm>
            <a:off x="1061531" y="5243734"/>
            <a:ext cx="29959" cy="29959"/>
          </a:xfrm>
          <a:prstGeom prst="ellipse">
            <a:avLst/>
          </a:prstGeom>
          <a:solidFill>
            <a:srgbClr val="627D8D">
              <a:alpha val="19400"/>
            </a:srgbClr>
          </a:solidFill>
          <a:ln>
            <a:noFill/>
          </a:ln>
        </p:spPr>
      </p:sp>
      <p:sp>
        <p:nvSpPr>
          <p:cNvPr id="20" name="!!circle-1t7"/>
          <p:cNvSpPr/>
          <p:nvPr/>
        </p:nvSpPr>
        <p:spPr>
          <a:xfrm>
            <a:off x="8558148" y="4701083"/>
            <a:ext cx="28702" cy="28702"/>
          </a:xfrm>
          <a:prstGeom prst="ellipse">
            <a:avLst/>
          </a:prstGeom>
          <a:solidFill>
            <a:srgbClr val="627D8D">
              <a:alpha val="17800"/>
            </a:srgbClr>
          </a:solidFill>
          <a:ln>
            <a:noFill/>
          </a:ln>
        </p:spPr>
      </p:sp>
      <p:sp>
        <p:nvSpPr>
          <p:cNvPr id="21" name="!!circle-1ta"/>
          <p:cNvSpPr/>
          <p:nvPr/>
        </p:nvSpPr>
        <p:spPr>
          <a:xfrm>
            <a:off x="11117316" y="2192203"/>
            <a:ext cx="24066" cy="24066"/>
          </a:xfrm>
          <a:prstGeom prst="ellipse">
            <a:avLst/>
          </a:prstGeom>
          <a:solidFill>
            <a:srgbClr val="627D8D">
              <a:alpha val="23900"/>
            </a:srgbClr>
          </a:solidFill>
          <a:ln>
            <a:noFill/>
          </a:ln>
        </p:spPr>
      </p:sp>
      <p:sp>
        <p:nvSpPr>
          <p:cNvPr id="22" name="!!circle-1td"/>
          <p:cNvSpPr/>
          <p:nvPr/>
        </p:nvSpPr>
        <p:spPr>
          <a:xfrm>
            <a:off x="8326671" y="6290560"/>
            <a:ext cx="35865" cy="35865"/>
          </a:xfrm>
          <a:prstGeom prst="ellipse">
            <a:avLst/>
          </a:prstGeom>
          <a:solidFill>
            <a:srgbClr val="627D8D">
              <a:alpha val="28200"/>
            </a:srgbClr>
          </a:solidFill>
          <a:ln>
            <a:noFill/>
          </a:ln>
        </p:spPr>
      </p:sp>
      <p:sp>
        <p:nvSpPr>
          <p:cNvPr id="23" name="!!circle-1tg"/>
          <p:cNvSpPr/>
          <p:nvPr/>
        </p:nvSpPr>
        <p:spPr>
          <a:xfrm>
            <a:off x="1409114" y="3601191"/>
            <a:ext cx="39218" cy="39218"/>
          </a:xfrm>
          <a:prstGeom prst="ellipse">
            <a:avLst/>
          </a:prstGeom>
          <a:solidFill>
            <a:srgbClr val="627D8D">
              <a:alpha val="29600"/>
            </a:srgbClr>
          </a:solidFill>
          <a:ln>
            <a:noFill/>
          </a:ln>
        </p:spPr>
      </p:sp>
      <p:sp>
        <p:nvSpPr>
          <p:cNvPr id="24" name="!!circle-1tj"/>
          <p:cNvSpPr/>
          <p:nvPr/>
        </p:nvSpPr>
        <p:spPr>
          <a:xfrm>
            <a:off x="7217470" y="6573381"/>
            <a:ext cx="49733" cy="49733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5" name="!!circle-1tm"/>
          <p:cNvSpPr/>
          <p:nvPr/>
        </p:nvSpPr>
        <p:spPr>
          <a:xfrm>
            <a:off x="6273600" y="2217645"/>
            <a:ext cx="41694" cy="41694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6" name="!!circle-1tp"/>
          <p:cNvSpPr/>
          <p:nvPr/>
        </p:nvSpPr>
        <p:spPr>
          <a:xfrm>
            <a:off x="6781967" y="5618093"/>
            <a:ext cx="31979" cy="31979"/>
          </a:xfrm>
          <a:prstGeom prst="ellipse">
            <a:avLst/>
          </a:prstGeom>
          <a:solidFill>
            <a:srgbClr val="627D8D">
              <a:alpha val="24100"/>
            </a:srgbClr>
          </a:solidFill>
          <a:ln>
            <a:noFill/>
          </a:ln>
        </p:spPr>
      </p:sp>
      <p:sp>
        <p:nvSpPr>
          <p:cNvPr id="27" name="!!circle-1ts"/>
          <p:cNvSpPr/>
          <p:nvPr/>
        </p:nvSpPr>
        <p:spPr>
          <a:xfrm>
            <a:off x="3801274" y="1601899"/>
            <a:ext cx="18085" cy="18085"/>
          </a:xfrm>
          <a:prstGeom prst="ellipse">
            <a:avLst/>
          </a:prstGeom>
          <a:solidFill>
            <a:srgbClr val="627D8D">
              <a:alpha val="10500"/>
            </a:srgbClr>
          </a:solidFill>
          <a:ln>
            <a:noFill/>
          </a:ln>
        </p:spPr>
      </p:sp>
      <p:sp>
        <p:nvSpPr>
          <p:cNvPr id="28" name="!!circle-1tv"/>
          <p:cNvSpPr/>
          <p:nvPr/>
        </p:nvSpPr>
        <p:spPr>
          <a:xfrm>
            <a:off x="7671760" y="68736"/>
            <a:ext cx="38214" cy="38214"/>
          </a:xfrm>
          <a:prstGeom prst="ellipse">
            <a:avLst/>
          </a:prstGeom>
          <a:solidFill>
            <a:srgbClr val="627D8D">
              <a:alpha val="23100"/>
            </a:srgbClr>
          </a:solidFill>
          <a:ln>
            <a:noFill/>
          </a:ln>
        </p:spPr>
      </p:sp>
      <p:sp>
        <p:nvSpPr>
          <p:cNvPr id="29" name="!!circle-1ty"/>
          <p:cNvSpPr/>
          <p:nvPr/>
        </p:nvSpPr>
        <p:spPr>
          <a:xfrm>
            <a:off x="3371439" y="6734295"/>
            <a:ext cx="39243" cy="39243"/>
          </a:xfrm>
          <a:prstGeom prst="ellipse">
            <a:avLst/>
          </a:prstGeom>
          <a:solidFill>
            <a:srgbClr val="627D8D">
              <a:alpha val="27700"/>
            </a:srgbClr>
          </a:solidFill>
          <a:ln>
            <a:noFill/>
          </a:ln>
        </p:spPr>
      </p:sp>
      <p:sp>
        <p:nvSpPr>
          <p:cNvPr id="30" name="!!circle-1u1"/>
          <p:cNvSpPr/>
          <p:nvPr/>
        </p:nvSpPr>
        <p:spPr>
          <a:xfrm>
            <a:off x="1677670" y="6795820"/>
            <a:ext cx="34519" cy="34519"/>
          </a:xfrm>
          <a:prstGeom prst="ellipse">
            <a:avLst/>
          </a:prstGeom>
          <a:solidFill>
            <a:srgbClr val="627D8D">
              <a:alpha val="22500"/>
            </a:srgbClr>
          </a:solidFill>
          <a:ln>
            <a:noFill/>
          </a:ln>
        </p:spPr>
      </p:sp>
      <p:sp>
        <p:nvSpPr>
          <p:cNvPr id="31" name="!!circle-1u4"/>
          <p:cNvSpPr/>
          <p:nvPr/>
        </p:nvSpPr>
        <p:spPr>
          <a:xfrm>
            <a:off x="2547914" y="5545850"/>
            <a:ext cx="46228" cy="46228"/>
          </a:xfrm>
          <a:prstGeom prst="ellipse">
            <a:avLst/>
          </a:prstGeom>
          <a:solidFill>
            <a:srgbClr val="627D8D">
              <a:alpha val="26200"/>
            </a:srgbClr>
          </a:solidFill>
          <a:ln>
            <a:noFill/>
          </a:ln>
        </p:spPr>
      </p:sp>
      <p:sp>
        <p:nvSpPr>
          <p:cNvPr id="32" name="!!circle-1u7"/>
          <p:cNvSpPr/>
          <p:nvPr/>
        </p:nvSpPr>
        <p:spPr>
          <a:xfrm>
            <a:off x="7404480" y="5020094"/>
            <a:ext cx="49327" cy="49327"/>
          </a:xfrm>
          <a:prstGeom prst="ellipse">
            <a:avLst/>
          </a:prstGeom>
          <a:solidFill>
            <a:srgbClr val="627D8D">
              <a:alpha val="20800"/>
            </a:srgbClr>
          </a:solidFill>
          <a:ln>
            <a:noFill/>
          </a:ln>
        </p:spPr>
      </p:sp>
      <p:sp>
        <p:nvSpPr>
          <p:cNvPr id="33" name="!!circle-1ua"/>
          <p:cNvSpPr/>
          <p:nvPr/>
        </p:nvSpPr>
        <p:spPr>
          <a:xfrm>
            <a:off x="9689058" y="5835720"/>
            <a:ext cx="24054" cy="24054"/>
          </a:xfrm>
          <a:prstGeom prst="ellipse">
            <a:avLst/>
          </a:prstGeom>
          <a:solidFill>
            <a:srgbClr val="627D8D">
              <a:alpha val="22200"/>
            </a:srgbClr>
          </a:solidFill>
          <a:ln>
            <a:noFill/>
          </a:ln>
        </p:spPr>
      </p:sp>
      <p:sp>
        <p:nvSpPr>
          <p:cNvPr id="34" name="!!circle-1ud"/>
          <p:cNvSpPr/>
          <p:nvPr/>
        </p:nvSpPr>
        <p:spPr>
          <a:xfrm>
            <a:off x="2178350" y="1697460"/>
            <a:ext cx="32271" cy="32271"/>
          </a:xfrm>
          <a:prstGeom prst="ellipse">
            <a:avLst/>
          </a:prstGeom>
          <a:solidFill>
            <a:srgbClr val="627D8D">
              <a:alpha val="20500"/>
            </a:srgbClr>
          </a:solidFill>
          <a:ln>
            <a:noFill/>
          </a:ln>
        </p:spPr>
      </p:sp>
      <p:sp>
        <p:nvSpPr>
          <p:cNvPr id="35" name="!!circle-1ug"/>
          <p:cNvSpPr/>
          <p:nvPr/>
        </p:nvSpPr>
        <p:spPr>
          <a:xfrm>
            <a:off x="2098128" y="140971"/>
            <a:ext cx="21323" cy="21323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36" name="!!circle-1uj"/>
          <p:cNvSpPr/>
          <p:nvPr/>
        </p:nvSpPr>
        <p:spPr>
          <a:xfrm>
            <a:off x="2109098" y="2753324"/>
            <a:ext cx="34252" cy="34252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37" name="!!circle-1um"/>
          <p:cNvSpPr/>
          <p:nvPr/>
        </p:nvSpPr>
        <p:spPr>
          <a:xfrm>
            <a:off x="9627731" y="4840352"/>
            <a:ext cx="44196" cy="44196"/>
          </a:xfrm>
          <a:prstGeom prst="ellipse">
            <a:avLst/>
          </a:prstGeom>
          <a:solidFill>
            <a:srgbClr val="627D8D">
              <a:alpha val="21700"/>
            </a:srgbClr>
          </a:solidFill>
          <a:ln>
            <a:noFill/>
          </a:ln>
        </p:spPr>
      </p:sp>
      <p:sp>
        <p:nvSpPr>
          <p:cNvPr id="38" name="!!circle-1up"/>
          <p:cNvSpPr/>
          <p:nvPr/>
        </p:nvSpPr>
        <p:spPr>
          <a:xfrm>
            <a:off x="6840779" y="1985075"/>
            <a:ext cx="35192" cy="35192"/>
          </a:xfrm>
          <a:prstGeom prst="ellipse">
            <a:avLst/>
          </a:prstGeom>
          <a:solidFill>
            <a:srgbClr val="627D8D">
              <a:alpha val="27100"/>
            </a:srgbClr>
          </a:solidFill>
          <a:ln>
            <a:noFill/>
          </a:ln>
        </p:spPr>
      </p:sp>
      <p:sp>
        <p:nvSpPr>
          <p:cNvPr id="39" name="!!circle-1us"/>
          <p:cNvSpPr/>
          <p:nvPr/>
        </p:nvSpPr>
        <p:spPr>
          <a:xfrm>
            <a:off x="10061372" y="5645276"/>
            <a:ext cx="43358" cy="43358"/>
          </a:xfrm>
          <a:prstGeom prst="ellipse">
            <a:avLst/>
          </a:prstGeom>
          <a:solidFill>
            <a:srgbClr val="627D8D">
              <a:alpha val="19500"/>
            </a:srgbClr>
          </a:solidFill>
          <a:ln>
            <a:noFill/>
          </a:ln>
        </p:spPr>
      </p:sp>
      <p:sp>
        <p:nvSpPr>
          <p:cNvPr id="40" name="!!circle-1uv"/>
          <p:cNvSpPr/>
          <p:nvPr/>
        </p:nvSpPr>
        <p:spPr>
          <a:xfrm>
            <a:off x="3049946" y="2454121"/>
            <a:ext cx="33528" cy="33528"/>
          </a:xfrm>
          <a:prstGeom prst="ellipse">
            <a:avLst/>
          </a:prstGeom>
          <a:solidFill>
            <a:srgbClr val="627D8D">
              <a:alpha val="28300"/>
            </a:srgbClr>
          </a:solidFill>
          <a:ln>
            <a:noFill/>
          </a:ln>
        </p:spPr>
      </p:sp>
      <p:sp>
        <p:nvSpPr>
          <p:cNvPr id="41" name="!!circle-1uy"/>
          <p:cNvSpPr/>
          <p:nvPr/>
        </p:nvSpPr>
        <p:spPr>
          <a:xfrm>
            <a:off x="6708740" y="2971254"/>
            <a:ext cx="28956" cy="28956"/>
          </a:xfrm>
          <a:prstGeom prst="ellipse">
            <a:avLst/>
          </a:prstGeom>
          <a:solidFill>
            <a:srgbClr val="627D8D">
              <a:alpha val="21800"/>
            </a:srgbClr>
          </a:solidFill>
          <a:ln>
            <a:noFill/>
          </a:ln>
        </p:spPr>
      </p:sp>
      <p:sp>
        <p:nvSpPr>
          <p:cNvPr id="42" name="!!circle-1v1"/>
          <p:cNvSpPr/>
          <p:nvPr/>
        </p:nvSpPr>
        <p:spPr>
          <a:xfrm>
            <a:off x="6955230" y="6731476"/>
            <a:ext cx="45555" cy="45555"/>
          </a:xfrm>
          <a:prstGeom prst="ellipse">
            <a:avLst/>
          </a:prstGeom>
          <a:solidFill>
            <a:srgbClr val="627D8D">
              <a:alpha val="20900"/>
            </a:srgbClr>
          </a:solidFill>
          <a:ln>
            <a:noFill/>
          </a:ln>
        </p:spPr>
      </p:sp>
      <p:sp>
        <p:nvSpPr>
          <p:cNvPr id="43" name="!!circle-1v4"/>
          <p:cNvSpPr/>
          <p:nvPr/>
        </p:nvSpPr>
        <p:spPr>
          <a:xfrm>
            <a:off x="11331242" y="3745973"/>
            <a:ext cx="39484" cy="39484"/>
          </a:xfrm>
          <a:prstGeom prst="ellipse">
            <a:avLst/>
          </a:prstGeom>
          <a:solidFill>
            <a:srgbClr val="627D8D">
              <a:alpha val="13600"/>
            </a:srgbClr>
          </a:solidFill>
          <a:ln>
            <a:noFill/>
          </a:ln>
        </p:spPr>
      </p:sp>
      <p:sp>
        <p:nvSpPr>
          <p:cNvPr id="44" name="!!circle-1v7"/>
          <p:cNvSpPr/>
          <p:nvPr/>
        </p:nvSpPr>
        <p:spPr>
          <a:xfrm>
            <a:off x="7419341" y="5851011"/>
            <a:ext cx="30455" cy="30455"/>
          </a:xfrm>
          <a:prstGeom prst="ellipse">
            <a:avLst/>
          </a:prstGeom>
          <a:solidFill>
            <a:srgbClr val="627D8D">
              <a:alpha val="16500"/>
            </a:srgbClr>
          </a:solidFill>
          <a:ln>
            <a:noFill/>
          </a:ln>
        </p:spPr>
      </p:sp>
      <p:sp>
        <p:nvSpPr>
          <p:cNvPr id="45" name="!!circle-1va"/>
          <p:cNvSpPr/>
          <p:nvPr/>
        </p:nvSpPr>
        <p:spPr>
          <a:xfrm>
            <a:off x="8913123" y="6597135"/>
            <a:ext cx="28257" cy="28257"/>
          </a:xfrm>
          <a:prstGeom prst="ellipse">
            <a:avLst/>
          </a:prstGeom>
          <a:solidFill>
            <a:srgbClr val="627D8D">
              <a:alpha val="15700"/>
            </a:srgbClr>
          </a:solidFill>
          <a:ln>
            <a:noFill/>
          </a:ln>
        </p:spPr>
      </p:sp>
      <p:sp>
        <p:nvSpPr>
          <p:cNvPr id="46" name="!!circle-1vd"/>
          <p:cNvSpPr/>
          <p:nvPr/>
        </p:nvSpPr>
        <p:spPr>
          <a:xfrm>
            <a:off x="11271973" y="5349560"/>
            <a:ext cx="45149" cy="45149"/>
          </a:xfrm>
          <a:prstGeom prst="ellipse">
            <a:avLst/>
          </a:prstGeom>
          <a:solidFill>
            <a:srgbClr val="627D8D">
              <a:alpha val="31200"/>
            </a:srgbClr>
          </a:solidFill>
          <a:ln>
            <a:noFill/>
          </a:ln>
        </p:spPr>
      </p:sp>
      <p:sp>
        <p:nvSpPr>
          <p:cNvPr id="47" name="!!circle-1vg"/>
          <p:cNvSpPr/>
          <p:nvPr/>
        </p:nvSpPr>
        <p:spPr>
          <a:xfrm>
            <a:off x="3430659" y="3665847"/>
            <a:ext cx="30696" cy="30696"/>
          </a:xfrm>
          <a:prstGeom prst="ellipse">
            <a:avLst/>
          </a:prstGeom>
          <a:solidFill>
            <a:srgbClr val="627D8D">
              <a:alpha val="25700"/>
            </a:srgbClr>
          </a:solidFill>
          <a:ln>
            <a:noFill/>
          </a:ln>
        </p:spPr>
      </p:sp>
      <p:sp>
        <p:nvSpPr>
          <p:cNvPr id="48" name="!!circle-1vj"/>
          <p:cNvSpPr/>
          <p:nvPr/>
        </p:nvSpPr>
        <p:spPr>
          <a:xfrm>
            <a:off x="8826797" y="4231457"/>
            <a:ext cx="37401" cy="37401"/>
          </a:xfrm>
          <a:prstGeom prst="ellipse">
            <a:avLst/>
          </a:prstGeom>
          <a:solidFill>
            <a:srgbClr val="627D8D">
              <a:alpha val="16000"/>
            </a:srgbClr>
          </a:solidFill>
          <a:ln>
            <a:noFill/>
          </a:ln>
        </p:spPr>
      </p:sp>
      <p:sp>
        <p:nvSpPr>
          <p:cNvPr id="49" name="!!circle-1vm"/>
          <p:cNvSpPr/>
          <p:nvPr/>
        </p:nvSpPr>
        <p:spPr>
          <a:xfrm>
            <a:off x="1690177" y="4929426"/>
            <a:ext cx="33096" cy="33096"/>
          </a:xfrm>
          <a:prstGeom prst="ellipse">
            <a:avLst/>
          </a:prstGeom>
          <a:solidFill>
            <a:srgbClr val="627D8D">
              <a:alpha val="22300"/>
            </a:srgbClr>
          </a:solidFill>
          <a:ln>
            <a:noFill/>
          </a:ln>
        </p:spPr>
      </p:sp>
      <p:sp>
        <p:nvSpPr>
          <p:cNvPr id="50" name="!!circle-1vp"/>
          <p:cNvSpPr/>
          <p:nvPr/>
        </p:nvSpPr>
        <p:spPr>
          <a:xfrm>
            <a:off x="11608252" y="1031815"/>
            <a:ext cx="21145" cy="21145"/>
          </a:xfrm>
          <a:prstGeom prst="ellipse">
            <a:avLst/>
          </a:prstGeom>
          <a:solidFill>
            <a:srgbClr val="627D8D">
              <a:alpha val="16300"/>
            </a:srgbClr>
          </a:solidFill>
          <a:ln>
            <a:noFill/>
          </a:ln>
        </p:spPr>
      </p:sp>
      <p:sp>
        <p:nvSpPr>
          <p:cNvPr id="51" name="!!circle-1vs"/>
          <p:cNvSpPr/>
          <p:nvPr/>
        </p:nvSpPr>
        <p:spPr>
          <a:xfrm>
            <a:off x="11077743" y="5855118"/>
            <a:ext cx="35281" cy="35281"/>
          </a:xfrm>
          <a:prstGeom prst="ellipse">
            <a:avLst/>
          </a:prstGeom>
          <a:solidFill>
            <a:srgbClr val="627D8D">
              <a:alpha val="30000"/>
            </a:srgbClr>
          </a:solidFill>
          <a:ln>
            <a:noFill/>
          </a:ln>
        </p:spPr>
      </p:sp>
      <p:sp>
        <p:nvSpPr>
          <p:cNvPr id="52" name="!!ellipse-2j8"/>
          <p:cNvSpPr/>
          <p:nvPr/>
        </p:nvSpPr>
        <p:spPr>
          <a:xfrm>
            <a:off x="2794000" y="317500"/>
            <a:ext cx="6604000" cy="5334000"/>
          </a:xfrm>
          <a:prstGeom prst="ellipse">
            <a:avLst/>
          </a:prstGeom>
          <a:gradFill rotWithShape="1">
            <a:gsLst>
              <a:gs pos="0">
                <a:srgbClr val="627D8D">
                  <a:alpha val="20101"/>
                </a:srgbClr>
              </a:gs>
              <a:gs pos="35157">
                <a:srgbClr val="627D8D">
                  <a:alpha val="7310"/>
                </a:srgbClr>
              </a:gs>
              <a:gs pos="70314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3" name="!!circle-2k2"/>
          <p:cNvSpPr/>
          <p:nvPr/>
        </p:nvSpPr>
        <p:spPr>
          <a:xfrm>
            <a:off x="6054569" y="2394440"/>
            <a:ext cx="98800" cy="98800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24749">
                <a:srgbClr val="E3EEF4">
                  <a:alpha val="900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4" name="!!circle-2ka"/>
          <p:cNvSpPr/>
          <p:nvPr/>
        </p:nvSpPr>
        <p:spPr>
          <a:xfrm>
            <a:off x="5952722" y="2339888"/>
            <a:ext cx="98800" cy="98800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24749">
                <a:srgbClr val="E3EEF4">
                  <a:alpha val="900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5" name="!!path-2kf"/>
          <p:cNvSpPr/>
          <p:nvPr/>
        </p:nvSpPr>
        <p:spPr>
          <a:xfrm>
            <a:off x="4882401" y="2177629"/>
            <a:ext cx="1230066" cy="447895"/>
          </a:xfrm>
          <a:custGeom>
            <a:avLst/>
            <a:gdLst/>
            <a:ahLst/>
            <a:cxnLst/>
            <a:rect l="l" t="t" r="r" b="b"/>
            <a:pathLst>
              <a:path w="1230066" h="447895" fill="none">
                <a:moveTo>
                  <a:pt x="1230066" y="447895"/>
                </a:moveTo>
                <a:cubicBezTo>
                  <a:pt x="1188899" y="354035"/>
                  <a:pt x="1098332" y="255235"/>
                  <a:pt x="950131" y="177841"/>
                </a:cubicBezTo>
                <a:cubicBezTo>
                  <a:pt x="686663" y="41167"/>
                  <a:pt x="307928" y="0"/>
                  <a:pt x="31287" y="102094"/>
                </a:cubicBezTo>
                <a:lnTo>
                  <a:pt x="0" y="187721"/>
                </a:lnTo>
              </a:path>
            </a:pathLst>
          </a:custGeom>
          <a:noFill/>
          <a:ln w="39520" cap="rnd">
            <a:solidFill>
              <a:srgbClr val="627D8D"/>
            </a:solidFill>
            <a:prstDash val="solid"/>
            <a:round/>
          </a:ln>
        </p:spPr>
      </p:sp>
      <p:sp>
        <p:nvSpPr>
          <p:cNvPr id="56" name="!!circle-2ki"/>
          <p:cNvSpPr/>
          <p:nvPr/>
        </p:nvSpPr>
        <p:spPr>
          <a:xfrm>
            <a:off x="5457779" y="2196649"/>
            <a:ext cx="98800" cy="98800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24749">
                <a:srgbClr val="E3EEF4">
                  <a:alpha val="900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7" name="!!circle-2kq"/>
          <p:cNvSpPr/>
          <p:nvPr/>
        </p:nvSpPr>
        <p:spPr>
          <a:xfrm>
            <a:off x="6073243" y="2384905"/>
            <a:ext cx="98800" cy="98800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24749">
                <a:srgbClr val="E3EEF4">
                  <a:alpha val="900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8" name="!!circle-2ky"/>
          <p:cNvSpPr/>
          <p:nvPr/>
        </p:nvSpPr>
        <p:spPr>
          <a:xfrm>
            <a:off x="6185294" y="2350674"/>
            <a:ext cx="98800" cy="98800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24749">
                <a:srgbClr val="E3EEF4">
                  <a:alpha val="900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9" name="!!path-2l3"/>
          <p:cNvSpPr/>
          <p:nvPr/>
        </p:nvSpPr>
        <p:spPr>
          <a:xfrm>
            <a:off x="6122347" y="2169396"/>
            <a:ext cx="1155965" cy="456129"/>
          </a:xfrm>
          <a:custGeom>
            <a:avLst/>
            <a:gdLst/>
            <a:ahLst/>
            <a:cxnLst/>
            <a:rect l="l" t="t" r="r" b="b"/>
            <a:pathLst>
              <a:path w="1155965" h="456129" fill="none">
                <a:moveTo>
                  <a:pt x="0" y="456129"/>
                </a:moveTo>
                <a:cubicBezTo>
                  <a:pt x="47754" y="345802"/>
                  <a:pt x="138321" y="230534"/>
                  <a:pt x="286521" y="156434"/>
                </a:cubicBezTo>
                <a:cubicBezTo>
                  <a:pt x="517056" y="41167"/>
                  <a:pt x="862857" y="0"/>
                  <a:pt x="1132912" y="70807"/>
                </a:cubicBezTo>
                <a:lnTo>
                  <a:pt x="1155965" y="153141"/>
                </a:lnTo>
              </a:path>
            </a:pathLst>
          </a:custGeom>
          <a:noFill/>
          <a:ln w="39520" cap="rnd">
            <a:solidFill>
              <a:srgbClr val="627D8D"/>
            </a:solidFill>
            <a:prstDash val="solid"/>
            <a:round/>
          </a:ln>
        </p:spPr>
      </p:sp>
      <p:sp>
        <p:nvSpPr>
          <p:cNvPr id="60" name="!!circle-2l6"/>
          <p:cNvSpPr/>
          <p:nvPr/>
        </p:nvSpPr>
        <p:spPr>
          <a:xfrm>
            <a:off x="6631418" y="2185136"/>
            <a:ext cx="98800" cy="98800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24749">
                <a:srgbClr val="E3EEF4">
                  <a:alpha val="900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1" name="!!circle-2l9"/>
          <p:cNvSpPr/>
          <p:nvPr/>
        </p:nvSpPr>
        <p:spPr>
          <a:xfrm>
            <a:off x="4944208" y="2282742"/>
            <a:ext cx="125147" cy="125147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24749">
                <a:srgbClr val="E3EEF4">
                  <a:alpha val="900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2" name="!!circle-2lc"/>
          <p:cNvSpPr/>
          <p:nvPr/>
        </p:nvSpPr>
        <p:spPr>
          <a:xfrm>
            <a:off x="7142153" y="2241392"/>
            <a:ext cx="125147" cy="125147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24749">
                <a:srgbClr val="E3EEF4">
                  <a:alpha val="900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3" name="!!circle-2lf"/>
          <p:cNvSpPr/>
          <p:nvPr/>
        </p:nvSpPr>
        <p:spPr>
          <a:xfrm>
            <a:off x="6068007" y="2902255"/>
            <a:ext cx="111974" cy="111974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24749">
                <a:srgbClr val="E3EEF4">
                  <a:alpha val="900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4" name="!!path-2lk"/>
          <p:cNvSpPr/>
          <p:nvPr/>
        </p:nvSpPr>
        <p:spPr>
          <a:xfrm>
            <a:off x="4762194" y="2292897"/>
            <a:ext cx="1350273" cy="1729008"/>
          </a:xfrm>
          <a:custGeom>
            <a:avLst/>
            <a:gdLst/>
            <a:ahLst/>
            <a:cxnLst/>
            <a:rect l="l" t="t" r="r" b="b"/>
            <a:pathLst>
              <a:path w="1350273" h="1729008" fill="none">
                <a:moveTo>
                  <a:pt x="1350273" y="1729008"/>
                </a:moveTo>
                <a:cubicBezTo>
                  <a:pt x="905671" y="1399673"/>
                  <a:pt x="345802" y="1374973"/>
                  <a:pt x="49400" y="1429313"/>
                </a:cubicBezTo>
                <a:lnTo>
                  <a:pt x="0" y="139967"/>
                </a:lnTo>
                <a:cubicBezTo>
                  <a:pt x="148201" y="32933"/>
                  <a:pt x="510469" y="0"/>
                  <a:pt x="806870" y="79040"/>
                </a:cubicBezTo>
                <a:cubicBezTo>
                  <a:pt x="1053872" y="148201"/>
                  <a:pt x="1235006" y="247001"/>
                  <a:pt x="1350273" y="345802"/>
                </a:cubicBezTo>
              </a:path>
            </a:pathLst>
          </a:custGeom>
          <a:noFill/>
          <a:ln w="36227" cap="rnd">
            <a:solidFill>
              <a:srgbClr val="627D8D"/>
            </a:solidFill>
            <a:prstDash val="solid"/>
            <a:round/>
          </a:ln>
        </p:spPr>
      </p:sp>
      <p:sp>
        <p:nvSpPr>
          <p:cNvPr id="65" name="!!path-2ln"/>
          <p:cNvSpPr/>
          <p:nvPr/>
        </p:nvSpPr>
        <p:spPr>
          <a:xfrm>
            <a:off x="6112467" y="2259963"/>
            <a:ext cx="1317340" cy="1761942"/>
          </a:xfrm>
          <a:custGeom>
            <a:avLst/>
            <a:gdLst/>
            <a:ahLst/>
            <a:cxnLst/>
            <a:rect l="l" t="t" r="r" b="b"/>
            <a:pathLst>
              <a:path w="1317340" h="1761942" fill="none">
                <a:moveTo>
                  <a:pt x="0" y="1761942"/>
                </a:moveTo>
                <a:cubicBezTo>
                  <a:pt x="444602" y="1432607"/>
                  <a:pt x="1020938" y="1407907"/>
                  <a:pt x="1314046" y="1445780"/>
                </a:cubicBezTo>
                <a:lnTo>
                  <a:pt x="1317340" y="139967"/>
                </a:lnTo>
                <a:cubicBezTo>
                  <a:pt x="1169139" y="24700"/>
                  <a:pt x="905671" y="0"/>
                  <a:pt x="642203" y="46107"/>
                </a:cubicBezTo>
                <a:cubicBezTo>
                  <a:pt x="362268" y="115267"/>
                  <a:pt x="131734" y="263468"/>
                  <a:pt x="0" y="378735"/>
                </a:cubicBezTo>
              </a:path>
            </a:pathLst>
          </a:custGeom>
          <a:noFill/>
          <a:ln w="36227" cap="rnd">
            <a:solidFill>
              <a:srgbClr val="627D8D"/>
            </a:solidFill>
            <a:prstDash val="solid"/>
            <a:round/>
          </a:ln>
        </p:spPr>
      </p:sp>
      <p:sp>
        <p:nvSpPr>
          <p:cNvPr id="66" name="!!path-2lu"/>
          <p:cNvSpPr/>
          <p:nvPr/>
        </p:nvSpPr>
        <p:spPr>
          <a:xfrm>
            <a:off x="6123994" y="2730912"/>
            <a:ext cx="1" cy="1244886"/>
          </a:xfrm>
          <a:custGeom>
            <a:avLst/>
            <a:gdLst/>
            <a:ahLst/>
            <a:cxnLst/>
            <a:rect l="l" t="t" r="r" b="b"/>
            <a:pathLst>
              <a:path w="1" h="1244886" fill="none">
                <a:moveTo>
                  <a:pt x="0" y="1244886"/>
                </a:moveTo>
                <a:lnTo>
                  <a:pt x="0" y="0"/>
                </a:lnTo>
              </a:path>
            </a:pathLst>
          </a:custGeom>
          <a:noFill/>
          <a:ln w="55987" cap="rnd">
            <a:solidFill>
              <a:srgbClr val="C9D3D9"/>
            </a:solidFill>
            <a:prstDash val="solid"/>
            <a:round/>
          </a:ln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fast" p14:dur="1500" advTm="0">
        <p159:morph option="byObject"/>
      </p:transition>
    </mc:Choice>
    <mc:Fallback>
      <p:transition spd="fast" advTm="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14.4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rect-1q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7"/>
          </a:solidFill>
          <a:ln>
            <a:noFill/>
          </a:ln>
        </p:spPr>
      </p:sp>
      <p:sp>
        <p:nvSpPr>
          <p:cNvPr id="3" name="!!ellipse-1q2"/>
          <p:cNvSpPr/>
          <p:nvPr/>
        </p:nvSpPr>
        <p:spPr>
          <a:xfrm>
            <a:off x="-889000" y="-952500"/>
            <a:ext cx="13970000" cy="7874000"/>
          </a:xfrm>
          <a:prstGeom prst="ellipse">
            <a:avLst/>
          </a:prstGeom>
          <a:gradFill rotWithShape="1">
            <a:gsLst>
              <a:gs pos="0">
                <a:srgbClr val="FFFFFF">
                  <a:alpha val="95000"/>
                </a:srgbClr>
              </a:gs>
              <a:gs pos="40865">
                <a:srgbClr val="FFFFFF">
                  <a:alpha val="35000"/>
                </a:srgbClr>
              </a:gs>
              <a:gs pos="68108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!!rect-1q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P1"/>
            <a:srcRect/>
            <a:tile tx="138506" ty="137687" sx="16667" sy="16667" flip="none" algn="tl"/>
          </a:blipFill>
          <a:ln>
            <a:noFill/>
          </a:ln>
        </p:spPr>
      </p:sp>
      <p:sp>
        <p:nvSpPr>
          <p:cNvPr id="5" name="!!circle-1qb"/>
          <p:cNvSpPr/>
          <p:nvPr/>
        </p:nvSpPr>
        <p:spPr>
          <a:xfrm>
            <a:off x="398698" y="4017963"/>
            <a:ext cx="2046732" cy="2046732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" name="!!circle-1qg"/>
          <p:cNvSpPr/>
          <p:nvPr/>
        </p:nvSpPr>
        <p:spPr>
          <a:xfrm>
            <a:off x="3261018" y="5823268"/>
            <a:ext cx="1987309" cy="1987309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7" name="!!circle-1rf"/>
          <p:cNvSpPr/>
          <p:nvPr/>
        </p:nvSpPr>
        <p:spPr>
          <a:xfrm>
            <a:off x="1330154" y="4858766"/>
            <a:ext cx="1614653" cy="1614653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8" name="!!circle-1ro"/>
          <p:cNvSpPr/>
          <p:nvPr/>
        </p:nvSpPr>
        <p:spPr>
          <a:xfrm>
            <a:off x="5877910" y="5969699"/>
            <a:ext cx="1641335" cy="1641335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9" name="!!circle-1rq"/>
          <p:cNvSpPr/>
          <p:nvPr/>
        </p:nvSpPr>
        <p:spPr>
          <a:xfrm>
            <a:off x="-421303" y="2527662"/>
            <a:ext cx="1404252" cy="1404252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0" name="!!circle-1sg"/>
          <p:cNvSpPr/>
          <p:nvPr/>
        </p:nvSpPr>
        <p:spPr>
          <a:xfrm>
            <a:off x="-401040" y="1867726"/>
            <a:ext cx="1615783" cy="1615783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1" name="!!rect-1sh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5F7">
                  <a:alpha val="0"/>
                </a:srgbClr>
              </a:gs>
              <a:gs pos="20428">
                <a:srgbClr val="F3F5F7">
                  <a:alpha val="0"/>
                </a:srgbClr>
              </a:gs>
              <a:gs pos="66730">
                <a:srgbClr val="F3F5F7"/>
              </a:gs>
              <a:gs pos="100000">
                <a:srgbClr val="F3F5F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2" name="!!circle-1sj"/>
          <p:cNvSpPr/>
          <p:nvPr/>
        </p:nvSpPr>
        <p:spPr>
          <a:xfrm>
            <a:off x="117109" y="389483"/>
            <a:ext cx="50038" cy="50038"/>
          </a:xfrm>
          <a:prstGeom prst="ellipse">
            <a:avLst/>
          </a:prstGeom>
          <a:solidFill>
            <a:srgbClr val="627D8D">
              <a:alpha val="25400"/>
            </a:srgbClr>
          </a:solidFill>
          <a:ln>
            <a:noFill/>
          </a:ln>
        </p:spPr>
      </p:sp>
      <p:sp>
        <p:nvSpPr>
          <p:cNvPr id="13" name="!!circle-1sm"/>
          <p:cNvSpPr/>
          <p:nvPr/>
        </p:nvSpPr>
        <p:spPr>
          <a:xfrm>
            <a:off x="5664188" y="1620180"/>
            <a:ext cx="36055" cy="36055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14" name="!!circle-1sp"/>
          <p:cNvSpPr/>
          <p:nvPr/>
        </p:nvSpPr>
        <p:spPr>
          <a:xfrm>
            <a:off x="9303850" y="3535429"/>
            <a:ext cx="24295" cy="24295"/>
          </a:xfrm>
          <a:prstGeom prst="ellipse">
            <a:avLst/>
          </a:prstGeom>
          <a:solidFill>
            <a:srgbClr val="627D8D">
              <a:alpha val="18100"/>
            </a:srgbClr>
          </a:solidFill>
          <a:ln>
            <a:noFill/>
          </a:ln>
        </p:spPr>
      </p:sp>
      <p:sp>
        <p:nvSpPr>
          <p:cNvPr id="15" name="!!circle-1ss"/>
          <p:cNvSpPr/>
          <p:nvPr/>
        </p:nvSpPr>
        <p:spPr>
          <a:xfrm>
            <a:off x="3597709" y="6687394"/>
            <a:ext cx="25959" cy="25959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16" name="!!circle-1sv"/>
          <p:cNvSpPr/>
          <p:nvPr/>
        </p:nvSpPr>
        <p:spPr>
          <a:xfrm>
            <a:off x="1869998" y="1972436"/>
            <a:ext cx="35878" cy="35878"/>
          </a:xfrm>
          <a:prstGeom prst="ellipse">
            <a:avLst/>
          </a:prstGeom>
          <a:solidFill>
            <a:srgbClr val="627D8D">
              <a:alpha val="26800"/>
            </a:srgbClr>
          </a:solidFill>
          <a:ln>
            <a:noFill/>
          </a:ln>
        </p:spPr>
      </p:sp>
      <p:sp>
        <p:nvSpPr>
          <p:cNvPr id="17" name="!!circle-1sy"/>
          <p:cNvSpPr/>
          <p:nvPr/>
        </p:nvSpPr>
        <p:spPr>
          <a:xfrm>
            <a:off x="6733291" y="4231325"/>
            <a:ext cx="40234" cy="40234"/>
          </a:xfrm>
          <a:prstGeom prst="ellipse">
            <a:avLst/>
          </a:prstGeom>
          <a:solidFill>
            <a:srgbClr val="627D8D">
              <a:alpha val="31300"/>
            </a:srgbClr>
          </a:solidFill>
          <a:ln>
            <a:noFill/>
          </a:ln>
        </p:spPr>
      </p:sp>
      <p:sp>
        <p:nvSpPr>
          <p:cNvPr id="18" name="!!circle-1t1"/>
          <p:cNvSpPr/>
          <p:nvPr/>
        </p:nvSpPr>
        <p:spPr>
          <a:xfrm>
            <a:off x="10075748" y="253157"/>
            <a:ext cx="23559" cy="23559"/>
          </a:xfrm>
          <a:prstGeom prst="ellipse">
            <a:avLst/>
          </a:prstGeom>
          <a:solidFill>
            <a:srgbClr val="627D8D">
              <a:alpha val="17900"/>
            </a:srgbClr>
          </a:solidFill>
          <a:ln>
            <a:noFill/>
          </a:ln>
        </p:spPr>
      </p:sp>
      <p:sp>
        <p:nvSpPr>
          <p:cNvPr id="19" name="!!circle-1t4"/>
          <p:cNvSpPr/>
          <p:nvPr/>
        </p:nvSpPr>
        <p:spPr>
          <a:xfrm>
            <a:off x="1061929" y="5242306"/>
            <a:ext cx="29959" cy="29959"/>
          </a:xfrm>
          <a:prstGeom prst="ellipse">
            <a:avLst/>
          </a:prstGeom>
          <a:solidFill>
            <a:srgbClr val="627D8D">
              <a:alpha val="19400"/>
            </a:srgbClr>
          </a:solidFill>
          <a:ln>
            <a:noFill/>
          </a:ln>
        </p:spPr>
      </p:sp>
      <p:sp>
        <p:nvSpPr>
          <p:cNvPr id="20" name="!!circle-1t7"/>
          <p:cNvSpPr/>
          <p:nvPr/>
        </p:nvSpPr>
        <p:spPr>
          <a:xfrm>
            <a:off x="8557822" y="4700242"/>
            <a:ext cx="28702" cy="28702"/>
          </a:xfrm>
          <a:prstGeom prst="ellipse">
            <a:avLst/>
          </a:prstGeom>
          <a:solidFill>
            <a:srgbClr val="627D8D">
              <a:alpha val="17800"/>
            </a:srgbClr>
          </a:solidFill>
          <a:ln>
            <a:noFill/>
          </a:ln>
        </p:spPr>
      </p:sp>
      <p:sp>
        <p:nvSpPr>
          <p:cNvPr id="21" name="!!circle-1ta"/>
          <p:cNvSpPr/>
          <p:nvPr/>
        </p:nvSpPr>
        <p:spPr>
          <a:xfrm>
            <a:off x="11116909" y="2191010"/>
            <a:ext cx="24066" cy="24066"/>
          </a:xfrm>
          <a:prstGeom prst="ellipse">
            <a:avLst/>
          </a:prstGeom>
          <a:solidFill>
            <a:srgbClr val="627D8D">
              <a:alpha val="23900"/>
            </a:srgbClr>
          </a:solidFill>
          <a:ln>
            <a:noFill/>
          </a:ln>
        </p:spPr>
      </p:sp>
      <p:sp>
        <p:nvSpPr>
          <p:cNvPr id="22" name="!!circle-1td"/>
          <p:cNvSpPr/>
          <p:nvPr/>
        </p:nvSpPr>
        <p:spPr>
          <a:xfrm>
            <a:off x="8327044" y="6288800"/>
            <a:ext cx="35865" cy="35865"/>
          </a:xfrm>
          <a:prstGeom prst="ellipse">
            <a:avLst/>
          </a:prstGeom>
          <a:solidFill>
            <a:srgbClr val="627D8D">
              <a:alpha val="28200"/>
            </a:srgbClr>
          </a:solidFill>
          <a:ln>
            <a:noFill/>
          </a:ln>
        </p:spPr>
      </p:sp>
      <p:sp>
        <p:nvSpPr>
          <p:cNvPr id="23" name="!!circle-1tg"/>
          <p:cNvSpPr/>
          <p:nvPr/>
        </p:nvSpPr>
        <p:spPr>
          <a:xfrm>
            <a:off x="1409414" y="3598887"/>
            <a:ext cx="39218" cy="39218"/>
          </a:xfrm>
          <a:prstGeom prst="ellipse">
            <a:avLst/>
          </a:prstGeom>
          <a:solidFill>
            <a:srgbClr val="627D8D">
              <a:alpha val="29600"/>
            </a:srgbClr>
          </a:solidFill>
          <a:ln>
            <a:noFill/>
          </a:ln>
        </p:spPr>
      </p:sp>
      <p:sp>
        <p:nvSpPr>
          <p:cNvPr id="24" name="!!circle-1tj"/>
          <p:cNvSpPr/>
          <p:nvPr/>
        </p:nvSpPr>
        <p:spPr>
          <a:xfrm>
            <a:off x="7217030" y="6571330"/>
            <a:ext cx="49733" cy="49733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5" name="!!circle-1tm"/>
          <p:cNvSpPr/>
          <p:nvPr/>
        </p:nvSpPr>
        <p:spPr>
          <a:xfrm>
            <a:off x="6274024" y="2215707"/>
            <a:ext cx="41694" cy="41694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6" name="!!circle-1tp"/>
          <p:cNvSpPr/>
          <p:nvPr/>
        </p:nvSpPr>
        <p:spPr>
          <a:xfrm>
            <a:off x="6782013" y="5616185"/>
            <a:ext cx="31979" cy="31979"/>
          </a:xfrm>
          <a:prstGeom prst="ellipse">
            <a:avLst/>
          </a:prstGeom>
          <a:solidFill>
            <a:srgbClr val="627D8D">
              <a:alpha val="24100"/>
            </a:srgbClr>
          </a:solidFill>
          <a:ln>
            <a:noFill/>
          </a:ln>
        </p:spPr>
      </p:sp>
      <p:sp>
        <p:nvSpPr>
          <p:cNvPr id="27" name="!!circle-1ts"/>
          <p:cNvSpPr/>
          <p:nvPr/>
        </p:nvSpPr>
        <p:spPr>
          <a:xfrm>
            <a:off x="3801571" y="1599627"/>
            <a:ext cx="18085" cy="18085"/>
          </a:xfrm>
          <a:prstGeom prst="ellipse">
            <a:avLst/>
          </a:prstGeom>
          <a:solidFill>
            <a:srgbClr val="627D8D">
              <a:alpha val="10500"/>
            </a:srgbClr>
          </a:solidFill>
          <a:ln>
            <a:noFill/>
          </a:ln>
        </p:spPr>
      </p:sp>
      <p:sp>
        <p:nvSpPr>
          <p:cNvPr id="28" name="!!circle-1tv"/>
          <p:cNvSpPr/>
          <p:nvPr/>
        </p:nvSpPr>
        <p:spPr>
          <a:xfrm>
            <a:off x="7672200" y="66866"/>
            <a:ext cx="38214" cy="38214"/>
          </a:xfrm>
          <a:prstGeom prst="ellipse">
            <a:avLst/>
          </a:prstGeom>
          <a:solidFill>
            <a:srgbClr val="627D8D">
              <a:alpha val="23100"/>
            </a:srgbClr>
          </a:solidFill>
          <a:ln>
            <a:noFill/>
          </a:ln>
        </p:spPr>
      </p:sp>
      <p:sp>
        <p:nvSpPr>
          <p:cNvPr id="29" name="!!circle-1ty"/>
          <p:cNvSpPr/>
          <p:nvPr/>
        </p:nvSpPr>
        <p:spPr>
          <a:xfrm>
            <a:off x="3371733" y="6732590"/>
            <a:ext cx="39243" cy="39243"/>
          </a:xfrm>
          <a:prstGeom prst="ellipse">
            <a:avLst/>
          </a:prstGeom>
          <a:solidFill>
            <a:srgbClr val="627D8D">
              <a:alpha val="27700"/>
            </a:srgbClr>
          </a:solidFill>
          <a:ln>
            <a:noFill/>
          </a:ln>
        </p:spPr>
      </p:sp>
      <p:sp>
        <p:nvSpPr>
          <p:cNvPr id="30" name="!!circle-1u1"/>
          <p:cNvSpPr/>
          <p:nvPr/>
        </p:nvSpPr>
        <p:spPr>
          <a:xfrm>
            <a:off x="1677578" y="6794940"/>
            <a:ext cx="34519" cy="34519"/>
          </a:xfrm>
          <a:prstGeom prst="ellipse">
            <a:avLst/>
          </a:prstGeom>
          <a:solidFill>
            <a:srgbClr val="627D8D">
              <a:alpha val="22500"/>
            </a:srgbClr>
          </a:solidFill>
          <a:ln>
            <a:noFill/>
          </a:ln>
        </p:spPr>
      </p:sp>
      <p:sp>
        <p:nvSpPr>
          <p:cNvPr id="31" name="!!circle-1u4"/>
          <p:cNvSpPr/>
          <p:nvPr/>
        </p:nvSpPr>
        <p:spPr>
          <a:xfrm>
            <a:off x="2548351" y="5544084"/>
            <a:ext cx="46228" cy="46228"/>
          </a:xfrm>
          <a:prstGeom prst="ellipse">
            <a:avLst/>
          </a:prstGeom>
          <a:solidFill>
            <a:srgbClr val="627D8D">
              <a:alpha val="26200"/>
            </a:srgbClr>
          </a:solidFill>
          <a:ln>
            <a:noFill/>
          </a:ln>
        </p:spPr>
      </p:sp>
      <p:sp>
        <p:nvSpPr>
          <p:cNvPr id="32" name="!!circle-1u7"/>
          <p:cNvSpPr/>
          <p:nvPr/>
        </p:nvSpPr>
        <p:spPr>
          <a:xfrm>
            <a:off x="7404554" y="5019092"/>
            <a:ext cx="49327" cy="49327"/>
          </a:xfrm>
          <a:prstGeom prst="ellipse">
            <a:avLst/>
          </a:prstGeom>
          <a:solidFill>
            <a:srgbClr val="627D8D">
              <a:alpha val="20800"/>
            </a:srgbClr>
          </a:solidFill>
          <a:ln>
            <a:noFill/>
          </a:ln>
        </p:spPr>
      </p:sp>
      <p:sp>
        <p:nvSpPr>
          <p:cNvPr id="33" name="!!circle-1ua"/>
          <p:cNvSpPr/>
          <p:nvPr/>
        </p:nvSpPr>
        <p:spPr>
          <a:xfrm>
            <a:off x="9689081" y="5834277"/>
            <a:ext cx="24054" cy="24054"/>
          </a:xfrm>
          <a:prstGeom prst="ellipse">
            <a:avLst/>
          </a:prstGeom>
          <a:solidFill>
            <a:srgbClr val="627D8D">
              <a:alpha val="22200"/>
            </a:srgbClr>
          </a:solidFill>
          <a:ln>
            <a:noFill/>
          </a:ln>
        </p:spPr>
      </p:sp>
      <p:sp>
        <p:nvSpPr>
          <p:cNvPr id="34" name="!!circle-1ud"/>
          <p:cNvSpPr/>
          <p:nvPr/>
        </p:nvSpPr>
        <p:spPr>
          <a:xfrm>
            <a:off x="2177908" y="1696563"/>
            <a:ext cx="32271" cy="32271"/>
          </a:xfrm>
          <a:prstGeom prst="ellipse">
            <a:avLst/>
          </a:prstGeom>
          <a:solidFill>
            <a:srgbClr val="627D8D">
              <a:alpha val="20500"/>
            </a:srgbClr>
          </a:solidFill>
          <a:ln>
            <a:noFill/>
          </a:ln>
        </p:spPr>
      </p:sp>
      <p:sp>
        <p:nvSpPr>
          <p:cNvPr id="35" name="!!circle-1ug"/>
          <p:cNvSpPr/>
          <p:nvPr/>
        </p:nvSpPr>
        <p:spPr>
          <a:xfrm>
            <a:off x="2097737" y="138628"/>
            <a:ext cx="21323" cy="21323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36" name="!!circle-1uj"/>
          <p:cNvSpPr/>
          <p:nvPr/>
        </p:nvSpPr>
        <p:spPr>
          <a:xfrm>
            <a:off x="2108973" y="2752075"/>
            <a:ext cx="34252" cy="34252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37" name="!!circle-1um"/>
          <p:cNvSpPr/>
          <p:nvPr/>
        </p:nvSpPr>
        <p:spPr>
          <a:xfrm>
            <a:off x="9627653" y="4838338"/>
            <a:ext cx="44196" cy="44196"/>
          </a:xfrm>
          <a:prstGeom prst="ellipse">
            <a:avLst/>
          </a:prstGeom>
          <a:solidFill>
            <a:srgbClr val="627D8D">
              <a:alpha val="21700"/>
            </a:srgbClr>
          </a:solidFill>
          <a:ln>
            <a:noFill/>
          </a:ln>
        </p:spPr>
      </p:sp>
      <p:sp>
        <p:nvSpPr>
          <p:cNvPr id="38" name="!!circle-1up"/>
          <p:cNvSpPr/>
          <p:nvPr/>
        </p:nvSpPr>
        <p:spPr>
          <a:xfrm>
            <a:off x="6840559" y="1984339"/>
            <a:ext cx="35192" cy="35192"/>
          </a:xfrm>
          <a:prstGeom prst="ellipse">
            <a:avLst/>
          </a:prstGeom>
          <a:solidFill>
            <a:srgbClr val="627D8D">
              <a:alpha val="27100"/>
            </a:srgbClr>
          </a:solidFill>
          <a:ln>
            <a:noFill/>
          </a:ln>
        </p:spPr>
      </p:sp>
      <p:sp>
        <p:nvSpPr>
          <p:cNvPr id="39" name="!!circle-1us"/>
          <p:cNvSpPr/>
          <p:nvPr/>
        </p:nvSpPr>
        <p:spPr>
          <a:xfrm>
            <a:off x="10061746" y="5644048"/>
            <a:ext cx="43358" cy="43358"/>
          </a:xfrm>
          <a:prstGeom prst="ellipse">
            <a:avLst/>
          </a:prstGeom>
          <a:solidFill>
            <a:srgbClr val="627D8D">
              <a:alpha val="19500"/>
            </a:srgbClr>
          </a:solidFill>
          <a:ln>
            <a:noFill/>
          </a:ln>
        </p:spPr>
      </p:sp>
      <p:sp>
        <p:nvSpPr>
          <p:cNvPr id="40" name="!!circle-1uv"/>
          <p:cNvSpPr/>
          <p:nvPr/>
        </p:nvSpPr>
        <p:spPr>
          <a:xfrm>
            <a:off x="3050369" y="2452808"/>
            <a:ext cx="33528" cy="33528"/>
          </a:xfrm>
          <a:prstGeom prst="ellipse">
            <a:avLst/>
          </a:prstGeom>
          <a:solidFill>
            <a:srgbClr val="627D8D">
              <a:alpha val="28300"/>
            </a:srgbClr>
          </a:solidFill>
          <a:ln>
            <a:noFill/>
          </a:ln>
        </p:spPr>
      </p:sp>
      <p:sp>
        <p:nvSpPr>
          <p:cNvPr id="41" name="!!circle-1uy"/>
          <p:cNvSpPr/>
          <p:nvPr/>
        </p:nvSpPr>
        <p:spPr>
          <a:xfrm>
            <a:off x="6709082" y="2970139"/>
            <a:ext cx="28956" cy="28956"/>
          </a:xfrm>
          <a:prstGeom prst="ellipse">
            <a:avLst/>
          </a:prstGeom>
          <a:solidFill>
            <a:srgbClr val="627D8D">
              <a:alpha val="21800"/>
            </a:srgbClr>
          </a:solidFill>
          <a:ln>
            <a:noFill/>
          </a:ln>
        </p:spPr>
      </p:sp>
      <p:sp>
        <p:nvSpPr>
          <p:cNvPr id="42" name="!!circle-1v1"/>
          <p:cNvSpPr/>
          <p:nvPr/>
        </p:nvSpPr>
        <p:spPr>
          <a:xfrm>
            <a:off x="6955406" y="6730106"/>
            <a:ext cx="45555" cy="45555"/>
          </a:xfrm>
          <a:prstGeom prst="ellipse">
            <a:avLst/>
          </a:prstGeom>
          <a:solidFill>
            <a:srgbClr val="627D8D">
              <a:alpha val="20900"/>
            </a:srgbClr>
          </a:solidFill>
          <a:ln>
            <a:noFill/>
          </a:ln>
        </p:spPr>
      </p:sp>
      <p:sp>
        <p:nvSpPr>
          <p:cNvPr id="43" name="!!circle-1v4"/>
          <p:cNvSpPr/>
          <p:nvPr/>
        </p:nvSpPr>
        <p:spPr>
          <a:xfrm>
            <a:off x="11331145" y="3744146"/>
            <a:ext cx="39484" cy="39484"/>
          </a:xfrm>
          <a:prstGeom prst="ellipse">
            <a:avLst/>
          </a:prstGeom>
          <a:solidFill>
            <a:srgbClr val="627D8D">
              <a:alpha val="13600"/>
            </a:srgbClr>
          </a:solidFill>
          <a:ln>
            <a:noFill/>
          </a:ln>
        </p:spPr>
      </p:sp>
      <p:sp>
        <p:nvSpPr>
          <p:cNvPr id="44" name="!!circle-1v7"/>
          <p:cNvSpPr/>
          <p:nvPr/>
        </p:nvSpPr>
        <p:spPr>
          <a:xfrm>
            <a:off x="7419504" y="5850256"/>
            <a:ext cx="30455" cy="30455"/>
          </a:xfrm>
          <a:prstGeom prst="ellipse">
            <a:avLst/>
          </a:prstGeom>
          <a:solidFill>
            <a:srgbClr val="627D8D">
              <a:alpha val="16500"/>
            </a:srgbClr>
          </a:solidFill>
          <a:ln>
            <a:noFill/>
          </a:ln>
        </p:spPr>
      </p:sp>
      <p:sp>
        <p:nvSpPr>
          <p:cNvPr id="45" name="!!circle-1va"/>
          <p:cNvSpPr/>
          <p:nvPr/>
        </p:nvSpPr>
        <p:spPr>
          <a:xfrm>
            <a:off x="8913319" y="6596422"/>
            <a:ext cx="28257" cy="28257"/>
          </a:xfrm>
          <a:prstGeom prst="ellipse">
            <a:avLst/>
          </a:prstGeom>
          <a:solidFill>
            <a:srgbClr val="627D8D">
              <a:alpha val="15700"/>
            </a:srgbClr>
          </a:solidFill>
          <a:ln>
            <a:noFill/>
          </a:ln>
        </p:spPr>
      </p:sp>
      <p:sp>
        <p:nvSpPr>
          <p:cNvPr id="46" name="!!circle-1vd"/>
          <p:cNvSpPr/>
          <p:nvPr/>
        </p:nvSpPr>
        <p:spPr>
          <a:xfrm>
            <a:off x="11272399" y="5348563"/>
            <a:ext cx="45149" cy="45149"/>
          </a:xfrm>
          <a:prstGeom prst="ellipse">
            <a:avLst/>
          </a:prstGeom>
          <a:solidFill>
            <a:srgbClr val="627D8D">
              <a:alpha val="31200"/>
            </a:srgbClr>
          </a:solidFill>
          <a:ln>
            <a:noFill/>
          </a:ln>
        </p:spPr>
      </p:sp>
      <p:sp>
        <p:nvSpPr>
          <p:cNvPr id="47" name="!!circle-1vg"/>
          <p:cNvSpPr/>
          <p:nvPr/>
        </p:nvSpPr>
        <p:spPr>
          <a:xfrm>
            <a:off x="3430770" y="3663900"/>
            <a:ext cx="30696" cy="30696"/>
          </a:xfrm>
          <a:prstGeom prst="ellipse">
            <a:avLst/>
          </a:prstGeom>
          <a:solidFill>
            <a:srgbClr val="627D8D">
              <a:alpha val="25700"/>
            </a:srgbClr>
          </a:solidFill>
          <a:ln>
            <a:noFill/>
          </a:ln>
        </p:spPr>
      </p:sp>
      <p:sp>
        <p:nvSpPr>
          <p:cNvPr id="48" name="!!circle-1vj"/>
          <p:cNvSpPr/>
          <p:nvPr/>
        </p:nvSpPr>
        <p:spPr>
          <a:xfrm>
            <a:off x="8826781" y="4229382"/>
            <a:ext cx="37401" cy="37401"/>
          </a:xfrm>
          <a:prstGeom prst="ellipse">
            <a:avLst/>
          </a:prstGeom>
          <a:solidFill>
            <a:srgbClr val="627D8D">
              <a:alpha val="16000"/>
            </a:srgbClr>
          </a:solidFill>
          <a:ln>
            <a:noFill/>
          </a:ln>
        </p:spPr>
      </p:sp>
      <p:sp>
        <p:nvSpPr>
          <p:cNvPr id="49" name="!!circle-1vm"/>
          <p:cNvSpPr/>
          <p:nvPr/>
        </p:nvSpPr>
        <p:spPr>
          <a:xfrm>
            <a:off x="1690523" y="4927851"/>
            <a:ext cx="33096" cy="33096"/>
          </a:xfrm>
          <a:prstGeom prst="ellipse">
            <a:avLst/>
          </a:prstGeom>
          <a:solidFill>
            <a:srgbClr val="627D8D">
              <a:alpha val="22300"/>
            </a:srgbClr>
          </a:solidFill>
          <a:ln>
            <a:noFill/>
          </a:ln>
        </p:spPr>
      </p:sp>
      <p:sp>
        <p:nvSpPr>
          <p:cNvPr id="50" name="!!circle-1vp"/>
          <p:cNvSpPr/>
          <p:nvPr/>
        </p:nvSpPr>
        <p:spPr>
          <a:xfrm>
            <a:off x="11608157" y="1030289"/>
            <a:ext cx="21145" cy="21145"/>
          </a:xfrm>
          <a:prstGeom prst="ellipse">
            <a:avLst/>
          </a:prstGeom>
          <a:solidFill>
            <a:srgbClr val="627D8D">
              <a:alpha val="16300"/>
            </a:srgbClr>
          </a:solidFill>
          <a:ln>
            <a:noFill/>
          </a:ln>
        </p:spPr>
      </p:sp>
      <p:sp>
        <p:nvSpPr>
          <p:cNvPr id="51" name="!!circle-1vs"/>
          <p:cNvSpPr/>
          <p:nvPr/>
        </p:nvSpPr>
        <p:spPr>
          <a:xfrm>
            <a:off x="11077737" y="5854029"/>
            <a:ext cx="35281" cy="35281"/>
          </a:xfrm>
          <a:prstGeom prst="ellipse">
            <a:avLst/>
          </a:prstGeom>
          <a:solidFill>
            <a:srgbClr val="627D8D">
              <a:alpha val="30000"/>
            </a:srgbClr>
          </a:solidFill>
          <a:ln>
            <a:noFill/>
          </a:ln>
        </p:spPr>
      </p:sp>
      <p:sp>
        <p:nvSpPr>
          <p:cNvPr id="52" name="!!ellipse-2j8"/>
          <p:cNvSpPr/>
          <p:nvPr/>
        </p:nvSpPr>
        <p:spPr>
          <a:xfrm>
            <a:off x="2794000" y="317500"/>
            <a:ext cx="6604000" cy="5334000"/>
          </a:xfrm>
          <a:prstGeom prst="ellipse">
            <a:avLst/>
          </a:prstGeom>
          <a:gradFill rotWithShape="1">
            <a:gsLst>
              <a:gs pos="0">
                <a:srgbClr val="627D8D">
                  <a:alpha val="21997"/>
                </a:srgbClr>
              </a:gs>
              <a:gs pos="35157">
                <a:srgbClr val="627D8D">
                  <a:alpha val="7999"/>
                </a:srgbClr>
              </a:gs>
              <a:gs pos="70314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3" name="!!path-2jp"/>
          <p:cNvSpPr/>
          <p:nvPr/>
        </p:nvSpPr>
        <p:spPr>
          <a:xfrm>
            <a:off x="4753656" y="2268583"/>
            <a:ext cx="2684688" cy="1776534"/>
          </a:xfrm>
          <a:custGeom>
            <a:avLst/>
            <a:gdLst/>
            <a:ahLst/>
            <a:cxnLst/>
            <a:rect l="l" t="t" r="r" b="b"/>
            <a:pathLst>
              <a:path w="2684688" h="1776534">
                <a:moveTo>
                  <a:pt x="0" y="174008"/>
                </a:moveTo>
                <a:cubicBezTo>
                  <a:pt x="149149" y="66289"/>
                  <a:pt x="513737" y="33144"/>
                  <a:pt x="812035" y="112691"/>
                </a:cubicBezTo>
                <a:cubicBezTo>
                  <a:pt x="1060617" y="182294"/>
                  <a:pt x="1242911" y="281727"/>
                  <a:pt x="1358916" y="381159"/>
                </a:cubicBezTo>
                <a:cubicBezTo>
                  <a:pt x="1491493" y="265154"/>
                  <a:pt x="1723503" y="116005"/>
                  <a:pt x="2005230" y="46402"/>
                </a:cubicBezTo>
                <a:cubicBezTo>
                  <a:pt x="2270384" y="0"/>
                  <a:pt x="2535539" y="24858"/>
                  <a:pt x="2684688" y="140863"/>
                </a:cubicBezTo>
                <a:lnTo>
                  <a:pt x="2681373" y="1455035"/>
                </a:lnTo>
                <a:cubicBezTo>
                  <a:pt x="2386389" y="1416919"/>
                  <a:pt x="1806364" y="1441777"/>
                  <a:pt x="1368859" y="1766591"/>
                </a:cubicBezTo>
                <a:quadBezTo>
                  <a:pt x="1358916" y="1776534"/>
                  <a:pt x="1348973" y="1766591"/>
                </a:quadBezTo>
                <a:cubicBezTo>
                  <a:pt x="911468" y="1441777"/>
                  <a:pt x="348015" y="1416919"/>
                  <a:pt x="49716" y="1471607"/>
                </a:cubicBezTo>
                <a:close/>
              </a:path>
            </a:pathLst>
          </a:custGeom>
          <a:solidFill>
            <a:srgbClr val="46606F">
              <a:alpha val="3368"/>
            </a:srgbClr>
          </a:solidFill>
          <a:ln>
            <a:noFill/>
          </a:ln>
        </p:spPr>
      </p:sp>
      <p:sp>
        <p:nvSpPr>
          <p:cNvPr id="54" name="!!path-2jq"/>
          <p:cNvSpPr/>
          <p:nvPr/>
        </p:nvSpPr>
        <p:spPr>
          <a:xfrm>
            <a:off x="4753656" y="2281841"/>
            <a:ext cx="2684688" cy="1776534"/>
          </a:xfrm>
          <a:custGeom>
            <a:avLst/>
            <a:gdLst/>
            <a:ahLst/>
            <a:cxnLst/>
            <a:rect l="l" t="t" r="r" b="b"/>
            <a:pathLst>
              <a:path w="2684688" h="1776534">
                <a:moveTo>
                  <a:pt x="0" y="174008"/>
                </a:moveTo>
                <a:cubicBezTo>
                  <a:pt x="149149" y="66289"/>
                  <a:pt x="513737" y="33144"/>
                  <a:pt x="812035" y="112691"/>
                </a:cubicBezTo>
                <a:cubicBezTo>
                  <a:pt x="1060617" y="182294"/>
                  <a:pt x="1242911" y="281727"/>
                  <a:pt x="1358916" y="381159"/>
                </a:cubicBezTo>
                <a:cubicBezTo>
                  <a:pt x="1491493" y="265154"/>
                  <a:pt x="1723503" y="116005"/>
                  <a:pt x="2005230" y="46402"/>
                </a:cubicBezTo>
                <a:cubicBezTo>
                  <a:pt x="2270384" y="0"/>
                  <a:pt x="2535539" y="24858"/>
                  <a:pt x="2684688" y="140863"/>
                </a:cubicBezTo>
                <a:lnTo>
                  <a:pt x="2681373" y="1455035"/>
                </a:lnTo>
                <a:cubicBezTo>
                  <a:pt x="2386389" y="1416919"/>
                  <a:pt x="1806364" y="1441777"/>
                  <a:pt x="1368859" y="1766591"/>
                </a:cubicBezTo>
                <a:quadBezTo>
                  <a:pt x="1358916" y="1776534"/>
                  <a:pt x="1348973" y="1766591"/>
                </a:quadBezTo>
                <a:cubicBezTo>
                  <a:pt x="911468" y="1441777"/>
                  <a:pt x="348015" y="1416919"/>
                  <a:pt x="49716" y="1471607"/>
                </a:cubicBezTo>
                <a:close/>
              </a:path>
            </a:pathLst>
          </a:custGeom>
          <a:solidFill>
            <a:srgbClr val="46606F">
              <a:alpha val="3368"/>
            </a:srgbClr>
          </a:solidFill>
          <a:ln>
            <a:noFill/>
          </a:ln>
        </p:spPr>
      </p:sp>
      <p:sp>
        <p:nvSpPr>
          <p:cNvPr id="55" name="!!path-2jr"/>
          <p:cNvSpPr/>
          <p:nvPr/>
        </p:nvSpPr>
        <p:spPr>
          <a:xfrm>
            <a:off x="4753656" y="2295099"/>
            <a:ext cx="2684688" cy="1776534"/>
          </a:xfrm>
          <a:custGeom>
            <a:avLst/>
            <a:gdLst/>
            <a:ahLst/>
            <a:cxnLst/>
            <a:rect l="l" t="t" r="r" b="b"/>
            <a:pathLst>
              <a:path w="2684688" h="1776534">
                <a:moveTo>
                  <a:pt x="0" y="174008"/>
                </a:moveTo>
                <a:cubicBezTo>
                  <a:pt x="149149" y="66289"/>
                  <a:pt x="513737" y="33144"/>
                  <a:pt x="812035" y="112691"/>
                </a:cubicBezTo>
                <a:cubicBezTo>
                  <a:pt x="1060617" y="182294"/>
                  <a:pt x="1242911" y="281727"/>
                  <a:pt x="1358916" y="381159"/>
                </a:cubicBezTo>
                <a:cubicBezTo>
                  <a:pt x="1491493" y="265154"/>
                  <a:pt x="1723503" y="116005"/>
                  <a:pt x="2005230" y="46402"/>
                </a:cubicBezTo>
                <a:cubicBezTo>
                  <a:pt x="2270384" y="0"/>
                  <a:pt x="2535539" y="24858"/>
                  <a:pt x="2684688" y="140863"/>
                </a:cubicBezTo>
                <a:lnTo>
                  <a:pt x="2681373" y="1455035"/>
                </a:lnTo>
                <a:cubicBezTo>
                  <a:pt x="2386389" y="1416919"/>
                  <a:pt x="1806364" y="1441777"/>
                  <a:pt x="1368859" y="1766591"/>
                </a:cubicBezTo>
                <a:quadBezTo>
                  <a:pt x="1358916" y="1776534"/>
                  <a:pt x="1348973" y="1766591"/>
                </a:quadBezTo>
                <a:cubicBezTo>
                  <a:pt x="911468" y="1441777"/>
                  <a:pt x="348015" y="1416919"/>
                  <a:pt x="49716" y="1471607"/>
                </a:cubicBezTo>
                <a:close/>
              </a:path>
            </a:pathLst>
          </a:custGeom>
          <a:solidFill>
            <a:srgbClr val="46606F">
              <a:alpha val="3368"/>
            </a:srgbClr>
          </a:solidFill>
          <a:ln>
            <a:noFill/>
          </a:ln>
        </p:spPr>
      </p:sp>
      <p:sp>
        <p:nvSpPr>
          <p:cNvPr id="56" name="!!path-2js"/>
          <p:cNvSpPr/>
          <p:nvPr/>
        </p:nvSpPr>
        <p:spPr>
          <a:xfrm>
            <a:off x="4753656" y="2308356"/>
            <a:ext cx="2684688" cy="1776534"/>
          </a:xfrm>
          <a:custGeom>
            <a:avLst/>
            <a:gdLst/>
            <a:ahLst/>
            <a:cxnLst/>
            <a:rect l="l" t="t" r="r" b="b"/>
            <a:pathLst>
              <a:path w="2684688" h="1776534">
                <a:moveTo>
                  <a:pt x="0" y="174008"/>
                </a:moveTo>
                <a:cubicBezTo>
                  <a:pt x="149149" y="66289"/>
                  <a:pt x="513737" y="33144"/>
                  <a:pt x="812035" y="112691"/>
                </a:cubicBezTo>
                <a:cubicBezTo>
                  <a:pt x="1060617" y="182294"/>
                  <a:pt x="1242911" y="281727"/>
                  <a:pt x="1358916" y="381159"/>
                </a:cubicBezTo>
                <a:cubicBezTo>
                  <a:pt x="1491493" y="265154"/>
                  <a:pt x="1723503" y="116005"/>
                  <a:pt x="2005230" y="46402"/>
                </a:cubicBezTo>
                <a:cubicBezTo>
                  <a:pt x="2270384" y="0"/>
                  <a:pt x="2535539" y="24858"/>
                  <a:pt x="2684688" y="140863"/>
                </a:cubicBezTo>
                <a:lnTo>
                  <a:pt x="2681373" y="1455035"/>
                </a:lnTo>
                <a:cubicBezTo>
                  <a:pt x="2386389" y="1416919"/>
                  <a:pt x="1806364" y="1441777"/>
                  <a:pt x="1368859" y="1766591"/>
                </a:cubicBezTo>
                <a:quadBezTo>
                  <a:pt x="1358916" y="1776534"/>
                  <a:pt x="1348973" y="1766591"/>
                </a:quadBezTo>
                <a:cubicBezTo>
                  <a:pt x="911468" y="1441777"/>
                  <a:pt x="348015" y="1416919"/>
                  <a:pt x="49716" y="1471607"/>
                </a:cubicBezTo>
                <a:close/>
              </a:path>
            </a:pathLst>
          </a:custGeom>
          <a:solidFill>
            <a:srgbClr val="46606F">
              <a:alpha val="3368"/>
            </a:srgbClr>
          </a:solidFill>
          <a:ln>
            <a:noFill/>
          </a:ln>
        </p:spPr>
      </p:sp>
      <p:sp>
        <p:nvSpPr>
          <p:cNvPr id="57" name="!!path-2jt"/>
          <p:cNvSpPr/>
          <p:nvPr/>
        </p:nvSpPr>
        <p:spPr>
          <a:xfrm>
            <a:off x="4753656" y="2321614"/>
            <a:ext cx="2684688" cy="1776534"/>
          </a:xfrm>
          <a:custGeom>
            <a:avLst/>
            <a:gdLst/>
            <a:ahLst/>
            <a:cxnLst/>
            <a:rect l="l" t="t" r="r" b="b"/>
            <a:pathLst>
              <a:path w="2684688" h="1776534">
                <a:moveTo>
                  <a:pt x="0" y="174008"/>
                </a:moveTo>
                <a:cubicBezTo>
                  <a:pt x="149149" y="66289"/>
                  <a:pt x="513737" y="33144"/>
                  <a:pt x="812035" y="112691"/>
                </a:cubicBezTo>
                <a:cubicBezTo>
                  <a:pt x="1060617" y="182294"/>
                  <a:pt x="1242911" y="281727"/>
                  <a:pt x="1358916" y="381159"/>
                </a:cubicBezTo>
                <a:cubicBezTo>
                  <a:pt x="1491493" y="265154"/>
                  <a:pt x="1723503" y="116005"/>
                  <a:pt x="2005230" y="46402"/>
                </a:cubicBezTo>
                <a:cubicBezTo>
                  <a:pt x="2270384" y="0"/>
                  <a:pt x="2535539" y="24858"/>
                  <a:pt x="2684688" y="140863"/>
                </a:cubicBezTo>
                <a:lnTo>
                  <a:pt x="2681373" y="1455035"/>
                </a:lnTo>
                <a:cubicBezTo>
                  <a:pt x="2386389" y="1416919"/>
                  <a:pt x="1806364" y="1441777"/>
                  <a:pt x="1368859" y="1766591"/>
                </a:cubicBezTo>
                <a:quadBezTo>
                  <a:pt x="1358916" y="1776534"/>
                  <a:pt x="1348973" y="1766591"/>
                </a:quadBezTo>
                <a:cubicBezTo>
                  <a:pt x="911468" y="1441777"/>
                  <a:pt x="348015" y="1416919"/>
                  <a:pt x="49716" y="1471607"/>
                </a:cubicBezTo>
                <a:close/>
              </a:path>
            </a:pathLst>
          </a:custGeom>
          <a:solidFill>
            <a:srgbClr val="46606F">
              <a:alpha val="3368"/>
            </a:srgbClr>
          </a:solidFill>
          <a:ln>
            <a:noFill/>
          </a:ln>
        </p:spPr>
      </p:sp>
      <p:sp>
        <p:nvSpPr>
          <p:cNvPr id="58" name="!!path-2ju"/>
          <p:cNvSpPr/>
          <p:nvPr/>
        </p:nvSpPr>
        <p:spPr>
          <a:xfrm>
            <a:off x="4753656" y="2334872"/>
            <a:ext cx="2684688" cy="1776534"/>
          </a:xfrm>
          <a:custGeom>
            <a:avLst/>
            <a:gdLst/>
            <a:ahLst/>
            <a:cxnLst/>
            <a:rect l="l" t="t" r="r" b="b"/>
            <a:pathLst>
              <a:path w="2684688" h="1776534">
                <a:moveTo>
                  <a:pt x="0" y="174008"/>
                </a:moveTo>
                <a:cubicBezTo>
                  <a:pt x="149149" y="66289"/>
                  <a:pt x="513737" y="33144"/>
                  <a:pt x="812035" y="112691"/>
                </a:cubicBezTo>
                <a:cubicBezTo>
                  <a:pt x="1060617" y="182294"/>
                  <a:pt x="1242911" y="281727"/>
                  <a:pt x="1358916" y="381159"/>
                </a:cubicBezTo>
                <a:cubicBezTo>
                  <a:pt x="1491493" y="265154"/>
                  <a:pt x="1723503" y="116005"/>
                  <a:pt x="2005230" y="46402"/>
                </a:cubicBezTo>
                <a:cubicBezTo>
                  <a:pt x="2270384" y="0"/>
                  <a:pt x="2535539" y="24858"/>
                  <a:pt x="2684688" y="140863"/>
                </a:cubicBezTo>
                <a:lnTo>
                  <a:pt x="2681373" y="1455035"/>
                </a:lnTo>
                <a:cubicBezTo>
                  <a:pt x="2386389" y="1416919"/>
                  <a:pt x="1806364" y="1441777"/>
                  <a:pt x="1368859" y="1766591"/>
                </a:cubicBezTo>
                <a:quadBezTo>
                  <a:pt x="1358916" y="1776534"/>
                  <a:pt x="1348973" y="1766591"/>
                </a:quadBezTo>
                <a:cubicBezTo>
                  <a:pt x="911468" y="1441777"/>
                  <a:pt x="348015" y="1416919"/>
                  <a:pt x="49716" y="1471607"/>
                </a:cubicBezTo>
                <a:close/>
              </a:path>
            </a:pathLst>
          </a:custGeom>
          <a:solidFill>
            <a:srgbClr val="46606F">
              <a:alpha val="3368"/>
            </a:srgbClr>
          </a:solidFill>
          <a:ln>
            <a:noFill/>
          </a:ln>
        </p:spPr>
      </p:sp>
      <p:sp>
        <p:nvSpPr>
          <p:cNvPr id="59" name="!!path-2jv"/>
          <p:cNvSpPr/>
          <p:nvPr/>
        </p:nvSpPr>
        <p:spPr>
          <a:xfrm>
            <a:off x="4753656" y="2348129"/>
            <a:ext cx="2684688" cy="1776534"/>
          </a:xfrm>
          <a:custGeom>
            <a:avLst/>
            <a:gdLst/>
            <a:ahLst/>
            <a:cxnLst/>
            <a:rect l="l" t="t" r="r" b="b"/>
            <a:pathLst>
              <a:path w="2684688" h="1776534">
                <a:moveTo>
                  <a:pt x="0" y="174008"/>
                </a:moveTo>
                <a:cubicBezTo>
                  <a:pt x="149149" y="66289"/>
                  <a:pt x="513737" y="33144"/>
                  <a:pt x="812035" y="112691"/>
                </a:cubicBezTo>
                <a:cubicBezTo>
                  <a:pt x="1060617" y="182294"/>
                  <a:pt x="1242911" y="281727"/>
                  <a:pt x="1358916" y="381159"/>
                </a:cubicBezTo>
                <a:cubicBezTo>
                  <a:pt x="1491493" y="265154"/>
                  <a:pt x="1723503" y="116005"/>
                  <a:pt x="2005230" y="46402"/>
                </a:cubicBezTo>
                <a:cubicBezTo>
                  <a:pt x="2270384" y="0"/>
                  <a:pt x="2535539" y="24858"/>
                  <a:pt x="2684688" y="140863"/>
                </a:cubicBezTo>
                <a:lnTo>
                  <a:pt x="2681373" y="1455035"/>
                </a:lnTo>
                <a:cubicBezTo>
                  <a:pt x="2386389" y="1416919"/>
                  <a:pt x="1806364" y="1441777"/>
                  <a:pt x="1368859" y="1766591"/>
                </a:cubicBezTo>
                <a:quadBezTo>
                  <a:pt x="1358916" y="1776534"/>
                  <a:pt x="1348973" y="1766591"/>
                </a:quadBezTo>
                <a:cubicBezTo>
                  <a:pt x="911468" y="1441777"/>
                  <a:pt x="348015" y="1416919"/>
                  <a:pt x="49716" y="1471607"/>
                </a:cubicBezTo>
                <a:close/>
              </a:path>
            </a:pathLst>
          </a:custGeom>
          <a:solidFill>
            <a:srgbClr val="46606F">
              <a:alpha val="3368"/>
            </a:srgbClr>
          </a:solidFill>
          <a:ln>
            <a:noFill/>
          </a:ln>
        </p:spPr>
      </p:sp>
      <p:sp>
        <p:nvSpPr>
          <p:cNvPr id="60" name="!!path-2jw"/>
          <p:cNvSpPr/>
          <p:nvPr/>
        </p:nvSpPr>
        <p:spPr>
          <a:xfrm>
            <a:off x="4753656" y="2361387"/>
            <a:ext cx="2684688" cy="1776534"/>
          </a:xfrm>
          <a:custGeom>
            <a:avLst/>
            <a:gdLst/>
            <a:ahLst/>
            <a:cxnLst/>
            <a:rect l="l" t="t" r="r" b="b"/>
            <a:pathLst>
              <a:path w="2684688" h="1776534">
                <a:moveTo>
                  <a:pt x="0" y="174008"/>
                </a:moveTo>
                <a:cubicBezTo>
                  <a:pt x="149149" y="66289"/>
                  <a:pt x="513737" y="33144"/>
                  <a:pt x="812035" y="112691"/>
                </a:cubicBezTo>
                <a:cubicBezTo>
                  <a:pt x="1060617" y="182294"/>
                  <a:pt x="1242911" y="281727"/>
                  <a:pt x="1358916" y="381159"/>
                </a:cubicBezTo>
                <a:cubicBezTo>
                  <a:pt x="1491493" y="265154"/>
                  <a:pt x="1723503" y="116005"/>
                  <a:pt x="2005230" y="46402"/>
                </a:cubicBezTo>
                <a:cubicBezTo>
                  <a:pt x="2270384" y="0"/>
                  <a:pt x="2535539" y="24858"/>
                  <a:pt x="2684688" y="140863"/>
                </a:cubicBezTo>
                <a:lnTo>
                  <a:pt x="2681373" y="1455035"/>
                </a:lnTo>
                <a:cubicBezTo>
                  <a:pt x="2386389" y="1416919"/>
                  <a:pt x="1806364" y="1441777"/>
                  <a:pt x="1368859" y="1766591"/>
                </a:cubicBezTo>
                <a:quadBezTo>
                  <a:pt x="1358916" y="1776534"/>
                  <a:pt x="1348973" y="1766591"/>
                </a:quadBezTo>
                <a:cubicBezTo>
                  <a:pt x="911468" y="1441777"/>
                  <a:pt x="348015" y="1416919"/>
                  <a:pt x="49716" y="1471607"/>
                </a:cubicBezTo>
                <a:close/>
              </a:path>
            </a:pathLst>
          </a:custGeom>
          <a:solidFill>
            <a:srgbClr val="46606F">
              <a:alpha val="3368"/>
            </a:srgbClr>
          </a:solidFill>
          <a:ln>
            <a:noFill/>
          </a:ln>
        </p:spPr>
      </p:sp>
      <p:sp>
        <p:nvSpPr>
          <p:cNvPr id="61" name="!!path-2jx"/>
          <p:cNvSpPr/>
          <p:nvPr/>
        </p:nvSpPr>
        <p:spPr>
          <a:xfrm>
            <a:off x="5068527" y="1965313"/>
            <a:ext cx="1047360" cy="1002615"/>
          </a:xfrm>
          <a:custGeom>
            <a:avLst/>
            <a:gdLst/>
            <a:ahLst/>
            <a:cxnLst/>
            <a:rect l="l" t="t" r="r" b="b"/>
            <a:pathLst>
              <a:path w="1047360" h="1002615">
                <a:moveTo>
                  <a:pt x="0" y="144178"/>
                </a:moveTo>
                <a:lnTo>
                  <a:pt x="66289" y="41430"/>
                </a:lnTo>
                <a:cubicBezTo>
                  <a:pt x="265154" y="0"/>
                  <a:pt x="596597" y="58003"/>
                  <a:pt x="828607" y="215438"/>
                </a:cubicBezTo>
                <a:cubicBezTo>
                  <a:pt x="952898" y="303270"/>
                  <a:pt x="1019187" y="406018"/>
                  <a:pt x="1047360" y="513737"/>
                </a:cubicBezTo>
                <a:lnTo>
                  <a:pt x="1047360" y="1002615"/>
                </a:lnTo>
                <a:lnTo>
                  <a:pt x="0" y="1002615"/>
                </a:lnTo>
                <a:close/>
              </a:path>
            </a:pathLst>
          </a:custGeom>
          <a:solidFill>
            <a:srgbClr val="E9EEF1">
              <a:alpha val="99688"/>
            </a:srgbClr>
          </a:solidFill>
          <a:ln>
            <a:noFill/>
          </a:ln>
        </p:spPr>
      </p:sp>
      <p:sp>
        <p:nvSpPr>
          <p:cNvPr id="62" name="!!path-2jz"/>
          <p:cNvSpPr/>
          <p:nvPr/>
        </p:nvSpPr>
        <p:spPr>
          <a:xfrm>
            <a:off x="5068527" y="1965313"/>
            <a:ext cx="1047360" cy="513737"/>
          </a:xfrm>
          <a:custGeom>
            <a:avLst/>
            <a:gdLst/>
            <a:ahLst/>
            <a:cxnLst/>
            <a:rect l="l" t="t" r="r" b="b"/>
            <a:pathLst>
              <a:path w="1047360" h="513737" fill="none">
                <a:moveTo>
                  <a:pt x="1047360" y="513737"/>
                </a:moveTo>
                <a:cubicBezTo>
                  <a:pt x="1019187" y="406018"/>
                  <a:pt x="952898" y="303270"/>
                  <a:pt x="828607" y="215438"/>
                </a:cubicBezTo>
                <a:cubicBezTo>
                  <a:pt x="596597" y="58003"/>
                  <a:pt x="265154" y="0"/>
                  <a:pt x="66289" y="41430"/>
                </a:cubicBezTo>
                <a:lnTo>
                  <a:pt x="0" y="144178"/>
                </a:lnTo>
              </a:path>
            </a:pathLst>
          </a:custGeom>
          <a:noFill/>
          <a:ln w="39773" cap="rnd">
            <a:solidFill>
              <a:srgbClr val="627D8D"/>
            </a:solidFill>
            <a:prstDash val="solid"/>
            <a:round/>
          </a:ln>
        </p:spPr>
      </p:sp>
      <p:sp>
        <p:nvSpPr>
          <p:cNvPr id="63" name="!!path-2k5"/>
          <p:cNvSpPr/>
          <p:nvPr/>
        </p:nvSpPr>
        <p:spPr>
          <a:xfrm>
            <a:off x="4965780" y="2064746"/>
            <a:ext cx="1150107" cy="903182"/>
          </a:xfrm>
          <a:custGeom>
            <a:avLst/>
            <a:gdLst/>
            <a:ahLst/>
            <a:cxnLst/>
            <a:rect l="l" t="t" r="r" b="b"/>
            <a:pathLst>
              <a:path w="1150107" h="903182">
                <a:moveTo>
                  <a:pt x="0" y="182294"/>
                </a:moveTo>
                <a:lnTo>
                  <a:pt x="53031" y="53031"/>
                </a:lnTo>
                <a:cubicBezTo>
                  <a:pt x="301613" y="0"/>
                  <a:pt x="649628" y="58003"/>
                  <a:pt x="898210" y="207152"/>
                </a:cubicBezTo>
                <a:cubicBezTo>
                  <a:pt x="1030788" y="286698"/>
                  <a:pt x="1113648" y="406018"/>
                  <a:pt x="1150107" y="513737"/>
                </a:cubicBezTo>
                <a:lnTo>
                  <a:pt x="1150107" y="903182"/>
                </a:lnTo>
                <a:lnTo>
                  <a:pt x="0" y="903182"/>
                </a:lnTo>
                <a:close/>
              </a:path>
            </a:pathLst>
          </a:custGeom>
          <a:solidFill>
            <a:srgbClr val="E9EEF1">
              <a:alpha val="99149"/>
            </a:srgbClr>
          </a:solidFill>
          <a:ln>
            <a:noFill/>
          </a:ln>
        </p:spPr>
      </p:sp>
      <p:sp>
        <p:nvSpPr>
          <p:cNvPr id="64" name="!!path-2k7"/>
          <p:cNvSpPr/>
          <p:nvPr/>
        </p:nvSpPr>
        <p:spPr>
          <a:xfrm>
            <a:off x="4965780" y="2064746"/>
            <a:ext cx="1150107" cy="513737"/>
          </a:xfrm>
          <a:custGeom>
            <a:avLst/>
            <a:gdLst/>
            <a:ahLst/>
            <a:cxnLst/>
            <a:rect l="l" t="t" r="r" b="b"/>
            <a:pathLst>
              <a:path w="1150107" h="513737" fill="none">
                <a:moveTo>
                  <a:pt x="1150107" y="513737"/>
                </a:moveTo>
                <a:cubicBezTo>
                  <a:pt x="1113648" y="406018"/>
                  <a:pt x="1030788" y="286698"/>
                  <a:pt x="898210" y="207152"/>
                </a:cubicBezTo>
                <a:cubicBezTo>
                  <a:pt x="649628" y="58003"/>
                  <a:pt x="301613" y="0"/>
                  <a:pt x="53031" y="53031"/>
                </a:cubicBezTo>
                <a:lnTo>
                  <a:pt x="0" y="182294"/>
                </a:lnTo>
              </a:path>
            </a:pathLst>
          </a:custGeom>
          <a:noFill/>
          <a:ln w="39773" cap="rnd">
            <a:solidFill>
              <a:srgbClr val="627D8D"/>
            </a:solidFill>
            <a:prstDash val="solid"/>
            <a:round/>
          </a:ln>
        </p:spPr>
      </p:sp>
      <p:sp>
        <p:nvSpPr>
          <p:cNvPr id="65" name="!!path-2kd"/>
          <p:cNvSpPr/>
          <p:nvPr/>
        </p:nvSpPr>
        <p:spPr>
          <a:xfrm>
            <a:off x="4874633" y="2172465"/>
            <a:ext cx="1237939" cy="795463"/>
          </a:xfrm>
          <a:custGeom>
            <a:avLst/>
            <a:gdLst/>
            <a:ahLst/>
            <a:cxnLst/>
            <a:rect l="l" t="t" r="r" b="b"/>
            <a:pathLst>
              <a:path w="1237939" h="795463">
                <a:moveTo>
                  <a:pt x="0" y="188922"/>
                </a:moveTo>
                <a:lnTo>
                  <a:pt x="31487" y="102747"/>
                </a:lnTo>
                <a:cubicBezTo>
                  <a:pt x="309899" y="0"/>
                  <a:pt x="691059" y="41430"/>
                  <a:pt x="956213" y="178979"/>
                </a:cubicBezTo>
                <a:cubicBezTo>
                  <a:pt x="1105362" y="256868"/>
                  <a:pt x="1196509" y="356301"/>
                  <a:pt x="1237939" y="450762"/>
                </a:cubicBezTo>
                <a:lnTo>
                  <a:pt x="1237939" y="795463"/>
                </a:lnTo>
                <a:lnTo>
                  <a:pt x="0" y="795463"/>
                </a:lnTo>
                <a:close/>
              </a:path>
            </a:pathLst>
          </a:custGeom>
          <a:solidFill>
            <a:srgbClr val="E9EEF1">
              <a:alpha val="98055"/>
            </a:srgbClr>
          </a:solidFill>
          <a:ln>
            <a:noFill/>
          </a:ln>
        </p:spPr>
      </p:sp>
      <p:sp>
        <p:nvSpPr>
          <p:cNvPr id="66" name="!!path-2kf"/>
          <p:cNvSpPr/>
          <p:nvPr/>
        </p:nvSpPr>
        <p:spPr>
          <a:xfrm>
            <a:off x="4874633" y="2172465"/>
            <a:ext cx="1237939" cy="450762"/>
          </a:xfrm>
          <a:custGeom>
            <a:avLst/>
            <a:gdLst/>
            <a:ahLst/>
            <a:cxnLst/>
            <a:rect l="l" t="t" r="r" b="b"/>
            <a:pathLst>
              <a:path w="1237939" h="450762" fill="none">
                <a:moveTo>
                  <a:pt x="1237939" y="450762"/>
                </a:moveTo>
                <a:cubicBezTo>
                  <a:pt x="1196509" y="356301"/>
                  <a:pt x="1105362" y="256868"/>
                  <a:pt x="956213" y="178979"/>
                </a:cubicBezTo>
                <a:cubicBezTo>
                  <a:pt x="691059" y="41430"/>
                  <a:pt x="309899" y="0"/>
                  <a:pt x="31487" y="102747"/>
                </a:cubicBezTo>
                <a:lnTo>
                  <a:pt x="0" y="188922"/>
                </a:lnTo>
              </a:path>
            </a:pathLst>
          </a:custGeom>
          <a:noFill/>
          <a:ln w="39773" cap="rnd">
            <a:solidFill>
              <a:srgbClr val="627D8D"/>
            </a:solidFill>
            <a:prstDash val="solid"/>
            <a:round/>
          </a:ln>
        </p:spPr>
      </p:sp>
      <p:sp>
        <p:nvSpPr>
          <p:cNvPr id="67" name="!!path-2kl"/>
          <p:cNvSpPr/>
          <p:nvPr/>
        </p:nvSpPr>
        <p:spPr>
          <a:xfrm>
            <a:off x="6117544" y="1923883"/>
            <a:ext cx="981071" cy="1044045"/>
          </a:xfrm>
          <a:custGeom>
            <a:avLst/>
            <a:gdLst/>
            <a:ahLst/>
            <a:cxnLst/>
            <a:rect l="l" t="t" r="r" b="b"/>
            <a:pathLst>
              <a:path w="981071" h="1044045">
                <a:moveTo>
                  <a:pt x="981071" y="149149"/>
                </a:moveTo>
                <a:lnTo>
                  <a:pt x="926383" y="36459"/>
                </a:lnTo>
                <a:cubicBezTo>
                  <a:pt x="707631" y="0"/>
                  <a:pt x="359616" y="82861"/>
                  <a:pt x="144178" y="248582"/>
                </a:cubicBezTo>
                <a:cubicBezTo>
                  <a:pt x="53031" y="323157"/>
                  <a:pt x="11601" y="430876"/>
                  <a:pt x="0" y="546881"/>
                </a:cubicBezTo>
                <a:lnTo>
                  <a:pt x="0" y="1044045"/>
                </a:lnTo>
                <a:lnTo>
                  <a:pt x="981071" y="1044045"/>
                </a:lnTo>
                <a:close/>
              </a:path>
            </a:pathLst>
          </a:custGeom>
          <a:solidFill>
            <a:srgbClr val="E9EEF1">
              <a:alpha val="95983"/>
            </a:srgbClr>
          </a:solidFill>
          <a:ln>
            <a:noFill/>
          </a:ln>
        </p:spPr>
      </p:sp>
      <p:sp>
        <p:nvSpPr>
          <p:cNvPr id="68" name="!!path-2kn"/>
          <p:cNvSpPr/>
          <p:nvPr/>
        </p:nvSpPr>
        <p:spPr>
          <a:xfrm>
            <a:off x="6117544" y="1923883"/>
            <a:ext cx="981071" cy="546881"/>
          </a:xfrm>
          <a:custGeom>
            <a:avLst/>
            <a:gdLst/>
            <a:ahLst/>
            <a:cxnLst/>
            <a:rect l="l" t="t" r="r" b="b"/>
            <a:pathLst>
              <a:path w="981071" h="546881" fill="none">
                <a:moveTo>
                  <a:pt x="0" y="546881"/>
                </a:moveTo>
                <a:cubicBezTo>
                  <a:pt x="11601" y="430876"/>
                  <a:pt x="53031" y="323157"/>
                  <a:pt x="144178" y="248582"/>
                </a:cubicBezTo>
                <a:cubicBezTo>
                  <a:pt x="359616" y="82861"/>
                  <a:pt x="707631" y="0"/>
                  <a:pt x="926383" y="36459"/>
                </a:cubicBezTo>
                <a:lnTo>
                  <a:pt x="981071" y="149149"/>
                </a:lnTo>
              </a:path>
            </a:pathLst>
          </a:custGeom>
          <a:noFill/>
          <a:ln w="39773" cap="rnd">
            <a:solidFill>
              <a:srgbClr val="627D8D"/>
            </a:solidFill>
            <a:prstDash val="solid"/>
            <a:round/>
          </a:ln>
        </p:spPr>
      </p:sp>
      <p:sp>
        <p:nvSpPr>
          <p:cNvPr id="69" name="!!path-2kt"/>
          <p:cNvSpPr/>
          <p:nvPr/>
        </p:nvSpPr>
        <p:spPr>
          <a:xfrm>
            <a:off x="6119201" y="2048174"/>
            <a:ext cx="1087133" cy="919754"/>
          </a:xfrm>
          <a:custGeom>
            <a:avLst/>
            <a:gdLst/>
            <a:ahLst/>
            <a:cxnLst/>
            <a:rect l="l" t="t" r="r" b="b"/>
            <a:pathLst>
              <a:path w="1087133" h="919754">
                <a:moveTo>
                  <a:pt x="1087133" y="160750"/>
                </a:moveTo>
                <a:lnTo>
                  <a:pt x="1037416" y="24858"/>
                </a:lnTo>
                <a:cubicBezTo>
                  <a:pt x="772262" y="0"/>
                  <a:pt x="440819" y="91147"/>
                  <a:pt x="225381" y="250239"/>
                </a:cubicBezTo>
                <a:cubicBezTo>
                  <a:pt x="109376" y="336415"/>
                  <a:pt x="34802" y="439162"/>
                  <a:pt x="0" y="530309"/>
                </a:cubicBezTo>
                <a:lnTo>
                  <a:pt x="0" y="919754"/>
                </a:lnTo>
                <a:lnTo>
                  <a:pt x="1087133" y="919754"/>
                </a:lnTo>
                <a:close/>
              </a:path>
            </a:pathLst>
          </a:custGeom>
          <a:solidFill>
            <a:srgbClr val="E9EEF1">
              <a:alpha val="92169"/>
            </a:srgbClr>
          </a:solidFill>
          <a:ln>
            <a:noFill/>
          </a:ln>
        </p:spPr>
      </p:sp>
      <p:sp>
        <p:nvSpPr>
          <p:cNvPr id="70" name="!!path-2kv"/>
          <p:cNvSpPr/>
          <p:nvPr/>
        </p:nvSpPr>
        <p:spPr>
          <a:xfrm>
            <a:off x="6119201" y="2048174"/>
            <a:ext cx="1087133" cy="530309"/>
          </a:xfrm>
          <a:custGeom>
            <a:avLst/>
            <a:gdLst/>
            <a:ahLst/>
            <a:cxnLst/>
            <a:rect l="l" t="t" r="r" b="b"/>
            <a:pathLst>
              <a:path w="1087133" h="530309" fill="none">
                <a:moveTo>
                  <a:pt x="0" y="530309"/>
                </a:moveTo>
                <a:cubicBezTo>
                  <a:pt x="34802" y="439162"/>
                  <a:pt x="109376" y="336415"/>
                  <a:pt x="225381" y="250239"/>
                </a:cubicBezTo>
                <a:cubicBezTo>
                  <a:pt x="440819" y="91147"/>
                  <a:pt x="772262" y="0"/>
                  <a:pt x="1037416" y="24858"/>
                </a:cubicBezTo>
                <a:lnTo>
                  <a:pt x="1087133" y="160750"/>
                </a:lnTo>
              </a:path>
            </a:pathLst>
          </a:custGeom>
          <a:noFill/>
          <a:ln w="39773" cap="rnd">
            <a:solidFill>
              <a:srgbClr val="627D8D"/>
            </a:solidFill>
            <a:prstDash val="solid"/>
            <a:round/>
          </a:ln>
        </p:spPr>
      </p:sp>
      <p:sp>
        <p:nvSpPr>
          <p:cNvPr id="71" name="!!path-2l1"/>
          <p:cNvSpPr/>
          <p:nvPr/>
        </p:nvSpPr>
        <p:spPr>
          <a:xfrm>
            <a:off x="6122515" y="2164179"/>
            <a:ext cx="1163365" cy="803749"/>
          </a:xfrm>
          <a:custGeom>
            <a:avLst/>
            <a:gdLst/>
            <a:ahLst/>
            <a:cxnLst/>
            <a:rect l="l" t="t" r="r" b="b"/>
            <a:pathLst>
              <a:path w="1163365" h="803749">
                <a:moveTo>
                  <a:pt x="1163365" y="154121"/>
                </a:moveTo>
                <a:lnTo>
                  <a:pt x="1140164" y="71260"/>
                </a:lnTo>
                <a:cubicBezTo>
                  <a:pt x="868381" y="0"/>
                  <a:pt x="520365" y="41430"/>
                  <a:pt x="288355" y="157435"/>
                </a:cubicBezTo>
                <a:cubicBezTo>
                  <a:pt x="139206" y="232010"/>
                  <a:pt x="48059" y="348015"/>
                  <a:pt x="0" y="459048"/>
                </a:cubicBezTo>
                <a:lnTo>
                  <a:pt x="0" y="803749"/>
                </a:lnTo>
                <a:lnTo>
                  <a:pt x="1163365" y="803749"/>
                </a:lnTo>
                <a:close/>
              </a:path>
            </a:pathLst>
          </a:custGeom>
          <a:solidFill>
            <a:srgbClr val="E9EEF1">
              <a:alpha val="85129"/>
            </a:srgbClr>
          </a:solidFill>
          <a:ln>
            <a:noFill/>
          </a:ln>
        </p:spPr>
      </p:sp>
      <p:sp>
        <p:nvSpPr>
          <p:cNvPr id="72" name="!!path-2l3"/>
          <p:cNvSpPr/>
          <p:nvPr/>
        </p:nvSpPr>
        <p:spPr>
          <a:xfrm>
            <a:off x="6122515" y="2164179"/>
            <a:ext cx="1163365" cy="459048"/>
          </a:xfrm>
          <a:custGeom>
            <a:avLst/>
            <a:gdLst/>
            <a:ahLst/>
            <a:cxnLst/>
            <a:rect l="l" t="t" r="r" b="b"/>
            <a:pathLst>
              <a:path w="1163365" h="459048" fill="none">
                <a:moveTo>
                  <a:pt x="0" y="459048"/>
                </a:moveTo>
                <a:cubicBezTo>
                  <a:pt x="48059" y="348015"/>
                  <a:pt x="139206" y="232010"/>
                  <a:pt x="288355" y="157435"/>
                </a:cubicBezTo>
                <a:cubicBezTo>
                  <a:pt x="520365" y="41430"/>
                  <a:pt x="868381" y="0"/>
                  <a:pt x="1140164" y="71260"/>
                </a:cubicBezTo>
                <a:lnTo>
                  <a:pt x="1163365" y="154121"/>
                </a:lnTo>
              </a:path>
            </a:pathLst>
          </a:custGeom>
          <a:noFill/>
          <a:ln w="39773" cap="rnd">
            <a:solidFill>
              <a:srgbClr val="627D8D"/>
            </a:solidFill>
            <a:prstDash val="solid"/>
            <a:round/>
          </a:ln>
        </p:spPr>
      </p:sp>
      <p:sp>
        <p:nvSpPr>
          <p:cNvPr id="73" name="!!path-2lk"/>
          <p:cNvSpPr/>
          <p:nvPr/>
        </p:nvSpPr>
        <p:spPr>
          <a:xfrm>
            <a:off x="4753656" y="2288470"/>
            <a:ext cx="1358916" cy="1740075"/>
          </a:xfrm>
          <a:custGeom>
            <a:avLst/>
            <a:gdLst/>
            <a:ahLst/>
            <a:cxnLst/>
            <a:rect l="l" t="t" r="r" b="b"/>
            <a:pathLst>
              <a:path w="1358916" h="1740075" fill="none">
                <a:moveTo>
                  <a:pt x="1358916" y="1740075"/>
                </a:moveTo>
                <a:cubicBezTo>
                  <a:pt x="911468" y="1408633"/>
                  <a:pt x="348015" y="1383774"/>
                  <a:pt x="49716" y="1438462"/>
                </a:cubicBezTo>
                <a:lnTo>
                  <a:pt x="0" y="140863"/>
                </a:lnTo>
                <a:cubicBezTo>
                  <a:pt x="149149" y="33144"/>
                  <a:pt x="513737" y="0"/>
                  <a:pt x="812035" y="79546"/>
                </a:cubicBezTo>
                <a:cubicBezTo>
                  <a:pt x="1060617" y="149149"/>
                  <a:pt x="1242911" y="248582"/>
                  <a:pt x="1358916" y="348015"/>
                </a:cubicBezTo>
              </a:path>
            </a:pathLst>
          </a:custGeom>
          <a:noFill/>
          <a:ln w="36459" cap="rnd">
            <a:solidFill>
              <a:srgbClr val="627D8D"/>
            </a:solidFill>
            <a:prstDash val="solid"/>
            <a:round/>
          </a:ln>
        </p:spPr>
      </p:sp>
      <p:sp>
        <p:nvSpPr>
          <p:cNvPr id="74" name="!!path-2ln"/>
          <p:cNvSpPr/>
          <p:nvPr/>
        </p:nvSpPr>
        <p:spPr>
          <a:xfrm>
            <a:off x="6112572" y="2255325"/>
            <a:ext cx="1325772" cy="1773220"/>
          </a:xfrm>
          <a:custGeom>
            <a:avLst/>
            <a:gdLst/>
            <a:ahLst/>
            <a:cxnLst/>
            <a:rect l="l" t="t" r="r" b="b"/>
            <a:pathLst>
              <a:path w="1325772" h="1773220" fill="none">
                <a:moveTo>
                  <a:pt x="0" y="1773220"/>
                </a:moveTo>
                <a:cubicBezTo>
                  <a:pt x="447448" y="1441777"/>
                  <a:pt x="1027473" y="1416919"/>
                  <a:pt x="1322457" y="1455035"/>
                </a:cubicBezTo>
                <a:lnTo>
                  <a:pt x="1325772" y="140863"/>
                </a:lnTo>
                <a:cubicBezTo>
                  <a:pt x="1176622" y="24858"/>
                  <a:pt x="911468" y="0"/>
                  <a:pt x="646314" y="46402"/>
                </a:cubicBezTo>
                <a:cubicBezTo>
                  <a:pt x="364587" y="116005"/>
                  <a:pt x="132577" y="265154"/>
                  <a:pt x="0" y="381159"/>
                </a:cubicBezTo>
              </a:path>
            </a:pathLst>
          </a:custGeom>
          <a:noFill/>
          <a:ln w="36459" cap="rnd">
            <a:solidFill>
              <a:srgbClr val="627D8D"/>
            </a:solidFill>
            <a:prstDash val="solid"/>
            <a:round/>
          </a:ln>
        </p:spPr>
      </p:sp>
      <p:sp>
        <p:nvSpPr>
          <p:cNvPr id="75" name="!!path-2lq"/>
          <p:cNvSpPr/>
          <p:nvPr/>
        </p:nvSpPr>
        <p:spPr>
          <a:xfrm>
            <a:off x="4753656" y="2255325"/>
            <a:ext cx="2684688" cy="1776534"/>
          </a:xfrm>
          <a:custGeom>
            <a:avLst/>
            <a:gdLst/>
            <a:ahLst/>
            <a:cxnLst/>
            <a:rect l="l" t="t" r="r" b="b"/>
            <a:pathLst>
              <a:path w="2684688" h="1776534">
                <a:moveTo>
                  <a:pt x="0" y="174008"/>
                </a:moveTo>
                <a:cubicBezTo>
                  <a:pt x="149149" y="66289"/>
                  <a:pt x="513737" y="33144"/>
                  <a:pt x="812035" y="112691"/>
                </a:cubicBezTo>
                <a:cubicBezTo>
                  <a:pt x="1060617" y="182294"/>
                  <a:pt x="1242911" y="281727"/>
                  <a:pt x="1358916" y="381159"/>
                </a:cubicBezTo>
                <a:cubicBezTo>
                  <a:pt x="1491493" y="265154"/>
                  <a:pt x="1723503" y="116005"/>
                  <a:pt x="2005230" y="46402"/>
                </a:cubicBezTo>
                <a:cubicBezTo>
                  <a:pt x="2270384" y="0"/>
                  <a:pt x="2535539" y="24858"/>
                  <a:pt x="2684688" y="140863"/>
                </a:cubicBezTo>
                <a:lnTo>
                  <a:pt x="2681373" y="1455035"/>
                </a:lnTo>
                <a:cubicBezTo>
                  <a:pt x="2386389" y="1416919"/>
                  <a:pt x="1806364" y="1441777"/>
                  <a:pt x="1368859" y="1766591"/>
                </a:cubicBezTo>
                <a:quadBezTo>
                  <a:pt x="1358916" y="1776534"/>
                  <a:pt x="1348973" y="1766591"/>
                </a:quadBezTo>
                <a:cubicBezTo>
                  <a:pt x="911468" y="1441777"/>
                  <a:pt x="348015" y="1416919"/>
                  <a:pt x="49716" y="1471607"/>
                </a:cubicBezTo>
                <a:close/>
              </a:path>
            </a:pathLst>
          </a:custGeom>
          <a:gradFill rotWithShape="1">
            <a:gsLst>
              <a:gs pos="0">
                <a:srgbClr val="627D8D"/>
              </a:gs>
              <a:gs pos="21794">
                <a:srgbClr val="627D8D"/>
              </a:gs>
              <a:gs pos="55376">
                <a:srgbClr val="627D8D"/>
              </a:gs>
              <a:gs pos="96421">
                <a:srgbClr val="98ABB7"/>
              </a:gs>
              <a:gs pos="100000">
                <a:srgbClr val="98ABB7"/>
              </a:gs>
            </a:gsLst>
            <a:lin ang="1983350" scaled="0"/>
          </a:gradFill>
          <a:ln>
            <a:noFill/>
          </a:ln>
        </p:spPr>
      </p:sp>
      <p:sp>
        <p:nvSpPr>
          <p:cNvPr id="76" name="!!path-2ls"/>
          <p:cNvSpPr/>
          <p:nvPr/>
        </p:nvSpPr>
        <p:spPr>
          <a:xfrm>
            <a:off x="4753656" y="2255325"/>
            <a:ext cx="2684688" cy="1776534"/>
          </a:xfrm>
          <a:custGeom>
            <a:avLst/>
            <a:gdLst/>
            <a:ahLst/>
            <a:cxnLst/>
            <a:rect l="l" t="t" r="r" b="b"/>
            <a:pathLst>
              <a:path w="2684688" h="1776534">
                <a:moveTo>
                  <a:pt x="0" y="174008"/>
                </a:moveTo>
                <a:cubicBezTo>
                  <a:pt x="149149" y="66289"/>
                  <a:pt x="513737" y="33144"/>
                  <a:pt x="812035" y="112691"/>
                </a:cubicBezTo>
                <a:cubicBezTo>
                  <a:pt x="1060617" y="182294"/>
                  <a:pt x="1242911" y="281727"/>
                  <a:pt x="1358916" y="381159"/>
                </a:cubicBezTo>
                <a:cubicBezTo>
                  <a:pt x="1491493" y="265154"/>
                  <a:pt x="1723503" y="116005"/>
                  <a:pt x="2005230" y="46402"/>
                </a:cubicBezTo>
                <a:cubicBezTo>
                  <a:pt x="2270384" y="0"/>
                  <a:pt x="2535539" y="24858"/>
                  <a:pt x="2684688" y="140863"/>
                </a:cubicBezTo>
                <a:lnTo>
                  <a:pt x="2681373" y="1455035"/>
                </a:lnTo>
                <a:cubicBezTo>
                  <a:pt x="2386389" y="1416919"/>
                  <a:pt x="1806364" y="1441777"/>
                  <a:pt x="1368859" y="1766591"/>
                </a:cubicBezTo>
                <a:quadBezTo>
                  <a:pt x="1358916" y="1776534"/>
                  <a:pt x="1348973" y="1766591"/>
                </a:quadBezTo>
                <a:cubicBezTo>
                  <a:pt x="911468" y="1441777"/>
                  <a:pt x="348015" y="1416919"/>
                  <a:pt x="49716" y="1471607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24769"/>
                </a:srgbClr>
              </a:gs>
              <a:gs pos="4764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83333" t="79291" r="16667" b="20709"/>
            </a:path>
          </a:gradFill>
          <a:ln>
            <a:noFill/>
          </a:ln>
        </p:spPr>
      </p:sp>
      <p:sp>
        <p:nvSpPr>
          <p:cNvPr id="77" name="!!path-2lu"/>
          <p:cNvSpPr/>
          <p:nvPr/>
        </p:nvSpPr>
        <p:spPr>
          <a:xfrm>
            <a:off x="6124173" y="2729289"/>
            <a:ext cx="1" cy="1252854"/>
          </a:xfrm>
          <a:custGeom>
            <a:avLst/>
            <a:gdLst/>
            <a:ahLst/>
            <a:cxnLst/>
            <a:rect l="l" t="t" r="r" b="b"/>
            <a:pathLst>
              <a:path w="1" h="1252854" fill="none">
                <a:moveTo>
                  <a:pt x="0" y="1252854"/>
                </a:moveTo>
                <a:lnTo>
                  <a:pt x="0" y="0"/>
                </a:lnTo>
              </a:path>
            </a:pathLst>
          </a:custGeom>
          <a:noFill/>
          <a:ln w="56345" cap="rnd">
            <a:solidFill>
              <a:srgbClr val="C9D3D9"/>
            </a:solidFill>
            <a:prstDash val="solid"/>
            <a:round/>
          </a:ln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fast" p14:dur="1100" advTm="300">
        <p159:morph option="byObject"/>
      </p:transition>
    </mc:Choice>
    <mc:Fallback>
      <p:transition spd="fast" advTm="30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16.7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rect-1q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7"/>
          </a:solidFill>
          <a:ln>
            <a:noFill/>
          </a:ln>
        </p:spPr>
      </p:sp>
      <p:sp>
        <p:nvSpPr>
          <p:cNvPr id="3" name="!!ellipse-1q2"/>
          <p:cNvSpPr/>
          <p:nvPr/>
        </p:nvSpPr>
        <p:spPr>
          <a:xfrm>
            <a:off x="-889000" y="-952500"/>
            <a:ext cx="13970000" cy="7874000"/>
          </a:xfrm>
          <a:prstGeom prst="ellipse">
            <a:avLst/>
          </a:prstGeom>
          <a:gradFill rotWithShape="1">
            <a:gsLst>
              <a:gs pos="0">
                <a:srgbClr val="FFFFFF">
                  <a:alpha val="95000"/>
                </a:srgbClr>
              </a:gs>
              <a:gs pos="40865">
                <a:srgbClr val="FFFFFF">
                  <a:alpha val="35000"/>
                </a:srgbClr>
              </a:gs>
              <a:gs pos="68108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!!rect-1q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P1"/>
            <a:srcRect/>
            <a:tile tx="102819" ty="128168" sx="16667" sy="16667" flip="none" algn="tl"/>
          </a:blipFill>
          <a:ln>
            <a:noFill/>
          </a:ln>
        </p:spPr>
      </p:sp>
      <p:sp>
        <p:nvSpPr>
          <p:cNvPr id="5" name="!!circle-1qb"/>
          <p:cNvSpPr/>
          <p:nvPr/>
        </p:nvSpPr>
        <p:spPr>
          <a:xfrm>
            <a:off x="299553" y="3991527"/>
            <a:ext cx="2046732" cy="2046732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" name="!!circle-1qg"/>
          <p:cNvSpPr/>
          <p:nvPr/>
        </p:nvSpPr>
        <p:spPr>
          <a:xfrm>
            <a:off x="3161873" y="5796832"/>
            <a:ext cx="1987309" cy="1987309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7" name="!!circle-1rf"/>
          <p:cNvSpPr/>
          <p:nvPr/>
        </p:nvSpPr>
        <p:spPr>
          <a:xfrm>
            <a:off x="1231009" y="4832330"/>
            <a:ext cx="1614653" cy="1614653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8" name="!!circle-1ro"/>
          <p:cNvSpPr/>
          <p:nvPr/>
        </p:nvSpPr>
        <p:spPr>
          <a:xfrm>
            <a:off x="5778765" y="5943263"/>
            <a:ext cx="1641335" cy="1641335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9" name="!!circle-1rq"/>
          <p:cNvSpPr/>
          <p:nvPr/>
        </p:nvSpPr>
        <p:spPr>
          <a:xfrm>
            <a:off x="-520448" y="2501227"/>
            <a:ext cx="1404252" cy="1404252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0" name="!!circle-1sg"/>
          <p:cNvSpPr/>
          <p:nvPr/>
        </p:nvSpPr>
        <p:spPr>
          <a:xfrm>
            <a:off x="-500185" y="1841290"/>
            <a:ext cx="1615783" cy="1615783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1" name="!!rect-1sh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5F7">
                  <a:alpha val="0"/>
                </a:srgbClr>
              </a:gs>
              <a:gs pos="20428">
                <a:srgbClr val="F3F5F7">
                  <a:alpha val="0"/>
                </a:srgbClr>
              </a:gs>
              <a:gs pos="66730">
                <a:srgbClr val="F3F5F7"/>
              </a:gs>
              <a:gs pos="100000">
                <a:srgbClr val="F3F5F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2" name="!!circle-1sj"/>
          <p:cNvSpPr/>
          <p:nvPr/>
        </p:nvSpPr>
        <p:spPr>
          <a:xfrm>
            <a:off x="116912" y="385920"/>
            <a:ext cx="50038" cy="50038"/>
          </a:xfrm>
          <a:prstGeom prst="ellipse">
            <a:avLst/>
          </a:prstGeom>
          <a:solidFill>
            <a:srgbClr val="627D8D">
              <a:alpha val="25400"/>
            </a:srgbClr>
          </a:solidFill>
          <a:ln>
            <a:noFill/>
          </a:ln>
        </p:spPr>
      </p:sp>
      <p:sp>
        <p:nvSpPr>
          <p:cNvPr id="13" name="!!circle-1sm"/>
          <p:cNvSpPr/>
          <p:nvPr/>
        </p:nvSpPr>
        <p:spPr>
          <a:xfrm>
            <a:off x="5663471" y="1617716"/>
            <a:ext cx="36055" cy="36055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14" name="!!circle-1sp"/>
          <p:cNvSpPr/>
          <p:nvPr/>
        </p:nvSpPr>
        <p:spPr>
          <a:xfrm>
            <a:off x="9303923" y="3532817"/>
            <a:ext cx="24295" cy="24295"/>
          </a:xfrm>
          <a:prstGeom prst="ellipse">
            <a:avLst/>
          </a:prstGeom>
          <a:solidFill>
            <a:srgbClr val="627D8D">
              <a:alpha val="18100"/>
            </a:srgbClr>
          </a:solidFill>
          <a:ln>
            <a:noFill/>
          </a:ln>
        </p:spPr>
      </p:sp>
      <p:sp>
        <p:nvSpPr>
          <p:cNvPr id="15" name="!!circle-1ss"/>
          <p:cNvSpPr/>
          <p:nvPr/>
        </p:nvSpPr>
        <p:spPr>
          <a:xfrm>
            <a:off x="3596966" y="6685210"/>
            <a:ext cx="25959" cy="25959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16" name="!!circle-1sv"/>
          <p:cNvSpPr/>
          <p:nvPr/>
        </p:nvSpPr>
        <p:spPr>
          <a:xfrm>
            <a:off x="1870859" y="1970736"/>
            <a:ext cx="35878" cy="35878"/>
          </a:xfrm>
          <a:prstGeom prst="ellipse">
            <a:avLst/>
          </a:prstGeom>
          <a:solidFill>
            <a:srgbClr val="627D8D">
              <a:alpha val="26800"/>
            </a:srgbClr>
          </a:solidFill>
          <a:ln>
            <a:noFill/>
          </a:ln>
        </p:spPr>
      </p:sp>
      <p:sp>
        <p:nvSpPr>
          <p:cNvPr id="17" name="!!circle-1sy"/>
          <p:cNvSpPr/>
          <p:nvPr/>
        </p:nvSpPr>
        <p:spPr>
          <a:xfrm>
            <a:off x="6734169" y="4227334"/>
            <a:ext cx="40234" cy="40234"/>
          </a:xfrm>
          <a:prstGeom prst="ellipse">
            <a:avLst/>
          </a:prstGeom>
          <a:solidFill>
            <a:srgbClr val="627D8D">
              <a:alpha val="31300"/>
            </a:srgbClr>
          </a:solidFill>
          <a:ln>
            <a:noFill/>
          </a:ln>
        </p:spPr>
      </p:sp>
      <p:sp>
        <p:nvSpPr>
          <p:cNvPr id="18" name="!!circle-1t1"/>
          <p:cNvSpPr/>
          <p:nvPr/>
        </p:nvSpPr>
        <p:spPr>
          <a:xfrm>
            <a:off x="10074748" y="249995"/>
            <a:ext cx="23559" cy="23559"/>
          </a:xfrm>
          <a:prstGeom prst="ellipse">
            <a:avLst/>
          </a:prstGeom>
          <a:solidFill>
            <a:srgbClr val="627D8D">
              <a:alpha val="17900"/>
            </a:srgbClr>
          </a:solidFill>
          <a:ln>
            <a:noFill/>
          </a:ln>
        </p:spPr>
      </p:sp>
      <p:sp>
        <p:nvSpPr>
          <p:cNvPr id="19" name="!!circle-1t4"/>
          <p:cNvSpPr/>
          <p:nvPr/>
        </p:nvSpPr>
        <p:spPr>
          <a:xfrm>
            <a:off x="1062858" y="5238963"/>
            <a:ext cx="29959" cy="29959"/>
          </a:xfrm>
          <a:prstGeom prst="ellipse">
            <a:avLst/>
          </a:prstGeom>
          <a:solidFill>
            <a:srgbClr val="627D8D">
              <a:alpha val="19400"/>
            </a:srgbClr>
          </a:solidFill>
          <a:ln>
            <a:noFill/>
          </a:ln>
        </p:spPr>
      </p:sp>
      <p:sp>
        <p:nvSpPr>
          <p:cNvPr id="20" name="!!circle-1t7"/>
          <p:cNvSpPr/>
          <p:nvPr/>
        </p:nvSpPr>
        <p:spPr>
          <a:xfrm>
            <a:off x="8557057" y="4698275"/>
            <a:ext cx="28702" cy="28702"/>
          </a:xfrm>
          <a:prstGeom prst="ellipse">
            <a:avLst/>
          </a:prstGeom>
          <a:solidFill>
            <a:srgbClr val="627D8D">
              <a:alpha val="17800"/>
            </a:srgbClr>
          </a:solidFill>
          <a:ln>
            <a:noFill/>
          </a:ln>
        </p:spPr>
      </p:sp>
      <p:sp>
        <p:nvSpPr>
          <p:cNvPr id="21" name="!!circle-1ta"/>
          <p:cNvSpPr/>
          <p:nvPr/>
        </p:nvSpPr>
        <p:spPr>
          <a:xfrm>
            <a:off x="11115958" y="2188217"/>
            <a:ext cx="24066" cy="24066"/>
          </a:xfrm>
          <a:prstGeom prst="ellipse">
            <a:avLst/>
          </a:prstGeom>
          <a:solidFill>
            <a:srgbClr val="627D8D">
              <a:alpha val="23900"/>
            </a:srgbClr>
          </a:solidFill>
          <a:ln>
            <a:noFill/>
          </a:ln>
        </p:spPr>
      </p:sp>
      <p:sp>
        <p:nvSpPr>
          <p:cNvPr id="22" name="!!circle-1td"/>
          <p:cNvSpPr/>
          <p:nvPr/>
        </p:nvSpPr>
        <p:spPr>
          <a:xfrm>
            <a:off x="8327919" y="6284680"/>
            <a:ext cx="35865" cy="35865"/>
          </a:xfrm>
          <a:prstGeom prst="ellipse">
            <a:avLst/>
          </a:prstGeom>
          <a:solidFill>
            <a:srgbClr val="627D8D">
              <a:alpha val="28200"/>
            </a:srgbClr>
          </a:solidFill>
          <a:ln>
            <a:noFill/>
          </a:ln>
        </p:spPr>
      </p:sp>
      <p:sp>
        <p:nvSpPr>
          <p:cNvPr id="23" name="!!circle-1tg"/>
          <p:cNvSpPr/>
          <p:nvPr/>
        </p:nvSpPr>
        <p:spPr>
          <a:xfrm>
            <a:off x="1410119" y="3593495"/>
            <a:ext cx="39218" cy="39218"/>
          </a:xfrm>
          <a:prstGeom prst="ellipse">
            <a:avLst/>
          </a:prstGeom>
          <a:solidFill>
            <a:srgbClr val="627D8D">
              <a:alpha val="29600"/>
            </a:srgbClr>
          </a:solidFill>
          <a:ln>
            <a:noFill/>
          </a:ln>
        </p:spPr>
      </p:sp>
      <p:sp>
        <p:nvSpPr>
          <p:cNvPr id="24" name="!!circle-1tj"/>
          <p:cNvSpPr/>
          <p:nvPr/>
        </p:nvSpPr>
        <p:spPr>
          <a:xfrm>
            <a:off x="7216000" y="6566529"/>
            <a:ext cx="49733" cy="49733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5" name="!!circle-1tm"/>
          <p:cNvSpPr/>
          <p:nvPr/>
        </p:nvSpPr>
        <p:spPr>
          <a:xfrm>
            <a:off x="6275018" y="2211169"/>
            <a:ext cx="41694" cy="41694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6" name="!!circle-1tp"/>
          <p:cNvSpPr/>
          <p:nvPr/>
        </p:nvSpPr>
        <p:spPr>
          <a:xfrm>
            <a:off x="6782121" y="5611717"/>
            <a:ext cx="31979" cy="31979"/>
          </a:xfrm>
          <a:prstGeom prst="ellipse">
            <a:avLst/>
          </a:prstGeom>
          <a:solidFill>
            <a:srgbClr val="627D8D">
              <a:alpha val="24100"/>
            </a:srgbClr>
          </a:solidFill>
          <a:ln>
            <a:noFill/>
          </a:ln>
        </p:spPr>
      </p:sp>
      <p:sp>
        <p:nvSpPr>
          <p:cNvPr id="27" name="!!circle-1ts"/>
          <p:cNvSpPr/>
          <p:nvPr/>
        </p:nvSpPr>
        <p:spPr>
          <a:xfrm>
            <a:off x="3802266" y="1594305"/>
            <a:ext cx="18085" cy="18085"/>
          </a:xfrm>
          <a:prstGeom prst="ellipse">
            <a:avLst/>
          </a:prstGeom>
          <a:solidFill>
            <a:srgbClr val="627D8D">
              <a:alpha val="10500"/>
            </a:srgbClr>
          </a:solidFill>
          <a:ln>
            <a:noFill/>
          </a:ln>
        </p:spPr>
      </p:sp>
      <p:sp>
        <p:nvSpPr>
          <p:cNvPr id="28" name="!!circle-1tv"/>
          <p:cNvSpPr/>
          <p:nvPr/>
        </p:nvSpPr>
        <p:spPr>
          <a:xfrm>
            <a:off x="7673231" y="62489"/>
            <a:ext cx="38214" cy="38214"/>
          </a:xfrm>
          <a:prstGeom prst="ellipse">
            <a:avLst/>
          </a:prstGeom>
          <a:solidFill>
            <a:srgbClr val="627D8D">
              <a:alpha val="23100"/>
            </a:srgbClr>
          </a:solidFill>
          <a:ln>
            <a:noFill/>
          </a:ln>
        </p:spPr>
      </p:sp>
      <p:sp>
        <p:nvSpPr>
          <p:cNvPr id="29" name="!!circle-1ty"/>
          <p:cNvSpPr/>
          <p:nvPr/>
        </p:nvSpPr>
        <p:spPr>
          <a:xfrm>
            <a:off x="3372421" y="6728598"/>
            <a:ext cx="39243" cy="39243"/>
          </a:xfrm>
          <a:prstGeom prst="ellipse">
            <a:avLst/>
          </a:prstGeom>
          <a:solidFill>
            <a:srgbClr val="627D8D">
              <a:alpha val="27700"/>
            </a:srgbClr>
          </a:solidFill>
          <a:ln>
            <a:noFill/>
          </a:ln>
        </p:spPr>
      </p:sp>
      <p:sp>
        <p:nvSpPr>
          <p:cNvPr id="30" name="!!circle-1u1"/>
          <p:cNvSpPr/>
          <p:nvPr/>
        </p:nvSpPr>
        <p:spPr>
          <a:xfrm>
            <a:off x="1677361" y="6792880"/>
            <a:ext cx="34519" cy="34519"/>
          </a:xfrm>
          <a:prstGeom prst="ellipse">
            <a:avLst/>
          </a:prstGeom>
          <a:solidFill>
            <a:srgbClr val="627D8D">
              <a:alpha val="22500"/>
            </a:srgbClr>
          </a:solidFill>
          <a:ln>
            <a:noFill/>
          </a:ln>
        </p:spPr>
      </p:sp>
      <p:sp>
        <p:nvSpPr>
          <p:cNvPr id="31" name="!!circle-1u4"/>
          <p:cNvSpPr/>
          <p:nvPr/>
        </p:nvSpPr>
        <p:spPr>
          <a:xfrm>
            <a:off x="2549372" y="5539950"/>
            <a:ext cx="46228" cy="46228"/>
          </a:xfrm>
          <a:prstGeom prst="ellipse">
            <a:avLst/>
          </a:prstGeom>
          <a:solidFill>
            <a:srgbClr val="627D8D">
              <a:alpha val="26200"/>
            </a:srgbClr>
          </a:solidFill>
          <a:ln>
            <a:noFill/>
          </a:ln>
        </p:spPr>
      </p:sp>
      <p:sp>
        <p:nvSpPr>
          <p:cNvPr id="32" name="!!circle-1u7"/>
          <p:cNvSpPr/>
          <p:nvPr/>
        </p:nvSpPr>
        <p:spPr>
          <a:xfrm>
            <a:off x="7404729" y="5016745"/>
            <a:ext cx="49327" cy="49327"/>
          </a:xfrm>
          <a:prstGeom prst="ellipse">
            <a:avLst/>
          </a:prstGeom>
          <a:solidFill>
            <a:srgbClr val="627D8D">
              <a:alpha val="20800"/>
            </a:srgbClr>
          </a:solidFill>
          <a:ln>
            <a:noFill/>
          </a:ln>
        </p:spPr>
      </p:sp>
      <p:sp>
        <p:nvSpPr>
          <p:cNvPr id="33" name="!!circle-1ua"/>
          <p:cNvSpPr/>
          <p:nvPr/>
        </p:nvSpPr>
        <p:spPr>
          <a:xfrm>
            <a:off x="9689135" y="5830896"/>
            <a:ext cx="24054" cy="24054"/>
          </a:xfrm>
          <a:prstGeom prst="ellipse">
            <a:avLst/>
          </a:prstGeom>
          <a:solidFill>
            <a:srgbClr val="627D8D">
              <a:alpha val="22200"/>
            </a:srgbClr>
          </a:solidFill>
          <a:ln>
            <a:noFill/>
          </a:ln>
        </p:spPr>
      </p:sp>
      <p:sp>
        <p:nvSpPr>
          <p:cNvPr id="34" name="!!circle-1ud"/>
          <p:cNvSpPr/>
          <p:nvPr/>
        </p:nvSpPr>
        <p:spPr>
          <a:xfrm>
            <a:off x="2176873" y="1694461"/>
            <a:ext cx="32271" cy="32271"/>
          </a:xfrm>
          <a:prstGeom prst="ellipse">
            <a:avLst/>
          </a:prstGeom>
          <a:solidFill>
            <a:srgbClr val="627D8D">
              <a:alpha val="20500"/>
            </a:srgbClr>
          </a:solidFill>
          <a:ln>
            <a:noFill/>
          </a:ln>
        </p:spPr>
      </p:sp>
      <p:sp>
        <p:nvSpPr>
          <p:cNvPr id="35" name="!!circle-1ug"/>
          <p:cNvSpPr/>
          <p:nvPr/>
        </p:nvSpPr>
        <p:spPr>
          <a:xfrm>
            <a:off x="2096820" y="133142"/>
            <a:ext cx="21323" cy="21323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36" name="!!circle-1uj"/>
          <p:cNvSpPr/>
          <p:nvPr/>
        </p:nvSpPr>
        <p:spPr>
          <a:xfrm>
            <a:off x="2108682" y="2749151"/>
            <a:ext cx="34252" cy="34252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37" name="!!circle-1um"/>
          <p:cNvSpPr/>
          <p:nvPr/>
        </p:nvSpPr>
        <p:spPr>
          <a:xfrm>
            <a:off x="9627470" y="4833621"/>
            <a:ext cx="44196" cy="44196"/>
          </a:xfrm>
          <a:prstGeom prst="ellipse">
            <a:avLst/>
          </a:prstGeom>
          <a:solidFill>
            <a:srgbClr val="627D8D">
              <a:alpha val="21700"/>
            </a:srgbClr>
          </a:solidFill>
          <a:ln>
            <a:noFill/>
          </a:ln>
        </p:spPr>
      </p:sp>
      <p:sp>
        <p:nvSpPr>
          <p:cNvPr id="38" name="!!circle-1up"/>
          <p:cNvSpPr/>
          <p:nvPr/>
        </p:nvSpPr>
        <p:spPr>
          <a:xfrm>
            <a:off x="6840042" y="1982616"/>
            <a:ext cx="35192" cy="35192"/>
          </a:xfrm>
          <a:prstGeom prst="ellipse">
            <a:avLst/>
          </a:prstGeom>
          <a:solidFill>
            <a:srgbClr val="627D8D">
              <a:alpha val="27100"/>
            </a:srgbClr>
          </a:solidFill>
          <a:ln>
            <a:noFill/>
          </a:ln>
        </p:spPr>
      </p:sp>
      <p:sp>
        <p:nvSpPr>
          <p:cNvPr id="39" name="!!circle-1us"/>
          <p:cNvSpPr/>
          <p:nvPr/>
        </p:nvSpPr>
        <p:spPr>
          <a:xfrm>
            <a:off x="10062622" y="5641171"/>
            <a:ext cx="43358" cy="43358"/>
          </a:xfrm>
          <a:prstGeom prst="ellipse">
            <a:avLst/>
          </a:prstGeom>
          <a:solidFill>
            <a:srgbClr val="627D8D">
              <a:alpha val="19500"/>
            </a:srgbClr>
          </a:solidFill>
          <a:ln>
            <a:noFill/>
          </a:ln>
        </p:spPr>
      </p:sp>
      <p:sp>
        <p:nvSpPr>
          <p:cNvPr id="40" name="!!circle-1uv"/>
          <p:cNvSpPr/>
          <p:nvPr/>
        </p:nvSpPr>
        <p:spPr>
          <a:xfrm>
            <a:off x="3051358" y="2449735"/>
            <a:ext cx="33528" cy="33528"/>
          </a:xfrm>
          <a:prstGeom prst="ellipse">
            <a:avLst/>
          </a:prstGeom>
          <a:solidFill>
            <a:srgbClr val="627D8D">
              <a:alpha val="28300"/>
            </a:srgbClr>
          </a:solidFill>
          <a:ln>
            <a:noFill/>
          </a:ln>
        </p:spPr>
      </p:sp>
      <p:sp>
        <p:nvSpPr>
          <p:cNvPr id="41" name="!!circle-1uy"/>
          <p:cNvSpPr/>
          <p:nvPr/>
        </p:nvSpPr>
        <p:spPr>
          <a:xfrm>
            <a:off x="6709882" y="2967527"/>
            <a:ext cx="28956" cy="28956"/>
          </a:xfrm>
          <a:prstGeom prst="ellipse">
            <a:avLst/>
          </a:prstGeom>
          <a:solidFill>
            <a:srgbClr val="627D8D">
              <a:alpha val="21800"/>
            </a:srgbClr>
          </a:solidFill>
          <a:ln>
            <a:noFill/>
          </a:ln>
        </p:spPr>
      </p:sp>
      <p:sp>
        <p:nvSpPr>
          <p:cNvPr id="42" name="!!circle-1v1"/>
          <p:cNvSpPr/>
          <p:nvPr/>
        </p:nvSpPr>
        <p:spPr>
          <a:xfrm>
            <a:off x="6955818" y="6726896"/>
            <a:ext cx="45555" cy="45555"/>
          </a:xfrm>
          <a:prstGeom prst="ellipse">
            <a:avLst/>
          </a:prstGeom>
          <a:solidFill>
            <a:srgbClr val="627D8D">
              <a:alpha val="20900"/>
            </a:srgbClr>
          </a:solidFill>
          <a:ln>
            <a:noFill/>
          </a:ln>
        </p:spPr>
      </p:sp>
      <p:sp>
        <p:nvSpPr>
          <p:cNvPr id="43" name="!!circle-1v4"/>
          <p:cNvSpPr/>
          <p:nvPr/>
        </p:nvSpPr>
        <p:spPr>
          <a:xfrm>
            <a:off x="11330917" y="3739867"/>
            <a:ext cx="39484" cy="39484"/>
          </a:xfrm>
          <a:prstGeom prst="ellipse">
            <a:avLst/>
          </a:prstGeom>
          <a:solidFill>
            <a:srgbClr val="627D8D">
              <a:alpha val="13600"/>
            </a:srgbClr>
          </a:solidFill>
          <a:ln>
            <a:noFill/>
          </a:ln>
        </p:spPr>
      </p:sp>
      <p:sp>
        <p:nvSpPr>
          <p:cNvPr id="44" name="!!circle-1v7"/>
          <p:cNvSpPr/>
          <p:nvPr/>
        </p:nvSpPr>
        <p:spPr>
          <a:xfrm>
            <a:off x="7419887" y="5848490"/>
            <a:ext cx="30455" cy="30455"/>
          </a:xfrm>
          <a:prstGeom prst="ellipse">
            <a:avLst/>
          </a:prstGeom>
          <a:solidFill>
            <a:srgbClr val="627D8D">
              <a:alpha val="16500"/>
            </a:srgbClr>
          </a:solidFill>
          <a:ln>
            <a:noFill/>
          </a:ln>
        </p:spPr>
      </p:sp>
      <p:sp>
        <p:nvSpPr>
          <p:cNvPr id="45" name="!!circle-1va"/>
          <p:cNvSpPr/>
          <p:nvPr/>
        </p:nvSpPr>
        <p:spPr>
          <a:xfrm>
            <a:off x="8913778" y="6594751"/>
            <a:ext cx="28257" cy="28257"/>
          </a:xfrm>
          <a:prstGeom prst="ellipse">
            <a:avLst/>
          </a:prstGeom>
          <a:solidFill>
            <a:srgbClr val="627D8D">
              <a:alpha val="15700"/>
            </a:srgbClr>
          </a:solidFill>
          <a:ln>
            <a:noFill/>
          </a:ln>
        </p:spPr>
      </p:sp>
      <p:sp>
        <p:nvSpPr>
          <p:cNvPr id="46" name="!!circle-1vd"/>
          <p:cNvSpPr/>
          <p:nvPr/>
        </p:nvSpPr>
        <p:spPr>
          <a:xfrm>
            <a:off x="11273397" y="5346230"/>
            <a:ext cx="45149" cy="45149"/>
          </a:xfrm>
          <a:prstGeom prst="ellipse">
            <a:avLst/>
          </a:prstGeom>
          <a:solidFill>
            <a:srgbClr val="627D8D">
              <a:alpha val="31200"/>
            </a:srgbClr>
          </a:solidFill>
          <a:ln>
            <a:noFill/>
          </a:ln>
        </p:spPr>
      </p:sp>
      <p:sp>
        <p:nvSpPr>
          <p:cNvPr id="47" name="!!circle-1vg"/>
          <p:cNvSpPr/>
          <p:nvPr/>
        </p:nvSpPr>
        <p:spPr>
          <a:xfrm>
            <a:off x="3431027" y="3659343"/>
            <a:ext cx="30696" cy="30696"/>
          </a:xfrm>
          <a:prstGeom prst="ellipse">
            <a:avLst/>
          </a:prstGeom>
          <a:solidFill>
            <a:srgbClr val="627D8D">
              <a:alpha val="25700"/>
            </a:srgbClr>
          </a:solidFill>
          <a:ln>
            <a:noFill/>
          </a:ln>
        </p:spPr>
      </p:sp>
      <p:sp>
        <p:nvSpPr>
          <p:cNvPr id="48" name="!!circle-1vj"/>
          <p:cNvSpPr/>
          <p:nvPr/>
        </p:nvSpPr>
        <p:spPr>
          <a:xfrm>
            <a:off x="8826745" y="4224525"/>
            <a:ext cx="37401" cy="37401"/>
          </a:xfrm>
          <a:prstGeom prst="ellipse">
            <a:avLst/>
          </a:prstGeom>
          <a:solidFill>
            <a:srgbClr val="627D8D">
              <a:alpha val="16000"/>
            </a:srgbClr>
          </a:solidFill>
          <a:ln>
            <a:noFill/>
          </a:ln>
        </p:spPr>
      </p:sp>
      <p:sp>
        <p:nvSpPr>
          <p:cNvPr id="49" name="!!circle-1vm"/>
          <p:cNvSpPr/>
          <p:nvPr/>
        </p:nvSpPr>
        <p:spPr>
          <a:xfrm>
            <a:off x="1691331" y="4924164"/>
            <a:ext cx="33096" cy="33096"/>
          </a:xfrm>
          <a:prstGeom prst="ellipse">
            <a:avLst/>
          </a:prstGeom>
          <a:solidFill>
            <a:srgbClr val="627D8D">
              <a:alpha val="22300"/>
            </a:srgbClr>
          </a:solidFill>
          <a:ln>
            <a:noFill/>
          </a:ln>
        </p:spPr>
      </p:sp>
      <p:sp>
        <p:nvSpPr>
          <p:cNvPr id="50" name="!!circle-1vp"/>
          <p:cNvSpPr/>
          <p:nvPr/>
        </p:nvSpPr>
        <p:spPr>
          <a:xfrm>
            <a:off x="11607933" y="1026716"/>
            <a:ext cx="21145" cy="21145"/>
          </a:xfrm>
          <a:prstGeom prst="ellipse">
            <a:avLst/>
          </a:prstGeom>
          <a:solidFill>
            <a:srgbClr val="627D8D">
              <a:alpha val="16300"/>
            </a:srgbClr>
          </a:solidFill>
          <a:ln>
            <a:noFill/>
          </a:ln>
        </p:spPr>
      </p:sp>
      <p:sp>
        <p:nvSpPr>
          <p:cNvPr id="51" name="!!circle-1vs"/>
          <p:cNvSpPr/>
          <p:nvPr/>
        </p:nvSpPr>
        <p:spPr>
          <a:xfrm>
            <a:off x="11077722" y="5851478"/>
            <a:ext cx="35281" cy="35281"/>
          </a:xfrm>
          <a:prstGeom prst="ellipse">
            <a:avLst/>
          </a:prstGeom>
          <a:solidFill>
            <a:srgbClr val="627D8D">
              <a:alpha val="30000"/>
            </a:srgbClr>
          </a:solidFill>
          <a:ln>
            <a:noFill/>
          </a:ln>
        </p:spPr>
      </p:sp>
      <p:sp>
        <p:nvSpPr>
          <p:cNvPr id="52" name="!!ellipse-2j8"/>
          <p:cNvSpPr/>
          <p:nvPr/>
        </p:nvSpPr>
        <p:spPr>
          <a:xfrm>
            <a:off x="2794000" y="317500"/>
            <a:ext cx="6604000" cy="5334000"/>
          </a:xfrm>
          <a:prstGeom prst="ellipse">
            <a:avLst/>
          </a:prstGeom>
          <a:gradFill rotWithShape="1">
            <a:gsLst>
              <a:gs pos="0">
                <a:srgbClr val="627D8D">
                  <a:alpha val="12100"/>
                </a:srgbClr>
              </a:gs>
              <a:gs pos="35157">
                <a:srgbClr val="627D8D">
                  <a:alpha val="4400"/>
                </a:srgbClr>
              </a:gs>
              <a:gs pos="70314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3" name="!!path-2jp"/>
          <p:cNvSpPr/>
          <p:nvPr/>
        </p:nvSpPr>
        <p:spPr>
          <a:xfrm>
            <a:off x="5048886" y="1841839"/>
            <a:ext cx="2094227" cy="1385810"/>
          </a:xfrm>
          <a:custGeom>
            <a:avLst/>
            <a:gdLst/>
            <a:ahLst/>
            <a:cxnLst/>
            <a:rect l="l" t="t" r="r" b="b"/>
            <a:pathLst>
              <a:path w="2094227" h="1385810">
                <a:moveTo>
                  <a:pt x="0" y="135737"/>
                </a:moveTo>
                <a:cubicBezTo>
                  <a:pt x="116346" y="51709"/>
                  <a:pt x="400747" y="25855"/>
                  <a:pt x="633439" y="87906"/>
                </a:cubicBezTo>
                <a:cubicBezTo>
                  <a:pt x="827349" y="142201"/>
                  <a:pt x="969550" y="219765"/>
                  <a:pt x="1060041" y="297329"/>
                </a:cubicBezTo>
                <a:cubicBezTo>
                  <a:pt x="1163460" y="206837"/>
                  <a:pt x="1344442" y="90491"/>
                  <a:pt x="1564207" y="36197"/>
                </a:cubicBezTo>
                <a:cubicBezTo>
                  <a:pt x="1771044" y="0"/>
                  <a:pt x="1977881" y="19391"/>
                  <a:pt x="2094227" y="109882"/>
                </a:cubicBezTo>
                <a:lnTo>
                  <a:pt x="2091642" y="1135019"/>
                </a:lnTo>
                <a:cubicBezTo>
                  <a:pt x="1861535" y="1105287"/>
                  <a:pt x="1409079" y="1124678"/>
                  <a:pt x="1067797" y="1378053"/>
                </a:cubicBezTo>
                <a:quadBezTo>
                  <a:pt x="1060041" y="1385810"/>
                  <a:pt x="1052285" y="1378053"/>
                </a:quadBezTo>
                <a:cubicBezTo>
                  <a:pt x="711003" y="1124678"/>
                  <a:pt x="271474" y="1105287"/>
                  <a:pt x="38782" y="1147947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54" name="!!path-2jq"/>
          <p:cNvSpPr/>
          <p:nvPr/>
        </p:nvSpPr>
        <p:spPr>
          <a:xfrm>
            <a:off x="5048886" y="1852181"/>
            <a:ext cx="2094227" cy="1385810"/>
          </a:xfrm>
          <a:custGeom>
            <a:avLst/>
            <a:gdLst/>
            <a:ahLst/>
            <a:cxnLst/>
            <a:rect l="l" t="t" r="r" b="b"/>
            <a:pathLst>
              <a:path w="2094227" h="1385810">
                <a:moveTo>
                  <a:pt x="0" y="135737"/>
                </a:moveTo>
                <a:cubicBezTo>
                  <a:pt x="116346" y="51709"/>
                  <a:pt x="400747" y="25855"/>
                  <a:pt x="633439" y="87906"/>
                </a:cubicBezTo>
                <a:cubicBezTo>
                  <a:pt x="827349" y="142201"/>
                  <a:pt x="969550" y="219765"/>
                  <a:pt x="1060041" y="297329"/>
                </a:cubicBezTo>
                <a:cubicBezTo>
                  <a:pt x="1163460" y="206837"/>
                  <a:pt x="1344442" y="90491"/>
                  <a:pt x="1564207" y="36197"/>
                </a:cubicBezTo>
                <a:cubicBezTo>
                  <a:pt x="1771044" y="0"/>
                  <a:pt x="1977881" y="19391"/>
                  <a:pt x="2094227" y="109882"/>
                </a:cubicBezTo>
                <a:lnTo>
                  <a:pt x="2091642" y="1135019"/>
                </a:lnTo>
                <a:cubicBezTo>
                  <a:pt x="1861535" y="1105287"/>
                  <a:pt x="1409079" y="1124678"/>
                  <a:pt x="1067797" y="1378053"/>
                </a:cubicBezTo>
                <a:quadBezTo>
                  <a:pt x="1060041" y="1385810"/>
                  <a:pt x="1052285" y="1378053"/>
                </a:quadBezTo>
                <a:cubicBezTo>
                  <a:pt x="711003" y="1124678"/>
                  <a:pt x="271474" y="1105287"/>
                  <a:pt x="38782" y="1147947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55" name="!!path-2jr"/>
          <p:cNvSpPr/>
          <p:nvPr/>
        </p:nvSpPr>
        <p:spPr>
          <a:xfrm>
            <a:off x="5048886" y="1862523"/>
            <a:ext cx="2094227" cy="1385810"/>
          </a:xfrm>
          <a:custGeom>
            <a:avLst/>
            <a:gdLst/>
            <a:ahLst/>
            <a:cxnLst/>
            <a:rect l="l" t="t" r="r" b="b"/>
            <a:pathLst>
              <a:path w="2094227" h="1385810">
                <a:moveTo>
                  <a:pt x="0" y="135737"/>
                </a:moveTo>
                <a:cubicBezTo>
                  <a:pt x="116346" y="51709"/>
                  <a:pt x="400747" y="25855"/>
                  <a:pt x="633439" y="87906"/>
                </a:cubicBezTo>
                <a:cubicBezTo>
                  <a:pt x="827349" y="142201"/>
                  <a:pt x="969550" y="219765"/>
                  <a:pt x="1060041" y="297329"/>
                </a:cubicBezTo>
                <a:cubicBezTo>
                  <a:pt x="1163460" y="206837"/>
                  <a:pt x="1344442" y="90491"/>
                  <a:pt x="1564207" y="36197"/>
                </a:cubicBezTo>
                <a:cubicBezTo>
                  <a:pt x="1771044" y="0"/>
                  <a:pt x="1977881" y="19391"/>
                  <a:pt x="2094227" y="109882"/>
                </a:cubicBezTo>
                <a:lnTo>
                  <a:pt x="2091642" y="1135019"/>
                </a:lnTo>
                <a:cubicBezTo>
                  <a:pt x="1861535" y="1105287"/>
                  <a:pt x="1409079" y="1124678"/>
                  <a:pt x="1067797" y="1378053"/>
                </a:cubicBezTo>
                <a:quadBezTo>
                  <a:pt x="1060041" y="1385810"/>
                  <a:pt x="1052285" y="1378053"/>
                </a:quadBezTo>
                <a:cubicBezTo>
                  <a:pt x="711003" y="1124678"/>
                  <a:pt x="271474" y="1105287"/>
                  <a:pt x="38782" y="1147947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56" name="!!path-2js"/>
          <p:cNvSpPr/>
          <p:nvPr/>
        </p:nvSpPr>
        <p:spPr>
          <a:xfrm>
            <a:off x="5048886" y="1872865"/>
            <a:ext cx="2094227" cy="1385810"/>
          </a:xfrm>
          <a:custGeom>
            <a:avLst/>
            <a:gdLst/>
            <a:ahLst/>
            <a:cxnLst/>
            <a:rect l="l" t="t" r="r" b="b"/>
            <a:pathLst>
              <a:path w="2094227" h="1385810">
                <a:moveTo>
                  <a:pt x="0" y="135737"/>
                </a:moveTo>
                <a:cubicBezTo>
                  <a:pt x="116346" y="51709"/>
                  <a:pt x="400747" y="25855"/>
                  <a:pt x="633439" y="87906"/>
                </a:cubicBezTo>
                <a:cubicBezTo>
                  <a:pt x="827349" y="142201"/>
                  <a:pt x="969550" y="219765"/>
                  <a:pt x="1060041" y="297329"/>
                </a:cubicBezTo>
                <a:cubicBezTo>
                  <a:pt x="1163460" y="206837"/>
                  <a:pt x="1344442" y="90491"/>
                  <a:pt x="1564207" y="36197"/>
                </a:cubicBezTo>
                <a:cubicBezTo>
                  <a:pt x="1771044" y="0"/>
                  <a:pt x="1977881" y="19391"/>
                  <a:pt x="2094227" y="109882"/>
                </a:cubicBezTo>
                <a:lnTo>
                  <a:pt x="2091642" y="1135019"/>
                </a:lnTo>
                <a:cubicBezTo>
                  <a:pt x="1861535" y="1105287"/>
                  <a:pt x="1409079" y="1124678"/>
                  <a:pt x="1067797" y="1378053"/>
                </a:cubicBezTo>
                <a:quadBezTo>
                  <a:pt x="1060041" y="1385810"/>
                  <a:pt x="1052285" y="1378053"/>
                </a:quadBezTo>
                <a:cubicBezTo>
                  <a:pt x="711003" y="1124678"/>
                  <a:pt x="271474" y="1105287"/>
                  <a:pt x="38782" y="1147947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57" name="!!path-2jt"/>
          <p:cNvSpPr/>
          <p:nvPr/>
        </p:nvSpPr>
        <p:spPr>
          <a:xfrm>
            <a:off x="5048886" y="1883207"/>
            <a:ext cx="2094227" cy="1385810"/>
          </a:xfrm>
          <a:custGeom>
            <a:avLst/>
            <a:gdLst/>
            <a:ahLst/>
            <a:cxnLst/>
            <a:rect l="l" t="t" r="r" b="b"/>
            <a:pathLst>
              <a:path w="2094227" h="1385810">
                <a:moveTo>
                  <a:pt x="0" y="135737"/>
                </a:moveTo>
                <a:cubicBezTo>
                  <a:pt x="116346" y="51709"/>
                  <a:pt x="400747" y="25855"/>
                  <a:pt x="633439" y="87906"/>
                </a:cubicBezTo>
                <a:cubicBezTo>
                  <a:pt x="827349" y="142201"/>
                  <a:pt x="969550" y="219765"/>
                  <a:pt x="1060041" y="297329"/>
                </a:cubicBezTo>
                <a:cubicBezTo>
                  <a:pt x="1163460" y="206837"/>
                  <a:pt x="1344442" y="90491"/>
                  <a:pt x="1564207" y="36197"/>
                </a:cubicBezTo>
                <a:cubicBezTo>
                  <a:pt x="1771044" y="0"/>
                  <a:pt x="1977881" y="19391"/>
                  <a:pt x="2094227" y="109882"/>
                </a:cubicBezTo>
                <a:lnTo>
                  <a:pt x="2091642" y="1135019"/>
                </a:lnTo>
                <a:cubicBezTo>
                  <a:pt x="1861535" y="1105287"/>
                  <a:pt x="1409079" y="1124678"/>
                  <a:pt x="1067797" y="1378053"/>
                </a:cubicBezTo>
                <a:quadBezTo>
                  <a:pt x="1060041" y="1385810"/>
                  <a:pt x="1052285" y="1378053"/>
                </a:quadBezTo>
                <a:cubicBezTo>
                  <a:pt x="711003" y="1124678"/>
                  <a:pt x="271474" y="1105287"/>
                  <a:pt x="38782" y="1147947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58" name="!!path-2ju"/>
          <p:cNvSpPr/>
          <p:nvPr/>
        </p:nvSpPr>
        <p:spPr>
          <a:xfrm>
            <a:off x="5048886" y="1893549"/>
            <a:ext cx="2094227" cy="1385810"/>
          </a:xfrm>
          <a:custGeom>
            <a:avLst/>
            <a:gdLst/>
            <a:ahLst/>
            <a:cxnLst/>
            <a:rect l="l" t="t" r="r" b="b"/>
            <a:pathLst>
              <a:path w="2094227" h="1385810">
                <a:moveTo>
                  <a:pt x="0" y="135737"/>
                </a:moveTo>
                <a:cubicBezTo>
                  <a:pt x="116346" y="51709"/>
                  <a:pt x="400747" y="25855"/>
                  <a:pt x="633439" y="87906"/>
                </a:cubicBezTo>
                <a:cubicBezTo>
                  <a:pt x="827349" y="142201"/>
                  <a:pt x="969550" y="219765"/>
                  <a:pt x="1060041" y="297329"/>
                </a:cubicBezTo>
                <a:cubicBezTo>
                  <a:pt x="1163460" y="206837"/>
                  <a:pt x="1344442" y="90491"/>
                  <a:pt x="1564207" y="36197"/>
                </a:cubicBezTo>
                <a:cubicBezTo>
                  <a:pt x="1771044" y="0"/>
                  <a:pt x="1977881" y="19391"/>
                  <a:pt x="2094227" y="109882"/>
                </a:cubicBezTo>
                <a:lnTo>
                  <a:pt x="2091642" y="1135019"/>
                </a:lnTo>
                <a:cubicBezTo>
                  <a:pt x="1861535" y="1105287"/>
                  <a:pt x="1409079" y="1124678"/>
                  <a:pt x="1067797" y="1378053"/>
                </a:cubicBezTo>
                <a:quadBezTo>
                  <a:pt x="1060041" y="1385810"/>
                  <a:pt x="1052285" y="1378053"/>
                </a:quadBezTo>
                <a:cubicBezTo>
                  <a:pt x="711003" y="1124678"/>
                  <a:pt x="271474" y="1105287"/>
                  <a:pt x="38782" y="1147947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59" name="!!path-2jv"/>
          <p:cNvSpPr/>
          <p:nvPr/>
        </p:nvSpPr>
        <p:spPr>
          <a:xfrm>
            <a:off x="5048886" y="1903891"/>
            <a:ext cx="2094227" cy="1385810"/>
          </a:xfrm>
          <a:custGeom>
            <a:avLst/>
            <a:gdLst/>
            <a:ahLst/>
            <a:cxnLst/>
            <a:rect l="l" t="t" r="r" b="b"/>
            <a:pathLst>
              <a:path w="2094227" h="1385810">
                <a:moveTo>
                  <a:pt x="0" y="135737"/>
                </a:moveTo>
                <a:cubicBezTo>
                  <a:pt x="116346" y="51709"/>
                  <a:pt x="400747" y="25855"/>
                  <a:pt x="633439" y="87906"/>
                </a:cubicBezTo>
                <a:cubicBezTo>
                  <a:pt x="827349" y="142201"/>
                  <a:pt x="969550" y="219765"/>
                  <a:pt x="1060041" y="297329"/>
                </a:cubicBezTo>
                <a:cubicBezTo>
                  <a:pt x="1163460" y="206837"/>
                  <a:pt x="1344442" y="90491"/>
                  <a:pt x="1564207" y="36197"/>
                </a:cubicBezTo>
                <a:cubicBezTo>
                  <a:pt x="1771044" y="0"/>
                  <a:pt x="1977881" y="19391"/>
                  <a:pt x="2094227" y="109882"/>
                </a:cubicBezTo>
                <a:lnTo>
                  <a:pt x="2091642" y="1135019"/>
                </a:lnTo>
                <a:cubicBezTo>
                  <a:pt x="1861535" y="1105287"/>
                  <a:pt x="1409079" y="1124678"/>
                  <a:pt x="1067797" y="1378053"/>
                </a:cubicBezTo>
                <a:quadBezTo>
                  <a:pt x="1060041" y="1385810"/>
                  <a:pt x="1052285" y="1378053"/>
                </a:quadBezTo>
                <a:cubicBezTo>
                  <a:pt x="711003" y="1124678"/>
                  <a:pt x="271474" y="1105287"/>
                  <a:pt x="38782" y="1147947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60" name="!!path-2jw"/>
          <p:cNvSpPr/>
          <p:nvPr/>
        </p:nvSpPr>
        <p:spPr>
          <a:xfrm>
            <a:off x="5048886" y="1914232"/>
            <a:ext cx="2094227" cy="1385810"/>
          </a:xfrm>
          <a:custGeom>
            <a:avLst/>
            <a:gdLst/>
            <a:ahLst/>
            <a:cxnLst/>
            <a:rect l="l" t="t" r="r" b="b"/>
            <a:pathLst>
              <a:path w="2094227" h="1385810">
                <a:moveTo>
                  <a:pt x="0" y="135737"/>
                </a:moveTo>
                <a:cubicBezTo>
                  <a:pt x="116346" y="51709"/>
                  <a:pt x="400747" y="25855"/>
                  <a:pt x="633439" y="87906"/>
                </a:cubicBezTo>
                <a:cubicBezTo>
                  <a:pt x="827349" y="142201"/>
                  <a:pt x="969550" y="219765"/>
                  <a:pt x="1060041" y="297329"/>
                </a:cubicBezTo>
                <a:cubicBezTo>
                  <a:pt x="1163460" y="206837"/>
                  <a:pt x="1344442" y="90491"/>
                  <a:pt x="1564207" y="36197"/>
                </a:cubicBezTo>
                <a:cubicBezTo>
                  <a:pt x="1771044" y="0"/>
                  <a:pt x="1977881" y="19391"/>
                  <a:pt x="2094227" y="109882"/>
                </a:cubicBezTo>
                <a:lnTo>
                  <a:pt x="2091642" y="1135019"/>
                </a:lnTo>
                <a:cubicBezTo>
                  <a:pt x="1861535" y="1105287"/>
                  <a:pt x="1409079" y="1124678"/>
                  <a:pt x="1067797" y="1378053"/>
                </a:cubicBezTo>
                <a:quadBezTo>
                  <a:pt x="1060041" y="1385810"/>
                  <a:pt x="1052285" y="1378053"/>
                </a:quadBezTo>
                <a:cubicBezTo>
                  <a:pt x="711003" y="1124678"/>
                  <a:pt x="271474" y="1105287"/>
                  <a:pt x="38782" y="1147947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61" name="!!path-2jx"/>
          <p:cNvSpPr/>
          <p:nvPr/>
        </p:nvSpPr>
        <p:spPr>
          <a:xfrm>
            <a:off x="5294506" y="1605269"/>
            <a:ext cx="817007" cy="782103"/>
          </a:xfrm>
          <a:custGeom>
            <a:avLst/>
            <a:gdLst/>
            <a:ahLst/>
            <a:cxnLst/>
            <a:rect l="l" t="t" r="r" b="b"/>
            <a:pathLst>
              <a:path w="817007" h="782103">
                <a:moveTo>
                  <a:pt x="0" y="112468"/>
                </a:moveTo>
                <a:lnTo>
                  <a:pt x="51709" y="32318"/>
                </a:lnTo>
                <a:cubicBezTo>
                  <a:pt x="206837" y="0"/>
                  <a:pt x="465384" y="45246"/>
                  <a:pt x="646366" y="168055"/>
                </a:cubicBezTo>
                <a:cubicBezTo>
                  <a:pt x="743321" y="236570"/>
                  <a:pt x="795031" y="316720"/>
                  <a:pt x="817007" y="400747"/>
                </a:cubicBezTo>
                <a:lnTo>
                  <a:pt x="817007" y="782103"/>
                </a:lnTo>
                <a:lnTo>
                  <a:pt x="0" y="782103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62" name="!!path-2jz"/>
          <p:cNvSpPr/>
          <p:nvPr/>
        </p:nvSpPr>
        <p:spPr>
          <a:xfrm>
            <a:off x="5294506" y="1605269"/>
            <a:ext cx="817007" cy="400747"/>
          </a:xfrm>
          <a:custGeom>
            <a:avLst/>
            <a:gdLst/>
            <a:ahLst/>
            <a:cxnLst/>
            <a:rect l="l" t="t" r="r" b="b"/>
            <a:pathLst>
              <a:path w="817007" h="400747" fill="none">
                <a:moveTo>
                  <a:pt x="817007" y="400747"/>
                </a:moveTo>
                <a:cubicBezTo>
                  <a:pt x="795031" y="316720"/>
                  <a:pt x="743321" y="236570"/>
                  <a:pt x="646366" y="168055"/>
                </a:cubicBezTo>
                <a:cubicBezTo>
                  <a:pt x="465384" y="45246"/>
                  <a:pt x="206837" y="0"/>
                  <a:pt x="51709" y="32318"/>
                </a:cubicBezTo>
                <a:lnTo>
                  <a:pt x="0" y="112468"/>
                </a:lnTo>
              </a:path>
            </a:pathLst>
          </a:custGeom>
          <a:noFill/>
          <a:ln w="31026" cap="rnd">
            <a:solidFill>
              <a:srgbClr val="627D8D"/>
            </a:solidFill>
            <a:prstDash val="solid"/>
            <a:round/>
          </a:ln>
        </p:spPr>
      </p:sp>
      <p:sp>
        <p:nvSpPr>
          <p:cNvPr id="63" name="!!path-2k5"/>
          <p:cNvSpPr/>
          <p:nvPr/>
        </p:nvSpPr>
        <p:spPr>
          <a:xfrm>
            <a:off x="5214356" y="1682833"/>
            <a:ext cx="897157" cy="704539"/>
          </a:xfrm>
          <a:custGeom>
            <a:avLst/>
            <a:gdLst/>
            <a:ahLst/>
            <a:cxnLst/>
            <a:rect l="l" t="t" r="r" b="b"/>
            <a:pathLst>
              <a:path w="897157" h="704539">
                <a:moveTo>
                  <a:pt x="0" y="142201"/>
                </a:moveTo>
                <a:lnTo>
                  <a:pt x="41367" y="41367"/>
                </a:lnTo>
                <a:cubicBezTo>
                  <a:pt x="235277" y="0"/>
                  <a:pt x="506751" y="45246"/>
                  <a:pt x="700661" y="161592"/>
                </a:cubicBezTo>
                <a:cubicBezTo>
                  <a:pt x="804080" y="223643"/>
                  <a:pt x="868716" y="316720"/>
                  <a:pt x="897157" y="400747"/>
                </a:cubicBezTo>
                <a:lnTo>
                  <a:pt x="897157" y="704539"/>
                </a:lnTo>
                <a:lnTo>
                  <a:pt x="0" y="704539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64" name="!!path-2k7"/>
          <p:cNvSpPr/>
          <p:nvPr/>
        </p:nvSpPr>
        <p:spPr>
          <a:xfrm>
            <a:off x="5214356" y="1682833"/>
            <a:ext cx="897157" cy="400747"/>
          </a:xfrm>
          <a:custGeom>
            <a:avLst/>
            <a:gdLst/>
            <a:ahLst/>
            <a:cxnLst/>
            <a:rect l="l" t="t" r="r" b="b"/>
            <a:pathLst>
              <a:path w="897157" h="400747" fill="none">
                <a:moveTo>
                  <a:pt x="897157" y="400747"/>
                </a:moveTo>
                <a:cubicBezTo>
                  <a:pt x="868716" y="316720"/>
                  <a:pt x="804080" y="223643"/>
                  <a:pt x="700661" y="161592"/>
                </a:cubicBezTo>
                <a:cubicBezTo>
                  <a:pt x="506751" y="45246"/>
                  <a:pt x="235277" y="0"/>
                  <a:pt x="41367" y="41367"/>
                </a:cubicBezTo>
                <a:lnTo>
                  <a:pt x="0" y="142201"/>
                </a:lnTo>
              </a:path>
            </a:pathLst>
          </a:custGeom>
          <a:noFill/>
          <a:ln w="31026" cap="rnd">
            <a:solidFill>
              <a:srgbClr val="627D8D"/>
            </a:solidFill>
            <a:prstDash val="solid"/>
            <a:round/>
          </a:ln>
        </p:spPr>
      </p:sp>
      <p:sp>
        <p:nvSpPr>
          <p:cNvPr id="65" name="!!path-2kd"/>
          <p:cNvSpPr/>
          <p:nvPr/>
        </p:nvSpPr>
        <p:spPr>
          <a:xfrm>
            <a:off x="5143256" y="1766861"/>
            <a:ext cx="965671" cy="620512"/>
          </a:xfrm>
          <a:custGeom>
            <a:avLst/>
            <a:gdLst/>
            <a:ahLst/>
            <a:cxnLst/>
            <a:rect l="l" t="t" r="r" b="b"/>
            <a:pathLst>
              <a:path w="965671" h="620512">
                <a:moveTo>
                  <a:pt x="0" y="147372"/>
                </a:moveTo>
                <a:lnTo>
                  <a:pt x="24562" y="80149"/>
                </a:lnTo>
                <a:cubicBezTo>
                  <a:pt x="241741" y="0"/>
                  <a:pt x="539070" y="32318"/>
                  <a:pt x="745907" y="139615"/>
                </a:cubicBezTo>
                <a:cubicBezTo>
                  <a:pt x="862253" y="200374"/>
                  <a:pt x="933353" y="277938"/>
                  <a:pt x="965671" y="351623"/>
                </a:cubicBezTo>
                <a:lnTo>
                  <a:pt x="965671" y="620512"/>
                </a:lnTo>
                <a:lnTo>
                  <a:pt x="0" y="620512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66" name="!!path-2kf"/>
          <p:cNvSpPr/>
          <p:nvPr/>
        </p:nvSpPr>
        <p:spPr>
          <a:xfrm>
            <a:off x="5143256" y="1766861"/>
            <a:ext cx="965671" cy="351623"/>
          </a:xfrm>
          <a:custGeom>
            <a:avLst/>
            <a:gdLst/>
            <a:ahLst/>
            <a:cxnLst/>
            <a:rect l="l" t="t" r="r" b="b"/>
            <a:pathLst>
              <a:path w="965671" h="351623" fill="none">
                <a:moveTo>
                  <a:pt x="965671" y="351623"/>
                </a:moveTo>
                <a:cubicBezTo>
                  <a:pt x="933353" y="277938"/>
                  <a:pt x="862253" y="200374"/>
                  <a:pt x="745907" y="139615"/>
                </a:cubicBezTo>
                <a:cubicBezTo>
                  <a:pt x="539070" y="32318"/>
                  <a:pt x="241741" y="0"/>
                  <a:pt x="24562" y="80149"/>
                </a:cubicBezTo>
                <a:lnTo>
                  <a:pt x="0" y="147372"/>
                </a:lnTo>
              </a:path>
            </a:pathLst>
          </a:custGeom>
          <a:noFill/>
          <a:ln w="31026" cap="rnd">
            <a:solidFill>
              <a:srgbClr val="627D8D"/>
            </a:solidFill>
            <a:prstDash val="solid"/>
            <a:round/>
          </a:ln>
        </p:spPr>
      </p:sp>
      <p:sp>
        <p:nvSpPr>
          <p:cNvPr id="67" name="!!path-2kl"/>
          <p:cNvSpPr/>
          <p:nvPr/>
        </p:nvSpPr>
        <p:spPr>
          <a:xfrm>
            <a:off x="6112806" y="1572951"/>
            <a:ext cx="765298" cy="814422"/>
          </a:xfrm>
          <a:custGeom>
            <a:avLst/>
            <a:gdLst/>
            <a:ahLst/>
            <a:cxnLst/>
            <a:rect l="l" t="t" r="r" b="b"/>
            <a:pathLst>
              <a:path w="765298" h="814422">
                <a:moveTo>
                  <a:pt x="765298" y="116346"/>
                </a:moveTo>
                <a:lnTo>
                  <a:pt x="722638" y="28440"/>
                </a:lnTo>
                <a:cubicBezTo>
                  <a:pt x="551997" y="0"/>
                  <a:pt x="280523" y="64637"/>
                  <a:pt x="112468" y="193910"/>
                </a:cubicBezTo>
                <a:cubicBezTo>
                  <a:pt x="41367" y="252083"/>
                  <a:pt x="9049" y="336111"/>
                  <a:pt x="0" y="426602"/>
                </a:cubicBezTo>
                <a:lnTo>
                  <a:pt x="0" y="814422"/>
                </a:lnTo>
                <a:lnTo>
                  <a:pt x="765298" y="814422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68" name="!!path-2kn"/>
          <p:cNvSpPr/>
          <p:nvPr/>
        </p:nvSpPr>
        <p:spPr>
          <a:xfrm>
            <a:off x="6112806" y="1572951"/>
            <a:ext cx="765298" cy="426602"/>
          </a:xfrm>
          <a:custGeom>
            <a:avLst/>
            <a:gdLst/>
            <a:ahLst/>
            <a:cxnLst/>
            <a:rect l="l" t="t" r="r" b="b"/>
            <a:pathLst>
              <a:path w="765298" h="426602" fill="none">
                <a:moveTo>
                  <a:pt x="0" y="426602"/>
                </a:moveTo>
                <a:cubicBezTo>
                  <a:pt x="9049" y="336111"/>
                  <a:pt x="41367" y="252083"/>
                  <a:pt x="112468" y="193910"/>
                </a:cubicBezTo>
                <a:cubicBezTo>
                  <a:pt x="280523" y="64637"/>
                  <a:pt x="551997" y="0"/>
                  <a:pt x="722638" y="28440"/>
                </a:cubicBezTo>
                <a:lnTo>
                  <a:pt x="765298" y="116346"/>
                </a:lnTo>
              </a:path>
            </a:pathLst>
          </a:custGeom>
          <a:noFill/>
          <a:ln w="31026" cap="rnd">
            <a:solidFill>
              <a:srgbClr val="627D8D"/>
            </a:solidFill>
            <a:prstDash val="solid"/>
            <a:round/>
          </a:ln>
        </p:spPr>
      </p:sp>
      <p:sp>
        <p:nvSpPr>
          <p:cNvPr id="69" name="!!path-2kt"/>
          <p:cNvSpPr/>
          <p:nvPr/>
        </p:nvSpPr>
        <p:spPr>
          <a:xfrm>
            <a:off x="6114098" y="1669906"/>
            <a:ext cx="848033" cy="717467"/>
          </a:xfrm>
          <a:custGeom>
            <a:avLst/>
            <a:gdLst/>
            <a:ahLst/>
            <a:cxnLst/>
            <a:rect l="l" t="t" r="r" b="b"/>
            <a:pathLst>
              <a:path w="848033" h="717467">
                <a:moveTo>
                  <a:pt x="848033" y="125395"/>
                </a:moveTo>
                <a:lnTo>
                  <a:pt x="809251" y="19391"/>
                </a:lnTo>
                <a:cubicBezTo>
                  <a:pt x="602414" y="0"/>
                  <a:pt x="343867" y="71100"/>
                  <a:pt x="175812" y="195203"/>
                </a:cubicBezTo>
                <a:cubicBezTo>
                  <a:pt x="85320" y="262425"/>
                  <a:pt x="27147" y="342574"/>
                  <a:pt x="0" y="413675"/>
                </a:cubicBezTo>
                <a:lnTo>
                  <a:pt x="0" y="717467"/>
                </a:lnTo>
                <a:lnTo>
                  <a:pt x="848033" y="717467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70" name="!!path-2kv"/>
          <p:cNvSpPr/>
          <p:nvPr/>
        </p:nvSpPr>
        <p:spPr>
          <a:xfrm>
            <a:off x="6114098" y="1669906"/>
            <a:ext cx="848033" cy="413675"/>
          </a:xfrm>
          <a:custGeom>
            <a:avLst/>
            <a:gdLst/>
            <a:ahLst/>
            <a:cxnLst/>
            <a:rect l="l" t="t" r="r" b="b"/>
            <a:pathLst>
              <a:path w="848033" h="413675" fill="none">
                <a:moveTo>
                  <a:pt x="0" y="413675"/>
                </a:moveTo>
                <a:cubicBezTo>
                  <a:pt x="27147" y="342574"/>
                  <a:pt x="85320" y="262425"/>
                  <a:pt x="175812" y="195203"/>
                </a:cubicBezTo>
                <a:cubicBezTo>
                  <a:pt x="343867" y="71100"/>
                  <a:pt x="602414" y="0"/>
                  <a:pt x="809251" y="19391"/>
                </a:cubicBezTo>
                <a:lnTo>
                  <a:pt x="848033" y="125395"/>
                </a:lnTo>
              </a:path>
            </a:pathLst>
          </a:custGeom>
          <a:noFill/>
          <a:ln w="31026" cap="rnd">
            <a:solidFill>
              <a:srgbClr val="627D8D"/>
            </a:solidFill>
            <a:prstDash val="solid"/>
            <a:round/>
          </a:ln>
        </p:spPr>
      </p:sp>
      <p:sp>
        <p:nvSpPr>
          <p:cNvPr id="71" name="!!path-2l1"/>
          <p:cNvSpPr/>
          <p:nvPr/>
        </p:nvSpPr>
        <p:spPr>
          <a:xfrm>
            <a:off x="6116684" y="1760397"/>
            <a:ext cx="907498" cy="626975"/>
          </a:xfrm>
          <a:custGeom>
            <a:avLst/>
            <a:gdLst/>
            <a:ahLst/>
            <a:cxnLst/>
            <a:rect l="l" t="t" r="r" b="b"/>
            <a:pathLst>
              <a:path w="907498" h="626975">
                <a:moveTo>
                  <a:pt x="907498" y="120224"/>
                </a:moveTo>
                <a:lnTo>
                  <a:pt x="889400" y="55588"/>
                </a:lnTo>
                <a:cubicBezTo>
                  <a:pt x="677392" y="0"/>
                  <a:pt x="405918" y="32318"/>
                  <a:pt x="224936" y="122810"/>
                </a:cubicBezTo>
                <a:cubicBezTo>
                  <a:pt x="108590" y="180983"/>
                  <a:pt x="37489" y="271474"/>
                  <a:pt x="0" y="358087"/>
                </a:cubicBezTo>
                <a:lnTo>
                  <a:pt x="0" y="626975"/>
                </a:lnTo>
                <a:lnTo>
                  <a:pt x="907498" y="626975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72" name="!!path-2l3"/>
          <p:cNvSpPr/>
          <p:nvPr/>
        </p:nvSpPr>
        <p:spPr>
          <a:xfrm>
            <a:off x="6116684" y="1760397"/>
            <a:ext cx="907498" cy="358087"/>
          </a:xfrm>
          <a:custGeom>
            <a:avLst/>
            <a:gdLst/>
            <a:ahLst/>
            <a:cxnLst/>
            <a:rect l="l" t="t" r="r" b="b"/>
            <a:pathLst>
              <a:path w="907498" h="358087" fill="none">
                <a:moveTo>
                  <a:pt x="0" y="358087"/>
                </a:moveTo>
                <a:cubicBezTo>
                  <a:pt x="37489" y="271474"/>
                  <a:pt x="108590" y="180983"/>
                  <a:pt x="224936" y="122810"/>
                </a:cubicBezTo>
                <a:cubicBezTo>
                  <a:pt x="405918" y="32318"/>
                  <a:pt x="677392" y="0"/>
                  <a:pt x="889400" y="55588"/>
                </a:cubicBezTo>
                <a:lnTo>
                  <a:pt x="907498" y="120224"/>
                </a:lnTo>
              </a:path>
            </a:pathLst>
          </a:custGeom>
          <a:noFill/>
          <a:ln w="31026" cap="rnd">
            <a:solidFill>
              <a:srgbClr val="627D8D"/>
            </a:solidFill>
            <a:prstDash val="solid"/>
            <a:round/>
          </a:ln>
        </p:spPr>
      </p:sp>
      <p:sp>
        <p:nvSpPr>
          <p:cNvPr id="73" name="!!path-2lq"/>
          <p:cNvSpPr/>
          <p:nvPr/>
        </p:nvSpPr>
        <p:spPr>
          <a:xfrm>
            <a:off x="5048886" y="1831498"/>
            <a:ext cx="2094227" cy="1385810"/>
          </a:xfrm>
          <a:custGeom>
            <a:avLst/>
            <a:gdLst/>
            <a:ahLst/>
            <a:cxnLst/>
            <a:rect l="l" t="t" r="r" b="b"/>
            <a:pathLst>
              <a:path w="2094227" h="1385810">
                <a:moveTo>
                  <a:pt x="0" y="135737"/>
                </a:moveTo>
                <a:cubicBezTo>
                  <a:pt x="116346" y="51709"/>
                  <a:pt x="400747" y="25855"/>
                  <a:pt x="633439" y="87906"/>
                </a:cubicBezTo>
                <a:cubicBezTo>
                  <a:pt x="827349" y="142201"/>
                  <a:pt x="969550" y="219765"/>
                  <a:pt x="1060041" y="297329"/>
                </a:cubicBezTo>
                <a:cubicBezTo>
                  <a:pt x="1163460" y="206837"/>
                  <a:pt x="1344442" y="90491"/>
                  <a:pt x="1564207" y="36197"/>
                </a:cubicBezTo>
                <a:cubicBezTo>
                  <a:pt x="1771044" y="0"/>
                  <a:pt x="1977881" y="19391"/>
                  <a:pt x="2094227" y="109882"/>
                </a:cubicBezTo>
                <a:lnTo>
                  <a:pt x="2091642" y="1135019"/>
                </a:lnTo>
                <a:cubicBezTo>
                  <a:pt x="1861535" y="1105287"/>
                  <a:pt x="1409079" y="1124678"/>
                  <a:pt x="1067797" y="1378053"/>
                </a:cubicBezTo>
                <a:quadBezTo>
                  <a:pt x="1060041" y="1385810"/>
                  <a:pt x="1052285" y="1378053"/>
                </a:quadBezTo>
                <a:cubicBezTo>
                  <a:pt x="711003" y="1124678"/>
                  <a:pt x="271474" y="1105287"/>
                  <a:pt x="38782" y="1147947"/>
                </a:cubicBezTo>
                <a:close/>
              </a:path>
            </a:pathLst>
          </a:custGeom>
          <a:gradFill rotWithShape="1">
            <a:gsLst>
              <a:gs pos="0">
                <a:srgbClr val="627D8D"/>
              </a:gs>
              <a:gs pos="21794">
                <a:srgbClr val="627D8D"/>
              </a:gs>
              <a:gs pos="55376">
                <a:srgbClr val="627D8D"/>
              </a:gs>
              <a:gs pos="96421">
                <a:srgbClr val="98ABB7"/>
              </a:gs>
              <a:gs pos="100000">
                <a:srgbClr val="98ABB7"/>
              </a:gs>
            </a:gsLst>
            <a:lin ang="1983350" scaled="0"/>
          </a:gradFill>
          <a:ln>
            <a:noFill/>
          </a:ln>
        </p:spPr>
      </p:sp>
      <p:sp>
        <p:nvSpPr>
          <p:cNvPr id="74" name="!!path-2ls"/>
          <p:cNvSpPr/>
          <p:nvPr/>
        </p:nvSpPr>
        <p:spPr>
          <a:xfrm>
            <a:off x="5048886" y="1831498"/>
            <a:ext cx="2094227" cy="1385810"/>
          </a:xfrm>
          <a:custGeom>
            <a:avLst/>
            <a:gdLst/>
            <a:ahLst/>
            <a:cxnLst/>
            <a:rect l="l" t="t" r="r" b="b"/>
            <a:pathLst>
              <a:path w="2094227" h="1385810">
                <a:moveTo>
                  <a:pt x="0" y="135737"/>
                </a:moveTo>
                <a:cubicBezTo>
                  <a:pt x="116346" y="51709"/>
                  <a:pt x="400747" y="25855"/>
                  <a:pt x="633439" y="87906"/>
                </a:cubicBezTo>
                <a:cubicBezTo>
                  <a:pt x="827349" y="142201"/>
                  <a:pt x="969550" y="219765"/>
                  <a:pt x="1060041" y="297329"/>
                </a:cubicBezTo>
                <a:cubicBezTo>
                  <a:pt x="1163460" y="206837"/>
                  <a:pt x="1344442" y="90491"/>
                  <a:pt x="1564207" y="36197"/>
                </a:cubicBezTo>
                <a:cubicBezTo>
                  <a:pt x="1771044" y="0"/>
                  <a:pt x="1977881" y="19391"/>
                  <a:pt x="2094227" y="109882"/>
                </a:cubicBezTo>
                <a:lnTo>
                  <a:pt x="2091642" y="1135019"/>
                </a:lnTo>
                <a:cubicBezTo>
                  <a:pt x="1861535" y="1105287"/>
                  <a:pt x="1409079" y="1124678"/>
                  <a:pt x="1067797" y="1378053"/>
                </a:cubicBezTo>
                <a:quadBezTo>
                  <a:pt x="1060041" y="1385810"/>
                  <a:pt x="1052285" y="1378053"/>
                </a:quadBezTo>
                <a:cubicBezTo>
                  <a:pt x="711003" y="1124678"/>
                  <a:pt x="271474" y="1105287"/>
                  <a:pt x="38782" y="1147947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0000"/>
                </a:srgbClr>
              </a:gs>
              <a:gs pos="4764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83333" t="79291" r="16667" b="20709"/>
            </a:path>
          </a:gradFill>
          <a:ln>
            <a:noFill/>
          </a:ln>
        </p:spPr>
      </p:sp>
      <p:sp>
        <p:nvSpPr>
          <p:cNvPr id="75" name="!!path-2lu"/>
          <p:cNvSpPr/>
          <p:nvPr/>
        </p:nvSpPr>
        <p:spPr>
          <a:xfrm>
            <a:off x="6117976" y="2201219"/>
            <a:ext cx="1" cy="977306"/>
          </a:xfrm>
          <a:custGeom>
            <a:avLst/>
            <a:gdLst/>
            <a:ahLst/>
            <a:cxnLst/>
            <a:rect l="l" t="t" r="r" b="b"/>
            <a:pathLst>
              <a:path w="1" h="977306" fill="none">
                <a:moveTo>
                  <a:pt x="0" y="977306"/>
                </a:moveTo>
                <a:lnTo>
                  <a:pt x="0" y="0"/>
                </a:lnTo>
              </a:path>
            </a:pathLst>
          </a:custGeom>
          <a:noFill/>
          <a:ln w="43953" cap="rnd">
            <a:solidFill>
              <a:srgbClr val="C9D3D9"/>
            </a:solidFill>
            <a:prstDash val="solid"/>
            <a:round/>
          </a:ln>
        </p:spPr>
      </p:sp>
      <p:sp>
        <p:nvSpPr>
          <p:cNvPr id="76" name="!!path-2lx"/>
          <p:cNvSpPr/>
          <p:nvPr/>
        </p:nvSpPr>
        <p:spPr>
          <a:xfrm>
            <a:off x="6810881" y="2704092"/>
            <a:ext cx="161592" cy="241741"/>
          </a:xfrm>
          <a:custGeom>
            <a:avLst/>
            <a:gdLst/>
            <a:ahLst/>
            <a:cxnLst/>
            <a:rect l="l" t="t" r="r" b="b"/>
            <a:pathLst>
              <a:path w="161592" h="241741">
                <a:moveTo>
                  <a:pt x="0" y="16806"/>
                </a:moveTo>
                <a:lnTo>
                  <a:pt x="96955" y="0"/>
                </a:lnTo>
                <a:lnTo>
                  <a:pt x="161592" y="236570"/>
                </a:lnTo>
                <a:lnTo>
                  <a:pt x="47831" y="241741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 w="6464" cap="flat">
            <a:solidFill>
              <a:srgbClr val="FFFFFF">
                <a:alpha val="55000"/>
              </a:srgbClr>
            </a:solidFill>
            <a:prstDash val="solid"/>
            <a:round/>
          </a:ln>
        </p:spPr>
      </p:sp>
      <p:sp>
        <p:nvSpPr>
          <p:cNvPr id="77" name="!!text-2ma" descr="救「舊」我的書"/>
          <p:cNvSpPr txBox="1"/>
          <p:nvPr/>
        </p:nvSpPr>
        <p:spPr>
          <a:xfrm>
            <a:off x="3962400" y="3391408"/>
            <a:ext cx="4480560" cy="102981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5600" b="1" kern="0" spc="-280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救</a:t>
            </a:r>
            <a:r>
              <a:rPr lang="zh-TW" altLang="en-US" sz="56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「舊</a:t>
            </a:r>
            <a:r>
              <a:rPr lang="zh-TW" altLang="en-US" sz="5600" b="1" kern="0" spc="-280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」</a:t>
            </a:r>
            <a:r>
              <a:rPr lang="zh-TW" altLang="en-US" sz="56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我的書</a:t>
            </a:r>
            <a:endParaRPr lang="zh-TW" sz="5600"/>
          </a:p>
        </p:txBody>
      </p:sp>
      <p:sp>
        <p:nvSpPr>
          <p:cNvPr id="78" name="!!text-2nh" descr="結合智慧書櫃的二手書交易平台"/>
          <p:cNvSpPr txBox="1"/>
          <p:nvPr/>
        </p:nvSpPr>
        <p:spPr>
          <a:xfrm>
            <a:off x="4436364" y="4510888"/>
            <a:ext cx="3387852" cy="33101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800" kern="0" spc="72" dirty="0">
                <a:solidFill>
                  <a:srgbClr val="5B6770"/>
                </a:solidFill>
                <a:latin typeface="Noto Sans TC Medium"/>
                <a:ea typeface="Noto Sans TC Medium"/>
                <a:cs typeface="Noto Sans TC Medium"/>
              </a:rPr>
              <a:t>結合智慧書櫃的二手書交易平</a:t>
            </a:r>
            <a:r>
              <a:rPr lang="zh-TW" altLang="en-US" sz="1800" kern="0" dirty="0">
                <a:solidFill>
                  <a:srgbClr val="5B6770"/>
                </a:solidFill>
                <a:latin typeface="Noto Sans TC Medium"/>
                <a:ea typeface="Noto Sans TC Medium"/>
                <a:cs typeface="Noto Sans TC Medium"/>
              </a:rPr>
              <a:t>台</a:t>
            </a:r>
            <a:endParaRPr lang="zh-TW" sz="1800"/>
          </a:p>
        </p:txBody>
      </p:sp>
      <p:sp>
        <p:nvSpPr>
          <p:cNvPr id="79" name="!!rect-2o2"/>
          <p:cNvSpPr/>
          <p:nvPr/>
        </p:nvSpPr>
        <p:spPr>
          <a:xfrm>
            <a:off x="4644247" y="5165344"/>
            <a:ext cx="958196" cy="411725"/>
          </a:xfrm>
          <a:prstGeom prst="roundRect">
            <a:avLst>
              <a:gd name="adj" fmla="val 50000"/>
            </a:avLst>
          </a:prstGeom>
          <a:solidFill>
            <a:srgbClr val="0B1A26">
              <a:alpha val="9718"/>
            </a:srgbClr>
          </a:solidFill>
          <a:ln>
            <a:noFill/>
          </a:ln>
          <a:effectLst>
            <a:softEdge rad="96069"/>
          </a:effectLst>
        </p:spPr>
      </p:sp>
      <p:sp>
        <p:nvSpPr>
          <p:cNvPr id="80" name="!!rect-2o3"/>
          <p:cNvSpPr/>
          <p:nvPr/>
        </p:nvSpPr>
        <p:spPr>
          <a:xfrm>
            <a:off x="4669200" y="5159105"/>
            <a:ext cx="908290" cy="324389"/>
          </a:xfrm>
          <a:prstGeom prst="roundRect">
            <a:avLst>
              <a:gd name="adj" fmla="val 50000"/>
            </a:avLst>
          </a:prstGeom>
          <a:solidFill>
            <a:srgbClr val="FFFFFF">
              <a:alpha val="97178"/>
            </a:srgbClr>
          </a:solidFill>
          <a:ln w="7486" cap="flat">
            <a:solidFill>
              <a:srgbClr val="E3E7EA">
                <a:alpha val="97178"/>
              </a:srgbClr>
            </a:solidFill>
            <a:prstDash val="solid"/>
            <a:miter lim="800000"/>
          </a:ln>
        </p:spPr>
      </p:sp>
      <p:sp>
        <p:nvSpPr>
          <p:cNvPr id="81" name="!!text-2o4" descr="掃碼存取"/>
          <p:cNvSpPr txBox="1"/>
          <p:nvPr/>
        </p:nvSpPr>
        <p:spPr>
          <a:xfrm>
            <a:off x="4798956" y="5191544"/>
            <a:ext cx="697437" cy="23485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77" b="1" kern="0" dirty="0">
                <a:solidFill>
                  <a:srgbClr val="151E27">
                    <a:alpha val="97178"/>
                  </a:srgbClr>
                </a:solidFill>
                <a:latin typeface="Noto Sans TC"/>
                <a:ea typeface="Noto Sans TC"/>
                <a:cs typeface="Noto Sans TC"/>
              </a:rPr>
              <a:t>掃碼存取</a:t>
            </a:r>
            <a:endParaRPr lang="zh-TW" sz="1277"/>
          </a:p>
        </p:txBody>
      </p:sp>
      <p:sp>
        <p:nvSpPr>
          <p:cNvPr id="82" name="!!rect-2of"/>
          <p:cNvSpPr/>
          <p:nvPr/>
        </p:nvSpPr>
        <p:spPr>
          <a:xfrm>
            <a:off x="5713208" y="5175142"/>
            <a:ext cx="897994" cy="385857"/>
          </a:xfrm>
          <a:prstGeom prst="roundRect">
            <a:avLst>
              <a:gd name="adj" fmla="val 50000"/>
            </a:avLst>
          </a:prstGeom>
          <a:solidFill>
            <a:srgbClr val="0B1A26">
              <a:alpha val="6860"/>
            </a:srgbClr>
          </a:solidFill>
          <a:ln>
            <a:noFill/>
          </a:ln>
          <a:effectLst>
            <a:softEdge rad="90033"/>
          </a:effectLst>
        </p:spPr>
      </p:sp>
      <p:sp>
        <p:nvSpPr>
          <p:cNvPr id="83" name="!!rect-2og"/>
          <p:cNvSpPr/>
          <p:nvPr/>
        </p:nvSpPr>
        <p:spPr>
          <a:xfrm>
            <a:off x="5736593" y="5169296"/>
            <a:ext cx="851223" cy="304008"/>
          </a:xfrm>
          <a:prstGeom prst="roundRect">
            <a:avLst>
              <a:gd name="adj" fmla="val 50000"/>
            </a:avLst>
          </a:prstGeom>
          <a:solidFill>
            <a:srgbClr val="FFFFFF">
              <a:alpha val="68603"/>
            </a:srgbClr>
          </a:solidFill>
          <a:ln w="7016" cap="flat">
            <a:solidFill>
              <a:srgbClr val="E3E7EA">
                <a:alpha val="68603"/>
              </a:srgbClr>
            </a:solidFill>
            <a:prstDash val="solid"/>
            <a:miter lim="800000"/>
          </a:ln>
        </p:spPr>
      </p:sp>
      <p:sp>
        <p:nvSpPr>
          <p:cNvPr id="84" name="!!text-2oh" descr="款項暫管"/>
          <p:cNvSpPr txBox="1"/>
          <p:nvPr/>
        </p:nvSpPr>
        <p:spPr>
          <a:xfrm>
            <a:off x="5858197" y="5199697"/>
            <a:ext cx="653618" cy="22010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97" b="1" kern="0" dirty="0">
                <a:solidFill>
                  <a:srgbClr val="151E27">
                    <a:alpha val="68603"/>
                  </a:srgbClr>
                </a:solidFill>
                <a:latin typeface="Noto Sans TC"/>
                <a:ea typeface="Noto Sans TC"/>
                <a:cs typeface="Noto Sans TC"/>
              </a:rPr>
              <a:t>款項暫管</a:t>
            </a:r>
            <a:endParaRPr lang="zh-TW" sz="1197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fast" p14:dur="2000" advTm="0">
        <p159:morph option="byObject"/>
      </p:transition>
    </mc:Choice>
    <mc:Fallback>
      <p:transition spd="fast" advTm="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17.6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rect-1q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7"/>
          </a:solidFill>
          <a:ln>
            <a:noFill/>
          </a:ln>
        </p:spPr>
      </p:sp>
      <p:sp>
        <p:nvSpPr>
          <p:cNvPr id="3" name="!!ellipse-1q2"/>
          <p:cNvSpPr/>
          <p:nvPr/>
        </p:nvSpPr>
        <p:spPr>
          <a:xfrm>
            <a:off x="-889000" y="-952500"/>
            <a:ext cx="13970000" cy="7874000"/>
          </a:xfrm>
          <a:prstGeom prst="ellipse">
            <a:avLst/>
          </a:prstGeom>
          <a:gradFill rotWithShape="1">
            <a:gsLst>
              <a:gs pos="0">
                <a:srgbClr val="FFFFFF">
                  <a:alpha val="95000"/>
                </a:srgbClr>
              </a:gs>
              <a:gs pos="40865">
                <a:srgbClr val="FFFFFF">
                  <a:alpha val="35000"/>
                </a:srgbClr>
              </a:gs>
              <a:gs pos="68108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!!rect-1q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P1"/>
            <a:srcRect/>
            <a:tile tx="94647" ty="125990" sx="16667" sy="16667" flip="none" algn="tl"/>
          </a:blipFill>
          <a:ln>
            <a:noFill/>
          </a:ln>
        </p:spPr>
      </p:sp>
      <p:sp>
        <p:nvSpPr>
          <p:cNvPr id="5" name="!!circle-1qb"/>
          <p:cNvSpPr/>
          <p:nvPr/>
        </p:nvSpPr>
        <p:spPr>
          <a:xfrm>
            <a:off x="276860" y="3985469"/>
            <a:ext cx="2046732" cy="2046732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" name="!!circle-1qg"/>
          <p:cNvSpPr/>
          <p:nvPr/>
        </p:nvSpPr>
        <p:spPr>
          <a:xfrm>
            <a:off x="3139180" y="5790775"/>
            <a:ext cx="1987309" cy="1987309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7" name="!!circle-1rf"/>
          <p:cNvSpPr/>
          <p:nvPr/>
        </p:nvSpPr>
        <p:spPr>
          <a:xfrm>
            <a:off x="1208316" y="4826273"/>
            <a:ext cx="1614653" cy="1614653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8" name="!!circle-1ro"/>
          <p:cNvSpPr/>
          <p:nvPr/>
        </p:nvSpPr>
        <p:spPr>
          <a:xfrm>
            <a:off x="5756072" y="5937206"/>
            <a:ext cx="1641335" cy="1641335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9" name="!!circle-1rq"/>
          <p:cNvSpPr/>
          <p:nvPr/>
        </p:nvSpPr>
        <p:spPr>
          <a:xfrm>
            <a:off x="-543141" y="2495169"/>
            <a:ext cx="1404252" cy="1404252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0" name="!!circle-1sg"/>
          <p:cNvSpPr/>
          <p:nvPr/>
        </p:nvSpPr>
        <p:spPr>
          <a:xfrm>
            <a:off x="-522878" y="1835233"/>
            <a:ext cx="1615783" cy="1615783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1" name="!!rect-1sh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5F7">
                  <a:alpha val="0"/>
                </a:srgbClr>
              </a:gs>
              <a:gs pos="20428">
                <a:srgbClr val="F3F5F7">
                  <a:alpha val="0"/>
                </a:srgbClr>
              </a:gs>
              <a:gs pos="66730">
                <a:srgbClr val="F3F5F7"/>
              </a:gs>
              <a:gs pos="100000">
                <a:srgbClr val="F3F5F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2" name="!!circle-1sj"/>
          <p:cNvSpPr/>
          <p:nvPr/>
        </p:nvSpPr>
        <p:spPr>
          <a:xfrm>
            <a:off x="116828" y="384386"/>
            <a:ext cx="50038" cy="50038"/>
          </a:xfrm>
          <a:prstGeom prst="ellipse">
            <a:avLst/>
          </a:prstGeom>
          <a:solidFill>
            <a:srgbClr val="627D8D">
              <a:alpha val="25400"/>
            </a:srgbClr>
          </a:solidFill>
          <a:ln>
            <a:noFill/>
          </a:ln>
        </p:spPr>
      </p:sp>
      <p:sp>
        <p:nvSpPr>
          <p:cNvPr id="13" name="!!circle-1sm"/>
          <p:cNvSpPr/>
          <p:nvPr/>
        </p:nvSpPr>
        <p:spPr>
          <a:xfrm>
            <a:off x="5663162" y="1616655"/>
            <a:ext cx="36055" cy="36055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14" name="!!circle-1sp"/>
          <p:cNvSpPr/>
          <p:nvPr/>
        </p:nvSpPr>
        <p:spPr>
          <a:xfrm>
            <a:off x="9303954" y="3531693"/>
            <a:ext cx="24295" cy="24295"/>
          </a:xfrm>
          <a:prstGeom prst="ellipse">
            <a:avLst/>
          </a:prstGeom>
          <a:solidFill>
            <a:srgbClr val="627D8D">
              <a:alpha val="18100"/>
            </a:srgbClr>
          </a:solidFill>
          <a:ln>
            <a:noFill/>
          </a:ln>
        </p:spPr>
      </p:sp>
      <p:sp>
        <p:nvSpPr>
          <p:cNvPr id="15" name="!!circle-1ss"/>
          <p:cNvSpPr/>
          <p:nvPr/>
        </p:nvSpPr>
        <p:spPr>
          <a:xfrm>
            <a:off x="3596646" y="6684269"/>
            <a:ext cx="25959" cy="25959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16" name="!!circle-1sv"/>
          <p:cNvSpPr/>
          <p:nvPr/>
        </p:nvSpPr>
        <p:spPr>
          <a:xfrm>
            <a:off x="1871229" y="1970005"/>
            <a:ext cx="35878" cy="35878"/>
          </a:xfrm>
          <a:prstGeom prst="ellipse">
            <a:avLst/>
          </a:prstGeom>
          <a:solidFill>
            <a:srgbClr val="627D8D">
              <a:alpha val="26800"/>
            </a:srgbClr>
          </a:solidFill>
          <a:ln>
            <a:noFill/>
          </a:ln>
        </p:spPr>
      </p:sp>
      <p:sp>
        <p:nvSpPr>
          <p:cNvPr id="17" name="!!circle-1sy"/>
          <p:cNvSpPr/>
          <p:nvPr/>
        </p:nvSpPr>
        <p:spPr>
          <a:xfrm>
            <a:off x="6734547" y="4225615"/>
            <a:ext cx="40234" cy="40234"/>
          </a:xfrm>
          <a:prstGeom prst="ellipse">
            <a:avLst/>
          </a:prstGeom>
          <a:solidFill>
            <a:srgbClr val="627D8D">
              <a:alpha val="31300"/>
            </a:srgbClr>
          </a:solidFill>
          <a:ln>
            <a:noFill/>
          </a:ln>
        </p:spPr>
      </p:sp>
      <p:sp>
        <p:nvSpPr>
          <p:cNvPr id="18" name="!!circle-1t1"/>
          <p:cNvSpPr/>
          <p:nvPr/>
        </p:nvSpPr>
        <p:spPr>
          <a:xfrm>
            <a:off x="10074317" y="248633"/>
            <a:ext cx="23559" cy="23559"/>
          </a:xfrm>
          <a:prstGeom prst="ellipse">
            <a:avLst/>
          </a:prstGeom>
          <a:solidFill>
            <a:srgbClr val="627D8D">
              <a:alpha val="17900"/>
            </a:srgbClr>
          </a:solidFill>
          <a:ln>
            <a:noFill/>
          </a:ln>
        </p:spPr>
      </p:sp>
      <p:sp>
        <p:nvSpPr>
          <p:cNvPr id="19" name="!!circle-1t4"/>
          <p:cNvSpPr/>
          <p:nvPr/>
        </p:nvSpPr>
        <p:spPr>
          <a:xfrm>
            <a:off x="1063259" y="5237525"/>
            <a:ext cx="29959" cy="29959"/>
          </a:xfrm>
          <a:prstGeom prst="ellipse">
            <a:avLst/>
          </a:prstGeom>
          <a:solidFill>
            <a:srgbClr val="627D8D">
              <a:alpha val="19400"/>
            </a:srgbClr>
          </a:solidFill>
          <a:ln>
            <a:noFill/>
          </a:ln>
        </p:spPr>
      </p:sp>
      <p:sp>
        <p:nvSpPr>
          <p:cNvPr id="20" name="!!circle-1t7"/>
          <p:cNvSpPr/>
          <p:nvPr/>
        </p:nvSpPr>
        <p:spPr>
          <a:xfrm>
            <a:off x="8556729" y="4697428"/>
            <a:ext cx="28702" cy="28702"/>
          </a:xfrm>
          <a:prstGeom prst="ellipse">
            <a:avLst/>
          </a:prstGeom>
          <a:solidFill>
            <a:srgbClr val="627D8D">
              <a:alpha val="17800"/>
            </a:srgbClr>
          </a:solidFill>
          <a:ln>
            <a:noFill/>
          </a:ln>
        </p:spPr>
      </p:sp>
      <p:sp>
        <p:nvSpPr>
          <p:cNvPr id="21" name="!!circle-1ta"/>
          <p:cNvSpPr/>
          <p:nvPr/>
        </p:nvSpPr>
        <p:spPr>
          <a:xfrm>
            <a:off x="11115549" y="2187015"/>
            <a:ext cx="24066" cy="24066"/>
          </a:xfrm>
          <a:prstGeom prst="ellipse">
            <a:avLst/>
          </a:prstGeom>
          <a:solidFill>
            <a:srgbClr val="627D8D">
              <a:alpha val="23900"/>
            </a:srgbClr>
          </a:solidFill>
          <a:ln>
            <a:noFill/>
          </a:ln>
        </p:spPr>
      </p:sp>
      <p:sp>
        <p:nvSpPr>
          <p:cNvPr id="22" name="!!circle-1td"/>
          <p:cNvSpPr/>
          <p:nvPr/>
        </p:nvSpPr>
        <p:spPr>
          <a:xfrm>
            <a:off x="8328296" y="6282906"/>
            <a:ext cx="35865" cy="35865"/>
          </a:xfrm>
          <a:prstGeom prst="ellipse">
            <a:avLst/>
          </a:prstGeom>
          <a:solidFill>
            <a:srgbClr val="627D8D">
              <a:alpha val="28200"/>
            </a:srgbClr>
          </a:solidFill>
          <a:ln>
            <a:noFill/>
          </a:ln>
        </p:spPr>
      </p:sp>
      <p:sp>
        <p:nvSpPr>
          <p:cNvPr id="23" name="!!circle-1tg"/>
          <p:cNvSpPr/>
          <p:nvPr/>
        </p:nvSpPr>
        <p:spPr>
          <a:xfrm>
            <a:off x="1410422" y="3591173"/>
            <a:ext cx="39218" cy="39218"/>
          </a:xfrm>
          <a:prstGeom prst="ellipse">
            <a:avLst/>
          </a:prstGeom>
          <a:solidFill>
            <a:srgbClr val="627D8D">
              <a:alpha val="29600"/>
            </a:srgbClr>
          </a:solidFill>
          <a:ln>
            <a:noFill/>
          </a:ln>
        </p:spPr>
      </p:sp>
      <p:sp>
        <p:nvSpPr>
          <p:cNvPr id="24" name="!!circle-1tj"/>
          <p:cNvSpPr/>
          <p:nvPr/>
        </p:nvSpPr>
        <p:spPr>
          <a:xfrm>
            <a:off x="7215556" y="6564463"/>
            <a:ext cx="49733" cy="49733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5" name="!!circle-1tm"/>
          <p:cNvSpPr/>
          <p:nvPr/>
        </p:nvSpPr>
        <p:spPr>
          <a:xfrm>
            <a:off x="6275446" y="2209215"/>
            <a:ext cx="41694" cy="41694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6" name="!!circle-1tp"/>
          <p:cNvSpPr/>
          <p:nvPr/>
        </p:nvSpPr>
        <p:spPr>
          <a:xfrm>
            <a:off x="6782167" y="5609794"/>
            <a:ext cx="31979" cy="31979"/>
          </a:xfrm>
          <a:prstGeom prst="ellipse">
            <a:avLst/>
          </a:prstGeom>
          <a:solidFill>
            <a:srgbClr val="627D8D">
              <a:alpha val="24100"/>
            </a:srgbClr>
          </a:solidFill>
          <a:ln>
            <a:noFill/>
          </a:ln>
        </p:spPr>
      </p:sp>
      <p:sp>
        <p:nvSpPr>
          <p:cNvPr id="27" name="!!circle-1ts"/>
          <p:cNvSpPr/>
          <p:nvPr/>
        </p:nvSpPr>
        <p:spPr>
          <a:xfrm>
            <a:off x="3802565" y="1592014"/>
            <a:ext cx="18085" cy="18085"/>
          </a:xfrm>
          <a:prstGeom prst="ellipse">
            <a:avLst/>
          </a:prstGeom>
          <a:solidFill>
            <a:srgbClr val="627D8D">
              <a:alpha val="10500"/>
            </a:srgbClr>
          </a:solidFill>
          <a:ln>
            <a:noFill/>
          </a:ln>
        </p:spPr>
      </p:sp>
      <p:sp>
        <p:nvSpPr>
          <p:cNvPr id="28" name="!!circle-1tv"/>
          <p:cNvSpPr/>
          <p:nvPr/>
        </p:nvSpPr>
        <p:spPr>
          <a:xfrm>
            <a:off x="7673675" y="60605"/>
            <a:ext cx="38214" cy="38214"/>
          </a:xfrm>
          <a:prstGeom prst="ellipse">
            <a:avLst/>
          </a:prstGeom>
          <a:solidFill>
            <a:srgbClr val="627D8D">
              <a:alpha val="23100"/>
            </a:srgbClr>
          </a:solidFill>
          <a:ln>
            <a:noFill/>
          </a:ln>
        </p:spPr>
      </p:sp>
      <p:sp>
        <p:nvSpPr>
          <p:cNvPr id="29" name="!!circle-1ty"/>
          <p:cNvSpPr/>
          <p:nvPr/>
        </p:nvSpPr>
        <p:spPr>
          <a:xfrm>
            <a:off x="3372717" y="6726880"/>
            <a:ext cx="39243" cy="39243"/>
          </a:xfrm>
          <a:prstGeom prst="ellipse">
            <a:avLst/>
          </a:prstGeom>
          <a:solidFill>
            <a:srgbClr val="627D8D">
              <a:alpha val="27700"/>
            </a:srgbClr>
          </a:solidFill>
          <a:ln>
            <a:noFill/>
          </a:ln>
        </p:spPr>
      </p:sp>
      <p:sp>
        <p:nvSpPr>
          <p:cNvPr id="30" name="!!circle-1u1"/>
          <p:cNvSpPr/>
          <p:nvPr/>
        </p:nvSpPr>
        <p:spPr>
          <a:xfrm>
            <a:off x="1677268" y="6791993"/>
            <a:ext cx="34519" cy="34519"/>
          </a:xfrm>
          <a:prstGeom prst="ellipse">
            <a:avLst/>
          </a:prstGeom>
          <a:solidFill>
            <a:srgbClr val="627D8D">
              <a:alpha val="22500"/>
            </a:srgbClr>
          </a:solidFill>
          <a:ln>
            <a:noFill/>
          </a:ln>
        </p:spPr>
      </p:sp>
      <p:sp>
        <p:nvSpPr>
          <p:cNvPr id="31" name="!!circle-1u4"/>
          <p:cNvSpPr/>
          <p:nvPr/>
        </p:nvSpPr>
        <p:spPr>
          <a:xfrm>
            <a:off x="2549812" y="5538171"/>
            <a:ext cx="46228" cy="46228"/>
          </a:xfrm>
          <a:prstGeom prst="ellipse">
            <a:avLst/>
          </a:prstGeom>
          <a:solidFill>
            <a:srgbClr val="627D8D">
              <a:alpha val="26200"/>
            </a:srgbClr>
          </a:solidFill>
          <a:ln>
            <a:noFill/>
          </a:ln>
        </p:spPr>
      </p:sp>
      <p:sp>
        <p:nvSpPr>
          <p:cNvPr id="32" name="!!circle-1u7"/>
          <p:cNvSpPr/>
          <p:nvPr/>
        </p:nvSpPr>
        <p:spPr>
          <a:xfrm>
            <a:off x="7404805" y="5015735"/>
            <a:ext cx="49327" cy="49327"/>
          </a:xfrm>
          <a:prstGeom prst="ellipse">
            <a:avLst/>
          </a:prstGeom>
          <a:solidFill>
            <a:srgbClr val="627D8D">
              <a:alpha val="20800"/>
            </a:srgbClr>
          </a:solidFill>
          <a:ln>
            <a:noFill/>
          </a:ln>
        </p:spPr>
      </p:sp>
      <p:sp>
        <p:nvSpPr>
          <p:cNvPr id="33" name="!!circle-1ua"/>
          <p:cNvSpPr/>
          <p:nvPr/>
        </p:nvSpPr>
        <p:spPr>
          <a:xfrm>
            <a:off x="9689158" y="5829441"/>
            <a:ext cx="24054" cy="24054"/>
          </a:xfrm>
          <a:prstGeom prst="ellipse">
            <a:avLst/>
          </a:prstGeom>
          <a:solidFill>
            <a:srgbClr val="627D8D">
              <a:alpha val="22200"/>
            </a:srgbClr>
          </a:solidFill>
          <a:ln>
            <a:noFill/>
          </a:ln>
        </p:spPr>
      </p:sp>
      <p:sp>
        <p:nvSpPr>
          <p:cNvPr id="34" name="!!circle-1ud"/>
          <p:cNvSpPr/>
          <p:nvPr/>
        </p:nvSpPr>
        <p:spPr>
          <a:xfrm>
            <a:off x="2176427" y="1693556"/>
            <a:ext cx="32271" cy="32271"/>
          </a:xfrm>
          <a:prstGeom prst="ellipse">
            <a:avLst/>
          </a:prstGeom>
          <a:solidFill>
            <a:srgbClr val="627D8D">
              <a:alpha val="20500"/>
            </a:srgbClr>
          </a:solidFill>
          <a:ln>
            <a:noFill/>
          </a:ln>
        </p:spPr>
      </p:sp>
      <p:sp>
        <p:nvSpPr>
          <p:cNvPr id="35" name="!!circle-1ug"/>
          <p:cNvSpPr/>
          <p:nvPr/>
        </p:nvSpPr>
        <p:spPr>
          <a:xfrm>
            <a:off x="2096425" y="130780"/>
            <a:ext cx="21323" cy="21323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36" name="!!circle-1uj"/>
          <p:cNvSpPr/>
          <p:nvPr/>
        </p:nvSpPr>
        <p:spPr>
          <a:xfrm>
            <a:off x="2108556" y="2747892"/>
            <a:ext cx="34252" cy="34252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37" name="!!circle-1um"/>
          <p:cNvSpPr/>
          <p:nvPr/>
        </p:nvSpPr>
        <p:spPr>
          <a:xfrm>
            <a:off x="9627391" y="4831590"/>
            <a:ext cx="44196" cy="44196"/>
          </a:xfrm>
          <a:prstGeom prst="ellipse">
            <a:avLst/>
          </a:prstGeom>
          <a:solidFill>
            <a:srgbClr val="627D8D">
              <a:alpha val="21700"/>
            </a:srgbClr>
          </a:solidFill>
          <a:ln>
            <a:noFill/>
          </a:ln>
        </p:spPr>
      </p:sp>
      <p:sp>
        <p:nvSpPr>
          <p:cNvPr id="38" name="!!circle-1up"/>
          <p:cNvSpPr/>
          <p:nvPr/>
        </p:nvSpPr>
        <p:spPr>
          <a:xfrm>
            <a:off x="6839820" y="1981875"/>
            <a:ext cx="35192" cy="35192"/>
          </a:xfrm>
          <a:prstGeom prst="ellipse">
            <a:avLst/>
          </a:prstGeom>
          <a:solidFill>
            <a:srgbClr val="627D8D">
              <a:alpha val="27100"/>
            </a:srgbClr>
          </a:solidFill>
          <a:ln>
            <a:noFill/>
          </a:ln>
        </p:spPr>
      </p:sp>
      <p:sp>
        <p:nvSpPr>
          <p:cNvPr id="39" name="!!circle-1us"/>
          <p:cNvSpPr/>
          <p:nvPr/>
        </p:nvSpPr>
        <p:spPr>
          <a:xfrm>
            <a:off x="10062999" y="5639932"/>
            <a:ext cx="43358" cy="43358"/>
          </a:xfrm>
          <a:prstGeom prst="ellipse">
            <a:avLst/>
          </a:prstGeom>
          <a:solidFill>
            <a:srgbClr val="627D8D">
              <a:alpha val="19500"/>
            </a:srgbClr>
          </a:solidFill>
          <a:ln>
            <a:noFill/>
          </a:ln>
        </p:spPr>
      </p:sp>
      <p:sp>
        <p:nvSpPr>
          <p:cNvPr id="40" name="!!circle-1uv"/>
          <p:cNvSpPr/>
          <p:nvPr/>
        </p:nvSpPr>
        <p:spPr>
          <a:xfrm>
            <a:off x="3051783" y="2448412"/>
            <a:ext cx="33528" cy="33528"/>
          </a:xfrm>
          <a:prstGeom prst="ellipse">
            <a:avLst/>
          </a:prstGeom>
          <a:solidFill>
            <a:srgbClr val="627D8D">
              <a:alpha val="28300"/>
            </a:srgbClr>
          </a:solidFill>
          <a:ln>
            <a:noFill/>
          </a:ln>
        </p:spPr>
      </p:sp>
      <p:sp>
        <p:nvSpPr>
          <p:cNvPr id="41" name="!!circle-1uy"/>
          <p:cNvSpPr/>
          <p:nvPr/>
        </p:nvSpPr>
        <p:spPr>
          <a:xfrm>
            <a:off x="6710227" y="2966403"/>
            <a:ext cx="28956" cy="28956"/>
          </a:xfrm>
          <a:prstGeom prst="ellipse">
            <a:avLst/>
          </a:prstGeom>
          <a:solidFill>
            <a:srgbClr val="627D8D">
              <a:alpha val="21800"/>
            </a:srgbClr>
          </a:solidFill>
          <a:ln>
            <a:noFill/>
          </a:ln>
        </p:spPr>
      </p:sp>
      <p:sp>
        <p:nvSpPr>
          <p:cNvPr id="42" name="!!circle-1v1"/>
          <p:cNvSpPr/>
          <p:nvPr/>
        </p:nvSpPr>
        <p:spPr>
          <a:xfrm>
            <a:off x="6955996" y="6725514"/>
            <a:ext cx="45555" cy="45555"/>
          </a:xfrm>
          <a:prstGeom prst="ellipse">
            <a:avLst/>
          </a:prstGeom>
          <a:solidFill>
            <a:srgbClr val="627D8D">
              <a:alpha val="20900"/>
            </a:srgbClr>
          </a:solidFill>
          <a:ln>
            <a:noFill/>
          </a:ln>
        </p:spPr>
      </p:sp>
      <p:sp>
        <p:nvSpPr>
          <p:cNvPr id="43" name="!!circle-1v4"/>
          <p:cNvSpPr/>
          <p:nvPr/>
        </p:nvSpPr>
        <p:spPr>
          <a:xfrm>
            <a:off x="11330820" y="3738025"/>
            <a:ext cx="39484" cy="39484"/>
          </a:xfrm>
          <a:prstGeom prst="ellipse">
            <a:avLst/>
          </a:prstGeom>
          <a:solidFill>
            <a:srgbClr val="627D8D">
              <a:alpha val="13600"/>
            </a:srgbClr>
          </a:solidFill>
          <a:ln>
            <a:noFill/>
          </a:ln>
        </p:spPr>
      </p:sp>
      <p:sp>
        <p:nvSpPr>
          <p:cNvPr id="44" name="!!circle-1v7"/>
          <p:cNvSpPr/>
          <p:nvPr/>
        </p:nvSpPr>
        <p:spPr>
          <a:xfrm>
            <a:off x="7420051" y="5847729"/>
            <a:ext cx="30455" cy="30455"/>
          </a:xfrm>
          <a:prstGeom prst="ellipse">
            <a:avLst/>
          </a:prstGeom>
          <a:solidFill>
            <a:srgbClr val="627D8D">
              <a:alpha val="16500"/>
            </a:srgbClr>
          </a:solidFill>
          <a:ln>
            <a:noFill/>
          </a:ln>
        </p:spPr>
      </p:sp>
      <p:sp>
        <p:nvSpPr>
          <p:cNvPr id="45" name="!!circle-1va"/>
          <p:cNvSpPr/>
          <p:nvPr/>
        </p:nvSpPr>
        <p:spPr>
          <a:xfrm>
            <a:off x="8913976" y="6594032"/>
            <a:ext cx="28257" cy="28257"/>
          </a:xfrm>
          <a:prstGeom prst="ellipse">
            <a:avLst/>
          </a:prstGeom>
          <a:solidFill>
            <a:srgbClr val="627D8D">
              <a:alpha val="15700"/>
            </a:srgbClr>
          </a:solidFill>
          <a:ln>
            <a:noFill/>
          </a:ln>
        </p:spPr>
      </p:sp>
      <p:sp>
        <p:nvSpPr>
          <p:cNvPr id="46" name="!!circle-1vd"/>
          <p:cNvSpPr/>
          <p:nvPr/>
        </p:nvSpPr>
        <p:spPr>
          <a:xfrm>
            <a:off x="11273827" y="5345225"/>
            <a:ext cx="45149" cy="45149"/>
          </a:xfrm>
          <a:prstGeom prst="ellipse">
            <a:avLst/>
          </a:prstGeom>
          <a:solidFill>
            <a:srgbClr val="627D8D">
              <a:alpha val="31200"/>
            </a:srgbClr>
          </a:solidFill>
          <a:ln>
            <a:noFill/>
          </a:ln>
        </p:spPr>
      </p:sp>
      <p:sp>
        <p:nvSpPr>
          <p:cNvPr id="47" name="!!circle-1vg"/>
          <p:cNvSpPr/>
          <p:nvPr/>
        </p:nvSpPr>
        <p:spPr>
          <a:xfrm>
            <a:off x="3431138" y="3657381"/>
            <a:ext cx="30696" cy="30696"/>
          </a:xfrm>
          <a:prstGeom prst="ellipse">
            <a:avLst/>
          </a:prstGeom>
          <a:solidFill>
            <a:srgbClr val="627D8D">
              <a:alpha val="25700"/>
            </a:srgbClr>
          </a:solidFill>
          <a:ln>
            <a:noFill/>
          </a:ln>
        </p:spPr>
      </p:sp>
      <p:sp>
        <p:nvSpPr>
          <p:cNvPr id="48" name="!!circle-1vj"/>
          <p:cNvSpPr/>
          <p:nvPr/>
        </p:nvSpPr>
        <p:spPr>
          <a:xfrm>
            <a:off x="8826729" y="4222435"/>
            <a:ext cx="37401" cy="37401"/>
          </a:xfrm>
          <a:prstGeom prst="ellipse">
            <a:avLst/>
          </a:prstGeom>
          <a:solidFill>
            <a:srgbClr val="627D8D">
              <a:alpha val="16000"/>
            </a:srgbClr>
          </a:solidFill>
          <a:ln>
            <a:noFill/>
          </a:ln>
        </p:spPr>
      </p:sp>
      <p:sp>
        <p:nvSpPr>
          <p:cNvPr id="49" name="!!circle-1vm"/>
          <p:cNvSpPr/>
          <p:nvPr/>
        </p:nvSpPr>
        <p:spPr>
          <a:xfrm>
            <a:off x="1691680" y="4922577"/>
            <a:ext cx="33096" cy="33096"/>
          </a:xfrm>
          <a:prstGeom prst="ellipse">
            <a:avLst/>
          </a:prstGeom>
          <a:solidFill>
            <a:srgbClr val="627D8D">
              <a:alpha val="22300"/>
            </a:srgbClr>
          </a:solidFill>
          <a:ln>
            <a:noFill/>
          </a:ln>
        </p:spPr>
      </p:sp>
      <p:sp>
        <p:nvSpPr>
          <p:cNvPr id="50" name="!!circle-1vp"/>
          <p:cNvSpPr/>
          <p:nvPr/>
        </p:nvSpPr>
        <p:spPr>
          <a:xfrm>
            <a:off x="11607837" y="1025178"/>
            <a:ext cx="21145" cy="21145"/>
          </a:xfrm>
          <a:prstGeom prst="ellipse">
            <a:avLst/>
          </a:prstGeom>
          <a:solidFill>
            <a:srgbClr val="627D8D">
              <a:alpha val="16300"/>
            </a:srgbClr>
          </a:solidFill>
          <a:ln>
            <a:noFill/>
          </a:ln>
        </p:spPr>
      </p:sp>
      <p:sp>
        <p:nvSpPr>
          <p:cNvPr id="51" name="!!circle-1vs"/>
          <p:cNvSpPr/>
          <p:nvPr/>
        </p:nvSpPr>
        <p:spPr>
          <a:xfrm>
            <a:off x="11077716" y="5850380"/>
            <a:ext cx="35281" cy="35281"/>
          </a:xfrm>
          <a:prstGeom prst="ellipse">
            <a:avLst/>
          </a:prstGeom>
          <a:solidFill>
            <a:srgbClr val="627D8D">
              <a:alpha val="30000"/>
            </a:srgbClr>
          </a:solidFill>
          <a:ln>
            <a:noFill/>
          </a:ln>
        </p:spPr>
      </p:sp>
      <p:sp>
        <p:nvSpPr>
          <p:cNvPr id="52" name="!!ellipse-2j8"/>
          <p:cNvSpPr/>
          <p:nvPr/>
        </p:nvSpPr>
        <p:spPr>
          <a:xfrm>
            <a:off x="2794000" y="317500"/>
            <a:ext cx="6604000" cy="5334000"/>
          </a:xfrm>
          <a:prstGeom prst="ellipse">
            <a:avLst/>
          </a:prstGeom>
          <a:gradFill rotWithShape="1">
            <a:gsLst>
              <a:gs pos="0">
                <a:srgbClr val="627D8D">
                  <a:alpha val="12100"/>
                </a:srgbClr>
              </a:gs>
              <a:gs pos="35157">
                <a:srgbClr val="627D8D">
                  <a:alpha val="4400"/>
                </a:srgbClr>
              </a:gs>
              <a:gs pos="70314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3" name="!!path-2jp"/>
          <p:cNvSpPr/>
          <p:nvPr/>
        </p:nvSpPr>
        <p:spPr>
          <a:xfrm>
            <a:off x="5040962" y="1829828"/>
            <a:ext cx="2110076" cy="1396297"/>
          </a:xfrm>
          <a:custGeom>
            <a:avLst/>
            <a:gdLst/>
            <a:ahLst/>
            <a:cxnLst/>
            <a:rect l="l" t="t" r="r" b="b"/>
            <a:pathLst>
              <a:path w="2110076" h="1396297">
                <a:moveTo>
                  <a:pt x="0" y="136764"/>
                </a:moveTo>
                <a:cubicBezTo>
                  <a:pt x="117226" y="52101"/>
                  <a:pt x="403780" y="26050"/>
                  <a:pt x="638233" y="88571"/>
                </a:cubicBezTo>
                <a:cubicBezTo>
                  <a:pt x="833610" y="143277"/>
                  <a:pt x="976887" y="221428"/>
                  <a:pt x="1068063" y="299579"/>
                </a:cubicBezTo>
                <a:cubicBezTo>
                  <a:pt x="1172265" y="208403"/>
                  <a:pt x="1354617" y="91176"/>
                  <a:pt x="1576045" y="36470"/>
                </a:cubicBezTo>
                <a:cubicBezTo>
                  <a:pt x="1784447" y="0"/>
                  <a:pt x="1992850" y="19538"/>
                  <a:pt x="2110076" y="110714"/>
                </a:cubicBezTo>
                <a:lnTo>
                  <a:pt x="2107471" y="1143609"/>
                </a:lnTo>
                <a:cubicBezTo>
                  <a:pt x="1875623" y="1113651"/>
                  <a:pt x="1419743" y="1133189"/>
                  <a:pt x="1075878" y="1388482"/>
                </a:cubicBezTo>
                <a:quadBezTo>
                  <a:pt x="1068063" y="1396297"/>
                  <a:pt x="1060248" y="1388482"/>
                </a:quadBezTo>
                <a:cubicBezTo>
                  <a:pt x="716384" y="1133189"/>
                  <a:pt x="273528" y="1113651"/>
                  <a:pt x="39075" y="1156634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54" name="!!path-2jq"/>
          <p:cNvSpPr/>
          <p:nvPr/>
        </p:nvSpPr>
        <p:spPr>
          <a:xfrm>
            <a:off x="5040962" y="1840248"/>
            <a:ext cx="2110076" cy="1396297"/>
          </a:xfrm>
          <a:custGeom>
            <a:avLst/>
            <a:gdLst/>
            <a:ahLst/>
            <a:cxnLst/>
            <a:rect l="l" t="t" r="r" b="b"/>
            <a:pathLst>
              <a:path w="2110076" h="1396297">
                <a:moveTo>
                  <a:pt x="0" y="136764"/>
                </a:moveTo>
                <a:cubicBezTo>
                  <a:pt x="117226" y="52101"/>
                  <a:pt x="403780" y="26050"/>
                  <a:pt x="638233" y="88571"/>
                </a:cubicBezTo>
                <a:cubicBezTo>
                  <a:pt x="833610" y="143277"/>
                  <a:pt x="976887" y="221428"/>
                  <a:pt x="1068063" y="299579"/>
                </a:cubicBezTo>
                <a:cubicBezTo>
                  <a:pt x="1172265" y="208403"/>
                  <a:pt x="1354617" y="91176"/>
                  <a:pt x="1576045" y="36470"/>
                </a:cubicBezTo>
                <a:cubicBezTo>
                  <a:pt x="1784447" y="0"/>
                  <a:pt x="1992850" y="19538"/>
                  <a:pt x="2110076" y="110714"/>
                </a:cubicBezTo>
                <a:lnTo>
                  <a:pt x="2107471" y="1143609"/>
                </a:lnTo>
                <a:cubicBezTo>
                  <a:pt x="1875623" y="1113651"/>
                  <a:pt x="1419743" y="1133189"/>
                  <a:pt x="1075878" y="1388482"/>
                </a:cubicBezTo>
                <a:quadBezTo>
                  <a:pt x="1068063" y="1396297"/>
                  <a:pt x="1060248" y="1388482"/>
                </a:quadBezTo>
                <a:cubicBezTo>
                  <a:pt x="716384" y="1133189"/>
                  <a:pt x="273528" y="1113651"/>
                  <a:pt x="39075" y="1156634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55" name="!!path-2jr"/>
          <p:cNvSpPr/>
          <p:nvPr/>
        </p:nvSpPr>
        <p:spPr>
          <a:xfrm>
            <a:off x="5040962" y="1850668"/>
            <a:ext cx="2110076" cy="1396297"/>
          </a:xfrm>
          <a:custGeom>
            <a:avLst/>
            <a:gdLst/>
            <a:ahLst/>
            <a:cxnLst/>
            <a:rect l="l" t="t" r="r" b="b"/>
            <a:pathLst>
              <a:path w="2110076" h="1396297">
                <a:moveTo>
                  <a:pt x="0" y="136764"/>
                </a:moveTo>
                <a:cubicBezTo>
                  <a:pt x="117226" y="52101"/>
                  <a:pt x="403780" y="26050"/>
                  <a:pt x="638233" y="88571"/>
                </a:cubicBezTo>
                <a:cubicBezTo>
                  <a:pt x="833610" y="143277"/>
                  <a:pt x="976887" y="221428"/>
                  <a:pt x="1068063" y="299579"/>
                </a:cubicBezTo>
                <a:cubicBezTo>
                  <a:pt x="1172265" y="208403"/>
                  <a:pt x="1354617" y="91176"/>
                  <a:pt x="1576045" y="36470"/>
                </a:cubicBezTo>
                <a:cubicBezTo>
                  <a:pt x="1784447" y="0"/>
                  <a:pt x="1992850" y="19538"/>
                  <a:pt x="2110076" y="110714"/>
                </a:cubicBezTo>
                <a:lnTo>
                  <a:pt x="2107471" y="1143609"/>
                </a:lnTo>
                <a:cubicBezTo>
                  <a:pt x="1875623" y="1113651"/>
                  <a:pt x="1419743" y="1133189"/>
                  <a:pt x="1075878" y="1388482"/>
                </a:cubicBezTo>
                <a:quadBezTo>
                  <a:pt x="1068063" y="1396297"/>
                  <a:pt x="1060248" y="1388482"/>
                </a:quadBezTo>
                <a:cubicBezTo>
                  <a:pt x="716384" y="1133189"/>
                  <a:pt x="273528" y="1113651"/>
                  <a:pt x="39075" y="1156634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56" name="!!path-2js"/>
          <p:cNvSpPr/>
          <p:nvPr/>
        </p:nvSpPr>
        <p:spPr>
          <a:xfrm>
            <a:off x="5040962" y="1861088"/>
            <a:ext cx="2110076" cy="1396297"/>
          </a:xfrm>
          <a:custGeom>
            <a:avLst/>
            <a:gdLst/>
            <a:ahLst/>
            <a:cxnLst/>
            <a:rect l="l" t="t" r="r" b="b"/>
            <a:pathLst>
              <a:path w="2110076" h="1396297">
                <a:moveTo>
                  <a:pt x="0" y="136764"/>
                </a:moveTo>
                <a:cubicBezTo>
                  <a:pt x="117226" y="52101"/>
                  <a:pt x="403780" y="26050"/>
                  <a:pt x="638233" y="88571"/>
                </a:cubicBezTo>
                <a:cubicBezTo>
                  <a:pt x="833610" y="143277"/>
                  <a:pt x="976887" y="221428"/>
                  <a:pt x="1068063" y="299579"/>
                </a:cubicBezTo>
                <a:cubicBezTo>
                  <a:pt x="1172265" y="208403"/>
                  <a:pt x="1354617" y="91176"/>
                  <a:pt x="1576045" y="36470"/>
                </a:cubicBezTo>
                <a:cubicBezTo>
                  <a:pt x="1784447" y="0"/>
                  <a:pt x="1992850" y="19538"/>
                  <a:pt x="2110076" y="110714"/>
                </a:cubicBezTo>
                <a:lnTo>
                  <a:pt x="2107471" y="1143609"/>
                </a:lnTo>
                <a:cubicBezTo>
                  <a:pt x="1875623" y="1113651"/>
                  <a:pt x="1419743" y="1133189"/>
                  <a:pt x="1075878" y="1388482"/>
                </a:cubicBezTo>
                <a:quadBezTo>
                  <a:pt x="1068063" y="1396297"/>
                  <a:pt x="1060248" y="1388482"/>
                </a:quadBezTo>
                <a:cubicBezTo>
                  <a:pt x="716384" y="1133189"/>
                  <a:pt x="273528" y="1113651"/>
                  <a:pt x="39075" y="1156634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57" name="!!path-2jt"/>
          <p:cNvSpPr/>
          <p:nvPr/>
        </p:nvSpPr>
        <p:spPr>
          <a:xfrm>
            <a:off x="5040962" y="1871508"/>
            <a:ext cx="2110076" cy="1396297"/>
          </a:xfrm>
          <a:custGeom>
            <a:avLst/>
            <a:gdLst/>
            <a:ahLst/>
            <a:cxnLst/>
            <a:rect l="l" t="t" r="r" b="b"/>
            <a:pathLst>
              <a:path w="2110076" h="1396297">
                <a:moveTo>
                  <a:pt x="0" y="136764"/>
                </a:moveTo>
                <a:cubicBezTo>
                  <a:pt x="117226" y="52101"/>
                  <a:pt x="403780" y="26050"/>
                  <a:pt x="638233" y="88571"/>
                </a:cubicBezTo>
                <a:cubicBezTo>
                  <a:pt x="833610" y="143277"/>
                  <a:pt x="976887" y="221428"/>
                  <a:pt x="1068063" y="299579"/>
                </a:cubicBezTo>
                <a:cubicBezTo>
                  <a:pt x="1172265" y="208403"/>
                  <a:pt x="1354617" y="91176"/>
                  <a:pt x="1576045" y="36470"/>
                </a:cubicBezTo>
                <a:cubicBezTo>
                  <a:pt x="1784447" y="0"/>
                  <a:pt x="1992850" y="19538"/>
                  <a:pt x="2110076" y="110714"/>
                </a:cubicBezTo>
                <a:lnTo>
                  <a:pt x="2107471" y="1143609"/>
                </a:lnTo>
                <a:cubicBezTo>
                  <a:pt x="1875623" y="1113651"/>
                  <a:pt x="1419743" y="1133189"/>
                  <a:pt x="1075878" y="1388482"/>
                </a:cubicBezTo>
                <a:quadBezTo>
                  <a:pt x="1068063" y="1396297"/>
                  <a:pt x="1060248" y="1388482"/>
                </a:quadBezTo>
                <a:cubicBezTo>
                  <a:pt x="716384" y="1133189"/>
                  <a:pt x="273528" y="1113651"/>
                  <a:pt x="39075" y="1156634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58" name="!!path-2ju"/>
          <p:cNvSpPr/>
          <p:nvPr/>
        </p:nvSpPr>
        <p:spPr>
          <a:xfrm>
            <a:off x="5040962" y="1881928"/>
            <a:ext cx="2110076" cy="1396297"/>
          </a:xfrm>
          <a:custGeom>
            <a:avLst/>
            <a:gdLst/>
            <a:ahLst/>
            <a:cxnLst/>
            <a:rect l="l" t="t" r="r" b="b"/>
            <a:pathLst>
              <a:path w="2110076" h="1396297">
                <a:moveTo>
                  <a:pt x="0" y="136764"/>
                </a:moveTo>
                <a:cubicBezTo>
                  <a:pt x="117226" y="52101"/>
                  <a:pt x="403780" y="26050"/>
                  <a:pt x="638233" y="88571"/>
                </a:cubicBezTo>
                <a:cubicBezTo>
                  <a:pt x="833610" y="143277"/>
                  <a:pt x="976887" y="221428"/>
                  <a:pt x="1068063" y="299579"/>
                </a:cubicBezTo>
                <a:cubicBezTo>
                  <a:pt x="1172265" y="208403"/>
                  <a:pt x="1354617" y="91176"/>
                  <a:pt x="1576045" y="36470"/>
                </a:cubicBezTo>
                <a:cubicBezTo>
                  <a:pt x="1784447" y="0"/>
                  <a:pt x="1992850" y="19538"/>
                  <a:pt x="2110076" y="110714"/>
                </a:cubicBezTo>
                <a:lnTo>
                  <a:pt x="2107471" y="1143609"/>
                </a:lnTo>
                <a:cubicBezTo>
                  <a:pt x="1875623" y="1113651"/>
                  <a:pt x="1419743" y="1133189"/>
                  <a:pt x="1075878" y="1388482"/>
                </a:cubicBezTo>
                <a:quadBezTo>
                  <a:pt x="1068063" y="1396297"/>
                  <a:pt x="1060248" y="1388482"/>
                </a:quadBezTo>
                <a:cubicBezTo>
                  <a:pt x="716384" y="1133189"/>
                  <a:pt x="273528" y="1113651"/>
                  <a:pt x="39075" y="1156634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59" name="!!path-2jv"/>
          <p:cNvSpPr/>
          <p:nvPr/>
        </p:nvSpPr>
        <p:spPr>
          <a:xfrm>
            <a:off x="5040962" y="1892349"/>
            <a:ext cx="2110076" cy="1396297"/>
          </a:xfrm>
          <a:custGeom>
            <a:avLst/>
            <a:gdLst/>
            <a:ahLst/>
            <a:cxnLst/>
            <a:rect l="l" t="t" r="r" b="b"/>
            <a:pathLst>
              <a:path w="2110076" h="1396297">
                <a:moveTo>
                  <a:pt x="0" y="136764"/>
                </a:moveTo>
                <a:cubicBezTo>
                  <a:pt x="117226" y="52101"/>
                  <a:pt x="403780" y="26050"/>
                  <a:pt x="638233" y="88571"/>
                </a:cubicBezTo>
                <a:cubicBezTo>
                  <a:pt x="833610" y="143277"/>
                  <a:pt x="976887" y="221428"/>
                  <a:pt x="1068063" y="299579"/>
                </a:cubicBezTo>
                <a:cubicBezTo>
                  <a:pt x="1172265" y="208403"/>
                  <a:pt x="1354617" y="91176"/>
                  <a:pt x="1576045" y="36470"/>
                </a:cubicBezTo>
                <a:cubicBezTo>
                  <a:pt x="1784447" y="0"/>
                  <a:pt x="1992850" y="19538"/>
                  <a:pt x="2110076" y="110714"/>
                </a:cubicBezTo>
                <a:lnTo>
                  <a:pt x="2107471" y="1143609"/>
                </a:lnTo>
                <a:cubicBezTo>
                  <a:pt x="1875623" y="1113651"/>
                  <a:pt x="1419743" y="1133189"/>
                  <a:pt x="1075878" y="1388482"/>
                </a:cubicBezTo>
                <a:quadBezTo>
                  <a:pt x="1068063" y="1396297"/>
                  <a:pt x="1060248" y="1388482"/>
                </a:quadBezTo>
                <a:cubicBezTo>
                  <a:pt x="716384" y="1133189"/>
                  <a:pt x="273528" y="1113651"/>
                  <a:pt x="39075" y="1156634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60" name="!!path-2jw"/>
          <p:cNvSpPr/>
          <p:nvPr/>
        </p:nvSpPr>
        <p:spPr>
          <a:xfrm>
            <a:off x="5040962" y="1902769"/>
            <a:ext cx="2110076" cy="1396297"/>
          </a:xfrm>
          <a:custGeom>
            <a:avLst/>
            <a:gdLst/>
            <a:ahLst/>
            <a:cxnLst/>
            <a:rect l="l" t="t" r="r" b="b"/>
            <a:pathLst>
              <a:path w="2110076" h="1396297">
                <a:moveTo>
                  <a:pt x="0" y="136764"/>
                </a:moveTo>
                <a:cubicBezTo>
                  <a:pt x="117226" y="52101"/>
                  <a:pt x="403780" y="26050"/>
                  <a:pt x="638233" y="88571"/>
                </a:cubicBezTo>
                <a:cubicBezTo>
                  <a:pt x="833610" y="143277"/>
                  <a:pt x="976887" y="221428"/>
                  <a:pt x="1068063" y="299579"/>
                </a:cubicBezTo>
                <a:cubicBezTo>
                  <a:pt x="1172265" y="208403"/>
                  <a:pt x="1354617" y="91176"/>
                  <a:pt x="1576045" y="36470"/>
                </a:cubicBezTo>
                <a:cubicBezTo>
                  <a:pt x="1784447" y="0"/>
                  <a:pt x="1992850" y="19538"/>
                  <a:pt x="2110076" y="110714"/>
                </a:cubicBezTo>
                <a:lnTo>
                  <a:pt x="2107471" y="1143609"/>
                </a:lnTo>
                <a:cubicBezTo>
                  <a:pt x="1875623" y="1113651"/>
                  <a:pt x="1419743" y="1133189"/>
                  <a:pt x="1075878" y="1388482"/>
                </a:cubicBezTo>
                <a:quadBezTo>
                  <a:pt x="1068063" y="1396297"/>
                  <a:pt x="1060248" y="1388482"/>
                </a:quadBezTo>
                <a:cubicBezTo>
                  <a:pt x="716384" y="1133189"/>
                  <a:pt x="273528" y="1113651"/>
                  <a:pt x="39075" y="1156634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61" name="!!path-2jx"/>
          <p:cNvSpPr/>
          <p:nvPr/>
        </p:nvSpPr>
        <p:spPr>
          <a:xfrm>
            <a:off x="5288440" y="1591467"/>
            <a:ext cx="823190" cy="788022"/>
          </a:xfrm>
          <a:custGeom>
            <a:avLst/>
            <a:gdLst/>
            <a:ahLst/>
            <a:cxnLst/>
            <a:rect l="l" t="t" r="r" b="b"/>
            <a:pathLst>
              <a:path w="823190" h="788022">
                <a:moveTo>
                  <a:pt x="0" y="113319"/>
                </a:moveTo>
                <a:lnTo>
                  <a:pt x="52101" y="32563"/>
                </a:lnTo>
                <a:cubicBezTo>
                  <a:pt x="208403" y="0"/>
                  <a:pt x="468906" y="45588"/>
                  <a:pt x="651258" y="169327"/>
                </a:cubicBezTo>
                <a:cubicBezTo>
                  <a:pt x="748947" y="238360"/>
                  <a:pt x="801047" y="319116"/>
                  <a:pt x="823190" y="403780"/>
                </a:cubicBezTo>
                <a:lnTo>
                  <a:pt x="823190" y="788022"/>
                </a:lnTo>
                <a:lnTo>
                  <a:pt x="0" y="788022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62" name="!!path-2jz"/>
          <p:cNvSpPr/>
          <p:nvPr/>
        </p:nvSpPr>
        <p:spPr>
          <a:xfrm>
            <a:off x="5288440" y="1591467"/>
            <a:ext cx="823190" cy="403780"/>
          </a:xfrm>
          <a:custGeom>
            <a:avLst/>
            <a:gdLst/>
            <a:ahLst/>
            <a:cxnLst/>
            <a:rect l="l" t="t" r="r" b="b"/>
            <a:pathLst>
              <a:path w="823190" h="403780" fill="none">
                <a:moveTo>
                  <a:pt x="823190" y="403780"/>
                </a:moveTo>
                <a:cubicBezTo>
                  <a:pt x="801047" y="319116"/>
                  <a:pt x="748947" y="238360"/>
                  <a:pt x="651258" y="169327"/>
                </a:cubicBezTo>
                <a:cubicBezTo>
                  <a:pt x="468906" y="45588"/>
                  <a:pt x="208403" y="0"/>
                  <a:pt x="52101" y="32563"/>
                </a:cubicBezTo>
                <a:lnTo>
                  <a:pt x="0" y="113319"/>
                </a:lnTo>
              </a:path>
            </a:pathLst>
          </a:custGeom>
          <a:noFill/>
          <a:ln w="31260" cap="rnd">
            <a:solidFill>
              <a:srgbClr val="627D8D"/>
            </a:solidFill>
            <a:prstDash val="solid"/>
            <a:round/>
          </a:ln>
        </p:spPr>
      </p:sp>
      <p:sp>
        <p:nvSpPr>
          <p:cNvPr id="63" name="!!path-2k5"/>
          <p:cNvSpPr/>
          <p:nvPr/>
        </p:nvSpPr>
        <p:spPr>
          <a:xfrm>
            <a:off x="5207684" y="1669618"/>
            <a:ext cx="903946" cy="709871"/>
          </a:xfrm>
          <a:custGeom>
            <a:avLst/>
            <a:gdLst/>
            <a:ahLst/>
            <a:cxnLst/>
            <a:rect l="l" t="t" r="r" b="b"/>
            <a:pathLst>
              <a:path w="903946" h="709871">
                <a:moveTo>
                  <a:pt x="0" y="143277"/>
                </a:moveTo>
                <a:lnTo>
                  <a:pt x="41681" y="41681"/>
                </a:lnTo>
                <a:cubicBezTo>
                  <a:pt x="237058" y="0"/>
                  <a:pt x="510586" y="45588"/>
                  <a:pt x="705964" y="162815"/>
                </a:cubicBezTo>
                <a:cubicBezTo>
                  <a:pt x="810165" y="225335"/>
                  <a:pt x="875291" y="319116"/>
                  <a:pt x="903946" y="403780"/>
                </a:cubicBezTo>
                <a:lnTo>
                  <a:pt x="903946" y="709871"/>
                </a:lnTo>
                <a:lnTo>
                  <a:pt x="0" y="709871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64" name="!!path-2k7"/>
          <p:cNvSpPr/>
          <p:nvPr/>
        </p:nvSpPr>
        <p:spPr>
          <a:xfrm>
            <a:off x="5207684" y="1669618"/>
            <a:ext cx="903946" cy="403780"/>
          </a:xfrm>
          <a:custGeom>
            <a:avLst/>
            <a:gdLst/>
            <a:ahLst/>
            <a:cxnLst/>
            <a:rect l="l" t="t" r="r" b="b"/>
            <a:pathLst>
              <a:path w="903946" h="403780" fill="none">
                <a:moveTo>
                  <a:pt x="903946" y="403780"/>
                </a:moveTo>
                <a:cubicBezTo>
                  <a:pt x="875291" y="319116"/>
                  <a:pt x="810165" y="225335"/>
                  <a:pt x="705964" y="162815"/>
                </a:cubicBezTo>
                <a:cubicBezTo>
                  <a:pt x="510586" y="45588"/>
                  <a:pt x="237058" y="0"/>
                  <a:pt x="41681" y="41681"/>
                </a:cubicBezTo>
                <a:lnTo>
                  <a:pt x="0" y="143277"/>
                </a:lnTo>
              </a:path>
            </a:pathLst>
          </a:custGeom>
          <a:noFill/>
          <a:ln w="31260" cap="rnd">
            <a:solidFill>
              <a:srgbClr val="627D8D"/>
            </a:solidFill>
            <a:prstDash val="solid"/>
            <a:round/>
          </a:ln>
        </p:spPr>
      </p:sp>
      <p:sp>
        <p:nvSpPr>
          <p:cNvPr id="65" name="!!path-2kd"/>
          <p:cNvSpPr/>
          <p:nvPr/>
        </p:nvSpPr>
        <p:spPr>
          <a:xfrm>
            <a:off x="5136046" y="1754282"/>
            <a:ext cx="972980" cy="625208"/>
          </a:xfrm>
          <a:custGeom>
            <a:avLst/>
            <a:gdLst/>
            <a:ahLst/>
            <a:cxnLst/>
            <a:rect l="l" t="t" r="r" b="b"/>
            <a:pathLst>
              <a:path w="972980" h="625208">
                <a:moveTo>
                  <a:pt x="0" y="148487"/>
                </a:moveTo>
                <a:lnTo>
                  <a:pt x="24748" y="80756"/>
                </a:lnTo>
                <a:cubicBezTo>
                  <a:pt x="243571" y="0"/>
                  <a:pt x="543149" y="32563"/>
                  <a:pt x="751552" y="140672"/>
                </a:cubicBezTo>
                <a:cubicBezTo>
                  <a:pt x="868778" y="201890"/>
                  <a:pt x="940417" y="280041"/>
                  <a:pt x="972980" y="354284"/>
                </a:cubicBezTo>
                <a:lnTo>
                  <a:pt x="972980" y="625208"/>
                </a:lnTo>
                <a:lnTo>
                  <a:pt x="0" y="625208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66" name="!!path-2kf"/>
          <p:cNvSpPr/>
          <p:nvPr/>
        </p:nvSpPr>
        <p:spPr>
          <a:xfrm>
            <a:off x="5136046" y="1754282"/>
            <a:ext cx="972980" cy="354284"/>
          </a:xfrm>
          <a:custGeom>
            <a:avLst/>
            <a:gdLst/>
            <a:ahLst/>
            <a:cxnLst/>
            <a:rect l="l" t="t" r="r" b="b"/>
            <a:pathLst>
              <a:path w="972980" h="354284" fill="none">
                <a:moveTo>
                  <a:pt x="972980" y="354284"/>
                </a:moveTo>
                <a:cubicBezTo>
                  <a:pt x="940417" y="280041"/>
                  <a:pt x="868778" y="201890"/>
                  <a:pt x="751552" y="140672"/>
                </a:cubicBezTo>
                <a:cubicBezTo>
                  <a:pt x="543149" y="32563"/>
                  <a:pt x="243571" y="0"/>
                  <a:pt x="24748" y="80756"/>
                </a:cubicBezTo>
                <a:lnTo>
                  <a:pt x="0" y="148487"/>
                </a:lnTo>
              </a:path>
            </a:pathLst>
          </a:custGeom>
          <a:noFill/>
          <a:ln w="31260" cap="rnd">
            <a:solidFill>
              <a:srgbClr val="627D8D"/>
            </a:solidFill>
            <a:prstDash val="solid"/>
            <a:round/>
          </a:ln>
        </p:spPr>
      </p:sp>
      <p:sp>
        <p:nvSpPr>
          <p:cNvPr id="67" name="!!path-2kl"/>
          <p:cNvSpPr/>
          <p:nvPr/>
        </p:nvSpPr>
        <p:spPr>
          <a:xfrm>
            <a:off x="6112933" y="1558904"/>
            <a:ext cx="771090" cy="820585"/>
          </a:xfrm>
          <a:custGeom>
            <a:avLst/>
            <a:gdLst/>
            <a:ahLst/>
            <a:cxnLst/>
            <a:rect l="l" t="t" r="r" b="b"/>
            <a:pathLst>
              <a:path w="771090" h="820585">
                <a:moveTo>
                  <a:pt x="771090" y="117226"/>
                </a:moveTo>
                <a:lnTo>
                  <a:pt x="728107" y="28655"/>
                </a:lnTo>
                <a:cubicBezTo>
                  <a:pt x="556174" y="0"/>
                  <a:pt x="282646" y="65126"/>
                  <a:pt x="113319" y="195377"/>
                </a:cubicBezTo>
                <a:cubicBezTo>
                  <a:pt x="41681" y="253991"/>
                  <a:pt x="9118" y="338654"/>
                  <a:pt x="0" y="429830"/>
                </a:cubicBezTo>
                <a:lnTo>
                  <a:pt x="0" y="820585"/>
                </a:lnTo>
                <a:lnTo>
                  <a:pt x="771090" y="820585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68" name="!!path-2kn"/>
          <p:cNvSpPr/>
          <p:nvPr/>
        </p:nvSpPr>
        <p:spPr>
          <a:xfrm>
            <a:off x="6112933" y="1558904"/>
            <a:ext cx="771090" cy="429830"/>
          </a:xfrm>
          <a:custGeom>
            <a:avLst/>
            <a:gdLst/>
            <a:ahLst/>
            <a:cxnLst/>
            <a:rect l="l" t="t" r="r" b="b"/>
            <a:pathLst>
              <a:path w="771090" h="429830" fill="none">
                <a:moveTo>
                  <a:pt x="0" y="429830"/>
                </a:moveTo>
                <a:cubicBezTo>
                  <a:pt x="9118" y="338654"/>
                  <a:pt x="41681" y="253991"/>
                  <a:pt x="113319" y="195377"/>
                </a:cubicBezTo>
                <a:cubicBezTo>
                  <a:pt x="282646" y="65126"/>
                  <a:pt x="556174" y="0"/>
                  <a:pt x="728107" y="28655"/>
                </a:cubicBezTo>
                <a:lnTo>
                  <a:pt x="771090" y="117226"/>
                </a:lnTo>
              </a:path>
            </a:pathLst>
          </a:custGeom>
          <a:noFill/>
          <a:ln w="31260" cap="rnd">
            <a:solidFill>
              <a:srgbClr val="627D8D"/>
            </a:solidFill>
            <a:prstDash val="solid"/>
            <a:round/>
          </a:ln>
        </p:spPr>
      </p:sp>
      <p:sp>
        <p:nvSpPr>
          <p:cNvPr id="69" name="!!path-2kt"/>
          <p:cNvSpPr/>
          <p:nvPr/>
        </p:nvSpPr>
        <p:spPr>
          <a:xfrm>
            <a:off x="6114235" y="1656593"/>
            <a:ext cx="854451" cy="722897"/>
          </a:xfrm>
          <a:custGeom>
            <a:avLst/>
            <a:gdLst/>
            <a:ahLst/>
            <a:cxnLst/>
            <a:rect l="l" t="t" r="r" b="b"/>
            <a:pathLst>
              <a:path w="854451" h="722897">
                <a:moveTo>
                  <a:pt x="854451" y="126344"/>
                </a:moveTo>
                <a:lnTo>
                  <a:pt x="815375" y="19538"/>
                </a:lnTo>
                <a:cubicBezTo>
                  <a:pt x="606973" y="0"/>
                  <a:pt x="346469" y="71638"/>
                  <a:pt x="177142" y="196680"/>
                </a:cubicBezTo>
                <a:cubicBezTo>
                  <a:pt x="85966" y="264411"/>
                  <a:pt x="27353" y="345167"/>
                  <a:pt x="0" y="416805"/>
                </a:cubicBezTo>
                <a:lnTo>
                  <a:pt x="0" y="722897"/>
                </a:lnTo>
                <a:lnTo>
                  <a:pt x="854451" y="722897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70" name="!!path-2kv"/>
          <p:cNvSpPr/>
          <p:nvPr/>
        </p:nvSpPr>
        <p:spPr>
          <a:xfrm>
            <a:off x="6114235" y="1656593"/>
            <a:ext cx="854451" cy="416805"/>
          </a:xfrm>
          <a:custGeom>
            <a:avLst/>
            <a:gdLst/>
            <a:ahLst/>
            <a:cxnLst/>
            <a:rect l="l" t="t" r="r" b="b"/>
            <a:pathLst>
              <a:path w="854451" h="416805" fill="none">
                <a:moveTo>
                  <a:pt x="0" y="416805"/>
                </a:moveTo>
                <a:cubicBezTo>
                  <a:pt x="27353" y="345167"/>
                  <a:pt x="85966" y="264411"/>
                  <a:pt x="177142" y="196680"/>
                </a:cubicBezTo>
                <a:cubicBezTo>
                  <a:pt x="346469" y="71638"/>
                  <a:pt x="606973" y="0"/>
                  <a:pt x="815375" y="19538"/>
                </a:cubicBezTo>
                <a:lnTo>
                  <a:pt x="854451" y="126344"/>
                </a:lnTo>
              </a:path>
            </a:pathLst>
          </a:custGeom>
          <a:noFill/>
          <a:ln w="31260" cap="rnd">
            <a:solidFill>
              <a:srgbClr val="627D8D"/>
            </a:solidFill>
            <a:prstDash val="solid"/>
            <a:round/>
          </a:ln>
        </p:spPr>
      </p:sp>
      <p:sp>
        <p:nvSpPr>
          <p:cNvPr id="71" name="!!path-2l1"/>
          <p:cNvSpPr/>
          <p:nvPr/>
        </p:nvSpPr>
        <p:spPr>
          <a:xfrm>
            <a:off x="6116840" y="1747769"/>
            <a:ext cx="914366" cy="631720"/>
          </a:xfrm>
          <a:custGeom>
            <a:avLst/>
            <a:gdLst/>
            <a:ahLst/>
            <a:cxnLst/>
            <a:rect l="l" t="t" r="r" b="b"/>
            <a:pathLst>
              <a:path w="914366" h="631720">
                <a:moveTo>
                  <a:pt x="914366" y="121134"/>
                </a:moveTo>
                <a:lnTo>
                  <a:pt x="896131" y="56008"/>
                </a:lnTo>
                <a:cubicBezTo>
                  <a:pt x="682519" y="0"/>
                  <a:pt x="408990" y="32563"/>
                  <a:pt x="226638" y="123739"/>
                </a:cubicBezTo>
                <a:cubicBezTo>
                  <a:pt x="109411" y="182352"/>
                  <a:pt x="37773" y="273528"/>
                  <a:pt x="0" y="360797"/>
                </a:cubicBezTo>
                <a:lnTo>
                  <a:pt x="0" y="631720"/>
                </a:lnTo>
                <a:lnTo>
                  <a:pt x="914366" y="631720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72" name="!!path-2l3"/>
          <p:cNvSpPr/>
          <p:nvPr/>
        </p:nvSpPr>
        <p:spPr>
          <a:xfrm>
            <a:off x="6116840" y="1747769"/>
            <a:ext cx="914366" cy="360797"/>
          </a:xfrm>
          <a:custGeom>
            <a:avLst/>
            <a:gdLst/>
            <a:ahLst/>
            <a:cxnLst/>
            <a:rect l="l" t="t" r="r" b="b"/>
            <a:pathLst>
              <a:path w="914366" h="360797" fill="none">
                <a:moveTo>
                  <a:pt x="0" y="360797"/>
                </a:moveTo>
                <a:cubicBezTo>
                  <a:pt x="37773" y="273528"/>
                  <a:pt x="109411" y="182352"/>
                  <a:pt x="226638" y="123739"/>
                </a:cubicBezTo>
                <a:cubicBezTo>
                  <a:pt x="408990" y="32563"/>
                  <a:pt x="682519" y="0"/>
                  <a:pt x="896131" y="56008"/>
                </a:cubicBezTo>
                <a:lnTo>
                  <a:pt x="914366" y="121134"/>
                </a:lnTo>
              </a:path>
            </a:pathLst>
          </a:custGeom>
          <a:noFill/>
          <a:ln w="31260" cap="rnd">
            <a:solidFill>
              <a:srgbClr val="627D8D"/>
            </a:solidFill>
            <a:prstDash val="solid"/>
            <a:round/>
          </a:ln>
        </p:spPr>
      </p:sp>
      <p:sp>
        <p:nvSpPr>
          <p:cNvPr id="73" name="!!path-2lq"/>
          <p:cNvSpPr/>
          <p:nvPr/>
        </p:nvSpPr>
        <p:spPr>
          <a:xfrm>
            <a:off x="5040962" y="1819408"/>
            <a:ext cx="2110076" cy="1396297"/>
          </a:xfrm>
          <a:custGeom>
            <a:avLst/>
            <a:gdLst/>
            <a:ahLst/>
            <a:cxnLst/>
            <a:rect l="l" t="t" r="r" b="b"/>
            <a:pathLst>
              <a:path w="2110076" h="1396297">
                <a:moveTo>
                  <a:pt x="0" y="136764"/>
                </a:moveTo>
                <a:cubicBezTo>
                  <a:pt x="117226" y="52101"/>
                  <a:pt x="403780" y="26050"/>
                  <a:pt x="638233" y="88571"/>
                </a:cubicBezTo>
                <a:cubicBezTo>
                  <a:pt x="833610" y="143277"/>
                  <a:pt x="976887" y="221428"/>
                  <a:pt x="1068063" y="299579"/>
                </a:cubicBezTo>
                <a:cubicBezTo>
                  <a:pt x="1172265" y="208403"/>
                  <a:pt x="1354617" y="91176"/>
                  <a:pt x="1576045" y="36470"/>
                </a:cubicBezTo>
                <a:cubicBezTo>
                  <a:pt x="1784447" y="0"/>
                  <a:pt x="1992850" y="19538"/>
                  <a:pt x="2110076" y="110714"/>
                </a:cubicBezTo>
                <a:lnTo>
                  <a:pt x="2107471" y="1143609"/>
                </a:lnTo>
                <a:cubicBezTo>
                  <a:pt x="1875623" y="1113651"/>
                  <a:pt x="1419743" y="1133189"/>
                  <a:pt x="1075878" y="1388482"/>
                </a:cubicBezTo>
                <a:quadBezTo>
                  <a:pt x="1068063" y="1396297"/>
                  <a:pt x="1060248" y="1388482"/>
                </a:quadBezTo>
                <a:cubicBezTo>
                  <a:pt x="716384" y="1133189"/>
                  <a:pt x="273528" y="1113651"/>
                  <a:pt x="39075" y="1156634"/>
                </a:cubicBezTo>
                <a:close/>
              </a:path>
            </a:pathLst>
          </a:custGeom>
          <a:gradFill rotWithShape="1">
            <a:gsLst>
              <a:gs pos="0">
                <a:srgbClr val="627D8D"/>
              </a:gs>
              <a:gs pos="21794">
                <a:srgbClr val="627D8D"/>
              </a:gs>
              <a:gs pos="55376">
                <a:srgbClr val="627D8D"/>
              </a:gs>
              <a:gs pos="96421">
                <a:srgbClr val="98ABB7"/>
              </a:gs>
              <a:gs pos="100000">
                <a:srgbClr val="98ABB7"/>
              </a:gs>
            </a:gsLst>
            <a:lin ang="1983350" scaled="0"/>
          </a:gradFill>
          <a:ln>
            <a:noFill/>
          </a:ln>
        </p:spPr>
      </p:sp>
      <p:sp>
        <p:nvSpPr>
          <p:cNvPr id="74" name="!!path-2ls"/>
          <p:cNvSpPr/>
          <p:nvPr/>
        </p:nvSpPr>
        <p:spPr>
          <a:xfrm>
            <a:off x="5040962" y="1819408"/>
            <a:ext cx="2110076" cy="1396297"/>
          </a:xfrm>
          <a:custGeom>
            <a:avLst/>
            <a:gdLst/>
            <a:ahLst/>
            <a:cxnLst/>
            <a:rect l="l" t="t" r="r" b="b"/>
            <a:pathLst>
              <a:path w="2110076" h="1396297">
                <a:moveTo>
                  <a:pt x="0" y="136764"/>
                </a:moveTo>
                <a:cubicBezTo>
                  <a:pt x="117226" y="52101"/>
                  <a:pt x="403780" y="26050"/>
                  <a:pt x="638233" y="88571"/>
                </a:cubicBezTo>
                <a:cubicBezTo>
                  <a:pt x="833610" y="143277"/>
                  <a:pt x="976887" y="221428"/>
                  <a:pt x="1068063" y="299579"/>
                </a:cubicBezTo>
                <a:cubicBezTo>
                  <a:pt x="1172265" y="208403"/>
                  <a:pt x="1354617" y="91176"/>
                  <a:pt x="1576045" y="36470"/>
                </a:cubicBezTo>
                <a:cubicBezTo>
                  <a:pt x="1784447" y="0"/>
                  <a:pt x="1992850" y="19538"/>
                  <a:pt x="2110076" y="110714"/>
                </a:cubicBezTo>
                <a:lnTo>
                  <a:pt x="2107471" y="1143609"/>
                </a:lnTo>
                <a:cubicBezTo>
                  <a:pt x="1875623" y="1113651"/>
                  <a:pt x="1419743" y="1133189"/>
                  <a:pt x="1075878" y="1388482"/>
                </a:cubicBezTo>
                <a:quadBezTo>
                  <a:pt x="1068063" y="1396297"/>
                  <a:pt x="1060248" y="1388482"/>
                </a:quadBezTo>
                <a:cubicBezTo>
                  <a:pt x="716384" y="1133189"/>
                  <a:pt x="273528" y="1113651"/>
                  <a:pt x="39075" y="1156634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0000"/>
                </a:srgbClr>
              </a:gs>
              <a:gs pos="4764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83333" t="79291" r="16667" b="20709"/>
            </a:path>
          </a:gradFill>
          <a:ln>
            <a:noFill/>
          </a:ln>
        </p:spPr>
      </p:sp>
      <p:sp>
        <p:nvSpPr>
          <p:cNvPr id="75" name="!!path-2lu"/>
          <p:cNvSpPr/>
          <p:nvPr/>
        </p:nvSpPr>
        <p:spPr>
          <a:xfrm>
            <a:off x="6118143" y="2191927"/>
            <a:ext cx="1" cy="984702"/>
          </a:xfrm>
          <a:custGeom>
            <a:avLst/>
            <a:gdLst/>
            <a:ahLst/>
            <a:cxnLst/>
            <a:rect l="l" t="t" r="r" b="b"/>
            <a:pathLst>
              <a:path w="1" h="984702" fill="none">
                <a:moveTo>
                  <a:pt x="0" y="984702"/>
                </a:moveTo>
                <a:lnTo>
                  <a:pt x="0" y="0"/>
                </a:lnTo>
              </a:path>
            </a:pathLst>
          </a:custGeom>
          <a:noFill/>
          <a:ln w="44286" cap="rnd">
            <a:solidFill>
              <a:srgbClr val="C9D3D9"/>
            </a:solidFill>
            <a:prstDash val="solid"/>
            <a:round/>
          </a:ln>
        </p:spPr>
      </p:sp>
      <p:sp>
        <p:nvSpPr>
          <p:cNvPr id="76" name="!!path-2lx"/>
          <p:cNvSpPr/>
          <p:nvPr/>
        </p:nvSpPr>
        <p:spPr>
          <a:xfrm>
            <a:off x="6816292" y="2698606"/>
            <a:ext cx="162815" cy="243571"/>
          </a:xfrm>
          <a:custGeom>
            <a:avLst/>
            <a:gdLst/>
            <a:ahLst/>
            <a:cxnLst/>
            <a:rect l="l" t="t" r="r" b="b"/>
            <a:pathLst>
              <a:path w="162815" h="243571">
                <a:moveTo>
                  <a:pt x="0" y="16933"/>
                </a:moveTo>
                <a:lnTo>
                  <a:pt x="97689" y="0"/>
                </a:lnTo>
                <a:lnTo>
                  <a:pt x="162815" y="238360"/>
                </a:lnTo>
                <a:lnTo>
                  <a:pt x="48193" y="243571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 w="6513" cap="flat">
            <a:solidFill>
              <a:srgbClr val="FFFFFF">
                <a:alpha val="55000"/>
              </a:srgbClr>
            </a:solidFill>
            <a:prstDash val="solid"/>
            <a:round/>
          </a:ln>
        </p:spPr>
      </p:sp>
      <p:sp>
        <p:nvSpPr>
          <p:cNvPr id="77" name="!!text-2ma" descr="救「舊」我的書"/>
          <p:cNvSpPr txBox="1"/>
          <p:nvPr/>
        </p:nvSpPr>
        <p:spPr>
          <a:xfrm>
            <a:off x="3946253" y="3391124"/>
            <a:ext cx="4514469" cy="103761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5642" b="1" kern="0" spc="-2821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救</a:t>
            </a:r>
            <a:r>
              <a:rPr lang="zh-TW" altLang="en-US" sz="5642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「舊</a:t>
            </a:r>
            <a:r>
              <a:rPr lang="zh-TW" altLang="en-US" sz="5642" b="1" kern="0" spc="-2821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」</a:t>
            </a:r>
            <a:r>
              <a:rPr lang="zh-TW" altLang="en-US" sz="5642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我的書</a:t>
            </a:r>
            <a:endParaRPr lang="zh-TW" sz="5642"/>
          </a:p>
        </p:txBody>
      </p:sp>
      <p:sp>
        <p:nvSpPr>
          <p:cNvPr id="78" name="!!text-2nh" descr="結合智慧書櫃的二手書交易平台"/>
          <p:cNvSpPr txBox="1"/>
          <p:nvPr/>
        </p:nvSpPr>
        <p:spPr>
          <a:xfrm>
            <a:off x="4423804" y="4518205"/>
            <a:ext cx="3413491" cy="33351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814" kern="0" spc="73" dirty="0">
                <a:solidFill>
                  <a:srgbClr val="5B6770"/>
                </a:solidFill>
                <a:latin typeface="Noto Sans TC Medium"/>
                <a:ea typeface="Noto Sans TC Medium"/>
                <a:cs typeface="Noto Sans TC Medium"/>
              </a:rPr>
              <a:t>結合智慧書櫃的二手書交易平</a:t>
            </a:r>
            <a:r>
              <a:rPr lang="zh-TW" altLang="en-US" sz="1814" kern="0" dirty="0">
                <a:solidFill>
                  <a:srgbClr val="5B6770"/>
                </a:solidFill>
                <a:latin typeface="Noto Sans TC Medium"/>
                <a:ea typeface="Noto Sans TC Medium"/>
                <a:cs typeface="Noto Sans TC Medium"/>
              </a:rPr>
              <a:t>台</a:t>
            </a:r>
            <a:endParaRPr lang="zh-TW" sz="1814"/>
          </a:p>
        </p:txBody>
      </p:sp>
      <p:sp>
        <p:nvSpPr>
          <p:cNvPr id="79" name="!!rect-2o2"/>
          <p:cNvSpPr/>
          <p:nvPr/>
        </p:nvSpPr>
        <p:spPr>
          <a:xfrm>
            <a:off x="4624613" y="5175670"/>
            <a:ext cx="982742" cy="422272"/>
          </a:xfrm>
          <a:prstGeom prst="roundRect">
            <a:avLst>
              <a:gd name="adj" fmla="val 50000"/>
            </a:avLst>
          </a:prstGeom>
          <a:solidFill>
            <a:srgbClr val="0B1A26">
              <a:alpha val="10000"/>
            </a:srgbClr>
          </a:solidFill>
          <a:ln>
            <a:noFill/>
          </a:ln>
          <a:effectLst>
            <a:softEdge rad="98530"/>
          </a:effectLst>
        </p:spPr>
      </p:sp>
      <p:sp>
        <p:nvSpPr>
          <p:cNvPr id="80" name="!!rect-2o3"/>
          <p:cNvSpPr/>
          <p:nvPr/>
        </p:nvSpPr>
        <p:spPr>
          <a:xfrm>
            <a:off x="4650206" y="5169271"/>
            <a:ext cx="931557" cy="33269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78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81" name="!!text-2o4" descr="掃碼存取"/>
          <p:cNvSpPr txBox="1"/>
          <p:nvPr/>
        </p:nvSpPr>
        <p:spPr>
          <a:xfrm>
            <a:off x="4783285" y="5202541"/>
            <a:ext cx="715303" cy="24087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1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掃碼存取</a:t>
            </a:r>
            <a:endParaRPr lang="zh-TW" sz="1310"/>
          </a:p>
        </p:txBody>
      </p:sp>
      <p:sp>
        <p:nvSpPr>
          <p:cNvPr id="82" name="!!rect-2of"/>
          <p:cNvSpPr/>
          <p:nvPr/>
        </p:nvSpPr>
        <p:spPr>
          <a:xfrm>
            <a:off x="5671335" y="5175670"/>
            <a:ext cx="982742" cy="422272"/>
          </a:xfrm>
          <a:prstGeom prst="roundRect">
            <a:avLst>
              <a:gd name="adj" fmla="val 50000"/>
            </a:avLst>
          </a:prstGeom>
          <a:solidFill>
            <a:srgbClr val="0B1A26">
              <a:alpha val="10000"/>
            </a:srgbClr>
          </a:solidFill>
          <a:ln>
            <a:noFill/>
          </a:ln>
          <a:effectLst>
            <a:softEdge rad="98530"/>
          </a:effectLst>
        </p:spPr>
      </p:sp>
      <p:sp>
        <p:nvSpPr>
          <p:cNvPr id="83" name="!!rect-2og"/>
          <p:cNvSpPr/>
          <p:nvPr/>
        </p:nvSpPr>
        <p:spPr>
          <a:xfrm>
            <a:off x="5696927" y="5169271"/>
            <a:ext cx="931557" cy="33269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78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84" name="!!text-2oh" descr="款項暫管"/>
          <p:cNvSpPr txBox="1"/>
          <p:nvPr/>
        </p:nvSpPr>
        <p:spPr>
          <a:xfrm>
            <a:off x="5830007" y="5202541"/>
            <a:ext cx="715303" cy="24087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1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款項暫管</a:t>
            </a:r>
            <a:endParaRPr lang="zh-TW" sz="1310"/>
          </a:p>
        </p:txBody>
      </p:sp>
      <p:sp>
        <p:nvSpPr>
          <p:cNvPr id="85" name="!!rect-2os"/>
          <p:cNvSpPr/>
          <p:nvPr/>
        </p:nvSpPr>
        <p:spPr>
          <a:xfrm>
            <a:off x="6718057" y="5175670"/>
            <a:ext cx="849329" cy="422272"/>
          </a:xfrm>
          <a:prstGeom prst="roundRect">
            <a:avLst>
              <a:gd name="adj" fmla="val 50000"/>
            </a:avLst>
          </a:prstGeom>
          <a:solidFill>
            <a:srgbClr val="0B1A26">
              <a:alpha val="10000"/>
            </a:srgbClr>
          </a:solidFill>
          <a:ln>
            <a:noFill/>
          </a:ln>
          <a:effectLst>
            <a:softEdge rad="98530"/>
          </a:effectLst>
        </p:spPr>
      </p:sp>
      <p:sp>
        <p:nvSpPr>
          <p:cNvPr id="86" name="!!rect-2ot"/>
          <p:cNvSpPr/>
          <p:nvPr/>
        </p:nvSpPr>
        <p:spPr>
          <a:xfrm>
            <a:off x="6743649" y="5169271"/>
            <a:ext cx="798145" cy="33269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78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87" name="!!text-2ou" descr="AI 輔助"/>
          <p:cNvSpPr txBox="1"/>
          <p:nvPr/>
        </p:nvSpPr>
        <p:spPr>
          <a:xfrm>
            <a:off x="6876729" y="5202541"/>
            <a:ext cx="581890" cy="24087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1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AI 輔助</a:t>
            </a:r>
            <a:endParaRPr lang="zh-TW" sz="131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fast" p14:dur="900" advTm="400">
        <p159:morph option="byObject"/>
      </p:transition>
    </mc:Choice>
    <mc:Fallback>
      <p:transition spd="fast" advTm="40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19.4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rect-1q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7"/>
          </a:solidFill>
          <a:ln>
            <a:noFill/>
          </a:ln>
        </p:spPr>
      </p:sp>
      <p:sp>
        <p:nvSpPr>
          <p:cNvPr id="3" name="!!ellipse-1q2"/>
          <p:cNvSpPr/>
          <p:nvPr/>
        </p:nvSpPr>
        <p:spPr>
          <a:xfrm>
            <a:off x="-889000" y="-952500"/>
            <a:ext cx="13970000" cy="7874000"/>
          </a:xfrm>
          <a:prstGeom prst="ellipse">
            <a:avLst/>
          </a:prstGeom>
          <a:gradFill rotWithShape="1">
            <a:gsLst>
              <a:gs pos="0">
                <a:srgbClr val="FFFFFF">
                  <a:alpha val="95000"/>
                </a:srgbClr>
              </a:gs>
              <a:gs pos="40865">
                <a:srgbClr val="FFFFFF">
                  <a:alpha val="35000"/>
                </a:srgbClr>
              </a:gs>
              <a:gs pos="68108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!!rect-1q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P1"/>
            <a:srcRect/>
            <a:tile tx="88938" ty="119746" sx="16667" sy="16667" flip="none" algn="tl"/>
          </a:blipFill>
          <a:ln>
            <a:noFill/>
          </a:ln>
        </p:spPr>
      </p:sp>
      <p:sp>
        <p:nvSpPr>
          <p:cNvPr id="5" name="!!circle-1qb"/>
          <p:cNvSpPr/>
          <p:nvPr/>
        </p:nvSpPr>
        <p:spPr>
          <a:xfrm>
            <a:off x="261004" y="3968119"/>
            <a:ext cx="2046732" cy="2046732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" name="!!circle-1qg"/>
          <p:cNvSpPr/>
          <p:nvPr/>
        </p:nvSpPr>
        <p:spPr>
          <a:xfrm>
            <a:off x="3123324" y="5773424"/>
            <a:ext cx="1987309" cy="1987309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7" name="!!circle-1rf"/>
          <p:cNvSpPr/>
          <p:nvPr/>
        </p:nvSpPr>
        <p:spPr>
          <a:xfrm>
            <a:off x="1192460" y="4808922"/>
            <a:ext cx="1614653" cy="1614653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8" name="!!circle-1ro"/>
          <p:cNvSpPr/>
          <p:nvPr/>
        </p:nvSpPr>
        <p:spPr>
          <a:xfrm>
            <a:off x="5740216" y="5919855"/>
            <a:ext cx="1641335" cy="1641335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9" name="!!circle-1rq"/>
          <p:cNvSpPr/>
          <p:nvPr/>
        </p:nvSpPr>
        <p:spPr>
          <a:xfrm>
            <a:off x="-558997" y="2477818"/>
            <a:ext cx="1404252" cy="1404252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0" name="!!circle-1sg"/>
          <p:cNvSpPr/>
          <p:nvPr/>
        </p:nvSpPr>
        <p:spPr>
          <a:xfrm>
            <a:off x="-538734" y="1817882"/>
            <a:ext cx="1615783" cy="1615783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1" name="!!rect-1sh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5F7">
                  <a:alpha val="0"/>
                </a:srgbClr>
              </a:gs>
              <a:gs pos="20428">
                <a:srgbClr val="F3F5F7">
                  <a:alpha val="0"/>
                </a:srgbClr>
              </a:gs>
              <a:gs pos="66730">
                <a:srgbClr val="F3F5F7"/>
              </a:gs>
              <a:gs pos="100000">
                <a:srgbClr val="F3F5F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2" name="!!circle-1sj"/>
          <p:cNvSpPr/>
          <p:nvPr/>
        </p:nvSpPr>
        <p:spPr>
          <a:xfrm>
            <a:off x="116645" y="381086"/>
            <a:ext cx="50038" cy="50038"/>
          </a:xfrm>
          <a:prstGeom prst="ellipse">
            <a:avLst/>
          </a:prstGeom>
          <a:solidFill>
            <a:srgbClr val="627D8D">
              <a:alpha val="25400"/>
            </a:srgbClr>
          </a:solidFill>
          <a:ln>
            <a:noFill/>
          </a:ln>
        </p:spPr>
      </p:sp>
      <p:sp>
        <p:nvSpPr>
          <p:cNvPr id="13" name="!!circle-1sm"/>
          <p:cNvSpPr/>
          <p:nvPr/>
        </p:nvSpPr>
        <p:spPr>
          <a:xfrm>
            <a:off x="5662498" y="1614372"/>
            <a:ext cx="36055" cy="36055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14" name="!!circle-1sp"/>
          <p:cNvSpPr/>
          <p:nvPr/>
        </p:nvSpPr>
        <p:spPr>
          <a:xfrm>
            <a:off x="9304021" y="3529273"/>
            <a:ext cx="24295" cy="24295"/>
          </a:xfrm>
          <a:prstGeom prst="ellipse">
            <a:avLst/>
          </a:prstGeom>
          <a:solidFill>
            <a:srgbClr val="627D8D">
              <a:alpha val="18100"/>
            </a:srgbClr>
          </a:solidFill>
          <a:ln>
            <a:noFill/>
          </a:ln>
        </p:spPr>
      </p:sp>
      <p:sp>
        <p:nvSpPr>
          <p:cNvPr id="15" name="!!circle-1ss"/>
          <p:cNvSpPr/>
          <p:nvPr/>
        </p:nvSpPr>
        <p:spPr>
          <a:xfrm>
            <a:off x="3595958" y="6682245"/>
            <a:ext cx="25959" cy="25959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16" name="!!circle-1sv"/>
          <p:cNvSpPr/>
          <p:nvPr/>
        </p:nvSpPr>
        <p:spPr>
          <a:xfrm>
            <a:off x="1872027" y="1968430"/>
            <a:ext cx="35878" cy="35878"/>
          </a:xfrm>
          <a:prstGeom prst="ellipse">
            <a:avLst/>
          </a:prstGeom>
          <a:solidFill>
            <a:srgbClr val="627D8D">
              <a:alpha val="26800"/>
            </a:srgbClr>
          </a:solidFill>
          <a:ln>
            <a:noFill/>
          </a:ln>
        </p:spPr>
      </p:sp>
      <p:sp>
        <p:nvSpPr>
          <p:cNvPr id="17" name="!!circle-1sy"/>
          <p:cNvSpPr/>
          <p:nvPr/>
        </p:nvSpPr>
        <p:spPr>
          <a:xfrm>
            <a:off x="6735360" y="4221917"/>
            <a:ext cx="40234" cy="40234"/>
          </a:xfrm>
          <a:prstGeom prst="ellipse">
            <a:avLst/>
          </a:prstGeom>
          <a:solidFill>
            <a:srgbClr val="627D8D">
              <a:alpha val="31300"/>
            </a:srgbClr>
          </a:solidFill>
          <a:ln>
            <a:noFill/>
          </a:ln>
        </p:spPr>
      </p:sp>
      <p:sp>
        <p:nvSpPr>
          <p:cNvPr id="18" name="!!circle-1t1"/>
          <p:cNvSpPr/>
          <p:nvPr/>
        </p:nvSpPr>
        <p:spPr>
          <a:xfrm>
            <a:off x="10073391" y="245704"/>
            <a:ext cx="23559" cy="23559"/>
          </a:xfrm>
          <a:prstGeom prst="ellipse">
            <a:avLst/>
          </a:prstGeom>
          <a:solidFill>
            <a:srgbClr val="627D8D">
              <a:alpha val="17900"/>
            </a:srgbClr>
          </a:solidFill>
          <a:ln>
            <a:noFill/>
          </a:ln>
        </p:spPr>
      </p:sp>
      <p:sp>
        <p:nvSpPr>
          <p:cNvPr id="19" name="!!circle-1t4"/>
          <p:cNvSpPr/>
          <p:nvPr/>
        </p:nvSpPr>
        <p:spPr>
          <a:xfrm>
            <a:off x="1064120" y="5234428"/>
            <a:ext cx="29959" cy="29959"/>
          </a:xfrm>
          <a:prstGeom prst="ellipse">
            <a:avLst/>
          </a:prstGeom>
          <a:solidFill>
            <a:srgbClr val="627D8D">
              <a:alpha val="19400"/>
            </a:srgbClr>
          </a:solidFill>
          <a:ln>
            <a:noFill/>
          </a:ln>
        </p:spPr>
      </p:sp>
      <p:sp>
        <p:nvSpPr>
          <p:cNvPr id="20" name="!!circle-1t7"/>
          <p:cNvSpPr/>
          <p:nvPr/>
        </p:nvSpPr>
        <p:spPr>
          <a:xfrm>
            <a:off x="8556020" y="4695604"/>
            <a:ext cx="28702" cy="28702"/>
          </a:xfrm>
          <a:prstGeom prst="ellipse">
            <a:avLst/>
          </a:prstGeom>
          <a:solidFill>
            <a:srgbClr val="627D8D">
              <a:alpha val="17800"/>
            </a:srgbClr>
          </a:solidFill>
          <a:ln>
            <a:noFill/>
          </a:ln>
        </p:spPr>
      </p:sp>
      <p:sp>
        <p:nvSpPr>
          <p:cNvPr id="21" name="!!circle-1ta"/>
          <p:cNvSpPr/>
          <p:nvPr/>
        </p:nvSpPr>
        <p:spPr>
          <a:xfrm>
            <a:off x="11114668" y="2184427"/>
            <a:ext cx="24066" cy="24066"/>
          </a:xfrm>
          <a:prstGeom prst="ellipse">
            <a:avLst/>
          </a:prstGeom>
          <a:solidFill>
            <a:srgbClr val="627D8D">
              <a:alpha val="23900"/>
            </a:srgbClr>
          </a:solidFill>
          <a:ln>
            <a:noFill/>
          </a:ln>
        </p:spPr>
      </p:sp>
      <p:sp>
        <p:nvSpPr>
          <p:cNvPr id="22" name="!!circle-1td"/>
          <p:cNvSpPr/>
          <p:nvPr/>
        </p:nvSpPr>
        <p:spPr>
          <a:xfrm>
            <a:off x="8329107" y="6279089"/>
            <a:ext cx="35865" cy="35865"/>
          </a:xfrm>
          <a:prstGeom prst="ellipse">
            <a:avLst/>
          </a:prstGeom>
          <a:solidFill>
            <a:srgbClr val="627D8D">
              <a:alpha val="28200"/>
            </a:srgbClr>
          </a:solidFill>
          <a:ln>
            <a:noFill/>
          </a:ln>
        </p:spPr>
      </p:sp>
      <p:sp>
        <p:nvSpPr>
          <p:cNvPr id="23" name="!!circle-1tg"/>
          <p:cNvSpPr/>
          <p:nvPr/>
        </p:nvSpPr>
        <p:spPr>
          <a:xfrm>
            <a:off x="1411074" y="3586177"/>
            <a:ext cx="39218" cy="39218"/>
          </a:xfrm>
          <a:prstGeom prst="ellipse">
            <a:avLst/>
          </a:prstGeom>
          <a:solidFill>
            <a:srgbClr val="627D8D">
              <a:alpha val="29600"/>
            </a:srgbClr>
          </a:solidFill>
          <a:ln>
            <a:noFill/>
          </a:ln>
        </p:spPr>
      </p:sp>
      <p:sp>
        <p:nvSpPr>
          <p:cNvPr id="24" name="!!circle-1tj"/>
          <p:cNvSpPr/>
          <p:nvPr/>
        </p:nvSpPr>
        <p:spPr>
          <a:xfrm>
            <a:off x="7214602" y="6560015"/>
            <a:ext cx="49733" cy="49733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5" name="!!circle-1tm"/>
          <p:cNvSpPr/>
          <p:nvPr/>
        </p:nvSpPr>
        <p:spPr>
          <a:xfrm>
            <a:off x="6276367" y="2205011"/>
            <a:ext cx="41694" cy="41694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6" name="!!circle-1tp"/>
          <p:cNvSpPr/>
          <p:nvPr/>
        </p:nvSpPr>
        <p:spPr>
          <a:xfrm>
            <a:off x="6782267" y="5605655"/>
            <a:ext cx="31979" cy="31979"/>
          </a:xfrm>
          <a:prstGeom prst="ellipse">
            <a:avLst/>
          </a:prstGeom>
          <a:solidFill>
            <a:srgbClr val="627D8D">
              <a:alpha val="24100"/>
            </a:srgbClr>
          </a:solidFill>
          <a:ln>
            <a:noFill/>
          </a:ln>
        </p:spPr>
      </p:sp>
      <p:sp>
        <p:nvSpPr>
          <p:cNvPr id="27" name="!!circle-1ts"/>
          <p:cNvSpPr/>
          <p:nvPr/>
        </p:nvSpPr>
        <p:spPr>
          <a:xfrm>
            <a:off x="3803209" y="1587084"/>
            <a:ext cx="18085" cy="18085"/>
          </a:xfrm>
          <a:prstGeom prst="ellipse">
            <a:avLst/>
          </a:prstGeom>
          <a:solidFill>
            <a:srgbClr val="627D8D">
              <a:alpha val="10500"/>
            </a:srgbClr>
          </a:solidFill>
          <a:ln>
            <a:noFill/>
          </a:ln>
        </p:spPr>
      </p:sp>
      <p:sp>
        <p:nvSpPr>
          <p:cNvPr id="28" name="!!circle-1tv"/>
          <p:cNvSpPr/>
          <p:nvPr/>
        </p:nvSpPr>
        <p:spPr>
          <a:xfrm>
            <a:off x="7674631" y="56550"/>
            <a:ext cx="38214" cy="38214"/>
          </a:xfrm>
          <a:prstGeom prst="ellipse">
            <a:avLst/>
          </a:prstGeom>
          <a:solidFill>
            <a:srgbClr val="627D8D">
              <a:alpha val="23100"/>
            </a:srgbClr>
          </a:solidFill>
          <a:ln>
            <a:noFill/>
          </a:ln>
        </p:spPr>
      </p:sp>
      <p:sp>
        <p:nvSpPr>
          <p:cNvPr id="29" name="!!circle-1ty"/>
          <p:cNvSpPr/>
          <p:nvPr/>
        </p:nvSpPr>
        <p:spPr>
          <a:xfrm>
            <a:off x="3373354" y="6723182"/>
            <a:ext cx="39243" cy="39243"/>
          </a:xfrm>
          <a:prstGeom prst="ellipse">
            <a:avLst/>
          </a:prstGeom>
          <a:solidFill>
            <a:srgbClr val="627D8D">
              <a:alpha val="27700"/>
            </a:srgbClr>
          </a:solidFill>
          <a:ln>
            <a:noFill/>
          </a:ln>
        </p:spPr>
      </p:sp>
      <p:sp>
        <p:nvSpPr>
          <p:cNvPr id="30" name="!!circle-1u1"/>
          <p:cNvSpPr/>
          <p:nvPr/>
        </p:nvSpPr>
        <p:spPr>
          <a:xfrm>
            <a:off x="1677067" y="6790085"/>
            <a:ext cx="34519" cy="34519"/>
          </a:xfrm>
          <a:prstGeom prst="ellipse">
            <a:avLst/>
          </a:prstGeom>
          <a:solidFill>
            <a:srgbClr val="627D8D">
              <a:alpha val="22500"/>
            </a:srgbClr>
          </a:solidFill>
          <a:ln>
            <a:noFill/>
          </a:ln>
        </p:spPr>
      </p:sp>
      <p:sp>
        <p:nvSpPr>
          <p:cNvPr id="31" name="!!circle-1u4"/>
          <p:cNvSpPr/>
          <p:nvPr/>
        </p:nvSpPr>
        <p:spPr>
          <a:xfrm>
            <a:off x="2550759" y="5534341"/>
            <a:ext cx="46228" cy="46228"/>
          </a:xfrm>
          <a:prstGeom prst="ellipse">
            <a:avLst/>
          </a:prstGeom>
          <a:solidFill>
            <a:srgbClr val="627D8D">
              <a:alpha val="26200"/>
            </a:srgbClr>
          </a:solidFill>
          <a:ln>
            <a:noFill/>
          </a:ln>
        </p:spPr>
      </p:sp>
      <p:sp>
        <p:nvSpPr>
          <p:cNvPr id="32" name="!!circle-1u7"/>
          <p:cNvSpPr/>
          <p:nvPr/>
        </p:nvSpPr>
        <p:spPr>
          <a:xfrm>
            <a:off x="7404967" y="5013560"/>
            <a:ext cx="49327" cy="49327"/>
          </a:xfrm>
          <a:prstGeom prst="ellipse">
            <a:avLst/>
          </a:prstGeom>
          <a:solidFill>
            <a:srgbClr val="627D8D">
              <a:alpha val="20800"/>
            </a:srgbClr>
          </a:solidFill>
          <a:ln>
            <a:noFill/>
          </a:ln>
        </p:spPr>
      </p:sp>
      <p:sp>
        <p:nvSpPr>
          <p:cNvPr id="33" name="!!circle-1ua"/>
          <p:cNvSpPr/>
          <p:nvPr/>
        </p:nvSpPr>
        <p:spPr>
          <a:xfrm>
            <a:off x="9689207" y="5826309"/>
            <a:ext cx="24054" cy="24054"/>
          </a:xfrm>
          <a:prstGeom prst="ellipse">
            <a:avLst/>
          </a:prstGeom>
          <a:solidFill>
            <a:srgbClr val="627D8D">
              <a:alpha val="22200"/>
            </a:srgbClr>
          </a:solidFill>
          <a:ln>
            <a:noFill/>
          </a:ln>
        </p:spPr>
      </p:sp>
      <p:sp>
        <p:nvSpPr>
          <p:cNvPr id="34" name="!!circle-1ud"/>
          <p:cNvSpPr/>
          <p:nvPr/>
        </p:nvSpPr>
        <p:spPr>
          <a:xfrm>
            <a:off x="2175468" y="1691610"/>
            <a:ext cx="32271" cy="32271"/>
          </a:xfrm>
          <a:prstGeom prst="ellipse">
            <a:avLst/>
          </a:prstGeom>
          <a:solidFill>
            <a:srgbClr val="627D8D">
              <a:alpha val="20500"/>
            </a:srgbClr>
          </a:solidFill>
          <a:ln>
            <a:noFill/>
          </a:ln>
        </p:spPr>
      </p:sp>
      <p:sp>
        <p:nvSpPr>
          <p:cNvPr id="35" name="!!circle-1ug"/>
          <p:cNvSpPr/>
          <p:nvPr/>
        </p:nvSpPr>
        <p:spPr>
          <a:xfrm>
            <a:off x="2095576" y="125698"/>
            <a:ext cx="21323" cy="21323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36" name="!!circle-1uj"/>
          <p:cNvSpPr/>
          <p:nvPr/>
        </p:nvSpPr>
        <p:spPr>
          <a:xfrm>
            <a:off x="2108286" y="2745183"/>
            <a:ext cx="34252" cy="34252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37" name="!!circle-1um"/>
          <p:cNvSpPr/>
          <p:nvPr/>
        </p:nvSpPr>
        <p:spPr>
          <a:xfrm>
            <a:off x="9627221" y="4827220"/>
            <a:ext cx="44196" cy="44196"/>
          </a:xfrm>
          <a:prstGeom prst="ellipse">
            <a:avLst/>
          </a:prstGeom>
          <a:solidFill>
            <a:srgbClr val="627D8D">
              <a:alpha val="21700"/>
            </a:srgbClr>
          </a:solidFill>
          <a:ln>
            <a:noFill/>
          </a:ln>
        </p:spPr>
      </p:sp>
      <p:sp>
        <p:nvSpPr>
          <p:cNvPr id="38" name="!!circle-1up"/>
          <p:cNvSpPr/>
          <p:nvPr/>
        </p:nvSpPr>
        <p:spPr>
          <a:xfrm>
            <a:off x="6839342" y="1980279"/>
            <a:ext cx="35192" cy="35192"/>
          </a:xfrm>
          <a:prstGeom prst="ellipse">
            <a:avLst/>
          </a:prstGeom>
          <a:solidFill>
            <a:srgbClr val="627D8D">
              <a:alpha val="27100"/>
            </a:srgbClr>
          </a:solidFill>
          <a:ln>
            <a:noFill/>
          </a:ln>
        </p:spPr>
      </p:sp>
      <p:sp>
        <p:nvSpPr>
          <p:cNvPr id="39" name="!!circle-1us"/>
          <p:cNvSpPr/>
          <p:nvPr/>
        </p:nvSpPr>
        <p:spPr>
          <a:xfrm>
            <a:off x="10063811" y="5637267"/>
            <a:ext cx="43358" cy="43358"/>
          </a:xfrm>
          <a:prstGeom prst="ellipse">
            <a:avLst/>
          </a:prstGeom>
          <a:solidFill>
            <a:srgbClr val="627D8D">
              <a:alpha val="19500"/>
            </a:srgbClr>
          </a:solidFill>
          <a:ln>
            <a:noFill/>
          </a:ln>
        </p:spPr>
      </p:sp>
      <p:sp>
        <p:nvSpPr>
          <p:cNvPr id="40" name="!!circle-1uv"/>
          <p:cNvSpPr/>
          <p:nvPr/>
        </p:nvSpPr>
        <p:spPr>
          <a:xfrm>
            <a:off x="3052700" y="2445564"/>
            <a:ext cx="33528" cy="33528"/>
          </a:xfrm>
          <a:prstGeom prst="ellipse">
            <a:avLst/>
          </a:prstGeom>
          <a:solidFill>
            <a:srgbClr val="627D8D">
              <a:alpha val="28300"/>
            </a:srgbClr>
          </a:solidFill>
          <a:ln>
            <a:noFill/>
          </a:ln>
        </p:spPr>
      </p:sp>
      <p:sp>
        <p:nvSpPr>
          <p:cNvPr id="41" name="!!circle-1uy"/>
          <p:cNvSpPr/>
          <p:nvPr/>
        </p:nvSpPr>
        <p:spPr>
          <a:xfrm>
            <a:off x="6710969" y="2963984"/>
            <a:ext cx="28956" cy="28956"/>
          </a:xfrm>
          <a:prstGeom prst="ellipse">
            <a:avLst/>
          </a:prstGeom>
          <a:solidFill>
            <a:srgbClr val="627D8D">
              <a:alpha val="21800"/>
            </a:srgbClr>
          </a:solidFill>
          <a:ln>
            <a:noFill/>
          </a:ln>
        </p:spPr>
      </p:sp>
      <p:sp>
        <p:nvSpPr>
          <p:cNvPr id="42" name="!!circle-1v1"/>
          <p:cNvSpPr/>
          <p:nvPr/>
        </p:nvSpPr>
        <p:spPr>
          <a:xfrm>
            <a:off x="6956377" y="6722540"/>
            <a:ext cx="45555" cy="45555"/>
          </a:xfrm>
          <a:prstGeom prst="ellipse">
            <a:avLst/>
          </a:prstGeom>
          <a:solidFill>
            <a:srgbClr val="627D8D">
              <a:alpha val="20900"/>
            </a:srgbClr>
          </a:solidFill>
          <a:ln>
            <a:noFill/>
          </a:ln>
        </p:spPr>
      </p:sp>
      <p:sp>
        <p:nvSpPr>
          <p:cNvPr id="43" name="!!circle-1v4"/>
          <p:cNvSpPr/>
          <p:nvPr/>
        </p:nvSpPr>
        <p:spPr>
          <a:xfrm>
            <a:off x="11330609" y="3734060"/>
            <a:ext cx="39484" cy="39484"/>
          </a:xfrm>
          <a:prstGeom prst="ellipse">
            <a:avLst/>
          </a:prstGeom>
          <a:solidFill>
            <a:srgbClr val="627D8D">
              <a:alpha val="13600"/>
            </a:srgbClr>
          </a:solidFill>
          <a:ln>
            <a:noFill/>
          </a:ln>
        </p:spPr>
      </p:sp>
      <p:sp>
        <p:nvSpPr>
          <p:cNvPr id="44" name="!!circle-1v7"/>
          <p:cNvSpPr/>
          <p:nvPr/>
        </p:nvSpPr>
        <p:spPr>
          <a:xfrm>
            <a:off x="7420405" y="5846092"/>
            <a:ext cx="30455" cy="30455"/>
          </a:xfrm>
          <a:prstGeom prst="ellipse">
            <a:avLst/>
          </a:prstGeom>
          <a:solidFill>
            <a:srgbClr val="627D8D">
              <a:alpha val="16500"/>
            </a:srgbClr>
          </a:solidFill>
          <a:ln>
            <a:noFill/>
          </a:ln>
        </p:spPr>
      </p:sp>
      <p:sp>
        <p:nvSpPr>
          <p:cNvPr id="45" name="!!circle-1va"/>
          <p:cNvSpPr/>
          <p:nvPr/>
        </p:nvSpPr>
        <p:spPr>
          <a:xfrm>
            <a:off x="8914402" y="6592485"/>
            <a:ext cx="28257" cy="28257"/>
          </a:xfrm>
          <a:prstGeom prst="ellipse">
            <a:avLst/>
          </a:prstGeom>
          <a:solidFill>
            <a:srgbClr val="627D8D">
              <a:alpha val="15700"/>
            </a:srgbClr>
          </a:solidFill>
          <a:ln>
            <a:noFill/>
          </a:ln>
        </p:spPr>
      </p:sp>
      <p:sp>
        <p:nvSpPr>
          <p:cNvPr id="46" name="!!circle-1vd"/>
          <p:cNvSpPr/>
          <p:nvPr/>
        </p:nvSpPr>
        <p:spPr>
          <a:xfrm>
            <a:off x="11274751" y="5343064"/>
            <a:ext cx="45149" cy="45149"/>
          </a:xfrm>
          <a:prstGeom prst="ellipse">
            <a:avLst/>
          </a:prstGeom>
          <a:solidFill>
            <a:srgbClr val="627D8D">
              <a:alpha val="31200"/>
            </a:srgbClr>
          </a:solidFill>
          <a:ln>
            <a:noFill/>
          </a:ln>
        </p:spPr>
      </p:sp>
      <p:sp>
        <p:nvSpPr>
          <p:cNvPr id="47" name="!!circle-1vg"/>
          <p:cNvSpPr/>
          <p:nvPr/>
        </p:nvSpPr>
        <p:spPr>
          <a:xfrm>
            <a:off x="3431377" y="3653159"/>
            <a:ext cx="30696" cy="30696"/>
          </a:xfrm>
          <a:prstGeom prst="ellipse">
            <a:avLst/>
          </a:prstGeom>
          <a:solidFill>
            <a:srgbClr val="627D8D">
              <a:alpha val="25700"/>
            </a:srgbClr>
          </a:solidFill>
          <a:ln>
            <a:noFill/>
          </a:ln>
        </p:spPr>
      </p:sp>
      <p:sp>
        <p:nvSpPr>
          <p:cNvPr id="48" name="!!circle-1vj"/>
          <p:cNvSpPr/>
          <p:nvPr/>
        </p:nvSpPr>
        <p:spPr>
          <a:xfrm>
            <a:off x="8826696" y="4217935"/>
            <a:ext cx="37401" cy="37401"/>
          </a:xfrm>
          <a:prstGeom prst="ellipse">
            <a:avLst/>
          </a:prstGeom>
          <a:solidFill>
            <a:srgbClr val="627D8D">
              <a:alpha val="16000"/>
            </a:srgbClr>
          </a:solidFill>
          <a:ln>
            <a:noFill/>
          </a:ln>
        </p:spPr>
      </p:sp>
      <p:sp>
        <p:nvSpPr>
          <p:cNvPr id="49" name="!!circle-1vm"/>
          <p:cNvSpPr/>
          <p:nvPr/>
        </p:nvSpPr>
        <p:spPr>
          <a:xfrm>
            <a:off x="1692429" y="4919161"/>
            <a:ext cx="33096" cy="33096"/>
          </a:xfrm>
          <a:prstGeom prst="ellipse">
            <a:avLst/>
          </a:prstGeom>
          <a:solidFill>
            <a:srgbClr val="627D8D">
              <a:alpha val="22300"/>
            </a:srgbClr>
          </a:solidFill>
          <a:ln>
            <a:noFill/>
          </a:ln>
        </p:spPr>
      </p:sp>
      <p:sp>
        <p:nvSpPr>
          <p:cNvPr id="50" name="!!circle-1vp"/>
          <p:cNvSpPr/>
          <p:nvPr/>
        </p:nvSpPr>
        <p:spPr>
          <a:xfrm>
            <a:off x="11607630" y="1021868"/>
            <a:ext cx="21145" cy="21145"/>
          </a:xfrm>
          <a:prstGeom prst="ellipse">
            <a:avLst/>
          </a:prstGeom>
          <a:solidFill>
            <a:srgbClr val="627D8D">
              <a:alpha val="16300"/>
            </a:srgbClr>
          </a:solidFill>
          <a:ln>
            <a:noFill/>
          </a:ln>
        </p:spPr>
      </p:sp>
      <p:sp>
        <p:nvSpPr>
          <p:cNvPr id="51" name="!!circle-1vs"/>
          <p:cNvSpPr/>
          <p:nvPr/>
        </p:nvSpPr>
        <p:spPr>
          <a:xfrm>
            <a:off x="11077703" y="5848016"/>
            <a:ext cx="35281" cy="35281"/>
          </a:xfrm>
          <a:prstGeom prst="ellipse">
            <a:avLst/>
          </a:prstGeom>
          <a:solidFill>
            <a:srgbClr val="627D8D">
              <a:alpha val="30000"/>
            </a:srgbClr>
          </a:solidFill>
          <a:ln>
            <a:noFill/>
          </a:ln>
        </p:spPr>
      </p:sp>
      <p:sp>
        <p:nvSpPr>
          <p:cNvPr id="52" name="!!path-2x0"/>
          <p:cNvSpPr/>
          <p:nvPr/>
        </p:nvSpPr>
        <p:spPr>
          <a:xfrm>
            <a:off x="3981940" y="3206480"/>
            <a:ext cx="816217" cy="540114"/>
          </a:xfrm>
          <a:custGeom>
            <a:avLst/>
            <a:gdLst/>
            <a:ahLst/>
            <a:cxnLst/>
            <a:rect l="l" t="t" r="r" b="b"/>
            <a:pathLst>
              <a:path w="816217" h="540114">
                <a:moveTo>
                  <a:pt x="0" y="52903"/>
                </a:moveTo>
                <a:cubicBezTo>
                  <a:pt x="45345" y="20154"/>
                  <a:pt x="156190" y="10077"/>
                  <a:pt x="246881" y="34261"/>
                </a:cubicBezTo>
                <a:cubicBezTo>
                  <a:pt x="322456" y="55422"/>
                  <a:pt x="377878" y="85652"/>
                  <a:pt x="413147" y="115883"/>
                </a:cubicBezTo>
                <a:cubicBezTo>
                  <a:pt x="453454" y="80614"/>
                  <a:pt x="523991" y="35269"/>
                  <a:pt x="609644" y="14107"/>
                </a:cubicBezTo>
                <a:cubicBezTo>
                  <a:pt x="690258" y="0"/>
                  <a:pt x="770872" y="7558"/>
                  <a:pt x="816217" y="42826"/>
                </a:cubicBezTo>
                <a:lnTo>
                  <a:pt x="815210" y="442370"/>
                </a:lnTo>
                <a:cubicBezTo>
                  <a:pt x="725526" y="430781"/>
                  <a:pt x="549183" y="438339"/>
                  <a:pt x="416170" y="537091"/>
                </a:cubicBezTo>
                <a:quadBezTo>
                  <a:pt x="413147" y="540114"/>
                  <a:pt x="410124" y="537091"/>
                </a:quadBezTo>
                <a:cubicBezTo>
                  <a:pt x="277111" y="438339"/>
                  <a:pt x="105806" y="430781"/>
                  <a:pt x="15115" y="447408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53" name="!!path-2x1"/>
          <p:cNvSpPr/>
          <p:nvPr/>
        </p:nvSpPr>
        <p:spPr>
          <a:xfrm>
            <a:off x="3981940" y="3210510"/>
            <a:ext cx="816217" cy="540114"/>
          </a:xfrm>
          <a:custGeom>
            <a:avLst/>
            <a:gdLst/>
            <a:ahLst/>
            <a:cxnLst/>
            <a:rect l="l" t="t" r="r" b="b"/>
            <a:pathLst>
              <a:path w="816217" h="540114">
                <a:moveTo>
                  <a:pt x="0" y="52903"/>
                </a:moveTo>
                <a:cubicBezTo>
                  <a:pt x="45345" y="20154"/>
                  <a:pt x="156190" y="10077"/>
                  <a:pt x="246881" y="34261"/>
                </a:cubicBezTo>
                <a:cubicBezTo>
                  <a:pt x="322456" y="55422"/>
                  <a:pt x="377878" y="85652"/>
                  <a:pt x="413147" y="115883"/>
                </a:cubicBezTo>
                <a:cubicBezTo>
                  <a:pt x="453454" y="80614"/>
                  <a:pt x="523991" y="35269"/>
                  <a:pt x="609644" y="14107"/>
                </a:cubicBezTo>
                <a:cubicBezTo>
                  <a:pt x="690258" y="0"/>
                  <a:pt x="770872" y="7558"/>
                  <a:pt x="816217" y="42826"/>
                </a:cubicBezTo>
                <a:lnTo>
                  <a:pt x="815210" y="442370"/>
                </a:lnTo>
                <a:cubicBezTo>
                  <a:pt x="725526" y="430781"/>
                  <a:pt x="549183" y="438339"/>
                  <a:pt x="416170" y="537091"/>
                </a:cubicBezTo>
                <a:quadBezTo>
                  <a:pt x="413147" y="540114"/>
                  <a:pt x="410124" y="537091"/>
                </a:quadBezTo>
                <a:cubicBezTo>
                  <a:pt x="277111" y="438339"/>
                  <a:pt x="105806" y="430781"/>
                  <a:pt x="15115" y="447408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54" name="!!path-2x2"/>
          <p:cNvSpPr/>
          <p:nvPr/>
        </p:nvSpPr>
        <p:spPr>
          <a:xfrm>
            <a:off x="3981940" y="3214541"/>
            <a:ext cx="816217" cy="540114"/>
          </a:xfrm>
          <a:custGeom>
            <a:avLst/>
            <a:gdLst/>
            <a:ahLst/>
            <a:cxnLst/>
            <a:rect l="l" t="t" r="r" b="b"/>
            <a:pathLst>
              <a:path w="816217" h="540114">
                <a:moveTo>
                  <a:pt x="0" y="52903"/>
                </a:moveTo>
                <a:cubicBezTo>
                  <a:pt x="45345" y="20154"/>
                  <a:pt x="156190" y="10077"/>
                  <a:pt x="246881" y="34261"/>
                </a:cubicBezTo>
                <a:cubicBezTo>
                  <a:pt x="322456" y="55422"/>
                  <a:pt x="377878" y="85652"/>
                  <a:pt x="413147" y="115883"/>
                </a:cubicBezTo>
                <a:cubicBezTo>
                  <a:pt x="453454" y="80614"/>
                  <a:pt x="523991" y="35269"/>
                  <a:pt x="609644" y="14107"/>
                </a:cubicBezTo>
                <a:cubicBezTo>
                  <a:pt x="690258" y="0"/>
                  <a:pt x="770872" y="7558"/>
                  <a:pt x="816217" y="42826"/>
                </a:cubicBezTo>
                <a:lnTo>
                  <a:pt x="815210" y="442370"/>
                </a:lnTo>
                <a:cubicBezTo>
                  <a:pt x="725526" y="430781"/>
                  <a:pt x="549183" y="438339"/>
                  <a:pt x="416170" y="537091"/>
                </a:cubicBezTo>
                <a:quadBezTo>
                  <a:pt x="413147" y="540114"/>
                  <a:pt x="410124" y="537091"/>
                </a:quadBezTo>
                <a:cubicBezTo>
                  <a:pt x="277111" y="438339"/>
                  <a:pt x="105806" y="430781"/>
                  <a:pt x="15115" y="447408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55" name="!!path-2x3"/>
          <p:cNvSpPr/>
          <p:nvPr/>
        </p:nvSpPr>
        <p:spPr>
          <a:xfrm>
            <a:off x="3981940" y="3218572"/>
            <a:ext cx="816217" cy="540114"/>
          </a:xfrm>
          <a:custGeom>
            <a:avLst/>
            <a:gdLst/>
            <a:ahLst/>
            <a:cxnLst/>
            <a:rect l="l" t="t" r="r" b="b"/>
            <a:pathLst>
              <a:path w="816217" h="540114">
                <a:moveTo>
                  <a:pt x="0" y="52903"/>
                </a:moveTo>
                <a:cubicBezTo>
                  <a:pt x="45345" y="20154"/>
                  <a:pt x="156190" y="10077"/>
                  <a:pt x="246881" y="34261"/>
                </a:cubicBezTo>
                <a:cubicBezTo>
                  <a:pt x="322456" y="55422"/>
                  <a:pt x="377878" y="85652"/>
                  <a:pt x="413147" y="115883"/>
                </a:cubicBezTo>
                <a:cubicBezTo>
                  <a:pt x="453454" y="80614"/>
                  <a:pt x="523991" y="35269"/>
                  <a:pt x="609644" y="14107"/>
                </a:cubicBezTo>
                <a:cubicBezTo>
                  <a:pt x="690258" y="0"/>
                  <a:pt x="770872" y="7558"/>
                  <a:pt x="816217" y="42826"/>
                </a:cubicBezTo>
                <a:lnTo>
                  <a:pt x="815210" y="442370"/>
                </a:lnTo>
                <a:cubicBezTo>
                  <a:pt x="725526" y="430781"/>
                  <a:pt x="549183" y="438339"/>
                  <a:pt x="416170" y="537091"/>
                </a:cubicBezTo>
                <a:quadBezTo>
                  <a:pt x="413147" y="540114"/>
                  <a:pt x="410124" y="537091"/>
                </a:quadBezTo>
                <a:cubicBezTo>
                  <a:pt x="277111" y="438339"/>
                  <a:pt x="105806" y="430781"/>
                  <a:pt x="15115" y="447408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56" name="!!path-2x4"/>
          <p:cNvSpPr/>
          <p:nvPr/>
        </p:nvSpPr>
        <p:spPr>
          <a:xfrm>
            <a:off x="3981940" y="3222603"/>
            <a:ext cx="816217" cy="540114"/>
          </a:xfrm>
          <a:custGeom>
            <a:avLst/>
            <a:gdLst/>
            <a:ahLst/>
            <a:cxnLst/>
            <a:rect l="l" t="t" r="r" b="b"/>
            <a:pathLst>
              <a:path w="816217" h="540114">
                <a:moveTo>
                  <a:pt x="0" y="52903"/>
                </a:moveTo>
                <a:cubicBezTo>
                  <a:pt x="45345" y="20154"/>
                  <a:pt x="156190" y="10077"/>
                  <a:pt x="246881" y="34261"/>
                </a:cubicBezTo>
                <a:cubicBezTo>
                  <a:pt x="322456" y="55422"/>
                  <a:pt x="377878" y="85652"/>
                  <a:pt x="413147" y="115883"/>
                </a:cubicBezTo>
                <a:cubicBezTo>
                  <a:pt x="453454" y="80614"/>
                  <a:pt x="523991" y="35269"/>
                  <a:pt x="609644" y="14107"/>
                </a:cubicBezTo>
                <a:cubicBezTo>
                  <a:pt x="690258" y="0"/>
                  <a:pt x="770872" y="7558"/>
                  <a:pt x="816217" y="42826"/>
                </a:cubicBezTo>
                <a:lnTo>
                  <a:pt x="815210" y="442370"/>
                </a:lnTo>
                <a:cubicBezTo>
                  <a:pt x="725526" y="430781"/>
                  <a:pt x="549183" y="438339"/>
                  <a:pt x="416170" y="537091"/>
                </a:cubicBezTo>
                <a:quadBezTo>
                  <a:pt x="413147" y="540114"/>
                  <a:pt x="410124" y="537091"/>
                </a:quadBezTo>
                <a:cubicBezTo>
                  <a:pt x="277111" y="438339"/>
                  <a:pt x="105806" y="430781"/>
                  <a:pt x="15115" y="447408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57" name="!!path-2x5"/>
          <p:cNvSpPr/>
          <p:nvPr/>
        </p:nvSpPr>
        <p:spPr>
          <a:xfrm>
            <a:off x="3981940" y="3226633"/>
            <a:ext cx="816217" cy="540114"/>
          </a:xfrm>
          <a:custGeom>
            <a:avLst/>
            <a:gdLst/>
            <a:ahLst/>
            <a:cxnLst/>
            <a:rect l="l" t="t" r="r" b="b"/>
            <a:pathLst>
              <a:path w="816217" h="540114">
                <a:moveTo>
                  <a:pt x="0" y="52903"/>
                </a:moveTo>
                <a:cubicBezTo>
                  <a:pt x="45345" y="20154"/>
                  <a:pt x="156190" y="10077"/>
                  <a:pt x="246881" y="34261"/>
                </a:cubicBezTo>
                <a:cubicBezTo>
                  <a:pt x="322456" y="55422"/>
                  <a:pt x="377878" y="85652"/>
                  <a:pt x="413147" y="115883"/>
                </a:cubicBezTo>
                <a:cubicBezTo>
                  <a:pt x="453454" y="80614"/>
                  <a:pt x="523991" y="35269"/>
                  <a:pt x="609644" y="14107"/>
                </a:cubicBezTo>
                <a:cubicBezTo>
                  <a:pt x="690258" y="0"/>
                  <a:pt x="770872" y="7558"/>
                  <a:pt x="816217" y="42826"/>
                </a:cubicBezTo>
                <a:lnTo>
                  <a:pt x="815210" y="442370"/>
                </a:lnTo>
                <a:cubicBezTo>
                  <a:pt x="725526" y="430781"/>
                  <a:pt x="549183" y="438339"/>
                  <a:pt x="416170" y="537091"/>
                </a:cubicBezTo>
                <a:quadBezTo>
                  <a:pt x="413147" y="540114"/>
                  <a:pt x="410124" y="537091"/>
                </a:quadBezTo>
                <a:cubicBezTo>
                  <a:pt x="277111" y="438339"/>
                  <a:pt x="105806" y="430781"/>
                  <a:pt x="15115" y="447408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58" name="!!path-2x6"/>
          <p:cNvSpPr/>
          <p:nvPr/>
        </p:nvSpPr>
        <p:spPr>
          <a:xfrm>
            <a:off x="3981940" y="3230664"/>
            <a:ext cx="816217" cy="540114"/>
          </a:xfrm>
          <a:custGeom>
            <a:avLst/>
            <a:gdLst/>
            <a:ahLst/>
            <a:cxnLst/>
            <a:rect l="l" t="t" r="r" b="b"/>
            <a:pathLst>
              <a:path w="816217" h="540114">
                <a:moveTo>
                  <a:pt x="0" y="52903"/>
                </a:moveTo>
                <a:cubicBezTo>
                  <a:pt x="45345" y="20154"/>
                  <a:pt x="156190" y="10077"/>
                  <a:pt x="246881" y="34261"/>
                </a:cubicBezTo>
                <a:cubicBezTo>
                  <a:pt x="322456" y="55422"/>
                  <a:pt x="377878" y="85652"/>
                  <a:pt x="413147" y="115883"/>
                </a:cubicBezTo>
                <a:cubicBezTo>
                  <a:pt x="453454" y="80614"/>
                  <a:pt x="523991" y="35269"/>
                  <a:pt x="609644" y="14107"/>
                </a:cubicBezTo>
                <a:cubicBezTo>
                  <a:pt x="690258" y="0"/>
                  <a:pt x="770872" y="7558"/>
                  <a:pt x="816217" y="42826"/>
                </a:cubicBezTo>
                <a:lnTo>
                  <a:pt x="815210" y="442370"/>
                </a:lnTo>
                <a:cubicBezTo>
                  <a:pt x="725526" y="430781"/>
                  <a:pt x="549183" y="438339"/>
                  <a:pt x="416170" y="537091"/>
                </a:cubicBezTo>
                <a:quadBezTo>
                  <a:pt x="413147" y="540114"/>
                  <a:pt x="410124" y="537091"/>
                </a:quadBezTo>
                <a:cubicBezTo>
                  <a:pt x="277111" y="438339"/>
                  <a:pt x="105806" y="430781"/>
                  <a:pt x="15115" y="447408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59" name="!!path-2x7"/>
          <p:cNvSpPr/>
          <p:nvPr/>
        </p:nvSpPr>
        <p:spPr>
          <a:xfrm>
            <a:off x="3981940" y="3234695"/>
            <a:ext cx="816217" cy="540114"/>
          </a:xfrm>
          <a:custGeom>
            <a:avLst/>
            <a:gdLst/>
            <a:ahLst/>
            <a:cxnLst/>
            <a:rect l="l" t="t" r="r" b="b"/>
            <a:pathLst>
              <a:path w="816217" h="540114">
                <a:moveTo>
                  <a:pt x="0" y="52903"/>
                </a:moveTo>
                <a:cubicBezTo>
                  <a:pt x="45345" y="20154"/>
                  <a:pt x="156190" y="10077"/>
                  <a:pt x="246881" y="34261"/>
                </a:cubicBezTo>
                <a:cubicBezTo>
                  <a:pt x="322456" y="55422"/>
                  <a:pt x="377878" y="85652"/>
                  <a:pt x="413147" y="115883"/>
                </a:cubicBezTo>
                <a:cubicBezTo>
                  <a:pt x="453454" y="80614"/>
                  <a:pt x="523991" y="35269"/>
                  <a:pt x="609644" y="14107"/>
                </a:cubicBezTo>
                <a:cubicBezTo>
                  <a:pt x="690258" y="0"/>
                  <a:pt x="770872" y="7558"/>
                  <a:pt x="816217" y="42826"/>
                </a:cubicBezTo>
                <a:lnTo>
                  <a:pt x="815210" y="442370"/>
                </a:lnTo>
                <a:cubicBezTo>
                  <a:pt x="725526" y="430781"/>
                  <a:pt x="549183" y="438339"/>
                  <a:pt x="416170" y="537091"/>
                </a:cubicBezTo>
                <a:quadBezTo>
                  <a:pt x="413147" y="540114"/>
                  <a:pt x="410124" y="537091"/>
                </a:quadBezTo>
                <a:cubicBezTo>
                  <a:pt x="277111" y="438339"/>
                  <a:pt x="105806" y="430781"/>
                  <a:pt x="15115" y="447408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60" name="!!path-2x8"/>
          <p:cNvSpPr/>
          <p:nvPr/>
        </p:nvSpPr>
        <p:spPr>
          <a:xfrm>
            <a:off x="4077669" y="3114277"/>
            <a:ext cx="318426" cy="304822"/>
          </a:xfrm>
          <a:custGeom>
            <a:avLst/>
            <a:gdLst/>
            <a:ahLst/>
            <a:cxnLst/>
            <a:rect l="l" t="t" r="r" b="b"/>
            <a:pathLst>
              <a:path w="318426" h="304822">
                <a:moveTo>
                  <a:pt x="0" y="43834"/>
                </a:moveTo>
                <a:lnTo>
                  <a:pt x="20154" y="12596"/>
                </a:lnTo>
                <a:cubicBezTo>
                  <a:pt x="80614" y="0"/>
                  <a:pt x="181382" y="17634"/>
                  <a:pt x="251919" y="65499"/>
                </a:cubicBezTo>
                <a:cubicBezTo>
                  <a:pt x="289707" y="92202"/>
                  <a:pt x="309860" y="123440"/>
                  <a:pt x="318426" y="156190"/>
                </a:cubicBezTo>
                <a:lnTo>
                  <a:pt x="318426" y="304822"/>
                </a:lnTo>
                <a:lnTo>
                  <a:pt x="0" y="304822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61" name="!!path-2x9"/>
          <p:cNvSpPr/>
          <p:nvPr/>
        </p:nvSpPr>
        <p:spPr>
          <a:xfrm>
            <a:off x="4077669" y="3114277"/>
            <a:ext cx="318426" cy="156190"/>
          </a:xfrm>
          <a:custGeom>
            <a:avLst/>
            <a:gdLst/>
            <a:ahLst/>
            <a:cxnLst/>
            <a:rect l="l" t="t" r="r" b="b"/>
            <a:pathLst>
              <a:path w="318426" h="156190" fill="none">
                <a:moveTo>
                  <a:pt x="318426" y="156190"/>
                </a:moveTo>
                <a:cubicBezTo>
                  <a:pt x="309860" y="123440"/>
                  <a:pt x="289707" y="92202"/>
                  <a:pt x="251919" y="65499"/>
                </a:cubicBezTo>
                <a:cubicBezTo>
                  <a:pt x="181382" y="17634"/>
                  <a:pt x="80614" y="0"/>
                  <a:pt x="20154" y="12596"/>
                </a:cubicBezTo>
                <a:lnTo>
                  <a:pt x="0" y="43834"/>
                </a:lnTo>
              </a:path>
            </a:pathLst>
          </a:custGeom>
          <a:noFill/>
          <a:ln w="12092" cap="rnd">
            <a:solidFill>
              <a:srgbClr val="627D8D"/>
            </a:solidFill>
            <a:prstDash val="solid"/>
            <a:round/>
          </a:ln>
        </p:spPr>
      </p:sp>
      <p:sp>
        <p:nvSpPr>
          <p:cNvPr id="62" name="!!path-2xa"/>
          <p:cNvSpPr/>
          <p:nvPr/>
        </p:nvSpPr>
        <p:spPr>
          <a:xfrm>
            <a:off x="4046431" y="3144508"/>
            <a:ext cx="349663" cy="274592"/>
          </a:xfrm>
          <a:custGeom>
            <a:avLst/>
            <a:gdLst/>
            <a:ahLst/>
            <a:cxnLst/>
            <a:rect l="l" t="t" r="r" b="b"/>
            <a:pathLst>
              <a:path w="349663" h="274592">
                <a:moveTo>
                  <a:pt x="0" y="55422"/>
                </a:moveTo>
                <a:lnTo>
                  <a:pt x="16123" y="16123"/>
                </a:lnTo>
                <a:cubicBezTo>
                  <a:pt x="91698" y="0"/>
                  <a:pt x="197504" y="17634"/>
                  <a:pt x="273080" y="62980"/>
                </a:cubicBezTo>
                <a:cubicBezTo>
                  <a:pt x="313387" y="87164"/>
                  <a:pt x="338579" y="123440"/>
                  <a:pt x="349663" y="156190"/>
                </a:cubicBezTo>
                <a:lnTo>
                  <a:pt x="349663" y="274592"/>
                </a:lnTo>
                <a:lnTo>
                  <a:pt x="0" y="274592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63" name="!!path-2xb"/>
          <p:cNvSpPr/>
          <p:nvPr/>
        </p:nvSpPr>
        <p:spPr>
          <a:xfrm>
            <a:off x="4046431" y="3144508"/>
            <a:ext cx="349663" cy="156190"/>
          </a:xfrm>
          <a:custGeom>
            <a:avLst/>
            <a:gdLst/>
            <a:ahLst/>
            <a:cxnLst/>
            <a:rect l="l" t="t" r="r" b="b"/>
            <a:pathLst>
              <a:path w="349663" h="156190" fill="none">
                <a:moveTo>
                  <a:pt x="349663" y="156190"/>
                </a:moveTo>
                <a:cubicBezTo>
                  <a:pt x="338579" y="123440"/>
                  <a:pt x="313387" y="87164"/>
                  <a:pt x="273080" y="62980"/>
                </a:cubicBezTo>
                <a:cubicBezTo>
                  <a:pt x="197504" y="17634"/>
                  <a:pt x="91698" y="0"/>
                  <a:pt x="16123" y="16123"/>
                </a:cubicBezTo>
                <a:lnTo>
                  <a:pt x="0" y="55422"/>
                </a:lnTo>
              </a:path>
            </a:pathLst>
          </a:custGeom>
          <a:noFill/>
          <a:ln w="12092" cap="rnd">
            <a:solidFill>
              <a:srgbClr val="627D8D"/>
            </a:solidFill>
            <a:prstDash val="solid"/>
            <a:round/>
          </a:ln>
        </p:spPr>
      </p:sp>
      <p:sp>
        <p:nvSpPr>
          <p:cNvPr id="64" name="!!path-2xc"/>
          <p:cNvSpPr/>
          <p:nvPr/>
        </p:nvSpPr>
        <p:spPr>
          <a:xfrm>
            <a:off x="4018720" y="3177257"/>
            <a:ext cx="376367" cy="241842"/>
          </a:xfrm>
          <a:custGeom>
            <a:avLst/>
            <a:gdLst/>
            <a:ahLst/>
            <a:cxnLst/>
            <a:rect l="l" t="t" r="r" b="b"/>
            <a:pathLst>
              <a:path w="376367" h="241842">
                <a:moveTo>
                  <a:pt x="0" y="57438"/>
                </a:moveTo>
                <a:lnTo>
                  <a:pt x="9573" y="31238"/>
                </a:lnTo>
                <a:cubicBezTo>
                  <a:pt x="94218" y="0"/>
                  <a:pt x="210100" y="12596"/>
                  <a:pt x="290714" y="54414"/>
                </a:cubicBezTo>
                <a:cubicBezTo>
                  <a:pt x="336060" y="78095"/>
                  <a:pt x="363771" y="108325"/>
                  <a:pt x="376367" y="137044"/>
                </a:cubicBezTo>
                <a:lnTo>
                  <a:pt x="376367" y="241842"/>
                </a:lnTo>
                <a:lnTo>
                  <a:pt x="0" y="241842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65" name="!!path-2xd"/>
          <p:cNvSpPr/>
          <p:nvPr/>
        </p:nvSpPr>
        <p:spPr>
          <a:xfrm>
            <a:off x="4018720" y="3177257"/>
            <a:ext cx="376367" cy="137044"/>
          </a:xfrm>
          <a:custGeom>
            <a:avLst/>
            <a:gdLst/>
            <a:ahLst/>
            <a:cxnLst/>
            <a:rect l="l" t="t" r="r" b="b"/>
            <a:pathLst>
              <a:path w="376367" h="137044" fill="none">
                <a:moveTo>
                  <a:pt x="376367" y="137044"/>
                </a:moveTo>
                <a:cubicBezTo>
                  <a:pt x="363771" y="108325"/>
                  <a:pt x="336060" y="78095"/>
                  <a:pt x="290714" y="54414"/>
                </a:cubicBezTo>
                <a:cubicBezTo>
                  <a:pt x="210100" y="12596"/>
                  <a:pt x="94218" y="0"/>
                  <a:pt x="9573" y="31238"/>
                </a:cubicBezTo>
                <a:lnTo>
                  <a:pt x="0" y="57438"/>
                </a:lnTo>
              </a:path>
            </a:pathLst>
          </a:custGeom>
          <a:noFill/>
          <a:ln w="12092" cap="rnd">
            <a:solidFill>
              <a:srgbClr val="627D8D"/>
            </a:solidFill>
            <a:prstDash val="solid"/>
            <a:round/>
          </a:ln>
        </p:spPr>
      </p:sp>
      <p:sp>
        <p:nvSpPr>
          <p:cNvPr id="66" name="!!path-2xe"/>
          <p:cNvSpPr/>
          <p:nvPr/>
        </p:nvSpPr>
        <p:spPr>
          <a:xfrm>
            <a:off x="4396598" y="3101681"/>
            <a:ext cx="298272" cy="317418"/>
          </a:xfrm>
          <a:custGeom>
            <a:avLst/>
            <a:gdLst/>
            <a:ahLst/>
            <a:cxnLst/>
            <a:rect l="l" t="t" r="r" b="b"/>
            <a:pathLst>
              <a:path w="298272" h="317418">
                <a:moveTo>
                  <a:pt x="298272" y="45345"/>
                </a:moveTo>
                <a:lnTo>
                  <a:pt x="281645" y="11084"/>
                </a:lnTo>
                <a:cubicBezTo>
                  <a:pt x="215139" y="0"/>
                  <a:pt x="109333" y="25192"/>
                  <a:pt x="43834" y="75576"/>
                </a:cubicBezTo>
                <a:cubicBezTo>
                  <a:pt x="16123" y="98248"/>
                  <a:pt x="3527" y="130998"/>
                  <a:pt x="0" y="166266"/>
                </a:cubicBezTo>
                <a:lnTo>
                  <a:pt x="0" y="317418"/>
                </a:lnTo>
                <a:lnTo>
                  <a:pt x="298272" y="317418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67" name="!!path-2xf"/>
          <p:cNvSpPr/>
          <p:nvPr/>
        </p:nvSpPr>
        <p:spPr>
          <a:xfrm>
            <a:off x="4396598" y="3101681"/>
            <a:ext cx="298272" cy="166266"/>
          </a:xfrm>
          <a:custGeom>
            <a:avLst/>
            <a:gdLst/>
            <a:ahLst/>
            <a:cxnLst/>
            <a:rect l="l" t="t" r="r" b="b"/>
            <a:pathLst>
              <a:path w="298272" h="166266" fill="none">
                <a:moveTo>
                  <a:pt x="0" y="166266"/>
                </a:moveTo>
                <a:cubicBezTo>
                  <a:pt x="3527" y="130998"/>
                  <a:pt x="16123" y="98248"/>
                  <a:pt x="43834" y="75576"/>
                </a:cubicBezTo>
                <a:cubicBezTo>
                  <a:pt x="109333" y="25192"/>
                  <a:pt x="215139" y="0"/>
                  <a:pt x="281645" y="11084"/>
                </a:cubicBezTo>
                <a:lnTo>
                  <a:pt x="298272" y="45345"/>
                </a:lnTo>
              </a:path>
            </a:pathLst>
          </a:custGeom>
          <a:noFill/>
          <a:ln w="12092" cap="rnd">
            <a:solidFill>
              <a:srgbClr val="627D8D"/>
            </a:solidFill>
            <a:prstDash val="solid"/>
            <a:round/>
          </a:ln>
        </p:spPr>
      </p:sp>
      <p:sp>
        <p:nvSpPr>
          <p:cNvPr id="68" name="!!path-2xg"/>
          <p:cNvSpPr/>
          <p:nvPr/>
        </p:nvSpPr>
        <p:spPr>
          <a:xfrm>
            <a:off x="4397102" y="3139469"/>
            <a:ext cx="330518" cy="279630"/>
          </a:xfrm>
          <a:custGeom>
            <a:avLst/>
            <a:gdLst/>
            <a:ahLst/>
            <a:cxnLst/>
            <a:rect l="l" t="t" r="r" b="b"/>
            <a:pathLst>
              <a:path w="330518" h="279630">
                <a:moveTo>
                  <a:pt x="330518" y="48872"/>
                </a:moveTo>
                <a:lnTo>
                  <a:pt x="315402" y="7558"/>
                </a:lnTo>
                <a:cubicBezTo>
                  <a:pt x="234788" y="0"/>
                  <a:pt x="134021" y="27711"/>
                  <a:pt x="68522" y="76080"/>
                </a:cubicBezTo>
                <a:cubicBezTo>
                  <a:pt x="33253" y="102279"/>
                  <a:pt x="10581" y="133517"/>
                  <a:pt x="0" y="161228"/>
                </a:cubicBezTo>
                <a:lnTo>
                  <a:pt x="0" y="279630"/>
                </a:lnTo>
                <a:lnTo>
                  <a:pt x="330518" y="279630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69" name="!!path-2xh"/>
          <p:cNvSpPr/>
          <p:nvPr/>
        </p:nvSpPr>
        <p:spPr>
          <a:xfrm>
            <a:off x="4397102" y="3139469"/>
            <a:ext cx="330518" cy="161228"/>
          </a:xfrm>
          <a:custGeom>
            <a:avLst/>
            <a:gdLst/>
            <a:ahLst/>
            <a:cxnLst/>
            <a:rect l="l" t="t" r="r" b="b"/>
            <a:pathLst>
              <a:path w="330518" h="161228" fill="none">
                <a:moveTo>
                  <a:pt x="0" y="161228"/>
                </a:moveTo>
                <a:cubicBezTo>
                  <a:pt x="10581" y="133517"/>
                  <a:pt x="33253" y="102279"/>
                  <a:pt x="68522" y="76080"/>
                </a:cubicBezTo>
                <a:cubicBezTo>
                  <a:pt x="134021" y="27711"/>
                  <a:pt x="234788" y="0"/>
                  <a:pt x="315402" y="7558"/>
                </a:cubicBezTo>
                <a:lnTo>
                  <a:pt x="330518" y="48872"/>
                </a:lnTo>
              </a:path>
            </a:pathLst>
          </a:custGeom>
          <a:noFill/>
          <a:ln w="12092" cap="rnd">
            <a:solidFill>
              <a:srgbClr val="627D8D"/>
            </a:solidFill>
            <a:prstDash val="solid"/>
            <a:round/>
          </a:ln>
        </p:spPr>
      </p:sp>
      <p:sp>
        <p:nvSpPr>
          <p:cNvPr id="70" name="!!path-2xi"/>
          <p:cNvSpPr/>
          <p:nvPr/>
        </p:nvSpPr>
        <p:spPr>
          <a:xfrm>
            <a:off x="4398110" y="3174738"/>
            <a:ext cx="353694" cy="244361"/>
          </a:xfrm>
          <a:custGeom>
            <a:avLst/>
            <a:gdLst/>
            <a:ahLst/>
            <a:cxnLst/>
            <a:rect l="l" t="t" r="r" b="b"/>
            <a:pathLst>
              <a:path w="353694" h="244361">
                <a:moveTo>
                  <a:pt x="353694" y="46857"/>
                </a:moveTo>
                <a:lnTo>
                  <a:pt x="346640" y="21665"/>
                </a:lnTo>
                <a:cubicBezTo>
                  <a:pt x="264011" y="0"/>
                  <a:pt x="158205" y="12596"/>
                  <a:pt x="87668" y="47865"/>
                </a:cubicBezTo>
                <a:cubicBezTo>
                  <a:pt x="42322" y="70537"/>
                  <a:pt x="14611" y="105806"/>
                  <a:pt x="0" y="139563"/>
                </a:cubicBezTo>
                <a:lnTo>
                  <a:pt x="0" y="244361"/>
                </a:lnTo>
                <a:lnTo>
                  <a:pt x="353694" y="244361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71" name="!!path-2xj"/>
          <p:cNvSpPr/>
          <p:nvPr/>
        </p:nvSpPr>
        <p:spPr>
          <a:xfrm>
            <a:off x="4398110" y="3174738"/>
            <a:ext cx="353694" cy="139563"/>
          </a:xfrm>
          <a:custGeom>
            <a:avLst/>
            <a:gdLst/>
            <a:ahLst/>
            <a:cxnLst/>
            <a:rect l="l" t="t" r="r" b="b"/>
            <a:pathLst>
              <a:path w="353694" h="139563" fill="none">
                <a:moveTo>
                  <a:pt x="0" y="139563"/>
                </a:moveTo>
                <a:cubicBezTo>
                  <a:pt x="14611" y="105806"/>
                  <a:pt x="42322" y="70537"/>
                  <a:pt x="87668" y="47865"/>
                </a:cubicBezTo>
                <a:cubicBezTo>
                  <a:pt x="158205" y="12596"/>
                  <a:pt x="264011" y="0"/>
                  <a:pt x="346640" y="21665"/>
                </a:cubicBezTo>
                <a:lnTo>
                  <a:pt x="353694" y="46857"/>
                </a:lnTo>
              </a:path>
            </a:pathLst>
          </a:custGeom>
          <a:noFill/>
          <a:ln w="12092" cap="rnd">
            <a:solidFill>
              <a:srgbClr val="627D8D"/>
            </a:solidFill>
            <a:prstDash val="solid"/>
            <a:round/>
          </a:ln>
        </p:spPr>
      </p:sp>
      <p:sp>
        <p:nvSpPr>
          <p:cNvPr id="72" name="!!path-2xk"/>
          <p:cNvSpPr/>
          <p:nvPr/>
        </p:nvSpPr>
        <p:spPr>
          <a:xfrm>
            <a:off x="3981940" y="3202449"/>
            <a:ext cx="816217" cy="540114"/>
          </a:xfrm>
          <a:custGeom>
            <a:avLst/>
            <a:gdLst/>
            <a:ahLst/>
            <a:cxnLst/>
            <a:rect l="l" t="t" r="r" b="b"/>
            <a:pathLst>
              <a:path w="816217" h="540114">
                <a:moveTo>
                  <a:pt x="0" y="52903"/>
                </a:moveTo>
                <a:cubicBezTo>
                  <a:pt x="45345" y="20154"/>
                  <a:pt x="156190" y="10077"/>
                  <a:pt x="246881" y="34261"/>
                </a:cubicBezTo>
                <a:cubicBezTo>
                  <a:pt x="322456" y="55422"/>
                  <a:pt x="377878" y="85652"/>
                  <a:pt x="413147" y="115883"/>
                </a:cubicBezTo>
                <a:cubicBezTo>
                  <a:pt x="453454" y="80614"/>
                  <a:pt x="523991" y="35269"/>
                  <a:pt x="609644" y="14107"/>
                </a:cubicBezTo>
                <a:cubicBezTo>
                  <a:pt x="690258" y="0"/>
                  <a:pt x="770872" y="7558"/>
                  <a:pt x="816217" y="42826"/>
                </a:cubicBezTo>
                <a:lnTo>
                  <a:pt x="815210" y="442370"/>
                </a:lnTo>
                <a:cubicBezTo>
                  <a:pt x="725526" y="430781"/>
                  <a:pt x="549183" y="438339"/>
                  <a:pt x="416170" y="537091"/>
                </a:cubicBezTo>
                <a:quadBezTo>
                  <a:pt x="413147" y="540114"/>
                  <a:pt x="410124" y="537091"/>
                </a:quadBezTo>
                <a:cubicBezTo>
                  <a:pt x="277111" y="438339"/>
                  <a:pt x="105806" y="430781"/>
                  <a:pt x="15115" y="447408"/>
                </a:cubicBezTo>
                <a:close/>
              </a:path>
            </a:pathLst>
          </a:custGeom>
          <a:gradFill rotWithShape="1">
            <a:gsLst>
              <a:gs pos="0">
                <a:srgbClr val="627D8D"/>
              </a:gs>
              <a:gs pos="21794">
                <a:srgbClr val="627D8D"/>
              </a:gs>
              <a:gs pos="55376">
                <a:srgbClr val="627D8D"/>
              </a:gs>
              <a:gs pos="96421">
                <a:srgbClr val="98ABB7"/>
              </a:gs>
              <a:gs pos="100000">
                <a:srgbClr val="98ABB7"/>
              </a:gs>
            </a:gsLst>
            <a:lin ang="1983350" scaled="0"/>
          </a:gradFill>
          <a:ln>
            <a:noFill/>
          </a:ln>
        </p:spPr>
      </p:sp>
      <p:sp>
        <p:nvSpPr>
          <p:cNvPr id="73" name="!!path-2xl"/>
          <p:cNvSpPr/>
          <p:nvPr/>
        </p:nvSpPr>
        <p:spPr>
          <a:xfrm>
            <a:off x="3981940" y="3202449"/>
            <a:ext cx="816217" cy="540114"/>
          </a:xfrm>
          <a:custGeom>
            <a:avLst/>
            <a:gdLst/>
            <a:ahLst/>
            <a:cxnLst/>
            <a:rect l="l" t="t" r="r" b="b"/>
            <a:pathLst>
              <a:path w="816217" h="540114">
                <a:moveTo>
                  <a:pt x="0" y="52903"/>
                </a:moveTo>
                <a:cubicBezTo>
                  <a:pt x="45345" y="20154"/>
                  <a:pt x="156190" y="10077"/>
                  <a:pt x="246881" y="34261"/>
                </a:cubicBezTo>
                <a:cubicBezTo>
                  <a:pt x="322456" y="55422"/>
                  <a:pt x="377878" y="85652"/>
                  <a:pt x="413147" y="115883"/>
                </a:cubicBezTo>
                <a:cubicBezTo>
                  <a:pt x="453454" y="80614"/>
                  <a:pt x="523991" y="35269"/>
                  <a:pt x="609644" y="14107"/>
                </a:cubicBezTo>
                <a:cubicBezTo>
                  <a:pt x="690258" y="0"/>
                  <a:pt x="770872" y="7558"/>
                  <a:pt x="816217" y="42826"/>
                </a:cubicBezTo>
                <a:lnTo>
                  <a:pt x="815210" y="442370"/>
                </a:lnTo>
                <a:cubicBezTo>
                  <a:pt x="725526" y="430781"/>
                  <a:pt x="549183" y="438339"/>
                  <a:pt x="416170" y="537091"/>
                </a:cubicBezTo>
                <a:quadBezTo>
                  <a:pt x="413147" y="540114"/>
                  <a:pt x="410124" y="537091"/>
                </a:quadBezTo>
                <a:cubicBezTo>
                  <a:pt x="277111" y="438339"/>
                  <a:pt x="105806" y="430781"/>
                  <a:pt x="15115" y="447408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0000"/>
                </a:srgbClr>
              </a:gs>
              <a:gs pos="4764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83333" t="79291" r="16667" b="20709"/>
            </a:path>
          </a:gradFill>
          <a:ln>
            <a:noFill/>
          </a:ln>
        </p:spPr>
      </p:sp>
      <p:sp>
        <p:nvSpPr>
          <p:cNvPr id="74" name="!!line-2xm"/>
          <p:cNvSpPr/>
          <p:nvPr/>
        </p:nvSpPr>
        <p:spPr>
          <a:xfrm>
            <a:off x="4398613" y="3346547"/>
            <a:ext cx="1" cy="380901"/>
          </a:xfrm>
          <a:custGeom>
            <a:avLst/>
            <a:gdLst/>
            <a:ahLst/>
            <a:cxnLst/>
            <a:rect l="l" t="t" r="r" b="b"/>
            <a:pathLst>
              <a:path w="1" h="380901">
                <a:moveTo>
                  <a:pt x="0" y="0"/>
                </a:moveTo>
                <a:lnTo>
                  <a:pt x="0" y="380901"/>
                </a:lnTo>
              </a:path>
            </a:pathLst>
          </a:custGeom>
          <a:solidFill>
            <a:srgbClr val="000000"/>
          </a:solidFill>
          <a:ln w="17130" cap="rnd">
            <a:solidFill>
              <a:srgbClr val="C9D3D9"/>
            </a:solidFill>
            <a:prstDash val="solid"/>
            <a:miter lim="800000"/>
          </a:ln>
        </p:spPr>
      </p:sp>
      <p:sp>
        <p:nvSpPr>
          <p:cNvPr id="75" name="!!path-2xn"/>
          <p:cNvSpPr/>
          <p:nvPr/>
        </p:nvSpPr>
        <p:spPr>
          <a:xfrm>
            <a:off x="4668671" y="3542540"/>
            <a:ext cx="62980" cy="94218"/>
          </a:xfrm>
          <a:custGeom>
            <a:avLst/>
            <a:gdLst/>
            <a:ahLst/>
            <a:cxnLst/>
            <a:rect l="l" t="t" r="r" b="b"/>
            <a:pathLst>
              <a:path w="62980" h="94218">
                <a:moveTo>
                  <a:pt x="0" y="6550"/>
                </a:moveTo>
                <a:lnTo>
                  <a:pt x="37788" y="0"/>
                </a:lnTo>
                <a:lnTo>
                  <a:pt x="62980" y="92202"/>
                </a:lnTo>
                <a:lnTo>
                  <a:pt x="18642" y="94218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 w="2519" cap="flat">
            <a:solidFill>
              <a:srgbClr val="FFFFFF">
                <a:alpha val="55000"/>
              </a:srgbClr>
            </a:solidFill>
            <a:prstDash val="solid"/>
            <a:round/>
          </a:ln>
        </p:spPr>
      </p:sp>
      <p:sp>
        <p:nvSpPr>
          <p:cNvPr id="76" name="!!text-2xo" descr="救「舊」我的書"/>
          <p:cNvSpPr txBox="1"/>
          <p:nvPr/>
        </p:nvSpPr>
        <p:spPr>
          <a:xfrm>
            <a:off x="4988104" y="3006015"/>
            <a:ext cx="3372564" cy="77515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4215" b="1" kern="0" spc="-2108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救</a:t>
            </a:r>
            <a:r>
              <a:rPr lang="zh-TW" altLang="en-US" sz="4215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「舊</a:t>
            </a:r>
            <a:r>
              <a:rPr lang="zh-TW" altLang="en-US" sz="4215" b="1" kern="0" spc="-2108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」</a:t>
            </a:r>
            <a:r>
              <a:rPr lang="zh-TW" altLang="en-US" sz="4215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我的書</a:t>
            </a:r>
            <a:endParaRPr lang="zh-TW" sz="4215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fast" p14:dur="1400" advTm="600">
        <p159:morph option="byObject"/>
      </p:transition>
    </mc:Choice>
    <mc:Fallback>
      <p:transition spd="fast" advTm="60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21.9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rect-1q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7"/>
          </a:solidFill>
          <a:ln>
            <a:noFill/>
          </a:ln>
        </p:spPr>
      </p:sp>
      <p:sp>
        <p:nvSpPr>
          <p:cNvPr id="3" name="!!ellipse-1q2"/>
          <p:cNvSpPr/>
          <p:nvPr/>
        </p:nvSpPr>
        <p:spPr>
          <a:xfrm>
            <a:off x="-889000" y="-952500"/>
            <a:ext cx="13970000" cy="7874000"/>
          </a:xfrm>
          <a:prstGeom prst="ellipse">
            <a:avLst/>
          </a:prstGeom>
          <a:gradFill rotWithShape="1">
            <a:gsLst>
              <a:gs pos="0">
                <a:srgbClr val="FFFFFF">
                  <a:alpha val="95000"/>
                </a:srgbClr>
              </a:gs>
              <a:gs pos="40865">
                <a:srgbClr val="FFFFFF">
                  <a:alpha val="35000"/>
                </a:srgbClr>
              </a:gs>
              <a:gs pos="68108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!!rect-1q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P1"/>
            <a:srcRect/>
            <a:tile tx="149485" ty="140214" sx="16667" sy="16667" flip="none" algn="tl"/>
          </a:blipFill>
          <a:ln>
            <a:noFill/>
          </a:ln>
        </p:spPr>
      </p:sp>
      <p:sp>
        <p:nvSpPr>
          <p:cNvPr id="5" name="!!circle-1qb"/>
          <p:cNvSpPr/>
          <p:nvPr/>
        </p:nvSpPr>
        <p:spPr>
          <a:xfrm>
            <a:off x="429190" y="2825521"/>
            <a:ext cx="2046732" cy="2046732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" name="!!circle-1qg"/>
          <p:cNvSpPr/>
          <p:nvPr/>
        </p:nvSpPr>
        <p:spPr>
          <a:xfrm>
            <a:off x="3291510" y="4630827"/>
            <a:ext cx="1987309" cy="1987309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7" name="!!circle-1rf"/>
          <p:cNvSpPr/>
          <p:nvPr/>
        </p:nvSpPr>
        <p:spPr>
          <a:xfrm>
            <a:off x="1360646" y="3666325"/>
            <a:ext cx="1614653" cy="1614653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8" name="!!circle-1ro"/>
          <p:cNvSpPr/>
          <p:nvPr/>
        </p:nvSpPr>
        <p:spPr>
          <a:xfrm>
            <a:off x="5908402" y="4777258"/>
            <a:ext cx="1641335" cy="1641335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9" name="!!circle-1rq"/>
          <p:cNvSpPr/>
          <p:nvPr/>
        </p:nvSpPr>
        <p:spPr>
          <a:xfrm>
            <a:off x="-390811" y="1335221"/>
            <a:ext cx="1404252" cy="1404252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0" name="!!circle-1s5"/>
          <p:cNvSpPr/>
          <p:nvPr/>
        </p:nvSpPr>
        <p:spPr>
          <a:xfrm>
            <a:off x="4494879" y="5925782"/>
            <a:ext cx="905091" cy="905091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1" name="!!circle-1sg"/>
          <p:cNvSpPr/>
          <p:nvPr/>
        </p:nvSpPr>
        <p:spPr>
          <a:xfrm>
            <a:off x="-370548" y="675285"/>
            <a:ext cx="1615783" cy="1615783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2" name="!!rect-1sh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5F7">
                  <a:alpha val="0"/>
                </a:srgbClr>
              </a:gs>
              <a:gs pos="20428">
                <a:srgbClr val="F3F5F7">
                  <a:alpha val="0"/>
                </a:srgbClr>
              </a:gs>
              <a:gs pos="66730">
                <a:srgbClr val="F3F5F7"/>
              </a:gs>
              <a:gs pos="100000">
                <a:srgbClr val="F3F5F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3" name="!!circle-1sj"/>
          <p:cNvSpPr/>
          <p:nvPr/>
        </p:nvSpPr>
        <p:spPr>
          <a:xfrm>
            <a:off x="116364" y="375989"/>
            <a:ext cx="50038" cy="50038"/>
          </a:xfrm>
          <a:prstGeom prst="ellipse">
            <a:avLst/>
          </a:prstGeom>
          <a:solidFill>
            <a:srgbClr val="627D8D">
              <a:alpha val="25400"/>
            </a:srgbClr>
          </a:solidFill>
          <a:ln>
            <a:noFill/>
          </a:ln>
        </p:spPr>
      </p:sp>
      <p:sp>
        <p:nvSpPr>
          <p:cNvPr id="14" name="!!circle-1sm"/>
          <p:cNvSpPr/>
          <p:nvPr/>
        </p:nvSpPr>
        <p:spPr>
          <a:xfrm>
            <a:off x="5661472" y="1610848"/>
            <a:ext cx="36055" cy="36055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15" name="!!circle-1sp"/>
          <p:cNvSpPr/>
          <p:nvPr/>
        </p:nvSpPr>
        <p:spPr>
          <a:xfrm>
            <a:off x="9304124" y="3525538"/>
            <a:ext cx="24295" cy="24295"/>
          </a:xfrm>
          <a:prstGeom prst="ellipse">
            <a:avLst/>
          </a:prstGeom>
          <a:solidFill>
            <a:srgbClr val="627D8D">
              <a:alpha val="18100"/>
            </a:srgbClr>
          </a:solidFill>
          <a:ln>
            <a:noFill/>
          </a:ln>
        </p:spPr>
      </p:sp>
      <p:sp>
        <p:nvSpPr>
          <p:cNvPr id="16" name="!!circle-1ss"/>
          <p:cNvSpPr/>
          <p:nvPr/>
        </p:nvSpPr>
        <p:spPr>
          <a:xfrm>
            <a:off x="3594896" y="6679120"/>
            <a:ext cx="25959" cy="25959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17" name="!!circle-1sv"/>
          <p:cNvSpPr/>
          <p:nvPr/>
        </p:nvSpPr>
        <p:spPr>
          <a:xfrm>
            <a:off x="1873258" y="1965998"/>
            <a:ext cx="35878" cy="35878"/>
          </a:xfrm>
          <a:prstGeom prst="ellipse">
            <a:avLst/>
          </a:prstGeom>
          <a:solidFill>
            <a:srgbClr val="627D8D">
              <a:alpha val="26800"/>
            </a:srgbClr>
          </a:solidFill>
          <a:ln>
            <a:noFill/>
          </a:ln>
        </p:spPr>
      </p:sp>
      <p:sp>
        <p:nvSpPr>
          <p:cNvPr id="18" name="!!circle-1sy"/>
          <p:cNvSpPr/>
          <p:nvPr/>
        </p:nvSpPr>
        <p:spPr>
          <a:xfrm>
            <a:off x="6736616" y="4216207"/>
            <a:ext cx="40234" cy="40234"/>
          </a:xfrm>
          <a:prstGeom prst="ellipse">
            <a:avLst/>
          </a:prstGeom>
          <a:solidFill>
            <a:srgbClr val="627D8D">
              <a:alpha val="31300"/>
            </a:srgbClr>
          </a:solidFill>
          <a:ln>
            <a:noFill/>
          </a:ln>
        </p:spPr>
      </p:sp>
      <p:sp>
        <p:nvSpPr>
          <p:cNvPr id="19" name="!!circle-1t1"/>
          <p:cNvSpPr/>
          <p:nvPr/>
        </p:nvSpPr>
        <p:spPr>
          <a:xfrm>
            <a:off x="10071961" y="241181"/>
            <a:ext cx="23559" cy="23559"/>
          </a:xfrm>
          <a:prstGeom prst="ellipse">
            <a:avLst/>
          </a:prstGeom>
          <a:solidFill>
            <a:srgbClr val="627D8D">
              <a:alpha val="17900"/>
            </a:srgbClr>
          </a:solidFill>
          <a:ln>
            <a:noFill/>
          </a:ln>
        </p:spPr>
      </p:sp>
      <p:sp>
        <p:nvSpPr>
          <p:cNvPr id="20" name="!!circle-1t4"/>
          <p:cNvSpPr/>
          <p:nvPr/>
        </p:nvSpPr>
        <p:spPr>
          <a:xfrm>
            <a:off x="1065451" y="5229646"/>
            <a:ext cx="29959" cy="29959"/>
          </a:xfrm>
          <a:prstGeom prst="ellipse">
            <a:avLst/>
          </a:prstGeom>
          <a:solidFill>
            <a:srgbClr val="627D8D">
              <a:alpha val="19400"/>
            </a:srgbClr>
          </a:solidFill>
          <a:ln>
            <a:noFill/>
          </a:ln>
        </p:spPr>
      </p:sp>
      <p:sp>
        <p:nvSpPr>
          <p:cNvPr id="21" name="!!circle-1t7"/>
          <p:cNvSpPr/>
          <p:nvPr/>
        </p:nvSpPr>
        <p:spPr>
          <a:xfrm>
            <a:off x="8554927" y="4692789"/>
            <a:ext cx="28702" cy="28702"/>
          </a:xfrm>
          <a:prstGeom prst="ellipse">
            <a:avLst/>
          </a:prstGeom>
          <a:solidFill>
            <a:srgbClr val="627D8D">
              <a:alpha val="17800"/>
            </a:srgbClr>
          </a:solidFill>
          <a:ln>
            <a:noFill/>
          </a:ln>
        </p:spPr>
      </p:sp>
      <p:sp>
        <p:nvSpPr>
          <p:cNvPr id="22" name="!!circle-1ta"/>
          <p:cNvSpPr/>
          <p:nvPr/>
        </p:nvSpPr>
        <p:spPr>
          <a:xfrm>
            <a:off x="11113307" y="2180432"/>
            <a:ext cx="24066" cy="24066"/>
          </a:xfrm>
          <a:prstGeom prst="ellipse">
            <a:avLst/>
          </a:prstGeom>
          <a:solidFill>
            <a:srgbClr val="627D8D">
              <a:alpha val="23900"/>
            </a:srgbClr>
          </a:solidFill>
          <a:ln>
            <a:noFill/>
          </a:ln>
        </p:spPr>
      </p:sp>
      <p:sp>
        <p:nvSpPr>
          <p:cNvPr id="23" name="!!circle-1td"/>
          <p:cNvSpPr/>
          <p:nvPr/>
        </p:nvSpPr>
        <p:spPr>
          <a:xfrm>
            <a:off x="8330358" y="6273195"/>
            <a:ext cx="35865" cy="35865"/>
          </a:xfrm>
          <a:prstGeom prst="ellipse">
            <a:avLst/>
          </a:prstGeom>
          <a:solidFill>
            <a:srgbClr val="627D8D">
              <a:alpha val="28200"/>
            </a:srgbClr>
          </a:solidFill>
          <a:ln>
            <a:noFill/>
          </a:ln>
        </p:spPr>
      </p:sp>
      <p:sp>
        <p:nvSpPr>
          <p:cNvPr id="24" name="!!circle-1tg"/>
          <p:cNvSpPr/>
          <p:nvPr/>
        </p:nvSpPr>
        <p:spPr>
          <a:xfrm>
            <a:off x="1412082" y="3578463"/>
            <a:ext cx="39218" cy="39218"/>
          </a:xfrm>
          <a:prstGeom prst="ellipse">
            <a:avLst/>
          </a:prstGeom>
          <a:solidFill>
            <a:srgbClr val="627D8D">
              <a:alpha val="29600"/>
            </a:srgbClr>
          </a:solidFill>
          <a:ln>
            <a:noFill/>
          </a:ln>
        </p:spPr>
      </p:sp>
      <p:sp>
        <p:nvSpPr>
          <p:cNvPr id="25" name="!!circle-1tj"/>
          <p:cNvSpPr/>
          <p:nvPr/>
        </p:nvSpPr>
        <p:spPr>
          <a:xfrm>
            <a:off x="7213128" y="6553147"/>
            <a:ext cx="49733" cy="49733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6" name="!!circle-1tm"/>
          <p:cNvSpPr/>
          <p:nvPr/>
        </p:nvSpPr>
        <p:spPr>
          <a:xfrm>
            <a:off x="6277789" y="2198520"/>
            <a:ext cx="41694" cy="41694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7" name="!!circle-1tp"/>
          <p:cNvSpPr/>
          <p:nvPr/>
        </p:nvSpPr>
        <p:spPr>
          <a:xfrm>
            <a:off x="6782421" y="5599264"/>
            <a:ext cx="31979" cy="31979"/>
          </a:xfrm>
          <a:prstGeom prst="ellipse">
            <a:avLst/>
          </a:prstGeom>
          <a:solidFill>
            <a:srgbClr val="627D8D">
              <a:alpha val="24100"/>
            </a:srgbClr>
          </a:solidFill>
          <a:ln>
            <a:noFill/>
          </a:ln>
        </p:spPr>
      </p:sp>
      <p:sp>
        <p:nvSpPr>
          <p:cNvPr id="28" name="!!circle-1ts"/>
          <p:cNvSpPr/>
          <p:nvPr/>
        </p:nvSpPr>
        <p:spPr>
          <a:xfrm>
            <a:off x="3804202" y="1579472"/>
            <a:ext cx="18085" cy="18085"/>
          </a:xfrm>
          <a:prstGeom prst="ellipse">
            <a:avLst/>
          </a:prstGeom>
          <a:solidFill>
            <a:srgbClr val="627D8D">
              <a:alpha val="10500"/>
            </a:srgbClr>
          </a:solidFill>
          <a:ln>
            <a:noFill/>
          </a:ln>
        </p:spPr>
      </p:sp>
      <p:sp>
        <p:nvSpPr>
          <p:cNvPr id="29" name="!!circle-1tv"/>
          <p:cNvSpPr/>
          <p:nvPr/>
        </p:nvSpPr>
        <p:spPr>
          <a:xfrm>
            <a:off x="7676106" y="50288"/>
            <a:ext cx="38214" cy="38214"/>
          </a:xfrm>
          <a:prstGeom prst="ellipse">
            <a:avLst/>
          </a:prstGeom>
          <a:solidFill>
            <a:srgbClr val="627D8D">
              <a:alpha val="23100"/>
            </a:srgbClr>
          </a:solidFill>
          <a:ln>
            <a:noFill/>
          </a:ln>
        </p:spPr>
      </p:sp>
      <p:sp>
        <p:nvSpPr>
          <p:cNvPr id="30" name="!!circle-1ty"/>
          <p:cNvSpPr/>
          <p:nvPr/>
        </p:nvSpPr>
        <p:spPr>
          <a:xfrm>
            <a:off x="3374339" y="6717471"/>
            <a:ext cx="39243" cy="39243"/>
          </a:xfrm>
          <a:prstGeom prst="ellipse">
            <a:avLst/>
          </a:prstGeom>
          <a:solidFill>
            <a:srgbClr val="627D8D">
              <a:alpha val="27700"/>
            </a:srgbClr>
          </a:solidFill>
          <a:ln>
            <a:noFill/>
          </a:ln>
        </p:spPr>
      </p:sp>
      <p:sp>
        <p:nvSpPr>
          <p:cNvPr id="31" name="!!circle-1u1"/>
          <p:cNvSpPr/>
          <p:nvPr/>
        </p:nvSpPr>
        <p:spPr>
          <a:xfrm>
            <a:off x="1676758" y="6787138"/>
            <a:ext cx="34519" cy="34519"/>
          </a:xfrm>
          <a:prstGeom prst="ellipse">
            <a:avLst/>
          </a:prstGeom>
          <a:solidFill>
            <a:srgbClr val="627D8D">
              <a:alpha val="22500"/>
            </a:srgbClr>
          </a:solidFill>
          <a:ln>
            <a:noFill/>
          </a:ln>
        </p:spPr>
      </p:sp>
      <p:sp>
        <p:nvSpPr>
          <p:cNvPr id="32" name="!!circle-1u4"/>
          <p:cNvSpPr/>
          <p:nvPr/>
        </p:nvSpPr>
        <p:spPr>
          <a:xfrm>
            <a:off x="2552220" y="5528428"/>
            <a:ext cx="46228" cy="46228"/>
          </a:xfrm>
          <a:prstGeom prst="ellipse">
            <a:avLst/>
          </a:prstGeom>
          <a:solidFill>
            <a:srgbClr val="627D8D">
              <a:alpha val="26200"/>
            </a:srgbClr>
          </a:solidFill>
          <a:ln>
            <a:noFill/>
          </a:ln>
        </p:spPr>
      </p:sp>
      <p:sp>
        <p:nvSpPr>
          <p:cNvPr id="33" name="!!circle-1u7"/>
          <p:cNvSpPr/>
          <p:nvPr/>
        </p:nvSpPr>
        <p:spPr>
          <a:xfrm>
            <a:off x="7405217" y="5010203"/>
            <a:ext cx="49327" cy="49327"/>
          </a:xfrm>
          <a:prstGeom prst="ellipse">
            <a:avLst/>
          </a:prstGeom>
          <a:solidFill>
            <a:srgbClr val="627D8D">
              <a:alpha val="20800"/>
            </a:srgbClr>
          </a:solidFill>
          <a:ln>
            <a:noFill/>
          </a:ln>
        </p:spPr>
      </p:sp>
      <p:sp>
        <p:nvSpPr>
          <p:cNvPr id="34" name="!!circle-1ua"/>
          <p:cNvSpPr/>
          <p:nvPr/>
        </p:nvSpPr>
        <p:spPr>
          <a:xfrm>
            <a:off x="9689284" y="5821473"/>
            <a:ext cx="24054" cy="24054"/>
          </a:xfrm>
          <a:prstGeom prst="ellipse">
            <a:avLst/>
          </a:prstGeom>
          <a:solidFill>
            <a:srgbClr val="627D8D">
              <a:alpha val="22200"/>
            </a:srgbClr>
          </a:solidFill>
          <a:ln>
            <a:noFill/>
          </a:ln>
        </p:spPr>
      </p:sp>
      <p:sp>
        <p:nvSpPr>
          <p:cNvPr id="35" name="!!circle-1ud"/>
          <p:cNvSpPr/>
          <p:nvPr/>
        </p:nvSpPr>
        <p:spPr>
          <a:xfrm>
            <a:off x="2173987" y="1688604"/>
            <a:ext cx="32271" cy="32271"/>
          </a:xfrm>
          <a:prstGeom prst="ellipse">
            <a:avLst/>
          </a:prstGeom>
          <a:solidFill>
            <a:srgbClr val="627D8D">
              <a:alpha val="20500"/>
            </a:srgbClr>
          </a:solidFill>
          <a:ln>
            <a:noFill/>
          </a:ln>
        </p:spPr>
      </p:sp>
      <p:sp>
        <p:nvSpPr>
          <p:cNvPr id="36" name="!!circle-1ug"/>
          <p:cNvSpPr/>
          <p:nvPr/>
        </p:nvSpPr>
        <p:spPr>
          <a:xfrm>
            <a:off x="2094265" y="117851"/>
            <a:ext cx="21323" cy="21323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37" name="!!circle-1uj"/>
          <p:cNvSpPr/>
          <p:nvPr/>
        </p:nvSpPr>
        <p:spPr>
          <a:xfrm>
            <a:off x="2107868" y="2741000"/>
            <a:ext cx="34252" cy="34252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38" name="!!circle-1um"/>
          <p:cNvSpPr/>
          <p:nvPr/>
        </p:nvSpPr>
        <p:spPr>
          <a:xfrm>
            <a:off x="9626959" y="4820473"/>
            <a:ext cx="44196" cy="44196"/>
          </a:xfrm>
          <a:prstGeom prst="ellipse">
            <a:avLst/>
          </a:prstGeom>
          <a:solidFill>
            <a:srgbClr val="627D8D">
              <a:alpha val="21700"/>
            </a:srgbClr>
          </a:solidFill>
          <a:ln>
            <a:noFill/>
          </a:ln>
        </p:spPr>
      </p:sp>
      <p:sp>
        <p:nvSpPr>
          <p:cNvPr id="39" name="!!circle-1up"/>
          <p:cNvSpPr/>
          <p:nvPr/>
        </p:nvSpPr>
        <p:spPr>
          <a:xfrm>
            <a:off x="6838603" y="1977814"/>
            <a:ext cx="35192" cy="35192"/>
          </a:xfrm>
          <a:prstGeom prst="ellipse">
            <a:avLst/>
          </a:prstGeom>
          <a:solidFill>
            <a:srgbClr val="627D8D">
              <a:alpha val="27100"/>
            </a:srgbClr>
          </a:solidFill>
          <a:ln>
            <a:noFill/>
          </a:ln>
        </p:spPr>
      </p:sp>
      <p:sp>
        <p:nvSpPr>
          <p:cNvPr id="40" name="!!circle-1us"/>
          <p:cNvSpPr/>
          <p:nvPr/>
        </p:nvSpPr>
        <p:spPr>
          <a:xfrm>
            <a:off x="10065064" y="5633151"/>
            <a:ext cx="43358" cy="43358"/>
          </a:xfrm>
          <a:prstGeom prst="ellipse">
            <a:avLst/>
          </a:prstGeom>
          <a:solidFill>
            <a:srgbClr val="627D8D">
              <a:alpha val="19500"/>
            </a:srgbClr>
          </a:solidFill>
          <a:ln>
            <a:noFill/>
          </a:ln>
        </p:spPr>
      </p:sp>
      <p:sp>
        <p:nvSpPr>
          <p:cNvPr id="41" name="!!circle-1uv"/>
          <p:cNvSpPr/>
          <p:nvPr/>
        </p:nvSpPr>
        <p:spPr>
          <a:xfrm>
            <a:off x="3054115" y="2441168"/>
            <a:ext cx="33528" cy="33528"/>
          </a:xfrm>
          <a:prstGeom prst="ellipse">
            <a:avLst/>
          </a:prstGeom>
          <a:solidFill>
            <a:srgbClr val="627D8D">
              <a:alpha val="28300"/>
            </a:srgbClr>
          </a:solidFill>
          <a:ln>
            <a:noFill/>
          </a:ln>
        </p:spPr>
      </p:sp>
      <p:sp>
        <p:nvSpPr>
          <p:cNvPr id="42" name="!!circle-1uy"/>
          <p:cNvSpPr/>
          <p:nvPr/>
        </p:nvSpPr>
        <p:spPr>
          <a:xfrm>
            <a:off x="6712114" y="2960248"/>
            <a:ext cx="28956" cy="28956"/>
          </a:xfrm>
          <a:prstGeom prst="ellipse">
            <a:avLst/>
          </a:prstGeom>
          <a:solidFill>
            <a:srgbClr val="627D8D">
              <a:alpha val="21800"/>
            </a:srgbClr>
          </a:solidFill>
          <a:ln>
            <a:noFill/>
          </a:ln>
        </p:spPr>
      </p:sp>
      <p:sp>
        <p:nvSpPr>
          <p:cNvPr id="43" name="!!circle-1v1"/>
          <p:cNvSpPr/>
          <p:nvPr/>
        </p:nvSpPr>
        <p:spPr>
          <a:xfrm>
            <a:off x="6956967" y="6717948"/>
            <a:ext cx="45555" cy="45555"/>
          </a:xfrm>
          <a:prstGeom prst="ellipse">
            <a:avLst/>
          </a:prstGeom>
          <a:solidFill>
            <a:srgbClr val="627D8D">
              <a:alpha val="20900"/>
            </a:srgbClr>
          </a:solidFill>
          <a:ln>
            <a:noFill/>
          </a:ln>
        </p:spPr>
      </p:sp>
      <p:sp>
        <p:nvSpPr>
          <p:cNvPr id="44" name="!!circle-1v4"/>
          <p:cNvSpPr/>
          <p:nvPr/>
        </p:nvSpPr>
        <p:spPr>
          <a:xfrm>
            <a:off x="11330283" y="3727939"/>
            <a:ext cx="39484" cy="39484"/>
          </a:xfrm>
          <a:prstGeom prst="ellipse">
            <a:avLst/>
          </a:prstGeom>
          <a:solidFill>
            <a:srgbClr val="627D8D">
              <a:alpha val="13600"/>
            </a:srgbClr>
          </a:solidFill>
          <a:ln>
            <a:noFill/>
          </a:ln>
        </p:spPr>
      </p:sp>
      <p:sp>
        <p:nvSpPr>
          <p:cNvPr id="45" name="!!circle-1v7"/>
          <p:cNvSpPr/>
          <p:nvPr/>
        </p:nvSpPr>
        <p:spPr>
          <a:xfrm>
            <a:off x="7420952" y="5843565"/>
            <a:ext cx="30455" cy="30455"/>
          </a:xfrm>
          <a:prstGeom prst="ellipse">
            <a:avLst/>
          </a:prstGeom>
          <a:solidFill>
            <a:srgbClr val="627D8D">
              <a:alpha val="16500"/>
            </a:srgbClr>
          </a:solidFill>
          <a:ln>
            <a:noFill/>
          </a:ln>
        </p:spPr>
      </p:sp>
      <p:sp>
        <p:nvSpPr>
          <p:cNvPr id="46" name="!!circle-1va"/>
          <p:cNvSpPr/>
          <p:nvPr/>
        </p:nvSpPr>
        <p:spPr>
          <a:xfrm>
            <a:off x="8915058" y="6590096"/>
            <a:ext cx="28257" cy="28257"/>
          </a:xfrm>
          <a:prstGeom prst="ellipse">
            <a:avLst/>
          </a:prstGeom>
          <a:solidFill>
            <a:srgbClr val="627D8D">
              <a:alpha val="15700"/>
            </a:srgbClr>
          </a:solidFill>
          <a:ln>
            <a:noFill/>
          </a:ln>
        </p:spPr>
      </p:sp>
      <p:sp>
        <p:nvSpPr>
          <p:cNvPr id="47" name="!!circle-1vd"/>
          <p:cNvSpPr/>
          <p:nvPr/>
        </p:nvSpPr>
        <p:spPr>
          <a:xfrm>
            <a:off x="11276178" y="5339726"/>
            <a:ext cx="45149" cy="45149"/>
          </a:xfrm>
          <a:prstGeom prst="ellipse">
            <a:avLst/>
          </a:prstGeom>
          <a:solidFill>
            <a:srgbClr val="627D8D">
              <a:alpha val="31200"/>
            </a:srgbClr>
          </a:solidFill>
          <a:ln>
            <a:noFill/>
          </a:ln>
        </p:spPr>
      </p:sp>
      <p:sp>
        <p:nvSpPr>
          <p:cNvPr id="48" name="!!circle-1vg"/>
          <p:cNvSpPr/>
          <p:nvPr/>
        </p:nvSpPr>
        <p:spPr>
          <a:xfrm>
            <a:off x="3431746" y="3646639"/>
            <a:ext cx="30696" cy="30696"/>
          </a:xfrm>
          <a:prstGeom prst="ellipse">
            <a:avLst/>
          </a:prstGeom>
          <a:solidFill>
            <a:srgbClr val="627D8D">
              <a:alpha val="25700"/>
            </a:srgbClr>
          </a:solidFill>
          <a:ln>
            <a:noFill/>
          </a:ln>
        </p:spPr>
      </p:sp>
      <p:sp>
        <p:nvSpPr>
          <p:cNvPr id="49" name="!!circle-1vj"/>
          <p:cNvSpPr/>
          <p:nvPr/>
        </p:nvSpPr>
        <p:spPr>
          <a:xfrm>
            <a:off x="8826644" y="4210987"/>
            <a:ext cx="37401" cy="37401"/>
          </a:xfrm>
          <a:prstGeom prst="ellipse">
            <a:avLst/>
          </a:prstGeom>
          <a:solidFill>
            <a:srgbClr val="627D8D">
              <a:alpha val="16000"/>
            </a:srgbClr>
          </a:solidFill>
          <a:ln>
            <a:noFill/>
          </a:ln>
        </p:spPr>
      </p:sp>
      <p:sp>
        <p:nvSpPr>
          <p:cNvPr id="50" name="!!circle-1vm"/>
          <p:cNvSpPr/>
          <p:nvPr/>
        </p:nvSpPr>
        <p:spPr>
          <a:xfrm>
            <a:off x="1693586" y="4913887"/>
            <a:ext cx="33096" cy="33096"/>
          </a:xfrm>
          <a:prstGeom prst="ellipse">
            <a:avLst/>
          </a:prstGeom>
          <a:solidFill>
            <a:srgbClr val="627D8D">
              <a:alpha val="22300"/>
            </a:srgbClr>
          </a:solidFill>
          <a:ln>
            <a:noFill/>
          </a:ln>
        </p:spPr>
      </p:sp>
      <p:sp>
        <p:nvSpPr>
          <p:cNvPr id="51" name="!!circle-1vp"/>
          <p:cNvSpPr/>
          <p:nvPr/>
        </p:nvSpPr>
        <p:spPr>
          <a:xfrm>
            <a:off x="11607310" y="1016757"/>
            <a:ext cx="21145" cy="21145"/>
          </a:xfrm>
          <a:prstGeom prst="ellipse">
            <a:avLst/>
          </a:prstGeom>
          <a:solidFill>
            <a:srgbClr val="627D8D">
              <a:alpha val="16300"/>
            </a:srgbClr>
          </a:solidFill>
          <a:ln>
            <a:noFill/>
          </a:ln>
        </p:spPr>
      </p:sp>
      <p:sp>
        <p:nvSpPr>
          <p:cNvPr id="52" name="!!circle-1vs"/>
          <p:cNvSpPr/>
          <p:nvPr/>
        </p:nvSpPr>
        <p:spPr>
          <a:xfrm>
            <a:off x="11077682" y="5844367"/>
            <a:ext cx="35281" cy="35281"/>
          </a:xfrm>
          <a:prstGeom prst="ellipse">
            <a:avLst/>
          </a:prstGeom>
          <a:solidFill>
            <a:srgbClr val="627D8D">
              <a:alpha val="30000"/>
            </a:srgbClr>
          </a:solidFill>
          <a:ln>
            <a:noFill/>
          </a:ln>
        </p:spPr>
      </p:sp>
      <p:sp>
        <p:nvSpPr>
          <p:cNvPr id="53" name="!!path-2pd"/>
          <p:cNvSpPr/>
          <p:nvPr/>
        </p:nvSpPr>
        <p:spPr>
          <a:xfrm>
            <a:off x="3003601" y="1168413"/>
            <a:ext cx="6248400" cy="1"/>
          </a:xfrm>
          <a:custGeom>
            <a:avLst/>
            <a:gdLst/>
            <a:ahLst/>
            <a:cxnLst/>
            <a:rect l="l" t="t" r="r" b="b"/>
            <a:pathLst>
              <a:path w="6248400" h="1" fill="none">
                <a:moveTo>
                  <a:pt x="0" y="0"/>
                </a:moveTo>
                <a:lnTo>
                  <a:pt x="6248400" y="0"/>
                </a:lnTo>
              </a:path>
            </a:pathLst>
          </a:custGeom>
          <a:noFill/>
          <a:ln w="6350" cap="rnd">
            <a:solidFill>
              <a:srgbClr val="627D8D">
                <a:alpha val="7453"/>
              </a:srgbClr>
            </a:solidFill>
            <a:prstDash val="solid"/>
            <a:round/>
          </a:ln>
        </p:spPr>
      </p:sp>
      <p:sp>
        <p:nvSpPr>
          <p:cNvPr id="54" name="!!path-2pg"/>
          <p:cNvSpPr/>
          <p:nvPr/>
        </p:nvSpPr>
        <p:spPr>
          <a:xfrm>
            <a:off x="3003601" y="5740413"/>
            <a:ext cx="6248400" cy="1"/>
          </a:xfrm>
          <a:custGeom>
            <a:avLst/>
            <a:gdLst/>
            <a:ahLst/>
            <a:cxnLst/>
            <a:rect l="l" t="t" r="r" b="b"/>
            <a:pathLst>
              <a:path w="6248400" h="1" fill="none">
                <a:moveTo>
                  <a:pt x="0" y="0"/>
                </a:moveTo>
                <a:lnTo>
                  <a:pt x="6248400" y="0"/>
                </a:lnTo>
              </a:path>
            </a:pathLst>
          </a:custGeom>
          <a:noFill/>
          <a:ln w="6350" cap="rnd">
            <a:solidFill>
              <a:srgbClr val="627D8D">
                <a:alpha val="7453"/>
              </a:srgbClr>
            </a:solidFill>
            <a:prstDash val="solid"/>
            <a:round/>
          </a:ln>
        </p:spPr>
      </p:sp>
      <p:sp>
        <p:nvSpPr>
          <p:cNvPr id="55" name="!!path-2pj"/>
          <p:cNvSpPr/>
          <p:nvPr/>
        </p:nvSpPr>
        <p:spPr>
          <a:xfrm>
            <a:off x="4654601" y="-88887"/>
            <a:ext cx="1" cy="6845300"/>
          </a:xfrm>
          <a:custGeom>
            <a:avLst/>
            <a:gdLst/>
            <a:ahLst/>
            <a:cxnLst/>
            <a:rect l="l" t="t" r="r" b="b"/>
            <a:pathLst>
              <a:path w="1" h="6845300" fill="none">
                <a:moveTo>
                  <a:pt x="0" y="0"/>
                </a:moveTo>
                <a:lnTo>
                  <a:pt x="0" y="6845300"/>
                </a:lnTo>
              </a:path>
            </a:pathLst>
          </a:custGeom>
          <a:noFill/>
          <a:ln w="6350" cap="rnd">
            <a:solidFill>
              <a:srgbClr val="627D8D">
                <a:alpha val="7453"/>
              </a:srgbClr>
            </a:solidFill>
            <a:prstDash val="solid"/>
            <a:round/>
          </a:ln>
        </p:spPr>
      </p:sp>
      <p:sp>
        <p:nvSpPr>
          <p:cNvPr id="56" name="!!path-2pm"/>
          <p:cNvSpPr/>
          <p:nvPr/>
        </p:nvSpPr>
        <p:spPr>
          <a:xfrm>
            <a:off x="7194601" y="-88887"/>
            <a:ext cx="1" cy="6845300"/>
          </a:xfrm>
          <a:custGeom>
            <a:avLst/>
            <a:gdLst/>
            <a:ahLst/>
            <a:cxnLst/>
            <a:rect l="l" t="t" r="r" b="b"/>
            <a:pathLst>
              <a:path w="1" h="6845300" fill="none">
                <a:moveTo>
                  <a:pt x="0" y="0"/>
                </a:moveTo>
                <a:lnTo>
                  <a:pt x="0" y="6845300"/>
                </a:lnTo>
              </a:path>
            </a:pathLst>
          </a:custGeom>
          <a:noFill/>
          <a:ln w="6350" cap="rnd">
            <a:solidFill>
              <a:srgbClr val="627D8D">
                <a:alpha val="7453"/>
              </a:srgbClr>
            </a:solidFill>
            <a:prstDash val="solid"/>
            <a:round/>
          </a:ln>
        </p:spPr>
      </p:sp>
      <p:sp>
        <p:nvSpPr>
          <p:cNvPr id="57" name="!!path-2pp"/>
          <p:cNvSpPr/>
          <p:nvPr/>
        </p:nvSpPr>
        <p:spPr>
          <a:xfrm>
            <a:off x="4299001" y="927113"/>
            <a:ext cx="4572000" cy="1"/>
          </a:xfrm>
          <a:custGeom>
            <a:avLst/>
            <a:gdLst/>
            <a:ahLst/>
            <a:cxnLst/>
            <a:rect l="l" t="t" r="r" b="b"/>
            <a:pathLst>
              <a:path w="4572000" h="1" fill="none">
                <a:moveTo>
                  <a:pt x="0" y="0"/>
                </a:moveTo>
                <a:lnTo>
                  <a:pt x="4572000" y="0"/>
                </a:lnTo>
              </a:path>
            </a:pathLst>
          </a:custGeom>
          <a:noFill/>
          <a:ln w="6350" cap="rnd">
            <a:solidFill>
              <a:srgbClr val="627D8D">
                <a:alpha val="7453"/>
              </a:srgbClr>
            </a:solidFill>
            <a:prstDash val="solid"/>
            <a:round/>
          </a:ln>
        </p:spPr>
      </p:sp>
      <p:sp>
        <p:nvSpPr>
          <p:cNvPr id="58" name="!!path-2ps"/>
          <p:cNvSpPr/>
          <p:nvPr/>
        </p:nvSpPr>
        <p:spPr>
          <a:xfrm>
            <a:off x="7601001" y="165113"/>
            <a:ext cx="1" cy="6223000"/>
          </a:xfrm>
          <a:custGeom>
            <a:avLst/>
            <a:gdLst/>
            <a:ahLst/>
            <a:cxnLst/>
            <a:rect l="l" t="t" r="r" b="b"/>
            <a:pathLst>
              <a:path w="1" h="6223000" fill="none">
                <a:moveTo>
                  <a:pt x="0" y="0"/>
                </a:moveTo>
                <a:lnTo>
                  <a:pt x="0" y="6223000"/>
                </a:lnTo>
              </a:path>
            </a:pathLst>
          </a:custGeom>
          <a:noFill/>
          <a:ln w="6350" cap="rnd">
            <a:solidFill>
              <a:srgbClr val="627D8D">
                <a:alpha val="7453"/>
              </a:srgbClr>
            </a:solidFill>
            <a:prstDash val="solid"/>
            <a:round/>
          </a:ln>
        </p:spPr>
      </p:sp>
      <p:sp>
        <p:nvSpPr>
          <p:cNvPr id="59" name="!!path-2pv"/>
          <p:cNvSpPr/>
          <p:nvPr/>
        </p:nvSpPr>
        <p:spPr>
          <a:xfrm>
            <a:off x="4597451" y="1111263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lnTo>
                  <a:pt x="114300" y="57150"/>
                </a:lnTo>
                <a:moveTo>
                  <a:pt x="57150" y="0"/>
                </a:moveTo>
                <a:lnTo>
                  <a:pt x="57150" y="114300"/>
                </a:lnTo>
              </a:path>
            </a:pathLst>
          </a:custGeom>
          <a:solidFill>
            <a:srgbClr val="000000">
              <a:alpha val="14905"/>
            </a:srgbClr>
          </a:solidFill>
          <a:ln w="10160" cap="flat">
            <a:solidFill>
              <a:srgbClr val="627D8D">
                <a:alpha val="14905"/>
              </a:srgbClr>
            </a:solidFill>
            <a:prstDash val="solid"/>
            <a:miter lim="800000"/>
          </a:ln>
        </p:spPr>
      </p:sp>
      <p:sp>
        <p:nvSpPr>
          <p:cNvPr id="60" name="!!path-2px"/>
          <p:cNvSpPr/>
          <p:nvPr/>
        </p:nvSpPr>
        <p:spPr>
          <a:xfrm>
            <a:off x="7137451" y="1111263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lnTo>
                  <a:pt x="114300" y="57150"/>
                </a:lnTo>
                <a:moveTo>
                  <a:pt x="57150" y="0"/>
                </a:moveTo>
                <a:lnTo>
                  <a:pt x="57150" y="114300"/>
                </a:lnTo>
              </a:path>
            </a:pathLst>
          </a:custGeom>
          <a:solidFill>
            <a:srgbClr val="000000">
              <a:alpha val="14905"/>
            </a:srgbClr>
          </a:solidFill>
          <a:ln w="10160" cap="flat">
            <a:solidFill>
              <a:srgbClr val="627D8D">
                <a:alpha val="14905"/>
              </a:srgbClr>
            </a:solidFill>
            <a:prstDash val="solid"/>
            <a:miter lim="800000"/>
          </a:ln>
        </p:spPr>
      </p:sp>
      <p:sp>
        <p:nvSpPr>
          <p:cNvPr id="61" name="!!path-2pz"/>
          <p:cNvSpPr/>
          <p:nvPr/>
        </p:nvSpPr>
        <p:spPr>
          <a:xfrm>
            <a:off x="4597451" y="5683263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lnTo>
                  <a:pt x="114300" y="57150"/>
                </a:lnTo>
                <a:moveTo>
                  <a:pt x="57150" y="0"/>
                </a:moveTo>
                <a:lnTo>
                  <a:pt x="57150" y="114300"/>
                </a:lnTo>
              </a:path>
            </a:pathLst>
          </a:custGeom>
          <a:solidFill>
            <a:srgbClr val="000000">
              <a:alpha val="14905"/>
            </a:srgbClr>
          </a:solidFill>
          <a:ln w="10160" cap="flat">
            <a:solidFill>
              <a:srgbClr val="627D8D">
                <a:alpha val="14905"/>
              </a:srgbClr>
            </a:solidFill>
            <a:prstDash val="solid"/>
            <a:miter lim="800000"/>
          </a:ln>
        </p:spPr>
      </p:sp>
      <p:sp>
        <p:nvSpPr>
          <p:cNvPr id="62" name="!!path-2q1"/>
          <p:cNvSpPr/>
          <p:nvPr/>
        </p:nvSpPr>
        <p:spPr>
          <a:xfrm>
            <a:off x="7137451" y="5683263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lnTo>
                  <a:pt x="114300" y="57150"/>
                </a:lnTo>
                <a:moveTo>
                  <a:pt x="57150" y="0"/>
                </a:moveTo>
                <a:lnTo>
                  <a:pt x="57150" y="114300"/>
                </a:lnTo>
              </a:path>
            </a:pathLst>
          </a:custGeom>
          <a:solidFill>
            <a:srgbClr val="000000">
              <a:alpha val="14905"/>
            </a:srgbClr>
          </a:solidFill>
          <a:ln w="10160" cap="flat">
            <a:solidFill>
              <a:srgbClr val="627D8D">
                <a:alpha val="14905"/>
              </a:srgbClr>
            </a:solidFill>
            <a:prstDash val="solid"/>
            <a:miter lim="800000"/>
          </a:ln>
        </p:spPr>
      </p:sp>
      <p:sp>
        <p:nvSpPr>
          <p:cNvPr id="63" name="!!path-2q3"/>
          <p:cNvSpPr/>
          <p:nvPr/>
        </p:nvSpPr>
        <p:spPr>
          <a:xfrm>
            <a:off x="7543851" y="869963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lnTo>
                  <a:pt x="114300" y="57150"/>
                </a:lnTo>
                <a:moveTo>
                  <a:pt x="57150" y="0"/>
                </a:moveTo>
                <a:lnTo>
                  <a:pt x="57150" y="114300"/>
                </a:lnTo>
              </a:path>
            </a:pathLst>
          </a:custGeom>
          <a:solidFill>
            <a:srgbClr val="000000">
              <a:alpha val="14905"/>
            </a:srgbClr>
          </a:solidFill>
          <a:ln w="10160" cap="flat">
            <a:solidFill>
              <a:srgbClr val="627D8D">
                <a:alpha val="14905"/>
              </a:srgbClr>
            </a:solidFill>
            <a:prstDash val="solid"/>
            <a:miter lim="800000"/>
          </a:ln>
        </p:spPr>
      </p:sp>
      <p:sp>
        <p:nvSpPr>
          <p:cNvPr id="64" name="!!ellipse-2q8"/>
          <p:cNvSpPr/>
          <p:nvPr/>
        </p:nvSpPr>
        <p:spPr>
          <a:xfrm>
            <a:off x="4032301" y="5537213"/>
            <a:ext cx="4191000" cy="431800"/>
          </a:xfrm>
          <a:prstGeom prst="ellipse">
            <a:avLst/>
          </a:prstGeom>
          <a:gradFill rotWithShape="1">
            <a:gsLst>
              <a:gs pos="0">
                <a:srgbClr val="0B1A26">
                  <a:alpha val="22000"/>
                </a:srgbClr>
              </a:gs>
              <a:gs pos="27431">
                <a:srgbClr val="0B1A26">
                  <a:alpha val="9000"/>
                </a:srgbClr>
              </a:gs>
              <a:gs pos="54861">
                <a:srgbClr val="0B1A26">
                  <a:alpha val="0"/>
                </a:srgbClr>
              </a:gs>
              <a:gs pos="100000">
                <a:srgbClr val="0B1A2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5" name="!!path-2q9"/>
          <p:cNvSpPr/>
          <p:nvPr/>
        </p:nvSpPr>
        <p:spPr>
          <a:xfrm>
            <a:off x="7194601" y="927113"/>
            <a:ext cx="406400" cy="4813300"/>
          </a:xfrm>
          <a:custGeom>
            <a:avLst/>
            <a:gdLst/>
            <a:ahLst/>
            <a:cxnLst/>
            <a:rect l="l" t="t" r="r" b="b"/>
            <a:pathLst>
              <a:path w="406400" h="4813300">
                <a:moveTo>
                  <a:pt x="0" y="241300"/>
                </a:moveTo>
                <a:lnTo>
                  <a:pt x="406400" y="0"/>
                </a:lnTo>
                <a:lnTo>
                  <a:pt x="406400" y="4572000"/>
                </a:lnTo>
                <a:lnTo>
                  <a:pt x="0" y="4813300"/>
                </a:lnTo>
                <a:close/>
              </a:path>
            </a:pathLst>
          </a:custGeom>
          <a:gradFill rotWithShape="1">
            <a:gsLst>
              <a:gs pos="0">
                <a:srgbClr val="DCE3E8"/>
              </a:gs>
              <a:gs pos="100000">
                <a:srgbClr val="C3CDD4"/>
              </a:gs>
            </a:gsLst>
            <a:lin ang="5400000" scaled="0"/>
          </a:gradFill>
          <a:ln>
            <a:noFill/>
          </a:ln>
        </p:spPr>
      </p:sp>
      <p:sp>
        <p:nvSpPr>
          <p:cNvPr id="66" name="!!path-2qa"/>
          <p:cNvSpPr/>
          <p:nvPr/>
        </p:nvSpPr>
        <p:spPr>
          <a:xfrm>
            <a:off x="4654601" y="927113"/>
            <a:ext cx="2946400" cy="241300"/>
          </a:xfrm>
          <a:custGeom>
            <a:avLst/>
            <a:gdLst/>
            <a:ahLst/>
            <a:cxnLst/>
            <a:rect l="l" t="t" r="r" b="b"/>
            <a:pathLst>
              <a:path w="2946400" h="241300">
                <a:moveTo>
                  <a:pt x="0" y="241300"/>
                </a:moveTo>
                <a:lnTo>
                  <a:pt x="2540000" y="241300"/>
                </a:lnTo>
                <a:lnTo>
                  <a:pt x="2946400" y="0"/>
                </a:lnTo>
                <a:lnTo>
                  <a:pt x="406400" y="0"/>
                </a:lnTo>
                <a:close/>
              </a:path>
            </a:pathLst>
          </a:custGeom>
          <a:gradFill rotWithShape="1">
            <a:gsLst>
              <a:gs pos="0">
                <a:srgbClr val="F9FAFB"/>
              </a:gs>
              <a:gs pos="100000">
                <a:srgbClr val="E7ECEF"/>
              </a:gs>
            </a:gsLst>
            <a:lin ang="5400000" scaled="0"/>
          </a:gradFill>
          <a:ln>
            <a:noFill/>
          </a:ln>
        </p:spPr>
      </p:sp>
      <p:sp>
        <p:nvSpPr>
          <p:cNvPr id="67" name="!!path-2qb"/>
          <p:cNvSpPr/>
          <p:nvPr/>
        </p:nvSpPr>
        <p:spPr>
          <a:xfrm>
            <a:off x="4654601" y="1168413"/>
            <a:ext cx="2540000" cy="4572000"/>
          </a:xfrm>
          <a:custGeom>
            <a:avLst/>
            <a:gdLst/>
            <a:ahLst/>
            <a:cxnLst/>
            <a:rect l="l" t="t" r="r" b="b"/>
            <a:pathLst>
              <a:path w="2540000" h="4572000">
                <a:moveTo>
                  <a:pt x="31750" y="0"/>
                </a:moveTo>
                <a:lnTo>
                  <a:pt x="2508250" y="0"/>
                </a:lnTo>
                <a:cubicBezTo>
                  <a:pt x="2525789" y="0"/>
                  <a:pt x="2540000" y="14218"/>
                  <a:pt x="2540000" y="31750"/>
                </a:cubicBezTo>
                <a:lnTo>
                  <a:pt x="2540000" y="4540250"/>
                </a:lnTo>
                <a:cubicBezTo>
                  <a:pt x="2540000" y="4557789"/>
                  <a:pt x="2525789" y="4572000"/>
                  <a:pt x="2508250" y="4572000"/>
                </a:cubicBezTo>
                <a:lnTo>
                  <a:pt x="31750" y="4572000"/>
                </a:lnTo>
                <a:cubicBezTo>
                  <a:pt x="14218" y="4572000"/>
                  <a:pt x="0" y="4557789"/>
                  <a:pt x="0" y="4540250"/>
                </a:cubicBezTo>
                <a:lnTo>
                  <a:pt x="0" y="31750"/>
                </a:lnTo>
                <a:cubicBezTo>
                  <a:pt x="0" y="14218"/>
                  <a:pt x="14218" y="0"/>
                  <a:pt x="31750" y="0"/>
                </a:cubicBez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55000">
                <a:srgbClr val="F8FAFB"/>
              </a:gs>
              <a:gs pos="100000">
                <a:srgbClr val="ECF0F3"/>
              </a:gs>
            </a:gsLst>
            <a:lin ang="5400000" scaled="0"/>
          </a:gradFill>
          <a:ln>
            <a:noFill/>
          </a:ln>
        </p:spPr>
      </p:sp>
      <p:sp>
        <p:nvSpPr>
          <p:cNvPr id="68" name="!!path-2qc"/>
          <p:cNvSpPr/>
          <p:nvPr/>
        </p:nvSpPr>
        <p:spPr>
          <a:xfrm>
            <a:off x="4654601" y="1168413"/>
            <a:ext cx="2540000" cy="4572000"/>
          </a:xfrm>
          <a:custGeom>
            <a:avLst/>
            <a:gdLst/>
            <a:ahLst/>
            <a:cxnLst/>
            <a:rect l="l" t="t" r="r" b="b"/>
            <a:pathLst>
              <a:path w="2540000" h="4572000" fill="none">
                <a:moveTo>
                  <a:pt x="31750" y="0"/>
                </a:moveTo>
                <a:lnTo>
                  <a:pt x="2508250" y="0"/>
                </a:lnTo>
                <a:cubicBezTo>
                  <a:pt x="2525789" y="0"/>
                  <a:pt x="2540000" y="14218"/>
                  <a:pt x="2540000" y="31750"/>
                </a:cubicBezTo>
                <a:lnTo>
                  <a:pt x="2540000" y="4540250"/>
                </a:lnTo>
                <a:cubicBezTo>
                  <a:pt x="2540000" y="4557789"/>
                  <a:pt x="2525789" y="4572000"/>
                  <a:pt x="2508250" y="4572000"/>
                </a:cubicBezTo>
                <a:lnTo>
                  <a:pt x="31750" y="4572000"/>
                </a:lnTo>
                <a:cubicBezTo>
                  <a:pt x="14218" y="4572000"/>
                  <a:pt x="0" y="4557789"/>
                  <a:pt x="0" y="4540250"/>
                </a:cubicBezTo>
                <a:lnTo>
                  <a:pt x="0" y="31750"/>
                </a:lnTo>
                <a:cubicBezTo>
                  <a:pt x="0" y="14218"/>
                  <a:pt x="14218" y="0"/>
                  <a:pt x="31750" y="0"/>
                </a:cubicBezTo>
                <a:close/>
              </a:path>
            </a:pathLst>
          </a:custGeom>
          <a:noFill/>
          <a:ln w="6350" cap="flat">
            <a:solidFill>
              <a:srgbClr val="D3DBE0"/>
            </a:solidFill>
            <a:prstDash val="solid"/>
            <a:miter lim="800000"/>
          </a:ln>
        </p:spPr>
      </p:sp>
      <p:sp>
        <p:nvSpPr>
          <p:cNvPr id="69" name="!!rect-2qd"/>
          <p:cNvSpPr/>
          <p:nvPr/>
        </p:nvSpPr>
        <p:spPr>
          <a:xfrm>
            <a:off x="4654601" y="5651513"/>
            <a:ext cx="2540000" cy="88900"/>
          </a:xfrm>
          <a:prstGeom prst="rect">
            <a:avLst/>
          </a:prstGeom>
          <a:solidFill>
            <a:srgbClr val="E1E7EB"/>
          </a:solidFill>
          <a:ln>
            <a:noFill/>
          </a:ln>
        </p:spPr>
      </p:sp>
      <p:sp>
        <p:nvSpPr>
          <p:cNvPr id="70" name="!!path-2qe"/>
          <p:cNvSpPr/>
          <p:nvPr/>
        </p:nvSpPr>
        <p:spPr>
          <a:xfrm>
            <a:off x="7194601" y="927113"/>
            <a:ext cx="406400" cy="241300"/>
          </a:xfrm>
          <a:custGeom>
            <a:avLst/>
            <a:gdLst/>
            <a:ahLst/>
            <a:cxnLst/>
            <a:rect l="l" t="t" r="r" b="b"/>
            <a:pathLst>
              <a:path w="406400" h="241300">
                <a:moveTo>
                  <a:pt x="0" y="241300"/>
                </a:moveTo>
                <a:lnTo>
                  <a:pt x="406400" y="0"/>
                </a:lnTo>
              </a:path>
            </a:pathLst>
          </a:custGeom>
          <a:solidFill>
            <a:srgbClr val="000000"/>
          </a:solidFill>
          <a:ln w="8890" cap="flat">
            <a:solidFill>
              <a:srgbClr val="FFFFFF"/>
            </a:solidFill>
            <a:prstDash val="solid"/>
            <a:miter lim="800000"/>
          </a:ln>
        </p:spPr>
      </p:sp>
      <p:sp>
        <p:nvSpPr>
          <p:cNvPr id="71" name="!!rect-2r7"/>
          <p:cNvSpPr/>
          <p:nvPr/>
        </p:nvSpPr>
        <p:spPr>
          <a:xfrm>
            <a:off x="5299761" y="1308113"/>
            <a:ext cx="1249680" cy="1615440"/>
          </a:xfrm>
          <a:prstGeom prst="roundRect">
            <a:avLst>
              <a:gd name="adj" fmla="val 7114"/>
            </a:avLst>
          </a:prstGeom>
          <a:solidFill>
            <a:srgbClr val="20282F"/>
          </a:solidFill>
          <a:ln>
            <a:noFill/>
          </a:ln>
        </p:spPr>
      </p:sp>
      <p:sp>
        <p:nvSpPr>
          <p:cNvPr id="72" name="!!rect-2r8"/>
          <p:cNvSpPr/>
          <p:nvPr/>
        </p:nvSpPr>
        <p:spPr>
          <a:xfrm>
            <a:off x="5306111" y="1314463"/>
            <a:ext cx="1236980" cy="1602740"/>
          </a:xfrm>
          <a:prstGeom prst="roundRect">
            <a:avLst>
              <a:gd name="adj" fmla="val 6674"/>
            </a:avLst>
          </a:prstGeom>
          <a:noFill/>
          <a:ln w="6350" cap="flat">
            <a:solidFill>
              <a:srgbClr val="FFFFFF">
                <a:alpha val="12000"/>
              </a:srgbClr>
            </a:solidFill>
            <a:prstDash val="solid"/>
            <a:miter lim="800000"/>
          </a:ln>
        </p:spPr>
      </p:sp>
      <p:sp>
        <p:nvSpPr>
          <p:cNvPr id="73" name="!!rect-2rd"/>
          <p:cNvSpPr/>
          <p:nvPr/>
        </p:nvSpPr>
        <p:spPr>
          <a:xfrm>
            <a:off x="5375961" y="1384313"/>
            <a:ext cx="1097280" cy="1463040"/>
          </a:xfrm>
          <a:custGeom>
            <a:avLst/>
            <a:gdLst/>
            <a:ahLst/>
            <a:cxnLst/>
            <a:rect l="l" t="t" r="r" b="b"/>
            <a:pathLst>
              <a:path w="1097280" h="1463040">
                <a:moveTo>
                  <a:pt x="27432" y="0"/>
                </a:moveTo>
                <a:lnTo>
                  <a:pt x="1069848" y="0"/>
                </a:lnTo>
                <a:cubicBezTo>
                  <a:pt x="1084998" y="0"/>
                  <a:pt x="1097280" y="12282"/>
                  <a:pt x="1097280" y="27432"/>
                </a:cubicBezTo>
                <a:lnTo>
                  <a:pt x="1097280" y="1435608"/>
                </a:lnTo>
                <a:cubicBezTo>
                  <a:pt x="1097280" y="1450758"/>
                  <a:pt x="1084998" y="1463040"/>
                  <a:pt x="1069848" y="1463040"/>
                </a:cubicBezTo>
                <a:lnTo>
                  <a:pt x="27432" y="1463040"/>
                </a:lnTo>
                <a:cubicBezTo>
                  <a:pt x="12282" y="1463040"/>
                  <a:pt x="0" y="1450758"/>
                  <a:pt x="0" y="1435608"/>
                </a:cubicBezTo>
                <a:lnTo>
                  <a:pt x="0" y="27432"/>
                </a:lnTo>
                <a:cubicBezTo>
                  <a:pt x="0" y="12282"/>
                  <a:pt x="12282" y="0"/>
                  <a:pt x="27432" y="0"/>
                </a:cubicBezTo>
                <a:close/>
              </a:path>
            </a:pathLst>
          </a:custGeom>
          <a:solidFill>
            <a:srgbClr val="0E1318"/>
          </a:solidFill>
          <a:ln>
            <a:noFill/>
          </a:ln>
        </p:spPr>
      </p:sp>
      <p:sp>
        <p:nvSpPr>
          <p:cNvPr id="74" name="!!rect-2rg"/>
          <p:cNvSpPr/>
          <p:nvPr/>
        </p:nvSpPr>
        <p:spPr>
          <a:xfrm>
            <a:off x="5375961" y="1384313"/>
            <a:ext cx="1097280" cy="128016"/>
          </a:xfrm>
          <a:custGeom>
            <a:avLst/>
            <a:gdLst/>
            <a:ahLst/>
            <a:cxnLst/>
            <a:rect l="l" t="t" r="r" b="b"/>
            <a:pathLst>
              <a:path w="1097280" h="128016">
                <a:moveTo>
                  <a:pt x="27432" y="0"/>
                </a:moveTo>
                <a:lnTo>
                  <a:pt x="1069848" y="0"/>
                </a:lnTo>
                <a:cubicBezTo>
                  <a:pt x="1084998" y="0"/>
                  <a:pt x="1097280" y="12282"/>
                  <a:pt x="1097280" y="27432"/>
                </a:cubicBezTo>
                <a:lnTo>
                  <a:pt x="1097280" y="128016"/>
                </a:lnTo>
                <a:lnTo>
                  <a:pt x="0" y="128016"/>
                </a:lnTo>
                <a:lnTo>
                  <a:pt x="0" y="27432"/>
                </a:lnTo>
                <a:cubicBezTo>
                  <a:pt x="0" y="12282"/>
                  <a:pt x="12282" y="0"/>
                  <a:pt x="27432" y="0"/>
                </a:cubicBezTo>
                <a:close/>
              </a:path>
            </a:pathLst>
          </a:custGeom>
          <a:solidFill>
            <a:srgbClr val="18212A"/>
          </a:solidFill>
          <a:ln>
            <a:noFill/>
          </a:ln>
        </p:spPr>
      </p:sp>
      <p:sp>
        <p:nvSpPr>
          <p:cNvPr id="75" name="!!text-2rh" descr="智慧書櫃"/>
          <p:cNvSpPr txBox="1"/>
          <p:nvPr/>
        </p:nvSpPr>
        <p:spPr>
          <a:xfrm>
            <a:off x="5421681" y="1402967"/>
            <a:ext cx="275234" cy="9268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504" b="1" kern="0" dirty="0">
                <a:solidFill>
                  <a:srgbClr val="EEF2F5"/>
                </a:solidFill>
                <a:latin typeface="Noto Sans TC"/>
                <a:ea typeface="Noto Sans TC"/>
                <a:cs typeface="Noto Sans TC"/>
              </a:rPr>
              <a:t>智慧書櫃</a:t>
            </a:r>
            <a:endParaRPr lang="zh-TW" sz="504"/>
          </a:p>
        </p:txBody>
      </p:sp>
      <p:sp>
        <p:nvSpPr>
          <p:cNvPr id="76" name="!!circle-2rm"/>
          <p:cNvSpPr/>
          <p:nvPr/>
        </p:nvSpPr>
        <p:spPr>
          <a:xfrm>
            <a:off x="6390945" y="1430033"/>
            <a:ext cx="36576" cy="36576"/>
          </a:xfrm>
          <a:prstGeom prst="ellipse">
            <a:avLst/>
          </a:prstGeom>
          <a:solidFill>
            <a:srgbClr val="3CCF8E"/>
          </a:solidFill>
          <a:ln>
            <a:noFill/>
          </a:ln>
        </p:spPr>
      </p:sp>
      <p:sp>
        <p:nvSpPr>
          <p:cNvPr id="77" name="!!rect-2rq"/>
          <p:cNvSpPr/>
          <p:nvPr/>
        </p:nvSpPr>
        <p:spPr>
          <a:xfrm>
            <a:off x="5467401" y="1558049"/>
            <a:ext cx="9144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78" name="!!path-2rr"/>
          <p:cNvSpPr/>
          <p:nvPr/>
        </p:nvSpPr>
        <p:spPr>
          <a:xfrm>
            <a:off x="5581701" y="1672349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0" y="0"/>
                </a:moveTo>
                <a:lnTo>
                  <a:pt x="192024" y="0"/>
                </a:lnTo>
                <a:lnTo>
                  <a:pt x="192024" y="27432"/>
                </a:lnTo>
                <a:lnTo>
                  <a:pt x="0" y="27432"/>
                </a:lnTo>
                <a:close/>
                <a:moveTo>
                  <a:pt x="301752" y="0"/>
                </a:moveTo>
                <a:lnTo>
                  <a:pt x="384048" y="0"/>
                </a:lnTo>
                <a:lnTo>
                  <a:pt x="384048" y="27432"/>
                </a:lnTo>
                <a:lnTo>
                  <a:pt x="301752" y="27432"/>
                </a:lnTo>
                <a:close/>
                <a:moveTo>
                  <a:pt x="411480" y="0"/>
                </a:moveTo>
                <a:lnTo>
                  <a:pt x="438912" y="0"/>
                </a:lnTo>
                <a:lnTo>
                  <a:pt x="438912" y="27432"/>
                </a:lnTo>
                <a:lnTo>
                  <a:pt x="411480" y="27432"/>
                </a:lnTo>
                <a:close/>
                <a:moveTo>
                  <a:pt x="493776" y="0"/>
                </a:moveTo>
                <a:lnTo>
                  <a:pt x="685800" y="0"/>
                </a:lnTo>
                <a:lnTo>
                  <a:pt x="685800" y="27432"/>
                </a:lnTo>
                <a:lnTo>
                  <a:pt x="493776" y="27432"/>
                </a:lnTo>
                <a:close/>
                <a:moveTo>
                  <a:pt x="0" y="27432"/>
                </a:moveTo>
                <a:lnTo>
                  <a:pt x="27432" y="27432"/>
                </a:lnTo>
                <a:lnTo>
                  <a:pt x="27432" y="54864"/>
                </a:lnTo>
                <a:lnTo>
                  <a:pt x="0" y="54864"/>
                </a:lnTo>
                <a:close/>
                <a:moveTo>
                  <a:pt x="164592" y="27432"/>
                </a:moveTo>
                <a:lnTo>
                  <a:pt x="192024" y="27432"/>
                </a:lnTo>
                <a:lnTo>
                  <a:pt x="192024" y="54864"/>
                </a:lnTo>
                <a:lnTo>
                  <a:pt x="164592" y="54864"/>
                </a:lnTo>
                <a:close/>
                <a:moveTo>
                  <a:pt x="274320" y="27432"/>
                </a:moveTo>
                <a:lnTo>
                  <a:pt x="329184" y="27432"/>
                </a:lnTo>
                <a:lnTo>
                  <a:pt x="329184" y="54864"/>
                </a:lnTo>
                <a:lnTo>
                  <a:pt x="274320" y="54864"/>
                </a:lnTo>
                <a:close/>
                <a:moveTo>
                  <a:pt x="356616" y="27432"/>
                </a:moveTo>
                <a:lnTo>
                  <a:pt x="466344" y="27432"/>
                </a:lnTo>
                <a:lnTo>
                  <a:pt x="466344" y="54864"/>
                </a:lnTo>
                <a:lnTo>
                  <a:pt x="356616" y="54864"/>
                </a:lnTo>
                <a:close/>
                <a:moveTo>
                  <a:pt x="493776" y="27432"/>
                </a:moveTo>
                <a:lnTo>
                  <a:pt x="521208" y="27432"/>
                </a:lnTo>
                <a:lnTo>
                  <a:pt x="521208" y="54864"/>
                </a:lnTo>
                <a:lnTo>
                  <a:pt x="493776" y="54864"/>
                </a:lnTo>
                <a:close/>
                <a:moveTo>
                  <a:pt x="658368" y="27432"/>
                </a:moveTo>
                <a:lnTo>
                  <a:pt x="685800" y="27432"/>
                </a:lnTo>
                <a:lnTo>
                  <a:pt x="685800" y="54864"/>
                </a:lnTo>
                <a:lnTo>
                  <a:pt x="658368" y="54864"/>
                </a:lnTo>
                <a:close/>
                <a:moveTo>
                  <a:pt x="0" y="54864"/>
                </a:moveTo>
                <a:lnTo>
                  <a:pt x="27432" y="54864"/>
                </a:lnTo>
                <a:lnTo>
                  <a:pt x="27432" y="82296"/>
                </a:lnTo>
                <a:lnTo>
                  <a:pt x="0" y="82296"/>
                </a:lnTo>
                <a:close/>
                <a:moveTo>
                  <a:pt x="54864" y="54864"/>
                </a:moveTo>
                <a:lnTo>
                  <a:pt x="137160" y="54864"/>
                </a:lnTo>
                <a:lnTo>
                  <a:pt x="137160" y="82296"/>
                </a:lnTo>
                <a:lnTo>
                  <a:pt x="54864" y="82296"/>
                </a:lnTo>
                <a:close/>
                <a:moveTo>
                  <a:pt x="164592" y="54864"/>
                </a:moveTo>
                <a:lnTo>
                  <a:pt x="192024" y="54864"/>
                </a:lnTo>
                <a:lnTo>
                  <a:pt x="192024" y="82296"/>
                </a:lnTo>
                <a:lnTo>
                  <a:pt x="164592" y="82296"/>
                </a:lnTo>
                <a:close/>
                <a:moveTo>
                  <a:pt x="219456" y="54864"/>
                </a:moveTo>
                <a:lnTo>
                  <a:pt x="246888" y="54864"/>
                </a:lnTo>
                <a:lnTo>
                  <a:pt x="246888" y="82296"/>
                </a:lnTo>
                <a:lnTo>
                  <a:pt x="219456" y="82296"/>
                </a:lnTo>
                <a:close/>
                <a:moveTo>
                  <a:pt x="274320" y="54864"/>
                </a:moveTo>
                <a:lnTo>
                  <a:pt x="329184" y="54864"/>
                </a:lnTo>
                <a:lnTo>
                  <a:pt x="329184" y="82296"/>
                </a:lnTo>
                <a:lnTo>
                  <a:pt x="274320" y="82296"/>
                </a:lnTo>
                <a:close/>
                <a:moveTo>
                  <a:pt x="356616" y="54864"/>
                </a:moveTo>
                <a:lnTo>
                  <a:pt x="384048" y="54864"/>
                </a:lnTo>
                <a:lnTo>
                  <a:pt x="384048" y="82296"/>
                </a:lnTo>
                <a:lnTo>
                  <a:pt x="356616" y="82296"/>
                </a:lnTo>
                <a:close/>
                <a:moveTo>
                  <a:pt x="411480" y="54864"/>
                </a:moveTo>
                <a:lnTo>
                  <a:pt x="466344" y="54864"/>
                </a:lnTo>
                <a:lnTo>
                  <a:pt x="466344" y="82296"/>
                </a:lnTo>
                <a:lnTo>
                  <a:pt x="411480" y="82296"/>
                </a:lnTo>
                <a:close/>
                <a:moveTo>
                  <a:pt x="493776" y="54864"/>
                </a:moveTo>
                <a:lnTo>
                  <a:pt x="521208" y="54864"/>
                </a:lnTo>
                <a:lnTo>
                  <a:pt x="521208" y="82296"/>
                </a:lnTo>
                <a:lnTo>
                  <a:pt x="493776" y="82296"/>
                </a:lnTo>
                <a:close/>
                <a:moveTo>
                  <a:pt x="548640" y="54864"/>
                </a:moveTo>
                <a:lnTo>
                  <a:pt x="630936" y="54864"/>
                </a:lnTo>
                <a:lnTo>
                  <a:pt x="630936" y="82296"/>
                </a:lnTo>
                <a:lnTo>
                  <a:pt x="548640" y="82296"/>
                </a:lnTo>
                <a:close/>
                <a:moveTo>
                  <a:pt x="658368" y="54864"/>
                </a:moveTo>
                <a:lnTo>
                  <a:pt x="685800" y="54864"/>
                </a:lnTo>
                <a:lnTo>
                  <a:pt x="685800" y="82296"/>
                </a:lnTo>
                <a:lnTo>
                  <a:pt x="658368" y="82296"/>
                </a:lnTo>
                <a:close/>
                <a:moveTo>
                  <a:pt x="0" y="82296"/>
                </a:moveTo>
                <a:lnTo>
                  <a:pt x="27432" y="82296"/>
                </a:lnTo>
                <a:lnTo>
                  <a:pt x="27432" y="109728"/>
                </a:lnTo>
                <a:lnTo>
                  <a:pt x="0" y="109728"/>
                </a:lnTo>
                <a:close/>
                <a:moveTo>
                  <a:pt x="54864" y="82296"/>
                </a:moveTo>
                <a:lnTo>
                  <a:pt x="137160" y="82296"/>
                </a:lnTo>
                <a:lnTo>
                  <a:pt x="137160" y="109728"/>
                </a:lnTo>
                <a:lnTo>
                  <a:pt x="54864" y="109728"/>
                </a:lnTo>
                <a:close/>
                <a:moveTo>
                  <a:pt x="164592" y="82296"/>
                </a:moveTo>
                <a:lnTo>
                  <a:pt x="192024" y="82296"/>
                </a:lnTo>
                <a:lnTo>
                  <a:pt x="192024" y="109728"/>
                </a:lnTo>
                <a:lnTo>
                  <a:pt x="164592" y="109728"/>
                </a:lnTo>
                <a:close/>
                <a:moveTo>
                  <a:pt x="219456" y="82296"/>
                </a:moveTo>
                <a:lnTo>
                  <a:pt x="246888" y="82296"/>
                </a:lnTo>
                <a:lnTo>
                  <a:pt x="246888" y="109728"/>
                </a:lnTo>
                <a:lnTo>
                  <a:pt x="219456" y="109728"/>
                </a:lnTo>
                <a:close/>
                <a:moveTo>
                  <a:pt x="274320" y="82296"/>
                </a:moveTo>
                <a:lnTo>
                  <a:pt x="329184" y="82296"/>
                </a:lnTo>
                <a:lnTo>
                  <a:pt x="329184" y="109728"/>
                </a:lnTo>
                <a:lnTo>
                  <a:pt x="274320" y="109728"/>
                </a:lnTo>
                <a:close/>
                <a:moveTo>
                  <a:pt x="384048" y="82296"/>
                </a:moveTo>
                <a:lnTo>
                  <a:pt x="466344" y="82296"/>
                </a:lnTo>
                <a:lnTo>
                  <a:pt x="466344" y="109728"/>
                </a:lnTo>
                <a:lnTo>
                  <a:pt x="384048" y="109728"/>
                </a:lnTo>
                <a:close/>
                <a:moveTo>
                  <a:pt x="493776" y="82296"/>
                </a:moveTo>
                <a:lnTo>
                  <a:pt x="521208" y="82296"/>
                </a:lnTo>
                <a:lnTo>
                  <a:pt x="521208" y="109728"/>
                </a:lnTo>
                <a:lnTo>
                  <a:pt x="493776" y="109728"/>
                </a:lnTo>
                <a:close/>
                <a:moveTo>
                  <a:pt x="548640" y="82296"/>
                </a:moveTo>
                <a:lnTo>
                  <a:pt x="630936" y="82296"/>
                </a:lnTo>
                <a:lnTo>
                  <a:pt x="630936" y="109728"/>
                </a:lnTo>
                <a:lnTo>
                  <a:pt x="548640" y="109728"/>
                </a:lnTo>
                <a:close/>
                <a:moveTo>
                  <a:pt x="658368" y="82296"/>
                </a:moveTo>
                <a:lnTo>
                  <a:pt x="685800" y="82296"/>
                </a:lnTo>
                <a:lnTo>
                  <a:pt x="685800" y="109728"/>
                </a:lnTo>
                <a:lnTo>
                  <a:pt x="658368" y="109728"/>
                </a:lnTo>
                <a:close/>
                <a:moveTo>
                  <a:pt x="0" y="109728"/>
                </a:moveTo>
                <a:lnTo>
                  <a:pt x="27432" y="109728"/>
                </a:lnTo>
                <a:lnTo>
                  <a:pt x="27432" y="137160"/>
                </a:lnTo>
                <a:lnTo>
                  <a:pt x="0" y="137160"/>
                </a:lnTo>
                <a:close/>
                <a:moveTo>
                  <a:pt x="54864" y="109728"/>
                </a:moveTo>
                <a:lnTo>
                  <a:pt x="137160" y="109728"/>
                </a:lnTo>
                <a:lnTo>
                  <a:pt x="137160" y="137160"/>
                </a:lnTo>
                <a:lnTo>
                  <a:pt x="54864" y="137160"/>
                </a:lnTo>
                <a:close/>
                <a:moveTo>
                  <a:pt x="164592" y="109728"/>
                </a:moveTo>
                <a:lnTo>
                  <a:pt x="192024" y="109728"/>
                </a:lnTo>
                <a:lnTo>
                  <a:pt x="192024" y="137160"/>
                </a:lnTo>
                <a:lnTo>
                  <a:pt x="164592" y="137160"/>
                </a:lnTo>
                <a:close/>
                <a:moveTo>
                  <a:pt x="219456" y="109728"/>
                </a:moveTo>
                <a:lnTo>
                  <a:pt x="246888" y="109728"/>
                </a:lnTo>
                <a:lnTo>
                  <a:pt x="246888" y="137160"/>
                </a:lnTo>
                <a:lnTo>
                  <a:pt x="219456" y="137160"/>
                </a:lnTo>
                <a:close/>
                <a:moveTo>
                  <a:pt x="301752" y="109728"/>
                </a:moveTo>
                <a:lnTo>
                  <a:pt x="356616" y="109728"/>
                </a:lnTo>
                <a:lnTo>
                  <a:pt x="356616" y="137160"/>
                </a:lnTo>
                <a:lnTo>
                  <a:pt x="301752" y="137160"/>
                </a:lnTo>
                <a:close/>
                <a:moveTo>
                  <a:pt x="493776" y="109728"/>
                </a:moveTo>
                <a:lnTo>
                  <a:pt x="521208" y="109728"/>
                </a:lnTo>
                <a:lnTo>
                  <a:pt x="521208" y="137160"/>
                </a:lnTo>
                <a:lnTo>
                  <a:pt x="493776" y="137160"/>
                </a:lnTo>
                <a:close/>
                <a:moveTo>
                  <a:pt x="548640" y="109728"/>
                </a:moveTo>
                <a:lnTo>
                  <a:pt x="630936" y="109728"/>
                </a:lnTo>
                <a:lnTo>
                  <a:pt x="630936" y="137160"/>
                </a:lnTo>
                <a:lnTo>
                  <a:pt x="548640" y="137160"/>
                </a:lnTo>
                <a:close/>
                <a:moveTo>
                  <a:pt x="658368" y="109728"/>
                </a:moveTo>
                <a:lnTo>
                  <a:pt x="685800" y="109728"/>
                </a:lnTo>
                <a:lnTo>
                  <a:pt x="685800" y="137160"/>
                </a:lnTo>
                <a:lnTo>
                  <a:pt x="658368" y="137160"/>
                </a:lnTo>
                <a:close/>
                <a:moveTo>
                  <a:pt x="0" y="137160"/>
                </a:moveTo>
                <a:lnTo>
                  <a:pt x="27432" y="137160"/>
                </a:lnTo>
                <a:lnTo>
                  <a:pt x="27432" y="164592"/>
                </a:lnTo>
                <a:lnTo>
                  <a:pt x="0" y="164592"/>
                </a:lnTo>
                <a:close/>
                <a:moveTo>
                  <a:pt x="164592" y="137160"/>
                </a:moveTo>
                <a:lnTo>
                  <a:pt x="192024" y="137160"/>
                </a:lnTo>
                <a:lnTo>
                  <a:pt x="192024" y="164592"/>
                </a:lnTo>
                <a:lnTo>
                  <a:pt x="164592" y="164592"/>
                </a:lnTo>
                <a:close/>
                <a:moveTo>
                  <a:pt x="219456" y="137160"/>
                </a:moveTo>
                <a:lnTo>
                  <a:pt x="301752" y="137160"/>
                </a:lnTo>
                <a:lnTo>
                  <a:pt x="301752" y="164592"/>
                </a:lnTo>
                <a:lnTo>
                  <a:pt x="219456" y="164592"/>
                </a:lnTo>
                <a:close/>
                <a:moveTo>
                  <a:pt x="411480" y="137160"/>
                </a:moveTo>
                <a:lnTo>
                  <a:pt x="438912" y="137160"/>
                </a:lnTo>
                <a:lnTo>
                  <a:pt x="438912" y="164592"/>
                </a:lnTo>
                <a:lnTo>
                  <a:pt x="411480" y="164592"/>
                </a:lnTo>
                <a:close/>
                <a:moveTo>
                  <a:pt x="493776" y="137160"/>
                </a:moveTo>
                <a:lnTo>
                  <a:pt x="521208" y="137160"/>
                </a:lnTo>
                <a:lnTo>
                  <a:pt x="521208" y="164592"/>
                </a:lnTo>
                <a:lnTo>
                  <a:pt x="493776" y="164592"/>
                </a:lnTo>
                <a:close/>
                <a:moveTo>
                  <a:pt x="658368" y="137160"/>
                </a:moveTo>
                <a:lnTo>
                  <a:pt x="685800" y="137160"/>
                </a:lnTo>
                <a:lnTo>
                  <a:pt x="685800" y="164592"/>
                </a:lnTo>
                <a:lnTo>
                  <a:pt x="658368" y="164592"/>
                </a:lnTo>
                <a:close/>
                <a:moveTo>
                  <a:pt x="0" y="164592"/>
                </a:moveTo>
                <a:lnTo>
                  <a:pt x="192024" y="164592"/>
                </a:lnTo>
                <a:lnTo>
                  <a:pt x="192024" y="192024"/>
                </a:lnTo>
                <a:lnTo>
                  <a:pt x="0" y="192024"/>
                </a:lnTo>
                <a:close/>
                <a:moveTo>
                  <a:pt x="219456" y="164592"/>
                </a:moveTo>
                <a:lnTo>
                  <a:pt x="246888" y="164592"/>
                </a:lnTo>
                <a:lnTo>
                  <a:pt x="246888" y="192024"/>
                </a:lnTo>
                <a:lnTo>
                  <a:pt x="219456" y="192024"/>
                </a:lnTo>
                <a:close/>
                <a:moveTo>
                  <a:pt x="274320" y="164592"/>
                </a:moveTo>
                <a:lnTo>
                  <a:pt x="301752" y="164592"/>
                </a:lnTo>
                <a:lnTo>
                  <a:pt x="301752" y="192024"/>
                </a:lnTo>
                <a:lnTo>
                  <a:pt x="274320" y="192024"/>
                </a:lnTo>
                <a:close/>
                <a:moveTo>
                  <a:pt x="329184" y="164592"/>
                </a:moveTo>
                <a:lnTo>
                  <a:pt x="356616" y="164592"/>
                </a:lnTo>
                <a:lnTo>
                  <a:pt x="356616" y="192024"/>
                </a:lnTo>
                <a:lnTo>
                  <a:pt x="329184" y="192024"/>
                </a:lnTo>
                <a:close/>
                <a:moveTo>
                  <a:pt x="384048" y="164592"/>
                </a:moveTo>
                <a:lnTo>
                  <a:pt x="411480" y="164592"/>
                </a:lnTo>
                <a:lnTo>
                  <a:pt x="411480" y="192024"/>
                </a:lnTo>
                <a:lnTo>
                  <a:pt x="384048" y="192024"/>
                </a:lnTo>
                <a:close/>
                <a:moveTo>
                  <a:pt x="438912" y="164592"/>
                </a:moveTo>
                <a:lnTo>
                  <a:pt x="466344" y="164592"/>
                </a:lnTo>
                <a:lnTo>
                  <a:pt x="466344" y="192024"/>
                </a:lnTo>
                <a:lnTo>
                  <a:pt x="438912" y="192024"/>
                </a:lnTo>
                <a:close/>
                <a:moveTo>
                  <a:pt x="493776" y="164592"/>
                </a:moveTo>
                <a:lnTo>
                  <a:pt x="685800" y="164592"/>
                </a:lnTo>
                <a:lnTo>
                  <a:pt x="685800" y="192024"/>
                </a:lnTo>
                <a:lnTo>
                  <a:pt x="493776" y="192024"/>
                </a:lnTo>
                <a:close/>
                <a:moveTo>
                  <a:pt x="219456" y="192024"/>
                </a:moveTo>
                <a:lnTo>
                  <a:pt x="274320" y="192024"/>
                </a:lnTo>
                <a:lnTo>
                  <a:pt x="274320" y="219456"/>
                </a:lnTo>
                <a:lnTo>
                  <a:pt x="219456" y="219456"/>
                </a:lnTo>
                <a:close/>
                <a:moveTo>
                  <a:pt x="384048" y="192024"/>
                </a:moveTo>
                <a:lnTo>
                  <a:pt x="411480" y="192024"/>
                </a:lnTo>
                <a:lnTo>
                  <a:pt x="411480" y="219456"/>
                </a:lnTo>
                <a:lnTo>
                  <a:pt x="384048" y="219456"/>
                </a:lnTo>
                <a:close/>
                <a:moveTo>
                  <a:pt x="0" y="219456"/>
                </a:moveTo>
                <a:lnTo>
                  <a:pt x="27432" y="219456"/>
                </a:lnTo>
                <a:lnTo>
                  <a:pt x="27432" y="246888"/>
                </a:lnTo>
                <a:lnTo>
                  <a:pt x="0" y="246888"/>
                </a:lnTo>
                <a:close/>
                <a:moveTo>
                  <a:pt x="54864" y="219456"/>
                </a:moveTo>
                <a:lnTo>
                  <a:pt x="192024" y="219456"/>
                </a:lnTo>
                <a:lnTo>
                  <a:pt x="192024" y="246888"/>
                </a:lnTo>
                <a:lnTo>
                  <a:pt x="54864" y="246888"/>
                </a:lnTo>
                <a:close/>
                <a:moveTo>
                  <a:pt x="411480" y="219456"/>
                </a:moveTo>
                <a:lnTo>
                  <a:pt x="466344" y="219456"/>
                </a:lnTo>
                <a:lnTo>
                  <a:pt x="466344" y="246888"/>
                </a:lnTo>
                <a:lnTo>
                  <a:pt x="411480" y="246888"/>
                </a:lnTo>
                <a:close/>
                <a:moveTo>
                  <a:pt x="493776" y="219456"/>
                </a:moveTo>
                <a:lnTo>
                  <a:pt x="630936" y="219456"/>
                </a:lnTo>
                <a:lnTo>
                  <a:pt x="630936" y="246888"/>
                </a:lnTo>
                <a:lnTo>
                  <a:pt x="493776" y="246888"/>
                </a:lnTo>
                <a:close/>
                <a:moveTo>
                  <a:pt x="0" y="246888"/>
                </a:moveTo>
                <a:lnTo>
                  <a:pt x="27432" y="246888"/>
                </a:lnTo>
                <a:lnTo>
                  <a:pt x="27432" y="274320"/>
                </a:lnTo>
                <a:lnTo>
                  <a:pt x="0" y="274320"/>
                </a:lnTo>
                <a:close/>
                <a:moveTo>
                  <a:pt x="54864" y="246888"/>
                </a:moveTo>
                <a:lnTo>
                  <a:pt x="164592" y="246888"/>
                </a:lnTo>
                <a:lnTo>
                  <a:pt x="164592" y="274320"/>
                </a:lnTo>
                <a:lnTo>
                  <a:pt x="54864" y="274320"/>
                </a:lnTo>
                <a:close/>
                <a:moveTo>
                  <a:pt x="192024" y="246888"/>
                </a:moveTo>
                <a:lnTo>
                  <a:pt x="219456" y="246888"/>
                </a:lnTo>
                <a:lnTo>
                  <a:pt x="219456" y="274320"/>
                </a:lnTo>
                <a:lnTo>
                  <a:pt x="192024" y="274320"/>
                </a:lnTo>
                <a:close/>
                <a:moveTo>
                  <a:pt x="274320" y="246888"/>
                </a:moveTo>
                <a:lnTo>
                  <a:pt x="329184" y="246888"/>
                </a:lnTo>
                <a:lnTo>
                  <a:pt x="329184" y="274320"/>
                </a:lnTo>
                <a:lnTo>
                  <a:pt x="274320" y="274320"/>
                </a:lnTo>
                <a:close/>
                <a:moveTo>
                  <a:pt x="356616" y="246888"/>
                </a:moveTo>
                <a:lnTo>
                  <a:pt x="411480" y="246888"/>
                </a:lnTo>
                <a:lnTo>
                  <a:pt x="411480" y="274320"/>
                </a:lnTo>
                <a:lnTo>
                  <a:pt x="356616" y="274320"/>
                </a:lnTo>
                <a:close/>
                <a:moveTo>
                  <a:pt x="466344" y="246888"/>
                </a:moveTo>
                <a:lnTo>
                  <a:pt x="548640" y="246888"/>
                </a:lnTo>
                <a:lnTo>
                  <a:pt x="548640" y="274320"/>
                </a:lnTo>
                <a:lnTo>
                  <a:pt x="466344" y="274320"/>
                </a:lnTo>
                <a:close/>
                <a:moveTo>
                  <a:pt x="576072" y="246888"/>
                </a:moveTo>
                <a:lnTo>
                  <a:pt x="630936" y="246888"/>
                </a:lnTo>
                <a:lnTo>
                  <a:pt x="630936" y="274320"/>
                </a:lnTo>
                <a:lnTo>
                  <a:pt x="576072" y="274320"/>
                </a:lnTo>
                <a:close/>
                <a:moveTo>
                  <a:pt x="658368" y="246888"/>
                </a:moveTo>
                <a:lnTo>
                  <a:pt x="685800" y="246888"/>
                </a:lnTo>
                <a:lnTo>
                  <a:pt x="685800" y="274320"/>
                </a:lnTo>
                <a:lnTo>
                  <a:pt x="658368" y="274320"/>
                </a:lnTo>
                <a:close/>
                <a:moveTo>
                  <a:pt x="27432" y="274320"/>
                </a:moveTo>
                <a:lnTo>
                  <a:pt x="82296" y="274320"/>
                </a:lnTo>
                <a:lnTo>
                  <a:pt x="82296" y="301752"/>
                </a:lnTo>
                <a:lnTo>
                  <a:pt x="27432" y="301752"/>
                </a:lnTo>
                <a:close/>
                <a:moveTo>
                  <a:pt x="164592" y="274320"/>
                </a:moveTo>
                <a:lnTo>
                  <a:pt x="192024" y="274320"/>
                </a:lnTo>
                <a:lnTo>
                  <a:pt x="192024" y="301752"/>
                </a:lnTo>
                <a:lnTo>
                  <a:pt x="164592" y="301752"/>
                </a:lnTo>
                <a:close/>
                <a:moveTo>
                  <a:pt x="301752" y="274320"/>
                </a:moveTo>
                <a:lnTo>
                  <a:pt x="438912" y="274320"/>
                </a:lnTo>
                <a:lnTo>
                  <a:pt x="438912" y="301752"/>
                </a:lnTo>
                <a:lnTo>
                  <a:pt x="301752" y="301752"/>
                </a:lnTo>
                <a:close/>
                <a:moveTo>
                  <a:pt x="466344" y="274320"/>
                </a:moveTo>
                <a:lnTo>
                  <a:pt x="548640" y="274320"/>
                </a:lnTo>
                <a:lnTo>
                  <a:pt x="548640" y="301752"/>
                </a:lnTo>
                <a:lnTo>
                  <a:pt x="466344" y="301752"/>
                </a:lnTo>
                <a:close/>
                <a:moveTo>
                  <a:pt x="630936" y="274320"/>
                </a:moveTo>
                <a:lnTo>
                  <a:pt x="685800" y="274320"/>
                </a:lnTo>
                <a:lnTo>
                  <a:pt x="685800" y="301752"/>
                </a:lnTo>
                <a:lnTo>
                  <a:pt x="630936" y="301752"/>
                </a:lnTo>
                <a:close/>
                <a:moveTo>
                  <a:pt x="0" y="301752"/>
                </a:moveTo>
                <a:lnTo>
                  <a:pt x="82296" y="301752"/>
                </a:lnTo>
                <a:lnTo>
                  <a:pt x="82296" y="329184"/>
                </a:lnTo>
                <a:lnTo>
                  <a:pt x="0" y="329184"/>
                </a:lnTo>
                <a:close/>
                <a:moveTo>
                  <a:pt x="137160" y="301752"/>
                </a:moveTo>
                <a:lnTo>
                  <a:pt x="164592" y="301752"/>
                </a:lnTo>
                <a:lnTo>
                  <a:pt x="164592" y="329184"/>
                </a:lnTo>
                <a:lnTo>
                  <a:pt x="137160" y="329184"/>
                </a:lnTo>
                <a:close/>
                <a:moveTo>
                  <a:pt x="246888" y="301752"/>
                </a:moveTo>
                <a:lnTo>
                  <a:pt x="384048" y="301752"/>
                </a:lnTo>
                <a:lnTo>
                  <a:pt x="384048" y="329184"/>
                </a:lnTo>
                <a:lnTo>
                  <a:pt x="246888" y="329184"/>
                </a:lnTo>
                <a:close/>
                <a:moveTo>
                  <a:pt x="466344" y="301752"/>
                </a:moveTo>
                <a:lnTo>
                  <a:pt x="493776" y="301752"/>
                </a:lnTo>
                <a:lnTo>
                  <a:pt x="493776" y="329184"/>
                </a:lnTo>
                <a:lnTo>
                  <a:pt x="466344" y="329184"/>
                </a:lnTo>
                <a:close/>
                <a:moveTo>
                  <a:pt x="521208" y="301752"/>
                </a:moveTo>
                <a:lnTo>
                  <a:pt x="548640" y="301752"/>
                </a:lnTo>
                <a:lnTo>
                  <a:pt x="548640" y="329184"/>
                </a:lnTo>
                <a:lnTo>
                  <a:pt x="521208" y="329184"/>
                </a:lnTo>
                <a:close/>
                <a:moveTo>
                  <a:pt x="630936" y="301752"/>
                </a:moveTo>
                <a:lnTo>
                  <a:pt x="685800" y="301752"/>
                </a:lnTo>
                <a:lnTo>
                  <a:pt x="685800" y="329184"/>
                </a:lnTo>
                <a:lnTo>
                  <a:pt x="630936" y="329184"/>
                </a:lnTo>
                <a:close/>
                <a:moveTo>
                  <a:pt x="54864" y="329184"/>
                </a:moveTo>
                <a:lnTo>
                  <a:pt x="192024" y="329184"/>
                </a:lnTo>
                <a:lnTo>
                  <a:pt x="192024" y="356616"/>
                </a:lnTo>
                <a:lnTo>
                  <a:pt x="54864" y="356616"/>
                </a:lnTo>
                <a:close/>
                <a:moveTo>
                  <a:pt x="246888" y="329184"/>
                </a:moveTo>
                <a:lnTo>
                  <a:pt x="301752" y="329184"/>
                </a:lnTo>
                <a:lnTo>
                  <a:pt x="301752" y="356616"/>
                </a:lnTo>
                <a:lnTo>
                  <a:pt x="246888" y="356616"/>
                </a:lnTo>
                <a:close/>
                <a:moveTo>
                  <a:pt x="329184" y="329184"/>
                </a:moveTo>
                <a:lnTo>
                  <a:pt x="356616" y="329184"/>
                </a:lnTo>
                <a:lnTo>
                  <a:pt x="356616" y="356616"/>
                </a:lnTo>
                <a:lnTo>
                  <a:pt x="329184" y="356616"/>
                </a:lnTo>
                <a:close/>
                <a:moveTo>
                  <a:pt x="384048" y="329184"/>
                </a:moveTo>
                <a:lnTo>
                  <a:pt x="521208" y="329184"/>
                </a:lnTo>
                <a:lnTo>
                  <a:pt x="521208" y="356616"/>
                </a:lnTo>
                <a:lnTo>
                  <a:pt x="384048" y="356616"/>
                </a:lnTo>
                <a:close/>
                <a:moveTo>
                  <a:pt x="630936" y="329184"/>
                </a:moveTo>
                <a:lnTo>
                  <a:pt x="658368" y="329184"/>
                </a:lnTo>
                <a:lnTo>
                  <a:pt x="658368" y="356616"/>
                </a:lnTo>
                <a:lnTo>
                  <a:pt x="630936" y="356616"/>
                </a:lnTo>
                <a:close/>
                <a:moveTo>
                  <a:pt x="0" y="356616"/>
                </a:moveTo>
                <a:lnTo>
                  <a:pt x="54864" y="356616"/>
                </a:lnTo>
                <a:lnTo>
                  <a:pt x="54864" y="384048"/>
                </a:lnTo>
                <a:lnTo>
                  <a:pt x="0" y="384048"/>
                </a:lnTo>
                <a:close/>
                <a:moveTo>
                  <a:pt x="109728" y="356616"/>
                </a:moveTo>
                <a:lnTo>
                  <a:pt x="164592" y="356616"/>
                </a:lnTo>
                <a:lnTo>
                  <a:pt x="164592" y="384048"/>
                </a:lnTo>
                <a:lnTo>
                  <a:pt x="109728" y="384048"/>
                </a:lnTo>
                <a:close/>
                <a:moveTo>
                  <a:pt x="219456" y="356616"/>
                </a:moveTo>
                <a:lnTo>
                  <a:pt x="246888" y="356616"/>
                </a:lnTo>
                <a:lnTo>
                  <a:pt x="246888" y="384048"/>
                </a:lnTo>
                <a:lnTo>
                  <a:pt x="219456" y="384048"/>
                </a:lnTo>
                <a:close/>
                <a:moveTo>
                  <a:pt x="274320" y="356616"/>
                </a:moveTo>
                <a:lnTo>
                  <a:pt x="301752" y="356616"/>
                </a:lnTo>
                <a:lnTo>
                  <a:pt x="301752" y="384048"/>
                </a:lnTo>
                <a:lnTo>
                  <a:pt x="274320" y="384048"/>
                </a:lnTo>
                <a:close/>
                <a:moveTo>
                  <a:pt x="493776" y="356616"/>
                </a:moveTo>
                <a:lnTo>
                  <a:pt x="548640" y="356616"/>
                </a:lnTo>
                <a:lnTo>
                  <a:pt x="548640" y="384048"/>
                </a:lnTo>
                <a:lnTo>
                  <a:pt x="493776" y="384048"/>
                </a:lnTo>
                <a:close/>
                <a:moveTo>
                  <a:pt x="576072" y="356616"/>
                </a:moveTo>
                <a:lnTo>
                  <a:pt x="630936" y="356616"/>
                </a:lnTo>
                <a:lnTo>
                  <a:pt x="630936" y="384048"/>
                </a:lnTo>
                <a:lnTo>
                  <a:pt x="576072" y="384048"/>
                </a:lnTo>
                <a:close/>
                <a:moveTo>
                  <a:pt x="658368" y="356616"/>
                </a:moveTo>
                <a:lnTo>
                  <a:pt x="685800" y="356616"/>
                </a:lnTo>
                <a:lnTo>
                  <a:pt x="685800" y="384048"/>
                </a:lnTo>
                <a:lnTo>
                  <a:pt x="658368" y="384048"/>
                </a:lnTo>
                <a:close/>
                <a:moveTo>
                  <a:pt x="0" y="384048"/>
                </a:moveTo>
                <a:lnTo>
                  <a:pt x="27432" y="384048"/>
                </a:lnTo>
                <a:lnTo>
                  <a:pt x="27432" y="411480"/>
                </a:lnTo>
                <a:lnTo>
                  <a:pt x="0" y="411480"/>
                </a:lnTo>
                <a:close/>
                <a:moveTo>
                  <a:pt x="82296" y="384048"/>
                </a:moveTo>
                <a:lnTo>
                  <a:pt x="137160" y="384048"/>
                </a:lnTo>
                <a:lnTo>
                  <a:pt x="137160" y="411480"/>
                </a:lnTo>
                <a:lnTo>
                  <a:pt x="82296" y="411480"/>
                </a:lnTo>
                <a:close/>
                <a:moveTo>
                  <a:pt x="164592" y="384048"/>
                </a:moveTo>
                <a:lnTo>
                  <a:pt x="219456" y="384048"/>
                </a:lnTo>
                <a:lnTo>
                  <a:pt x="219456" y="411480"/>
                </a:lnTo>
                <a:lnTo>
                  <a:pt x="164592" y="411480"/>
                </a:lnTo>
                <a:close/>
                <a:moveTo>
                  <a:pt x="246888" y="384048"/>
                </a:moveTo>
                <a:lnTo>
                  <a:pt x="356616" y="384048"/>
                </a:lnTo>
                <a:lnTo>
                  <a:pt x="356616" y="411480"/>
                </a:lnTo>
                <a:lnTo>
                  <a:pt x="246888" y="411480"/>
                </a:lnTo>
                <a:close/>
                <a:moveTo>
                  <a:pt x="411480" y="384048"/>
                </a:moveTo>
                <a:lnTo>
                  <a:pt x="438912" y="384048"/>
                </a:lnTo>
                <a:lnTo>
                  <a:pt x="438912" y="411480"/>
                </a:lnTo>
                <a:lnTo>
                  <a:pt x="411480" y="411480"/>
                </a:lnTo>
                <a:close/>
                <a:moveTo>
                  <a:pt x="466344" y="384048"/>
                </a:moveTo>
                <a:lnTo>
                  <a:pt x="493776" y="384048"/>
                </a:lnTo>
                <a:lnTo>
                  <a:pt x="493776" y="411480"/>
                </a:lnTo>
                <a:lnTo>
                  <a:pt x="466344" y="411480"/>
                </a:lnTo>
                <a:close/>
                <a:moveTo>
                  <a:pt x="521208" y="384048"/>
                </a:moveTo>
                <a:lnTo>
                  <a:pt x="548640" y="384048"/>
                </a:lnTo>
                <a:lnTo>
                  <a:pt x="548640" y="411480"/>
                </a:lnTo>
                <a:lnTo>
                  <a:pt x="521208" y="411480"/>
                </a:lnTo>
                <a:close/>
                <a:moveTo>
                  <a:pt x="576072" y="384048"/>
                </a:moveTo>
                <a:lnTo>
                  <a:pt x="603504" y="384048"/>
                </a:lnTo>
                <a:lnTo>
                  <a:pt x="603504" y="411480"/>
                </a:lnTo>
                <a:lnTo>
                  <a:pt x="576072" y="411480"/>
                </a:lnTo>
                <a:close/>
                <a:moveTo>
                  <a:pt x="630936" y="384048"/>
                </a:moveTo>
                <a:lnTo>
                  <a:pt x="685800" y="384048"/>
                </a:lnTo>
                <a:lnTo>
                  <a:pt x="685800" y="411480"/>
                </a:lnTo>
                <a:lnTo>
                  <a:pt x="630936" y="411480"/>
                </a:lnTo>
                <a:close/>
                <a:moveTo>
                  <a:pt x="0" y="411480"/>
                </a:moveTo>
                <a:lnTo>
                  <a:pt x="27432" y="411480"/>
                </a:lnTo>
                <a:lnTo>
                  <a:pt x="27432" y="438912"/>
                </a:lnTo>
                <a:lnTo>
                  <a:pt x="0" y="438912"/>
                </a:lnTo>
                <a:close/>
                <a:moveTo>
                  <a:pt x="54864" y="411480"/>
                </a:moveTo>
                <a:lnTo>
                  <a:pt x="109728" y="411480"/>
                </a:lnTo>
                <a:lnTo>
                  <a:pt x="109728" y="438912"/>
                </a:lnTo>
                <a:lnTo>
                  <a:pt x="54864" y="438912"/>
                </a:lnTo>
                <a:close/>
                <a:moveTo>
                  <a:pt x="219456" y="411480"/>
                </a:moveTo>
                <a:lnTo>
                  <a:pt x="329184" y="411480"/>
                </a:lnTo>
                <a:lnTo>
                  <a:pt x="329184" y="438912"/>
                </a:lnTo>
                <a:lnTo>
                  <a:pt x="219456" y="438912"/>
                </a:lnTo>
                <a:close/>
                <a:moveTo>
                  <a:pt x="384048" y="411480"/>
                </a:moveTo>
                <a:lnTo>
                  <a:pt x="438912" y="411480"/>
                </a:lnTo>
                <a:lnTo>
                  <a:pt x="438912" y="438912"/>
                </a:lnTo>
                <a:lnTo>
                  <a:pt x="384048" y="438912"/>
                </a:lnTo>
                <a:close/>
                <a:moveTo>
                  <a:pt x="466344" y="411480"/>
                </a:moveTo>
                <a:lnTo>
                  <a:pt x="493776" y="411480"/>
                </a:lnTo>
                <a:lnTo>
                  <a:pt x="493776" y="438912"/>
                </a:lnTo>
                <a:lnTo>
                  <a:pt x="466344" y="438912"/>
                </a:lnTo>
                <a:close/>
                <a:moveTo>
                  <a:pt x="0" y="438912"/>
                </a:moveTo>
                <a:lnTo>
                  <a:pt x="27432" y="438912"/>
                </a:lnTo>
                <a:lnTo>
                  <a:pt x="27432" y="466344"/>
                </a:lnTo>
                <a:lnTo>
                  <a:pt x="0" y="466344"/>
                </a:lnTo>
                <a:close/>
                <a:moveTo>
                  <a:pt x="109728" y="438912"/>
                </a:moveTo>
                <a:lnTo>
                  <a:pt x="137160" y="438912"/>
                </a:lnTo>
                <a:lnTo>
                  <a:pt x="137160" y="466344"/>
                </a:lnTo>
                <a:lnTo>
                  <a:pt x="109728" y="466344"/>
                </a:lnTo>
                <a:close/>
                <a:moveTo>
                  <a:pt x="164592" y="438912"/>
                </a:moveTo>
                <a:lnTo>
                  <a:pt x="192024" y="438912"/>
                </a:lnTo>
                <a:lnTo>
                  <a:pt x="192024" y="466344"/>
                </a:lnTo>
                <a:lnTo>
                  <a:pt x="164592" y="466344"/>
                </a:lnTo>
                <a:close/>
                <a:moveTo>
                  <a:pt x="219456" y="438912"/>
                </a:moveTo>
                <a:lnTo>
                  <a:pt x="329184" y="438912"/>
                </a:lnTo>
                <a:lnTo>
                  <a:pt x="329184" y="466344"/>
                </a:lnTo>
                <a:lnTo>
                  <a:pt x="219456" y="466344"/>
                </a:lnTo>
                <a:close/>
                <a:moveTo>
                  <a:pt x="411480" y="438912"/>
                </a:moveTo>
                <a:lnTo>
                  <a:pt x="576072" y="438912"/>
                </a:lnTo>
                <a:lnTo>
                  <a:pt x="576072" y="466344"/>
                </a:lnTo>
                <a:lnTo>
                  <a:pt x="411480" y="466344"/>
                </a:lnTo>
                <a:close/>
                <a:moveTo>
                  <a:pt x="630936" y="438912"/>
                </a:moveTo>
                <a:lnTo>
                  <a:pt x="658368" y="438912"/>
                </a:lnTo>
                <a:lnTo>
                  <a:pt x="658368" y="466344"/>
                </a:lnTo>
                <a:lnTo>
                  <a:pt x="630936" y="466344"/>
                </a:lnTo>
                <a:close/>
                <a:moveTo>
                  <a:pt x="219456" y="466344"/>
                </a:moveTo>
                <a:lnTo>
                  <a:pt x="246888" y="466344"/>
                </a:lnTo>
                <a:lnTo>
                  <a:pt x="246888" y="493776"/>
                </a:lnTo>
                <a:lnTo>
                  <a:pt x="219456" y="493776"/>
                </a:lnTo>
                <a:close/>
                <a:moveTo>
                  <a:pt x="274320" y="466344"/>
                </a:moveTo>
                <a:lnTo>
                  <a:pt x="301752" y="466344"/>
                </a:lnTo>
                <a:lnTo>
                  <a:pt x="301752" y="493776"/>
                </a:lnTo>
                <a:lnTo>
                  <a:pt x="274320" y="493776"/>
                </a:lnTo>
                <a:close/>
                <a:moveTo>
                  <a:pt x="329184" y="466344"/>
                </a:moveTo>
                <a:lnTo>
                  <a:pt x="411480" y="466344"/>
                </a:lnTo>
                <a:lnTo>
                  <a:pt x="411480" y="493776"/>
                </a:lnTo>
                <a:lnTo>
                  <a:pt x="329184" y="493776"/>
                </a:lnTo>
                <a:close/>
                <a:moveTo>
                  <a:pt x="438912" y="466344"/>
                </a:moveTo>
                <a:lnTo>
                  <a:pt x="466344" y="466344"/>
                </a:lnTo>
                <a:lnTo>
                  <a:pt x="466344" y="493776"/>
                </a:lnTo>
                <a:lnTo>
                  <a:pt x="438912" y="493776"/>
                </a:lnTo>
                <a:close/>
                <a:moveTo>
                  <a:pt x="548640" y="466344"/>
                </a:moveTo>
                <a:lnTo>
                  <a:pt x="630936" y="466344"/>
                </a:lnTo>
                <a:lnTo>
                  <a:pt x="630936" y="493776"/>
                </a:lnTo>
                <a:lnTo>
                  <a:pt x="548640" y="493776"/>
                </a:lnTo>
                <a:close/>
                <a:moveTo>
                  <a:pt x="658368" y="466344"/>
                </a:moveTo>
                <a:lnTo>
                  <a:pt x="685800" y="466344"/>
                </a:lnTo>
                <a:lnTo>
                  <a:pt x="685800" y="493776"/>
                </a:lnTo>
                <a:lnTo>
                  <a:pt x="658368" y="493776"/>
                </a:lnTo>
                <a:close/>
                <a:moveTo>
                  <a:pt x="0" y="493776"/>
                </a:moveTo>
                <a:lnTo>
                  <a:pt x="192024" y="493776"/>
                </a:lnTo>
                <a:lnTo>
                  <a:pt x="192024" y="521208"/>
                </a:lnTo>
                <a:lnTo>
                  <a:pt x="0" y="521208"/>
                </a:lnTo>
                <a:close/>
                <a:moveTo>
                  <a:pt x="356616" y="493776"/>
                </a:moveTo>
                <a:lnTo>
                  <a:pt x="411480" y="493776"/>
                </a:lnTo>
                <a:lnTo>
                  <a:pt x="411480" y="521208"/>
                </a:lnTo>
                <a:lnTo>
                  <a:pt x="356616" y="521208"/>
                </a:lnTo>
                <a:close/>
                <a:moveTo>
                  <a:pt x="438912" y="493776"/>
                </a:moveTo>
                <a:lnTo>
                  <a:pt x="466344" y="493776"/>
                </a:lnTo>
                <a:lnTo>
                  <a:pt x="466344" y="521208"/>
                </a:lnTo>
                <a:lnTo>
                  <a:pt x="438912" y="521208"/>
                </a:lnTo>
                <a:close/>
                <a:moveTo>
                  <a:pt x="493776" y="493776"/>
                </a:moveTo>
                <a:lnTo>
                  <a:pt x="521208" y="493776"/>
                </a:lnTo>
                <a:lnTo>
                  <a:pt x="521208" y="521208"/>
                </a:lnTo>
                <a:lnTo>
                  <a:pt x="493776" y="521208"/>
                </a:lnTo>
                <a:close/>
                <a:moveTo>
                  <a:pt x="548640" y="493776"/>
                </a:moveTo>
                <a:lnTo>
                  <a:pt x="603504" y="493776"/>
                </a:lnTo>
                <a:lnTo>
                  <a:pt x="603504" y="521208"/>
                </a:lnTo>
                <a:lnTo>
                  <a:pt x="548640" y="521208"/>
                </a:lnTo>
                <a:close/>
                <a:moveTo>
                  <a:pt x="630936" y="493776"/>
                </a:moveTo>
                <a:lnTo>
                  <a:pt x="685800" y="493776"/>
                </a:lnTo>
                <a:lnTo>
                  <a:pt x="685800" y="521208"/>
                </a:lnTo>
                <a:lnTo>
                  <a:pt x="630936" y="521208"/>
                </a:lnTo>
                <a:close/>
                <a:moveTo>
                  <a:pt x="0" y="521208"/>
                </a:moveTo>
                <a:lnTo>
                  <a:pt x="27432" y="521208"/>
                </a:lnTo>
                <a:lnTo>
                  <a:pt x="27432" y="548640"/>
                </a:lnTo>
                <a:lnTo>
                  <a:pt x="0" y="548640"/>
                </a:lnTo>
                <a:close/>
                <a:moveTo>
                  <a:pt x="164592" y="521208"/>
                </a:moveTo>
                <a:lnTo>
                  <a:pt x="192024" y="521208"/>
                </a:lnTo>
                <a:lnTo>
                  <a:pt x="192024" y="548640"/>
                </a:lnTo>
                <a:lnTo>
                  <a:pt x="164592" y="548640"/>
                </a:lnTo>
                <a:close/>
                <a:moveTo>
                  <a:pt x="219456" y="521208"/>
                </a:moveTo>
                <a:lnTo>
                  <a:pt x="274320" y="521208"/>
                </a:lnTo>
                <a:lnTo>
                  <a:pt x="274320" y="548640"/>
                </a:lnTo>
                <a:lnTo>
                  <a:pt x="219456" y="548640"/>
                </a:lnTo>
                <a:close/>
                <a:moveTo>
                  <a:pt x="329184" y="521208"/>
                </a:moveTo>
                <a:lnTo>
                  <a:pt x="384048" y="521208"/>
                </a:lnTo>
                <a:lnTo>
                  <a:pt x="384048" y="548640"/>
                </a:lnTo>
                <a:lnTo>
                  <a:pt x="329184" y="548640"/>
                </a:lnTo>
                <a:close/>
                <a:moveTo>
                  <a:pt x="411480" y="521208"/>
                </a:moveTo>
                <a:lnTo>
                  <a:pt x="466344" y="521208"/>
                </a:lnTo>
                <a:lnTo>
                  <a:pt x="466344" y="548640"/>
                </a:lnTo>
                <a:lnTo>
                  <a:pt x="411480" y="548640"/>
                </a:lnTo>
                <a:close/>
                <a:moveTo>
                  <a:pt x="548640" y="521208"/>
                </a:moveTo>
                <a:lnTo>
                  <a:pt x="603504" y="521208"/>
                </a:lnTo>
                <a:lnTo>
                  <a:pt x="603504" y="548640"/>
                </a:lnTo>
                <a:lnTo>
                  <a:pt x="548640" y="548640"/>
                </a:lnTo>
                <a:close/>
                <a:moveTo>
                  <a:pt x="630936" y="521208"/>
                </a:moveTo>
                <a:lnTo>
                  <a:pt x="685800" y="521208"/>
                </a:lnTo>
                <a:lnTo>
                  <a:pt x="685800" y="548640"/>
                </a:lnTo>
                <a:lnTo>
                  <a:pt x="630936" y="548640"/>
                </a:lnTo>
                <a:close/>
                <a:moveTo>
                  <a:pt x="0" y="548640"/>
                </a:moveTo>
                <a:lnTo>
                  <a:pt x="27432" y="548640"/>
                </a:lnTo>
                <a:lnTo>
                  <a:pt x="27432" y="576072"/>
                </a:lnTo>
                <a:lnTo>
                  <a:pt x="0" y="576072"/>
                </a:lnTo>
                <a:close/>
                <a:moveTo>
                  <a:pt x="54864" y="548640"/>
                </a:moveTo>
                <a:lnTo>
                  <a:pt x="137160" y="548640"/>
                </a:lnTo>
                <a:lnTo>
                  <a:pt x="137160" y="576072"/>
                </a:lnTo>
                <a:lnTo>
                  <a:pt x="54864" y="576072"/>
                </a:lnTo>
                <a:close/>
                <a:moveTo>
                  <a:pt x="164592" y="548640"/>
                </a:moveTo>
                <a:lnTo>
                  <a:pt x="192024" y="548640"/>
                </a:lnTo>
                <a:lnTo>
                  <a:pt x="192024" y="576072"/>
                </a:lnTo>
                <a:lnTo>
                  <a:pt x="164592" y="576072"/>
                </a:lnTo>
                <a:close/>
                <a:moveTo>
                  <a:pt x="219456" y="548640"/>
                </a:moveTo>
                <a:lnTo>
                  <a:pt x="301752" y="548640"/>
                </a:lnTo>
                <a:lnTo>
                  <a:pt x="301752" y="576072"/>
                </a:lnTo>
                <a:lnTo>
                  <a:pt x="219456" y="576072"/>
                </a:lnTo>
                <a:close/>
                <a:moveTo>
                  <a:pt x="329184" y="548640"/>
                </a:moveTo>
                <a:lnTo>
                  <a:pt x="356616" y="548640"/>
                </a:lnTo>
                <a:lnTo>
                  <a:pt x="356616" y="576072"/>
                </a:lnTo>
                <a:lnTo>
                  <a:pt x="329184" y="576072"/>
                </a:lnTo>
                <a:close/>
                <a:moveTo>
                  <a:pt x="384048" y="548640"/>
                </a:moveTo>
                <a:lnTo>
                  <a:pt x="630936" y="548640"/>
                </a:lnTo>
                <a:lnTo>
                  <a:pt x="630936" y="576072"/>
                </a:lnTo>
                <a:lnTo>
                  <a:pt x="384048" y="576072"/>
                </a:lnTo>
                <a:close/>
                <a:moveTo>
                  <a:pt x="658368" y="548640"/>
                </a:moveTo>
                <a:lnTo>
                  <a:pt x="685800" y="548640"/>
                </a:lnTo>
                <a:lnTo>
                  <a:pt x="685800" y="576072"/>
                </a:lnTo>
                <a:lnTo>
                  <a:pt x="658368" y="576072"/>
                </a:lnTo>
                <a:close/>
                <a:moveTo>
                  <a:pt x="0" y="576072"/>
                </a:moveTo>
                <a:lnTo>
                  <a:pt x="27432" y="576072"/>
                </a:lnTo>
                <a:lnTo>
                  <a:pt x="27432" y="603504"/>
                </a:lnTo>
                <a:lnTo>
                  <a:pt x="0" y="603504"/>
                </a:lnTo>
                <a:close/>
                <a:moveTo>
                  <a:pt x="54864" y="576072"/>
                </a:moveTo>
                <a:lnTo>
                  <a:pt x="137160" y="576072"/>
                </a:lnTo>
                <a:lnTo>
                  <a:pt x="137160" y="603504"/>
                </a:lnTo>
                <a:lnTo>
                  <a:pt x="54864" y="603504"/>
                </a:lnTo>
                <a:close/>
                <a:moveTo>
                  <a:pt x="164592" y="576072"/>
                </a:moveTo>
                <a:lnTo>
                  <a:pt x="192024" y="576072"/>
                </a:lnTo>
                <a:lnTo>
                  <a:pt x="192024" y="603504"/>
                </a:lnTo>
                <a:lnTo>
                  <a:pt x="164592" y="603504"/>
                </a:lnTo>
                <a:close/>
                <a:moveTo>
                  <a:pt x="219456" y="576072"/>
                </a:moveTo>
                <a:lnTo>
                  <a:pt x="274320" y="576072"/>
                </a:lnTo>
                <a:lnTo>
                  <a:pt x="274320" y="603504"/>
                </a:lnTo>
                <a:lnTo>
                  <a:pt x="219456" y="603504"/>
                </a:lnTo>
                <a:close/>
                <a:moveTo>
                  <a:pt x="411480" y="576072"/>
                </a:moveTo>
                <a:lnTo>
                  <a:pt x="438912" y="576072"/>
                </a:lnTo>
                <a:lnTo>
                  <a:pt x="438912" y="603504"/>
                </a:lnTo>
                <a:lnTo>
                  <a:pt x="411480" y="603504"/>
                </a:lnTo>
                <a:close/>
                <a:moveTo>
                  <a:pt x="466344" y="576072"/>
                </a:moveTo>
                <a:lnTo>
                  <a:pt x="521208" y="576072"/>
                </a:lnTo>
                <a:lnTo>
                  <a:pt x="521208" y="603504"/>
                </a:lnTo>
                <a:lnTo>
                  <a:pt x="466344" y="603504"/>
                </a:lnTo>
                <a:close/>
                <a:moveTo>
                  <a:pt x="576072" y="576072"/>
                </a:moveTo>
                <a:lnTo>
                  <a:pt x="603504" y="576072"/>
                </a:lnTo>
                <a:lnTo>
                  <a:pt x="603504" y="603504"/>
                </a:lnTo>
                <a:lnTo>
                  <a:pt x="576072" y="603504"/>
                </a:lnTo>
                <a:close/>
                <a:moveTo>
                  <a:pt x="630936" y="576072"/>
                </a:moveTo>
                <a:lnTo>
                  <a:pt x="685800" y="576072"/>
                </a:lnTo>
                <a:lnTo>
                  <a:pt x="685800" y="603504"/>
                </a:lnTo>
                <a:lnTo>
                  <a:pt x="630936" y="603504"/>
                </a:lnTo>
                <a:close/>
                <a:moveTo>
                  <a:pt x="0" y="603504"/>
                </a:moveTo>
                <a:lnTo>
                  <a:pt x="27432" y="603504"/>
                </a:lnTo>
                <a:lnTo>
                  <a:pt x="27432" y="630936"/>
                </a:lnTo>
                <a:lnTo>
                  <a:pt x="0" y="630936"/>
                </a:lnTo>
                <a:close/>
                <a:moveTo>
                  <a:pt x="54864" y="603504"/>
                </a:moveTo>
                <a:lnTo>
                  <a:pt x="137160" y="603504"/>
                </a:lnTo>
                <a:lnTo>
                  <a:pt x="137160" y="630936"/>
                </a:lnTo>
                <a:lnTo>
                  <a:pt x="54864" y="630936"/>
                </a:lnTo>
                <a:close/>
                <a:moveTo>
                  <a:pt x="164592" y="603504"/>
                </a:moveTo>
                <a:lnTo>
                  <a:pt x="192024" y="603504"/>
                </a:lnTo>
                <a:lnTo>
                  <a:pt x="192024" y="630936"/>
                </a:lnTo>
                <a:lnTo>
                  <a:pt x="164592" y="630936"/>
                </a:lnTo>
                <a:close/>
                <a:moveTo>
                  <a:pt x="219456" y="603504"/>
                </a:moveTo>
                <a:lnTo>
                  <a:pt x="356616" y="603504"/>
                </a:lnTo>
                <a:lnTo>
                  <a:pt x="356616" y="630936"/>
                </a:lnTo>
                <a:lnTo>
                  <a:pt x="219456" y="630936"/>
                </a:lnTo>
                <a:close/>
                <a:moveTo>
                  <a:pt x="411480" y="603504"/>
                </a:moveTo>
                <a:lnTo>
                  <a:pt x="438912" y="603504"/>
                </a:lnTo>
                <a:lnTo>
                  <a:pt x="438912" y="630936"/>
                </a:lnTo>
                <a:lnTo>
                  <a:pt x="411480" y="630936"/>
                </a:lnTo>
                <a:close/>
                <a:moveTo>
                  <a:pt x="493776" y="603504"/>
                </a:moveTo>
                <a:lnTo>
                  <a:pt x="548640" y="603504"/>
                </a:lnTo>
                <a:lnTo>
                  <a:pt x="548640" y="630936"/>
                </a:lnTo>
                <a:lnTo>
                  <a:pt x="493776" y="630936"/>
                </a:lnTo>
                <a:close/>
                <a:moveTo>
                  <a:pt x="576072" y="603504"/>
                </a:moveTo>
                <a:lnTo>
                  <a:pt x="603504" y="603504"/>
                </a:lnTo>
                <a:lnTo>
                  <a:pt x="603504" y="630936"/>
                </a:lnTo>
                <a:lnTo>
                  <a:pt x="576072" y="630936"/>
                </a:lnTo>
                <a:close/>
                <a:moveTo>
                  <a:pt x="658368" y="603504"/>
                </a:moveTo>
                <a:lnTo>
                  <a:pt x="685800" y="603504"/>
                </a:lnTo>
                <a:lnTo>
                  <a:pt x="685800" y="630936"/>
                </a:lnTo>
                <a:lnTo>
                  <a:pt x="658368" y="630936"/>
                </a:lnTo>
                <a:close/>
                <a:moveTo>
                  <a:pt x="0" y="630936"/>
                </a:moveTo>
                <a:lnTo>
                  <a:pt x="27432" y="630936"/>
                </a:lnTo>
                <a:lnTo>
                  <a:pt x="27432" y="658368"/>
                </a:lnTo>
                <a:lnTo>
                  <a:pt x="0" y="658368"/>
                </a:lnTo>
                <a:close/>
                <a:moveTo>
                  <a:pt x="164592" y="630936"/>
                </a:moveTo>
                <a:lnTo>
                  <a:pt x="192024" y="630936"/>
                </a:lnTo>
                <a:lnTo>
                  <a:pt x="192024" y="658368"/>
                </a:lnTo>
                <a:lnTo>
                  <a:pt x="164592" y="658368"/>
                </a:lnTo>
                <a:close/>
                <a:moveTo>
                  <a:pt x="246888" y="630936"/>
                </a:moveTo>
                <a:lnTo>
                  <a:pt x="274320" y="630936"/>
                </a:lnTo>
                <a:lnTo>
                  <a:pt x="274320" y="658368"/>
                </a:lnTo>
                <a:lnTo>
                  <a:pt x="246888" y="658368"/>
                </a:lnTo>
                <a:close/>
                <a:moveTo>
                  <a:pt x="301752" y="630936"/>
                </a:moveTo>
                <a:lnTo>
                  <a:pt x="329184" y="630936"/>
                </a:lnTo>
                <a:lnTo>
                  <a:pt x="329184" y="658368"/>
                </a:lnTo>
                <a:lnTo>
                  <a:pt x="301752" y="658368"/>
                </a:lnTo>
                <a:close/>
                <a:moveTo>
                  <a:pt x="384048" y="630936"/>
                </a:moveTo>
                <a:lnTo>
                  <a:pt x="493776" y="630936"/>
                </a:lnTo>
                <a:lnTo>
                  <a:pt x="493776" y="658368"/>
                </a:lnTo>
                <a:lnTo>
                  <a:pt x="384048" y="658368"/>
                </a:lnTo>
                <a:close/>
                <a:moveTo>
                  <a:pt x="658368" y="630936"/>
                </a:moveTo>
                <a:lnTo>
                  <a:pt x="685800" y="630936"/>
                </a:lnTo>
                <a:lnTo>
                  <a:pt x="685800" y="658368"/>
                </a:lnTo>
                <a:lnTo>
                  <a:pt x="658368" y="658368"/>
                </a:lnTo>
                <a:close/>
                <a:moveTo>
                  <a:pt x="0" y="658368"/>
                </a:moveTo>
                <a:lnTo>
                  <a:pt x="192024" y="658368"/>
                </a:lnTo>
                <a:lnTo>
                  <a:pt x="192024" y="685800"/>
                </a:lnTo>
                <a:lnTo>
                  <a:pt x="0" y="685800"/>
                </a:lnTo>
                <a:close/>
                <a:moveTo>
                  <a:pt x="219456" y="658368"/>
                </a:moveTo>
                <a:lnTo>
                  <a:pt x="274320" y="658368"/>
                </a:lnTo>
                <a:lnTo>
                  <a:pt x="274320" y="685800"/>
                </a:lnTo>
                <a:lnTo>
                  <a:pt x="219456" y="685800"/>
                </a:lnTo>
                <a:close/>
                <a:moveTo>
                  <a:pt x="301752" y="658368"/>
                </a:moveTo>
                <a:lnTo>
                  <a:pt x="329184" y="658368"/>
                </a:lnTo>
                <a:lnTo>
                  <a:pt x="329184" y="685800"/>
                </a:lnTo>
                <a:lnTo>
                  <a:pt x="301752" y="685800"/>
                </a:lnTo>
                <a:close/>
                <a:moveTo>
                  <a:pt x="411480" y="658368"/>
                </a:moveTo>
                <a:lnTo>
                  <a:pt x="438912" y="658368"/>
                </a:lnTo>
                <a:lnTo>
                  <a:pt x="438912" y="685800"/>
                </a:lnTo>
                <a:lnTo>
                  <a:pt x="411480" y="685800"/>
                </a:lnTo>
                <a:close/>
                <a:moveTo>
                  <a:pt x="548640" y="658368"/>
                </a:moveTo>
                <a:lnTo>
                  <a:pt x="603504" y="658368"/>
                </a:lnTo>
                <a:lnTo>
                  <a:pt x="603504" y="685800"/>
                </a:lnTo>
                <a:lnTo>
                  <a:pt x="548640" y="685800"/>
                </a:lnTo>
                <a:close/>
                <a:moveTo>
                  <a:pt x="630936" y="658368"/>
                </a:moveTo>
                <a:lnTo>
                  <a:pt x="685800" y="658368"/>
                </a:lnTo>
                <a:lnTo>
                  <a:pt x="685800" y="685800"/>
                </a:lnTo>
                <a:lnTo>
                  <a:pt x="630936" y="6858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79" name="!!rect-2ru"/>
          <p:cNvSpPr/>
          <p:nvPr/>
        </p:nvSpPr>
        <p:spPr>
          <a:xfrm>
            <a:off x="5467401" y="2509025"/>
            <a:ext cx="914400" cy="18288"/>
          </a:xfrm>
          <a:prstGeom prst="rect">
            <a:avLst/>
          </a:prstGeom>
          <a:solidFill>
            <a:srgbClr val="2A3540"/>
          </a:solidFill>
          <a:ln>
            <a:noFill/>
          </a:ln>
        </p:spPr>
      </p:sp>
      <p:sp>
        <p:nvSpPr>
          <p:cNvPr id="80" name="!!rect-2rv"/>
          <p:cNvSpPr/>
          <p:nvPr/>
        </p:nvSpPr>
        <p:spPr>
          <a:xfrm>
            <a:off x="5467401" y="2509025"/>
            <a:ext cx="836533" cy="18288"/>
          </a:xfrm>
          <a:prstGeom prst="rect">
            <a:avLst/>
          </a:prstGeom>
          <a:solidFill>
            <a:srgbClr val="46B59C"/>
          </a:solidFill>
          <a:ln>
            <a:noFill/>
          </a:ln>
        </p:spPr>
      </p:sp>
      <p:sp>
        <p:nvSpPr>
          <p:cNvPr id="81" name="!!text-2rx" descr="請使用 SaveMyBook App 掃描"/>
          <p:cNvSpPr txBox="1"/>
          <p:nvPr/>
        </p:nvSpPr>
        <p:spPr>
          <a:xfrm>
            <a:off x="5492515" y="2564255"/>
            <a:ext cx="883374" cy="9268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504" kern="0" dirty="0">
                <a:solidFill>
                  <a:srgbClr val="EEF2F5"/>
                </a:solidFill>
                <a:latin typeface="Noto Sans TC"/>
                <a:ea typeface="Noto Sans TC"/>
                <a:cs typeface="Noto Sans TC"/>
              </a:rPr>
              <a:t>請使用 Sa</a:t>
            </a:r>
            <a:r>
              <a:rPr lang="zh-TW" altLang="en-US" sz="504" kern="0" spc="-4" dirty="0">
                <a:solidFill>
                  <a:srgbClr val="EEF2F5"/>
                </a:solidFill>
                <a:latin typeface="Noto Sans TC"/>
                <a:ea typeface="Noto Sans TC"/>
                <a:cs typeface="Noto Sans TC"/>
              </a:rPr>
              <a:t>v</a:t>
            </a:r>
            <a:r>
              <a:rPr lang="zh-TW" altLang="en-US" sz="504" kern="0" dirty="0">
                <a:solidFill>
                  <a:srgbClr val="EEF2F5"/>
                </a:solidFill>
                <a:latin typeface="Noto Sans TC"/>
                <a:ea typeface="Noto Sans TC"/>
                <a:cs typeface="Noto Sans TC"/>
              </a:rPr>
              <a:t>eMyBook App 掃描</a:t>
            </a:r>
            <a:endParaRPr lang="zh-TW" sz="504"/>
          </a:p>
        </p:txBody>
      </p:sp>
      <p:sp>
        <p:nvSpPr>
          <p:cNvPr id="82" name="!!path-2x0"/>
          <p:cNvSpPr/>
          <p:nvPr/>
        </p:nvSpPr>
        <p:spPr>
          <a:xfrm>
            <a:off x="5499303" y="3095676"/>
            <a:ext cx="164592" cy="108915"/>
          </a:xfrm>
          <a:custGeom>
            <a:avLst/>
            <a:gdLst/>
            <a:ahLst/>
            <a:cxnLst/>
            <a:rect l="l" t="t" r="r" b="b"/>
            <a:pathLst>
              <a:path w="164592" h="108915">
                <a:moveTo>
                  <a:pt x="0" y="10668"/>
                </a:moveTo>
                <a:cubicBezTo>
                  <a:pt x="9144" y="4064"/>
                  <a:pt x="31496" y="2032"/>
                  <a:pt x="49784" y="6909"/>
                </a:cubicBezTo>
                <a:cubicBezTo>
                  <a:pt x="65024" y="11176"/>
                  <a:pt x="76200" y="17272"/>
                  <a:pt x="83312" y="23368"/>
                </a:cubicBezTo>
                <a:cubicBezTo>
                  <a:pt x="91440" y="16256"/>
                  <a:pt x="105664" y="7112"/>
                  <a:pt x="122936" y="2845"/>
                </a:cubicBezTo>
                <a:cubicBezTo>
                  <a:pt x="139192" y="0"/>
                  <a:pt x="155448" y="1524"/>
                  <a:pt x="164592" y="8636"/>
                </a:cubicBezTo>
                <a:lnTo>
                  <a:pt x="164389" y="89205"/>
                </a:lnTo>
                <a:cubicBezTo>
                  <a:pt x="146304" y="86868"/>
                  <a:pt x="110744" y="88392"/>
                  <a:pt x="83922" y="108306"/>
                </a:cubicBezTo>
                <a:quadBezTo>
                  <a:pt x="83312" y="108915"/>
                  <a:pt x="82702" y="108306"/>
                </a:quadBezTo>
                <a:cubicBezTo>
                  <a:pt x="55880" y="88392"/>
                  <a:pt x="21336" y="86868"/>
                  <a:pt x="3048" y="90221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83" name="!!path-2x1"/>
          <p:cNvSpPr/>
          <p:nvPr/>
        </p:nvSpPr>
        <p:spPr>
          <a:xfrm>
            <a:off x="5499303" y="3096489"/>
            <a:ext cx="164592" cy="108915"/>
          </a:xfrm>
          <a:custGeom>
            <a:avLst/>
            <a:gdLst/>
            <a:ahLst/>
            <a:cxnLst/>
            <a:rect l="l" t="t" r="r" b="b"/>
            <a:pathLst>
              <a:path w="164592" h="108915">
                <a:moveTo>
                  <a:pt x="0" y="10668"/>
                </a:moveTo>
                <a:cubicBezTo>
                  <a:pt x="9144" y="4064"/>
                  <a:pt x="31496" y="2032"/>
                  <a:pt x="49784" y="6909"/>
                </a:cubicBezTo>
                <a:cubicBezTo>
                  <a:pt x="65024" y="11176"/>
                  <a:pt x="76200" y="17272"/>
                  <a:pt x="83312" y="23368"/>
                </a:cubicBezTo>
                <a:cubicBezTo>
                  <a:pt x="91440" y="16256"/>
                  <a:pt x="105664" y="7112"/>
                  <a:pt x="122936" y="2845"/>
                </a:cubicBezTo>
                <a:cubicBezTo>
                  <a:pt x="139192" y="0"/>
                  <a:pt x="155448" y="1524"/>
                  <a:pt x="164592" y="8636"/>
                </a:cubicBezTo>
                <a:lnTo>
                  <a:pt x="164389" y="89205"/>
                </a:lnTo>
                <a:cubicBezTo>
                  <a:pt x="146304" y="86868"/>
                  <a:pt x="110744" y="88392"/>
                  <a:pt x="83922" y="108306"/>
                </a:cubicBezTo>
                <a:quadBezTo>
                  <a:pt x="83312" y="108915"/>
                  <a:pt x="82702" y="108306"/>
                </a:quadBezTo>
                <a:cubicBezTo>
                  <a:pt x="55880" y="88392"/>
                  <a:pt x="21336" y="86868"/>
                  <a:pt x="3048" y="90221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84" name="!!path-2x2"/>
          <p:cNvSpPr/>
          <p:nvPr/>
        </p:nvSpPr>
        <p:spPr>
          <a:xfrm>
            <a:off x="5499303" y="3097301"/>
            <a:ext cx="164592" cy="108915"/>
          </a:xfrm>
          <a:custGeom>
            <a:avLst/>
            <a:gdLst/>
            <a:ahLst/>
            <a:cxnLst/>
            <a:rect l="l" t="t" r="r" b="b"/>
            <a:pathLst>
              <a:path w="164592" h="108915">
                <a:moveTo>
                  <a:pt x="0" y="10668"/>
                </a:moveTo>
                <a:cubicBezTo>
                  <a:pt x="9144" y="4064"/>
                  <a:pt x="31496" y="2032"/>
                  <a:pt x="49784" y="6909"/>
                </a:cubicBezTo>
                <a:cubicBezTo>
                  <a:pt x="65024" y="11176"/>
                  <a:pt x="76200" y="17272"/>
                  <a:pt x="83312" y="23368"/>
                </a:cubicBezTo>
                <a:cubicBezTo>
                  <a:pt x="91440" y="16256"/>
                  <a:pt x="105664" y="7112"/>
                  <a:pt x="122936" y="2845"/>
                </a:cubicBezTo>
                <a:cubicBezTo>
                  <a:pt x="139192" y="0"/>
                  <a:pt x="155448" y="1524"/>
                  <a:pt x="164592" y="8636"/>
                </a:cubicBezTo>
                <a:lnTo>
                  <a:pt x="164389" y="89205"/>
                </a:lnTo>
                <a:cubicBezTo>
                  <a:pt x="146304" y="86868"/>
                  <a:pt x="110744" y="88392"/>
                  <a:pt x="83922" y="108306"/>
                </a:cubicBezTo>
                <a:quadBezTo>
                  <a:pt x="83312" y="108915"/>
                  <a:pt x="82702" y="108306"/>
                </a:quadBezTo>
                <a:cubicBezTo>
                  <a:pt x="55880" y="88392"/>
                  <a:pt x="21336" y="86868"/>
                  <a:pt x="3048" y="90221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85" name="!!path-2x3"/>
          <p:cNvSpPr/>
          <p:nvPr/>
        </p:nvSpPr>
        <p:spPr>
          <a:xfrm>
            <a:off x="5499303" y="3098114"/>
            <a:ext cx="164592" cy="108915"/>
          </a:xfrm>
          <a:custGeom>
            <a:avLst/>
            <a:gdLst/>
            <a:ahLst/>
            <a:cxnLst/>
            <a:rect l="l" t="t" r="r" b="b"/>
            <a:pathLst>
              <a:path w="164592" h="108915">
                <a:moveTo>
                  <a:pt x="0" y="10668"/>
                </a:moveTo>
                <a:cubicBezTo>
                  <a:pt x="9144" y="4064"/>
                  <a:pt x="31496" y="2032"/>
                  <a:pt x="49784" y="6909"/>
                </a:cubicBezTo>
                <a:cubicBezTo>
                  <a:pt x="65024" y="11176"/>
                  <a:pt x="76200" y="17272"/>
                  <a:pt x="83312" y="23368"/>
                </a:cubicBezTo>
                <a:cubicBezTo>
                  <a:pt x="91440" y="16256"/>
                  <a:pt x="105664" y="7112"/>
                  <a:pt x="122936" y="2845"/>
                </a:cubicBezTo>
                <a:cubicBezTo>
                  <a:pt x="139192" y="0"/>
                  <a:pt x="155448" y="1524"/>
                  <a:pt x="164592" y="8636"/>
                </a:cubicBezTo>
                <a:lnTo>
                  <a:pt x="164389" y="89205"/>
                </a:lnTo>
                <a:cubicBezTo>
                  <a:pt x="146304" y="86868"/>
                  <a:pt x="110744" y="88392"/>
                  <a:pt x="83922" y="108306"/>
                </a:cubicBezTo>
                <a:quadBezTo>
                  <a:pt x="83312" y="108915"/>
                  <a:pt x="82702" y="108306"/>
                </a:quadBezTo>
                <a:cubicBezTo>
                  <a:pt x="55880" y="88392"/>
                  <a:pt x="21336" y="86868"/>
                  <a:pt x="3048" y="90221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86" name="!!path-2x4"/>
          <p:cNvSpPr/>
          <p:nvPr/>
        </p:nvSpPr>
        <p:spPr>
          <a:xfrm>
            <a:off x="5499303" y="3098927"/>
            <a:ext cx="164592" cy="108915"/>
          </a:xfrm>
          <a:custGeom>
            <a:avLst/>
            <a:gdLst/>
            <a:ahLst/>
            <a:cxnLst/>
            <a:rect l="l" t="t" r="r" b="b"/>
            <a:pathLst>
              <a:path w="164592" h="108915">
                <a:moveTo>
                  <a:pt x="0" y="10668"/>
                </a:moveTo>
                <a:cubicBezTo>
                  <a:pt x="9144" y="4064"/>
                  <a:pt x="31496" y="2032"/>
                  <a:pt x="49784" y="6909"/>
                </a:cubicBezTo>
                <a:cubicBezTo>
                  <a:pt x="65024" y="11176"/>
                  <a:pt x="76200" y="17272"/>
                  <a:pt x="83312" y="23368"/>
                </a:cubicBezTo>
                <a:cubicBezTo>
                  <a:pt x="91440" y="16256"/>
                  <a:pt x="105664" y="7112"/>
                  <a:pt x="122936" y="2845"/>
                </a:cubicBezTo>
                <a:cubicBezTo>
                  <a:pt x="139192" y="0"/>
                  <a:pt x="155448" y="1524"/>
                  <a:pt x="164592" y="8636"/>
                </a:cubicBezTo>
                <a:lnTo>
                  <a:pt x="164389" y="89205"/>
                </a:lnTo>
                <a:cubicBezTo>
                  <a:pt x="146304" y="86868"/>
                  <a:pt x="110744" y="88392"/>
                  <a:pt x="83922" y="108306"/>
                </a:cubicBezTo>
                <a:quadBezTo>
                  <a:pt x="83312" y="108915"/>
                  <a:pt x="82702" y="108306"/>
                </a:quadBezTo>
                <a:cubicBezTo>
                  <a:pt x="55880" y="88392"/>
                  <a:pt x="21336" y="86868"/>
                  <a:pt x="3048" y="90221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87" name="!!path-2x5"/>
          <p:cNvSpPr/>
          <p:nvPr/>
        </p:nvSpPr>
        <p:spPr>
          <a:xfrm>
            <a:off x="5499303" y="3099740"/>
            <a:ext cx="164592" cy="108915"/>
          </a:xfrm>
          <a:custGeom>
            <a:avLst/>
            <a:gdLst/>
            <a:ahLst/>
            <a:cxnLst/>
            <a:rect l="l" t="t" r="r" b="b"/>
            <a:pathLst>
              <a:path w="164592" h="108915">
                <a:moveTo>
                  <a:pt x="0" y="10668"/>
                </a:moveTo>
                <a:cubicBezTo>
                  <a:pt x="9144" y="4064"/>
                  <a:pt x="31496" y="2032"/>
                  <a:pt x="49784" y="6909"/>
                </a:cubicBezTo>
                <a:cubicBezTo>
                  <a:pt x="65024" y="11176"/>
                  <a:pt x="76200" y="17272"/>
                  <a:pt x="83312" y="23368"/>
                </a:cubicBezTo>
                <a:cubicBezTo>
                  <a:pt x="91440" y="16256"/>
                  <a:pt x="105664" y="7112"/>
                  <a:pt x="122936" y="2845"/>
                </a:cubicBezTo>
                <a:cubicBezTo>
                  <a:pt x="139192" y="0"/>
                  <a:pt x="155448" y="1524"/>
                  <a:pt x="164592" y="8636"/>
                </a:cubicBezTo>
                <a:lnTo>
                  <a:pt x="164389" y="89205"/>
                </a:lnTo>
                <a:cubicBezTo>
                  <a:pt x="146304" y="86868"/>
                  <a:pt x="110744" y="88392"/>
                  <a:pt x="83922" y="108306"/>
                </a:cubicBezTo>
                <a:quadBezTo>
                  <a:pt x="83312" y="108915"/>
                  <a:pt x="82702" y="108306"/>
                </a:quadBezTo>
                <a:cubicBezTo>
                  <a:pt x="55880" y="88392"/>
                  <a:pt x="21336" y="86868"/>
                  <a:pt x="3048" y="90221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88" name="!!path-2x6"/>
          <p:cNvSpPr/>
          <p:nvPr/>
        </p:nvSpPr>
        <p:spPr>
          <a:xfrm>
            <a:off x="5499303" y="3100553"/>
            <a:ext cx="164592" cy="108915"/>
          </a:xfrm>
          <a:custGeom>
            <a:avLst/>
            <a:gdLst/>
            <a:ahLst/>
            <a:cxnLst/>
            <a:rect l="l" t="t" r="r" b="b"/>
            <a:pathLst>
              <a:path w="164592" h="108915">
                <a:moveTo>
                  <a:pt x="0" y="10668"/>
                </a:moveTo>
                <a:cubicBezTo>
                  <a:pt x="9144" y="4064"/>
                  <a:pt x="31496" y="2032"/>
                  <a:pt x="49784" y="6909"/>
                </a:cubicBezTo>
                <a:cubicBezTo>
                  <a:pt x="65024" y="11176"/>
                  <a:pt x="76200" y="17272"/>
                  <a:pt x="83312" y="23368"/>
                </a:cubicBezTo>
                <a:cubicBezTo>
                  <a:pt x="91440" y="16256"/>
                  <a:pt x="105664" y="7112"/>
                  <a:pt x="122936" y="2845"/>
                </a:cubicBezTo>
                <a:cubicBezTo>
                  <a:pt x="139192" y="0"/>
                  <a:pt x="155448" y="1524"/>
                  <a:pt x="164592" y="8636"/>
                </a:cubicBezTo>
                <a:lnTo>
                  <a:pt x="164389" y="89205"/>
                </a:lnTo>
                <a:cubicBezTo>
                  <a:pt x="146304" y="86868"/>
                  <a:pt x="110744" y="88392"/>
                  <a:pt x="83922" y="108306"/>
                </a:cubicBezTo>
                <a:quadBezTo>
                  <a:pt x="83312" y="108915"/>
                  <a:pt x="82702" y="108306"/>
                </a:quadBezTo>
                <a:cubicBezTo>
                  <a:pt x="55880" y="88392"/>
                  <a:pt x="21336" y="86868"/>
                  <a:pt x="3048" y="90221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89" name="!!path-2x7"/>
          <p:cNvSpPr/>
          <p:nvPr/>
        </p:nvSpPr>
        <p:spPr>
          <a:xfrm>
            <a:off x="5499303" y="3101365"/>
            <a:ext cx="164592" cy="108915"/>
          </a:xfrm>
          <a:custGeom>
            <a:avLst/>
            <a:gdLst/>
            <a:ahLst/>
            <a:cxnLst/>
            <a:rect l="l" t="t" r="r" b="b"/>
            <a:pathLst>
              <a:path w="164592" h="108915">
                <a:moveTo>
                  <a:pt x="0" y="10668"/>
                </a:moveTo>
                <a:cubicBezTo>
                  <a:pt x="9144" y="4064"/>
                  <a:pt x="31496" y="2032"/>
                  <a:pt x="49784" y="6909"/>
                </a:cubicBezTo>
                <a:cubicBezTo>
                  <a:pt x="65024" y="11176"/>
                  <a:pt x="76200" y="17272"/>
                  <a:pt x="83312" y="23368"/>
                </a:cubicBezTo>
                <a:cubicBezTo>
                  <a:pt x="91440" y="16256"/>
                  <a:pt x="105664" y="7112"/>
                  <a:pt x="122936" y="2845"/>
                </a:cubicBezTo>
                <a:cubicBezTo>
                  <a:pt x="139192" y="0"/>
                  <a:pt x="155448" y="1524"/>
                  <a:pt x="164592" y="8636"/>
                </a:cubicBezTo>
                <a:lnTo>
                  <a:pt x="164389" y="89205"/>
                </a:lnTo>
                <a:cubicBezTo>
                  <a:pt x="146304" y="86868"/>
                  <a:pt x="110744" y="88392"/>
                  <a:pt x="83922" y="108306"/>
                </a:cubicBezTo>
                <a:quadBezTo>
                  <a:pt x="83312" y="108915"/>
                  <a:pt x="82702" y="108306"/>
                </a:quadBezTo>
                <a:cubicBezTo>
                  <a:pt x="55880" y="88392"/>
                  <a:pt x="21336" y="86868"/>
                  <a:pt x="3048" y="90221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90" name="!!path-2x8"/>
          <p:cNvSpPr/>
          <p:nvPr/>
        </p:nvSpPr>
        <p:spPr>
          <a:xfrm>
            <a:off x="5518607" y="3077083"/>
            <a:ext cx="64211" cy="61468"/>
          </a:xfrm>
          <a:custGeom>
            <a:avLst/>
            <a:gdLst/>
            <a:ahLst/>
            <a:cxnLst/>
            <a:rect l="l" t="t" r="r" b="b"/>
            <a:pathLst>
              <a:path w="64211" h="61468">
                <a:moveTo>
                  <a:pt x="0" y="8839"/>
                </a:moveTo>
                <a:lnTo>
                  <a:pt x="4064" y="2540"/>
                </a:lnTo>
                <a:cubicBezTo>
                  <a:pt x="16256" y="0"/>
                  <a:pt x="36576" y="3556"/>
                  <a:pt x="50800" y="13208"/>
                </a:cubicBezTo>
                <a:cubicBezTo>
                  <a:pt x="58420" y="18593"/>
                  <a:pt x="62484" y="24892"/>
                  <a:pt x="64211" y="31496"/>
                </a:cubicBezTo>
                <a:lnTo>
                  <a:pt x="64211" y="61468"/>
                </a:lnTo>
                <a:lnTo>
                  <a:pt x="0" y="61468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91" name="!!path-2x9"/>
          <p:cNvSpPr/>
          <p:nvPr/>
        </p:nvSpPr>
        <p:spPr>
          <a:xfrm>
            <a:off x="5518607" y="3077083"/>
            <a:ext cx="64211" cy="31496"/>
          </a:xfrm>
          <a:custGeom>
            <a:avLst/>
            <a:gdLst/>
            <a:ahLst/>
            <a:cxnLst/>
            <a:rect l="l" t="t" r="r" b="b"/>
            <a:pathLst>
              <a:path w="64211" h="31496" fill="none">
                <a:moveTo>
                  <a:pt x="64211" y="31496"/>
                </a:moveTo>
                <a:cubicBezTo>
                  <a:pt x="62484" y="24892"/>
                  <a:pt x="58420" y="18593"/>
                  <a:pt x="50800" y="13208"/>
                </a:cubicBezTo>
                <a:cubicBezTo>
                  <a:pt x="36576" y="3556"/>
                  <a:pt x="16256" y="0"/>
                  <a:pt x="4064" y="2540"/>
                </a:cubicBezTo>
                <a:lnTo>
                  <a:pt x="0" y="8839"/>
                </a:lnTo>
              </a:path>
            </a:pathLst>
          </a:custGeom>
          <a:noFill/>
          <a:ln w="2438" cap="rnd">
            <a:solidFill>
              <a:srgbClr val="627D8D"/>
            </a:solidFill>
            <a:prstDash val="solid"/>
            <a:round/>
          </a:ln>
        </p:spPr>
      </p:sp>
      <p:sp>
        <p:nvSpPr>
          <p:cNvPr id="92" name="!!path-2xa"/>
          <p:cNvSpPr/>
          <p:nvPr/>
        </p:nvSpPr>
        <p:spPr>
          <a:xfrm>
            <a:off x="5512308" y="3083179"/>
            <a:ext cx="70510" cy="55372"/>
          </a:xfrm>
          <a:custGeom>
            <a:avLst/>
            <a:gdLst/>
            <a:ahLst/>
            <a:cxnLst/>
            <a:rect l="l" t="t" r="r" b="b"/>
            <a:pathLst>
              <a:path w="70510" h="55372">
                <a:moveTo>
                  <a:pt x="0" y="11176"/>
                </a:moveTo>
                <a:lnTo>
                  <a:pt x="3251" y="3251"/>
                </a:lnTo>
                <a:cubicBezTo>
                  <a:pt x="18491" y="0"/>
                  <a:pt x="39827" y="3556"/>
                  <a:pt x="55067" y="12700"/>
                </a:cubicBezTo>
                <a:cubicBezTo>
                  <a:pt x="63195" y="17577"/>
                  <a:pt x="68275" y="24892"/>
                  <a:pt x="70510" y="31496"/>
                </a:cubicBezTo>
                <a:lnTo>
                  <a:pt x="70510" y="55372"/>
                </a:lnTo>
                <a:lnTo>
                  <a:pt x="0" y="55372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93" name="!!path-2xb"/>
          <p:cNvSpPr/>
          <p:nvPr/>
        </p:nvSpPr>
        <p:spPr>
          <a:xfrm>
            <a:off x="5512308" y="3083179"/>
            <a:ext cx="70510" cy="31496"/>
          </a:xfrm>
          <a:custGeom>
            <a:avLst/>
            <a:gdLst/>
            <a:ahLst/>
            <a:cxnLst/>
            <a:rect l="l" t="t" r="r" b="b"/>
            <a:pathLst>
              <a:path w="70510" h="31496" fill="none">
                <a:moveTo>
                  <a:pt x="70510" y="31496"/>
                </a:moveTo>
                <a:cubicBezTo>
                  <a:pt x="68275" y="24892"/>
                  <a:pt x="63195" y="17577"/>
                  <a:pt x="55067" y="12700"/>
                </a:cubicBezTo>
                <a:cubicBezTo>
                  <a:pt x="39827" y="3556"/>
                  <a:pt x="18491" y="0"/>
                  <a:pt x="3251" y="3251"/>
                </a:cubicBezTo>
                <a:lnTo>
                  <a:pt x="0" y="11176"/>
                </a:lnTo>
              </a:path>
            </a:pathLst>
          </a:custGeom>
          <a:noFill/>
          <a:ln w="2438" cap="rnd">
            <a:solidFill>
              <a:srgbClr val="627D8D"/>
            </a:solidFill>
            <a:prstDash val="solid"/>
            <a:round/>
          </a:ln>
        </p:spPr>
      </p:sp>
      <p:sp>
        <p:nvSpPr>
          <p:cNvPr id="94" name="!!path-2xc"/>
          <p:cNvSpPr/>
          <p:nvPr/>
        </p:nvSpPr>
        <p:spPr>
          <a:xfrm>
            <a:off x="5506720" y="3089783"/>
            <a:ext cx="75895" cy="48768"/>
          </a:xfrm>
          <a:custGeom>
            <a:avLst/>
            <a:gdLst/>
            <a:ahLst/>
            <a:cxnLst/>
            <a:rect l="l" t="t" r="r" b="b"/>
            <a:pathLst>
              <a:path w="75895" h="48768">
                <a:moveTo>
                  <a:pt x="0" y="11582"/>
                </a:moveTo>
                <a:lnTo>
                  <a:pt x="1930" y="6299"/>
                </a:lnTo>
                <a:cubicBezTo>
                  <a:pt x="18999" y="0"/>
                  <a:pt x="42367" y="2540"/>
                  <a:pt x="58623" y="10973"/>
                </a:cubicBezTo>
                <a:cubicBezTo>
                  <a:pt x="67767" y="15748"/>
                  <a:pt x="73355" y="21844"/>
                  <a:pt x="75895" y="27635"/>
                </a:cubicBezTo>
                <a:lnTo>
                  <a:pt x="75895" y="48768"/>
                </a:lnTo>
                <a:lnTo>
                  <a:pt x="0" y="48768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95" name="!!path-2xd"/>
          <p:cNvSpPr/>
          <p:nvPr/>
        </p:nvSpPr>
        <p:spPr>
          <a:xfrm>
            <a:off x="5506720" y="3089783"/>
            <a:ext cx="75895" cy="27635"/>
          </a:xfrm>
          <a:custGeom>
            <a:avLst/>
            <a:gdLst/>
            <a:ahLst/>
            <a:cxnLst/>
            <a:rect l="l" t="t" r="r" b="b"/>
            <a:pathLst>
              <a:path w="75895" h="27635" fill="none">
                <a:moveTo>
                  <a:pt x="75895" y="27635"/>
                </a:moveTo>
                <a:cubicBezTo>
                  <a:pt x="73355" y="21844"/>
                  <a:pt x="67767" y="15748"/>
                  <a:pt x="58623" y="10973"/>
                </a:cubicBezTo>
                <a:cubicBezTo>
                  <a:pt x="42367" y="2540"/>
                  <a:pt x="18999" y="0"/>
                  <a:pt x="1930" y="6299"/>
                </a:cubicBezTo>
                <a:lnTo>
                  <a:pt x="0" y="11582"/>
                </a:lnTo>
              </a:path>
            </a:pathLst>
          </a:custGeom>
          <a:noFill/>
          <a:ln w="2438" cap="rnd">
            <a:solidFill>
              <a:srgbClr val="627D8D"/>
            </a:solidFill>
            <a:prstDash val="solid"/>
            <a:round/>
          </a:ln>
        </p:spPr>
      </p:sp>
      <p:sp>
        <p:nvSpPr>
          <p:cNvPr id="96" name="!!path-2xe"/>
          <p:cNvSpPr/>
          <p:nvPr/>
        </p:nvSpPr>
        <p:spPr>
          <a:xfrm>
            <a:off x="5582920" y="3074543"/>
            <a:ext cx="60147" cy="64008"/>
          </a:xfrm>
          <a:custGeom>
            <a:avLst/>
            <a:gdLst/>
            <a:ahLst/>
            <a:cxnLst/>
            <a:rect l="l" t="t" r="r" b="b"/>
            <a:pathLst>
              <a:path w="60147" h="64008">
                <a:moveTo>
                  <a:pt x="60147" y="9144"/>
                </a:moveTo>
                <a:lnTo>
                  <a:pt x="56794" y="2235"/>
                </a:lnTo>
                <a:cubicBezTo>
                  <a:pt x="43383" y="0"/>
                  <a:pt x="22047" y="5080"/>
                  <a:pt x="8839" y="15240"/>
                </a:cubicBezTo>
                <a:cubicBezTo>
                  <a:pt x="3251" y="19812"/>
                  <a:pt x="711" y="26416"/>
                  <a:pt x="0" y="33528"/>
                </a:cubicBezTo>
                <a:lnTo>
                  <a:pt x="0" y="64008"/>
                </a:lnTo>
                <a:lnTo>
                  <a:pt x="60147" y="64008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97" name="!!path-2xf"/>
          <p:cNvSpPr/>
          <p:nvPr/>
        </p:nvSpPr>
        <p:spPr>
          <a:xfrm>
            <a:off x="5582920" y="3074543"/>
            <a:ext cx="60147" cy="33528"/>
          </a:xfrm>
          <a:custGeom>
            <a:avLst/>
            <a:gdLst/>
            <a:ahLst/>
            <a:cxnLst/>
            <a:rect l="l" t="t" r="r" b="b"/>
            <a:pathLst>
              <a:path w="60147" h="33528" fill="none">
                <a:moveTo>
                  <a:pt x="0" y="33528"/>
                </a:moveTo>
                <a:cubicBezTo>
                  <a:pt x="711" y="26416"/>
                  <a:pt x="3251" y="19812"/>
                  <a:pt x="8839" y="15240"/>
                </a:cubicBezTo>
                <a:cubicBezTo>
                  <a:pt x="22047" y="5080"/>
                  <a:pt x="43383" y="0"/>
                  <a:pt x="56794" y="2235"/>
                </a:cubicBezTo>
                <a:lnTo>
                  <a:pt x="60147" y="9144"/>
                </a:lnTo>
              </a:path>
            </a:pathLst>
          </a:custGeom>
          <a:noFill/>
          <a:ln w="2438" cap="rnd">
            <a:solidFill>
              <a:srgbClr val="627D8D"/>
            </a:solidFill>
            <a:prstDash val="solid"/>
            <a:round/>
          </a:ln>
        </p:spPr>
      </p:sp>
      <p:sp>
        <p:nvSpPr>
          <p:cNvPr id="98" name="!!path-2xg"/>
          <p:cNvSpPr/>
          <p:nvPr/>
        </p:nvSpPr>
        <p:spPr>
          <a:xfrm>
            <a:off x="5583022" y="3082163"/>
            <a:ext cx="66650" cy="56388"/>
          </a:xfrm>
          <a:custGeom>
            <a:avLst/>
            <a:gdLst/>
            <a:ahLst/>
            <a:cxnLst/>
            <a:rect l="l" t="t" r="r" b="b"/>
            <a:pathLst>
              <a:path w="66650" h="56388">
                <a:moveTo>
                  <a:pt x="66650" y="9855"/>
                </a:moveTo>
                <a:lnTo>
                  <a:pt x="63602" y="1524"/>
                </a:lnTo>
                <a:cubicBezTo>
                  <a:pt x="47346" y="0"/>
                  <a:pt x="27026" y="5588"/>
                  <a:pt x="13818" y="15342"/>
                </a:cubicBezTo>
                <a:cubicBezTo>
                  <a:pt x="6706" y="20625"/>
                  <a:pt x="2134" y="26924"/>
                  <a:pt x="0" y="32512"/>
                </a:cubicBezTo>
                <a:lnTo>
                  <a:pt x="0" y="56388"/>
                </a:lnTo>
                <a:lnTo>
                  <a:pt x="66650" y="56388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99" name="!!path-2xh"/>
          <p:cNvSpPr/>
          <p:nvPr/>
        </p:nvSpPr>
        <p:spPr>
          <a:xfrm>
            <a:off x="5583022" y="3082163"/>
            <a:ext cx="66650" cy="32512"/>
          </a:xfrm>
          <a:custGeom>
            <a:avLst/>
            <a:gdLst/>
            <a:ahLst/>
            <a:cxnLst/>
            <a:rect l="l" t="t" r="r" b="b"/>
            <a:pathLst>
              <a:path w="66650" h="32512" fill="none">
                <a:moveTo>
                  <a:pt x="0" y="32512"/>
                </a:moveTo>
                <a:cubicBezTo>
                  <a:pt x="2134" y="26924"/>
                  <a:pt x="6706" y="20625"/>
                  <a:pt x="13818" y="15342"/>
                </a:cubicBezTo>
                <a:cubicBezTo>
                  <a:pt x="27026" y="5588"/>
                  <a:pt x="47346" y="0"/>
                  <a:pt x="63602" y="1524"/>
                </a:cubicBezTo>
                <a:lnTo>
                  <a:pt x="66650" y="9855"/>
                </a:lnTo>
              </a:path>
            </a:pathLst>
          </a:custGeom>
          <a:noFill/>
          <a:ln w="2438" cap="rnd">
            <a:solidFill>
              <a:srgbClr val="627D8D"/>
            </a:solidFill>
            <a:prstDash val="solid"/>
            <a:round/>
          </a:ln>
        </p:spPr>
      </p:sp>
      <p:sp>
        <p:nvSpPr>
          <p:cNvPr id="100" name="!!path-2xi"/>
          <p:cNvSpPr/>
          <p:nvPr/>
        </p:nvSpPr>
        <p:spPr>
          <a:xfrm>
            <a:off x="5583225" y="3089275"/>
            <a:ext cx="71323" cy="49276"/>
          </a:xfrm>
          <a:custGeom>
            <a:avLst/>
            <a:gdLst/>
            <a:ahLst/>
            <a:cxnLst/>
            <a:rect l="l" t="t" r="r" b="b"/>
            <a:pathLst>
              <a:path w="71323" h="49276">
                <a:moveTo>
                  <a:pt x="71323" y="9449"/>
                </a:moveTo>
                <a:lnTo>
                  <a:pt x="69901" y="4369"/>
                </a:lnTo>
                <a:cubicBezTo>
                  <a:pt x="53238" y="0"/>
                  <a:pt x="31902" y="2540"/>
                  <a:pt x="17678" y="9652"/>
                </a:cubicBezTo>
                <a:cubicBezTo>
                  <a:pt x="8534" y="14224"/>
                  <a:pt x="2946" y="21336"/>
                  <a:pt x="0" y="28143"/>
                </a:cubicBezTo>
                <a:lnTo>
                  <a:pt x="0" y="49276"/>
                </a:lnTo>
                <a:lnTo>
                  <a:pt x="71323" y="4927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01" name="!!path-2xj"/>
          <p:cNvSpPr/>
          <p:nvPr/>
        </p:nvSpPr>
        <p:spPr>
          <a:xfrm>
            <a:off x="5583225" y="3089275"/>
            <a:ext cx="71323" cy="28143"/>
          </a:xfrm>
          <a:custGeom>
            <a:avLst/>
            <a:gdLst/>
            <a:ahLst/>
            <a:cxnLst/>
            <a:rect l="l" t="t" r="r" b="b"/>
            <a:pathLst>
              <a:path w="71323" h="28143" fill="none">
                <a:moveTo>
                  <a:pt x="0" y="28143"/>
                </a:moveTo>
                <a:cubicBezTo>
                  <a:pt x="2946" y="21336"/>
                  <a:pt x="8534" y="14224"/>
                  <a:pt x="17678" y="9652"/>
                </a:cubicBezTo>
                <a:cubicBezTo>
                  <a:pt x="31902" y="2540"/>
                  <a:pt x="53238" y="0"/>
                  <a:pt x="69901" y="4369"/>
                </a:cubicBezTo>
                <a:lnTo>
                  <a:pt x="71323" y="9449"/>
                </a:lnTo>
              </a:path>
            </a:pathLst>
          </a:custGeom>
          <a:noFill/>
          <a:ln w="2438" cap="rnd">
            <a:solidFill>
              <a:srgbClr val="627D8D"/>
            </a:solidFill>
            <a:prstDash val="solid"/>
            <a:round/>
          </a:ln>
        </p:spPr>
      </p:sp>
      <p:sp>
        <p:nvSpPr>
          <p:cNvPr id="102" name="!!path-2xk"/>
          <p:cNvSpPr/>
          <p:nvPr/>
        </p:nvSpPr>
        <p:spPr>
          <a:xfrm>
            <a:off x="5499303" y="3094863"/>
            <a:ext cx="164592" cy="108915"/>
          </a:xfrm>
          <a:custGeom>
            <a:avLst/>
            <a:gdLst/>
            <a:ahLst/>
            <a:cxnLst/>
            <a:rect l="l" t="t" r="r" b="b"/>
            <a:pathLst>
              <a:path w="164592" h="108915">
                <a:moveTo>
                  <a:pt x="0" y="10668"/>
                </a:moveTo>
                <a:cubicBezTo>
                  <a:pt x="9144" y="4064"/>
                  <a:pt x="31496" y="2032"/>
                  <a:pt x="49784" y="6909"/>
                </a:cubicBezTo>
                <a:cubicBezTo>
                  <a:pt x="65024" y="11176"/>
                  <a:pt x="76200" y="17272"/>
                  <a:pt x="83312" y="23368"/>
                </a:cubicBezTo>
                <a:cubicBezTo>
                  <a:pt x="91440" y="16256"/>
                  <a:pt x="105664" y="7112"/>
                  <a:pt x="122936" y="2845"/>
                </a:cubicBezTo>
                <a:cubicBezTo>
                  <a:pt x="139192" y="0"/>
                  <a:pt x="155448" y="1524"/>
                  <a:pt x="164592" y="8636"/>
                </a:cubicBezTo>
                <a:lnTo>
                  <a:pt x="164389" y="89205"/>
                </a:lnTo>
                <a:cubicBezTo>
                  <a:pt x="146304" y="86868"/>
                  <a:pt x="110744" y="88392"/>
                  <a:pt x="83922" y="108306"/>
                </a:cubicBezTo>
                <a:quadBezTo>
                  <a:pt x="83312" y="108915"/>
                  <a:pt x="82702" y="108306"/>
                </a:quadBezTo>
                <a:cubicBezTo>
                  <a:pt x="55880" y="88392"/>
                  <a:pt x="21336" y="86868"/>
                  <a:pt x="3048" y="90221"/>
                </a:cubicBezTo>
                <a:close/>
              </a:path>
            </a:pathLst>
          </a:custGeom>
          <a:gradFill rotWithShape="1">
            <a:gsLst>
              <a:gs pos="0">
                <a:srgbClr val="627D8D"/>
              </a:gs>
              <a:gs pos="21794">
                <a:srgbClr val="627D8D"/>
              </a:gs>
              <a:gs pos="55376">
                <a:srgbClr val="627D8D"/>
              </a:gs>
              <a:gs pos="96421">
                <a:srgbClr val="98ABB7"/>
              </a:gs>
              <a:gs pos="100000">
                <a:srgbClr val="98ABB7"/>
              </a:gs>
            </a:gsLst>
            <a:lin ang="1983350" scaled="0"/>
          </a:gradFill>
          <a:ln>
            <a:noFill/>
          </a:ln>
        </p:spPr>
      </p:sp>
      <p:sp>
        <p:nvSpPr>
          <p:cNvPr id="103" name="!!path-2xl"/>
          <p:cNvSpPr/>
          <p:nvPr/>
        </p:nvSpPr>
        <p:spPr>
          <a:xfrm>
            <a:off x="5499303" y="3094863"/>
            <a:ext cx="164592" cy="108915"/>
          </a:xfrm>
          <a:custGeom>
            <a:avLst/>
            <a:gdLst/>
            <a:ahLst/>
            <a:cxnLst/>
            <a:rect l="l" t="t" r="r" b="b"/>
            <a:pathLst>
              <a:path w="164592" h="108915">
                <a:moveTo>
                  <a:pt x="0" y="10668"/>
                </a:moveTo>
                <a:cubicBezTo>
                  <a:pt x="9144" y="4064"/>
                  <a:pt x="31496" y="2032"/>
                  <a:pt x="49784" y="6909"/>
                </a:cubicBezTo>
                <a:cubicBezTo>
                  <a:pt x="65024" y="11176"/>
                  <a:pt x="76200" y="17272"/>
                  <a:pt x="83312" y="23368"/>
                </a:cubicBezTo>
                <a:cubicBezTo>
                  <a:pt x="91440" y="16256"/>
                  <a:pt x="105664" y="7112"/>
                  <a:pt x="122936" y="2845"/>
                </a:cubicBezTo>
                <a:cubicBezTo>
                  <a:pt x="139192" y="0"/>
                  <a:pt x="155448" y="1524"/>
                  <a:pt x="164592" y="8636"/>
                </a:cubicBezTo>
                <a:lnTo>
                  <a:pt x="164389" y="89205"/>
                </a:lnTo>
                <a:cubicBezTo>
                  <a:pt x="146304" y="86868"/>
                  <a:pt x="110744" y="88392"/>
                  <a:pt x="83922" y="108306"/>
                </a:cubicBezTo>
                <a:quadBezTo>
                  <a:pt x="83312" y="108915"/>
                  <a:pt x="82702" y="108306"/>
                </a:quadBezTo>
                <a:cubicBezTo>
                  <a:pt x="55880" y="88392"/>
                  <a:pt x="21336" y="86868"/>
                  <a:pt x="3048" y="90221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0000"/>
                </a:srgbClr>
              </a:gs>
              <a:gs pos="4764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83333" t="79291" r="16667" b="20709"/>
            </a:path>
          </a:gradFill>
          <a:ln>
            <a:noFill/>
          </a:ln>
        </p:spPr>
      </p:sp>
      <p:sp>
        <p:nvSpPr>
          <p:cNvPr id="104" name="!!line-2xm"/>
          <p:cNvSpPr/>
          <p:nvPr/>
        </p:nvSpPr>
        <p:spPr>
          <a:xfrm>
            <a:off x="5583326" y="3123921"/>
            <a:ext cx="1" cy="76810"/>
          </a:xfrm>
          <a:custGeom>
            <a:avLst/>
            <a:gdLst/>
            <a:ahLst/>
            <a:cxnLst/>
            <a:rect l="l" t="t" r="r" b="b"/>
            <a:pathLst>
              <a:path w="1" h="76810">
                <a:moveTo>
                  <a:pt x="0" y="0"/>
                </a:moveTo>
                <a:lnTo>
                  <a:pt x="0" y="76810"/>
                </a:lnTo>
              </a:path>
            </a:pathLst>
          </a:custGeom>
          <a:solidFill>
            <a:srgbClr val="000000"/>
          </a:solidFill>
          <a:ln w="3454" cap="rnd">
            <a:solidFill>
              <a:srgbClr val="C9D3D9"/>
            </a:solidFill>
            <a:prstDash val="solid"/>
            <a:miter lim="800000"/>
          </a:ln>
        </p:spPr>
      </p:sp>
      <p:sp>
        <p:nvSpPr>
          <p:cNvPr id="105" name="!!path-2xn"/>
          <p:cNvSpPr/>
          <p:nvPr/>
        </p:nvSpPr>
        <p:spPr>
          <a:xfrm>
            <a:off x="5637784" y="3163443"/>
            <a:ext cx="12700" cy="18999"/>
          </a:xfrm>
          <a:custGeom>
            <a:avLst/>
            <a:gdLst/>
            <a:ahLst/>
            <a:cxnLst/>
            <a:rect l="l" t="t" r="r" b="b"/>
            <a:pathLst>
              <a:path w="12700" h="18999">
                <a:moveTo>
                  <a:pt x="0" y="1321"/>
                </a:moveTo>
                <a:lnTo>
                  <a:pt x="7620" y="0"/>
                </a:lnTo>
                <a:lnTo>
                  <a:pt x="12700" y="18593"/>
                </a:lnTo>
                <a:lnTo>
                  <a:pt x="3759" y="18999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 w="508" cap="flat">
            <a:solidFill>
              <a:srgbClr val="FFFFFF">
                <a:alpha val="55000"/>
              </a:srgbClr>
            </a:solidFill>
            <a:prstDash val="solid"/>
            <a:round/>
          </a:ln>
        </p:spPr>
      </p:sp>
      <p:sp>
        <p:nvSpPr>
          <p:cNvPr id="106" name="!!text-2xo" descr="救「舊」我的書"/>
          <p:cNvSpPr txBox="1"/>
          <p:nvPr/>
        </p:nvSpPr>
        <p:spPr>
          <a:xfrm>
            <a:off x="5702198" y="3055252"/>
            <a:ext cx="680085" cy="1563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50" b="1" kern="0" spc="-425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救</a:t>
            </a:r>
            <a:r>
              <a:rPr lang="zh-TW" altLang="en-US" sz="85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「舊</a:t>
            </a:r>
            <a:r>
              <a:rPr lang="zh-TW" altLang="en-US" sz="850" b="1" kern="0" spc="-425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」</a:t>
            </a:r>
            <a:r>
              <a:rPr lang="zh-TW" altLang="en-US" sz="85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我的書</a:t>
            </a:r>
            <a:endParaRPr lang="zh-TW" sz="850"/>
          </a:p>
        </p:txBody>
      </p:sp>
      <p:sp>
        <p:nvSpPr>
          <p:cNvPr id="107" name="!!rect-2y2"/>
          <p:cNvSpPr/>
          <p:nvPr/>
        </p:nvSpPr>
        <p:spPr>
          <a:xfrm>
            <a:off x="5085893" y="3263913"/>
            <a:ext cx="787908" cy="929386"/>
          </a:xfrm>
          <a:custGeom>
            <a:avLst/>
            <a:gdLst/>
            <a:ahLst/>
            <a:cxnLst/>
            <a:rect l="l" t="t" r="r" b="b"/>
            <a:pathLst>
              <a:path w="787908" h="929386">
                <a:moveTo>
                  <a:pt x="0" y="0"/>
                </a:moveTo>
                <a:lnTo>
                  <a:pt x="743458" y="0"/>
                </a:lnTo>
                <a:cubicBezTo>
                  <a:pt x="768007" y="0"/>
                  <a:pt x="787908" y="19901"/>
                  <a:pt x="787908" y="44450"/>
                </a:cubicBezTo>
                <a:lnTo>
                  <a:pt x="787908" y="929386"/>
                </a:lnTo>
                <a:lnTo>
                  <a:pt x="0" y="929386"/>
                </a:lnTo>
                <a:lnTo>
                  <a:pt x="0" y="0"/>
                </a:lnTo>
                <a:close/>
              </a:path>
            </a:pathLst>
          </a:custGeom>
          <a:solidFill>
            <a:srgbClr val="D5DDE2"/>
          </a:solidFill>
          <a:ln>
            <a:noFill/>
          </a:ln>
        </p:spPr>
      </p:sp>
      <p:sp>
        <p:nvSpPr>
          <p:cNvPr id="108" name="!!path-2y3"/>
          <p:cNvSpPr/>
          <p:nvPr/>
        </p:nvSpPr>
        <p:spPr>
          <a:xfrm>
            <a:off x="4768901" y="3263913"/>
            <a:ext cx="316992" cy="1107650"/>
          </a:xfrm>
          <a:custGeom>
            <a:avLst/>
            <a:gdLst/>
            <a:ahLst/>
            <a:cxnLst/>
            <a:rect l="l" t="t" r="r" b="b"/>
            <a:pathLst>
              <a:path w="316992" h="1107650">
                <a:moveTo>
                  <a:pt x="13019" y="1104581"/>
                </a:moveTo>
                <a:lnTo>
                  <a:pt x="7491" y="1097845"/>
                </a:lnTo>
                <a:lnTo>
                  <a:pt x="3384" y="1090160"/>
                </a:lnTo>
                <a:lnTo>
                  <a:pt x="854" y="1081822"/>
                </a:lnTo>
                <a:lnTo>
                  <a:pt x="0" y="1073150"/>
                </a:lnTo>
                <a:lnTo>
                  <a:pt x="0" y="44450"/>
                </a:lnTo>
                <a:lnTo>
                  <a:pt x="854" y="35778"/>
                </a:lnTo>
                <a:lnTo>
                  <a:pt x="3384" y="27440"/>
                </a:lnTo>
                <a:lnTo>
                  <a:pt x="7491" y="19755"/>
                </a:lnTo>
                <a:lnTo>
                  <a:pt x="13019" y="13019"/>
                </a:lnTo>
                <a:lnTo>
                  <a:pt x="19755" y="7491"/>
                </a:lnTo>
                <a:lnTo>
                  <a:pt x="27440" y="3384"/>
                </a:lnTo>
                <a:lnTo>
                  <a:pt x="35778" y="854"/>
                </a:lnTo>
                <a:lnTo>
                  <a:pt x="44450" y="0"/>
                </a:lnTo>
                <a:lnTo>
                  <a:pt x="316992" y="0"/>
                </a:lnTo>
                <a:lnTo>
                  <a:pt x="316992" y="929386"/>
                </a:lnTo>
                <a:lnTo>
                  <a:pt x="16758" y="1107650"/>
                </a:lnTo>
                <a:close/>
              </a:path>
            </a:pathLst>
          </a:custGeom>
          <a:solidFill>
            <a:srgbClr val="C4CED5"/>
          </a:solidFill>
          <a:ln>
            <a:noFill/>
          </a:ln>
        </p:spPr>
      </p:sp>
      <p:sp>
        <p:nvSpPr>
          <p:cNvPr id="109" name="!!path-2y4"/>
          <p:cNvSpPr/>
          <p:nvPr/>
        </p:nvSpPr>
        <p:spPr>
          <a:xfrm>
            <a:off x="4785659" y="4193299"/>
            <a:ext cx="1088142" cy="188214"/>
          </a:xfrm>
          <a:custGeom>
            <a:avLst/>
            <a:gdLst/>
            <a:ahLst/>
            <a:cxnLst/>
            <a:rect l="l" t="t" r="r" b="b"/>
            <a:pathLst>
              <a:path w="1088142" h="188214">
                <a:moveTo>
                  <a:pt x="0" y="178264"/>
                </a:moveTo>
                <a:lnTo>
                  <a:pt x="2996" y="180723"/>
                </a:lnTo>
                <a:lnTo>
                  <a:pt x="10681" y="184830"/>
                </a:lnTo>
                <a:lnTo>
                  <a:pt x="19020" y="187360"/>
                </a:lnTo>
                <a:lnTo>
                  <a:pt x="27692" y="188214"/>
                </a:lnTo>
                <a:lnTo>
                  <a:pt x="1043692" y="188214"/>
                </a:lnTo>
                <a:lnTo>
                  <a:pt x="1052363" y="187360"/>
                </a:lnTo>
                <a:lnTo>
                  <a:pt x="1060702" y="184830"/>
                </a:lnTo>
                <a:lnTo>
                  <a:pt x="1068387" y="180723"/>
                </a:lnTo>
                <a:lnTo>
                  <a:pt x="1075122" y="175195"/>
                </a:lnTo>
                <a:lnTo>
                  <a:pt x="1080650" y="168459"/>
                </a:lnTo>
                <a:lnTo>
                  <a:pt x="1084758" y="160774"/>
                </a:lnTo>
                <a:lnTo>
                  <a:pt x="1087287" y="152436"/>
                </a:lnTo>
                <a:lnTo>
                  <a:pt x="1088142" y="143764"/>
                </a:lnTo>
                <a:lnTo>
                  <a:pt x="1088142" y="0"/>
                </a:lnTo>
                <a:lnTo>
                  <a:pt x="300234" y="0"/>
                </a:lnTo>
                <a:close/>
              </a:path>
            </a:pathLst>
          </a:custGeom>
          <a:solidFill>
            <a:srgbClr val="E8EDF0"/>
          </a:solidFill>
          <a:ln>
            <a:noFill/>
          </a:ln>
        </p:spPr>
      </p:sp>
      <p:sp>
        <p:nvSpPr>
          <p:cNvPr id="110" name="!!rect-2yl"/>
          <p:cNvSpPr/>
          <p:nvPr/>
        </p:nvSpPr>
        <p:spPr>
          <a:xfrm>
            <a:off x="4768901" y="3263913"/>
            <a:ext cx="1104900" cy="558800"/>
          </a:xfrm>
          <a:custGeom>
            <a:avLst/>
            <a:gdLst/>
            <a:ahLst/>
            <a:cxnLst/>
            <a:rect l="l" t="t" r="r" b="b"/>
            <a:pathLst>
              <a:path w="1104900" h="558800">
                <a:moveTo>
                  <a:pt x="44450" y="0"/>
                </a:moveTo>
                <a:lnTo>
                  <a:pt x="1060450" y="0"/>
                </a:lnTo>
                <a:cubicBezTo>
                  <a:pt x="1084999" y="0"/>
                  <a:pt x="1104900" y="19901"/>
                  <a:pt x="1104900" y="44450"/>
                </a:cubicBezTo>
                <a:lnTo>
                  <a:pt x="1104900" y="558800"/>
                </a:lnTo>
                <a:lnTo>
                  <a:pt x="0" y="558800"/>
                </a:lnTo>
                <a:lnTo>
                  <a:pt x="0" y="44450"/>
                </a:lnTo>
                <a:cubicBezTo>
                  <a:pt x="0" y="19901"/>
                  <a:pt x="19901" y="0"/>
                  <a:pt x="44450" y="0"/>
                </a:cubicBezTo>
                <a:close/>
              </a:path>
            </a:pathLst>
          </a:custGeom>
          <a:gradFill rotWithShape="1">
            <a:gsLst>
              <a:gs pos="0">
                <a:srgbClr val="0B1A26">
                  <a:alpha val="20000"/>
                </a:srgbClr>
              </a:gs>
              <a:gs pos="100000">
                <a:srgbClr val="0B1A26">
                  <a:alpha val="0"/>
                </a:srgbClr>
              </a:gs>
            </a:gsLst>
            <a:lin ang="5400000" scaled="0"/>
          </a:gradFill>
          <a:ln>
            <a:noFill/>
          </a:ln>
        </p:spPr>
      </p:sp>
      <p:sp>
        <p:nvSpPr>
          <p:cNvPr id="111" name="!!circle-2ym"/>
          <p:cNvSpPr/>
          <p:nvPr/>
        </p:nvSpPr>
        <p:spPr>
          <a:xfrm>
            <a:off x="5903011" y="3743973"/>
            <a:ext cx="43180" cy="43180"/>
          </a:xfrm>
          <a:prstGeom prst="ellipse">
            <a:avLst/>
          </a:prstGeom>
          <a:solidFill>
            <a:srgbClr val="AEB9C1"/>
          </a:solidFill>
          <a:ln>
            <a:noFill/>
          </a:ln>
        </p:spPr>
      </p:sp>
      <p:sp>
        <p:nvSpPr>
          <p:cNvPr id="112" name="!!rect-2yy"/>
          <p:cNvSpPr/>
          <p:nvPr/>
        </p:nvSpPr>
        <p:spPr>
          <a:xfrm>
            <a:off x="4768901" y="3263913"/>
            <a:ext cx="1104900" cy="1117600"/>
          </a:xfrm>
          <a:prstGeom prst="roundRect">
            <a:avLst>
              <a:gd name="adj" fmla="val 4023"/>
            </a:avLst>
          </a:prstGeom>
          <a:solidFill>
            <a:srgbClr val="F4F8FA">
              <a:alpha val="40000"/>
            </a:srgbClr>
          </a:solidFill>
          <a:ln>
            <a:noFill/>
          </a:ln>
        </p:spPr>
      </p:sp>
      <p:sp>
        <p:nvSpPr>
          <p:cNvPr id="113" name="!!path-2yz"/>
          <p:cNvSpPr/>
          <p:nvPr/>
        </p:nvSpPr>
        <p:spPr>
          <a:xfrm>
            <a:off x="5011979" y="3263913"/>
            <a:ext cx="486156" cy="1117600"/>
          </a:xfrm>
          <a:custGeom>
            <a:avLst/>
            <a:gdLst/>
            <a:ahLst/>
            <a:cxnLst/>
            <a:rect l="l" t="t" r="r" b="b"/>
            <a:pathLst>
              <a:path w="486156" h="1117600">
                <a:moveTo>
                  <a:pt x="309372" y="0"/>
                </a:moveTo>
                <a:lnTo>
                  <a:pt x="486156" y="0"/>
                </a:lnTo>
                <a:lnTo>
                  <a:pt x="176784" y="1117600"/>
                </a:lnTo>
                <a:lnTo>
                  <a:pt x="0" y="1117600"/>
                </a:lnTo>
                <a:close/>
              </a:path>
            </a:pathLst>
          </a:custGeom>
          <a:solidFill>
            <a:srgbClr val="FFFFFF">
              <a:alpha val="34000"/>
            </a:srgbClr>
          </a:solidFill>
          <a:ln>
            <a:noFill/>
          </a:ln>
        </p:spPr>
      </p:sp>
      <p:sp>
        <p:nvSpPr>
          <p:cNvPr id="114" name="!!path-2z0"/>
          <p:cNvSpPr/>
          <p:nvPr/>
        </p:nvSpPr>
        <p:spPr>
          <a:xfrm>
            <a:off x="5244008" y="3263913"/>
            <a:ext cx="353568" cy="1117600"/>
          </a:xfrm>
          <a:custGeom>
            <a:avLst/>
            <a:gdLst/>
            <a:ahLst/>
            <a:cxnLst/>
            <a:rect l="l" t="t" r="r" b="b"/>
            <a:pathLst>
              <a:path w="353568" h="1117600">
                <a:moveTo>
                  <a:pt x="309372" y="0"/>
                </a:moveTo>
                <a:lnTo>
                  <a:pt x="353568" y="0"/>
                </a:lnTo>
                <a:lnTo>
                  <a:pt x="44196" y="1117600"/>
                </a:lnTo>
                <a:lnTo>
                  <a:pt x="0" y="1117600"/>
                </a:lnTo>
                <a:close/>
              </a:path>
            </a:pathLst>
          </a:custGeom>
          <a:solidFill>
            <a:srgbClr val="FFFFFF">
              <a:alpha val="28000"/>
            </a:srgbClr>
          </a:solidFill>
          <a:ln>
            <a:noFill/>
          </a:ln>
        </p:spPr>
      </p:sp>
      <p:sp>
        <p:nvSpPr>
          <p:cNvPr id="115" name="!!rect-2z1"/>
          <p:cNvSpPr/>
          <p:nvPr/>
        </p:nvSpPr>
        <p:spPr>
          <a:xfrm>
            <a:off x="4773981" y="3268993"/>
            <a:ext cx="1094740" cy="1107440"/>
          </a:xfrm>
          <a:prstGeom prst="roundRect">
            <a:avLst>
              <a:gd name="adj" fmla="val 3770"/>
            </a:avLst>
          </a:prstGeom>
          <a:noFill/>
          <a:ln w="10160" cap="flat">
            <a:solidFill>
              <a:srgbClr val="FFFFFF">
                <a:alpha val="95000"/>
              </a:srgbClr>
            </a:solidFill>
            <a:prstDash val="solid"/>
            <a:miter lim="800000"/>
          </a:ln>
        </p:spPr>
      </p:sp>
      <p:sp>
        <p:nvSpPr>
          <p:cNvPr id="116" name="!!rect-2z2"/>
          <p:cNvSpPr/>
          <p:nvPr/>
        </p:nvSpPr>
        <p:spPr>
          <a:xfrm>
            <a:off x="4768901" y="3263913"/>
            <a:ext cx="1104900" cy="1117600"/>
          </a:xfrm>
          <a:prstGeom prst="roundRect">
            <a:avLst>
              <a:gd name="adj" fmla="val 4023"/>
            </a:avLst>
          </a:prstGeom>
          <a:noFill/>
          <a:ln w="6350" cap="flat">
            <a:solidFill>
              <a:srgbClr val="8FA0AB">
                <a:alpha val="50000"/>
              </a:srgbClr>
            </a:solidFill>
            <a:prstDash val="solid"/>
            <a:miter lim="800000"/>
          </a:ln>
        </p:spPr>
      </p:sp>
      <p:sp>
        <p:nvSpPr>
          <p:cNvPr id="117" name="!!rect-2z3"/>
          <p:cNvSpPr/>
          <p:nvPr/>
        </p:nvSpPr>
        <p:spPr>
          <a:xfrm>
            <a:off x="4838751" y="3333763"/>
            <a:ext cx="317500" cy="152400"/>
          </a:xfrm>
          <a:prstGeom prst="roundRect">
            <a:avLst>
              <a:gd name="adj" fmla="val 29167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118" name="!!text-2z6" descr="A01"/>
          <p:cNvSpPr txBox="1"/>
          <p:nvPr/>
        </p:nvSpPr>
        <p:spPr>
          <a:xfrm>
            <a:off x="4916557" y="3338589"/>
            <a:ext cx="188557" cy="12872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00" b="1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A01</a:t>
            </a:r>
            <a:endParaRPr lang="zh-TW" sz="700"/>
          </a:p>
        </p:txBody>
      </p:sp>
      <p:sp>
        <p:nvSpPr>
          <p:cNvPr id="119" name="!!rect-2zw"/>
          <p:cNvSpPr/>
          <p:nvPr/>
        </p:nvSpPr>
        <p:spPr>
          <a:xfrm>
            <a:off x="6292393" y="3263913"/>
            <a:ext cx="787908" cy="929386"/>
          </a:xfrm>
          <a:custGeom>
            <a:avLst/>
            <a:gdLst/>
            <a:ahLst/>
            <a:cxnLst/>
            <a:rect l="l" t="t" r="r" b="b"/>
            <a:pathLst>
              <a:path w="787908" h="929386">
                <a:moveTo>
                  <a:pt x="0" y="0"/>
                </a:moveTo>
                <a:lnTo>
                  <a:pt x="743458" y="0"/>
                </a:lnTo>
                <a:cubicBezTo>
                  <a:pt x="768007" y="0"/>
                  <a:pt x="787908" y="19901"/>
                  <a:pt x="787908" y="44450"/>
                </a:cubicBezTo>
                <a:lnTo>
                  <a:pt x="787908" y="929386"/>
                </a:lnTo>
                <a:lnTo>
                  <a:pt x="0" y="929386"/>
                </a:lnTo>
                <a:lnTo>
                  <a:pt x="0" y="0"/>
                </a:lnTo>
                <a:close/>
              </a:path>
            </a:pathLst>
          </a:custGeom>
          <a:solidFill>
            <a:srgbClr val="D5DDE2"/>
          </a:solidFill>
          <a:ln>
            <a:noFill/>
          </a:ln>
        </p:spPr>
      </p:sp>
      <p:sp>
        <p:nvSpPr>
          <p:cNvPr id="120" name="!!path-2zx"/>
          <p:cNvSpPr/>
          <p:nvPr/>
        </p:nvSpPr>
        <p:spPr>
          <a:xfrm>
            <a:off x="5975401" y="3263913"/>
            <a:ext cx="316992" cy="1107650"/>
          </a:xfrm>
          <a:custGeom>
            <a:avLst/>
            <a:gdLst/>
            <a:ahLst/>
            <a:cxnLst/>
            <a:rect l="l" t="t" r="r" b="b"/>
            <a:pathLst>
              <a:path w="316992" h="1107650">
                <a:moveTo>
                  <a:pt x="13019" y="1104581"/>
                </a:moveTo>
                <a:lnTo>
                  <a:pt x="7491" y="1097845"/>
                </a:lnTo>
                <a:lnTo>
                  <a:pt x="3384" y="1090160"/>
                </a:lnTo>
                <a:lnTo>
                  <a:pt x="854" y="1081822"/>
                </a:lnTo>
                <a:lnTo>
                  <a:pt x="0" y="1073150"/>
                </a:lnTo>
                <a:lnTo>
                  <a:pt x="0" y="44450"/>
                </a:lnTo>
                <a:lnTo>
                  <a:pt x="854" y="35778"/>
                </a:lnTo>
                <a:lnTo>
                  <a:pt x="3384" y="27440"/>
                </a:lnTo>
                <a:lnTo>
                  <a:pt x="7491" y="19755"/>
                </a:lnTo>
                <a:lnTo>
                  <a:pt x="13019" y="13019"/>
                </a:lnTo>
                <a:lnTo>
                  <a:pt x="19755" y="7491"/>
                </a:lnTo>
                <a:lnTo>
                  <a:pt x="27440" y="3384"/>
                </a:lnTo>
                <a:lnTo>
                  <a:pt x="35778" y="854"/>
                </a:lnTo>
                <a:lnTo>
                  <a:pt x="44450" y="0"/>
                </a:lnTo>
                <a:lnTo>
                  <a:pt x="316992" y="0"/>
                </a:lnTo>
                <a:lnTo>
                  <a:pt x="316992" y="929386"/>
                </a:lnTo>
                <a:lnTo>
                  <a:pt x="16758" y="1107650"/>
                </a:lnTo>
                <a:close/>
              </a:path>
            </a:pathLst>
          </a:custGeom>
          <a:solidFill>
            <a:srgbClr val="C4CED5"/>
          </a:solidFill>
          <a:ln>
            <a:noFill/>
          </a:ln>
        </p:spPr>
      </p:sp>
      <p:sp>
        <p:nvSpPr>
          <p:cNvPr id="121" name="!!path-2zy"/>
          <p:cNvSpPr/>
          <p:nvPr/>
        </p:nvSpPr>
        <p:spPr>
          <a:xfrm>
            <a:off x="5992159" y="4193299"/>
            <a:ext cx="1088142" cy="188214"/>
          </a:xfrm>
          <a:custGeom>
            <a:avLst/>
            <a:gdLst/>
            <a:ahLst/>
            <a:cxnLst/>
            <a:rect l="l" t="t" r="r" b="b"/>
            <a:pathLst>
              <a:path w="1088142" h="188214">
                <a:moveTo>
                  <a:pt x="0" y="178264"/>
                </a:moveTo>
                <a:lnTo>
                  <a:pt x="2996" y="180723"/>
                </a:lnTo>
                <a:lnTo>
                  <a:pt x="10681" y="184830"/>
                </a:lnTo>
                <a:lnTo>
                  <a:pt x="19020" y="187360"/>
                </a:lnTo>
                <a:lnTo>
                  <a:pt x="27692" y="188214"/>
                </a:lnTo>
                <a:lnTo>
                  <a:pt x="1043692" y="188214"/>
                </a:lnTo>
                <a:lnTo>
                  <a:pt x="1052363" y="187360"/>
                </a:lnTo>
                <a:lnTo>
                  <a:pt x="1060702" y="184830"/>
                </a:lnTo>
                <a:lnTo>
                  <a:pt x="1068387" y="180723"/>
                </a:lnTo>
                <a:lnTo>
                  <a:pt x="1075122" y="175195"/>
                </a:lnTo>
                <a:lnTo>
                  <a:pt x="1080650" y="168459"/>
                </a:lnTo>
                <a:lnTo>
                  <a:pt x="1084758" y="160774"/>
                </a:lnTo>
                <a:lnTo>
                  <a:pt x="1087287" y="152436"/>
                </a:lnTo>
                <a:lnTo>
                  <a:pt x="1088142" y="143764"/>
                </a:lnTo>
                <a:lnTo>
                  <a:pt x="1088142" y="0"/>
                </a:lnTo>
                <a:lnTo>
                  <a:pt x="300234" y="0"/>
                </a:lnTo>
                <a:close/>
              </a:path>
            </a:pathLst>
          </a:custGeom>
          <a:solidFill>
            <a:srgbClr val="E8EDF0"/>
          </a:solidFill>
          <a:ln>
            <a:noFill/>
          </a:ln>
        </p:spPr>
      </p:sp>
      <p:sp>
        <p:nvSpPr>
          <p:cNvPr id="122" name="!!ellipse-2zz"/>
          <p:cNvSpPr/>
          <p:nvPr/>
        </p:nvSpPr>
        <p:spPr>
          <a:xfrm>
            <a:off x="6541669" y="4252595"/>
            <a:ext cx="551180" cy="63500"/>
          </a:xfrm>
          <a:prstGeom prst="ellipse">
            <a:avLst/>
          </a:prstGeom>
          <a:solidFill>
            <a:srgbClr val="0B1A26">
              <a:alpha val="14000"/>
            </a:srgbClr>
          </a:solidFill>
          <a:ln>
            <a:noFill/>
          </a:ln>
        </p:spPr>
      </p:sp>
      <p:sp>
        <p:nvSpPr>
          <p:cNvPr id="123" name="!!rect-301"/>
          <p:cNvSpPr/>
          <p:nvPr/>
        </p:nvSpPr>
        <p:spPr>
          <a:xfrm>
            <a:off x="6569609" y="3655695"/>
            <a:ext cx="444500" cy="622300"/>
          </a:xfrm>
          <a:prstGeom prst="roundRect">
            <a:avLst>
              <a:gd name="adj" fmla="val 4286"/>
            </a:avLst>
          </a:prstGeom>
          <a:gradFill rotWithShape="1">
            <a:gsLst>
              <a:gs pos="0">
                <a:srgbClr val="AB6C59"/>
              </a:gs>
              <a:gs pos="100000">
                <a:srgbClr val="834C3C"/>
              </a:gs>
            </a:gsLst>
            <a:lin ang="3267739" scaled="0"/>
          </a:gradFill>
          <a:ln>
            <a:noFill/>
          </a:ln>
        </p:spPr>
      </p:sp>
      <p:sp>
        <p:nvSpPr>
          <p:cNvPr id="124" name="!!rect-302"/>
          <p:cNvSpPr/>
          <p:nvPr/>
        </p:nvSpPr>
        <p:spPr>
          <a:xfrm>
            <a:off x="6609613" y="3655695"/>
            <a:ext cx="22225" cy="622300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</p:spPr>
      </p:sp>
      <p:sp>
        <p:nvSpPr>
          <p:cNvPr id="125" name="!!rect-303"/>
          <p:cNvSpPr/>
          <p:nvPr/>
        </p:nvSpPr>
        <p:spPr>
          <a:xfrm>
            <a:off x="6680734" y="3767709"/>
            <a:ext cx="248920" cy="43561"/>
          </a:xfrm>
          <a:prstGeom prst="roundRect">
            <a:avLst>
              <a:gd name="adj" fmla="val 28571"/>
            </a:avLst>
          </a:prstGeom>
          <a:solidFill>
            <a:srgbClr val="F1E3C8"/>
          </a:solidFill>
          <a:ln>
            <a:noFill/>
          </a:ln>
        </p:spPr>
      </p:sp>
      <p:sp>
        <p:nvSpPr>
          <p:cNvPr id="126" name="!!rect-304"/>
          <p:cNvSpPr/>
          <p:nvPr/>
        </p:nvSpPr>
        <p:spPr>
          <a:xfrm>
            <a:off x="6680734" y="3842385"/>
            <a:ext cx="168910" cy="28003"/>
          </a:xfrm>
          <a:prstGeom prst="roundRect">
            <a:avLst>
              <a:gd name="adj" fmla="val 44444"/>
            </a:avLst>
          </a:prstGeom>
          <a:solidFill>
            <a:srgbClr val="F1E3C8">
              <a:alpha val="72000"/>
            </a:srgbClr>
          </a:solidFill>
          <a:ln>
            <a:noFill/>
          </a:ln>
        </p:spPr>
      </p:sp>
      <p:sp>
        <p:nvSpPr>
          <p:cNvPr id="127" name="!!rect-305"/>
          <p:cNvSpPr/>
          <p:nvPr/>
        </p:nvSpPr>
        <p:spPr>
          <a:xfrm>
            <a:off x="6680734" y="4153535"/>
            <a:ext cx="124460" cy="24892"/>
          </a:xfrm>
          <a:prstGeom prst="roundRect">
            <a:avLst>
              <a:gd name="adj" fmla="val 50000"/>
            </a:avLst>
          </a:prstGeom>
          <a:solidFill>
            <a:srgbClr val="F1E3C8">
              <a:alpha val="55000"/>
            </a:srgbClr>
          </a:solidFill>
          <a:ln>
            <a:noFill/>
          </a:ln>
        </p:spPr>
      </p:sp>
      <p:sp>
        <p:nvSpPr>
          <p:cNvPr id="128" name="!!rect-306"/>
          <p:cNvSpPr/>
          <p:nvPr/>
        </p:nvSpPr>
        <p:spPr>
          <a:xfrm>
            <a:off x="5975401" y="3263913"/>
            <a:ext cx="1104900" cy="558800"/>
          </a:xfrm>
          <a:custGeom>
            <a:avLst/>
            <a:gdLst/>
            <a:ahLst/>
            <a:cxnLst/>
            <a:rect l="l" t="t" r="r" b="b"/>
            <a:pathLst>
              <a:path w="1104900" h="558800">
                <a:moveTo>
                  <a:pt x="44450" y="0"/>
                </a:moveTo>
                <a:lnTo>
                  <a:pt x="1060450" y="0"/>
                </a:lnTo>
                <a:cubicBezTo>
                  <a:pt x="1084999" y="0"/>
                  <a:pt x="1104900" y="19901"/>
                  <a:pt x="1104900" y="44450"/>
                </a:cubicBezTo>
                <a:lnTo>
                  <a:pt x="1104900" y="558800"/>
                </a:lnTo>
                <a:lnTo>
                  <a:pt x="0" y="558800"/>
                </a:lnTo>
                <a:lnTo>
                  <a:pt x="0" y="44450"/>
                </a:lnTo>
                <a:cubicBezTo>
                  <a:pt x="0" y="19901"/>
                  <a:pt x="19901" y="0"/>
                  <a:pt x="44450" y="0"/>
                </a:cubicBezTo>
                <a:close/>
              </a:path>
            </a:pathLst>
          </a:custGeom>
          <a:gradFill rotWithShape="1">
            <a:gsLst>
              <a:gs pos="0">
                <a:srgbClr val="0B1A26">
                  <a:alpha val="20000"/>
                </a:srgbClr>
              </a:gs>
              <a:gs pos="100000">
                <a:srgbClr val="0B1A26">
                  <a:alpha val="0"/>
                </a:srgbClr>
              </a:gs>
            </a:gsLst>
            <a:lin ang="5400000" scaled="0"/>
          </a:gradFill>
          <a:ln>
            <a:noFill/>
          </a:ln>
        </p:spPr>
      </p:sp>
      <p:sp>
        <p:nvSpPr>
          <p:cNvPr id="129" name="!!circle-307"/>
          <p:cNvSpPr/>
          <p:nvPr/>
        </p:nvSpPr>
        <p:spPr>
          <a:xfrm>
            <a:off x="5903011" y="3858273"/>
            <a:ext cx="43180" cy="43180"/>
          </a:xfrm>
          <a:prstGeom prst="ellipse">
            <a:avLst/>
          </a:prstGeom>
          <a:solidFill>
            <a:srgbClr val="AEB9C1"/>
          </a:solidFill>
          <a:ln>
            <a:noFill/>
          </a:ln>
        </p:spPr>
      </p:sp>
      <p:sp>
        <p:nvSpPr>
          <p:cNvPr id="130" name="!!rect-309"/>
          <p:cNvSpPr/>
          <p:nvPr/>
        </p:nvSpPr>
        <p:spPr>
          <a:xfrm>
            <a:off x="5975401" y="3263913"/>
            <a:ext cx="1104900" cy="1117600"/>
          </a:xfrm>
          <a:prstGeom prst="roundRect">
            <a:avLst>
              <a:gd name="adj" fmla="val 4023"/>
            </a:avLst>
          </a:prstGeom>
          <a:solidFill>
            <a:srgbClr val="F4F8FA">
              <a:alpha val="40000"/>
            </a:srgbClr>
          </a:solidFill>
          <a:ln>
            <a:noFill/>
          </a:ln>
        </p:spPr>
      </p:sp>
      <p:sp>
        <p:nvSpPr>
          <p:cNvPr id="131" name="!!path-30a"/>
          <p:cNvSpPr/>
          <p:nvPr/>
        </p:nvSpPr>
        <p:spPr>
          <a:xfrm>
            <a:off x="6218479" y="3263913"/>
            <a:ext cx="486156" cy="1117600"/>
          </a:xfrm>
          <a:custGeom>
            <a:avLst/>
            <a:gdLst/>
            <a:ahLst/>
            <a:cxnLst/>
            <a:rect l="l" t="t" r="r" b="b"/>
            <a:pathLst>
              <a:path w="486156" h="1117600">
                <a:moveTo>
                  <a:pt x="309372" y="0"/>
                </a:moveTo>
                <a:lnTo>
                  <a:pt x="486156" y="0"/>
                </a:lnTo>
                <a:lnTo>
                  <a:pt x="176784" y="1117600"/>
                </a:lnTo>
                <a:lnTo>
                  <a:pt x="0" y="1117600"/>
                </a:lnTo>
                <a:close/>
              </a:path>
            </a:pathLst>
          </a:custGeom>
          <a:solidFill>
            <a:srgbClr val="FFFFFF">
              <a:alpha val="34000"/>
            </a:srgbClr>
          </a:solidFill>
          <a:ln>
            <a:noFill/>
          </a:ln>
        </p:spPr>
      </p:sp>
      <p:sp>
        <p:nvSpPr>
          <p:cNvPr id="132" name="!!path-30b"/>
          <p:cNvSpPr/>
          <p:nvPr/>
        </p:nvSpPr>
        <p:spPr>
          <a:xfrm>
            <a:off x="6450508" y="3263913"/>
            <a:ext cx="353568" cy="1117600"/>
          </a:xfrm>
          <a:custGeom>
            <a:avLst/>
            <a:gdLst/>
            <a:ahLst/>
            <a:cxnLst/>
            <a:rect l="l" t="t" r="r" b="b"/>
            <a:pathLst>
              <a:path w="353568" h="1117600">
                <a:moveTo>
                  <a:pt x="309372" y="0"/>
                </a:moveTo>
                <a:lnTo>
                  <a:pt x="353568" y="0"/>
                </a:lnTo>
                <a:lnTo>
                  <a:pt x="44196" y="1117600"/>
                </a:lnTo>
                <a:lnTo>
                  <a:pt x="0" y="1117600"/>
                </a:lnTo>
                <a:close/>
              </a:path>
            </a:pathLst>
          </a:custGeom>
          <a:solidFill>
            <a:srgbClr val="FFFFFF">
              <a:alpha val="28000"/>
            </a:srgbClr>
          </a:solidFill>
          <a:ln>
            <a:noFill/>
          </a:ln>
        </p:spPr>
      </p:sp>
      <p:sp>
        <p:nvSpPr>
          <p:cNvPr id="133" name="!!rect-30c"/>
          <p:cNvSpPr/>
          <p:nvPr/>
        </p:nvSpPr>
        <p:spPr>
          <a:xfrm>
            <a:off x="5980481" y="3268993"/>
            <a:ext cx="1094740" cy="1107440"/>
          </a:xfrm>
          <a:prstGeom prst="roundRect">
            <a:avLst>
              <a:gd name="adj" fmla="val 3770"/>
            </a:avLst>
          </a:prstGeom>
          <a:noFill/>
          <a:ln w="10160" cap="flat">
            <a:solidFill>
              <a:srgbClr val="FFFFFF">
                <a:alpha val="95000"/>
              </a:srgbClr>
            </a:solidFill>
            <a:prstDash val="solid"/>
            <a:miter lim="800000"/>
          </a:ln>
        </p:spPr>
      </p:sp>
      <p:sp>
        <p:nvSpPr>
          <p:cNvPr id="134" name="!!rect-30d"/>
          <p:cNvSpPr/>
          <p:nvPr/>
        </p:nvSpPr>
        <p:spPr>
          <a:xfrm>
            <a:off x="5975401" y="3263913"/>
            <a:ext cx="1104900" cy="1117600"/>
          </a:xfrm>
          <a:prstGeom prst="roundRect">
            <a:avLst>
              <a:gd name="adj" fmla="val 4023"/>
            </a:avLst>
          </a:prstGeom>
          <a:noFill/>
          <a:ln w="6350" cap="flat">
            <a:solidFill>
              <a:srgbClr val="8FA0AB">
                <a:alpha val="50000"/>
              </a:srgbClr>
            </a:solidFill>
            <a:prstDash val="solid"/>
            <a:miter lim="800000"/>
          </a:ln>
        </p:spPr>
      </p:sp>
      <p:sp>
        <p:nvSpPr>
          <p:cNvPr id="135" name="!!rect-30e"/>
          <p:cNvSpPr/>
          <p:nvPr/>
        </p:nvSpPr>
        <p:spPr>
          <a:xfrm>
            <a:off x="6045251" y="3333763"/>
            <a:ext cx="317500" cy="152400"/>
          </a:xfrm>
          <a:prstGeom prst="roundRect">
            <a:avLst>
              <a:gd name="adj" fmla="val 29167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136" name="!!text-30f" descr="A02"/>
          <p:cNvSpPr txBox="1"/>
          <p:nvPr/>
        </p:nvSpPr>
        <p:spPr>
          <a:xfrm>
            <a:off x="6123057" y="3338589"/>
            <a:ext cx="188557" cy="12872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00" b="1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A02</a:t>
            </a:r>
            <a:endParaRPr lang="zh-TW" sz="700"/>
          </a:p>
        </p:txBody>
      </p:sp>
      <p:sp>
        <p:nvSpPr>
          <p:cNvPr id="137" name="!!rect-30m"/>
          <p:cNvSpPr/>
          <p:nvPr/>
        </p:nvSpPr>
        <p:spPr>
          <a:xfrm>
            <a:off x="5085893" y="4470413"/>
            <a:ext cx="787908" cy="929386"/>
          </a:xfrm>
          <a:custGeom>
            <a:avLst/>
            <a:gdLst/>
            <a:ahLst/>
            <a:cxnLst/>
            <a:rect l="l" t="t" r="r" b="b"/>
            <a:pathLst>
              <a:path w="787908" h="929386">
                <a:moveTo>
                  <a:pt x="0" y="0"/>
                </a:moveTo>
                <a:lnTo>
                  <a:pt x="743458" y="0"/>
                </a:lnTo>
                <a:cubicBezTo>
                  <a:pt x="768007" y="0"/>
                  <a:pt x="787908" y="19901"/>
                  <a:pt x="787908" y="44450"/>
                </a:cubicBezTo>
                <a:lnTo>
                  <a:pt x="787908" y="929386"/>
                </a:lnTo>
                <a:lnTo>
                  <a:pt x="0" y="929386"/>
                </a:lnTo>
                <a:lnTo>
                  <a:pt x="0" y="0"/>
                </a:lnTo>
                <a:close/>
              </a:path>
            </a:pathLst>
          </a:custGeom>
          <a:solidFill>
            <a:srgbClr val="D5DDE2"/>
          </a:solidFill>
          <a:ln>
            <a:noFill/>
          </a:ln>
        </p:spPr>
      </p:sp>
      <p:sp>
        <p:nvSpPr>
          <p:cNvPr id="138" name="!!path-30n"/>
          <p:cNvSpPr/>
          <p:nvPr/>
        </p:nvSpPr>
        <p:spPr>
          <a:xfrm>
            <a:off x="4768901" y="4470413"/>
            <a:ext cx="316992" cy="1107650"/>
          </a:xfrm>
          <a:custGeom>
            <a:avLst/>
            <a:gdLst/>
            <a:ahLst/>
            <a:cxnLst/>
            <a:rect l="l" t="t" r="r" b="b"/>
            <a:pathLst>
              <a:path w="316992" h="1107650">
                <a:moveTo>
                  <a:pt x="13019" y="1104581"/>
                </a:moveTo>
                <a:lnTo>
                  <a:pt x="7491" y="1097845"/>
                </a:lnTo>
                <a:lnTo>
                  <a:pt x="3384" y="1090160"/>
                </a:lnTo>
                <a:lnTo>
                  <a:pt x="854" y="1081822"/>
                </a:lnTo>
                <a:lnTo>
                  <a:pt x="0" y="1073150"/>
                </a:lnTo>
                <a:lnTo>
                  <a:pt x="0" y="44450"/>
                </a:lnTo>
                <a:lnTo>
                  <a:pt x="854" y="35778"/>
                </a:lnTo>
                <a:lnTo>
                  <a:pt x="3384" y="27440"/>
                </a:lnTo>
                <a:lnTo>
                  <a:pt x="7491" y="19755"/>
                </a:lnTo>
                <a:lnTo>
                  <a:pt x="13019" y="13019"/>
                </a:lnTo>
                <a:lnTo>
                  <a:pt x="19755" y="7491"/>
                </a:lnTo>
                <a:lnTo>
                  <a:pt x="27440" y="3384"/>
                </a:lnTo>
                <a:lnTo>
                  <a:pt x="35778" y="854"/>
                </a:lnTo>
                <a:lnTo>
                  <a:pt x="44450" y="0"/>
                </a:lnTo>
                <a:lnTo>
                  <a:pt x="316992" y="0"/>
                </a:lnTo>
                <a:lnTo>
                  <a:pt x="316992" y="929386"/>
                </a:lnTo>
                <a:lnTo>
                  <a:pt x="16758" y="1107650"/>
                </a:lnTo>
                <a:close/>
              </a:path>
            </a:pathLst>
          </a:custGeom>
          <a:solidFill>
            <a:srgbClr val="C4CED5"/>
          </a:solidFill>
          <a:ln>
            <a:noFill/>
          </a:ln>
        </p:spPr>
      </p:sp>
      <p:sp>
        <p:nvSpPr>
          <p:cNvPr id="139" name="!!path-30o"/>
          <p:cNvSpPr/>
          <p:nvPr/>
        </p:nvSpPr>
        <p:spPr>
          <a:xfrm>
            <a:off x="4785659" y="5399799"/>
            <a:ext cx="1088142" cy="188214"/>
          </a:xfrm>
          <a:custGeom>
            <a:avLst/>
            <a:gdLst/>
            <a:ahLst/>
            <a:cxnLst/>
            <a:rect l="l" t="t" r="r" b="b"/>
            <a:pathLst>
              <a:path w="1088142" h="188214">
                <a:moveTo>
                  <a:pt x="0" y="178264"/>
                </a:moveTo>
                <a:lnTo>
                  <a:pt x="2996" y="180723"/>
                </a:lnTo>
                <a:lnTo>
                  <a:pt x="10681" y="184830"/>
                </a:lnTo>
                <a:lnTo>
                  <a:pt x="19020" y="187360"/>
                </a:lnTo>
                <a:lnTo>
                  <a:pt x="27692" y="188214"/>
                </a:lnTo>
                <a:lnTo>
                  <a:pt x="1043692" y="188214"/>
                </a:lnTo>
                <a:lnTo>
                  <a:pt x="1052363" y="187360"/>
                </a:lnTo>
                <a:lnTo>
                  <a:pt x="1060702" y="184830"/>
                </a:lnTo>
                <a:lnTo>
                  <a:pt x="1068387" y="180723"/>
                </a:lnTo>
                <a:lnTo>
                  <a:pt x="1075122" y="175195"/>
                </a:lnTo>
                <a:lnTo>
                  <a:pt x="1080650" y="168459"/>
                </a:lnTo>
                <a:lnTo>
                  <a:pt x="1084758" y="160774"/>
                </a:lnTo>
                <a:lnTo>
                  <a:pt x="1087287" y="152436"/>
                </a:lnTo>
                <a:lnTo>
                  <a:pt x="1088142" y="143764"/>
                </a:lnTo>
                <a:lnTo>
                  <a:pt x="1088142" y="0"/>
                </a:lnTo>
                <a:lnTo>
                  <a:pt x="300234" y="0"/>
                </a:lnTo>
                <a:close/>
              </a:path>
            </a:pathLst>
          </a:custGeom>
          <a:solidFill>
            <a:srgbClr val="E8EDF0"/>
          </a:solidFill>
          <a:ln>
            <a:noFill/>
          </a:ln>
        </p:spPr>
      </p:sp>
      <p:sp>
        <p:nvSpPr>
          <p:cNvPr id="140" name="!!ellipse-30p"/>
          <p:cNvSpPr/>
          <p:nvPr/>
        </p:nvSpPr>
        <p:spPr>
          <a:xfrm>
            <a:off x="5246776" y="5459095"/>
            <a:ext cx="551180" cy="63500"/>
          </a:xfrm>
          <a:prstGeom prst="ellipse">
            <a:avLst/>
          </a:prstGeom>
          <a:solidFill>
            <a:srgbClr val="0B1A26">
              <a:alpha val="14000"/>
            </a:srgbClr>
          </a:solidFill>
          <a:ln>
            <a:noFill/>
          </a:ln>
        </p:spPr>
      </p:sp>
      <p:sp>
        <p:nvSpPr>
          <p:cNvPr id="141" name="!!rect-30r"/>
          <p:cNvSpPr/>
          <p:nvPr/>
        </p:nvSpPr>
        <p:spPr>
          <a:xfrm>
            <a:off x="5274716" y="4862195"/>
            <a:ext cx="444500" cy="622300"/>
          </a:xfrm>
          <a:prstGeom prst="roundRect">
            <a:avLst>
              <a:gd name="adj" fmla="val 4286"/>
            </a:avLst>
          </a:prstGeom>
          <a:gradFill rotWithShape="1">
            <a:gsLst>
              <a:gs pos="0">
                <a:srgbClr val="4D76A6"/>
              </a:gs>
              <a:gs pos="100000">
                <a:srgbClr val="32557E"/>
              </a:gs>
            </a:gsLst>
            <a:lin ang="3267739" scaled="0"/>
          </a:gradFill>
          <a:ln>
            <a:noFill/>
          </a:ln>
        </p:spPr>
      </p:sp>
      <p:sp>
        <p:nvSpPr>
          <p:cNvPr id="142" name="!!rect-30s"/>
          <p:cNvSpPr/>
          <p:nvPr/>
        </p:nvSpPr>
        <p:spPr>
          <a:xfrm>
            <a:off x="5314721" y="4862195"/>
            <a:ext cx="22225" cy="622300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</p:spPr>
      </p:sp>
      <p:sp>
        <p:nvSpPr>
          <p:cNvPr id="143" name="!!rect-30t"/>
          <p:cNvSpPr/>
          <p:nvPr/>
        </p:nvSpPr>
        <p:spPr>
          <a:xfrm>
            <a:off x="5385841" y="4974209"/>
            <a:ext cx="248920" cy="43561"/>
          </a:xfrm>
          <a:prstGeom prst="roundRect">
            <a:avLst>
              <a:gd name="adj" fmla="val 28571"/>
            </a:avLst>
          </a:prstGeom>
          <a:solidFill>
            <a:srgbClr val="E9EEF1"/>
          </a:solidFill>
          <a:ln>
            <a:noFill/>
          </a:ln>
        </p:spPr>
      </p:sp>
      <p:sp>
        <p:nvSpPr>
          <p:cNvPr id="144" name="!!rect-30u"/>
          <p:cNvSpPr/>
          <p:nvPr/>
        </p:nvSpPr>
        <p:spPr>
          <a:xfrm>
            <a:off x="5385841" y="5048885"/>
            <a:ext cx="168910" cy="28003"/>
          </a:xfrm>
          <a:prstGeom prst="roundRect">
            <a:avLst>
              <a:gd name="adj" fmla="val 44444"/>
            </a:avLst>
          </a:prstGeom>
          <a:solidFill>
            <a:srgbClr val="E9EEF1">
              <a:alpha val="72000"/>
            </a:srgbClr>
          </a:solidFill>
          <a:ln>
            <a:noFill/>
          </a:ln>
        </p:spPr>
      </p:sp>
      <p:sp>
        <p:nvSpPr>
          <p:cNvPr id="145" name="!!rect-30v"/>
          <p:cNvSpPr/>
          <p:nvPr/>
        </p:nvSpPr>
        <p:spPr>
          <a:xfrm>
            <a:off x="5385841" y="5360035"/>
            <a:ext cx="124460" cy="24892"/>
          </a:xfrm>
          <a:prstGeom prst="roundRect">
            <a:avLst>
              <a:gd name="adj" fmla="val 50000"/>
            </a:avLst>
          </a:prstGeom>
          <a:solidFill>
            <a:srgbClr val="E9EEF1">
              <a:alpha val="55000"/>
            </a:srgbClr>
          </a:solidFill>
          <a:ln>
            <a:noFill/>
          </a:ln>
        </p:spPr>
      </p:sp>
      <p:sp>
        <p:nvSpPr>
          <p:cNvPr id="146" name="!!rect-30w"/>
          <p:cNvSpPr/>
          <p:nvPr/>
        </p:nvSpPr>
        <p:spPr>
          <a:xfrm>
            <a:off x="4768901" y="4470413"/>
            <a:ext cx="1104900" cy="558800"/>
          </a:xfrm>
          <a:custGeom>
            <a:avLst/>
            <a:gdLst/>
            <a:ahLst/>
            <a:cxnLst/>
            <a:rect l="l" t="t" r="r" b="b"/>
            <a:pathLst>
              <a:path w="1104900" h="558800">
                <a:moveTo>
                  <a:pt x="44450" y="0"/>
                </a:moveTo>
                <a:lnTo>
                  <a:pt x="1060450" y="0"/>
                </a:lnTo>
                <a:cubicBezTo>
                  <a:pt x="1084999" y="0"/>
                  <a:pt x="1104900" y="19901"/>
                  <a:pt x="1104900" y="44450"/>
                </a:cubicBezTo>
                <a:lnTo>
                  <a:pt x="1104900" y="558800"/>
                </a:lnTo>
                <a:lnTo>
                  <a:pt x="0" y="558800"/>
                </a:lnTo>
                <a:lnTo>
                  <a:pt x="0" y="44450"/>
                </a:lnTo>
                <a:cubicBezTo>
                  <a:pt x="0" y="19901"/>
                  <a:pt x="19901" y="0"/>
                  <a:pt x="44450" y="0"/>
                </a:cubicBezTo>
                <a:close/>
              </a:path>
            </a:pathLst>
          </a:custGeom>
          <a:gradFill rotWithShape="1">
            <a:gsLst>
              <a:gs pos="0">
                <a:srgbClr val="0B1A26">
                  <a:alpha val="20000"/>
                </a:srgbClr>
              </a:gs>
              <a:gs pos="100000">
                <a:srgbClr val="0B1A26">
                  <a:alpha val="0"/>
                </a:srgbClr>
              </a:gs>
            </a:gsLst>
            <a:lin ang="5400000" scaled="0"/>
          </a:gradFill>
          <a:ln>
            <a:noFill/>
          </a:ln>
        </p:spPr>
      </p:sp>
      <p:sp>
        <p:nvSpPr>
          <p:cNvPr id="147" name="!!circle-30x"/>
          <p:cNvSpPr/>
          <p:nvPr/>
        </p:nvSpPr>
        <p:spPr>
          <a:xfrm>
            <a:off x="5903011" y="4950473"/>
            <a:ext cx="43180" cy="43180"/>
          </a:xfrm>
          <a:prstGeom prst="ellipse">
            <a:avLst/>
          </a:prstGeom>
          <a:solidFill>
            <a:srgbClr val="AEB9C1"/>
          </a:solidFill>
          <a:ln>
            <a:noFill/>
          </a:ln>
        </p:spPr>
      </p:sp>
      <p:sp>
        <p:nvSpPr>
          <p:cNvPr id="148" name="!!rect-30z"/>
          <p:cNvSpPr/>
          <p:nvPr/>
        </p:nvSpPr>
        <p:spPr>
          <a:xfrm>
            <a:off x="4768901" y="4470413"/>
            <a:ext cx="1104900" cy="1117600"/>
          </a:xfrm>
          <a:prstGeom prst="roundRect">
            <a:avLst>
              <a:gd name="adj" fmla="val 4023"/>
            </a:avLst>
          </a:prstGeom>
          <a:solidFill>
            <a:srgbClr val="F4F8FA">
              <a:alpha val="40000"/>
            </a:srgbClr>
          </a:solidFill>
          <a:ln>
            <a:noFill/>
          </a:ln>
        </p:spPr>
      </p:sp>
      <p:sp>
        <p:nvSpPr>
          <p:cNvPr id="149" name="!!path-310"/>
          <p:cNvSpPr/>
          <p:nvPr/>
        </p:nvSpPr>
        <p:spPr>
          <a:xfrm>
            <a:off x="5011979" y="4470413"/>
            <a:ext cx="486156" cy="1117600"/>
          </a:xfrm>
          <a:custGeom>
            <a:avLst/>
            <a:gdLst/>
            <a:ahLst/>
            <a:cxnLst/>
            <a:rect l="l" t="t" r="r" b="b"/>
            <a:pathLst>
              <a:path w="486156" h="1117600">
                <a:moveTo>
                  <a:pt x="309372" y="0"/>
                </a:moveTo>
                <a:lnTo>
                  <a:pt x="486156" y="0"/>
                </a:lnTo>
                <a:lnTo>
                  <a:pt x="176784" y="1117600"/>
                </a:lnTo>
                <a:lnTo>
                  <a:pt x="0" y="1117600"/>
                </a:lnTo>
                <a:close/>
              </a:path>
            </a:pathLst>
          </a:custGeom>
          <a:solidFill>
            <a:srgbClr val="FFFFFF">
              <a:alpha val="34000"/>
            </a:srgbClr>
          </a:solidFill>
          <a:ln>
            <a:noFill/>
          </a:ln>
        </p:spPr>
      </p:sp>
      <p:sp>
        <p:nvSpPr>
          <p:cNvPr id="150" name="!!path-311"/>
          <p:cNvSpPr/>
          <p:nvPr/>
        </p:nvSpPr>
        <p:spPr>
          <a:xfrm>
            <a:off x="5244008" y="4470413"/>
            <a:ext cx="353568" cy="1117600"/>
          </a:xfrm>
          <a:custGeom>
            <a:avLst/>
            <a:gdLst/>
            <a:ahLst/>
            <a:cxnLst/>
            <a:rect l="l" t="t" r="r" b="b"/>
            <a:pathLst>
              <a:path w="353568" h="1117600">
                <a:moveTo>
                  <a:pt x="309372" y="0"/>
                </a:moveTo>
                <a:lnTo>
                  <a:pt x="353568" y="0"/>
                </a:lnTo>
                <a:lnTo>
                  <a:pt x="44196" y="1117600"/>
                </a:lnTo>
                <a:lnTo>
                  <a:pt x="0" y="1117600"/>
                </a:lnTo>
                <a:close/>
              </a:path>
            </a:pathLst>
          </a:custGeom>
          <a:solidFill>
            <a:srgbClr val="FFFFFF">
              <a:alpha val="28000"/>
            </a:srgbClr>
          </a:solidFill>
          <a:ln>
            <a:noFill/>
          </a:ln>
        </p:spPr>
      </p:sp>
      <p:sp>
        <p:nvSpPr>
          <p:cNvPr id="151" name="!!rect-312"/>
          <p:cNvSpPr/>
          <p:nvPr/>
        </p:nvSpPr>
        <p:spPr>
          <a:xfrm>
            <a:off x="4773981" y="4475493"/>
            <a:ext cx="1094740" cy="1107440"/>
          </a:xfrm>
          <a:prstGeom prst="roundRect">
            <a:avLst>
              <a:gd name="adj" fmla="val 3770"/>
            </a:avLst>
          </a:prstGeom>
          <a:noFill/>
          <a:ln w="10160" cap="flat">
            <a:solidFill>
              <a:srgbClr val="FFFFFF">
                <a:alpha val="95000"/>
              </a:srgbClr>
            </a:solidFill>
            <a:prstDash val="solid"/>
            <a:miter lim="800000"/>
          </a:ln>
        </p:spPr>
      </p:sp>
      <p:sp>
        <p:nvSpPr>
          <p:cNvPr id="152" name="!!rect-313"/>
          <p:cNvSpPr/>
          <p:nvPr/>
        </p:nvSpPr>
        <p:spPr>
          <a:xfrm>
            <a:off x="4768901" y="4470413"/>
            <a:ext cx="1104900" cy="1117600"/>
          </a:xfrm>
          <a:prstGeom prst="roundRect">
            <a:avLst>
              <a:gd name="adj" fmla="val 4023"/>
            </a:avLst>
          </a:prstGeom>
          <a:noFill/>
          <a:ln w="6350" cap="flat">
            <a:solidFill>
              <a:srgbClr val="8FA0AB">
                <a:alpha val="50000"/>
              </a:srgbClr>
            </a:solidFill>
            <a:prstDash val="solid"/>
            <a:miter lim="800000"/>
          </a:ln>
        </p:spPr>
      </p:sp>
      <p:sp>
        <p:nvSpPr>
          <p:cNvPr id="153" name="!!rect-314"/>
          <p:cNvSpPr/>
          <p:nvPr/>
        </p:nvSpPr>
        <p:spPr>
          <a:xfrm>
            <a:off x="4838751" y="4540263"/>
            <a:ext cx="317500" cy="152400"/>
          </a:xfrm>
          <a:prstGeom prst="roundRect">
            <a:avLst>
              <a:gd name="adj" fmla="val 29167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154" name="!!text-315" descr="A03"/>
          <p:cNvSpPr txBox="1"/>
          <p:nvPr/>
        </p:nvSpPr>
        <p:spPr>
          <a:xfrm>
            <a:off x="4916557" y="4545089"/>
            <a:ext cx="188557" cy="12872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00" b="1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A03</a:t>
            </a:r>
            <a:endParaRPr lang="zh-TW" sz="700"/>
          </a:p>
        </p:txBody>
      </p:sp>
      <p:sp>
        <p:nvSpPr>
          <p:cNvPr id="155" name="!!rect-31c"/>
          <p:cNvSpPr/>
          <p:nvPr/>
        </p:nvSpPr>
        <p:spPr>
          <a:xfrm>
            <a:off x="6292393" y="4470413"/>
            <a:ext cx="787908" cy="929386"/>
          </a:xfrm>
          <a:custGeom>
            <a:avLst/>
            <a:gdLst/>
            <a:ahLst/>
            <a:cxnLst/>
            <a:rect l="l" t="t" r="r" b="b"/>
            <a:pathLst>
              <a:path w="787908" h="929386">
                <a:moveTo>
                  <a:pt x="0" y="0"/>
                </a:moveTo>
                <a:lnTo>
                  <a:pt x="743458" y="0"/>
                </a:lnTo>
                <a:cubicBezTo>
                  <a:pt x="768007" y="0"/>
                  <a:pt x="787908" y="19901"/>
                  <a:pt x="787908" y="44450"/>
                </a:cubicBezTo>
                <a:lnTo>
                  <a:pt x="787908" y="929386"/>
                </a:lnTo>
                <a:lnTo>
                  <a:pt x="0" y="929386"/>
                </a:lnTo>
                <a:lnTo>
                  <a:pt x="0" y="0"/>
                </a:lnTo>
                <a:close/>
              </a:path>
            </a:pathLst>
          </a:custGeom>
          <a:solidFill>
            <a:srgbClr val="D5DDE2"/>
          </a:solidFill>
          <a:ln>
            <a:noFill/>
          </a:ln>
        </p:spPr>
      </p:sp>
      <p:sp>
        <p:nvSpPr>
          <p:cNvPr id="156" name="!!path-31d"/>
          <p:cNvSpPr/>
          <p:nvPr/>
        </p:nvSpPr>
        <p:spPr>
          <a:xfrm>
            <a:off x="5975401" y="4470413"/>
            <a:ext cx="316992" cy="1107650"/>
          </a:xfrm>
          <a:custGeom>
            <a:avLst/>
            <a:gdLst/>
            <a:ahLst/>
            <a:cxnLst/>
            <a:rect l="l" t="t" r="r" b="b"/>
            <a:pathLst>
              <a:path w="316992" h="1107650">
                <a:moveTo>
                  <a:pt x="13019" y="1104581"/>
                </a:moveTo>
                <a:lnTo>
                  <a:pt x="7491" y="1097845"/>
                </a:lnTo>
                <a:lnTo>
                  <a:pt x="3384" y="1090160"/>
                </a:lnTo>
                <a:lnTo>
                  <a:pt x="854" y="1081822"/>
                </a:lnTo>
                <a:lnTo>
                  <a:pt x="0" y="1073150"/>
                </a:lnTo>
                <a:lnTo>
                  <a:pt x="0" y="44450"/>
                </a:lnTo>
                <a:lnTo>
                  <a:pt x="854" y="35778"/>
                </a:lnTo>
                <a:lnTo>
                  <a:pt x="3384" y="27440"/>
                </a:lnTo>
                <a:lnTo>
                  <a:pt x="7491" y="19755"/>
                </a:lnTo>
                <a:lnTo>
                  <a:pt x="13019" y="13019"/>
                </a:lnTo>
                <a:lnTo>
                  <a:pt x="19755" y="7491"/>
                </a:lnTo>
                <a:lnTo>
                  <a:pt x="27440" y="3384"/>
                </a:lnTo>
                <a:lnTo>
                  <a:pt x="35778" y="854"/>
                </a:lnTo>
                <a:lnTo>
                  <a:pt x="44450" y="0"/>
                </a:lnTo>
                <a:lnTo>
                  <a:pt x="316992" y="0"/>
                </a:lnTo>
                <a:lnTo>
                  <a:pt x="316992" y="929386"/>
                </a:lnTo>
                <a:lnTo>
                  <a:pt x="16758" y="1107650"/>
                </a:lnTo>
                <a:close/>
              </a:path>
            </a:pathLst>
          </a:custGeom>
          <a:solidFill>
            <a:srgbClr val="C4CED5"/>
          </a:solidFill>
          <a:ln>
            <a:noFill/>
          </a:ln>
        </p:spPr>
      </p:sp>
      <p:sp>
        <p:nvSpPr>
          <p:cNvPr id="157" name="!!path-31e"/>
          <p:cNvSpPr/>
          <p:nvPr/>
        </p:nvSpPr>
        <p:spPr>
          <a:xfrm>
            <a:off x="5992159" y="5399799"/>
            <a:ext cx="1088142" cy="188214"/>
          </a:xfrm>
          <a:custGeom>
            <a:avLst/>
            <a:gdLst/>
            <a:ahLst/>
            <a:cxnLst/>
            <a:rect l="l" t="t" r="r" b="b"/>
            <a:pathLst>
              <a:path w="1088142" h="188214">
                <a:moveTo>
                  <a:pt x="0" y="178264"/>
                </a:moveTo>
                <a:lnTo>
                  <a:pt x="2996" y="180723"/>
                </a:lnTo>
                <a:lnTo>
                  <a:pt x="10681" y="184830"/>
                </a:lnTo>
                <a:lnTo>
                  <a:pt x="19020" y="187360"/>
                </a:lnTo>
                <a:lnTo>
                  <a:pt x="27692" y="188214"/>
                </a:lnTo>
                <a:lnTo>
                  <a:pt x="1043692" y="188214"/>
                </a:lnTo>
                <a:lnTo>
                  <a:pt x="1052363" y="187360"/>
                </a:lnTo>
                <a:lnTo>
                  <a:pt x="1060702" y="184830"/>
                </a:lnTo>
                <a:lnTo>
                  <a:pt x="1068387" y="180723"/>
                </a:lnTo>
                <a:lnTo>
                  <a:pt x="1075122" y="175195"/>
                </a:lnTo>
                <a:lnTo>
                  <a:pt x="1080650" y="168459"/>
                </a:lnTo>
                <a:lnTo>
                  <a:pt x="1084758" y="160774"/>
                </a:lnTo>
                <a:lnTo>
                  <a:pt x="1087287" y="152436"/>
                </a:lnTo>
                <a:lnTo>
                  <a:pt x="1088142" y="143764"/>
                </a:lnTo>
                <a:lnTo>
                  <a:pt x="1088142" y="0"/>
                </a:lnTo>
                <a:lnTo>
                  <a:pt x="300234" y="0"/>
                </a:lnTo>
                <a:close/>
              </a:path>
            </a:pathLst>
          </a:custGeom>
          <a:solidFill>
            <a:srgbClr val="E8EDF0"/>
          </a:solidFill>
          <a:ln>
            <a:noFill/>
          </a:ln>
        </p:spPr>
      </p:sp>
      <p:sp>
        <p:nvSpPr>
          <p:cNvPr id="158" name="!!ellipse-31f"/>
          <p:cNvSpPr/>
          <p:nvPr/>
        </p:nvSpPr>
        <p:spPr>
          <a:xfrm>
            <a:off x="6630060" y="5459095"/>
            <a:ext cx="551180" cy="63500"/>
          </a:xfrm>
          <a:prstGeom prst="ellipse">
            <a:avLst/>
          </a:prstGeom>
          <a:solidFill>
            <a:srgbClr val="0B1A26">
              <a:alpha val="14000"/>
            </a:srgbClr>
          </a:solidFill>
          <a:ln>
            <a:noFill/>
          </a:ln>
        </p:spPr>
      </p:sp>
      <p:sp>
        <p:nvSpPr>
          <p:cNvPr id="159" name="!!rect-31h"/>
          <p:cNvSpPr/>
          <p:nvPr/>
        </p:nvSpPr>
        <p:spPr>
          <a:xfrm>
            <a:off x="6658000" y="4900295"/>
            <a:ext cx="444500" cy="584200"/>
          </a:xfrm>
          <a:prstGeom prst="roundRect">
            <a:avLst>
              <a:gd name="adj" fmla="val 4286"/>
            </a:avLst>
          </a:prstGeom>
          <a:gradFill rotWithShape="1">
            <a:gsLst>
              <a:gs pos="0">
                <a:srgbClr val="8074A4"/>
              </a:gs>
              <a:gs pos="100000">
                <a:srgbClr val="5E537D"/>
              </a:gs>
            </a:gsLst>
            <a:lin ang="3164016" scaled="0"/>
          </a:gradFill>
          <a:ln>
            <a:noFill/>
          </a:ln>
        </p:spPr>
      </p:sp>
      <p:sp>
        <p:nvSpPr>
          <p:cNvPr id="160" name="!!rect-31i"/>
          <p:cNvSpPr/>
          <p:nvPr/>
        </p:nvSpPr>
        <p:spPr>
          <a:xfrm>
            <a:off x="6698006" y="4900295"/>
            <a:ext cx="22225" cy="584200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</p:spPr>
      </p:sp>
      <p:sp>
        <p:nvSpPr>
          <p:cNvPr id="161" name="!!rect-31j"/>
          <p:cNvSpPr/>
          <p:nvPr/>
        </p:nvSpPr>
        <p:spPr>
          <a:xfrm>
            <a:off x="6769125" y="5005451"/>
            <a:ext cx="248920" cy="40894"/>
          </a:xfrm>
          <a:prstGeom prst="roundRect">
            <a:avLst>
              <a:gd name="adj" fmla="val 28571"/>
            </a:avLst>
          </a:prstGeom>
          <a:solidFill>
            <a:srgbClr val="EDE7F6"/>
          </a:solidFill>
          <a:ln>
            <a:noFill/>
          </a:ln>
        </p:spPr>
      </p:sp>
      <p:sp>
        <p:nvSpPr>
          <p:cNvPr id="162" name="!!rect-31k"/>
          <p:cNvSpPr/>
          <p:nvPr/>
        </p:nvSpPr>
        <p:spPr>
          <a:xfrm>
            <a:off x="6769125" y="5075555"/>
            <a:ext cx="168910" cy="26289"/>
          </a:xfrm>
          <a:prstGeom prst="roundRect">
            <a:avLst>
              <a:gd name="adj" fmla="val 44444"/>
            </a:avLst>
          </a:prstGeom>
          <a:solidFill>
            <a:srgbClr val="EDE7F6">
              <a:alpha val="72000"/>
            </a:srgbClr>
          </a:solidFill>
          <a:ln>
            <a:noFill/>
          </a:ln>
        </p:spPr>
      </p:sp>
      <p:sp>
        <p:nvSpPr>
          <p:cNvPr id="163" name="!!rect-31l"/>
          <p:cNvSpPr/>
          <p:nvPr/>
        </p:nvSpPr>
        <p:spPr>
          <a:xfrm>
            <a:off x="6769125" y="5367655"/>
            <a:ext cx="124460" cy="23368"/>
          </a:xfrm>
          <a:prstGeom prst="roundRect">
            <a:avLst>
              <a:gd name="adj" fmla="val 50000"/>
            </a:avLst>
          </a:prstGeom>
          <a:solidFill>
            <a:srgbClr val="EDE7F6">
              <a:alpha val="55000"/>
            </a:srgbClr>
          </a:solidFill>
          <a:ln>
            <a:noFill/>
          </a:ln>
        </p:spPr>
      </p:sp>
      <p:sp>
        <p:nvSpPr>
          <p:cNvPr id="164" name="!!rect-31m"/>
          <p:cNvSpPr/>
          <p:nvPr/>
        </p:nvSpPr>
        <p:spPr>
          <a:xfrm>
            <a:off x="5975401" y="4470413"/>
            <a:ext cx="1104900" cy="558800"/>
          </a:xfrm>
          <a:custGeom>
            <a:avLst/>
            <a:gdLst/>
            <a:ahLst/>
            <a:cxnLst/>
            <a:rect l="l" t="t" r="r" b="b"/>
            <a:pathLst>
              <a:path w="1104900" h="558800">
                <a:moveTo>
                  <a:pt x="44450" y="0"/>
                </a:moveTo>
                <a:lnTo>
                  <a:pt x="1060450" y="0"/>
                </a:lnTo>
                <a:cubicBezTo>
                  <a:pt x="1084999" y="0"/>
                  <a:pt x="1104900" y="19901"/>
                  <a:pt x="1104900" y="44450"/>
                </a:cubicBezTo>
                <a:lnTo>
                  <a:pt x="1104900" y="558800"/>
                </a:lnTo>
                <a:lnTo>
                  <a:pt x="0" y="558800"/>
                </a:lnTo>
                <a:lnTo>
                  <a:pt x="0" y="44450"/>
                </a:lnTo>
                <a:cubicBezTo>
                  <a:pt x="0" y="19901"/>
                  <a:pt x="19901" y="0"/>
                  <a:pt x="44450" y="0"/>
                </a:cubicBezTo>
                <a:close/>
              </a:path>
            </a:pathLst>
          </a:custGeom>
          <a:gradFill rotWithShape="1">
            <a:gsLst>
              <a:gs pos="0">
                <a:srgbClr val="0B1A26">
                  <a:alpha val="20000"/>
                </a:srgbClr>
              </a:gs>
              <a:gs pos="100000">
                <a:srgbClr val="0B1A26">
                  <a:alpha val="0"/>
                </a:srgbClr>
              </a:gs>
            </a:gsLst>
            <a:lin ang="5400000" scaled="0"/>
          </a:gradFill>
          <a:ln>
            <a:noFill/>
          </a:ln>
        </p:spPr>
      </p:sp>
      <p:sp>
        <p:nvSpPr>
          <p:cNvPr id="165" name="!!circle-31n"/>
          <p:cNvSpPr/>
          <p:nvPr/>
        </p:nvSpPr>
        <p:spPr>
          <a:xfrm>
            <a:off x="5903011" y="5064773"/>
            <a:ext cx="43180" cy="43180"/>
          </a:xfrm>
          <a:prstGeom prst="ellipse">
            <a:avLst/>
          </a:prstGeom>
          <a:solidFill>
            <a:srgbClr val="AEB9C1"/>
          </a:solidFill>
          <a:ln>
            <a:noFill/>
          </a:ln>
        </p:spPr>
      </p:sp>
      <p:sp>
        <p:nvSpPr>
          <p:cNvPr id="166" name="!!rect-31p"/>
          <p:cNvSpPr/>
          <p:nvPr/>
        </p:nvSpPr>
        <p:spPr>
          <a:xfrm>
            <a:off x="5975401" y="4470413"/>
            <a:ext cx="1104900" cy="1117600"/>
          </a:xfrm>
          <a:prstGeom prst="roundRect">
            <a:avLst>
              <a:gd name="adj" fmla="val 4023"/>
            </a:avLst>
          </a:prstGeom>
          <a:solidFill>
            <a:srgbClr val="F4F8FA">
              <a:alpha val="40000"/>
            </a:srgbClr>
          </a:solidFill>
          <a:ln>
            <a:noFill/>
          </a:ln>
        </p:spPr>
      </p:sp>
      <p:sp>
        <p:nvSpPr>
          <p:cNvPr id="167" name="!!path-31q"/>
          <p:cNvSpPr/>
          <p:nvPr/>
        </p:nvSpPr>
        <p:spPr>
          <a:xfrm>
            <a:off x="6218479" y="4470413"/>
            <a:ext cx="486156" cy="1117600"/>
          </a:xfrm>
          <a:custGeom>
            <a:avLst/>
            <a:gdLst/>
            <a:ahLst/>
            <a:cxnLst/>
            <a:rect l="l" t="t" r="r" b="b"/>
            <a:pathLst>
              <a:path w="486156" h="1117600">
                <a:moveTo>
                  <a:pt x="309372" y="0"/>
                </a:moveTo>
                <a:lnTo>
                  <a:pt x="486156" y="0"/>
                </a:lnTo>
                <a:lnTo>
                  <a:pt x="176784" y="1117600"/>
                </a:lnTo>
                <a:lnTo>
                  <a:pt x="0" y="1117600"/>
                </a:lnTo>
                <a:close/>
              </a:path>
            </a:pathLst>
          </a:custGeom>
          <a:solidFill>
            <a:srgbClr val="FFFFFF">
              <a:alpha val="34000"/>
            </a:srgbClr>
          </a:solidFill>
          <a:ln>
            <a:noFill/>
          </a:ln>
        </p:spPr>
      </p:sp>
      <p:sp>
        <p:nvSpPr>
          <p:cNvPr id="168" name="!!path-31r"/>
          <p:cNvSpPr/>
          <p:nvPr/>
        </p:nvSpPr>
        <p:spPr>
          <a:xfrm>
            <a:off x="6450508" y="4470413"/>
            <a:ext cx="353568" cy="1117600"/>
          </a:xfrm>
          <a:custGeom>
            <a:avLst/>
            <a:gdLst/>
            <a:ahLst/>
            <a:cxnLst/>
            <a:rect l="l" t="t" r="r" b="b"/>
            <a:pathLst>
              <a:path w="353568" h="1117600">
                <a:moveTo>
                  <a:pt x="309372" y="0"/>
                </a:moveTo>
                <a:lnTo>
                  <a:pt x="353568" y="0"/>
                </a:lnTo>
                <a:lnTo>
                  <a:pt x="44196" y="1117600"/>
                </a:lnTo>
                <a:lnTo>
                  <a:pt x="0" y="1117600"/>
                </a:lnTo>
                <a:close/>
              </a:path>
            </a:pathLst>
          </a:custGeom>
          <a:solidFill>
            <a:srgbClr val="FFFFFF">
              <a:alpha val="28000"/>
            </a:srgbClr>
          </a:solidFill>
          <a:ln>
            <a:noFill/>
          </a:ln>
        </p:spPr>
      </p:sp>
      <p:sp>
        <p:nvSpPr>
          <p:cNvPr id="169" name="!!rect-31s"/>
          <p:cNvSpPr/>
          <p:nvPr/>
        </p:nvSpPr>
        <p:spPr>
          <a:xfrm>
            <a:off x="5980481" y="4475493"/>
            <a:ext cx="1094740" cy="1107440"/>
          </a:xfrm>
          <a:prstGeom prst="roundRect">
            <a:avLst>
              <a:gd name="adj" fmla="val 3770"/>
            </a:avLst>
          </a:prstGeom>
          <a:noFill/>
          <a:ln w="10160" cap="flat">
            <a:solidFill>
              <a:srgbClr val="FFFFFF">
                <a:alpha val="95000"/>
              </a:srgbClr>
            </a:solidFill>
            <a:prstDash val="solid"/>
            <a:miter lim="800000"/>
          </a:ln>
        </p:spPr>
      </p:sp>
      <p:sp>
        <p:nvSpPr>
          <p:cNvPr id="170" name="!!rect-31t"/>
          <p:cNvSpPr/>
          <p:nvPr/>
        </p:nvSpPr>
        <p:spPr>
          <a:xfrm>
            <a:off x="5975401" y="4470413"/>
            <a:ext cx="1104900" cy="1117600"/>
          </a:xfrm>
          <a:prstGeom prst="roundRect">
            <a:avLst>
              <a:gd name="adj" fmla="val 4023"/>
            </a:avLst>
          </a:prstGeom>
          <a:noFill/>
          <a:ln w="6350" cap="flat">
            <a:solidFill>
              <a:srgbClr val="8FA0AB">
                <a:alpha val="50000"/>
              </a:srgbClr>
            </a:solidFill>
            <a:prstDash val="solid"/>
            <a:miter lim="800000"/>
          </a:ln>
        </p:spPr>
      </p:sp>
      <p:sp>
        <p:nvSpPr>
          <p:cNvPr id="171" name="!!rect-31u"/>
          <p:cNvSpPr/>
          <p:nvPr/>
        </p:nvSpPr>
        <p:spPr>
          <a:xfrm>
            <a:off x="6045251" y="4540263"/>
            <a:ext cx="317500" cy="152400"/>
          </a:xfrm>
          <a:prstGeom prst="roundRect">
            <a:avLst>
              <a:gd name="adj" fmla="val 29167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172" name="!!text-31v" descr="A04"/>
          <p:cNvSpPr txBox="1"/>
          <p:nvPr/>
        </p:nvSpPr>
        <p:spPr>
          <a:xfrm>
            <a:off x="6123057" y="4545089"/>
            <a:ext cx="188557" cy="12872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00" b="1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A04</a:t>
            </a:r>
            <a:endParaRPr lang="zh-TW" sz="700"/>
          </a:p>
        </p:txBody>
      </p:sp>
      <p:sp>
        <p:nvSpPr>
          <p:cNvPr id="173" name="!!path-9ic"/>
          <p:cNvSpPr/>
          <p:nvPr/>
        </p:nvSpPr>
        <p:spPr>
          <a:xfrm>
            <a:off x="379953" y="306527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398"/>
            </a:srgbClr>
          </a:solidFill>
          <a:ln>
            <a:noFill/>
          </a:ln>
        </p:spPr>
      </p:sp>
      <p:sp>
        <p:nvSpPr>
          <p:cNvPr id="174" name="!!path-9id"/>
          <p:cNvSpPr/>
          <p:nvPr/>
        </p:nvSpPr>
        <p:spPr>
          <a:xfrm>
            <a:off x="379953" y="308153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398"/>
            </a:srgbClr>
          </a:solidFill>
          <a:ln>
            <a:noFill/>
          </a:ln>
        </p:spPr>
      </p:sp>
      <p:sp>
        <p:nvSpPr>
          <p:cNvPr id="175" name="!!path-9ie"/>
          <p:cNvSpPr/>
          <p:nvPr/>
        </p:nvSpPr>
        <p:spPr>
          <a:xfrm>
            <a:off x="379953" y="309778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398"/>
            </a:srgbClr>
          </a:solidFill>
          <a:ln>
            <a:noFill/>
          </a:ln>
        </p:spPr>
      </p:sp>
      <p:sp>
        <p:nvSpPr>
          <p:cNvPr id="176" name="!!path-9if"/>
          <p:cNvSpPr/>
          <p:nvPr/>
        </p:nvSpPr>
        <p:spPr>
          <a:xfrm>
            <a:off x="379953" y="311404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398"/>
            </a:srgbClr>
          </a:solidFill>
          <a:ln>
            <a:noFill/>
          </a:ln>
        </p:spPr>
      </p:sp>
      <p:sp>
        <p:nvSpPr>
          <p:cNvPr id="177" name="!!path-9ig"/>
          <p:cNvSpPr/>
          <p:nvPr/>
        </p:nvSpPr>
        <p:spPr>
          <a:xfrm>
            <a:off x="379953" y="313030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398"/>
            </a:srgbClr>
          </a:solidFill>
          <a:ln>
            <a:noFill/>
          </a:ln>
        </p:spPr>
      </p:sp>
      <p:sp>
        <p:nvSpPr>
          <p:cNvPr id="178" name="!!path-9ih"/>
          <p:cNvSpPr/>
          <p:nvPr/>
        </p:nvSpPr>
        <p:spPr>
          <a:xfrm>
            <a:off x="379953" y="314655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398"/>
            </a:srgbClr>
          </a:solidFill>
          <a:ln>
            <a:noFill/>
          </a:ln>
        </p:spPr>
      </p:sp>
      <p:sp>
        <p:nvSpPr>
          <p:cNvPr id="179" name="!!path-9ii"/>
          <p:cNvSpPr/>
          <p:nvPr/>
        </p:nvSpPr>
        <p:spPr>
          <a:xfrm>
            <a:off x="379953" y="316281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398"/>
            </a:srgbClr>
          </a:solidFill>
          <a:ln>
            <a:noFill/>
          </a:ln>
        </p:spPr>
      </p:sp>
      <p:sp>
        <p:nvSpPr>
          <p:cNvPr id="180" name="!!path-9ij"/>
          <p:cNvSpPr/>
          <p:nvPr/>
        </p:nvSpPr>
        <p:spPr>
          <a:xfrm>
            <a:off x="379953" y="317906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398"/>
            </a:srgbClr>
          </a:solidFill>
          <a:ln>
            <a:noFill/>
          </a:ln>
        </p:spPr>
      </p:sp>
      <p:sp>
        <p:nvSpPr>
          <p:cNvPr id="181" name="!!path-9ik"/>
          <p:cNvSpPr/>
          <p:nvPr/>
        </p:nvSpPr>
        <p:spPr>
          <a:xfrm>
            <a:off x="418561" y="269342"/>
            <a:ext cx="128422" cy="122936"/>
          </a:xfrm>
          <a:custGeom>
            <a:avLst/>
            <a:gdLst/>
            <a:ahLst/>
            <a:cxnLst/>
            <a:rect l="l" t="t" r="r" b="b"/>
            <a:pathLst>
              <a:path w="128422" h="122936">
                <a:moveTo>
                  <a:pt x="0" y="17678"/>
                </a:moveTo>
                <a:lnTo>
                  <a:pt x="8128" y="5080"/>
                </a:lnTo>
                <a:cubicBezTo>
                  <a:pt x="32512" y="0"/>
                  <a:pt x="73152" y="7112"/>
                  <a:pt x="101600" y="26416"/>
                </a:cubicBezTo>
                <a:cubicBezTo>
                  <a:pt x="116840" y="37186"/>
                  <a:pt x="124968" y="49784"/>
                  <a:pt x="128422" y="62992"/>
                </a:cubicBezTo>
                <a:lnTo>
                  <a:pt x="128422" y="122936"/>
                </a:lnTo>
                <a:lnTo>
                  <a:pt x="0" y="1229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82" name="!!path-9il"/>
          <p:cNvSpPr/>
          <p:nvPr/>
        </p:nvSpPr>
        <p:spPr>
          <a:xfrm>
            <a:off x="418561" y="269342"/>
            <a:ext cx="128422" cy="62992"/>
          </a:xfrm>
          <a:custGeom>
            <a:avLst/>
            <a:gdLst/>
            <a:ahLst/>
            <a:cxnLst/>
            <a:rect l="l" t="t" r="r" b="b"/>
            <a:pathLst>
              <a:path w="128422" h="62992" fill="none">
                <a:moveTo>
                  <a:pt x="128422" y="62992"/>
                </a:moveTo>
                <a:cubicBezTo>
                  <a:pt x="124968" y="49784"/>
                  <a:pt x="116840" y="37186"/>
                  <a:pt x="101600" y="26416"/>
                </a:cubicBezTo>
                <a:cubicBezTo>
                  <a:pt x="73152" y="7112"/>
                  <a:pt x="32512" y="0"/>
                  <a:pt x="8128" y="5080"/>
                </a:cubicBezTo>
                <a:lnTo>
                  <a:pt x="0" y="1767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83" name="!!path-9im"/>
          <p:cNvSpPr/>
          <p:nvPr/>
        </p:nvSpPr>
        <p:spPr>
          <a:xfrm>
            <a:off x="405963" y="281534"/>
            <a:ext cx="141021" cy="110744"/>
          </a:xfrm>
          <a:custGeom>
            <a:avLst/>
            <a:gdLst/>
            <a:ahLst/>
            <a:cxnLst/>
            <a:rect l="l" t="t" r="r" b="b"/>
            <a:pathLst>
              <a:path w="141021" h="110744">
                <a:moveTo>
                  <a:pt x="0" y="22352"/>
                </a:moveTo>
                <a:lnTo>
                  <a:pt x="6502" y="6502"/>
                </a:lnTo>
                <a:cubicBezTo>
                  <a:pt x="36982" y="0"/>
                  <a:pt x="79654" y="7112"/>
                  <a:pt x="110134" y="25400"/>
                </a:cubicBezTo>
                <a:cubicBezTo>
                  <a:pt x="126390" y="35154"/>
                  <a:pt x="136550" y="49784"/>
                  <a:pt x="141021" y="62992"/>
                </a:cubicBezTo>
                <a:lnTo>
                  <a:pt x="141021" y="110744"/>
                </a:lnTo>
                <a:lnTo>
                  <a:pt x="0" y="110744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84" name="!!path-9in"/>
          <p:cNvSpPr/>
          <p:nvPr/>
        </p:nvSpPr>
        <p:spPr>
          <a:xfrm>
            <a:off x="405963" y="281534"/>
            <a:ext cx="141021" cy="62992"/>
          </a:xfrm>
          <a:custGeom>
            <a:avLst/>
            <a:gdLst/>
            <a:ahLst/>
            <a:cxnLst/>
            <a:rect l="l" t="t" r="r" b="b"/>
            <a:pathLst>
              <a:path w="141021" h="62992" fill="none">
                <a:moveTo>
                  <a:pt x="141021" y="62992"/>
                </a:moveTo>
                <a:cubicBezTo>
                  <a:pt x="136550" y="49784"/>
                  <a:pt x="126390" y="35154"/>
                  <a:pt x="110134" y="25400"/>
                </a:cubicBezTo>
                <a:cubicBezTo>
                  <a:pt x="79654" y="7112"/>
                  <a:pt x="36982" y="0"/>
                  <a:pt x="6502" y="6502"/>
                </a:cubicBezTo>
                <a:lnTo>
                  <a:pt x="0" y="22352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85" name="!!path-9io"/>
          <p:cNvSpPr/>
          <p:nvPr/>
        </p:nvSpPr>
        <p:spPr>
          <a:xfrm>
            <a:off x="394787" y="294742"/>
            <a:ext cx="151790" cy="97536"/>
          </a:xfrm>
          <a:custGeom>
            <a:avLst/>
            <a:gdLst/>
            <a:ahLst/>
            <a:cxnLst/>
            <a:rect l="l" t="t" r="r" b="b"/>
            <a:pathLst>
              <a:path w="151790" h="97536">
                <a:moveTo>
                  <a:pt x="0" y="23165"/>
                </a:moveTo>
                <a:lnTo>
                  <a:pt x="3861" y="12598"/>
                </a:lnTo>
                <a:cubicBezTo>
                  <a:pt x="37998" y="0"/>
                  <a:pt x="84734" y="5080"/>
                  <a:pt x="117246" y="21946"/>
                </a:cubicBezTo>
                <a:cubicBezTo>
                  <a:pt x="135534" y="31496"/>
                  <a:pt x="146710" y="43688"/>
                  <a:pt x="151790" y="55270"/>
                </a:cubicBezTo>
                <a:lnTo>
                  <a:pt x="151790" y="97536"/>
                </a:lnTo>
                <a:lnTo>
                  <a:pt x="0" y="975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86" name="!!path-9ip"/>
          <p:cNvSpPr/>
          <p:nvPr/>
        </p:nvSpPr>
        <p:spPr>
          <a:xfrm>
            <a:off x="394787" y="294742"/>
            <a:ext cx="151790" cy="55270"/>
          </a:xfrm>
          <a:custGeom>
            <a:avLst/>
            <a:gdLst/>
            <a:ahLst/>
            <a:cxnLst/>
            <a:rect l="l" t="t" r="r" b="b"/>
            <a:pathLst>
              <a:path w="151790" h="55270" fill="none">
                <a:moveTo>
                  <a:pt x="151790" y="55270"/>
                </a:moveTo>
                <a:cubicBezTo>
                  <a:pt x="146710" y="43688"/>
                  <a:pt x="135534" y="31496"/>
                  <a:pt x="117246" y="21946"/>
                </a:cubicBezTo>
                <a:cubicBezTo>
                  <a:pt x="84734" y="5080"/>
                  <a:pt x="37998" y="0"/>
                  <a:pt x="3861" y="12598"/>
                </a:cubicBezTo>
                <a:lnTo>
                  <a:pt x="0" y="23165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87" name="!!path-9iq"/>
          <p:cNvSpPr/>
          <p:nvPr/>
        </p:nvSpPr>
        <p:spPr>
          <a:xfrm>
            <a:off x="547187" y="264262"/>
            <a:ext cx="120294" cy="128016"/>
          </a:xfrm>
          <a:custGeom>
            <a:avLst/>
            <a:gdLst/>
            <a:ahLst/>
            <a:cxnLst/>
            <a:rect l="l" t="t" r="r" b="b"/>
            <a:pathLst>
              <a:path w="120294" h="128016">
                <a:moveTo>
                  <a:pt x="120294" y="18288"/>
                </a:moveTo>
                <a:lnTo>
                  <a:pt x="113589" y="4470"/>
                </a:lnTo>
                <a:cubicBezTo>
                  <a:pt x="86766" y="0"/>
                  <a:pt x="44094" y="10160"/>
                  <a:pt x="17678" y="30480"/>
                </a:cubicBezTo>
                <a:cubicBezTo>
                  <a:pt x="6502" y="39624"/>
                  <a:pt x="1422" y="52832"/>
                  <a:pt x="0" y="67056"/>
                </a:cubicBezTo>
                <a:lnTo>
                  <a:pt x="0" y="128016"/>
                </a:lnTo>
                <a:lnTo>
                  <a:pt x="120294" y="12801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88" name="!!path-9ir"/>
          <p:cNvSpPr/>
          <p:nvPr/>
        </p:nvSpPr>
        <p:spPr>
          <a:xfrm>
            <a:off x="547187" y="264262"/>
            <a:ext cx="120294" cy="67056"/>
          </a:xfrm>
          <a:custGeom>
            <a:avLst/>
            <a:gdLst/>
            <a:ahLst/>
            <a:cxnLst/>
            <a:rect l="l" t="t" r="r" b="b"/>
            <a:pathLst>
              <a:path w="120294" h="67056" fill="none">
                <a:moveTo>
                  <a:pt x="0" y="67056"/>
                </a:moveTo>
                <a:cubicBezTo>
                  <a:pt x="1422" y="52832"/>
                  <a:pt x="6502" y="39624"/>
                  <a:pt x="17678" y="30480"/>
                </a:cubicBezTo>
                <a:cubicBezTo>
                  <a:pt x="44094" y="10160"/>
                  <a:pt x="86766" y="0"/>
                  <a:pt x="113589" y="4470"/>
                </a:cubicBezTo>
                <a:lnTo>
                  <a:pt x="120294" y="1828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89" name="!!path-9is"/>
          <p:cNvSpPr/>
          <p:nvPr/>
        </p:nvSpPr>
        <p:spPr>
          <a:xfrm>
            <a:off x="547390" y="279502"/>
            <a:ext cx="133299" cy="112776"/>
          </a:xfrm>
          <a:custGeom>
            <a:avLst/>
            <a:gdLst/>
            <a:ahLst/>
            <a:cxnLst/>
            <a:rect l="l" t="t" r="r" b="b"/>
            <a:pathLst>
              <a:path w="133299" h="112776">
                <a:moveTo>
                  <a:pt x="133299" y="19710"/>
                </a:moveTo>
                <a:lnTo>
                  <a:pt x="127203" y="3048"/>
                </a:lnTo>
                <a:cubicBezTo>
                  <a:pt x="94691" y="0"/>
                  <a:pt x="54051" y="11176"/>
                  <a:pt x="27635" y="30683"/>
                </a:cubicBezTo>
                <a:cubicBezTo>
                  <a:pt x="13411" y="41250"/>
                  <a:pt x="4267" y="53848"/>
                  <a:pt x="0" y="65024"/>
                </a:cubicBezTo>
                <a:lnTo>
                  <a:pt x="0" y="112776"/>
                </a:lnTo>
                <a:lnTo>
                  <a:pt x="133299" y="11277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90" name="!!path-9it"/>
          <p:cNvSpPr/>
          <p:nvPr/>
        </p:nvSpPr>
        <p:spPr>
          <a:xfrm>
            <a:off x="547390" y="279502"/>
            <a:ext cx="133299" cy="65024"/>
          </a:xfrm>
          <a:custGeom>
            <a:avLst/>
            <a:gdLst/>
            <a:ahLst/>
            <a:cxnLst/>
            <a:rect l="l" t="t" r="r" b="b"/>
            <a:pathLst>
              <a:path w="133299" h="65024" fill="none">
                <a:moveTo>
                  <a:pt x="0" y="65024"/>
                </a:moveTo>
                <a:cubicBezTo>
                  <a:pt x="4267" y="53848"/>
                  <a:pt x="13411" y="41250"/>
                  <a:pt x="27635" y="30683"/>
                </a:cubicBezTo>
                <a:cubicBezTo>
                  <a:pt x="54051" y="11176"/>
                  <a:pt x="94691" y="0"/>
                  <a:pt x="127203" y="3048"/>
                </a:cubicBezTo>
                <a:lnTo>
                  <a:pt x="133299" y="19710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91" name="!!path-9iu"/>
          <p:cNvSpPr/>
          <p:nvPr/>
        </p:nvSpPr>
        <p:spPr>
          <a:xfrm>
            <a:off x="547796" y="293726"/>
            <a:ext cx="142646" cy="98552"/>
          </a:xfrm>
          <a:custGeom>
            <a:avLst/>
            <a:gdLst/>
            <a:ahLst/>
            <a:cxnLst/>
            <a:rect l="l" t="t" r="r" b="b"/>
            <a:pathLst>
              <a:path w="142646" h="98552">
                <a:moveTo>
                  <a:pt x="142646" y="18898"/>
                </a:moveTo>
                <a:lnTo>
                  <a:pt x="139802" y="8738"/>
                </a:lnTo>
                <a:cubicBezTo>
                  <a:pt x="106477" y="0"/>
                  <a:pt x="63805" y="5080"/>
                  <a:pt x="35357" y="19304"/>
                </a:cubicBezTo>
                <a:cubicBezTo>
                  <a:pt x="17069" y="28448"/>
                  <a:pt x="5893" y="42672"/>
                  <a:pt x="0" y="56286"/>
                </a:cubicBezTo>
                <a:lnTo>
                  <a:pt x="0" y="98552"/>
                </a:lnTo>
                <a:lnTo>
                  <a:pt x="142646" y="98552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92" name="!!path-9iv"/>
          <p:cNvSpPr/>
          <p:nvPr/>
        </p:nvSpPr>
        <p:spPr>
          <a:xfrm>
            <a:off x="547796" y="293726"/>
            <a:ext cx="142646" cy="56286"/>
          </a:xfrm>
          <a:custGeom>
            <a:avLst/>
            <a:gdLst/>
            <a:ahLst/>
            <a:cxnLst/>
            <a:rect l="l" t="t" r="r" b="b"/>
            <a:pathLst>
              <a:path w="142646" h="56286" fill="none">
                <a:moveTo>
                  <a:pt x="0" y="56286"/>
                </a:moveTo>
                <a:cubicBezTo>
                  <a:pt x="5893" y="42672"/>
                  <a:pt x="17069" y="28448"/>
                  <a:pt x="35357" y="19304"/>
                </a:cubicBezTo>
                <a:cubicBezTo>
                  <a:pt x="63805" y="5080"/>
                  <a:pt x="106477" y="0"/>
                  <a:pt x="139802" y="8738"/>
                </a:cubicBezTo>
                <a:lnTo>
                  <a:pt x="142646" y="1889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93" name="!!path-9iw"/>
          <p:cNvSpPr/>
          <p:nvPr/>
        </p:nvSpPr>
        <p:spPr>
          <a:xfrm>
            <a:off x="379953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627D8D"/>
              </a:gs>
              <a:gs pos="21794">
                <a:srgbClr val="627D8D"/>
              </a:gs>
              <a:gs pos="55376">
                <a:srgbClr val="627D8D"/>
              </a:gs>
              <a:gs pos="96421">
                <a:srgbClr val="98ABB7"/>
              </a:gs>
              <a:gs pos="100000">
                <a:srgbClr val="98ABB7"/>
              </a:gs>
            </a:gsLst>
            <a:lin ang="1983350" scaled="0"/>
          </a:gradFill>
          <a:ln>
            <a:noFill/>
          </a:ln>
        </p:spPr>
      </p:sp>
      <p:sp>
        <p:nvSpPr>
          <p:cNvPr id="194" name="!!path-9ix"/>
          <p:cNvSpPr/>
          <p:nvPr/>
        </p:nvSpPr>
        <p:spPr>
          <a:xfrm>
            <a:off x="379953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29982"/>
                </a:srgbClr>
              </a:gs>
              <a:gs pos="4764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83333" t="79291" r="16667" b="20709"/>
            </a:path>
          </a:gradFill>
          <a:ln>
            <a:noFill/>
          </a:ln>
        </p:spPr>
      </p:sp>
      <p:sp>
        <p:nvSpPr>
          <p:cNvPr id="195" name="!!line-9iy"/>
          <p:cNvSpPr/>
          <p:nvPr/>
        </p:nvSpPr>
        <p:spPr>
          <a:xfrm>
            <a:off x="547999" y="363017"/>
            <a:ext cx="1" cy="153619"/>
          </a:xfrm>
          <a:custGeom>
            <a:avLst/>
            <a:gdLst/>
            <a:ahLst/>
            <a:cxnLst/>
            <a:rect l="l" t="t" r="r" b="b"/>
            <a:pathLst>
              <a:path w="1" h="153619">
                <a:moveTo>
                  <a:pt x="0" y="0"/>
                </a:moveTo>
                <a:lnTo>
                  <a:pt x="0" y="153619"/>
                </a:lnTo>
              </a:path>
            </a:pathLst>
          </a:custGeom>
          <a:solidFill>
            <a:srgbClr val="000000"/>
          </a:solidFill>
          <a:ln w="6909" cap="rnd">
            <a:solidFill>
              <a:srgbClr val="C9D3D9"/>
            </a:solidFill>
            <a:prstDash val="solid"/>
            <a:miter lim="800000"/>
          </a:ln>
        </p:spPr>
      </p:sp>
      <p:sp>
        <p:nvSpPr>
          <p:cNvPr id="196" name="!!path-9iz"/>
          <p:cNvSpPr/>
          <p:nvPr/>
        </p:nvSpPr>
        <p:spPr>
          <a:xfrm>
            <a:off x="656915" y="442062"/>
            <a:ext cx="25400" cy="37998"/>
          </a:xfrm>
          <a:custGeom>
            <a:avLst/>
            <a:gdLst/>
            <a:ahLst/>
            <a:cxnLst/>
            <a:rect l="l" t="t" r="r" b="b"/>
            <a:pathLst>
              <a:path w="25400" h="37998">
                <a:moveTo>
                  <a:pt x="0" y="2642"/>
                </a:moveTo>
                <a:lnTo>
                  <a:pt x="15240" y="0"/>
                </a:lnTo>
                <a:lnTo>
                  <a:pt x="25400" y="37186"/>
                </a:lnTo>
                <a:lnTo>
                  <a:pt x="7518" y="37998"/>
                </a:lnTo>
                <a:close/>
              </a:path>
            </a:pathLst>
          </a:custGeom>
          <a:solidFill>
            <a:srgbClr val="FFFFFF">
              <a:alpha val="13991"/>
            </a:srgbClr>
          </a:solidFill>
          <a:ln w="1016" cap="flat">
            <a:solidFill>
              <a:srgbClr val="FFFFFF">
                <a:alpha val="54966"/>
              </a:srgbClr>
            </a:solidFill>
            <a:prstDash val="solid"/>
            <a:round/>
          </a:ln>
        </p:spPr>
      </p:sp>
      <p:sp>
        <p:nvSpPr>
          <p:cNvPr id="197" name="!!text-9j0" descr="救「舊」我的書"/>
          <p:cNvSpPr txBox="1"/>
          <p:nvPr/>
        </p:nvSpPr>
        <p:spPr>
          <a:xfrm>
            <a:off x="804831" y="251460"/>
            <a:ext cx="1120140" cy="25745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400" b="1" kern="0" spc="-70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救</a:t>
            </a:r>
            <a:r>
              <a:rPr lang="zh-TW" altLang="en-US" sz="14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「舊</a:t>
            </a:r>
            <a:r>
              <a:rPr lang="zh-TW" altLang="en-US" sz="1400" b="1" kern="0" spc="-70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」</a:t>
            </a:r>
            <a:r>
              <a:rPr lang="zh-TW" altLang="en-US" sz="14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我的書</a:t>
            </a:r>
            <a:endParaRPr lang="zh-TW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fast" p14:dur="1900" advTm="400">
        <p159:morph option="byObject"/>
      </p:transition>
    </mc:Choice>
    <mc:Fallback>
      <p:transition spd="fast" advTm="40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24.5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rect-1q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7"/>
          </a:solidFill>
          <a:ln>
            <a:noFill/>
          </a:ln>
        </p:spPr>
      </p:sp>
      <p:sp>
        <p:nvSpPr>
          <p:cNvPr id="3" name="!!ellipse-1q2"/>
          <p:cNvSpPr/>
          <p:nvPr/>
        </p:nvSpPr>
        <p:spPr>
          <a:xfrm>
            <a:off x="-889000" y="-952500"/>
            <a:ext cx="13970000" cy="7874000"/>
          </a:xfrm>
          <a:prstGeom prst="ellipse">
            <a:avLst/>
          </a:prstGeom>
          <a:gradFill rotWithShape="1">
            <a:gsLst>
              <a:gs pos="0">
                <a:srgbClr val="FFFFFF">
                  <a:alpha val="95000"/>
                </a:srgbClr>
              </a:gs>
              <a:gs pos="40865">
                <a:srgbClr val="FFFFFF">
                  <a:alpha val="35000"/>
                </a:srgbClr>
              </a:gs>
              <a:gs pos="68108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!!rect-1q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P1"/>
            <a:srcRect/>
            <a:tile tx="154781" ty="142456" sx="16667" sy="16667" flip="none" algn="tl"/>
          </a:blipFill>
          <a:ln>
            <a:noFill/>
          </a:ln>
        </p:spPr>
      </p:sp>
      <p:sp>
        <p:nvSpPr>
          <p:cNvPr id="5" name="!!circle-1qb"/>
          <p:cNvSpPr/>
          <p:nvPr/>
        </p:nvSpPr>
        <p:spPr>
          <a:xfrm>
            <a:off x="443891" y="2831763"/>
            <a:ext cx="2046732" cy="2046732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" name="!!circle-1qg"/>
          <p:cNvSpPr/>
          <p:nvPr/>
        </p:nvSpPr>
        <p:spPr>
          <a:xfrm>
            <a:off x="3306210" y="4637069"/>
            <a:ext cx="1987309" cy="1987309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7" name="!!circle-1rf"/>
          <p:cNvSpPr/>
          <p:nvPr/>
        </p:nvSpPr>
        <p:spPr>
          <a:xfrm>
            <a:off x="1375347" y="3672567"/>
            <a:ext cx="1614653" cy="1614653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8" name="!!circle-1ro"/>
          <p:cNvSpPr/>
          <p:nvPr/>
        </p:nvSpPr>
        <p:spPr>
          <a:xfrm>
            <a:off x="5923102" y="4783500"/>
            <a:ext cx="1641335" cy="1641335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9" name="!!circle-1rq"/>
          <p:cNvSpPr/>
          <p:nvPr/>
        </p:nvSpPr>
        <p:spPr>
          <a:xfrm>
            <a:off x="-376110" y="1341463"/>
            <a:ext cx="1404252" cy="1404252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0" name="!!circle-1s5"/>
          <p:cNvSpPr/>
          <p:nvPr/>
        </p:nvSpPr>
        <p:spPr>
          <a:xfrm>
            <a:off x="4509580" y="5932024"/>
            <a:ext cx="905091" cy="905091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1" name="!!circle-1sg"/>
          <p:cNvSpPr/>
          <p:nvPr/>
        </p:nvSpPr>
        <p:spPr>
          <a:xfrm>
            <a:off x="-355848" y="681527"/>
            <a:ext cx="1615783" cy="1615783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2" name="!!rect-1sh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5F7">
                  <a:alpha val="0"/>
                </a:srgbClr>
              </a:gs>
              <a:gs pos="20428">
                <a:srgbClr val="F3F5F7">
                  <a:alpha val="0"/>
                </a:srgbClr>
              </a:gs>
              <a:gs pos="66730">
                <a:srgbClr val="F3F5F7"/>
              </a:gs>
              <a:gs pos="100000">
                <a:srgbClr val="F3F5F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3" name="!!circle-1sj"/>
          <p:cNvSpPr/>
          <p:nvPr/>
        </p:nvSpPr>
        <p:spPr>
          <a:xfrm>
            <a:off x="116036" y="370066"/>
            <a:ext cx="50038" cy="50038"/>
          </a:xfrm>
          <a:prstGeom prst="ellipse">
            <a:avLst/>
          </a:prstGeom>
          <a:solidFill>
            <a:srgbClr val="627D8D">
              <a:alpha val="25400"/>
            </a:srgbClr>
          </a:solidFill>
          <a:ln>
            <a:noFill/>
          </a:ln>
        </p:spPr>
      </p:sp>
      <p:sp>
        <p:nvSpPr>
          <p:cNvPr id="14" name="!!circle-1sm"/>
          <p:cNvSpPr/>
          <p:nvPr/>
        </p:nvSpPr>
        <p:spPr>
          <a:xfrm>
            <a:off x="5660280" y="1606751"/>
            <a:ext cx="36055" cy="36055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15" name="!!circle-1sp"/>
          <p:cNvSpPr/>
          <p:nvPr/>
        </p:nvSpPr>
        <p:spPr>
          <a:xfrm>
            <a:off x="9304245" y="3521196"/>
            <a:ext cx="24295" cy="24295"/>
          </a:xfrm>
          <a:prstGeom prst="ellipse">
            <a:avLst/>
          </a:prstGeom>
          <a:solidFill>
            <a:srgbClr val="627D8D">
              <a:alpha val="18100"/>
            </a:srgbClr>
          </a:solidFill>
          <a:ln>
            <a:noFill/>
          </a:ln>
        </p:spPr>
      </p:sp>
      <p:sp>
        <p:nvSpPr>
          <p:cNvPr id="16" name="!!circle-1ss"/>
          <p:cNvSpPr/>
          <p:nvPr/>
        </p:nvSpPr>
        <p:spPr>
          <a:xfrm>
            <a:off x="3593661" y="6675488"/>
            <a:ext cx="25959" cy="25959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17" name="!!circle-1sv"/>
          <p:cNvSpPr/>
          <p:nvPr/>
        </p:nvSpPr>
        <p:spPr>
          <a:xfrm>
            <a:off x="1874688" y="1963172"/>
            <a:ext cx="35878" cy="35878"/>
          </a:xfrm>
          <a:prstGeom prst="ellipse">
            <a:avLst/>
          </a:prstGeom>
          <a:solidFill>
            <a:srgbClr val="627D8D">
              <a:alpha val="26800"/>
            </a:srgbClr>
          </a:solidFill>
          <a:ln>
            <a:noFill/>
          </a:ln>
        </p:spPr>
      </p:sp>
      <p:sp>
        <p:nvSpPr>
          <p:cNvPr id="18" name="!!circle-1sy"/>
          <p:cNvSpPr/>
          <p:nvPr/>
        </p:nvSpPr>
        <p:spPr>
          <a:xfrm>
            <a:off x="6738075" y="4209570"/>
            <a:ext cx="40234" cy="40234"/>
          </a:xfrm>
          <a:prstGeom prst="ellipse">
            <a:avLst/>
          </a:prstGeom>
          <a:solidFill>
            <a:srgbClr val="627D8D">
              <a:alpha val="31300"/>
            </a:srgbClr>
          </a:solidFill>
          <a:ln>
            <a:noFill/>
          </a:ln>
        </p:spPr>
      </p:sp>
      <p:sp>
        <p:nvSpPr>
          <p:cNvPr id="19" name="!!circle-1t1"/>
          <p:cNvSpPr/>
          <p:nvPr/>
        </p:nvSpPr>
        <p:spPr>
          <a:xfrm>
            <a:off x="10070298" y="235923"/>
            <a:ext cx="23559" cy="23559"/>
          </a:xfrm>
          <a:prstGeom prst="ellipse">
            <a:avLst/>
          </a:prstGeom>
          <a:solidFill>
            <a:srgbClr val="627D8D">
              <a:alpha val="17900"/>
            </a:srgbClr>
          </a:solidFill>
          <a:ln>
            <a:noFill/>
          </a:ln>
        </p:spPr>
      </p:sp>
      <p:sp>
        <p:nvSpPr>
          <p:cNvPr id="20" name="!!circle-1t4"/>
          <p:cNvSpPr/>
          <p:nvPr/>
        </p:nvSpPr>
        <p:spPr>
          <a:xfrm>
            <a:off x="1066997" y="5224088"/>
            <a:ext cx="29959" cy="29959"/>
          </a:xfrm>
          <a:prstGeom prst="ellipse">
            <a:avLst/>
          </a:prstGeom>
          <a:solidFill>
            <a:srgbClr val="627D8D">
              <a:alpha val="19400"/>
            </a:srgbClr>
          </a:solidFill>
          <a:ln>
            <a:noFill/>
          </a:ln>
        </p:spPr>
      </p:sp>
      <p:sp>
        <p:nvSpPr>
          <p:cNvPr id="21" name="!!circle-1t7"/>
          <p:cNvSpPr/>
          <p:nvPr/>
        </p:nvSpPr>
        <p:spPr>
          <a:xfrm>
            <a:off x="8553657" y="4689518"/>
            <a:ext cx="28702" cy="28702"/>
          </a:xfrm>
          <a:prstGeom prst="ellipse">
            <a:avLst/>
          </a:prstGeom>
          <a:solidFill>
            <a:srgbClr val="627D8D">
              <a:alpha val="17800"/>
            </a:srgbClr>
          </a:solidFill>
          <a:ln>
            <a:noFill/>
          </a:ln>
        </p:spPr>
      </p:sp>
      <p:sp>
        <p:nvSpPr>
          <p:cNvPr id="22" name="!!circle-1ta"/>
          <p:cNvSpPr/>
          <p:nvPr/>
        </p:nvSpPr>
        <p:spPr>
          <a:xfrm>
            <a:off x="11111726" y="2175788"/>
            <a:ext cx="24066" cy="24066"/>
          </a:xfrm>
          <a:prstGeom prst="ellipse">
            <a:avLst/>
          </a:prstGeom>
          <a:solidFill>
            <a:srgbClr val="627D8D">
              <a:alpha val="23900"/>
            </a:srgbClr>
          </a:solidFill>
          <a:ln>
            <a:noFill/>
          </a:ln>
        </p:spPr>
      </p:sp>
      <p:sp>
        <p:nvSpPr>
          <p:cNvPr id="23" name="!!circle-1td"/>
          <p:cNvSpPr/>
          <p:nvPr/>
        </p:nvSpPr>
        <p:spPr>
          <a:xfrm>
            <a:off x="8331813" y="6266344"/>
            <a:ext cx="35865" cy="35865"/>
          </a:xfrm>
          <a:prstGeom prst="ellipse">
            <a:avLst/>
          </a:prstGeom>
          <a:solidFill>
            <a:srgbClr val="627D8D">
              <a:alpha val="28200"/>
            </a:srgbClr>
          </a:solidFill>
          <a:ln>
            <a:noFill/>
          </a:ln>
        </p:spPr>
      </p:sp>
      <p:sp>
        <p:nvSpPr>
          <p:cNvPr id="24" name="!!circle-1tg"/>
          <p:cNvSpPr/>
          <p:nvPr/>
        </p:nvSpPr>
        <p:spPr>
          <a:xfrm>
            <a:off x="1413253" y="3569497"/>
            <a:ext cx="39218" cy="39218"/>
          </a:xfrm>
          <a:prstGeom prst="ellipse">
            <a:avLst/>
          </a:prstGeom>
          <a:solidFill>
            <a:srgbClr val="627D8D">
              <a:alpha val="29600"/>
            </a:srgbClr>
          </a:solidFill>
          <a:ln>
            <a:noFill/>
          </a:ln>
        </p:spPr>
      </p:sp>
      <p:sp>
        <p:nvSpPr>
          <p:cNvPr id="25" name="!!circle-1tj"/>
          <p:cNvSpPr/>
          <p:nvPr/>
        </p:nvSpPr>
        <p:spPr>
          <a:xfrm>
            <a:off x="7211416" y="6545165"/>
            <a:ext cx="49733" cy="49733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6" name="!!circle-1tm"/>
          <p:cNvSpPr/>
          <p:nvPr/>
        </p:nvSpPr>
        <p:spPr>
          <a:xfrm>
            <a:off x="6279441" y="2190975"/>
            <a:ext cx="41694" cy="41694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7" name="!!circle-1tp"/>
          <p:cNvSpPr/>
          <p:nvPr/>
        </p:nvSpPr>
        <p:spPr>
          <a:xfrm>
            <a:off x="6782600" y="5591836"/>
            <a:ext cx="31979" cy="31979"/>
          </a:xfrm>
          <a:prstGeom prst="ellipse">
            <a:avLst/>
          </a:prstGeom>
          <a:solidFill>
            <a:srgbClr val="627D8D">
              <a:alpha val="24100"/>
            </a:srgbClr>
          </a:solidFill>
          <a:ln>
            <a:noFill/>
          </a:ln>
        </p:spPr>
      </p:sp>
      <p:sp>
        <p:nvSpPr>
          <p:cNvPr id="28" name="!!circle-1ts"/>
          <p:cNvSpPr/>
          <p:nvPr/>
        </p:nvSpPr>
        <p:spPr>
          <a:xfrm>
            <a:off x="3805357" y="1570625"/>
            <a:ext cx="18085" cy="18085"/>
          </a:xfrm>
          <a:prstGeom prst="ellipse">
            <a:avLst/>
          </a:prstGeom>
          <a:solidFill>
            <a:srgbClr val="627D8D">
              <a:alpha val="10500"/>
            </a:srgbClr>
          </a:solidFill>
          <a:ln>
            <a:noFill/>
          </a:ln>
        </p:spPr>
      </p:sp>
      <p:sp>
        <p:nvSpPr>
          <p:cNvPr id="29" name="!!circle-1tv"/>
          <p:cNvSpPr/>
          <p:nvPr/>
        </p:nvSpPr>
        <p:spPr>
          <a:xfrm>
            <a:off x="7677821" y="43011"/>
            <a:ext cx="38214" cy="38214"/>
          </a:xfrm>
          <a:prstGeom prst="ellipse">
            <a:avLst/>
          </a:prstGeom>
          <a:solidFill>
            <a:srgbClr val="627D8D">
              <a:alpha val="23100"/>
            </a:srgbClr>
          </a:solidFill>
          <a:ln>
            <a:noFill/>
          </a:ln>
        </p:spPr>
      </p:sp>
      <p:sp>
        <p:nvSpPr>
          <p:cNvPr id="30" name="!!circle-1ty"/>
          <p:cNvSpPr/>
          <p:nvPr/>
        </p:nvSpPr>
        <p:spPr>
          <a:xfrm>
            <a:off x="3375482" y="6710835"/>
            <a:ext cx="39243" cy="39243"/>
          </a:xfrm>
          <a:prstGeom prst="ellipse">
            <a:avLst/>
          </a:prstGeom>
          <a:solidFill>
            <a:srgbClr val="627D8D">
              <a:alpha val="27700"/>
            </a:srgbClr>
          </a:solidFill>
          <a:ln>
            <a:noFill/>
          </a:ln>
        </p:spPr>
      </p:sp>
      <p:sp>
        <p:nvSpPr>
          <p:cNvPr id="31" name="!!circle-1u1"/>
          <p:cNvSpPr/>
          <p:nvPr/>
        </p:nvSpPr>
        <p:spPr>
          <a:xfrm>
            <a:off x="1676398" y="6783713"/>
            <a:ext cx="34519" cy="34519"/>
          </a:xfrm>
          <a:prstGeom prst="ellipse">
            <a:avLst/>
          </a:prstGeom>
          <a:solidFill>
            <a:srgbClr val="627D8D">
              <a:alpha val="22500"/>
            </a:srgbClr>
          </a:solidFill>
          <a:ln>
            <a:noFill/>
          </a:ln>
        </p:spPr>
      </p:sp>
      <p:sp>
        <p:nvSpPr>
          <p:cNvPr id="32" name="!!circle-1u4"/>
          <p:cNvSpPr/>
          <p:nvPr/>
        </p:nvSpPr>
        <p:spPr>
          <a:xfrm>
            <a:off x="2553919" y="5521555"/>
            <a:ext cx="46228" cy="46228"/>
          </a:xfrm>
          <a:prstGeom prst="ellipse">
            <a:avLst/>
          </a:prstGeom>
          <a:solidFill>
            <a:srgbClr val="627D8D">
              <a:alpha val="26200"/>
            </a:srgbClr>
          </a:solidFill>
          <a:ln>
            <a:noFill/>
          </a:ln>
        </p:spPr>
      </p:sp>
      <p:sp>
        <p:nvSpPr>
          <p:cNvPr id="33" name="!!circle-1u7"/>
          <p:cNvSpPr/>
          <p:nvPr/>
        </p:nvSpPr>
        <p:spPr>
          <a:xfrm>
            <a:off x="7405508" y="5006301"/>
            <a:ext cx="49327" cy="49327"/>
          </a:xfrm>
          <a:prstGeom prst="ellipse">
            <a:avLst/>
          </a:prstGeom>
          <a:solidFill>
            <a:srgbClr val="627D8D">
              <a:alpha val="20800"/>
            </a:srgbClr>
          </a:solidFill>
          <a:ln>
            <a:noFill/>
          </a:ln>
        </p:spPr>
      </p:sp>
      <p:sp>
        <p:nvSpPr>
          <p:cNvPr id="34" name="!!circle-1ua"/>
          <p:cNvSpPr/>
          <p:nvPr/>
        </p:nvSpPr>
        <p:spPr>
          <a:xfrm>
            <a:off x="9689373" y="5815853"/>
            <a:ext cx="24054" cy="24054"/>
          </a:xfrm>
          <a:prstGeom prst="ellipse">
            <a:avLst/>
          </a:prstGeom>
          <a:solidFill>
            <a:srgbClr val="627D8D">
              <a:alpha val="22200"/>
            </a:srgbClr>
          </a:solidFill>
          <a:ln>
            <a:noFill/>
          </a:ln>
        </p:spPr>
      </p:sp>
      <p:sp>
        <p:nvSpPr>
          <p:cNvPr id="35" name="!!circle-1ud"/>
          <p:cNvSpPr/>
          <p:nvPr/>
        </p:nvSpPr>
        <p:spPr>
          <a:xfrm>
            <a:off x="2172266" y="1685110"/>
            <a:ext cx="32271" cy="32271"/>
          </a:xfrm>
          <a:prstGeom prst="ellipse">
            <a:avLst/>
          </a:prstGeom>
          <a:solidFill>
            <a:srgbClr val="627D8D">
              <a:alpha val="20500"/>
            </a:srgbClr>
          </a:solidFill>
          <a:ln>
            <a:noFill/>
          </a:ln>
        </p:spPr>
      </p:sp>
      <p:sp>
        <p:nvSpPr>
          <p:cNvPr id="36" name="!!circle-1ug"/>
          <p:cNvSpPr/>
          <p:nvPr/>
        </p:nvSpPr>
        <p:spPr>
          <a:xfrm>
            <a:off x="2092741" y="108730"/>
            <a:ext cx="21323" cy="21323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37" name="!!circle-1uj"/>
          <p:cNvSpPr/>
          <p:nvPr/>
        </p:nvSpPr>
        <p:spPr>
          <a:xfrm>
            <a:off x="2107383" y="2736138"/>
            <a:ext cx="34252" cy="34252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38" name="!!circle-1um"/>
          <p:cNvSpPr/>
          <p:nvPr/>
        </p:nvSpPr>
        <p:spPr>
          <a:xfrm>
            <a:off x="9626655" y="4812631"/>
            <a:ext cx="44196" cy="44196"/>
          </a:xfrm>
          <a:prstGeom prst="ellipse">
            <a:avLst/>
          </a:prstGeom>
          <a:solidFill>
            <a:srgbClr val="627D8D">
              <a:alpha val="21700"/>
            </a:srgbClr>
          </a:solidFill>
          <a:ln>
            <a:noFill/>
          </a:ln>
        </p:spPr>
      </p:sp>
      <p:sp>
        <p:nvSpPr>
          <p:cNvPr id="39" name="!!circle-1up"/>
          <p:cNvSpPr/>
          <p:nvPr/>
        </p:nvSpPr>
        <p:spPr>
          <a:xfrm>
            <a:off x="6837744" y="1974950"/>
            <a:ext cx="35192" cy="35192"/>
          </a:xfrm>
          <a:prstGeom prst="ellipse">
            <a:avLst/>
          </a:prstGeom>
          <a:solidFill>
            <a:srgbClr val="627D8D">
              <a:alpha val="27100"/>
            </a:srgbClr>
          </a:solidFill>
          <a:ln>
            <a:noFill/>
          </a:ln>
        </p:spPr>
      </p:sp>
      <p:sp>
        <p:nvSpPr>
          <p:cNvPr id="40" name="!!circle-1us"/>
          <p:cNvSpPr/>
          <p:nvPr/>
        </p:nvSpPr>
        <p:spPr>
          <a:xfrm>
            <a:off x="10066520" y="5628368"/>
            <a:ext cx="43358" cy="43358"/>
          </a:xfrm>
          <a:prstGeom prst="ellipse">
            <a:avLst/>
          </a:prstGeom>
          <a:solidFill>
            <a:srgbClr val="627D8D">
              <a:alpha val="19500"/>
            </a:srgbClr>
          </a:solidFill>
          <a:ln>
            <a:noFill/>
          </a:ln>
        </p:spPr>
      </p:sp>
      <p:sp>
        <p:nvSpPr>
          <p:cNvPr id="41" name="!!circle-1uv"/>
          <p:cNvSpPr/>
          <p:nvPr/>
        </p:nvSpPr>
        <p:spPr>
          <a:xfrm>
            <a:off x="3055759" y="2436058"/>
            <a:ext cx="33528" cy="33528"/>
          </a:xfrm>
          <a:prstGeom prst="ellipse">
            <a:avLst/>
          </a:prstGeom>
          <a:solidFill>
            <a:srgbClr val="627D8D">
              <a:alpha val="28300"/>
            </a:srgbClr>
          </a:solidFill>
          <a:ln>
            <a:noFill/>
          </a:ln>
        </p:spPr>
      </p:sp>
      <p:sp>
        <p:nvSpPr>
          <p:cNvPr id="42" name="!!circle-1uy"/>
          <p:cNvSpPr/>
          <p:nvPr/>
        </p:nvSpPr>
        <p:spPr>
          <a:xfrm>
            <a:off x="6713445" y="2955906"/>
            <a:ext cx="28956" cy="28956"/>
          </a:xfrm>
          <a:prstGeom prst="ellipse">
            <a:avLst/>
          </a:prstGeom>
          <a:solidFill>
            <a:srgbClr val="627D8D">
              <a:alpha val="21800"/>
            </a:srgbClr>
          </a:solidFill>
          <a:ln>
            <a:noFill/>
          </a:ln>
        </p:spPr>
      </p:sp>
      <p:sp>
        <p:nvSpPr>
          <p:cNvPr id="43" name="!!circle-1v1"/>
          <p:cNvSpPr/>
          <p:nvPr/>
        </p:nvSpPr>
        <p:spPr>
          <a:xfrm>
            <a:off x="6957651" y="6712611"/>
            <a:ext cx="45555" cy="45555"/>
          </a:xfrm>
          <a:prstGeom prst="ellipse">
            <a:avLst/>
          </a:prstGeom>
          <a:solidFill>
            <a:srgbClr val="627D8D">
              <a:alpha val="20900"/>
            </a:srgbClr>
          </a:solidFill>
          <a:ln>
            <a:noFill/>
          </a:ln>
        </p:spPr>
      </p:sp>
      <p:sp>
        <p:nvSpPr>
          <p:cNvPr id="44" name="!!circle-1v4"/>
          <p:cNvSpPr/>
          <p:nvPr/>
        </p:nvSpPr>
        <p:spPr>
          <a:xfrm>
            <a:off x="11329905" y="3720825"/>
            <a:ext cx="39484" cy="39484"/>
          </a:xfrm>
          <a:prstGeom prst="ellipse">
            <a:avLst/>
          </a:prstGeom>
          <a:solidFill>
            <a:srgbClr val="627D8D">
              <a:alpha val="13600"/>
            </a:srgbClr>
          </a:solidFill>
          <a:ln>
            <a:noFill/>
          </a:ln>
        </p:spPr>
      </p:sp>
      <p:sp>
        <p:nvSpPr>
          <p:cNvPr id="45" name="!!circle-1v7"/>
          <p:cNvSpPr/>
          <p:nvPr/>
        </p:nvSpPr>
        <p:spPr>
          <a:xfrm>
            <a:off x="7421588" y="5840628"/>
            <a:ext cx="30455" cy="30455"/>
          </a:xfrm>
          <a:prstGeom prst="ellipse">
            <a:avLst/>
          </a:prstGeom>
          <a:solidFill>
            <a:srgbClr val="627D8D">
              <a:alpha val="16500"/>
            </a:srgbClr>
          </a:solidFill>
          <a:ln>
            <a:noFill/>
          </a:ln>
        </p:spPr>
      </p:sp>
      <p:sp>
        <p:nvSpPr>
          <p:cNvPr id="46" name="!!circle-1va"/>
          <p:cNvSpPr/>
          <p:nvPr/>
        </p:nvSpPr>
        <p:spPr>
          <a:xfrm>
            <a:off x="8915822" y="6587319"/>
            <a:ext cx="28257" cy="28257"/>
          </a:xfrm>
          <a:prstGeom prst="ellipse">
            <a:avLst/>
          </a:prstGeom>
          <a:solidFill>
            <a:srgbClr val="627D8D">
              <a:alpha val="15700"/>
            </a:srgbClr>
          </a:solidFill>
          <a:ln>
            <a:noFill/>
          </a:ln>
        </p:spPr>
      </p:sp>
      <p:sp>
        <p:nvSpPr>
          <p:cNvPr id="47" name="!!circle-1vd"/>
          <p:cNvSpPr/>
          <p:nvPr/>
        </p:nvSpPr>
        <p:spPr>
          <a:xfrm>
            <a:off x="11277837" y="5335846"/>
            <a:ext cx="45149" cy="45149"/>
          </a:xfrm>
          <a:prstGeom prst="ellipse">
            <a:avLst/>
          </a:prstGeom>
          <a:solidFill>
            <a:srgbClr val="627D8D">
              <a:alpha val="31200"/>
            </a:srgbClr>
          </a:solidFill>
          <a:ln>
            <a:noFill/>
          </a:ln>
        </p:spPr>
      </p:sp>
      <p:sp>
        <p:nvSpPr>
          <p:cNvPr id="48" name="!!circle-1vg"/>
          <p:cNvSpPr/>
          <p:nvPr/>
        </p:nvSpPr>
        <p:spPr>
          <a:xfrm>
            <a:off x="3432175" y="3639062"/>
            <a:ext cx="30696" cy="30696"/>
          </a:xfrm>
          <a:prstGeom prst="ellipse">
            <a:avLst/>
          </a:prstGeom>
          <a:solidFill>
            <a:srgbClr val="627D8D">
              <a:alpha val="25700"/>
            </a:srgbClr>
          </a:solidFill>
          <a:ln>
            <a:noFill/>
          </a:ln>
        </p:spPr>
      </p:sp>
      <p:sp>
        <p:nvSpPr>
          <p:cNvPr id="49" name="!!circle-1vj"/>
          <p:cNvSpPr/>
          <p:nvPr/>
        </p:nvSpPr>
        <p:spPr>
          <a:xfrm>
            <a:off x="8826584" y="4202912"/>
            <a:ext cx="37401" cy="37401"/>
          </a:xfrm>
          <a:prstGeom prst="ellipse">
            <a:avLst/>
          </a:prstGeom>
          <a:solidFill>
            <a:srgbClr val="627D8D">
              <a:alpha val="16000"/>
            </a:srgbClr>
          </a:solidFill>
          <a:ln>
            <a:noFill/>
          </a:ln>
        </p:spPr>
      </p:sp>
      <p:sp>
        <p:nvSpPr>
          <p:cNvPr id="50" name="!!circle-1vm"/>
          <p:cNvSpPr/>
          <p:nvPr/>
        </p:nvSpPr>
        <p:spPr>
          <a:xfrm>
            <a:off x="1694930" y="4907756"/>
            <a:ext cx="33096" cy="33096"/>
          </a:xfrm>
          <a:prstGeom prst="ellipse">
            <a:avLst/>
          </a:prstGeom>
          <a:solidFill>
            <a:srgbClr val="627D8D">
              <a:alpha val="22300"/>
            </a:srgbClr>
          </a:solidFill>
          <a:ln>
            <a:noFill/>
          </a:ln>
        </p:spPr>
      </p:sp>
      <p:sp>
        <p:nvSpPr>
          <p:cNvPr id="51" name="!!circle-1vp"/>
          <p:cNvSpPr/>
          <p:nvPr/>
        </p:nvSpPr>
        <p:spPr>
          <a:xfrm>
            <a:off x="11606938" y="1010817"/>
            <a:ext cx="21145" cy="21145"/>
          </a:xfrm>
          <a:prstGeom prst="ellipse">
            <a:avLst/>
          </a:prstGeom>
          <a:solidFill>
            <a:srgbClr val="627D8D">
              <a:alpha val="16300"/>
            </a:srgbClr>
          </a:solidFill>
          <a:ln>
            <a:noFill/>
          </a:ln>
        </p:spPr>
      </p:sp>
      <p:sp>
        <p:nvSpPr>
          <p:cNvPr id="52" name="!!circle-1vs"/>
          <p:cNvSpPr/>
          <p:nvPr/>
        </p:nvSpPr>
        <p:spPr>
          <a:xfrm>
            <a:off x="11077658" y="5840125"/>
            <a:ext cx="35281" cy="35281"/>
          </a:xfrm>
          <a:prstGeom prst="ellipse">
            <a:avLst/>
          </a:prstGeom>
          <a:solidFill>
            <a:srgbClr val="627D8D">
              <a:alpha val="30000"/>
            </a:srgbClr>
          </a:solidFill>
          <a:ln>
            <a:noFill/>
          </a:ln>
        </p:spPr>
      </p:sp>
      <p:sp>
        <p:nvSpPr>
          <p:cNvPr id="53" name="!!ellipse-2q8"/>
          <p:cNvSpPr/>
          <p:nvPr/>
        </p:nvSpPr>
        <p:spPr>
          <a:xfrm>
            <a:off x="4038759" y="5574284"/>
            <a:ext cx="4245483" cy="437413"/>
          </a:xfrm>
          <a:prstGeom prst="ellipse">
            <a:avLst/>
          </a:prstGeom>
          <a:gradFill rotWithShape="1">
            <a:gsLst>
              <a:gs pos="0">
                <a:srgbClr val="0B1A26">
                  <a:alpha val="22000"/>
                </a:srgbClr>
              </a:gs>
              <a:gs pos="27431">
                <a:srgbClr val="0B1A26">
                  <a:alpha val="9000"/>
                </a:srgbClr>
              </a:gs>
              <a:gs pos="54861">
                <a:srgbClr val="0B1A26">
                  <a:alpha val="0"/>
                </a:srgbClr>
              </a:gs>
              <a:gs pos="100000">
                <a:srgbClr val="0B1A2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4" name="!!path-2q9"/>
          <p:cNvSpPr/>
          <p:nvPr/>
        </p:nvSpPr>
        <p:spPr>
          <a:xfrm>
            <a:off x="7242169" y="904253"/>
            <a:ext cx="411683" cy="4875873"/>
          </a:xfrm>
          <a:custGeom>
            <a:avLst/>
            <a:gdLst/>
            <a:ahLst/>
            <a:cxnLst/>
            <a:rect l="l" t="t" r="r" b="b"/>
            <a:pathLst>
              <a:path w="411683" h="4875873">
                <a:moveTo>
                  <a:pt x="0" y="244437"/>
                </a:moveTo>
                <a:lnTo>
                  <a:pt x="411683" y="0"/>
                </a:lnTo>
                <a:lnTo>
                  <a:pt x="411683" y="4631436"/>
                </a:lnTo>
                <a:lnTo>
                  <a:pt x="0" y="4875873"/>
                </a:lnTo>
                <a:close/>
              </a:path>
            </a:pathLst>
          </a:custGeom>
          <a:gradFill rotWithShape="1">
            <a:gsLst>
              <a:gs pos="0">
                <a:srgbClr val="DCE3E8"/>
              </a:gs>
              <a:gs pos="100000">
                <a:srgbClr val="C3CDD4"/>
              </a:gs>
            </a:gsLst>
            <a:lin ang="5400000" scaled="0"/>
          </a:gradFill>
          <a:ln>
            <a:noFill/>
          </a:ln>
        </p:spPr>
      </p:sp>
      <p:sp>
        <p:nvSpPr>
          <p:cNvPr id="55" name="!!path-2qa"/>
          <p:cNvSpPr/>
          <p:nvPr/>
        </p:nvSpPr>
        <p:spPr>
          <a:xfrm>
            <a:off x="4669149" y="904253"/>
            <a:ext cx="2984703" cy="244437"/>
          </a:xfrm>
          <a:custGeom>
            <a:avLst/>
            <a:gdLst/>
            <a:ahLst/>
            <a:cxnLst/>
            <a:rect l="l" t="t" r="r" b="b"/>
            <a:pathLst>
              <a:path w="2984703" h="244437">
                <a:moveTo>
                  <a:pt x="0" y="244437"/>
                </a:moveTo>
                <a:lnTo>
                  <a:pt x="2573020" y="244437"/>
                </a:lnTo>
                <a:lnTo>
                  <a:pt x="2984703" y="0"/>
                </a:lnTo>
                <a:lnTo>
                  <a:pt x="411683" y="0"/>
                </a:lnTo>
                <a:close/>
              </a:path>
            </a:pathLst>
          </a:custGeom>
          <a:gradFill rotWithShape="1">
            <a:gsLst>
              <a:gs pos="0">
                <a:srgbClr val="F9FAFB"/>
              </a:gs>
              <a:gs pos="100000">
                <a:srgbClr val="E7ECEF"/>
              </a:gs>
            </a:gsLst>
            <a:lin ang="5400000" scaled="0"/>
          </a:gradFill>
          <a:ln>
            <a:noFill/>
          </a:ln>
        </p:spPr>
      </p:sp>
      <p:sp>
        <p:nvSpPr>
          <p:cNvPr id="56" name="!!path-2qb"/>
          <p:cNvSpPr/>
          <p:nvPr/>
        </p:nvSpPr>
        <p:spPr>
          <a:xfrm>
            <a:off x="4669149" y="1148689"/>
            <a:ext cx="2573020" cy="4631436"/>
          </a:xfrm>
          <a:custGeom>
            <a:avLst/>
            <a:gdLst/>
            <a:ahLst/>
            <a:cxnLst/>
            <a:rect l="l" t="t" r="r" b="b"/>
            <a:pathLst>
              <a:path w="2573020" h="4631436">
                <a:moveTo>
                  <a:pt x="32163" y="0"/>
                </a:moveTo>
                <a:lnTo>
                  <a:pt x="2540857" y="0"/>
                </a:lnTo>
                <a:cubicBezTo>
                  <a:pt x="2558624" y="0"/>
                  <a:pt x="2573020" y="14402"/>
                  <a:pt x="2573020" y="32163"/>
                </a:cubicBezTo>
                <a:lnTo>
                  <a:pt x="2573020" y="4599273"/>
                </a:lnTo>
                <a:cubicBezTo>
                  <a:pt x="2573020" y="4617040"/>
                  <a:pt x="2558624" y="4631436"/>
                  <a:pt x="2540857" y="4631436"/>
                </a:cubicBezTo>
                <a:lnTo>
                  <a:pt x="32163" y="4631436"/>
                </a:lnTo>
                <a:cubicBezTo>
                  <a:pt x="14402" y="4631436"/>
                  <a:pt x="0" y="4617040"/>
                  <a:pt x="0" y="4599273"/>
                </a:cubicBezTo>
                <a:lnTo>
                  <a:pt x="0" y="32163"/>
                </a:lnTo>
                <a:cubicBezTo>
                  <a:pt x="0" y="14402"/>
                  <a:pt x="14402" y="0"/>
                  <a:pt x="32163" y="0"/>
                </a:cubicBez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55000">
                <a:srgbClr val="F8FAFB"/>
              </a:gs>
              <a:gs pos="100000">
                <a:srgbClr val="ECF0F3"/>
              </a:gs>
            </a:gsLst>
            <a:lin ang="5400000" scaled="0"/>
          </a:gradFill>
          <a:ln>
            <a:noFill/>
          </a:ln>
        </p:spPr>
      </p:sp>
      <p:sp>
        <p:nvSpPr>
          <p:cNvPr id="57" name="!!path-2qc"/>
          <p:cNvSpPr/>
          <p:nvPr/>
        </p:nvSpPr>
        <p:spPr>
          <a:xfrm>
            <a:off x="4669149" y="1148689"/>
            <a:ext cx="2573020" cy="4631436"/>
          </a:xfrm>
          <a:custGeom>
            <a:avLst/>
            <a:gdLst/>
            <a:ahLst/>
            <a:cxnLst/>
            <a:rect l="l" t="t" r="r" b="b"/>
            <a:pathLst>
              <a:path w="2573020" h="4631436" fill="none">
                <a:moveTo>
                  <a:pt x="32163" y="0"/>
                </a:moveTo>
                <a:lnTo>
                  <a:pt x="2540857" y="0"/>
                </a:lnTo>
                <a:cubicBezTo>
                  <a:pt x="2558624" y="0"/>
                  <a:pt x="2573020" y="14402"/>
                  <a:pt x="2573020" y="32163"/>
                </a:cubicBezTo>
                <a:lnTo>
                  <a:pt x="2573020" y="4599273"/>
                </a:lnTo>
                <a:cubicBezTo>
                  <a:pt x="2573020" y="4617040"/>
                  <a:pt x="2558624" y="4631436"/>
                  <a:pt x="2540857" y="4631436"/>
                </a:cubicBezTo>
                <a:lnTo>
                  <a:pt x="32163" y="4631436"/>
                </a:lnTo>
                <a:cubicBezTo>
                  <a:pt x="14402" y="4631436"/>
                  <a:pt x="0" y="4617040"/>
                  <a:pt x="0" y="4599273"/>
                </a:cubicBezTo>
                <a:lnTo>
                  <a:pt x="0" y="32163"/>
                </a:lnTo>
                <a:cubicBezTo>
                  <a:pt x="0" y="14402"/>
                  <a:pt x="14402" y="0"/>
                  <a:pt x="32163" y="0"/>
                </a:cubicBezTo>
                <a:close/>
              </a:path>
            </a:pathLst>
          </a:custGeom>
          <a:noFill/>
          <a:ln w="6433" cap="flat">
            <a:solidFill>
              <a:srgbClr val="D3DBE0"/>
            </a:solidFill>
            <a:prstDash val="solid"/>
            <a:miter lim="800000"/>
          </a:ln>
        </p:spPr>
      </p:sp>
      <p:sp>
        <p:nvSpPr>
          <p:cNvPr id="58" name="!!rect-2qd"/>
          <p:cNvSpPr/>
          <p:nvPr/>
        </p:nvSpPr>
        <p:spPr>
          <a:xfrm>
            <a:off x="4669149" y="5690070"/>
            <a:ext cx="2573020" cy="90056"/>
          </a:xfrm>
          <a:prstGeom prst="rect">
            <a:avLst/>
          </a:prstGeom>
          <a:solidFill>
            <a:srgbClr val="E1E7EB"/>
          </a:solidFill>
          <a:ln>
            <a:noFill/>
          </a:ln>
        </p:spPr>
      </p:sp>
      <p:sp>
        <p:nvSpPr>
          <p:cNvPr id="59" name="!!path-2qe"/>
          <p:cNvSpPr/>
          <p:nvPr/>
        </p:nvSpPr>
        <p:spPr>
          <a:xfrm>
            <a:off x="7242169" y="904253"/>
            <a:ext cx="411683" cy="244437"/>
          </a:xfrm>
          <a:custGeom>
            <a:avLst/>
            <a:gdLst/>
            <a:ahLst/>
            <a:cxnLst/>
            <a:rect l="l" t="t" r="r" b="b"/>
            <a:pathLst>
              <a:path w="411683" h="244437">
                <a:moveTo>
                  <a:pt x="0" y="244437"/>
                </a:moveTo>
                <a:lnTo>
                  <a:pt x="411683" y="0"/>
                </a:lnTo>
              </a:path>
            </a:pathLst>
          </a:custGeom>
          <a:solidFill>
            <a:srgbClr val="000000"/>
          </a:solidFill>
          <a:ln w="9006" cap="flat">
            <a:solidFill>
              <a:srgbClr val="FFFFFF"/>
            </a:solidFill>
            <a:prstDash val="solid"/>
            <a:miter lim="800000"/>
          </a:ln>
        </p:spPr>
      </p:sp>
      <p:sp>
        <p:nvSpPr>
          <p:cNvPr id="60" name="!!rect-2r7"/>
          <p:cNvSpPr/>
          <p:nvPr/>
        </p:nvSpPr>
        <p:spPr>
          <a:xfrm>
            <a:off x="5322696" y="1290206"/>
            <a:ext cx="1265926" cy="1636441"/>
          </a:xfrm>
          <a:prstGeom prst="roundRect">
            <a:avLst>
              <a:gd name="adj" fmla="val 7114"/>
            </a:avLst>
          </a:prstGeom>
          <a:solidFill>
            <a:srgbClr val="20282F"/>
          </a:solidFill>
          <a:ln>
            <a:noFill/>
          </a:ln>
        </p:spPr>
      </p:sp>
      <p:sp>
        <p:nvSpPr>
          <p:cNvPr id="61" name="!!rect-2r8"/>
          <p:cNvSpPr/>
          <p:nvPr/>
        </p:nvSpPr>
        <p:spPr>
          <a:xfrm>
            <a:off x="5329129" y="1296638"/>
            <a:ext cx="1253061" cy="1623576"/>
          </a:xfrm>
          <a:prstGeom prst="roundRect">
            <a:avLst>
              <a:gd name="adj" fmla="val 6674"/>
            </a:avLst>
          </a:prstGeom>
          <a:noFill/>
          <a:ln w="6433" cap="flat">
            <a:solidFill>
              <a:srgbClr val="FFFFFF">
                <a:alpha val="12000"/>
              </a:srgbClr>
            </a:solidFill>
            <a:prstDash val="solid"/>
            <a:miter lim="800000"/>
          </a:ln>
        </p:spPr>
      </p:sp>
      <p:sp>
        <p:nvSpPr>
          <p:cNvPr id="62" name="!!rect-2rd"/>
          <p:cNvSpPr/>
          <p:nvPr/>
        </p:nvSpPr>
        <p:spPr>
          <a:xfrm>
            <a:off x="5399887" y="1367396"/>
            <a:ext cx="1111545" cy="1482059"/>
          </a:xfrm>
          <a:custGeom>
            <a:avLst/>
            <a:gdLst/>
            <a:ahLst/>
            <a:cxnLst/>
            <a:rect l="l" t="t" r="r" b="b"/>
            <a:pathLst>
              <a:path w="1111545" h="1482059">
                <a:moveTo>
                  <a:pt x="27789" y="0"/>
                </a:moveTo>
                <a:lnTo>
                  <a:pt x="1083756" y="0"/>
                </a:lnTo>
                <a:cubicBezTo>
                  <a:pt x="1099103" y="0"/>
                  <a:pt x="1111545" y="12441"/>
                  <a:pt x="1111545" y="27789"/>
                </a:cubicBezTo>
                <a:lnTo>
                  <a:pt x="1111545" y="1454271"/>
                </a:lnTo>
                <a:cubicBezTo>
                  <a:pt x="1111545" y="1469618"/>
                  <a:pt x="1099103" y="1482059"/>
                  <a:pt x="1083756" y="1482059"/>
                </a:cubicBezTo>
                <a:lnTo>
                  <a:pt x="27789" y="1482059"/>
                </a:lnTo>
                <a:cubicBezTo>
                  <a:pt x="12441" y="1482059"/>
                  <a:pt x="0" y="1469618"/>
                  <a:pt x="0" y="1454271"/>
                </a:cubicBezTo>
                <a:lnTo>
                  <a:pt x="0" y="27789"/>
                </a:lnTo>
                <a:cubicBezTo>
                  <a:pt x="0" y="12441"/>
                  <a:pt x="12441" y="0"/>
                  <a:pt x="27789" y="0"/>
                </a:cubicBezTo>
                <a:close/>
              </a:path>
            </a:pathLst>
          </a:custGeom>
          <a:solidFill>
            <a:srgbClr val="0E1318"/>
          </a:solidFill>
          <a:ln>
            <a:noFill/>
          </a:ln>
        </p:spPr>
      </p:sp>
      <p:sp>
        <p:nvSpPr>
          <p:cNvPr id="63" name="!!rect-2rg"/>
          <p:cNvSpPr/>
          <p:nvPr/>
        </p:nvSpPr>
        <p:spPr>
          <a:xfrm>
            <a:off x="5399887" y="1367396"/>
            <a:ext cx="1111545" cy="129680"/>
          </a:xfrm>
          <a:custGeom>
            <a:avLst/>
            <a:gdLst/>
            <a:ahLst/>
            <a:cxnLst/>
            <a:rect l="l" t="t" r="r" b="b"/>
            <a:pathLst>
              <a:path w="1111545" h="129680">
                <a:moveTo>
                  <a:pt x="27789" y="0"/>
                </a:moveTo>
                <a:lnTo>
                  <a:pt x="1083756" y="0"/>
                </a:lnTo>
                <a:cubicBezTo>
                  <a:pt x="1099103" y="0"/>
                  <a:pt x="1111545" y="12441"/>
                  <a:pt x="1111545" y="27789"/>
                </a:cubicBezTo>
                <a:lnTo>
                  <a:pt x="1111545" y="129680"/>
                </a:lnTo>
                <a:lnTo>
                  <a:pt x="0" y="129680"/>
                </a:lnTo>
                <a:lnTo>
                  <a:pt x="0" y="27789"/>
                </a:lnTo>
                <a:cubicBezTo>
                  <a:pt x="0" y="12441"/>
                  <a:pt x="12441" y="0"/>
                  <a:pt x="27789" y="0"/>
                </a:cubicBezTo>
                <a:close/>
              </a:path>
            </a:pathLst>
          </a:custGeom>
          <a:solidFill>
            <a:srgbClr val="18212A"/>
          </a:solidFill>
          <a:ln>
            <a:noFill/>
          </a:ln>
        </p:spPr>
      </p:sp>
      <p:sp>
        <p:nvSpPr>
          <p:cNvPr id="64" name="!!text-2rh" descr="智慧書櫃"/>
          <p:cNvSpPr txBox="1"/>
          <p:nvPr/>
        </p:nvSpPr>
        <p:spPr>
          <a:xfrm>
            <a:off x="5446201" y="1386292"/>
            <a:ext cx="278812" cy="9388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511" b="1" kern="0" dirty="0">
                <a:solidFill>
                  <a:srgbClr val="EEF2F5"/>
                </a:solidFill>
                <a:latin typeface="Noto Sans TC"/>
                <a:ea typeface="Noto Sans TC"/>
                <a:cs typeface="Noto Sans TC"/>
              </a:rPr>
              <a:t>智慧書櫃</a:t>
            </a:r>
            <a:endParaRPr lang="zh-TW" sz="511"/>
          </a:p>
        </p:txBody>
      </p:sp>
      <p:sp>
        <p:nvSpPr>
          <p:cNvPr id="65" name="!!circle-2rm"/>
          <p:cNvSpPr/>
          <p:nvPr/>
        </p:nvSpPr>
        <p:spPr>
          <a:xfrm>
            <a:off x="6428065" y="1413711"/>
            <a:ext cx="37051" cy="37051"/>
          </a:xfrm>
          <a:prstGeom prst="ellipse">
            <a:avLst/>
          </a:prstGeom>
          <a:solidFill>
            <a:srgbClr val="3CCF8E"/>
          </a:solidFill>
          <a:ln>
            <a:noFill/>
          </a:ln>
        </p:spPr>
      </p:sp>
      <p:sp>
        <p:nvSpPr>
          <p:cNvPr id="66" name="!!rect-2rq"/>
          <p:cNvSpPr/>
          <p:nvPr/>
        </p:nvSpPr>
        <p:spPr>
          <a:xfrm>
            <a:off x="5492515" y="1543391"/>
            <a:ext cx="926287" cy="926287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67" name="!!path-2rr"/>
          <p:cNvSpPr/>
          <p:nvPr/>
        </p:nvSpPr>
        <p:spPr>
          <a:xfrm>
            <a:off x="5608301" y="1659177"/>
            <a:ext cx="694715" cy="694715"/>
          </a:xfrm>
          <a:custGeom>
            <a:avLst/>
            <a:gdLst/>
            <a:ahLst/>
            <a:cxnLst/>
            <a:rect l="l" t="t" r="r" b="b"/>
            <a:pathLst>
              <a:path w="694715" h="694715">
                <a:moveTo>
                  <a:pt x="0" y="0"/>
                </a:moveTo>
                <a:lnTo>
                  <a:pt x="194520" y="0"/>
                </a:lnTo>
                <a:lnTo>
                  <a:pt x="194520" y="27789"/>
                </a:lnTo>
                <a:lnTo>
                  <a:pt x="0" y="27789"/>
                </a:lnTo>
                <a:close/>
                <a:moveTo>
                  <a:pt x="305675" y="0"/>
                </a:moveTo>
                <a:lnTo>
                  <a:pt x="389041" y="0"/>
                </a:lnTo>
                <a:lnTo>
                  <a:pt x="389041" y="27789"/>
                </a:lnTo>
                <a:lnTo>
                  <a:pt x="305675" y="27789"/>
                </a:lnTo>
                <a:close/>
                <a:moveTo>
                  <a:pt x="416829" y="0"/>
                </a:moveTo>
                <a:lnTo>
                  <a:pt x="444618" y="0"/>
                </a:lnTo>
                <a:lnTo>
                  <a:pt x="444618" y="27789"/>
                </a:lnTo>
                <a:lnTo>
                  <a:pt x="416829" y="27789"/>
                </a:lnTo>
                <a:close/>
                <a:moveTo>
                  <a:pt x="500195" y="0"/>
                </a:moveTo>
                <a:lnTo>
                  <a:pt x="694715" y="0"/>
                </a:lnTo>
                <a:lnTo>
                  <a:pt x="694715" y="27789"/>
                </a:lnTo>
                <a:lnTo>
                  <a:pt x="500195" y="27789"/>
                </a:lnTo>
                <a:close/>
                <a:moveTo>
                  <a:pt x="0" y="27789"/>
                </a:moveTo>
                <a:lnTo>
                  <a:pt x="27789" y="27789"/>
                </a:lnTo>
                <a:lnTo>
                  <a:pt x="27789" y="55577"/>
                </a:lnTo>
                <a:lnTo>
                  <a:pt x="0" y="55577"/>
                </a:lnTo>
                <a:close/>
                <a:moveTo>
                  <a:pt x="166732" y="27789"/>
                </a:moveTo>
                <a:lnTo>
                  <a:pt x="194520" y="27789"/>
                </a:lnTo>
                <a:lnTo>
                  <a:pt x="194520" y="55577"/>
                </a:lnTo>
                <a:lnTo>
                  <a:pt x="166732" y="55577"/>
                </a:lnTo>
                <a:close/>
                <a:moveTo>
                  <a:pt x="277886" y="27789"/>
                </a:moveTo>
                <a:lnTo>
                  <a:pt x="333463" y="27789"/>
                </a:lnTo>
                <a:lnTo>
                  <a:pt x="333463" y="55577"/>
                </a:lnTo>
                <a:lnTo>
                  <a:pt x="277886" y="55577"/>
                </a:lnTo>
                <a:close/>
                <a:moveTo>
                  <a:pt x="361252" y="27789"/>
                </a:moveTo>
                <a:lnTo>
                  <a:pt x="472406" y="27789"/>
                </a:lnTo>
                <a:lnTo>
                  <a:pt x="472406" y="55577"/>
                </a:lnTo>
                <a:lnTo>
                  <a:pt x="361252" y="55577"/>
                </a:lnTo>
                <a:close/>
                <a:moveTo>
                  <a:pt x="500195" y="27789"/>
                </a:moveTo>
                <a:lnTo>
                  <a:pt x="527984" y="27789"/>
                </a:lnTo>
                <a:lnTo>
                  <a:pt x="527984" y="55577"/>
                </a:lnTo>
                <a:lnTo>
                  <a:pt x="500195" y="55577"/>
                </a:lnTo>
                <a:close/>
                <a:moveTo>
                  <a:pt x="666927" y="27789"/>
                </a:moveTo>
                <a:lnTo>
                  <a:pt x="694715" y="27789"/>
                </a:lnTo>
                <a:lnTo>
                  <a:pt x="694715" y="55577"/>
                </a:lnTo>
                <a:lnTo>
                  <a:pt x="666927" y="55577"/>
                </a:lnTo>
                <a:close/>
                <a:moveTo>
                  <a:pt x="0" y="55577"/>
                </a:moveTo>
                <a:lnTo>
                  <a:pt x="27789" y="55577"/>
                </a:lnTo>
                <a:lnTo>
                  <a:pt x="27789" y="83366"/>
                </a:lnTo>
                <a:lnTo>
                  <a:pt x="0" y="83366"/>
                </a:lnTo>
                <a:close/>
                <a:moveTo>
                  <a:pt x="55577" y="55577"/>
                </a:moveTo>
                <a:lnTo>
                  <a:pt x="138943" y="55577"/>
                </a:lnTo>
                <a:lnTo>
                  <a:pt x="138943" y="83366"/>
                </a:lnTo>
                <a:lnTo>
                  <a:pt x="55577" y="83366"/>
                </a:lnTo>
                <a:close/>
                <a:moveTo>
                  <a:pt x="166732" y="55577"/>
                </a:moveTo>
                <a:lnTo>
                  <a:pt x="194520" y="55577"/>
                </a:lnTo>
                <a:lnTo>
                  <a:pt x="194520" y="83366"/>
                </a:lnTo>
                <a:lnTo>
                  <a:pt x="166732" y="83366"/>
                </a:lnTo>
                <a:close/>
                <a:moveTo>
                  <a:pt x="222309" y="55577"/>
                </a:moveTo>
                <a:lnTo>
                  <a:pt x="250098" y="55577"/>
                </a:lnTo>
                <a:lnTo>
                  <a:pt x="250098" y="83366"/>
                </a:lnTo>
                <a:lnTo>
                  <a:pt x="222309" y="83366"/>
                </a:lnTo>
                <a:close/>
                <a:moveTo>
                  <a:pt x="277886" y="55577"/>
                </a:moveTo>
                <a:lnTo>
                  <a:pt x="333463" y="55577"/>
                </a:lnTo>
                <a:lnTo>
                  <a:pt x="333463" y="83366"/>
                </a:lnTo>
                <a:lnTo>
                  <a:pt x="277886" y="83366"/>
                </a:lnTo>
                <a:close/>
                <a:moveTo>
                  <a:pt x="361252" y="55577"/>
                </a:moveTo>
                <a:lnTo>
                  <a:pt x="389041" y="55577"/>
                </a:lnTo>
                <a:lnTo>
                  <a:pt x="389041" y="83366"/>
                </a:lnTo>
                <a:lnTo>
                  <a:pt x="361252" y="83366"/>
                </a:lnTo>
                <a:close/>
                <a:moveTo>
                  <a:pt x="416829" y="55577"/>
                </a:moveTo>
                <a:lnTo>
                  <a:pt x="472406" y="55577"/>
                </a:lnTo>
                <a:lnTo>
                  <a:pt x="472406" y="83366"/>
                </a:lnTo>
                <a:lnTo>
                  <a:pt x="416829" y="83366"/>
                </a:lnTo>
                <a:close/>
                <a:moveTo>
                  <a:pt x="500195" y="55577"/>
                </a:moveTo>
                <a:lnTo>
                  <a:pt x="527984" y="55577"/>
                </a:lnTo>
                <a:lnTo>
                  <a:pt x="527984" y="83366"/>
                </a:lnTo>
                <a:lnTo>
                  <a:pt x="500195" y="83366"/>
                </a:lnTo>
                <a:close/>
                <a:moveTo>
                  <a:pt x="555772" y="55577"/>
                </a:moveTo>
                <a:lnTo>
                  <a:pt x="639138" y="55577"/>
                </a:lnTo>
                <a:lnTo>
                  <a:pt x="639138" y="83366"/>
                </a:lnTo>
                <a:lnTo>
                  <a:pt x="555772" y="83366"/>
                </a:lnTo>
                <a:close/>
                <a:moveTo>
                  <a:pt x="666927" y="55577"/>
                </a:moveTo>
                <a:lnTo>
                  <a:pt x="694715" y="55577"/>
                </a:lnTo>
                <a:lnTo>
                  <a:pt x="694715" y="83366"/>
                </a:lnTo>
                <a:lnTo>
                  <a:pt x="666927" y="83366"/>
                </a:lnTo>
                <a:close/>
                <a:moveTo>
                  <a:pt x="0" y="83366"/>
                </a:moveTo>
                <a:lnTo>
                  <a:pt x="27789" y="83366"/>
                </a:lnTo>
                <a:lnTo>
                  <a:pt x="27789" y="111154"/>
                </a:lnTo>
                <a:lnTo>
                  <a:pt x="0" y="111154"/>
                </a:lnTo>
                <a:close/>
                <a:moveTo>
                  <a:pt x="55577" y="83366"/>
                </a:moveTo>
                <a:lnTo>
                  <a:pt x="138943" y="83366"/>
                </a:lnTo>
                <a:lnTo>
                  <a:pt x="138943" y="111154"/>
                </a:lnTo>
                <a:lnTo>
                  <a:pt x="55577" y="111154"/>
                </a:lnTo>
                <a:close/>
                <a:moveTo>
                  <a:pt x="166732" y="83366"/>
                </a:moveTo>
                <a:lnTo>
                  <a:pt x="194520" y="83366"/>
                </a:lnTo>
                <a:lnTo>
                  <a:pt x="194520" y="111154"/>
                </a:lnTo>
                <a:lnTo>
                  <a:pt x="166732" y="111154"/>
                </a:lnTo>
                <a:close/>
                <a:moveTo>
                  <a:pt x="222309" y="83366"/>
                </a:moveTo>
                <a:lnTo>
                  <a:pt x="250098" y="83366"/>
                </a:lnTo>
                <a:lnTo>
                  <a:pt x="250098" y="111154"/>
                </a:lnTo>
                <a:lnTo>
                  <a:pt x="222309" y="111154"/>
                </a:lnTo>
                <a:close/>
                <a:moveTo>
                  <a:pt x="277886" y="83366"/>
                </a:moveTo>
                <a:lnTo>
                  <a:pt x="333463" y="83366"/>
                </a:lnTo>
                <a:lnTo>
                  <a:pt x="333463" y="111154"/>
                </a:lnTo>
                <a:lnTo>
                  <a:pt x="277886" y="111154"/>
                </a:lnTo>
                <a:close/>
                <a:moveTo>
                  <a:pt x="389041" y="83366"/>
                </a:moveTo>
                <a:lnTo>
                  <a:pt x="472406" y="83366"/>
                </a:lnTo>
                <a:lnTo>
                  <a:pt x="472406" y="111154"/>
                </a:lnTo>
                <a:lnTo>
                  <a:pt x="389041" y="111154"/>
                </a:lnTo>
                <a:close/>
                <a:moveTo>
                  <a:pt x="500195" y="83366"/>
                </a:moveTo>
                <a:lnTo>
                  <a:pt x="527984" y="83366"/>
                </a:lnTo>
                <a:lnTo>
                  <a:pt x="527984" y="111154"/>
                </a:lnTo>
                <a:lnTo>
                  <a:pt x="500195" y="111154"/>
                </a:lnTo>
                <a:close/>
                <a:moveTo>
                  <a:pt x="555772" y="83366"/>
                </a:moveTo>
                <a:lnTo>
                  <a:pt x="639138" y="83366"/>
                </a:lnTo>
                <a:lnTo>
                  <a:pt x="639138" y="111154"/>
                </a:lnTo>
                <a:lnTo>
                  <a:pt x="555772" y="111154"/>
                </a:lnTo>
                <a:close/>
                <a:moveTo>
                  <a:pt x="666927" y="83366"/>
                </a:moveTo>
                <a:lnTo>
                  <a:pt x="694715" y="83366"/>
                </a:lnTo>
                <a:lnTo>
                  <a:pt x="694715" y="111154"/>
                </a:lnTo>
                <a:lnTo>
                  <a:pt x="666927" y="111154"/>
                </a:lnTo>
                <a:close/>
                <a:moveTo>
                  <a:pt x="0" y="111154"/>
                </a:moveTo>
                <a:lnTo>
                  <a:pt x="27789" y="111154"/>
                </a:lnTo>
                <a:lnTo>
                  <a:pt x="27789" y="138943"/>
                </a:lnTo>
                <a:lnTo>
                  <a:pt x="0" y="138943"/>
                </a:lnTo>
                <a:close/>
                <a:moveTo>
                  <a:pt x="55577" y="111154"/>
                </a:moveTo>
                <a:lnTo>
                  <a:pt x="138943" y="111154"/>
                </a:lnTo>
                <a:lnTo>
                  <a:pt x="138943" y="138943"/>
                </a:lnTo>
                <a:lnTo>
                  <a:pt x="55577" y="138943"/>
                </a:lnTo>
                <a:close/>
                <a:moveTo>
                  <a:pt x="166732" y="111154"/>
                </a:moveTo>
                <a:lnTo>
                  <a:pt x="194520" y="111154"/>
                </a:lnTo>
                <a:lnTo>
                  <a:pt x="194520" y="138943"/>
                </a:lnTo>
                <a:lnTo>
                  <a:pt x="166732" y="138943"/>
                </a:lnTo>
                <a:close/>
                <a:moveTo>
                  <a:pt x="222309" y="111154"/>
                </a:moveTo>
                <a:lnTo>
                  <a:pt x="250098" y="111154"/>
                </a:lnTo>
                <a:lnTo>
                  <a:pt x="250098" y="138943"/>
                </a:lnTo>
                <a:lnTo>
                  <a:pt x="222309" y="138943"/>
                </a:lnTo>
                <a:close/>
                <a:moveTo>
                  <a:pt x="305675" y="111154"/>
                </a:moveTo>
                <a:lnTo>
                  <a:pt x="361252" y="111154"/>
                </a:lnTo>
                <a:lnTo>
                  <a:pt x="361252" y="138943"/>
                </a:lnTo>
                <a:lnTo>
                  <a:pt x="305675" y="138943"/>
                </a:lnTo>
                <a:close/>
                <a:moveTo>
                  <a:pt x="500195" y="111154"/>
                </a:moveTo>
                <a:lnTo>
                  <a:pt x="527984" y="111154"/>
                </a:lnTo>
                <a:lnTo>
                  <a:pt x="527984" y="138943"/>
                </a:lnTo>
                <a:lnTo>
                  <a:pt x="500195" y="138943"/>
                </a:lnTo>
                <a:close/>
                <a:moveTo>
                  <a:pt x="555772" y="111154"/>
                </a:moveTo>
                <a:lnTo>
                  <a:pt x="639138" y="111154"/>
                </a:lnTo>
                <a:lnTo>
                  <a:pt x="639138" y="138943"/>
                </a:lnTo>
                <a:lnTo>
                  <a:pt x="555772" y="138943"/>
                </a:lnTo>
                <a:close/>
                <a:moveTo>
                  <a:pt x="666927" y="111154"/>
                </a:moveTo>
                <a:lnTo>
                  <a:pt x="694715" y="111154"/>
                </a:lnTo>
                <a:lnTo>
                  <a:pt x="694715" y="138943"/>
                </a:lnTo>
                <a:lnTo>
                  <a:pt x="666927" y="138943"/>
                </a:lnTo>
                <a:close/>
                <a:moveTo>
                  <a:pt x="0" y="138943"/>
                </a:moveTo>
                <a:lnTo>
                  <a:pt x="27789" y="138943"/>
                </a:lnTo>
                <a:lnTo>
                  <a:pt x="27789" y="166732"/>
                </a:lnTo>
                <a:lnTo>
                  <a:pt x="0" y="166732"/>
                </a:lnTo>
                <a:close/>
                <a:moveTo>
                  <a:pt x="166732" y="138943"/>
                </a:moveTo>
                <a:lnTo>
                  <a:pt x="194520" y="138943"/>
                </a:lnTo>
                <a:lnTo>
                  <a:pt x="194520" y="166732"/>
                </a:lnTo>
                <a:lnTo>
                  <a:pt x="166732" y="166732"/>
                </a:lnTo>
                <a:close/>
                <a:moveTo>
                  <a:pt x="222309" y="138943"/>
                </a:moveTo>
                <a:lnTo>
                  <a:pt x="305675" y="138943"/>
                </a:lnTo>
                <a:lnTo>
                  <a:pt x="305675" y="166732"/>
                </a:lnTo>
                <a:lnTo>
                  <a:pt x="222309" y="166732"/>
                </a:lnTo>
                <a:close/>
                <a:moveTo>
                  <a:pt x="416829" y="138943"/>
                </a:moveTo>
                <a:lnTo>
                  <a:pt x="444618" y="138943"/>
                </a:lnTo>
                <a:lnTo>
                  <a:pt x="444618" y="166732"/>
                </a:lnTo>
                <a:lnTo>
                  <a:pt x="416829" y="166732"/>
                </a:lnTo>
                <a:close/>
                <a:moveTo>
                  <a:pt x="500195" y="138943"/>
                </a:moveTo>
                <a:lnTo>
                  <a:pt x="527984" y="138943"/>
                </a:lnTo>
                <a:lnTo>
                  <a:pt x="527984" y="166732"/>
                </a:lnTo>
                <a:lnTo>
                  <a:pt x="500195" y="166732"/>
                </a:lnTo>
                <a:close/>
                <a:moveTo>
                  <a:pt x="666927" y="138943"/>
                </a:moveTo>
                <a:lnTo>
                  <a:pt x="694715" y="138943"/>
                </a:lnTo>
                <a:lnTo>
                  <a:pt x="694715" y="166732"/>
                </a:lnTo>
                <a:lnTo>
                  <a:pt x="666927" y="166732"/>
                </a:lnTo>
                <a:close/>
                <a:moveTo>
                  <a:pt x="0" y="166732"/>
                </a:moveTo>
                <a:lnTo>
                  <a:pt x="194520" y="166732"/>
                </a:lnTo>
                <a:lnTo>
                  <a:pt x="194520" y="194520"/>
                </a:lnTo>
                <a:lnTo>
                  <a:pt x="0" y="194520"/>
                </a:lnTo>
                <a:close/>
                <a:moveTo>
                  <a:pt x="222309" y="166732"/>
                </a:moveTo>
                <a:lnTo>
                  <a:pt x="250098" y="166732"/>
                </a:lnTo>
                <a:lnTo>
                  <a:pt x="250098" y="194520"/>
                </a:lnTo>
                <a:lnTo>
                  <a:pt x="222309" y="194520"/>
                </a:lnTo>
                <a:close/>
                <a:moveTo>
                  <a:pt x="277886" y="166732"/>
                </a:moveTo>
                <a:lnTo>
                  <a:pt x="305675" y="166732"/>
                </a:lnTo>
                <a:lnTo>
                  <a:pt x="305675" y="194520"/>
                </a:lnTo>
                <a:lnTo>
                  <a:pt x="277886" y="194520"/>
                </a:lnTo>
                <a:close/>
                <a:moveTo>
                  <a:pt x="333463" y="166732"/>
                </a:moveTo>
                <a:lnTo>
                  <a:pt x="361252" y="166732"/>
                </a:lnTo>
                <a:lnTo>
                  <a:pt x="361252" y="194520"/>
                </a:lnTo>
                <a:lnTo>
                  <a:pt x="333463" y="194520"/>
                </a:lnTo>
                <a:close/>
                <a:moveTo>
                  <a:pt x="389041" y="166732"/>
                </a:moveTo>
                <a:lnTo>
                  <a:pt x="416829" y="166732"/>
                </a:lnTo>
                <a:lnTo>
                  <a:pt x="416829" y="194520"/>
                </a:lnTo>
                <a:lnTo>
                  <a:pt x="389041" y="194520"/>
                </a:lnTo>
                <a:close/>
                <a:moveTo>
                  <a:pt x="444618" y="166732"/>
                </a:moveTo>
                <a:lnTo>
                  <a:pt x="472406" y="166732"/>
                </a:lnTo>
                <a:lnTo>
                  <a:pt x="472406" y="194520"/>
                </a:lnTo>
                <a:lnTo>
                  <a:pt x="444618" y="194520"/>
                </a:lnTo>
                <a:close/>
                <a:moveTo>
                  <a:pt x="500195" y="166732"/>
                </a:moveTo>
                <a:lnTo>
                  <a:pt x="694715" y="166732"/>
                </a:lnTo>
                <a:lnTo>
                  <a:pt x="694715" y="194520"/>
                </a:lnTo>
                <a:lnTo>
                  <a:pt x="500195" y="194520"/>
                </a:lnTo>
                <a:close/>
                <a:moveTo>
                  <a:pt x="222309" y="194520"/>
                </a:moveTo>
                <a:lnTo>
                  <a:pt x="277886" y="194520"/>
                </a:lnTo>
                <a:lnTo>
                  <a:pt x="277886" y="222309"/>
                </a:lnTo>
                <a:lnTo>
                  <a:pt x="222309" y="222309"/>
                </a:lnTo>
                <a:close/>
                <a:moveTo>
                  <a:pt x="389041" y="194520"/>
                </a:moveTo>
                <a:lnTo>
                  <a:pt x="416829" y="194520"/>
                </a:lnTo>
                <a:lnTo>
                  <a:pt x="416829" y="222309"/>
                </a:lnTo>
                <a:lnTo>
                  <a:pt x="389041" y="222309"/>
                </a:lnTo>
                <a:close/>
                <a:moveTo>
                  <a:pt x="0" y="222309"/>
                </a:moveTo>
                <a:lnTo>
                  <a:pt x="27789" y="222309"/>
                </a:lnTo>
                <a:lnTo>
                  <a:pt x="27789" y="250098"/>
                </a:lnTo>
                <a:lnTo>
                  <a:pt x="0" y="250098"/>
                </a:lnTo>
                <a:close/>
                <a:moveTo>
                  <a:pt x="55577" y="222309"/>
                </a:moveTo>
                <a:lnTo>
                  <a:pt x="194520" y="222309"/>
                </a:lnTo>
                <a:lnTo>
                  <a:pt x="194520" y="250098"/>
                </a:lnTo>
                <a:lnTo>
                  <a:pt x="55577" y="250098"/>
                </a:lnTo>
                <a:close/>
                <a:moveTo>
                  <a:pt x="416829" y="222309"/>
                </a:moveTo>
                <a:lnTo>
                  <a:pt x="472406" y="222309"/>
                </a:lnTo>
                <a:lnTo>
                  <a:pt x="472406" y="250098"/>
                </a:lnTo>
                <a:lnTo>
                  <a:pt x="416829" y="250098"/>
                </a:lnTo>
                <a:close/>
                <a:moveTo>
                  <a:pt x="500195" y="222309"/>
                </a:moveTo>
                <a:lnTo>
                  <a:pt x="639138" y="222309"/>
                </a:lnTo>
                <a:lnTo>
                  <a:pt x="639138" y="250098"/>
                </a:lnTo>
                <a:lnTo>
                  <a:pt x="500195" y="250098"/>
                </a:lnTo>
                <a:close/>
                <a:moveTo>
                  <a:pt x="0" y="250098"/>
                </a:moveTo>
                <a:lnTo>
                  <a:pt x="27789" y="250098"/>
                </a:lnTo>
                <a:lnTo>
                  <a:pt x="27789" y="277886"/>
                </a:lnTo>
                <a:lnTo>
                  <a:pt x="0" y="277886"/>
                </a:lnTo>
                <a:close/>
                <a:moveTo>
                  <a:pt x="55577" y="250098"/>
                </a:moveTo>
                <a:lnTo>
                  <a:pt x="166732" y="250098"/>
                </a:lnTo>
                <a:lnTo>
                  <a:pt x="166732" y="277886"/>
                </a:lnTo>
                <a:lnTo>
                  <a:pt x="55577" y="277886"/>
                </a:lnTo>
                <a:close/>
                <a:moveTo>
                  <a:pt x="194520" y="250098"/>
                </a:moveTo>
                <a:lnTo>
                  <a:pt x="222309" y="250098"/>
                </a:lnTo>
                <a:lnTo>
                  <a:pt x="222309" y="277886"/>
                </a:lnTo>
                <a:lnTo>
                  <a:pt x="194520" y="277886"/>
                </a:lnTo>
                <a:close/>
                <a:moveTo>
                  <a:pt x="277886" y="250098"/>
                </a:moveTo>
                <a:lnTo>
                  <a:pt x="333463" y="250098"/>
                </a:lnTo>
                <a:lnTo>
                  <a:pt x="333463" y="277886"/>
                </a:lnTo>
                <a:lnTo>
                  <a:pt x="277886" y="277886"/>
                </a:lnTo>
                <a:close/>
                <a:moveTo>
                  <a:pt x="361252" y="250098"/>
                </a:moveTo>
                <a:lnTo>
                  <a:pt x="416829" y="250098"/>
                </a:lnTo>
                <a:lnTo>
                  <a:pt x="416829" y="277886"/>
                </a:lnTo>
                <a:lnTo>
                  <a:pt x="361252" y="277886"/>
                </a:lnTo>
                <a:close/>
                <a:moveTo>
                  <a:pt x="472406" y="250098"/>
                </a:moveTo>
                <a:lnTo>
                  <a:pt x="555772" y="250098"/>
                </a:lnTo>
                <a:lnTo>
                  <a:pt x="555772" y="277886"/>
                </a:lnTo>
                <a:lnTo>
                  <a:pt x="472406" y="277886"/>
                </a:lnTo>
                <a:close/>
                <a:moveTo>
                  <a:pt x="583561" y="250098"/>
                </a:moveTo>
                <a:lnTo>
                  <a:pt x="639138" y="250098"/>
                </a:lnTo>
                <a:lnTo>
                  <a:pt x="639138" y="277886"/>
                </a:lnTo>
                <a:lnTo>
                  <a:pt x="583561" y="277886"/>
                </a:lnTo>
                <a:close/>
                <a:moveTo>
                  <a:pt x="666927" y="250098"/>
                </a:moveTo>
                <a:lnTo>
                  <a:pt x="694715" y="250098"/>
                </a:lnTo>
                <a:lnTo>
                  <a:pt x="694715" y="277886"/>
                </a:lnTo>
                <a:lnTo>
                  <a:pt x="666927" y="277886"/>
                </a:lnTo>
                <a:close/>
                <a:moveTo>
                  <a:pt x="27789" y="277886"/>
                </a:moveTo>
                <a:lnTo>
                  <a:pt x="83366" y="277886"/>
                </a:lnTo>
                <a:lnTo>
                  <a:pt x="83366" y="305675"/>
                </a:lnTo>
                <a:lnTo>
                  <a:pt x="27789" y="305675"/>
                </a:lnTo>
                <a:close/>
                <a:moveTo>
                  <a:pt x="166732" y="277886"/>
                </a:moveTo>
                <a:lnTo>
                  <a:pt x="194520" y="277886"/>
                </a:lnTo>
                <a:lnTo>
                  <a:pt x="194520" y="305675"/>
                </a:lnTo>
                <a:lnTo>
                  <a:pt x="166732" y="305675"/>
                </a:lnTo>
                <a:close/>
                <a:moveTo>
                  <a:pt x="305675" y="277886"/>
                </a:moveTo>
                <a:lnTo>
                  <a:pt x="444618" y="277886"/>
                </a:lnTo>
                <a:lnTo>
                  <a:pt x="444618" y="305675"/>
                </a:lnTo>
                <a:lnTo>
                  <a:pt x="305675" y="305675"/>
                </a:lnTo>
                <a:close/>
                <a:moveTo>
                  <a:pt x="472406" y="277886"/>
                </a:moveTo>
                <a:lnTo>
                  <a:pt x="555772" y="277886"/>
                </a:lnTo>
                <a:lnTo>
                  <a:pt x="555772" y="305675"/>
                </a:lnTo>
                <a:lnTo>
                  <a:pt x="472406" y="305675"/>
                </a:lnTo>
                <a:close/>
                <a:moveTo>
                  <a:pt x="639138" y="277886"/>
                </a:moveTo>
                <a:lnTo>
                  <a:pt x="694715" y="277886"/>
                </a:lnTo>
                <a:lnTo>
                  <a:pt x="694715" y="305675"/>
                </a:lnTo>
                <a:lnTo>
                  <a:pt x="639138" y="305675"/>
                </a:lnTo>
                <a:close/>
                <a:moveTo>
                  <a:pt x="0" y="305675"/>
                </a:moveTo>
                <a:lnTo>
                  <a:pt x="83366" y="305675"/>
                </a:lnTo>
                <a:lnTo>
                  <a:pt x="83366" y="333463"/>
                </a:lnTo>
                <a:lnTo>
                  <a:pt x="0" y="333463"/>
                </a:lnTo>
                <a:close/>
                <a:moveTo>
                  <a:pt x="138943" y="305675"/>
                </a:moveTo>
                <a:lnTo>
                  <a:pt x="166732" y="305675"/>
                </a:lnTo>
                <a:lnTo>
                  <a:pt x="166732" y="333463"/>
                </a:lnTo>
                <a:lnTo>
                  <a:pt x="138943" y="333463"/>
                </a:lnTo>
                <a:close/>
                <a:moveTo>
                  <a:pt x="250098" y="305675"/>
                </a:moveTo>
                <a:lnTo>
                  <a:pt x="389041" y="305675"/>
                </a:lnTo>
                <a:lnTo>
                  <a:pt x="389041" y="333463"/>
                </a:lnTo>
                <a:lnTo>
                  <a:pt x="250098" y="333463"/>
                </a:lnTo>
                <a:close/>
                <a:moveTo>
                  <a:pt x="472406" y="305675"/>
                </a:moveTo>
                <a:lnTo>
                  <a:pt x="500195" y="305675"/>
                </a:lnTo>
                <a:lnTo>
                  <a:pt x="500195" y="333463"/>
                </a:lnTo>
                <a:lnTo>
                  <a:pt x="472406" y="333463"/>
                </a:lnTo>
                <a:close/>
                <a:moveTo>
                  <a:pt x="527984" y="305675"/>
                </a:moveTo>
                <a:lnTo>
                  <a:pt x="555772" y="305675"/>
                </a:lnTo>
                <a:lnTo>
                  <a:pt x="555772" y="333463"/>
                </a:lnTo>
                <a:lnTo>
                  <a:pt x="527984" y="333463"/>
                </a:lnTo>
                <a:close/>
                <a:moveTo>
                  <a:pt x="639138" y="305675"/>
                </a:moveTo>
                <a:lnTo>
                  <a:pt x="694715" y="305675"/>
                </a:lnTo>
                <a:lnTo>
                  <a:pt x="694715" y="333463"/>
                </a:lnTo>
                <a:lnTo>
                  <a:pt x="639138" y="333463"/>
                </a:lnTo>
                <a:close/>
                <a:moveTo>
                  <a:pt x="55577" y="333463"/>
                </a:moveTo>
                <a:lnTo>
                  <a:pt x="194520" y="333463"/>
                </a:lnTo>
                <a:lnTo>
                  <a:pt x="194520" y="361252"/>
                </a:lnTo>
                <a:lnTo>
                  <a:pt x="55577" y="361252"/>
                </a:lnTo>
                <a:close/>
                <a:moveTo>
                  <a:pt x="250098" y="333463"/>
                </a:moveTo>
                <a:lnTo>
                  <a:pt x="305675" y="333463"/>
                </a:lnTo>
                <a:lnTo>
                  <a:pt x="305675" y="361252"/>
                </a:lnTo>
                <a:lnTo>
                  <a:pt x="250098" y="361252"/>
                </a:lnTo>
                <a:close/>
                <a:moveTo>
                  <a:pt x="333463" y="333463"/>
                </a:moveTo>
                <a:lnTo>
                  <a:pt x="361252" y="333463"/>
                </a:lnTo>
                <a:lnTo>
                  <a:pt x="361252" y="361252"/>
                </a:lnTo>
                <a:lnTo>
                  <a:pt x="333463" y="361252"/>
                </a:lnTo>
                <a:close/>
                <a:moveTo>
                  <a:pt x="389041" y="333463"/>
                </a:moveTo>
                <a:lnTo>
                  <a:pt x="527984" y="333463"/>
                </a:lnTo>
                <a:lnTo>
                  <a:pt x="527984" y="361252"/>
                </a:lnTo>
                <a:lnTo>
                  <a:pt x="389041" y="361252"/>
                </a:lnTo>
                <a:close/>
                <a:moveTo>
                  <a:pt x="639138" y="333463"/>
                </a:moveTo>
                <a:lnTo>
                  <a:pt x="666927" y="333463"/>
                </a:lnTo>
                <a:lnTo>
                  <a:pt x="666927" y="361252"/>
                </a:lnTo>
                <a:lnTo>
                  <a:pt x="639138" y="361252"/>
                </a:lnTo>
                <a:close/>
                <a:moveTo>
                  <a:pt x="0" y="361252"/>
                </a:moveTo>
                <a:lnTo>
                  <a:pt x="55577" y="361252"/>
                </a:lnTo>
                <a:lnTo>
                  <a:pt x="55577" y="389041"/>
                </a:lnTo>
                <a:lnTo>
                  <a:pt x="0" y="389041"/>
                </a:lnTo>
                <a:close/>
                <a:moveTo>
                  <a:pt x="111154" y="361252"/>
                </a:moveTo>
                <a:lnTo>
                  <a:pt x="166732" y="361252"/>
                </a:lnTo>
                <a:lnTo>
                  <a:pt x="166732" y="389041"/>
                </a:lnTo>
                <a:lnTo>
                  <a:pt x="111154" y="389041"/>
                </a:lnTo>
                <a:close/>
                <a:moveTo>
                  <a:pt x="222309" y="361252"/>
                </a:moveTo>
                <a:lnTo>
                  <a:pt x="250098" y="361252"/>
                </a:lnTo>
                <a:lnTo>
                  <a:pt x="250098" y="389041"/>
                </a:lnTo>
                <a:lnTo>
                  <a:pt x="222309" y="389041"/>
                </a:lnTo>
                <a:close/>
                <a:moveTo>
                  <a:pt x="277886" y="361252"/>
                </a:moveTo>
                <a:lnTo>
                  <a:pt x="305675" y="361252"/>
                </a:lnTo>
                <a:lnTo>
                  <a:pt x="305675" y="389041"/>
                </a:lnTo>
                <a:lnTo>
                  <a:pt x="277886" y="389041"/>
                </a:lnTo>
                <a:close/>
                <a:moveTo>
                  <a:pt x="500195" y="361252"/>
                </a:moveTo>
                <a:lnTo>
                  <a:pt x="555772" y="361252"/>
                </a:lnTo>
                <a:lnTo>
                  <a:pt x="555772" y="389041"/>
                </a:lnTo>
                <a:lnTo>
                  <a:pt x="500195" y="389041"/>
                </a:lnTo>
                <a:close/>
                <a:moveTo>
                  <a:pt x="583561" y="361252"/>
                </a:moveTo>
                <a:lnTo>
                  <a:pt x="639138" y="361252"/>
                </a:lnTo>
                <a:lnTo>
                  <a:pt x="639138" y="389041"/>
                </a:lnTo>
                <a:lnTo>
                  <a:pt x="583561" y="389041"/>
                </a:lnTo>
                <a:close/>
                <a:moveTo>
                  <a:pt x="666927" y="361252"/>
                </a:moveTo>
                <a:lnTo>
                  <a:pt x="694715" y="361252"/>
                </a:lnTo>
                <a:lnTo>
                  <a:pt x="694715" y="389041"/>
                </a:lnTo>
                <a:lnTo>
                  <a:pt x="666927" y="389041"/>
                </a:lnTo>
                <a:close/>
                <a:moveTo>
                  <a:pt x="0" y="389041"/>
                </a:moveTo>
                <a:lnTo>
                  <a:pt x="27789" y="389041"/>
                </a:lnTo>
                <a:lnTo>
                  <a:pt x="27789" y="416829"/>
                </a:lnTo>
                <a:lnTo>
                  <a:pt x="0" y="416829"/>
                </a:lnTo>
                <a:close/>
                <a:moveTo>
                  <a:pt x="83366" y="389041"/>
                </a:moveTo>
                <a:lnTo>
                  <a:pt x="138943" y="389041"/>
                </a:lnTo>
                <a:lnTo>
                  <a:pt x="138943" y="416829"/>
                </a:lnTo>
                <a:lnTo>
                  <a:pt x="83366" y="416829"/>
                </a:lnTo>
                <a:close/>
                <a:moveTo>
                  <a:pt x="166732" y="389041"/>
                </a:moveTo>
                <a:lnTo>
                  <a:pt x="222309" y="389041"/>
                </a:lnTo>
                <a:lnTo>
                  <a:pt x="222309" y="416829"/>
                </a:lnTo>
                <a:lnTo>
                  <a:pt x="166732" y="416829"/>
                </a:lnTo>
                <a:close/>
                <a:moveTo>
                  <a:pt x="250098" y="389041"/>
                </a:moveTo>
                <a:lnTo>
                  <a:pt x="361252" y="389041"/>
                </a:lnTo>
                <a:lnTo>
                  <a:pt x="361252" y="416829"/>
                </a:lnTo>
                <a:lnTo>
                  <a:pt x="250098" y="416829"/>
                </a:lnTo>
                <a:close/>
                <a:moveTo>
                  <a:pt x="416829" y="389041"/>
                </a:moveTo>
                <a:lnTo>
                  <a:pt x="444618" y="389041"/>
                </a:lnTo>
                <a:lnTo>
                  <a:pt x="444618" y="416829"/>
                </a:lnTo>
                <a:lnTo>
                  <a:pt x="416829" y="416829"/>
                </a:lnTo>
                <a:close/>
                <a:moveTo>
                  <a:pt x="472406" y="389041"/>
                </a:moveTo>
                <a:lnTo>
                  <a:pt x="500195" y="389041"/>
                </a:lnTo>
                <a:lnTo>
                  <a:pt x="500195" y="416829"/>
                </a:lnTo>
                <a:lnTo>
                  <a:pt x="472406" y="416829"/>
                </a:lnTo>
                <a:close/>
                <a:moveTo>
                  <a:pt x="527984" y="389041"/>
                </a:moveTo>
                <a:lnTo>
                  <a:pt x="555772" y="389041"/>
                </a:lnTo>
                <a:lnTo>
                  <a:pt x="555772" y="416829"/>
                </a:lnTo>
                <a:lnTo>
                  <a:pt x="527984" y="416829"/>
                </a:lnTo>
                <a:close/>
                <a:moveTo>
                  <a:pt x="583561" y="389041"/>
                </a:moveTo>
                <a:lnTo>
                  <a:pt x="611350" y="389041"/>
                </a:lnTo>
                <a:lnTo>
                  <a:pt x="611350" y="416829"/>
                </a:lnTo>
                <a:lnTo>
                  <a:pt x="583561" y="416829"/>
                </a:lnTo>
                <a:close/>
                <a:moveTo>
                  <a:pt x="639138" y="389041"/>
                </a:moveTo>
                <a:lnTo>
                  <a:pt x="694715" y="389041"/>
                </a:lnTo>
                <a:lnTo>
                  <a:pt x="694715" y="416829"/>
                </a:lnTo>
                <a:lnTo>
                  <a:pt x="639138" y="416829"/>
                </a:lnTo>
                <a:close/>
                <a:moveTo>
                  <a:pt x="0" y="416829"/>
                </a:moveTo>
                <a:lnTo>
                  <a:pt x="27789" y="416829"/>
                </a:lnTo>
                <a:lnTo>
                  <a:pt x="27789" y="444618"/>
                </a:lnTo>
                <a:lnTo>
                  <a:pt x="0" y="444618"/>
                </a:lnTo>
                <a:close/>
                <a:moveTo>
                  <a:pt x="55577" y="416829"/>
                </a:moveTo>
                <a:lnTo>
                  <a:pt x="111154" y="416829"/>
                </a:lnTo>
                <a:lnTo>
                  <a:pt x="111154" y="444618"/>
                </a:lnTo>
                <a:lnTo>
                  <a:pt x="55577" y="444618"/>
                </a:lnTo>
                <a:close/>
                <a:moveTo>
                  <a:pt x="222309" y="416829"/>
                </a:moveTo>
                <a:lnTo>
                  <a:pt x="333463" y="416829"/>
                </a:lnTo>
                <a:lnTo>
                  <a:pt x="333463" y="444618"/>
                </a:lnTo>
                <a:lnTo>
                  <a:pt x="222309" y="444618"/>
                </a:lnTo>
                <a:close/>
                <a:moveTo>
                  <a:pt x="389041" y="416829"/>
                </a:moveTo>
                <a:lnTo>
                  <a:pt x="444618" y="416829"/>
                </a:lnTo>
                <a:lnTo>
                  <a:pt x="444618" y="444618"/>
                </a:lnTo>
                <a:lnTo>
                  <a:pt x="389041" y="444618"/>
                </a:lnTo>
                <a:close/>
                <a:moveTo>
                  <a:pt x="472406" y="416829"/>
                </a:moveTo>
                <a:lnTo>
                  <a:pt x="500195" y="416829"/>
                </a:lnTo>
                <a:lnTo>
                  <a:pt x="500195" y="444618"/>
                </a:lnTo>
                <a:lnTo>
                  <a:pt x="472406" y="444618"/>
                </a:lnTo>
                <a:close/>
                <a:moveTo>
                  <a:pt x="0" y="444618"/>
                </a:moveTo>
                <a:lnTo>
                  <a:pt x="27789" y="444618"/>
                </a:lnTo>
                <a:lnTo>
                  <a:pt x="27789" y="472406"/>
                </a:lnTo>
                <a:lnTo>
                  <a:pt x="0" y="472406"/>
                </a:lnTo>
                <a:close/>
                <a:moveTo>
                  <a:pt x="111154" y="444618"/>
                </a:moveTo>
                <a:lnTo>
                  <a:pt x="138943" y="444618"/>
                </a:lnTo>
                <a:lnTo>
                  <a:pt x="138943" y="472406"/>
                </a:lnTo>
                <a:lnTo>
                  <a:pt x="111154" y="472406"/>
                </a:lnTo>
                <a:close/>
                <a:moveTo>
                  <a:pt x="166732" y="444618"/>
                </a:moveTo>
                <a:lnTo>
                  <a:pt x="194520" y="444618"/>
                </a:lnTo>
                <a:lnTo>
                  <a:pt x="194520" y="472406"/>
                </a:lnTo>
                <a:lnTo>
                  <a:pt x="166732" y="472406"/>
                </a:lnTo>
                <a:close/>
                <a:moveTo>
                  <a:pt x="222309" y="444618"/>
                </a:moveTo>
                <a:lnTo>
                  <a:pt x="333463" y="444618"/>
                </a:lnTo>
                <a:lnTo>
                  <a:pt x="333463" y="472406"/>
                </a:lnTo>
                <a:lnTo>
                  <a:pt x="222309" y="472406"/>
                </a:lnTo>
                <a:close/>
                <a:moveTo>
                  <a:pt x="416829" y="444618"/>
                </a:moveTo>
                <a:lnTo>
                  <a:pt x="583561" y="444618"/>
                </a:lnTo>
                <a:lnTo>
                  <a:pt x="583561" y="472406"/>
                </a:lnTo>
                <a:lnTo>
                  <a:pt x="416829" y="472406"/>
                </a:lnTo>
                <a:close/>
                <a:moveTo>
                  <a:pt x="639138" y="444618"/>
                </a:moveTo>
                <a:lnTo>
                  <a:pt x="666927" y="444618"/>
                </a:lnTo>
                <a:lnTo>
                  <a:pt x="666927" y="472406"/>
                </a:lnTo>
                <a:lnTo>
                  <a:pt x="639138" y="472406"/>
                </a:lnTo>
                <a:close/>
                <a:moveTo>
                  <a:pt x="222309" y="472406"/>
                </a:moveTo>
                <a:lnTo>
                  <a:pt x="250098" y="472406"/>
                </a:lnTo>
                <a:lnTo>
                  <a:pt x="250098" y="500195"/>
                </a:lnTo>
                <a:lnTo>
                  <a:pt x="222309" y="500195"/>
                </a:lnTo>
                <a:close/>
                <a:moveTo>
                  <a:pt x="277886" y="472406"/>
                </a:moveTo>
                <a:lnTo>
                  <a:pt x="305675" y="472406"/>
                </a:lnTo>
                <a:lnTo>
                  <a:pt x="305675" y="500195"/>
                </a:lnTo>
                <a:lnTo>
                  <a:pt x="277886" y="500195"/>
                </a:lnTo>
                <a:close/>
                <a:moveTo>
                  <a:pt x="333463" y="472406"/>
                </a:moveTo>
                <a:lnTo>
                  <a:pt x="416829" y="472406"/>
                </a:lnTo>
                <a:lnTo>
                  <a:pt x="416829" y="500195"/>
                </a:lnTo>
                <a:lnTo>
                  <a:pt x="333463" y="500195"/>
                </a:lnTo>
                <a:close/>
                <a:moveTo>
                  <a:pt x="444618" y="472406"/>
                </a:moveTo>
                <a:lnTo>
                  <a:pt x="472406" y="472406"/>
                </a:lnTo>
                <a:lnTo>
                  <a:pt x="472406" y="500195"/>
                </a:lnTo>
                <a:lnTo>
                  <a:pt x="444618" y="500195"/>
                </a:lnTo>
                <a:close/>
                <a:moveTo>
                  <a:pt x="555772" y="472406"/>
                </a:moveTo>
                <a:lnTo>
                  <a:pt x="639138" y="472406"/>
                </a:lnTo>
                <a:lnTo>
                  <a:pt x="639138" y="500195"/>
                </a:lnTo>
                <a:lnTo>
                  <a:pt x="555772" y="500195"/>
                </a:lnTo>
                <a:close/>
                <a:moveTo>
                  <a:pt x="666927" y="472406"/>
                </a:moveTo>
                <a:lnTo>
                  <a:pt x="694715" y="472406"/>
                </a:lnTo>
                <a:lnTo>
                  <a:pt x="694715" y="500195"/>
                </a:lnTo>
                <a:lnTo>
                  <a:pt x="666927" y="500195"/>
                </a:lnTo>
                <a:close/>
                <a:moveTo>
                  <a:pt x="0" y="500195"/>
                </a:moveTo>
                <a:lnTo>
                  <a:pt x="194520" y="500195"/>
                </a:lnTo>
                <a:lnTo>
                  <a:pt x="194520" y="527984"/>
                </a:lnTo>
                <a:lnTo>
                  <a:pt x="0" y="527984"/>
                </a:lnTo>
                <a:close/>
                <a:moveTo>
                  <a:pt x="361252" y="500195"/>
                </a:moveTo>
                <a:lnTo>
                  <a:pt x="416829" y="500195"/>
                </a:lnTo>
                <a:lnTo>
                  <a:pt x="416829" y="527984"/>
                </a:lnTo>
                <a:lnTo>
                  <a:pt x="361252" y="527984"/>
                </a:lnTo>
                <a:close/>
                <a:moveTo>
                  <a:pt x="444618" y="500195"/>
                </a:moveTo>
                <a:lnTo>
                  <a:pt x="472406" y="500195"/>
                </a:lnTo>
                <a:lnTo>
                  <a:pt x="472406" y="527984"/>
                </a:lnTo>
                <a:lnTo>
                  <a:pt x="444618" y="527984"/>
                </a:lnTo>
                <a:close/>
                <a:moveTo>
                  <a:pt x="500195" y="500195"/>
                </a:moveTo>
                <a:lnTo>
                  <a:pt x="527984" y="500195"/>
                </a:lnTo>
                <a:lnTo>
                  <a:pt x="527984" y="527984"/>
                </a:lnTo>
                <a:lnTo>
                  <a:pt x="500195" y="527984"/>
                </a:lnTo>
                <a:close/>
                <a:moveTo>
                  <a:pt x="555772" y="500195"/>
                </a:moveTo>
                <a:lnTo>
                  <a:pt x="611350" y="500195"/>
                </a:lnTo>
                <a:lnTo>
                  <a:pt x="611350" y="527984"/>
                </a:lnTo>
                <a:lnTo>
                  <a:pt x="555772" y="527984"/>
                </a:lnTo>
                <a:close/>
                <a:moveTo>
                  <a:pt x="639138" y="500195"/>
                </a:moveTo>
                <a:lnTo>
                  <a:pt x="694715" y="500195"/>
                </a:lnTo>
                <a:lnTo>
                  <a:pt x="694715" y="527984"/>
                </a:lnTo>
                <a:lnTo>
                  <a:pt x="639138" y="527984"/>
                </a:lnTo>
                <a:close/>
                <a:moveTo>
                  <a:pt x="0" y="527984"/>
                </a:moveTo>
                <a:lnTo>
                  <a:pt x="27789" y="527984"/>
                </a:lnTo>
                <a:lnTo>
                  <a:pt x="27789" y="555772"/>
                </a:lnTo>
                <a:lnTo>
                  <a:pt x="0" y="555772"/>
                </a:lnTo>
                <a:close/>
                <a:moveTo>
                  <a:pt x="166732" y="527984"/>
                </a:moveTo>
                <a:lnTo>
                  <a:pt x="194520" y="527984"/>
                </a:lnTo>
                <a:lnTo>
                  <a:pt x="194520" y="555772"/>
                </a:lnTo>
                <a:lnTo>
                  <a:pt x="166732" y="555772"/>
                </a:lnTo>
                <a:close/>
                <a:moveTo>
                  <a:pt x="222309" y="527984"/>
                </a:moveTo>
                <a:lnTo>
                  <a:pt x="277886" y="527984"/>
                </a:lnTo>
                <a:lnTo>
                  <a:pt x="277886" y="555772"/>
                </a:lnTo>
                <a:lnTo>
                  <a:pt x="222309" y="555772"/>
                </a:lnTo>
                <a:close/>
                <a:moveTo>
                  <a:pt x="333463" y="527984"/>
                </a:moveTo>
                <a:lnTo>
                  <a:pt x="389041" y="527984"/>
                </a:lnTo>
                <a:lnTo>
                  <a:pt x="389041" y="555772"/>
                </a:lnTo>
                <a:lnTo>
                  <a:pt x="333463" y="555772"/>
                </a:lnTo>
                <a:close/>
                <a:moveTo>
                  <a:pt x="416829" y="527984"/>
                </a:moveTo>
                <a:lnTo>
                  <a:pt x="472406" y="527984"/>
                </a:lnTo>
                <a:lnTo>
                  <a:pt x="472406" y="555772"/>
                </a:lnTo>
                <a:lnTo>
                  <a:pt x="416829" y="555772"/>
                </a:lnTo>
                <a:close/>
                <a:moveTo>
                  <a:pt x="555772" y="527984"/>
                </a:moveTo>
                <a:lnTo>
                  <a:pt x="611350" y="527984"/>
                </a:lnTo>
                <a:lnTo>
                  <a:pt x="611350" y="555772"/>
                </a:lnTo>
                <a:lnTo>
                  <a:pt x="555772" y="555772"/>
                </a:lnTo>
                <a:close/>
                <a:moveTo>
                  <a:pt x="639138" y="527984"/>
                </a:moveTo>
                <a:lnTo>
                  <a:pt x="694715" y="527984"/>
                </a:lnTo>
                <a:lnTo>
                  <a:pt x="694715" y="555772"/>
                </a:lnTo>
                <a:lnTo>
                  <a:pt x="639138" y="555772"/>
                </a:lnTo>
                <a:close/>
                <a:moveTo>
                  <a:pt x="0" y="555772"/>
                </a:moveTo>
                <a:lnTo>
                  <a:pt x="27789" y="555772"/>
                </a:lnTo>
                <a:lnTo>
                  <a:pt x="27789" y="583561"/>
                </a:lnTo>
                <a:lnTo>
                  <a:pt x="0" y="583561"/>
                </a:lnTo>
                <a:close/>
                <a:moveTo>
                  <a:pt x="55577" y="555772"/>
                </a:moveTo>
                <a:lnTo>
                  <a:pt x="138943" y="555772"/>
                </a:lnTo>
                <a:lnTo>
                  <a:pt x="138943" y="583561"/>
                </a:lnTo>
                <a:lnTo>
                  <a:pt x="55577" y="583561"/>
                </a:lnTo>
                <a:close/>
                <a:moveTo>
                  <a:pt x="166732" y="555772"/>
                </a:moveTo>
                <a:lnTo>
                  <a:pt x="194520" y="555772"/>
                </a:lnTo>
                <a:lnTo>
                  <a:pt x="194520" y="583561"/>
                </a:lnTo>
                <a:lnTo>
                  <a:pt x="166732" y="583561"/>
                </a:lnTo>
                <a:close/>
                <a:moveTo>
                  <a:pt x="222309" y="555772"/>
                </a:moveTo>
                <a:lnTo>
                  <a:pt x="305675" y="555772"/>
                </a:lnTo>
                <a:lnTo>
                  <a:pt x="305675" y="583561"/>
                </a:lnTo>
                <a:lnTo>
                  <a:pt x="222309" y="583561"/>
                </a:lnTo>
                <a:close/>
                <a:moveTo>
                  <a:pt x="333463" y="555772"/>
                </a:moveTo>
                <a:lnTo>
                  <a:pt x="361252" y="555772"/>
                </a:lnTo>
                <a:lnTo>
                  <a:pt x="361252" y="583561"/>
                </a:lnTo>
                <a:lnTo>
                  <a:pt x="333463" y="583561"/>
                </a:lnTo>
                <a:close/>
                <a:moveTo>
                  <a:pt x="389041" y="555772"/>
                </a:moveTo>
                <a:lnTo>
                  <a:pt x="639138" y="555772"/>
                </a:lnTo>
                <a:lnTo>
                  <a:pt x="639138" y="583561"/>
                </a:lnTo>
                <a:lnTo>
                  <a:pt x="389041" y="583561"/>
                </a:lnTo>
                <a:close/>
                <a:moveTo>
                  <a:pt x="666927" y="555772"/>
                </a:moveTo>
                <a:lnTo>
                  <a:pt x="694715" y="555772"/>
                </a:lnTo>
                <a:lnTo>
                  <a:pt x="694715" y="583561"/>
                </a:lnTo>
                <a:lnTo>
                  <a:pt x="666927" y="583561"/>
                </a:lnTo>
                <a:close/>
                <a:moveTo>
                  <a:pt x="0" y="583561"/>
                </a:moveTo>
                <a:lnTo>
                  <a:pt x="27789" y="583561"/>
                </a:lnTo>
                <a:lnTo>
                  <a:pt x="27789" y="611350"/>
                </a:lnTo>
                <a:lnTo>
                  <a:pt x="0" y="611350"/>
                </a:lnTo>
                <a:close/>
                <a:moveTo>
                  <a:pt x="55577" y="583561"/>
                </a:moveTo>
                <a:lnTo>
                  <a:pt x="138943" y="583561"/>
                </a:lnTo>
                <a:lnTo>
                  <a:pt x="138943" y="611350"/>
                </a:lnTo>
                <a:lnTo>
                  <a:pt x="55577" y="611350"/>
                </a:lnTo>
                <a:close/>
                <a:moveTo>
                  <a:pt x="166732" y="583561"/>
                </a:moveTo>
                <a:lnTo>
                  <a:pt x="194520" y="583561"/>
                </a:lnTo>
                <a:lnTo>
                  <a:pt x="194520" y="611350"/>
                </a:lnTo>
                <a:lnTo>
                  <a:pt x="166732" y="611350"/>
                </a:lnTo>
                <a:close/>
                <a:moveTo>
                  <a:pt x="222309" y="583561"/>
                </a:moveTo>
                <a:lnTo>
                  <a:pt x="277886" y="583561"/>
                </a:lnTo>
                <a:lnTo>
                  <a:pt x="277886" y="611350"/>
                </a:lnTo>
                <a:lnTo>
                  <a:pt x="222309" y="611350"/>
                </a:lnTo>
                <a:close/>
                <a:moveTo>
                  <a:pt x="416829" y="583561"/>
                </a:moveTo>
                <a:lnTo>
                  <a:pt x="444618" y="583561"/>
                </a:lnTo>
                <a:lnTo>
                  <a:pt x="444618" y="611350"/>
                </a:lnTo>
                <a:lnTo>
                  <a:pt x="416829" y="611350"/>
                </a:lnTo>
                <a:close/>
                <a:moveTo>
                  <a:pt x="472406" y="583561"/>
                </a:moveTo>
                <a:lnTo>
                  <a:pt x="527984" y="583561"/>
                </a:lnTo>
                <a:lnTo>
                  <a:pt x="527984" y="611350"/>
                </a:lnTo>
                <a:lnTo>
                  <a:pt x="472406" y="611350"/>
                </a:lnTo>
                <a:close/>
                <a:moveTo>
                  <a:pt x="583561" y="583561"/>
                </a:moveTo>
                <a:lnTo>
                  <a:pt x="611350" y="583561"/>
                </a:lnTo>
                <a:lnTo>
                  <a:pt x="611350" y="611350"/>
                </a:lnTo>
                <a:lnTo>
                  <a:pt x="583561" y="611350"/>
                </a:lnTo>
                <a:close/>
                <a:moveTo>
                  <a:pt x="639138" y="583561"/>
                </a:moveTo>
                <a:lnTo>
                  <a:pt x="694715" y="583561"/>
                </a:lnTo>
                <a:lnTo>
                  <a:pt x="694715" y="611350"/>
                </a:lnTo>
                <a:lnTo>
                  <a:pt x="639138" y="611350"/>
                </a:lnTo>
                <a:close/>
                <a:moveTo>
                  <a:pt x="0" y="611350"/>
                </a:moveTo>
                <a:lnTo>
                  <a:pt x="27789" y="611350"/>
                </a:lnTo>
                <a:lnTo>
                  <a:pt x="27789" y="639138"/>
                </a:lnTo>
                <a:lnTo>
                  <a:pt x="0" y="639138"/>
                </a:lnTo>
                <a:close/>
                <a:moveTo>
                  <a:pt x="55577" y="611350"/>
                </a:moveTo>
                <a:lnTo>
                  <a:pt x="138943" y="611350"/>
                </a:lnTo>
                <a:lnTo>
                  <a:pt x="138943" y="639138"/>
                </a:lnTo>
                <a:lnTo>
                  <a:pt x="55577" y="639138"/>
                </a:lnTo>
                <a:close/>
                <a:moveTo>
                  <a:pt x="166732" y="611350"/>
                </a:moveTo>
                <a:lnTo>
                  <a:pt x="194520" y="611350"/>
                </a:lnTo>
                <a:lnTo>
                  <a:pt x="194520" y="639138"/>
                </a:lnTo>
                <a:lnTo>
                  <a:pt x="166732" y="639138"/>
                </a:lnTo>
                <a:close/>
                <a:moveTo>
                  <a:pt x="222309" y="611350"/>
                </a:moveTo>
                <a:lnTo>
                  <a:pt x="361252" y="611350"/>
                </a:lnTo>
                <a:lnTo>
                  <a:pt x="361252" y="639138"/>
                </a:lnTo>
                <a:lnTo>
                  <a:pt x="222309" y="639138"/>
                </a:lnTo>
                <a:close/>
                <a:moveTo>
                  <a:pt x="416829" y="611350"/>
                </a:moveTo>
                <a:lnTo>
                  <a:pt x="444618" y="611350"/>
                </a:lnTo>
                <a:lnTo>
                  <a:pt x="444618" y="639138"/>
                </a:lnTo>
                <a:lnTo>
                  <a:pt x="416829" y="639138"/>
                </a:lnTo>
                <a:close/>
                <a:moveTo>
                  <a:pt x="500195" y="611350"/>
                </a:moveTo>
                <a:lnTo>
                  <a:pt x="555772" y="611350"/>
                </a:lnTo>
                <a:lnTo>
                  <a:pt x="555772" y="639138"/>
                </a:lnTo>
                <a:lnTo>
                  <a:pt x="500195" y="639138"/>
                </a:lnTo>
                <a:close/>
                <a:moveTo>
                  <a:pt x="583561" y="611350"/>
                </a:moveTo>
                <a:lnTo>
                  <a:pt x="611350" y="611350"/>
                </a:lnTo>
                <a:lnTo>
                  <a:pt x="611350" y="639138"/>
                </a:lnTo>
                <a:lnTo>
                  <a:pt x="583561" y="639138"/>
                </a:lnTo>
                <a:close/>
                <a:moveTo>
                  <a:pt x="666927" y="611350"/>
                </a:moveTo>
                <a:lnTo>
                  <a:pt x="694715" y="611350"/>
                </a:lnTo>
                <a:lnTo>
                  <a:pt x="694715" y="639138"/>
                </a:lnTo>
                <a:lnTo>
                  <a:pt x="666927" y="639138"/>
                </a:lnTo>
                <a:close/>
                <a:moveTo>
                  <a:pt x="0" y="639138"/>
                </a:moveTo>
                <a:lnTo>
                  <a:pt x="27789" y="639138"/>
                </a:lnTo>
                <a:lnTo>
                  <a:pt x="27789" y="666927"/>
                </a:lnTo>
                <a:lnTo>
                  <a:pt x="0" y="666927"/>
                </a:lnTo>
                <a:close/>
                <a:moveTo>
                  <a:pt x="166732" y="639138"/>
                </a:moveTo>
                <a:lnTo>
                  <a:pt x="194520" y="639138"/>
                </a:lnTo>
                <a:lnTo>
                  <a:pt x="194520" y="666927"/>
                </a:lnTo>
                <a:lnTo>
                  <a:pt x="166732" y="666927"/>
                </a:lnTo>
                <a:close/>
                <a:moveTo>
                  <a:pt x="250098" y="639138"/>
                </a:moveTo>
                <a:lnTo>
                  <a:pt x="277886" y="639138"/>
                </a:lnTo>
                <a:lnTo>
                  <a:pt x="277886" y="666927"/>
                </a:lnTo>
                <a:lnTo>
                  <a:pt x="250098" y="666927"/>
                </a:lnTo>
                <a:close/>
                <a:moveTo>
                  <a:pt x="305675" y="639138"/>
                </a:moveTo>
                <a:lnTo>
                  <a:pt x="333463" y="639138"/>
                </a:lnTo>
                <a:lnTo>
                  <a:pt x="333463" y="666927"/>
                </a:lnTo>
                <a:lnTo>
                  <a:pt x="305675" y="666927"/>
                </a:lnTo>
                <a:close/>
                <a:moveTo>
                  <a:pt x="389041" y="639138"/>
                </a:moveTo>
                <a:lnTo>
                  <a:pt x="500195" y="639138"/>
                </a:lnTo>
                <a:lnTo>
                  <a:pt x="500195" y="666927"/>
                </a:lnTo>
                <a:lnTo>
                  <a:pt x="389041" y="666927"/>
                </a:lnTo>
                <a:close/>
                <a:moveTo>
                  <a:pt x="666927" y="639138"/>
                </a:moveTo>
                <a:lnTo>
                  <a:pt x="694715" y="639138"/>
                </a:lnTo>
                <a:lnTo>
                  <a:pt x="694715" y="666927"/>
                </a:lnTo>
                <a:lnTo>
                  <a:pt x="666927" y="666927"/>
                </a:lnTo>
                <a:close/>
                <a:moveTo>
                  <a:pt x="0" y="666927"/>
                </a:moveTo>
                <a:lnTo>
                  <a:pt x="194520" y="666927"/>
                </a:lnTo>
                <a:lnTo>
                  <a:pt x="194520" y="694715"/>
                </a:lnTo>
                <a:lnTo>
                  <a:pt x="0" y="694715"/>
                </a:lnTo>
                <a:close/>
                <a:moveTo>
                  <a:pt x="222309" y="666927"/>
                </a:moveTo>
                <a:lnTo>
                  <a:pt x="277886" y="666927"/>
                </a:lnTo>
                <a:lnTo>
                  <a:pt x="277886" y="694715"/>
                </a:lnTo>
                <a:lnTo>
                  <a:pt x="222309" y="694715"/>
                </a:lnTo>
                <a:close/>
                <a:moveTo>
                  <a:pt x="305675" y="666927"/>
                </a:moveTo>
                <a:lnTo>
                  <a:pt x="333463" y="666927"/>
                </a:lnTo>
                <a:lnTo>
                  <a:pt x="333463" y="694715"/>
                </a:lnTo>
                <a:lnTo>
                  <a:pt x="305675" y="694715"/>
                </a:lnTo>
                <a:close/>
                <a:moveTo>
                  <a:pt x="416829" y="666927"/>
                </a:moveTo>
                <a:lnTo>
                  <a:pt x="444618" y="666927"/>
                </a:lnTo>
                <a:lnTo>
                  <a:pt x="444618" y="694715"/>
                </a:lnTo>
                <a:lnTo>
                  <a:pt x="416829" y="694715"/>
                </a:lnTo>
                <a:close/>
                <a:moveTo>
                  <a:pt x="555772" y="666927"/>
                </a:moveTo>
                <a:lnTo>
                  <a:pt x="611350" y="666927"/>
                </a:lnTo>
                <a:lnTo>
                  <a:pt x="611350" y="694715"/>
                </a:lnTo>
                <a:lnTo>
                  <a:pt x="555772" y="694715"/>
                </a:lnTo>
                <a:close/>
                <a:moveTo>
                  <a:pt x="639138" y="666927"/>
                </a:moveTo>
                <a:lnTo>
                  <a:pt x="694715" y="666927"/>
                </a:lnTo>
                <a:lnTo>
                  <a:pt x="694715" y="694715"/>
                </a:lnTo>
                <a:lnTo>
                  <a:pt x="639138" y="69471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68" name="!!rect-2ru"/>
          <p:cNvSpPr/>
          <p:nvPr/>
        </p:nvSpPr>
        <p:spPr>
          <a:xfrm>
            <a:off x="5492515" y="2506729"/>
            <a:ext cx="926287" cy="18526"/>
          </a:xfrm>
          <a:prstGeom prst="rect">
            <a:avLst/>
          </a:prstGeom>
          <a:solidFill>
            <a:srgbClr val="2A3540"/>
          </a:solidFill>
          <a:ln>
            <a:noFill/>
          </a:ln>
        </p:spPr>
      </p:sp>
      <p:sp>
        <p:nvSpPr>
          <p:cNvPr id="69" name="!!rect-2rv"/>
          <p:cNvSpPr/>
          <p:nvPr/>
        </p:nvSpPr>
        <p:spPr>
          <a:xfrm>
            <a:off x="5492515" y="2506729"/>
            <a:ext cx="753332" cy="18526"/>
          </a:xfrm>
          <a:prstGeom prst="rect">
            <a:avLst/>
          </a:prstGeom>
          <a:solidFill>
            <a:srgbClr val="46B59C"/>
          </a:solidFill>
          <a:ln>
            <a:noFill/>
          </a:ln>
        </p:spPr>
      </p:sp>
      <p:sp>
        <p:nvSpPr>
          <p:cNvPr id="70" name="!!text-2rx" descr="請使用 SaveMyBook App 掃描"/>
          <p:cNvSpPr txBox="1"/>
          <p:nvPr/>
        </p:nvSpPr>
        <p:spPr>
          <a:xfrm>
            <a:off x="5517956" y="2562677"/>
            <a:ext cx="894858" cy="9388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511" kern="0" dirty="0">
                <a:solidFill>
                  <a:srgbClr val="EEF2F5"/>
                </a:solidFill>
                <a:latin typeface="Noto Sans TC"/>
                <a:ea typeface="Noto Sans TC"/>
                <a:cs typeface="Noto Sans TC"/>
              </a:rPr>
              <a:t>請使用 Sa</a:t>
            </a:r>
            <a:r>
              <a:rPr lang="zh-TW" altLang="en-US" sz="511" kern="0" spc="-4" dirty="0">
                <a:solidFill>
                  <a:srgbClr val="EEF2F5"/>
                </a:solidFill>
                <a:latin typeface="Noto Sans TC"/>
                <a:ea typeface="Noto Sans TC"/>
                <a:cs typeface="Noto Sans TC"/>
              </a:rPr>
              <a:t>v</a:t>
            </a:r>
            <a:r>
              <a:rPr lang="zh-TW" altLang="en-US" sz="511" kern="0" dirty="0">
                <a:solidFill>
                  <a:srgbClr val="EEF2F5"/>
                </a:solidFill>
                <a:latin typeface="Noto Sans TC"/>
                <a:ea typeface="Noto Sans TC"/>
                <a:cs typeface="Noto Sans TC"/>
              </a:rPr>
              <a:t>eMyBook App 掃描</a:t>
            </a:r>
            <a:endParaRPr lang="zh-TW" sz="511"/>
          </a:p>
        </p:txBody>
      </p:sp>
      <p:sp>
        <p:nvSpPr>
          <p:cNvPr id="71" name="!!path-2x0"/>
          <p:cNvSpPr/>
          <p:nvPr/>
        </p:nvSpPr>
        <p:spPr>
          <a:xfrm>
            <a:off x="5524833" y="3101007"/>
            <a:ext cx="166732" cy="110331"/>
          </a:xfrm>
          <a:custGeom>
            <a:avLst/>
            <a:gdLst/>
            <a:ahLst/>
            <a:cxnLst/>
            <a:rect l="l" t="t" r="r" b="b"/>
            <a:pathLst>
              <a:path w="166732" h="110331">
                <a:moveTo>
                  <a:pt x="0" y="10807"/>
                </a:moveTo>
                <a:cubicBezTo>
                  <a:pt x="9263" y="4117"/>
                  <a:pt x="31905" y="2058"/>
                  <a:pt x="50431" y="6999"/>
                </a:cubicBezTo>
                <a:cubicBezTo>
                  <a:pt x="65869" y="11321"/>
                  <a:pt x="77191" y="17497"/>
                  <a:pt x="84395" y="23672"/>
                </a:cubicBezTo>
                <a:cubicBezTo>
                  <a:pt x="92629" y="16467"/>
                  <a:pt x="107038" y="7204"/>
                  <a:pt x="124534" y="2882"/>
                </a:cubicBezTo>
                <a:cubicBezTo>
                  <a:pt x="141002" y="0"/>
                  <a:pt x="157469" y="1544"/>
                  <a:pt x="166732" y="8748"/>
                </a:cubicBezTo>
                <a:lnTo>
                  <a:pt x="166526" y="90364"/>
                </a:lnTo>
                <a:cubicBezTo>
                  <a:pt x="148206" y="87997"/>
                  <a:pt x="112184" y="89541"/>
                  <a:pt x="85013" y="109714"/>
                </a:cubicBezTo>
                <a:quadBezTo>
                  <a:pt x="84395" y="110331"/>
                  <a:pt x="83778" y="109714"/>
                </a:quadBezTo>
                <a:cubicBezTo>
                  <a:pt x="56606" y="89541"/>
                  <a:pt x="21613" y="87997"/>
                  <a:pt x="3088" y="91394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2" name="!!path-2x1"/>
          <p:cNvSpPr/>
          <p:nvPr/>
        </p:nvSpPr>
        <p:spPr>
          <a:xfrm>
            <a:off x="5524833" y="3101830"/>
            <a:ext cx="166732" cy="110331"/>
          </a:xfrm>
          <a:custGeom>
            <a:avLst/>
            <a:gdLst/>
            <a:ahLst/>
            <a:cxnLst/>
            <a:rect l="l" t="t" r="r" b="b"/>
            <a:pathLst>
              <a:path w="166732" h="110331">
                <a:moveTo>
                  <a:pt x="0" y="10807"/>
                </a:moveTo>
                <a:cubicBezTo>
                  <a:pt x="9263" y="4117"/>
                  <a:pt x="31905" y="2058"/>
                  <a:pt x="50431" y="6999"/>
                </a:cubicBezTo>
                <a:cubicBezTo>
                  <a:pt x="65869" y="11321"/>
                  <a:pt x="77191" y="17497"/>
                  <a:pt x="84395" y="23672"/>
                </a:cubicBezTo>
                <a:cubicBezTo>
                  <a:pt x="92629" y="16467"/>
                  <a:pt x="107038" y="7204"/>
                  <a:pt x="124534" y="2882"/>
                </a:cubicBezTo>
                <a:cubicBezTo>
                  <a:pt x="141002" y="0"/>
                  <a:pt x="157469" y="1544"/>
                  <a:pt x="166732" y="8748"/>
                </a:cubicBezTo>
                <a:lnTo>
                  <a:pt x="166526" y="90364"/>
                </a:lnTo>
                <a:cubicBezTo>
                  <a:pt x="148206" y="87997"/>
                  <a:pt x="112184" y="89541"/>
                  <a:pt x="85013" y="109714"/>
                </a:cubicBezTo>
                <a:quadBezTo>
                  <a:pt x="84395" y="110331"/>
                  <a:pt x="83778" y="109714"/>
                </a:quadBezTo>
                <a:cubicBezTo>
                  <a:pt x="56606" y="89541"/>
                  <a:pt x="21613" y="87997"/>
                  <a:pt x="3088" y="91394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3" name="!!path-2x2"/>
          <p:cNvSpPr/>
          <p:nvPr/>
        </p:nvSpPr>
        <p:spPr>
          <a:xfrm>
            <a:off x="5524833" y="3102654"/>
            <a:ext cx="166732" cy="110331"/>
          </a:xfrm>
          <a:custGeom>
            <a:avLst/>
            <a:gdLst/>
            <a:ahLst/>
            <a:cxnLst/>
            <a:rect l="l" t="t" r="r" b="b"/>
            <a:pathLst>
              <a:path w="166732" h="110331">
                <a:moveTo>
                  <a:pt x="0" y="10807"/>
                </a:moveTo>
                <a:cubicBezTo>
                  <a:pt x="9263" y="4117"/>
                  <a:pt x="31905" y="2058"/>
                  <a:pt x="50431" y="6999"/>
                </a:cubicBezTo>
                <a:cubicBezTo>
                  <a:pt x="65869" y="11321"/>
                  <a:pt x="77191" y="17497"/>
                  <a:pt x="84395" y="23672"/>
                </a:cubicBezTo>
                <a:cubicBezTo>
                  <a:pt x="92629" y="16467"/>
                  <a:pt x="107038" y="7204"/>
                  <a:pt x="124534" y="2882"/>
                </a:cubicBezTo>
                <a:cubicBezTo>
                  <a:pt x="141002" y="0"/>
                  <a:pt x="157469" y="1544"/>
                  <a:pt x="166732" y="8748"/>
                </a:cubicBezTo>
                <a:lnTo>
                  <a:pt x="166526" y="90364"/>
                </a:lnTo>
                <a:cubicBezTo>
                  <a:pt x="148206" y="87997"/>
                  <a:pt x="112184" y="89541"/>
                  <a:pt x="85013" y="109714"/>
                </a:cubicBezTo>
                <a:quadBezTo>
                  <a:pt x="84395" y="110331"/>
                  <a:pt x="83778" y="109714"/>
                </a:quadBezTo>
                <a:cubicBezTo>
                  <a:pt x="56606" y="89541"/>
                  <a:pt x="21613" y="87997"/>
                  <a:pt x="3088" y="91394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4" name="!!path-2x3"/>
          <p:cNvSpPr/>
          <p:nvPr/>
        </p:nvSpPr>
        <p:spPr>
          <a:xfrm>
            <a:off x="5524833" y="3103477"/>
            <a:ext cx="166732" cy="110331"/>
          </a:xfrm>
          <a:custGeom>
            <a:avLst/>
            <a:gdLst/>
            <a:ahLst/>
            <a:cxnLst/>
            <a:rect l="l" t="t" r="r" b="b"/>
            <a:pathLst>
              <a:path w="166732" h="110331">
                <a:moveTo>
                  <a:pt x="0" y="10807"/>
                </a:moveTo>
                <a:cubicBezTo>
                  <a:pt x="9263" y="4117"/>
                  <a:pt x="31905" y="2058"/>
                  <a:pt x="50431" y="6999"/>
                </a:cubicBezTo>
                <a:cubicBezTo>
                  <a:pt x="65869" y="11321"/>
                  <a:pt x="77191" y="17497"/>
                  <a:pt x="84395" y="23672"/>
                </a:cubicBezTo>
                <a:cubicBezTo>
                  <a:pt x="92629" y="16467"/>
                  <a:pt x="107038" y="7204"/>
                  <a:pt x="124534" y="2882"/>
                </a:cubicBezTo>
                <a:cubicBezTo>
                  <a:pt x="141002" y="0"/>
                  <a:pt x="157469" y="1544"/>
                  <a:pt x="166732" y="8748"/>
                </a:cubicBezTo>
                <a:lnTo>
                  <a:pt x="166526" y="90364"/>
                </a:lnTo>
                <a:cubicBezTo>
                  <a:pt x="148206" y="87997"/>
                  <a:pt x="112184" y="89541"/>
                  <a:pt x="85013" y="109714"/>
                </a:cubicBezTo>
                <a:quadBezTo>
                  <a:pt x="84395" y="110331"/>
                  <a:pt x="83778" y="109714"/>
                </a:quadBezTo>
                <a:cubicBezTo>
                  <a:pt x="56606" y="89541"/>
                  <a:pt x="21613" y="87997"/>
                  <a:pt x="3088" y="91394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5" name="!!path-2x4"/>
          <p:cNvSpPr/>
          <p:nvPr/>
        </p:nvSpPr>
        <p:spPr>
          <a:xfrm>
            <a:off x="5524833" y="3104300"/>
            <a:ext cx="166732" cy="110331"/>
          </a:xfrm>
          <a:custGeom>
            <a:avLst/>
            <a:gdLst/>
            <a:ahLst/>
            <a:cxnLst/>
            <a:rect l="l" t="t" r="r" b="b"/>
            <a:pathLst>
              <a:path w="166732" h="110331">
                <a:moveTo>
                  <a:pt x="0" y="10807"/>
                </a:moveTo>
                <a:cubicBezTo>
                  <a:pt x="9263" y="4117"/>
                  <a:pt x="31905" y="2058"/>
                  <a:pt x="50431" y="6999"/>
                </a:cubicBezTo>
                <a:cubicBezTo>
                  <a:pt x="65869" y="11321"/>
                  <a:pt x="77191" y="17497"/>
                  <a:pt x="84395" y="23672"/>
                </a:cubicBezTo>
                <a:cubicBezTo>
                  <a:pt x="92629" y="16467"/>
                  <a:pt x="107038" y="7204"/>
                  <a:pt x="124534" y="2882"/>
                </a:cubicBezTo>
                <a:cubicBezTo>
                  <a:pt x="141002" y="0"/>
                  <a:pt x="157469" y="1544"/>
                  <a:pt x="166732" y="8748"/>
                </a:cubicBezTo>
                <a:lnTo>
                  <a:pt x="166526" y="90364"/>
                </a:lnTo>
                <a:cubicBezTo>
                  <a:pt x="148206" y="87997"/>
                  <a:pt x="112184" y="89541"/>
                  <a:pt x="85013" y="109714"/>
                </a:cubicBezTo>
                <a:quadBezTo>
                  <a:pt x="84395" y="110331"/>
                  <a:pt x="83778" y="109714"/>
                </a:quadBezTo>
                <a:cubicBezTo>
                  <a:pt x="56606" y="89541"/>
                  <a:pt x="21613" y="87997"/>
                  <a:pt x="3088" y="91394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6" name="!!path-2x5"/>
          <p:cNvSpPr/>
          <p:nvPr/>
        </p:nvSpPr>
        <p:spPr>
          <a:xfrm>
            <a:off x="5524833" y="3105124"/>
            <a:ext cx="166732" cy="110331"/>
          </a:xfrm>
          <a:custGeom>
            <a:avLst/>
            <a:gdLst/>
            <a:ahLst/>
            <a:cxnLst/>
            <a:rect l="l" t="t" r="r" b="b"/>
            <a:pathLst>
              <a:path w="166732" h="110331">
                <a:moveTo>
                  <a:pt x="0" y="10807"/>
                </a:moveTo>
                <a:cubicBezTo>
                  <a:pt x="9263" y="4117"/>
                  <a:pt x="31905" y="2058"/>
                  <a:pt x="50431" y="6999"/>
                </a:cubicBezTo>
                <a:cubicBezTo>
                  <a:pt x="65869" y="11321"/>
                  <a:pt x="77191" y="17497"/>
                  <a:pt x="84395" y="23672"/>
                </a:cubicBezTo>
                <a:cubicBezTo>
                  <a:pt x="92629" y="16467"/>
                  <a:pt x="107038" y="7204"/>
                  <a:pt x="124534" y="2882"/>
                </a:cubicBezTo>
                <a:cubicBezTo>
                  <a:pt x="141002" y="0"/>
                  <a:pt x="157469" y="1544"/>
                  <a:pt x="166732" y="8748"/>
                </a:cubicBezTo>
                <a:lnTo>
                  <a:pt x="166526" y="90364"/>
                </a:lnTo>
                <a:cubicBezTo>
                  <a:pt x="148206" y="87997"/>
                  <a:pt x="112184" y="89541"/>
                  <a:pt x="85013" y="109714"/>
                </a:cubicBezTo>
                <a:quadBezTo>
                  <a:pt x="84395" y="110331"/>
                  <a:pt x="83778" y="109714"/>
                </a:quadBezTo>
                <a:cubicBezTo>
                  <a:pt x="56606" y="89541"/>
                  <a:pt x="21613" y="87997"/>
                  <a:pt x="3088" y="91394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7" name="!!path-2x6"/>
          <p:cNvSpPr/>
          <p:nvPr/>
        </p:nvSpPr>
        <p:spPr>
          <a:xfrm>
            <a:off x="5524833" y="3105947"/>
            <a:ext cx="166732" cy="110331"/>
          </a:xfrm>
          <a:custGeom>
            <a:avLst/>
            <a:gdLst/>
            <a:ahLst/>
            <a:cxnLst/>
            <a:rect l="l" t="t" r="r" b="b"/>
            <a:pathLst>
              <a:path w="166732" h="110331">
                <a:moveTo>
                  <a:pt x="0" y="10807"/>
                </a:moveTo>
                <a:cubicBezTo>
                  <a:pt x="9263" y="4117"/>
                  <a:pt x="31905" y="2058"/>
                  <a:pt x="50431" y="6999"/>
                </a:cubicBezTo>
                <a:cubicBezTo>
                  <a:pt x="65869" y="11321"/>
                  <a:pt x="77191" y="17497"/>
                  <a:pt x="84395" y="23672"/>
                </a:cubicBezTo>
                <a:cubicBezTo>
                  <a:pt x="92629" y="16467"/>
                  <a:pt x="107038" y="7204"/>
                  <a:pt x="124534" y="2882"/>
                </a:cubicBezTo>
                <a:cubicBezTo>
                  <a:pt x="141002" y="0"/>
                  <a:pt x="157469" y="1544"/>
                  <a:pt x="166732" y="8748"/>
                </a:cubicBezTo>
                <a:lnTo>
                  <a:pt x="166526" y="90364"/>
                </a:lnTo>
                <a:cubicBezTo>
                  <a:pt x="148206" y="87997"/>
                  <a:pt x="112184" y="89541"/>
                  <a:pt x="85013" y="109714"/>
                </a:cubicBezTo>
                <a:quadBezTo>
                  <a:pt x="84395" y="110331"/>
                  <a:pt x="83778" y="109714"/>
                </a:quadBezTo>
                <a:cubicBezTo>
                  <a:pt x="56606" y="89541"/>
                  <a:pt x="21613" y="87997"/>
                  <a:pt x="3088" y="91394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8" name="!!path-2x7"/>
          <p:cNvSpPr/>
          <p:nvPr/>
        </p:nvSpPr>
        <p:spPr>
          <a:xfrm>
            <a:off x="5524833" y="3106771"/>
            <a:ext cx="166732" cy="110331"/>
          </a:xfrm>
          <a:custGeom>
            <a:avLst/>
            <a:gdLst/>
            <a:ahLst/>
            <a:cxnLst/>
            <a:rect l="l" t="t" r="r" b="b"/>
            <a:pathLst>
              <a:path w="166732" h="110331">
                <a:moveTo>
                  <a:pt x="0" y="10807"/>
                </a:moveTo>
                <a:cubicBezTo>
                  <a:pt x="9263" y="4117"/>
                  <a:pt x="31905" y="2058"/>
                  <a:pt x="50431" y="6999"/>
                </a:cubicBezTo>
                <a:cubicBezTo>
                  <a:pt x="65869" y="11321"/>
                  <a:pt x="77191" y="17497"/>
                  <a:pt x="84395" y="23672"/>
                </a:cubicBezTo>
                <a:cubicBezTo>
                  <a:pt x="92629" y="16467"/>
                  <a:pt x="107038" y="7204"/>
                  <a:pt x="124534" y="2882"/>
                </a:cubicBezTo>
                <a:cubicBezTo>
                  <a:pt x="141002" y="0"/>
                  <a:pt x="157469" y="1544"/>
                  <a:pt x="166732" y="8748"/>
                </a:cubicBezTo>
                <a:lnTo>
                  <a:pt x="166526" y="90364"/>
                </a:lnTo>
                <a:cubicBezTo>
                  <a:pt x="148206" y="87997"/>
                  <a:pt x="112184" y="89541"/>
                  <a:pt x="85013" y="109714"/>
                </a:cubicBezTo>
                <a:quadBezTo>
                  <a:pt x="84395" y="110331"/>
                  <a:pt x="83778" y="109714"/>
                </a:quadBezTo>
                <a:cubicBezTo>
                  <a:pt x="56606" y="89541"/>
                  <a:pt x="21613" y="87997"/>
                  <a:pt x="3088" y="91394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9" name="!!path-2x8"/>
          <p:cNvSpPr/>
          <p:nvPr/>
        </p:nvSpPr>
        <p:spPr>
          <a:xfrm>
            <a:off x="5544388" y="3082172"/>
            <a:ext cx="65046" cy="62267"/>
          </a:xfrm>
          <a:custGeom>
            <a:avLst/>
            <a:gdLst/>
            <a:ahLst/>
            <a:cxnLst/>
            <a:rect l="l" t="t" r="r" b="b"/>
            <a:pathLst>
              <a:path w="65046" h="62267">
                <a:moveTo>
                  <a:pt x="0" y="8954"/>
                </a:moveTo>
                <a:lnTo>
                  <a:pt x="4117" y="2573"/>
                </a:lnTo>
                <a:cubicBezTo>
                  <a:pt x="16467" y="0"/>
                  <a:pt x="37051" y="3602"/>
                  <a:pt x="51460" y="13380"/>
                </a:cubicBezTo>
                <a:cubicBezTo>
                  <a:pt x="59179" y="18835"/>
                  <a:pt x="63296" y="25216"/>
                  <a:pt x="65046" y="31905"/>
                </a:cubicBezTo>
                <a:lnTo>
                  <a:pt x="65046" y="62267"/>
                </a:lnTo>
                <a:lnTo>
                  <a:pt x="0" y="62267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80" name="!!path-2x9"/>
          <p:cNvSpPr/>
          <p:nvPr/>
        </p:nvSpPr>
        <p:spPr>
          <a:xfrm>
            <a:off x="5544388" y="3082172"/>
            <a:ext cx="65046" cy="31905"/>
          </a:xfrm>
          <a:custGeom>
            <a:avLst/>
            <a:gdLst/>
            <a:ahLst/>
            <a:cxnLst/>
            <a:rect l="l" t="t" r="r" b="b"/>
            <a:pathLst>
              <a:path w="65046" h="31905" fill="none">
                <a:moveTo>
                  <a:pt x="65046" y="31905"/>
                </a:moveTo>
                <a:cubicBezTo>
                  <a:pt x="63296" y="25216"/>
                  <a:pt x="59179" y="18835"/>
                  <a:pt x="51460" y="13380"/>
                </a:cubicBezTo>
                <a:cubicBezTo>
                  <a:pt x="37051" y="3602"/>
                  <a:pt x="16467" y="0"/>
                  <a:pt x="4117" y="2573"/>
                </a:cubicBezTo>
                <a:lnTo>
                  <a:pt x="0" y="8954"/>
                </a:lnTo>
              </a:path>
            </a:pathLst>
          </a:custGeom>
          <a:noFill/>
          <a:ln w="2470" cap="rnd">
            <a:solidFill>
              <a:srgbClr val="627D8D"/>
            </a:solidFill>
            <a:prstDash val="solid"/>
            <a:round/>
          </a:ln>
        </p:spPr>
      </p:sp>
      <p:sp>
        <p:nvSpPr>
          <p:cNvPr id="81" name="!!path-2xa"/>
          <p:cNvSpPr/>
          <p:nvPr/>
        </p:nvSpPr>
        <p:spPr>
          <a:xfrm>
            <a:off x="5538006" y="3088348"/>
            <a:ext cx="71427" cy="56092"/>
          </a:xfrm>
          <a:custGeom>
            <a:avLst/>
            <a:gdLst/>
            <a:ahLst/>
            <a:cxnLst/>
            <a:rect l="l" t="t" r="r" b="b"/>
            <a:pathLst>
              <a:path w="71427" h="56092">
                <a:moveTo>
                  <a:pt x="0" y="11321"/>
                </a:moveTo>
                <a:lnTo>
                  <a:pt x="3293" y="3293"/>
                </a:lnTo>
                <a:cubicBezTo>
                  <a:pt x="18732" y="0"/>
                  <a:pt x="40345" y="3602"/>
                  <a:pt x="55783" y="12865"/>
                </a:cubicBezTo>
                <a:cubicBezTo>
                  <a:pt x="64017" y="17805"/>
                  <a:pt x="69163" y="25216"/>
                  <a:pt x="71427" y="31905"/>
                </a:cubicBezTo>
                <a:lnTo>
                  <a:pt x="71427" y="56092"/>
                </a:lnTo>
                <a:lnTo>
                  <a:pt x="0" y="56092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82" name="!!path-2xb"/>
          <p:cNvSpPr/>
          <p:nvPr/>
        </p:nvSpPr>
        <p:spPr>
          <a:xfrm>
            <a:off x="5538006" y="3088348"/>
            <a:ext cx="71427" cy="31905"/>
          </a:xfrm>
          <a:custGeom>
            <a:avLst/>
            <a:gdLst/>
            <a:ahLst/>
            <a:cxnLst/>
            <a:rect l="l" t="t" r="r" b="b"/>
            <a:pathLst>
              <a:path w="71427" h="31905" fill="none">
                <a:moveTo>
                  <a:pt x="71427" y="31905"/>
                </a:moveTo>
                <a:cubicBezTo>
                  <a:pt x="69163" y="25216"/>
                  <a:pt x="64017" y="17805"/>
                  <a:pt x="55783" y="12865"/>
                </a:cubicBezTo>
                <a:cubicBezTo>
                  <a:pt x="40345" y="3602"/>
                  <a:pt x="18732" y="0"/>
                  <a:pt x="3293" y="3293"/>
                </a:cubicBezTo>
                <a:lnTo>
                  <a:pt x="0" y="11321"/>
                </a:lnTo>
              </a:path>
            </a:pathLst>
          </a:custGeom>
          <a:noFill/>
          <a:ln w="2470" cap="rnd">
            <a:solidFill>
              <a:srgbClr val="627D8D"/>
            </a:solidFill>
            <a:prstDash val="solid"/>
            <a:round/>
          </a:ln>
        </p:spPr>
      </p:sp>
      <p:sp>
        <p:nvSpPr>
          <p:cNvPr id="83" name="!!path-2xc"/>
          <p:cNvSpPr/>
          <p:nvPr/>
        </p:nvSpPr>
        <p:spPr>
          <a:xfrm>
            <a:off x="5532346" y="3095038"/>
            <a:ext cx="76882" cy="49402"/>
          </a:xfrm>
          <a:custGeom>
            <a:avLst/>
            <a:gdLst/>
            <a:ahLst/>
            <a:cxnLst/>
            <a:rect l="l" t="t" r="r" b="b"/>
            <a:pathLst>
              <a:path w="76882" h="49402">
                <a:moveTo>
                  <a:pt x="0" y="11733"/>
                </a:moveTo>
                <a:lnTo>
                  <a:pt x="1955" y="6381"/>
                </a:lnTo>
                <a:cubicBezTo>
                  <a:pt x="19246" y="0"/>
                  <a:pt x="42918" y="2573"/>
                  <a:pt x="59385" y="11115"/>
                </a:cubicBezTo>
                <a:cubicBezTo>
                  <a:pt x="68648" y="15953"/>
                  <a:pt x="74309" y="22128"/>
                  <a:pt x="76882" y="27994"/>
                </a:cubicBezTo>
                <a:lnTo>
                  <a:pt x="76882" y="49402"/>
                </a:lnTo>
                <a:lnTo>
                  <a:pt x="0" y="49402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84" name="!!path-2xd"/>
          <p:cNvSpPr/>
          <p:nvPr/>
        </p:nvSpPr>
        <p:spPr>
          <a:xfrm>
            <a:off x="5532346" y="3095038"/>
            <a:ext cx="76882" cy="27994"/>
          </a:xfrm>
          <a:custGeom>
            <a:avLst/>
            <a:gdLst/>
            <a:ahLst/>
            <a:cxnLst/>
            <a:rect l="l" t="t" r="r" b="b"/>
            <a:pathLst>
              <a:path w="76882" h="27994" fill="none">
                <a:moveTo>
                  <a:pt x="76882" y="27994"/>
                </a:moveTo>
                <a:cubicBezTo>
                  <a:pt x="74309" y="22128"/>
                  <a:pt x="68648" y="15953"/>
                  <a:pt x="59385" y="11115"/>
                </a:cubicBezTo>
                <a:cubicBezTo>
                  <a:pt x="42918" y="2573"/>
                  <a:pt x="19246" y="0"/>
                  <a:pt x="1955" y="6381"/>
                </a:cubicBezTo>
                <a:lnTo>
                  <a:pt x="0" y="11733"/>
                </a:lnTo>
              </a:path>
            </a:pathLst>
          </a:custGeom>
          <a:noFill/>
          <a:ln w="2470" cap="rnd">
            <a:solidFill>
              <a:srgbClr val="627D8D"/>
            </a:solidFill>
            <a:prstDash val="solid"/>
            <a:round/>
          </a:ln>
        </p:spPr>
      </p:sp>
      <p:sp>
        <p:nvSpPr>
          <p:cNvPr id="85" name="!!path-2xe"/>
          <p:cNvSpPr/>
          <p:nvPr/>
        </p:nvSpPr>
        <p:spPr>
          <a:xfrm>
            <a:off x="5609536" y="3079599"/>
            <a:ext cx="60929" cy="64840"/>
          </a:xfrm>
          <a:custGeom>
            <a:avLst/>
            <a:gdLst/>
            <a:ahLst/>
            <a:cxnLst/>
            <a:rect l="l" t="t" r="r" b="b"/>
            <a:pathLst>
              <a:path w="60929" h="64840">
                <a:moveTo>
                  <a:pt x="60929" y="9263"/>
                </a:moveTo>
                <a:lnTo>
                  <a:pt x="57533" y="2264"/>
                </a:lnTo>
                <a:cubicBezTo>
                  <a:pt x="43947" y="0"/>
                  <a:pt x="22334" y="5146"/>
                  <a:pt x="8954" y="15438"/>
                </a:cubicBezTo>
                <a:cubicBezTo>
                  <a:pt x="3293" y="20070"/>
                  <a:pt x="720" y="26759"/>
                  <a:pt x="0" y="33964"/>
                </a:cubicBezTo>
                <a:lnTo>
                  <a:pt x="0" y="64840"/>
                </a:lnTo>
                <a:lnTo>
                  <a:pt x="60929" y="64840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86" name="!!path-2xf"/>
          <p:cNvSpPr/>
          <p:nvPr/>
        </p:nvSpPr>
        <p:spPr>
          <a:xfrm>
            <a:off x="5609536" y="3079599"/>
            <a:ext cx="60929" cy="33964"/>
          </a:xfrm>
          <a:custGeom>
            <a:avLst/>
            <a:gdLst/>
            <a:ahLst/>
            <a:cxnLst/>
            <a:rect l="l" t="t" r="r" b="b"/>
            <a:pathLst>
              <a:path w="60929" h="33964" fill="none">
                <a:moveTo>
                  <a:pt x="0" y="33964"/>
                </a:moveTo>
                <a:cubicBezTo>
                  <a:pt x="720" y="26759"/>
                  <a:pt x="3293" y="20070"/>
                  <a:pt x="8954" y="15438"/>
                </a:cubicBezTo>
                <a:cubicBezTo>
                  <a:pt x="22334" y="5146"/>
                  <a:pt x="43947" y="0"/>
                  <a:pt x="57533" y="2264"/>
                </a:cubicBezTo>
                <a:lnTo>
                  <a:pt x="60929" y="9263"/>
                </a:lnTo>
              </a:path>
            </a:pathLst>
          </a:custGeom>
          <a:noFill/>
          <a:ln w="2470" cap="rnd">
            <a:solidFill>
              <a:srgbClr val="627D8D"/>
            </a:solidFill>
            <a:prstDash val="solid"/>
            <a:round/>
          </a:ln>
        </p:spPr>
      </p:sp>
      <p:sp>
        <p:nvSpPr>
          <p:cNvPr id="87" name="!!path-2xg"/>
          <p:cNvSpPr/>
          <p:nvPr/>
        </p:nvSpPr>
        <p:spPr>
          <a:xfrm>
            <a:off x="5609639" y="3087318"/>
            <a:ext cx="67516" cy="57121"/>
          </a:xfrm>
          <a:custGeom>
            <a:avLst/>
            <a:gdLst/>
            <a:ahLst/>
            <a:cxnLst/>
            <a:rect l="l" t="t" r="r" b="b"/>
            <a:pathLst>
              <a:path w="67516" h="57121">
                <a:moveTo>
                  <a:pt x="67516" y="9983"/>
                </a:moveTo>
                <a:lnTo>
                  <a:pt x="64428" y="1544"/>
                </a:lnTo>
                <a:cubicBezTo>
                  <a:pt x="47961" y="0"/>
                  <a:pt x="27377" y="5661"/>
                  <a:pt x="13997" y="15541"/>
                </a:cubicBezTo>
                <a:cubicBezTo>
                  <a:pt x="6793" y="20893"/>
                  <a:pt x="2161" y="27274"/>
                  <a:pt x="0" y="32935"/>
                </a:cubicBezTo>
                <a:lnTo>
                  <a:pt x="0" y="57121"/>
                </a:lnTo>
                <a:lnTo>
                  <a:pt x="67516" y="57121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88" name="!!path-2xh"/>
          <p:cNvSpPr/>
          <p:nvPr/>
        </p:nvSpPr>
        <p:spPr>
          <a:xfrm>
            <a:off x="5609639" y="3087318"/>
            <a:ext cx="67516" cy="32935"/>
          </a:xfrm>
          <a:custGeom>
            <a:avLst/>
            <a:gdLst/>
            <a:ahLst/>
            <a:cxnLst/>
            <a:rect l="l" t="t" r="r" b="b"/>
            <a:pathLst>
              <a:path w="67516" h="32935" fill="none">
                <a:moveTo>
                  <a:pt x="0" y="32935"/>
                </a:moveTo>
                <a:cubicBezTo>
                  <a:pt x="2161" y="27274"/>
                  <a:pt x="6793" y="20893"/>
                  <a:pt x="13997" y="15541"/>
                </a:cubicBezTo>
                <a:cubicBezTo>
                  <a:pt x="27377" y="5661"/>
                  <a:pt x="47961" y="0"/>
                  <a:pt x="64428" y="1544"/>
                </a:cubicBezTo>
                <a:lnTo>
                  <a:pt x="67516" y="9983"/>
                </a:lnTo>
              </a:path>
            </a:pathLst>
          </a:custGeom>
          <a:noFill/>
          <a:ln w="2470" cap="rnd">
            <a:solidFill>
              <a:srgbClr val="627D8D"/>
            </a:solidFill>
            <a:prstDash val="solid"/>
            <a:round/>
          </a:ln>
        </p:spPr>
      </p:sp>
      <p:sp>
        <p:nvSpPr>
          <p:cNvPr id="89" name="!!path-2xi"/>
          <p:cNvSpPr/>
          <p:nvPr/>
        </p:nvSpPr>
        <p:spPr>
          <a:xfrm>
            <a:off x="5609845" y="3094523"/>
            <a:ext cx="72250" cy="49917"/>
          </a:xfrm>
          <a:custGeom>
            <a:avLst/>
            <a:gdLst/>
            <a:ahLst/>
            <a:cxnLst/>
            <a:rect l="l" t="t" r="r" b="b"/>
            <a:pathLst>
              <a:path w="72250" h="49917">
                <a:moveTo>
                  <a:pt x="72250" y="9572"/>
                </a:moveTo>
                <a:lnTo>
                  <a:pt x="70810" y="4426"/>
                </a:lnTo>
                <a:cubicBezTo>
                  <a:pt x="53931" y="0"/>
                  <a:pt x="32317" y="2573"/>
                  <a:pt x="17908" y="9777"/>
                </a:cubicBezTo>
                <a:cubicBezTo>
                  <a:pt x="8645" y="14409"/>
                  <a:pt x="2985" y="21613"/>
                  <a:pt x="0" y="28509"/>
                </a:cubicBezTo>
                <a:lnTo>
                  <a:pt x="0" y="49917"/>
                </a:lnTo>
                <a:lnTo>
                  <a:pt x="72250" y="49917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90" name="!!path-2xj"/>
          <p:cNvSpPr/>
          <p:nvPr/>
        </p:nvSpPr>
        <p:spPr>
          <a:xfrm>
            <a:off x="5609845" y="3094523"/>
            <a:ext cx="72250" cy="28509"/>
          </a:xfrm>
          <a:custGeom>
            <a:avLst/>
            <a:gdLst/>
            <a:ahLst/>
            <a:cxnLst/>
            <a:rect l="l" t="t" r="r" b="b"/>
            <a:pathLst>
              <a:path w="72250" h="28509" fill="none">
                <a:moveTo>
                  <a:pt x="0" y="28509"/>
                </a:moveTo>
                <a:cubicBezTo>
                  <a:pt x="2985" y="21613"/>
                  <a:pt x="8645" y="14409"/>
                  <a:pt x="17908" y="9777"/>
                </a:cubicBezTo>
                <a:cubicBezTo>
                  <a:pt x="32317" y="2573"/>
                  <a:pt x="53931" y="0"/>
                  <a:pt x="70810" y="4426"/>
                </a:cubicBezTo>
                <a:lnTo>
                  <a:pt x="72250" y="9572"/>
                </a:lnTo>
              </a:path>
            </a:pathLst>
          </a:custGeom>
          <a:noFill/>
          <a:ln w="2470" cap="rnd">
            <a:solidFill>
              <a:srgbClr val="627D8D"/>
            </a:solidFill>
            <a:prstDash val="solid"/>
            <a:round/>
          </a:ln>
        </p:spPr>
      </p:sp>
      <p:sp>
        <p:nvSpPr>
          <p:cNvPr id="91" name="!!path-2xk"/>
          <p:cNvSpPr/>
          <p:nvPr/>
        </p:nvSpPr>
        <p:spPr>
          <a:xfrm>
            <a:off x="5524833" y="3100184"/>
            <a:ext cx="166732" cy="110331"/>
          </a:xfrm>
          <a:custGeom>
            <a:avLst/>
            <a:gdLst/>
            <a:ahLst/>
            <a:cxnLst/>
            <a:rect l="l" t="t" r="r" b="b"/>
            <a:pathLst>
              <a:path w="166732" h="110331">
                <a:moveTo>
                  <a:pt x="0" y="10807"/>
                </a:moveTo>
                <a:cubicBezTo>
                  <a:pt x="9263" y="4117"/>
                  <a:pt x="31905" y="2058"/>
                  <a:pt x="50431" y="6999"/>
                </a:cubicBezTo>
                <a:cubicBezTo>
                  <a:pt x="65869" y="11321"/>
                  <a:pt x="77191" y="17497"/>
                  <a:pt x="84395" y="23672"/>
                </a:cubicBezTo>
                <a:cubicBezTo>
                  <a:pt x="92629" y="16467"/>
                  <a:pt x="107038" y="7204"/>
                  <a:pt x="124534" y="2882"/>
                </a:cubicBezTo>
                <a:cubicBezTo>
                  <a:pt x="141002" y="0"/>
                  <a:pt x="157469" y="1544"/>
                  <a:pt x="166732" y="8748"/>
                </a:cubicBezTo>
                <a:lnTo>
                  <a:pt x="166526" y="90364"/>
                </a:lnTo>
                <a:cubicBezTo>
                  <a:pt x="148206" y="87997"/>
                  <a:pt x="112184" y="89541"/>
                  <a:pt x="85013" y="109714"/>
                </a:cubicBezTo>
                <a:quadBezTo>
                  <a:pt x="84395" y="110331"/>
                  <a:pt x="83778" y="109714"/>
                </a:quadBezTo>
                <a:cubicBezTo>
                  <a:pt x="56606" y="89541"/>
                  <a:pt x="21613" y="87997"/>
                  <a:pt x="3088" y="91394"/>
                </a:cubicBezTo>
                <a:close/>
              </a:path>
            </a:pathLst>
          </a:custGeom>
          <a:gradFill rotWithShape="1">
            <a:gsLst>
              <a:gs pos="0">
                <a:srgbClr val="627D8D"/>
              </a:gs>
              <a:gs pos="21794">
                <a:srgbClr val="627D8D"/>
              </a:gs>
              <a:gs pos="55376">
                <a:srgbClr val="627D8D"/>
              </a:gs>
              <a:gs pos="96421">
                <a:srgbClr val="98ABB7"/>
              </a:gs>
              <a:gs pos="100000">
                <a:srgbClr val="98ABB7"/>
              </a:gs>
            </a:gsLst>
            <a:lin ang="1983350" scaled="0"/>
          </a:gradFill>
          <a:ln>
            <a:noFill/>
          </a:ln>
        </p:spPr>
      </p:sp>
      <p:sp>
        <p:nvSpPr>
          <p:cNvPr id="92" name="!!path-2xl"/>
          <p:cNvSpPr/>
          <p:nvPr/>
        </p:nvSpPr>
        <p:spPr>
          <a:xfrm>
            <a:off x="5524833" y="3100184"/>
            <a:ext cx="166732" cy="110331"/>
          </a:xfrm>
          <a:custGeom>
            <a:avLst/>
            <a:gdLst/>
            <a:ahLst/>
            <a:cxnLst/>
            <a:rect l="l" t="t" r="r" b="b"/>
            <a:pathLst>
              <a:path w="166732" h="110331">
                <a:moveTo>
                  <a:pt x="0" y="10807"/>
                </a:moveTo>
                <a:cubicBezTo>
                  <a:pt x="9263" y="4117"/>
                  <a:pt x="31905" y="2058"/>
                  <a:pt x="50431" y="6999"/>
                </a:cubicBezTo>
                <a:cubicBezTo>
                  <a:pt x="65869" y="11321"/>
                  <a:pt x="77191" y="17497"/>
                  <a:pt x="84395" y="23672"/>
                </a:cubicBezTo>
                <a:cubicBezTo>
                  <a:pt x="92629" y="16467"/>
                  <a:pt x="107038" y="7204"/>
                  <a:pt x="124534" y="2882"/>
                </a:cubicBezTo>
                <a:cubicBezTo>
                  <a:pt x="141002" y="0"/>
                  <a:pt x="157469" y="1544"/>
                  <a:pt x="166732" y="8748"/>
                </a:cubicBezTo>
                <a:lnTo>
                  <a:pt x="166526" y="90364"/>
                </a:lnTo>
                <a:cubicBezTo>
                  <a:pt x="148206" y="87997"/>
                  <a:pt x="112184" y="89541"/>
                  <a:pt x="85013" y="109714"/>
                </a:cubicBezTo>
                <a:quadBezTo>
                  <a:pt x="84395" y="110331"/>
                  <a:pt x="83778" y="109714"/>
                </a:quadBezTo>
                <a:cubicBezTo>
                  <a:pt x="56606" y="89541"/>
                  <a:pt x="21613" y="87997"/>
                  <a:pt x="3088" y="91394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0000"/>
                </a:srgbClr>
              </a:gs>
              <a:gs pos="4764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83333" t="79291" r="16667" b="20709"/>
            </a:path>
          </a:gradFill>
          <a:ln>
            <a:noFill/>
          </a:ln>
        </p:spPr>
      </p:sp>
      <p:sp>
        <p:nvSpPr>
          <p:cNvPr id="93" name="!!line-2xm"/>
          <p:cNvSpPr/>
          <p:nvPr/>
        </p:nvSpPr>
        <p:spPr>
          <a:xfrm>
            <a:off x="5609948" y="3129619"/>
            <a:ext cx="1" cy="77808"/>
          </a:xfrm>
          <a:custGeom>
            <a:avLst/>
            <a:gdLst/>
            <a:ahLst/>
            <a:cxnLst/>
            <a:rect l="l" t="t" r="r" b="b"/>
            <a:pathLst>
              <a:path w="1" h="77808">
                <a:moveTo>
                  <a:pt x="0" y="0"/>
                </a:moveTo>
                <a:lnTo>
                  <a:pt x="0" y="77808"/>
                </a:lnTo>
              </a:path>
            </a:pathLst>
          </a:custGeom>
          <a:solidFill>
            <a:srgbClr val="000000"/>
          </a:solidFill>
          <a:ln w="3499" cap="rnd">
            <a:solidFill>
              <a:srgbClr val="C9D3D9"/>
            </a:solidFill>
            <a:prstDash val="solid"/>
            <a:miter lim="800000"/>
          </a:ln>
        </p:spPr>
      </p:sp>
      <p:sp>
        <p:nvSpPr>
          <p:cNvPr id="94" name="!!path-2xn"/>
          <p:cNvSpPr/>
          <p:nvPr/>
        </p:nvSpPr>
        <p:spPr>
          <a:xfrm>
            <a:off x="5665114" y="3169655"/>
            <a:ext cx="12865" cy="19246"/>
          </a:xfrm>
          <a:custGeom>
            <a:avLst/>
            <a:gdLst/>
            <a:ahLst/>
            <a:cxnLst/>
            <a:rect l="l" t="t" r="r" b="b"/>
            <a:pathLst>
              <a:path w="12865" h="19246">
                <a:moveTo>
                  <a:pt x="0" y="1338"/>
                </a:moveTo>
                <a:lnTo>
                  <a:pt x="7719" y="0"/>
                </a:lnTo>
                <a:lnTo>
                  <a:pt x="12865" y="18835"/>
                </a:lnTo>
                <a:lnTo>
                  <a:pt x="3808" y="19246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 w="515" cap="flat">
            <a:solidFill>
              <a:srgbClr val="FFFFFF">
                <a:alpha val="55000"/>
              </a:srgbClr>
            </a:solidFill>
            <a:prstDash val="solid"/>
            <a:round/>
          </a:ln>
        </p:spPr>
      </p:sp>
      <p:sp>
        <p:nvSpPr>
          <p:cNvPr id="95" name="!!text-2xo" descr="救「舊」我的書"/>
          <p:cNvSpPr txBox="1"/>
          <p:nvPr/>
        </p:nvSpPr>
        <p:spPr>
          <a:xfrm>
            <a:off x="5730366" y="3060057"/>
            <a:ext cx="688926" cy="15834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61" b="1" kern="0" spc="-431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救</a:t>
            </a:r>
            <a:r>
              <a:rPr lang="zh-TW" altLang="en-US" sz="861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「舊</a:t>
            </a:r>
            <a:r>
              <a:rPr lang="zh-TW" altLang="en-US" sz="861" b="1" kern="0" spc="-431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」</a:t>
            </a:r>
            <a:r>
              <a:rPr lang="zh-TW" altLang="en-US" sz="861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我的書</a:t>
            </a:r>
            <a:endParaRPr lang="zh-TW" sz="861"/>
          </a:p>
        </p:txBody>
      </p:sp>
      <p:sp>
        <p:nvSpPr>
          <p:cNvPr id="96" name="!!rect-2y2"/>
          <p:cNvSpPr/>
          <p:nvPr/>
        </p:nvSpPr>
        <p:spPr>
          <a:xfrm>
            <a:off x="5106048" y="3271431"/>
            <a:ext cx="798151" cy="941468"/>
          </a:xfrm>
          <a:custGeom>
            <a:avLst/>
            <a:gdLst/>
            <a:ahLst/>
            <a:cxnLst/>
            <a:rect l="l" t="t" r="r" b="b"/>
            <a:pathLst>
              <a:path w="798151" h="941468">
                <a:moveTo>
                  <a:pt x="0" y="0"/>
                </a:moveTo>
                <a:lnTo>
                  <a:pt x="753123" y="0"/>
                </a:lnTo>
                <a:cubicBezTo>
                  <a:pt x="777991" y="0"/>
                  <a:pt x="798151" y="20160"/>
                  <a:pt x="798151" y="45028"/>
                </a:cubicBezTo>
                <a:lnTo>
                  <a:pt x="798151" y="941468"/>
                </a:lnTo>
                <a:lnTo>
                  <a:pt x="0" y="941468"/>
                </a:lnTo>
                <a:lnTo>
                  <a:pt x="0" y="0"/>
                </a:lnTo>
                <a:close/>
              </a:path>
            </a:pathLst>
          </a:custGeom>
          <a:solidFill>
            <a:srgbClr val="D5DDE2"/>
          </a:solidFill>
          <a:ln>
            <a:noFill/>
          </a:ln>
        </p:spPr>
      </p:sp>
      <p:sp>
        <p:nvSpPr>
          <p:cNvPr id="97" name="!!path-2y3"/>
          <p:cNvSpPr/>
          <p:nvPr/>
        </p:nvSpPr>
        <p:spPr>
          <a:xfrm>
            <a:off x="4784935" y="3271431"/>
            <a:ext cx="321113" cy="1122049"/>
          </a:xfrm>
          <a:custGeom>
            <a:avLst/>
            <a:gdLst/>
            <a:ahLst/>
            <a:cxnLst/>
            <a:rect l="l" t="t" r="r" b="b"/>
            <a:pathLst>
              <a:path w="321113" h="1122049">
                <a:moveTo>
                  <a:pt x="13188" y="1118940"/>
                </a:moveTo>
                <a:lnTo>
                  <a:pt x="7589" y="1112117"/>
                </a:lnTo>
                <a:lnTo>
                  <a:pt x="3428" y="1104332"/>
                </a:lnTo>
                <a:lnTo>
                  <a:pt x="865" y="1095885"/>
                </a:lnTo>
                <a:lnTo>
                  <a:pt x="0" y="1087101"/>
                </a:lnTo>
                <a:lnTo>
                  <a:pt x="0" y="45028"/>
                </a:lnTo>
                <a:lnTo>
                  <a:pt x="865" y="36243"/>
                </a:lnTo>
                <a:lnTo>
                  <a:pt x="3428" y="27796"/>
                </a:lnTo>
                <a:lnTo>
                  <a:pt x="7589" y="20012"/>
                </a:lnTo>
                <a:lnTo>
                  <a:pt x="13188" y="13188"/>
                </a:lnTo>
                <a:lnTo>
                  <a:pt x="20012" y="7589"/>
                </a:lnTo>
                <a:lnTo>
                  <a:pt x="27796" y="3428"/>
                </a:lnTo>
                <a:lnTo>
                  <a:pt x="36243" y="865"/>
                </a:lnTo>
                <a:lnTo>
                  <a:pt x="45028" y="0"/>
                </a:lnTo>
                <a:lnTo>
                  <a:pt x="321113" y="0"/>
                </a:lnTo>
                <a:lnTo>
                  <a:pt x="321113" y="941468"/>
                </a:lnTo>
                <a:lnTo>
                  <a:pt x="16976" y="1122049"/>
                </a:lnTo>
                <a:close/>
              </a:path>
            </a:pathLst>
          </a:custGeom>
          <a:solidFill>
            <a:srgbClr val="C4CED5"/>
          </a:solidFill>
          <a:ln>
            <a:noFill/>
          </a:ln>
        </p:spPr>
      </p:sp>
      <p:sp>
        <p:nvSpPr>
          <p:cNvPr id="98" name="!!path-2y4"/>
          <p:cNvSpPr/>
          <p:nvPr/>
        </p:nvSpPr>
        <p:spPr>
          <a:xfrm>
            <a:off x="4801911" y="4212899"/>
            <a:ext cx="1102287" cy="190661"/>
          </a:xfrm>
          <a:custGeom>
            <a:avLst/>
            <a:gdLst/>
            <a:ahLst/>
            <a:cxnLst/>
            <a:rect l="l" t="t" r="r" b="b"/>
            <a:pathLst>
              <a:path w="1102287" h="190661">
                <a:moveTo>
                  <a:pt x="0" y="180581"/>
                </a:moveTo>
                <a:lnTo>
                  <a:pt x="3035" y="183072"/>
                </a:lnTo>
                <a:lnTo>
                  <a:pt x="10820" y="187233"/>
                </a:lnTo>
                <a:lnTo>
                  <a:pt x="19267" y="189796"/>
                </a:lnTo>
                <a:lnTo>
                  <a:pt x="28052" y="190661"/>
                </a:lnTo>
                <a:lnTo>
                  <a:pt x="1057260" y="190661"/>
                </a:lnTo>
                <a:lnTo>
                  <a:pt x="1066044" y="189796"/>
                </a:lnTo>
                <a:lnTo>
                  <a:pt x="1074491" y="187233"/>
                </a:lnTo>
                <a:lnTo>
                  <a:pt x="1082276" y="183072"/>
                </a:lnTo>
                <a:lnTo>
                  <a:pt x="1089099" y="177472"/>
                </a:lnTo>
                <a:lnTo>
                  <a:pt x="1094699" y="170649"/>
                </a:lnTo>
                <a:lnTo>
                  <a:pt x="1098860" y="162864"/>
                </a:lnTo>
                <a:lnTo>
                  <a:pt x="1101422" y="154417"/>
                </a:lnTo>
                <a:lnTo>
                  <a:pt x="1102287" y="145633"/>
                </a:lnTo>
                <a:lnTo>
                  <a:pt x="1102287" y="0"/>
                </a:lnTo>
                <a:lnTo>
                  <a:pt x="304137" y="0"/>
                </a:lnTo>
                <a:close/>
              </a:path>
            </a:pathLst>
          </a:custGeom>
          <a:solidFill>
            <a:srgbClr val="E8EDF0"/>
          </a:solidFill>
          <a:ln>
            <a:noFill/>
          </a:ln>
        </p:spPr>
      </p:sp>
      <p:sp>
        <p:nvSpPr>
          <p:cNvPr id="99" name="!!rect-2yl"/>
          <p:cNvSpPr/>
          <p:nvPr/>
        </p:nvSpPr>
        <p:spPr>
          <a:xfrm>
            <a:off x="4784935" y="3271431"/>
            <a:ext cx="1119264" cy="566064"/>
          </a:xfrm>
          <a:custGeom>
            <a:avLst/>
            <a:gdLst/>
            <a:ahLst/>
            <a:cxnLst/>
            <a:rect l="l" t="t" r="r" b="b"/>
            <a:pathLst>
              <a:path w="1119264" h="566064">
                <a:moveTo>
                  <a:pt x="45028" y="0"/>
                </a:moveTo>
                <a:lnTo>
                  <a:pt x="1074236" y="0"/>
                </a:lnTo>
                <a:cubicBezTo>
                  <a:pt x="1099104" y="0"/>
                  <a:pt x="1119264" y="20160"/>
                  <a:pt x="1119264" y="45028"/>
                </a:cubicBezTo>
                <a:lnTo>
                  <a:pt x="1119264" y="566064"/>
                </a:lnTo>
                <a:lnTo>
                  <a:pt x="0" y="566064"/>
                </a:lnTo>
                <a:lnTo>
                  <a:pt x="0" y="45028"/>
                </a:lnTo>
                <a:cubicBezTo>
                  <a:pt x="0" y="20160"/>
                  <a:pt x="20160" y="0"/>
                  <a:pt x="45028" y="0"/>
                </a:cubicBezTo>
                <a:close/>
              </a:path>
            </a:pathLst>
          </a:custGeom>
          <a:gradFill rotWithShape="1">
            <a:gsLst>
              <a:gs pos="0">
                <a:srgbClr val="0B1A26">
                  <a:alpha val="20000"/>
                </a:srgbClr>
              </a:gs>
              <a:gs pos="100000">
                <a:srgbClr val="0B1A26">
                  <a:alpha val="0"/>
                </a:srgbClr>
              </a:gs>
            </a:gsLst>
            <a:lin ang="5400000" scaled="0"/>
          </a:gradFill>
          <a:ln>
            <a:noFill/>
          </a:ln>
        </p:spPr>
      </p:sp>
      <p:sp>
        <p:nvSpPr>
          <p:cNvPr id="100" name="!!circle-2ym"/>
          <p:cNvSpPr/>
          <p:nvPr/>
        </p:nvSpPr>
        <p:spPr>
          <a:xfrm>
            <a:off x="5933788" y="3757732"/>
            <a:ext cx="43741" cy="43741"/>
          </a:xfrm>
          <a:prstGeom prst="ellipse">
            <a:avLst/>
          </a:prstGeom>
          <a:solidFill>
            <a:srgbClr val="AEB9C1"/>
          </a:solidFill>
          <a:ln>
            <a:noFill/>
          </a:ln>
        </p:spPr>
      </p:sp>
      <p:sp>
        <p:nvSpPr>
          <p:cNvPr id="101" name="!!rect-2yy"/>
          <p:cNvSpPr/>
          <p:nvPr/>
        </p:nvSpPr>
        <p:spPr>
          <a:xfrm>
            <a:off x="4784935" y="3271431"/>
            <a:ext cx="1119264" cy="1132129"/>
          </a:xfrm>
          <a:prstGeom prst="roundRect">
            <a:avLst>
              <a:gd name="adj" fmla="val 4023"/>
            </a:avLst>
          </a:prstGeom>
          <a:solidFill>
            <a:srgbClr val="F4F8FA">
              <a:alpha val="40000"/>
            </a:srgbClr>
          </a:solidFill>
          <a:ln>
            <a:noFill/>
          </a:ln>
        </p:spPr>
      </p:sp>
      <p:sp>
        <p:nvSpPr>
          <p:cNvPr id="102" name="!!path-2yz"/>
          <p:cNvSpPr/>
          <p:nvPr/>
        </p:nvSpPr>
        <p:spPr>
          <a:xfrm>
            <a:off x="5031173" y="3271431"/>
            <a:ext cx="492476" cy="1132129"/>
          </a:xfrm>
          <a:custGeom>
            <a:avLst/>
            <a:gdLst/>
            <a:ahLst/>
            <a:cxnLst/>
            <a:rect l="l" t="t" r="r" b="b"/>
            <a:pathLst>
              <a:path w="492476" h="1132129">
                <a:moveTo>
                  <a:pt x="313394" y="0"/>
                </a:moveTo>
                <a:lnTo>
                  <a:pt x="492476" y="0"/>
                </a:lnTo>
                <a:lnTo>
                  <a:pt x="179082" y="1132129"/>
                </a:lnTo>
                <a:lnTo>
                  <a:pt x="0" y="1132129"/>
                </a:lnTo>
                <a:close/>
              </a:path>
            </a:pathLst>
          </a:custGeom>
          <a:solidFill>
            <a:srgbClr val="FFFFFF">
              <a:alpha val="34000"/>
            </a:srgbClr>
          </a:solidFill>
          <a:ln>
            <a:noFill/>
          </a:ln>
        </p:spPr>
      </p:sp>
      <p:sp>
        <p:nvSpPr>
          <p:cNvPr id="103" name="!!path-2z0"/>
          <p:cNvSpPr/>
          <p:nvPr/>
        </p:nvSpPr>
        <p:spPr>
          <a:xfrm>
            <a:off x="5266218" y="3271431"/>
            <a:ext cx="358164" cy="1132129"/>
          </a:xfrm>
          <a:custGeom>
            <a:avLst/>
            <a:gdLst/>
            <a:ahLst/>
            <a:cxnLst/>
            <a:rect l="l" t="t" r="r" b="b"/>
            <a:pathLst>
              <a:path w="358164" h="1132129">
                <a:moveTo>
                  <a:pt x="313394" y="0"/>
                </a:moveTo>
                <a:lnTo>
                  <a:pt x="358164" y="0"/>
                </a:lnTo>
                <a:lnTo>
                  <a:pt x="44771" y="1132129"/>
                </a:lnTo>
                <a:lnTo>
                  <a:pt x="0" y="1132129"/>
                </a:lnTo>
                <a:close/>
              </a:path>
            </a:pathLst>
          </a:custGeom>
          <a:solidFill>
            <a:srgbClr val="FFFFFF">
              <a:alpha val="28000"/>
            </a:srgbClr>
          </a:solidFill>
          <a:ln>
            <a:noFill/>
          </a:ln>
        </p:spPr>
      </p:sp>
      <p:sp>
        <p:nvSpPr>
          <p:cNvPr id="104" name="!!rect-2z1"/>
          <p:cNvSpPr/>
          <p:nvPr/>
        </p:nvSpPr>
        <p:spPr>
          <a:xfrm>
            <a:off x="4790081" y="3276577"/>
            <a:ext cx="1108972" cy="1121837"/>
          </a:xfrm>
          <a:prstGeom prst="roundRect">
            <a:avLst>
              <a:gd name="adj" fmla="val 3770"/>
            </a:avLst>
          </a:prstGeom>
          <a:noFill/>
          <a:ln w="10292" cap="flat">
            <a:solidFill>
              <a:srgbClr val="FFFFFF">
                <a:alpha val="95000"/>
              </a:srgbClr>
            </a:solidFill>
            <a:prstDash val="solid"/>
            <a:miter lim="800000"/>
          </a:ln>
        </p:spPr>
      </p:sp>
      <p:sp>
        <p:nvSpPr>
          <p:cNvPr id="105" name="!!rect-2z2"/>
          <p:cNvSpPr/>
          <p:nvPr/>
        </p:nvSpPr>
        <p:spPr>
          <a:xfrm>
            <a:off x="4784935" y="3271431"/>
            <a:ext cx="1119264" cy="1132129"/>
          </a:xfrm>
          <a:prstGeom prst="roundRect">
            <a:avLst>
              <a:gd name="adj" fmla="val 4023"/>
            </a:avLst>
          </a:prstGeom>
          <a:noFill/>
          <a:ln w="6433" cap="flat">
            <a:solidFill>
              <a:srgbClr val="8FA0AB">
                <a:alpha val="50000"/>
              </a:srgbClr>
            </a:solidFill>
            <a:prstDash val="solid"/>
            <a:miter lim="800000"/>
          </a:ln>
        </p:spPr>
      </p:sp>
      <p:sp>
        <p:nvSpPr>
          <p:cNvPr id="106" name="!!rect-2z3"/>
          <p:cNvSpPr/>
          <p:nvPr/>
        </p:nvSpPr>
        <p:spPr>
          <a:xfrm>
            <a:off x="4855693" y="3342189"/>
            <a:ext cx="321628" cy="154381"/>
          </a:xfrm>
          <a:prstGeom prst="roundRect">
            <a:avLst>
              <a:gd name="adj" fmla="val 29167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107" name="!!text-2z6" descr="A01"/>
          <p:cNvSpPr txBox="1"/>
          <p:nvPr/>
        </p:nvSpPr>
        <p:spPr>
          <a:xfrm>
            <a:off x="4934511" y="3347078"/>
            <a:ext cx="191008" cy="13040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09" b="1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A01</a:t>
            </a:r>
            <a:endParaRPr lang="zh-TW" sz="709"/>
          </a:p>
        </p:txBody>
      </p:sp>
      <p:sp>
        <p:nvSpPr>
          <p:cNvPr id="108" name="!!rect-2zw"/>
          <p:cNvSpPr/>
          <p:nvPr/>
        </p:nvSpPr>
        <p:spPr>
          <a:xfrm>
            <a:off x="6328233" y="3271431"/>
            <a:ext cx="798151" cy="941468"/>
          </a:xfrm>
          <a:custGeom>
            <a:avLst/>
            <a:gdLst/>
            <a:ahLst/>
            <a:cxnLst/>
            <a:rect l="l" t="t" r="r" b="b"/>
            <a:pathLst>
              <a:path w="798151" h="941468">
                <a:moveTo>
                  <a:pt x="0" y="0"/>
                </a:moveTo>
                <a:lnTo>
                  <a:pt x="753123" y="0"/>
                </a:lnTo>
                <a:cubicBezTo>
                  <a:pt x="777991" y="0"/>
                  <a:pt x="798151" y="20160"/>
                  <a:pt x="798151" y="45028"/>
                </a:cubicBezTo>
                <a:lnTo>
                  <a:pt x="798151" y="941468"/>
                </a:lnTo>
                <a:lnTo>
                  <a:pt x="0" y="941468"/>
                </a:lnTo>
                <a:lnTo>
                  <a:pt x="0" y="0"/>
                </a:lnTo>
                <a:close/>
              </a:path>
            </a:pathLst>
          </a:custGeom>
          <a:solidFill>
            <a:srgbClr val="D5DDE2"/>
          </a:solidFill>
          <a:ln>
            <a:noFill/>
          </a:ln>
        </p:spPr>
      </p:sp>
      <p:sp>
        <p:nvSpPr>
          <p:cNvPr id="109" name="!!path-2zx"/>
          <p:cNvSpPr/>
          <p:nvPr/>
        </p:nvSpPr>
        <p:spPr>
          <a:xfrm>
            <a:off x="6007119" y="3271431"/>
            <a:ext cx="321113" cy="1122049"/>
          </a:xfrm>
          <a:custGeom>
            <a:avLst/>
            <a:gdLst/>
            <a:ahLst/>
            <a:cxnLst/>
            <a:rect l="l" t="t" r="r" b="b"/>
            <a:pathLst>
              <a:path w="321113" h="1122049">
                <a:moveTo>
                  <a:pt x="13188" y="1118940"/>
                </a:moveTo>
                <a:lnTo>
                  <a:pt x="7589" y="1112117"/>
                </a:lnTo>
                <a:lnTo>
                  <a:pt x="3428" y="1104332"/>
                </a:lnTo>
                <a:lnTo>
                  <a:pt x="865" y="1095885"/>
                </a:lnTo>
                <a:lnTo>
                  <a:pt x="0" y="1087101"/>
                </a:lnTo>
                <a:lnTo>
                  <a:pt x="0" y="45028"/>
                </a:lnTo>
                <a:lnTo>
                  <a:pt x="865" y="36243"/>
                </a:lnTo>
                <a:lnTo>
                  <a:pt x="3428" y="27796"/>
                </a:lnTo>
                <a:lnTo>
                  <a:pt x="7589" y="20012"/>
                </a:lnTo>
                <a:lnTo>
                  <a:pt x="13188" y="13188"/>
                </a:lnTo>
                <a:lnTo>
                  <a:pt x="20012" y="7589"/>
                </a:lnTo>
                <a:lnTo>
                  <a:pt x="27796" y="3428"/>
                </a:lnTo>
                <a:lnTo>
                  <a:pt x="36243" y="865"/>
                </a:lnTo>
                <a:lnTo>
                  <a:pt x="45028" y="0"/>
                </a:lnTo>
                <a:lnTo>
                  <a:pt x="321113" y="0"/>
                </a:lnTo>
                <a:lnTo>
                  <a:pt x="321113" y="941468"/>
                </a:lnTo>
                <a:lnTo>
                  <a:pt x="16976" y="1122049"/>
                </a:lnTo>
                <a:close/>
              </a:path>
            </a:pathLst>
          </a:custGeom>
          <a:solidFill>
            <a:srgbClr val="C4CED5"/>
          </a:solidFill>
          <a:ln>
            <a:noFill/>
          </a:ln>
        </p:spPr>
      </p:sp>
      <p:sp>
        <p:nvSpPr>
          <p:cNvPr id="110" name="!!path-2zy"/>
          <p:cNvSpPr/>
          <p:nvPr/>
        </p:nvSpPr>
        <p:spPr>
          <a:xfrm>
            <a:off x="6024096" y="4212899"/>
            <a:ext cx="1102287" cy="190661"/>
          </a:xfrm>
          <a:custGeom>
            <a:avLst/>
            <a:gdLst/>
            <a:ahLst/>
            <a:cxnLst/>
            <a:rect l="l" t="t" r="r" b="b"/>
            <a:pathLst>
              <a:path w="1102287" h="190661">
                <a:moveTo>
                  <a:pt x="0" y="180581"/>
                </a:moveTo>
                <a:lnTo>
                  <a:pt x="3035" y="183072"/>
                </a:lnTo>
                <a:lnTo>
                  <a:pt x="10820" y="187233"/>
                </a:lnTo>
                <a:lnTo>
                  <a:pt x="19267" y="189796"/>
                </a:lnTo>
                <a:lnTo>
                  <a:pt x="28052" y="190661"/>
                </a:lnTo>
                <a:lnTo>
                  <a:pt x="1057260" y="190661"/>
                </a:lnTo>
                <a:lnTo>
                  <a:pt x="1066044" y="189796"/>
                </a:lnTo>
                <a:lnTo>
                  <a:pt x="1074491" y="187233"/>
                </a:lnTo>
                <a:lnTo>
                  <a:pt x="1082276" y="183072"/>
                </a:lnTo>
                <a:lnTo>
                  <a:pt x="1089099" y="177472"/>
                </a:lnTo>
                <a:lnTo>
                  <a:pt x="1094699" y="170649"/>
                </a:lnTo>
                <a:lnTo>
                  <a:pt x="1098860" y="162864"/>
                </a:lnTo>
                <a:lnTo>
                  <a:pt x="1101422" y="154417"/>
                </a:lnTo>
                <a:lnTo>
                  <a:pt x="1102287" y="145633"/>
                </a:lnTo>
                <a:lnTo>
                  <a:pt x="1102287" y="0"/>
                </a:lnTo>
                <a:lnTo>
                  <a:pt x="304137" y="0"/>
                </a:lnTo>
                <a:close/>
              </a:path>
            </a:pathLst>
          </a:custGeom>
          <a:solidFill>
            <a:srgbClr val="E8EDF0"/>
          </a:solidFill>
          <a:ln>
            <a:noFill/>
          </a:ln>
        </p:spPr>
      </p:sp>
      <p:sp>
        <p:nvSpPr>
          <p:cNvPr id="111" name="!!ellipse-2zz"/>
          <p:cNvSpPr/>
          <p:nvPr/>
        </p:nvSpPr>
        <p:spPr>
          <a:xfrm>
            <a:off x="6580749" y="4272966"/>
            <a:ext cx="558345" cy="64326"/>
          </a:xfrm>
          <a:prstGeom prst="ellipse">
            <a:avLst/>
          </a:prstGeom>
          <a:solidFill>
            <a:srgbClr val="0B1A26">
              <a:alpha val="14000"/>
            </a:srgbClr>
          </a:solidFill>
          <a:ln>
            <a:noFill/>
          </a:ln>
        </p:spPr>
      </p:sp>
      <p:sp>
        <p:nvSpPr>
          <p:cNvPr id="112" name="!!rect-301"/>
          <p:cNvSpPr/>
          <p:nvPr/>
        </p:nvSpPr>
        <p:spPr>
          <a:xfrm>
            <a:off x="6609052" y="3668306"/>
            <a:ext cx="450279" cy="630390"/>
          </a:xfrm>
          <a:prstGeom prst="roundRect">
            <a:avLst>
              <a:gd name="adj" fmla="val 4286"/>
            </a:avLst>
          </a:prstGeom>
          <a:gradFill rotWithShape="1">
            <a:gsLst>
              <a:gs pos="0">
                <a:srgbClr val="AB6C59"/>
              </a:gs>
              <a:gs pos="100000">
                <a:srgbClr val="834C3C"/>
              </a:gs>
              <a:gs pos="100000">
                <a:srgbClr val="834C3C"/>
              </a:gs>
            </a:gsLst>
            <a:lin ang="3267739" scaled="0"/>
          </a:gradFill>
          <a:ln>
            <a:noFill/>
          </a:ln>
        </p:spPr>
      </p:sp>
      <p:sp>
        <p:nvSpPr>
          <p:cNvPr id="113" name="!!rect-302"/>
          <p:cNvSpPr/>
          <p:nvPr/>
        </p:nvSpPr>
        <p:spPr>
          <a:xfrm>
            <a:off x="6649577" y="3668306"/>
            <a:ext cx="22514" cy="630390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</p:spPr>
      </p:sp>
      <p:sp>
        <p:nvSpPr>
          <p:cNvPr id="114" name="!!rect-303"/>
          <p:cNvSpPr/>
          <p:nvPr/>
        </p:nvSpPr>
        <p:spPr>
          <a:xfrm>
            <a:off x="6721622" y="3781777"/>
            <a:ext cx="252156" cy="44127"/>
          </a:xfrm>
          <a:prstGeom prst="roundRect">
            <a:avLst>
              <a:gd name="adj" fmla="val 28571"/>
            </a:avLst>
          </a:prstGeom>
          <a:solidFill>
            <a:srgbClr val="F1E3C8"/>
          </a:solidFill>
          <a:ln>
            <a:noFill/>
          </a:ln>
        </p:spPr>
      </p:sp>
      <p:sp>
        <p:nvSpPr>
          <p:cNvPr id="115" name="!!rect-304"/>
          <p:cNvSpPr/>
          <p:nvPr/>
        </p:nvSpPr>
        <p:spPr>
          <a:xfrm>
            <a:off x="6721622" y="3857424"/>
            <a:ext cx="171106" cy="28368"/>
          </a:xfrm>
          <a:prstGeom prst="roundRect">
            <a:avLst>
              <a:gd name="adj" fmla="val 44444"/>
            </a:avLst>
          </a:prstGeom>
          <a:solidFill>
            <a:srgbClr val="F1E3C8">
              <a:alpha val="72000"/>
            </a:srgbClr>
          </a:solidFill>
          <a:ln>
            <a:noFill/>
          </a:ln>
        </p:spPr>
      </p:sp>
      <p:sp>
        <p:nvSpPr>
          <p:cNvPr id="116" name="!!rect-305"/>
          <p:cNvSpPr/>
          <p:nvPr/>
        </p:nvSpPr>
        <p:spPr>
          <a:xfrm>
            <a:off x="6721622" y="4172619"/>
            <a:ext cx="126078" cy="25216"/>
          </a:xfrm>
          <a:prstGeom prst="roundRect">
            <a:avLst>
              <a:gd name="adj" fmla="val 50000"/>
            </a:avLst>
          </a:prstGeom>
          <a:solidFill>
            <a:srgbClr val="F1E3C8">
              <a:alpha val="55000"/>
            </a:srgbClr>
          </a:solidFill>
          <a:ln>
            <a:noFill/>
          </a:ln>
        </p:spPr>
      </p:sp>
      <p:sp>
        <p:nvSpPr>
          <p:cNvPr id="117" name="!!rect-306"/>
          <p:cNvSpPr/>
          <p:nvPr/>
        </p:nvSpPr>
        <p:spPr>
          <a:xfrm>
            <a:off x="6007119" y="3271431"/>
            <a:ext cx="1119264" cy="566064"/>
          </a:xfrm>
          <a:custGeom>
            <a:avLst/>
            <a:gdLst/>
            <a:ahLst/>
            <a:cxnLst/>
            <a:rect l="l" t="t" r="r" b="b"/>
            <a:pathLst>
              <a:path w="1119264" h="566064">
                <a:moveTo>
                  <a:pt x="45028" y="0"/>
                </a:moveTo>
                <a:lnTo>
                  <a:pt x="1074236" y="0"/>
                </a:lnTo>
                <a:cubicBezTo>
                  <a:pt x="1099104" y="0"/>
                  <a:pt x="1119264" y="20160"/>
                  <a:pt x="1119264" y="45028"/>
                </a:cubicBezTo>
                <a:lnTo>
                  <a:pt x="1119264" y="566064"/>
                </a:lnTo>
                <a:lnTo>
                  <a:pt x="0" y="566064"/>
                </a:lnTo>
                <a:lnTo>
                  <a:pt x="0" y="45028"/>
                </a:lnTo>
                <a:cubicBezTo>
                  <a:pt x="0" y="20160"/>
                  <a:pt x="20160" y="0"/>
                  <a:pt x="45028" y="0"/>
                </a:cubicBezTo>
                <a:close/>
              </a:path>
            </a:pathLst>
          </a:custGeom>
          <a:gradFill rotWithShape="1">
            <a:gsLst>
              <a:gs pos="0">
                <a:srgbClr val="0B1A26">
                  <a:alpha val="20000"/>
                </a:srgbClr>
              </a:gs>
              <a:gs pos="100000">
                <a:srgbClr val="0B1A26">
                  <a:alpha val="0"/>
                </a:srgbClr>
              </a:gs>
            </a:gsLst>
            <a:lin ang="5400000" scaled="0"/>
          </a:gradFill>
          <a:ln>
            <a:noFill/>
          </a:ln>
        </p:spPr>
      </p:sp>
      <p:sp>
        <p:nvSpPr>
          <p:cNvPr id="118" name="!!circle-307"/>
          <p:cNvSpPr/>
          <p:nvPr/>
        </p:nvSpPr>
        <p:spPr>
          <a:xfrm>
            <a:off x="5933788" y="3873518"/>
            <a:ext cx="43741" cy="43741"/>
          </a:xfrm>
          <a:prstGeom prst="ellipse">
            <a:avLst/>
          </a:prstGeom>
          <a:solidFill>
            <a:srgbClr val="AEB9C1"/>
          </a:solidFill>
          <a:ln>
            <a:noFill/>
          </a:ln>
        </p:spPr>
      </p:sp>
      <p:sp>
        <p:nvSpPr>
          <p:cNvPr id="119" name="!!rect-309"/>
          <p:cNvSpPr/>
          <p:nvPr/>
        </p:nvSpPr>
        <p:spPr>
          <a:xfrm>
            <a:off x="6007119" y="3271431"/>
            <a:ext cx="1119264" cy="1132129"/>
          </a:xfrm>
          <a:prstGeom prst="roundRect">
            <a:avLst>
              <a:gd name="adj" fmla="val 4023"/>
            </a:avLst>
          </a:prstGeom>
          <a:solidFill>
            <a:srgbClr val="F4F8FA">
              <a:alpha val="40000"/>
            </a:srgbClr>
          </a:solidFill>
          <a:ln>
            <a:noFill/>
          </a:ln>
        </p:spPr>
      </p:sp>
      <p:sp>
        <p:nvSpPr>
          <p:cNvPr id="120" name="!!path-30a"/>
          <p:cNvSpPr/>
          <p:nvPr/>
        </p:nvSpPr>
        <p:spPr>
          <a:xfrm>
            <a:off x="6253357" y="3271431"/>
            <a:ext cx="492476" cy="1132129"/>
          </a:xfrm>
          <a:custGeom>
            <a:avLst/>
            <a:gdLst/>
            <a:ahLst/>
            <a:cxnLst/>
            <a:rect l="l" t="t" r="r" b="b"/>
            <a:pathLst>
              <a:path w="492476" h="1132129">
                <a:moveTo>
                  <a:pt x="313394" y="0"/>
                </a:moveTo>
                <a:lnTo>
                  <a:pt x="492476" y="0"/>
                </a:lnTo>
                <a:lnTo>
                  <a:pt x="179082" y="1132129"/>
                </a:lnTo>
                <a:lnTo>
                  <a:pt x="0" y="1132129"/>
                </a:lnTo>
                <a:close/>
              </a:path>
            </a:pathLst>
          </a:custGeom>
          <a:solidFill>
            <a:srgbClr val="FFFFFF">
              <a:alpha val="34000"/>
            </a:srgbClr>
          </a:solidFill>
          <a:ln>
            <a:noFill/>
          </a:ln>
        </p:spPr>
      </p:sp>
      <p:sp>
        <p:nvSpPr>
          <p:cNvPr id="121" name="!!path-30b"/>
          <p:cNvSpPr/>
          <p:nvPr/>
        </p:nvSpPr>
        <p:spPr>
          <a:xfrm>
            <a:off x="6488403" y="3271431"/>
            <a:ext cx="358164" cy="1132129"/>
          </a:xfrm>
          <a:custGeom>
            <a:avLst/>
            <a:gdLst/>
            <a:ahLst/>
            <a:cxnLst/>
            <a:rect l="l" t="t" r="r" b="b"/>
            <a:pathLst>
              <a:path w="358164" h="1132129">
                <a:moveTo>
                  <a:pt x="313394" y="0"/>
                </a:moveTo>
                <a:lnTo>
                  <a:pt x="358164" y="0"/>
                </a:lnTo>
                <a:lnTo>
                  <a:pt x="44771" y="1132129"/>
                </a:lnTo>
                <a:lnTo>
                  <a:pt x="0" y="1132129"/>
                </a:lnTo>
                <a:close/>
              </a:path>
            </a:pathLst>
          </a:custGeom>
          <a:solidFill>
            <a:srgbClr val="FFFFFF">
              <a:alpha val="28000"/>
            </a:srgbClr>
          </a:solidFill>
          <a:ln>
            <a:noFill/>
          </a:ln>
        </p:spPr>
      </p:sp>
      <p:sp>
        <p:nvSpPr>
          <p:cNvPr id="122" name="!!rect-30c"/>
          <p:cNvSpPr/>
          <p:nvPr/>
        </p:nvSpPr>
        <p:spPr>
          <a:xfrm>
            <a:off x="6012265" y="3276577"/>
            <a:ext cx="1108972" cy="1121837"/>
          </a:xfrm>
          <a:prstGeom prst="roundRect">
            <a:avLst>
              <a:gd name="adj" fmla="val 3770"/>
            </a:avLst>
          </a:prstGeom>
          <a:noFill/>
          <a:ln w="10292" cap="flat">
            <a:solidFill>
              <a:srgbClr val="FFFFFF">
                <a:alpha val="95000"/>
              </a:srgbClr>
            </a:solidFill>
            <a:prstDash val="solid"/>
            <a:miter lim="800000"/>
          </a:ln>
        </p:spPr>
      </p:sp>
      <p:sp>
        <p:nvSpPr>
          <p:cNvPr id="123" name="!!rect-30d"/>
          <p:cNvSpPr/>
          <p:nvPr/>
        </p:nvSpPr>
        <p:spPr>
          <a:xfrm>
            <a:off x="6007119" y="3271431"/>
            <a:ext cx="1119264" cy="1132129"/>
          </a:xfrm>
          <a:prstGeom prst="roundRect">
            <a:avLst>
              <a:gd name="adj" fmla="val 4023"/>
            </a:avLst>
          </a:prstGeom>
          <a:noFill/>
          <a:ln w="6433" cap="flat">
            <a:solidFill>
              <a:srgbClr val="8FA0AB">
                <a:alpha val="50000"/>
              </a:srgbClr>
            </a:solidFill>
            <a:prstDash val="solid"/>
            <a:miter lim="800000"/>
          </a:ln>
        </p:spPr>
      </p:sp>
      <p:sp>
        <p:nvSpPr>
          <p:cNvPr id="124" name="!!rect-30e"/>
          <p:cNvSpPr/>
          <p:nvPr/>
        </p:nvSpPr>
        <p:spPr>
          <a:xfrm>
            <a:off x="6077878" y="3342189"/>
            <a:ext cx="321628" cy="154381"/>
          </a:xfrm>
          <a:prstGeom prst="roundRect">
            <a:avLst>
              <a:gd name="adj" fmla="val 29167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125" name="!!text-30f" descr="A02"/>
          <p:cNvSpPr txBox="1"/>
          <p:nvPr/>
        </p:nvSpPr>
        <p:spPr>
          <a:xfrm>
            <a:off x="6156696" y="3347078"/>
            <a:ext cx="191008" cy="13040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09" b="1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A02</a:t>
            </a:r>
            <a:endParaRPr lang="zh-TW" sz="709"/>
          </a:p>
        </p:txBody>
      </p:sp>
      <p:sp>
        <p:nvSpPr>
          <p:cNvPr id="126" name="!!rect-30m"/>
          <p:cNvSpPr/>
          <p:nvPr/>
        </p:nvSpPr>
        <p:spPr>
          <a:xfrm>
            <a:off x="5106048" y="4493615"/>
            <a:ext cx="798151" cy="941468"/>
          </a:xfrm>
          <a:custGeom>
            <a:avLst/>
            <a:gdLst/>
            <a:ahLst/>
            <a:cxnLst/>
            <a:rect l="l" t="t" r="r" b="b"/>
            <a:pathLst>
              <a:path w="798151" h="941468">
                <a:moveTo>
                  <a:pt x="0" y="0"/>
                </a:moveTo>
                <a:lnTo>
                  <a:pt x="753123" y="0"/>
                </a:lnTo>
                <a:cubicBezTo>
                  <a:pt x="777991" y="0"/>
                  <a:pt x="798151" y="20160"/>
                  <a:pt x="798151" y="45028"/>
                </a:cubicBezTo>
                <a:lnTo>
                  <a:pt x="798151" y="941468"/>
                </a:lnTo>
                <a:lnTo>
                  <a:pt x="0" y="941468"/>
                </a:lnTo>
                <a:lnTo>
                  <a:pt x="0" y="0"/>
                </a:lnTo>
                <a:close/>
              </a:path>
            </a:pathLst>
          </a:custGeom>
          <a:solidFill>
            <a:srgbClr val="D5DDE2"/>
          </a:solidFill>
          <a:ln>
            <a:noFill/>
          </a:ln>
        </p:spPr>
      </p:sp>
      <p:sp>
        <p:nvSpPr>
          <p:cNvPr id="127" name="!!path-30n"/>
          <p:cNvSpPr/>
          <p:nvPr/>
        </p:nvSpPr>
        <p:spPr>
          <a:xfrm>
            <a:off x="4784935" y="4493615"/>
            <a:ext cx="321113" cy="1122049"/>
          </a:xfrm>
          <a:custGeom>
            <a:avLst/>
            <a:gdLst/>
            <a:ahLst/>
            <a:cxnLst/>
            <a:rect l="l" t="t" r="r" b="b"/>
            <a:pathLst>
              <a:path w="321113" h="1122049">
                <a:moveTo>
                  <a:pt x="13188" y="1118940"/>
                </a:moveTo>
                <a:lnTo>
                  <a:pt x="7589" y="1112117"/>
                </a:lnTo>
                <a:lnTo>
                  <a:pt x="3428" y="1104332"/>
                </a:lnTo>
                <a:lnTo>
                  <a:pt x="865" y="1095885"/>
                </a:lnTo>
                <a:lnTo>
                  <a:pt x="0" y="1087101"/>
                </a:lnTo>
                <a:lnTo>
                  <a:pt x="0" y="45028"/>
                </a:lnTo>
                <a:lnTo>
                  <a:pt x="865" y="36243"/>
                </a:lnTo>
                <a:lnTo>
                  <a:pt x="3428" y="27796"/>
                </a:lnTo>
                <a:lnTo>
                  <a:pt x="7589" y="20012"/>
                </a:lnTo>
                <a:lnTo>
                  <a:pt x="13188" y="13188"/>
                </a:lnTo>
                <a:lnTo>
                  <a:pt x="20012" y="7589"/>
                </a:lnTo>
                <a:lnTo>
                  <a:pt x="27796" y="3428"/>
                </a:lnTo>
                <a:lnTo>
                  <a:pt x="36243" y="865"/>
                </a:lnTo>
                <a:lnTo>
                  <a:pt x="45028" y="0"/>
                </a:lnTo>
                <a:lnTo>
                  <a:pt x="321113" y="0"/>
                </a:lnTo>
                <a:lnTo>
                  <a:pt x="321113" y="941468"/>
                </a:lnTo>
                <a:lnTo>
                  <a:pt x="16976" y="1122049"/>
                </a:lnTo>
                <a:close/>
              </a:path>
            </a:pathLst>
          </a:custGeom>
          <a:solidFill>
            <a:srgbClr val="C4CED5"/>
          </a:solidFill>
          <a:ln>
            <a:noFill/>
          </a:ln>
        </p:spPr>
      </p:sp>
      <p:sp>
        <p:nvSpPr>
          <p:cNvPr id="128" name="!!path-30o"/>
          <p:cNvSpPr/>
          <p:nvPr/>
        </p:nvSpPr>
        <p:spPr>
          <a:xfrm>
            <a:off x="4801911" y="5435084"/>
            <a:ext cx="1102287" cy="190661"/>
          </a:xfrm>
          <a:custGeom>
            <a:avLst/>
            <a:gdLst/>
            <a:ahLst/>
            <a:cxnLst/>
            <a:rect l="l" t="t" r="r" b="b"/>
            <a:pathLst>
              <a:path w="1102287" h="190661">
                <a:moveTo>
                  <a:pt x="0" y="180581"/>
                </a:moveTo>
                <a:lnTo>
                  <a:pt x="3035" y="183072"/>
                </a:lnTo>
                <a:lnTo>
                  <a:pt x="10820" y="187233"/>
                </a:lnTo>
                <a:lnTo>
                  <a:pt x="19267" y="189796"/>
                </a:lnTo>
                <a:lnTo>
                  <a:pt x="28052" y="190661"/>
                </a:lnTo>
                <a:lnTo>
                  <a:pt x="1057260" y="190661"/>
                </a:lnTo>
                <a:lnTo>
                  <a:pt x="1066044" y="189796"/>
                </a:lnTo>
                <a:lnTo>
                  <a:pt x="1074491" y="187233"/>
                </a:lnTo>
                <a:lnTo>
                  <a:pt x="1082276" y="183072"/>
                </a:lnTo>
                <a:lnTo>
                  <a:pt x="1089099" y="177472"/>
                </a:lnTo>
                <a:lnTo>
                  <a:pt x="1094699" y="170649"/>
                </a:lnTo>
                <a:lnTo>
                  <a:pt x="1098860" y="162864"/>
                </a:lnTo>
                <a:lnTo>
                  <a:pt x="1101422" y="154417"/>
                </a:lnTo>
                <a:lnTo>
                  <a:pt x="1102287" y="145633"/>
                </a:lnTo>
                <a:lnTo>
                  <a:pt x="1102287" y="0"/>
                </a:lnTo>
                <a:lnTo>
                  <a:pt x="304137" y="0"/>
                </a:lnTo>
                <a:close/>
              </a:path>
            </a:pathLst>
          </a:custGeom>
          <a:solidFill>
            <a:srgbClr val="E8EDF0"/>
          </a:solidFill>
          <a:ln>
            <a:noFill/>
          </a:ln>
        </p:spPr>
      </p:sp>
      <p:sp>
        <p:nvSpPr>
          <p:cNvPr id="129" name="!!ellipse-30p"/>
          <p:cNvSpPr/>
          <p:nvPr/>
        </p:nvSpPr>
        <p:spPr>
          <a:xfrm>
            <a:off x="5269023" y="5495151"/>
            <a:ext cx="558345" cy="64326"/>
          </a:xfrm>
          <a:prstGeom prst="ellipse">
            <a:avLst/>
          </a:prstGeom>
          <a:solidFill>
            <a:srgbClr val="0B1A26">
              <a:alpha val="14000"/>
            </a:srgbClr>
          </a:solidFill>
          <a:ln>
            <a:noFill/>
          </a:ln>
        </p:spPr>
      </p:sp>
      <p:sp>
        <p:nvSpPr>
          <p:cNvPr id="130" name="!!rect-30r"/>
          <p:cNvSpPr/>
          <p:nvPr/>
        </p:nvSpPr>
        <p:spPr>
          <a:xfrm>
            <a:off x="5297326" y="4890491"/>
            <a:ext cx="450279" cy="630390"/>
          </a:xfrm>
          <a:prstGeom prst="roundRect">
            <a:avLst>
              <a:gd name="adj" fmla="val 4286"/>
            </a:avLst>
          </a:prstGeom>
          <a:gradFill rotWithShape="1">
            <a:gsLst>
              <a:gs pos="0">
                <a:srgbClr val="4D76A6"/>
              </a:gs>
              <a:gs pos="100000">
                <a:srgbClr val="32557E"/>
              </a:gs>
              <a:gs pos="100000">
                <a:srgbClr val="32557E"/>
              </a:gs>
            </a:gsLst>
            <a:lin ang="3267739" scaled="0"/>
          </a:gradFill>
          <a:ln>
            <a:noFill/>
          </a:ln>
        </p:spPr>
      </p:sp>
      <p:sp>
        <p:nvSpPr>
          <p:cNvPr id="131" name="!!rect-30s"/>
          <p:cNvSpPr/>
          <p:nvPr/>
        </p:nvSpPr>
        <p:spPr>
          <a:xfrm>
            <a:off x="5337851" y="4890491"/>
            <a:ext cx="22514" cy="630390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</p:spPr>
      </p:sp>
      <p:sp>
        <p:nvSpPr>
          <p:cNvPr id="132" name="!!rect-30t"/>
          <p:cNvSpPr/>
          <p:nvPr/>
        </p:nvSpPr>
        <p:spPr>
          <a:xfrm>
            <a:off x="5409896" y="5003961"/>
            <a:ext cx="252156" cy="44127"/>
          </a:xfrm>
          <a:prstGeom prst="roundRect">
            <a:avLst>
              <a:gd name="adj" fmla="val 28571"/>
            </a:avLst>
          </a:prstGeom>
          <a:solidFill>
            <a:srgbClr val="E9EEF1"/>
          </a:solidFill>
          <a:ln>
            <a:noFill/>
          </a:ln>
        </p:spPr>
      </p:sp>
      <p:sp>
        <p:nvSpPr>
          <p:cNvPr id="133" name="!!rect-30u"/>
          <p:cNvSpPr/>
          <p:nvPr/>
        </p:nvSpPr>
        <p:spPr>
          <a:xfrm>
            <a:off x="5409896" y="5079608"/>
            <a:ext cx="171106" cy="28368"/>
          </a:xfrm>
          <a:prstGeom prst="roundRect">
            <a:avLst>
              <a:gd name="adj" fmla="val 44444"/>
            </a:avLst>
          </a:prstGeom>
          <a:solidFill>
            <a:srgbClr val="E9EEF1">
              <a:alpha val="72000"/>
            </a:srgbClr>
          </a:solidFill>
          <a:ln>
            <a:noFill/>
          </a:ln>
        </p:spPr>
      </p:sp>
      <p:sp>
        <p:nvSpPr>
          <p:cNvPr id="134" name="!!rect-30v"/>
          <p:cNvSpPr/>
          <p:nvPr/>
        </p:nvSpPr>
        <p:spPr>
          <a:xfrm>
            <a:off x="5409896" y="5394803"/>
            <a:ext cx="126078" cy="25216"/>
          </a:xfrm>
          <a:prstGeom prst="roundRect">
            <a:avLst>
              <a:gd name="adj" fmla="val 50000"/>
            </a:avLst>
          </a:prstGeom>
          <a:solidFill>
            <a:srgbClr val="E9EEF1">
              <a:alpha val="55000"/>
            </a:srgbClr>
          </a:solidFill>
          <a:ln>
            <a:noFill/>
          </a:ln>
        </p:spPr>
      </p:sp>
      <p:sp>
        <p:nvSpPr>
          <p:cNvPr id="135" name="!!rect-30w"/>
          <p:cNvSpPr/>
          <p:nvPr/>
        </p:nvSpPr>
        <p:spPr>
          <a:xfrm>
            <a:off x="4784935" y="4493615"/>
            <a:ext cx="1119264" cy="566064"/>
          </a:xfrm>
          <a:custGeom>
            <a:avLst/>
            <a:gdLst/>
            <a:ahLst/>
            <a:cxnLst/>
            <a:rect l="l" t="t" r="r" b="b"/>
            <a:pathLst>
              <a:path w="1119264" h="566064">
                <a:moveTo>
                  <a:pt x="45028" y="0"/>
                </a:moveTo>
                <a:lnTo>
                  <a:pt x="1074236" y="0"/>
                </a:lnTo>
                <a:cubicBezTo>
                  <a:pt x="1099104" y="0"/>
                  <a:pt x="1119264" y="20160"/>
                  <a:pt x="1119264" y="45028"/>
                </a:cubicBezTo>
                <a:lnTo>
                  <a:pt x="1119264" y="566064"/>
                </a:lnTo>
                <a:lnTo>
                  <a:pt x="0" y="566064"/>
                </a:lnTo>
                <a:lnTo>
                  <a:pt x="0" y="45028"/>
                </a:lnTo>
                <a:cubicBezTo>
                  <a:pt x="0" y="20160"/>
                  <a:pt x="20160" y="0"/>
                  <a:pt x="45028" y="0"/>
                </a:cubicBezTo>
                <a:close/>
              </a:path>
            </a:pathLst>
          </a:custGeom>
          <a:gradFill rotWithShape="1">
            <a:gsLst>
              <a:gs pos="0">
                <a:srgbClr val="0B1A26">
                  <a:alpha val="20000"/>
                </a:srgbClr>
              </a:gs>
              <a:gs pos="100000">
                <a:srgbClr val="0B1A26">
                  <a:alpha val="0"/>
                </a:srgbClr>
              </a:gs>
            </a:gsLst>
            <a:lin ang="5400000" scaled="0"/>
          </a:gradFill>
          <a:ln>
            <a:noFill/>
          </a:ln>
        </p:spPr>
      </p:sp>
      <p:sp>
        <p:nvSpPr>
          <p:cNvPr id="136" name="!!circle-30x"/>
          <p:cNvSpPr/>
          <p:nvPr/>
        </p:nvSpPr>
        <p:spPr>
          <a:xfrm>
            <a:off x="5933788" y="4979916"/>
            <a:ext cx="43741" cy="43741"/>
          </a:xfrm>
          <a:prstGeom prst="ellipse">
            <a:avLst/>
          </a:prstGeom>
          <a:solidFill>
            <a:srgbClr val="AEB9C1"/>
          </a:solidFill>
          <a:ln>
            <a:noFill/>
          </a:ln>
        </p:spPr>
      </p:sp>
      <p:sp>
        <p:nvSpPr>
          <p:cNvPr id="137" name="!!rect-30z"/>
          <p:cNvSpPr/>
          <p:nvPr/>
        </p:nvSpPr>
        <p:spPr>
          <a:xfrm>
            <a:off x="4784935" y="4493615"/>
            <a:ext cx="1119264" cy="1132129"/>
          </a:xfrm>
          <a:prstGeom prst="roundRect">
            <a:avLst>
              <a:gd name="adj" fmla="val 4023"/>
            </a:avLst>
          </a:prstGeom>
          <a:solidFill>
            <a:srgbClr val="F4F8FA">
              <a:alpha val="40000"/>
            </a:srgbClr>
          </a:solidFill>
          <a:ln>
            <a:noFill/>
          </a:ln>
        </p:spPr>
      </p:sp>
      <p:sp>
        <p:nvSpPr>
          <p:cNvPr id="138" name="!!path-310"/>
          <p:cNvSpPr/>
          <p:nvPr/>
        </p:nvSpPr>
        <p:spPr>
          <a:xfrm>
            <a:off x="5031173" y="4493615"/>
            <a:ext cx="492476" cy="1132129"/>
          </a:xfrm>
          <a:custGeom>
            <a:avLst/>
            <a:gdLst/>
            <a:ahLst/>
            <a:cxnLst/>
            <a:rect l="l" t="t" r="r" b="b"/>
            <a:pathLst>
              <a:path w="492476" h="1132129">
                <a:moveTo>
                  <a:pt x="313394" y="0"/>
                </a:moveTo>
                <a:lnTo>
                  <a:pt x="492476" y="0"/>
                </a:lnTo>
                <a:lnTo>
                  <a:pt x="179082" y="1132129"/>
                </a:lnTo>
                <a:lnTo>
                  <a:pt x="0" y="1132129"/>
                </a:lnTo>
                <a:close/>
              </a:path>
            </a:pathLst>
          </a:custGeom>
          <a:solidFill>
            <a:srgbClr val="FFFFFF">
              <a:alpha val="34000"/>
            </a:srgbClr>
          </a:solidFill>
          <a:ln>
            <a:noFill/>
          </a:ln>
        </p:spPr>
      </p:sp>
      <p:sp>
        <p:nvSpPr>
          <p:cNvPr id="139" name="!!path-311"/>
          <p:cNvSpPr/>
          <p:nvPr/>
        </p:nvSpPr>
        <p:spPr>
          <a:xfrm>
            <a:off x="5266218" y="4493615"/>
            <a:ext cx="358164" cy="1132129"/>
          </a:xfrm>
          <a:custGeom>
            <a:avLst/>
            <a:gdLst/>
            <a:ahLst/>
            <a:cxnLst/>
            <a:rect l="l" t="t" r="r" b="b"/>
            <a:pathLst>
              <a:path w="358164" h="1132129">
                <a:moveTo>
                  <a:pt x="313394" y="0"/>
                </a:moveTo>
                <a:lnTo>
                  <a:pt x="358164" y="0"/>
                </a:lnTo>
                <a:lnTo>
                  <a:pt x="44771" y="1132129"/>
                </a:lnTo>
                <a:lnTo>
                  <a:pt x="0" y="1132129"/>
                </a:lnTo>
                <a:close/>
              </a:path>
            </a:pathLst>
          </a:custGeom>
          <a:solidFill>
            <a:srgbClr val="FFFFFF">
              <a:alpha val="28000"/>
            </a:srgbClr>
          </a:solidFill>
          <a:ln>
            <a:noFill/>
          </a:ln>
        </p:spPr>
      </p:sp>
      <p:sp>
        <p:nvSpPr>
          <p:cNvPr id="140" name="!!rect-312"/>
          <p:cNvSpPr/>
          <p:nvPr/>
        </p:nvSpPr>
        <p:spPr>
          <a:xfrm>
            <a:off x="4790081" y="4498761"/>
            <a:ext cx="1108972" cy="1121837"/>
          </a:xfrm>
          <a:prstGeom prst="roundRect">
            <a:avLst>
              <a:gd name="adj" fmla="val 3770"/>
            </a:avLst>
          </a:prstGeom>
          <a:noFill/>
          <a:ln w="10292" cap="flat">
            <a:solidFill>
              <a:srgbClr val="FFFFFF">
                <a:alpha val="95000"/>
              </a:srgbClr>
            </a:solidFill>
            <a:prstDash val="solid"/>
            <a:miter lim="800000"/>
          </a:ln>
        </p:spPr>
      </p:sp>
      <p:sp>
        <p:nvSpPr>
          <p:cNvPr id="141" name="!!rect-313"/>
          <p:cNvSpPr/>
          <p:nvPr/>
        </p:nvSpPr>
        <p:spPr>
          <a:xfrm>
            <a:off x="4784935" y="4493615"/>
            <a:ext cx="1119264" cy="1132129"/>
          </a:xfrm>
          <a:prstGeom prst="roundRect">
            <a:avLst>
              <a:gd name="adj" fmla="val 4023"/>
            </a:avLst>
          </a:prstGeom>
          <a:noFill/>
          <a:ln w="6433" cap="flat">
            <a:solidFill>
              <a:srgbClr val="8FA0AB">
                <a:alpha val="50000"/>
              </a:srgbClr>
            </a:solidFill>
            <a:prstDash val="solid"/>
            <a:miter lim="800000"/>
          </a:ln>
        </p:spPr>
      </p:sp>
      <p:sp>
        <p:nvSpPr>
          <p:cNvPr id="142" name="!!rect-314"/>
          <p:cNvSpPr/>
          <p:nvPr/>
        </p:nvSpPr>
        <p:spPr>
          <a:xfrm>
            <a:off x="4855693" y="4564374"/>
            <a:ext cx="321628" cy="154381"/>
          </a:xfrm>
          <a:prstGeom prst="roundRect">
            <a:avLst>
              <a:gd name="adj" fmla="val 29167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143" name="!!text-315" descr="A03"/>
          <p:cNvSpPr txBox="1"/>
          <p:nvPr/>
        </p:nvSpPr>
        <p:spPr>
          <a:xfrm>
            <a:off x="4934511" y="4569262"/>
            <a:ext cx="191008" cy="13040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09" b="1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A03</a:t>
            </a:r>
            <a:endParaRPr lang="zh-TW" sz="709"/>
          </a:p>
        </p:txBody>
      </p:sp>
      <p:sp>
        <p:nvSpPr>
          <p:cNvPr id="144" name="!!rect-31c"/>
          <p:cNvSpPr/>
          <p:nvPr/>
        </p:nvSpPr>
        <p:spPr>
          <a:xfrm>
            <a:off x="6328233" y="4493615"/>
            <a:ext cx="798151" cy="941468"/>
          </a:xfrm>
          <a:custGeom>
            <a:avLst/>
            <a:gdLst/>
            <a:ahLst/>
            <a:cxnLst/>
            <a:rect l="l" t="t" r="r" b="b"/>
            <a:pathLst>
              <a:path w="798151" h="941468">
                <a:moveTo>
                  <a:pt x="0" y="0"/>
                </a:moveTo>
                <a:lnTo>
                  <a:pt x="753123" y="0"/>
                </a:lnTo>
                <a:cubicBezTo>
                  <a:pt x="777991" y="0"/>
                  <a:pt x="798151" y="20160"/>
                  <a:pt x="798151" y="45028"/>
                </a:cubicBezTo>
                <a:lnTo>
                  <a:pt x="798151" y="941468"/>
                </a:lnTo>
                <a:lnTo>
                  <a:pt x="0" y="941468"/>
                </a:lnTo>
                <a:lnTo>
                  <a:pt x="0" y="0"/>
                </a:lnTo>
                <a:close/>
              </a:path>
            </a:pathLst>
          </a:custGeom>
          <a:solidFill>
            <a:srgbClr val="D5DDE2"/>
          </a:solidFill>
          <a:ln>
            <a:noFill/>
          </a:ln>
        </p:spPr>
      </p:sp>
      <p:sp>
        <p:nvSpPr>
          <p:cNvPr id="145" name="!!path-31d"/>
          <p:cNvSpPr/>
          <p:nvPr/>
        </p:nvSpPr>
        <p:spPr>
          <a:xfrm>
            <a:off x="6007119" y="4493615"/>
            <a:ext cx="321113" cy="1122049"/>
          </a:xfrm>
          <a:custGeom>
            <a:avLst/>
            <a:gdLst/>
            <a:ahLst/>
            <a:cxnLst/>
            <a:rect l="l" t="t" r="r" b="b"/>
            <a:pathLst>
              <a:path w="321113" h="1122049">
                <a:moveTo>
                  <a:pt x="13188" y="1118940"/>
                </a:moveTo>
                <a:lnTo>
                  <a:pt x="7589" y="1112117"/>
                </a:lnTo>
                <a:lnTo>
                  <a:pt x="3428" y="1104332"/>
                </a:lnTo>
                <a:lnTo>
                  <a:pt x="865" y="1095885"/>
                </a:lnTo>
                <a:lnTo>
                  <a:pt x="0" y="1087101"/>
                </a:lnTo>
                <a:lnTo>
                  <a:pt x="0" y="45028"/>
                </a:lnTo>
                <a:lnTo>
                  <a:pt x="865" y="36243"/>
                </a:lnTo>
                <a:lnTo>
                  <a:pt x="3428" y="27796"/>
                </a:lnTo>
                <a:lnTo>
                  <a:pt x="7589" y="20012"/>
                </a:lnTo>
                <a:lnTo>
                  <a:pt x="13188" y="13188"/>
                </a:lnTo>
                <a:lnTo>
                  <a:pt x="20012" y="7589"/>
                </a:lnTo>
                <a:lnTo>
                  <a:pt x="27796" y="3428"/>
                </a:lnTo>
                <a:lnTo>
                  <a:pt x="36243" y="865"/>
                </a:lnTo>
                <a:lnTo>
                  <a:pt x="45028" y="0"/>
                </a:lnTo>
                <a:lnTo>
                  <a:pt x="321113" y="0"/>
                </a:lnTo>
                <a:lnTo>
                  <a:pt x="321113" y="941468"/>
                </a:lnTo>
                <a:lnTo>
                  <a:pt x="16976" y="1122049"/>
                </a:lnTo>
                <a:close/>
              </a:path>
            </a:pathLst>
          </a:custGeom>
          <a:solidFill>
            <a:srgbClr val="C4CED5"/>
          </a:solidFill>
          <a:ln>
            <a:noFill/>
          </a:ln>
        </p:spPr>
      </p:sp>
      <p:sp>
        <p:nvSpPr>
          <p:cNvPr id="146" name="!!path-31e"/>
          <p:cNvSpPr/>
          <p:nvPr/>
        </p:nvSpPr>
        <p:spPr>
          <a:xfrm>
            <a:off x="6024096" y="5435084"/>
            <a:ext cx="1102287" cy="190661"/>
          </a:xfrm>
          <a:custGeom>
            <a:avLst/>
            <a:gdLst/>
            <a:ahLst/>
            <a:cxnLst/>
            <a:rect l="l" t="t" r="r" b="b"/>
            <a:pathLst>
              <a:path w="1102287" h="190661">
                <a:moveTo>
                  <a:pt x="0" y="180581"/>
                </a:moveTo>
                <a:lnTo>
                  <a:pt x="3035" y="183072"/>
                </a:lnTo>
                <a:lnTo>
                  <a:pt x="10820" y="187233"/>
                </a:lnTo>
                <a:lnTo>
                  <a:pt x="19267" y="189796"/>
                </a:lnTo>
                <a:lnTo>
                  <a:pt x="28052" y="190661"/>
                </a:lnTo>
                <a:lnTo>
                  <a:pt x="1057260" y="190661"/>
                </a:lnTo>
                <a:lnTo>
                  <a:pt x="1066044" y="189796"/>
                </a:lnTo>
                <a:lnTo>
                  <a:pt x="1074491" y="187233"/>
                </a:lnTo>
                <a:lnTo>
                  <a:pt x="1082276" y="183072"/>
                </a:lnTo>
                <a:lnTo>
                  <a:pt x="1089099" y="177472"/>
                </a:lnTo>
                <a:lnTo>
                  <a:pt x="1094699" y="170649"/>
                </a:lnTo>
                <a:lnTo>
                  <a:pt x="1098860" y="162864"/>
                </a:lnTo>
                <a:lnTo>
                  <a:pt x="1101422" y="154417"/>
                </a:lnTo>
                <a:lnTo>
                  <a:pt x="1102287" y="145633"/>
                </a:lnTo>
                <a:lnTo>
                  <a:pt x="1102287" y="0"/>
                </a:lnTo>
                <a:lnTo>
                  <a:pt x="304137" y="0"/>
                </a:lnTo>
                <a:close/>
              </a:path>
            </a:pathLst>
          </a:custGeom>
          <a:solidFill>
            <a:srgbClr val="E8EDF0"/>
          </a:solidFill>
          <a:ln>
            <a:noFill/>
          </a:ln>
        </p:spPr>
      </p:sp>
      <p:sp>
        <p:nvSpPr>
          <p:cNvPr id="147" name="!!ellipse-31f"/>
          <p:cNvSpPr/>
          <p:nvPr/>
        </p:nvSpPr>
        <p:spPr>
          <a:xfrm>
            <a:off x="6670289" y="5495151"/>
            <a:ext cx="558345" cy="64326"/>
          </a:xfrm>
          <a:prstGeom prst="ellipse">
            <a:avLst/>
          </a:prstGeom>
          <a:solidFill>
            <a:srgbClr val="0B1A26">
              <a:alpha val="14000"/>
            </a:srgbClr>
          </a:solidFill>
          <a:ln>
            <a:noFill/>
          </a:ln>
        </p:spPr>
      </p:sp>
      <p:sp>
        <p:nvSpPr>
          <p:cNvPr id="148" name="!!rect-31h"/>
          <p:cNvSpPr/>
          <p:nvPr/>
        </p:nvSpPr>
        <p:spPr>
          <a:xfrm>
            <a:off x="6698593" y="4929086"/>
            <a:ext cx="450279" cy="591795"/>
          </a:xfrm>
          <a:prstGeom prst="roundRect">
            <a:avLst>
              <a:gd name="adj" fmla="val 4286"/>
            </a:avLst>
          </a:prstGeom>
          <a:gradFill rotWithShape="1">
            <a:gsLst>
              <a:gs pos="0">
                <a:srgbClr val="8074A4"/>
              </a:gs>
              <a:gs pos="100000">
                <a:srgbClr val="5E537D"/>
              </a:gs>
            </a:gsLst>
            <a:lin ang="3164016" scaled="0"/>
          </a:gradFill>
          <a:ln>
            <a:noFill/>
          </a:ln>
        </p:spPr>
      </p:sp>
      <p:sp>
        <p:nvSpPr>
          <p:cNvPr id="149" name="!!rect-31i"/>
          <p:cNvSpPr/>
          <p:nvPr/>
        </p:nvSpPr>
        <p:spPr>
          <a:xfrm>
            <a:off x="6739118" y="4929086"/>
            <a:ext cx="22514" cy="591795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</p:spPr>
      </p:sp>
      <p:sp>
        <p:nvSpPr>
          <p:cNvPr id="150" name="!!rect-31j"/>
          <p:cNvSpPr/>
          <p:nvPr/>
        </p:nvSpPr>
        <p:spPr>
          <a:xfrm>
            <a:off x="6811162" y="5035609"/>
            <a:ext cx="252156" cy="41426"/>
          </a:xfrm>
          <a:prstGeom prst="roundRect">
            <a:avLst>
              <a:gd name="adj" fmla="val 28571"/>
            </a:avLst>
          </a:prstGeom>
          <a:solidFill>
            <a:srgbClr val="EDE7F6"/>
          </a:solidFill>
          <a:ln>
            <a:noFill/>
          </a:ln>
        </p:spPr>
      </p:sp>
      <p:sp>
        <p:nvSpPr>
          <p:cNvPr id="151" name="!!rect-31k"/>
          <p:cNvSpPr/>
          <p:nvPr/>
        </p:nvSpPr>
        <p:spPr>
          <a:xfrm>
            <a:off x="6811162" y="5106624"/>
            <a:ext cx="171106" cy="26631"/>
          </a:xfrm>
          <a:prstGeom prst="roundRect">
            <a:avLst>
              <a:gd name="adj" fmla="val 44444"/>
            </a:avLst>
          </a:prstGeom>
          <a:solidFill>
            <a:srgbClr val="EDE7F6">
              <a:alpha val="72000"/>
            </a:srgbClr>
          </a:solidFill>
          <a:ln>
            <a:noFill/>
          </a:ln>
        </p:spPr>
      </p:sp>
      <p:sp>
        <p:nvSpPr>
          <p:cNvPr id="152" name="!!rect-31l"/>
          <p:cNvSpPr/>
          <p:nvPr/>
        </p:nvSpPr>
        <p:spPr>
          <a:xfrm>
            <a:off x="6811162" y="5402522"/>
            <a:ext cx="126078" cy="23672"/>
          </a:xfrm>
          <a:prstGeom prst="roundRect">
            <a:avLst>
              <a:gd name="adj" fmla="val 50000"/>
            </a:avLst>
          </a:prstGeom>
          <a:solidFill>
            <a:srgbClr val="EDE7F6">
              <a:alpha val="55000"/>
            </a:srgbClr>
          </a:solidFill>
          <a:ln>
            <a:noFill/>
          </a:ln>
        </p:spPr>
      </p:sp>
      <p:sp>
        <p:nvSpPr>
          <p:cNvPr id="153" name="!!rect-31m"/>
          <p:cNvSpPr/>
          <p:nvPr/>
        </p:nvSpPr>
        <p:spPr>
          <a:xfrm>
            <a:off x="6007119" y="4493615"/>
            <a:ext cx="1119264" cy="566064"/>
          </a:xfrm>
          <a:custGeom>
            <a:avLst/>
            <a:gdLst/>
            <a:ahLst/>
            <a:cxnLst/>
            <a:rect l="l" t="t" r="r" b="b"/>
            <a:pathLst>
              <a:path w="1119264" h="566064">
                <a:moveTo>
                  <a:pt x="45028" y="0"/>
                </a:moveTo>
                <a:lnTo>
                  <a:pt x="1074236" y="0"/>
                </a:lnTo>
                <a:cubicBezTo>
                  <a:pt x="1099104" y="0"/>
                  <a:pt x="1119264" y="20160"/>
                  <a:pt x="1119264" y="45028"/>
                </a:cubicBezTo>
                <a:lnTo>
                  <a:pt x="1119264" y="566064"/>
                </a:lnTo>
                <a:lnTo>
                  <a:pt x="0" y="566064"/>
                </a:lnTo>
                <a:lnTo>
                  <a:pt x="0" y="45028"/>
                </a:lnTo>
                <a:cubicBezTo>
                  <a:pt x="0" y="20160"/>
                  <a:pt x="20160" y="0"/>
                  <a:pt x="45028" y="0"/>
                </a:cubicBezTo>
                <a:close/>
              </a:path>
            </a:pathLst>
          </a:custGeom>
          <a:gradFill rotWithShape="1">
            <a:gsLst>
              <a:gs pos="0">
                <a:srgbClr val="0B1A26">
                  <a:alpha val="20000"/>
                </a:srgbClr>
              </a:gs>
              <a:gs pos="100000">
                <a:srgbClr val="0B1A26">
                  <a:alpha val="0"/>
                </a:srgbClr>
              </a:gs>
            </a:gsLst>
            <a:lin ang="5400000" scaled="0"/>
          </a:gradFill>
          <a:ln>
            <a:noFill/>
          </a:ln>
        </p:spPr>
      </p:sp>
      <p:sp>
        <p:nvSpPr>
          <p:cNvPr id="154" name="!!circle-31n"/>
          <p:cNvSpPr/>
          <p:nvPr/>
        </p:nvSpPr>
        <p:spPr>
          <a:xfrm>
            <a:off x="5933788" y="5095702"/>
            <a:ext cx="43741" cy="43741"/>
          </a:xfrm>
          <a:prstGeom prst="ellipse">
            <a:avLst/>
          </a:prstGeom>
          <a:solidFill>
            <a:srgbClr val="AEB9C1"/>
          </a:solidFill>
          <a:ln>
            <a:noFill/>
          </a:ln>
        </p:spPr>
      </p:sp>
      <p:sp>
        <p:nvSpPr>
          <p:cNvPr id="155" name="!!rect-31p"/>
          <p:cNvSpPr/>
          <p:nvPr/>
        </p:nvSpPr>
        <p:spPr>
          <a:xfrm>
            <a:off x="6007119" y="4493615"/>
            <a:ext cx="1119264" cy="1132129"/>
          </a:xfrm>
          <a:prstGeom prst="roundRect">
            <a:avLst>
              <a:gd name="adj" fmla="val 4023"/>
            </a:avLst>
          </a:prstGeom>
          <a:solidFill>
            <a:srgbClr val="F4F8FA">
              <a:alpha val="40000"/>
            </a:srgbClr>
          </a:solidFill>
          <a:ln>
            <a:noFill/>
          </a:ln>
        </p:spPr>
      </p:sp>
      <p:sp>
        <p:nvSpPr>
          <p:cNvPr id="156" name="!!path-31q"/>
          <p:cNvSpPr/>
          <p:nvPr/>
        </p:nvSpPr>
        <p:spPr>
          <a:xfrm>
            <a:off x="6253357" y="4493615"/>
            <a:ext cx="492476" cy="1132129"/>
          </a:xfrm>
          <a:custGeom>
            <a:avLst/>
            <a:gdLst/>
            <a:ahLst/>
            <a:cxnLst/>
            <a:rect l="l" t="t" r="r" b="b"/>
            <a:pathLst>
              <a:path w="492476" h="1132129">
                <a:moveTo>
                  <a:pt x="313394" y="0"/>
                </a:moveTo>
                <a:lnTo>
                  <a:pt x="492476" y="0"/>
                </a:lnTo>
                <a:lnTo>
                  <a:pt x="179082" y="1132129"/>
                </a:lnTo>
                <a:lnTo>
                  <a:pt x="0" y="1132129"/>
                </a:lnTo>
                <a:close/>
              </a:path>
            </a:pathLst>
          </a:custGeom>
          <a:solidFill>
            <a:srgbClr val="FFFFFF">
              <a:alpha val="34000"/>
            </a:srgbClr>
          </a:solidFill>
          <a:ln>
            <a:noFill/>
          </a:ln>
        </p:spPr>
      </p:sp>
      <p:sp>
        <p:nvSpPr>
          <p:cNvPr id="157" name="!!path-31r"/>
          <p:cNvSpPr/>
          <p:nvPr/>
        </p:nvSpPr>
        <p:spPr>
          <a:xfrm>
            <a:off x="6488403" y="4493615"/>
            <a:ext cx="358164" cy="1132129"/>
          </a:xfrm>
          <a:custGeom>
            <a:avLst/>
            <a:gdLst/>
            <a:ahLst/>
            <a:cxnLst/>
            <a:rect l="l" t="t" r="r" b="b"/>
            <a:pathLst>
              <a:path w="358164" h="1132129">
                <a:moveTo>
                  <a:pt x="313394" y="0"/>
                </a:moveTo>
                <a:lnTo>
                  <a:pt x="358164" y="0"/>
                </a:lnTo>
                <a:lnTo>
                  <a:pt x="44771" y="1132129"/>
                </a:lnTo>
                <a:lnTo>
                  <a:pt x="0" y="1132129"/>
                </a:lnTo>
                <a:close/>
              </a:path>
            </a:pathLst>
          </a:custGeom>
          <a:solidFill>
            <a:srgbClr val="FFFFFF">
              <a:alpha val="28000"/>
            </a:srgbClr>
          </a:solidFill>
          <a:ln>
            <a:noFill/>
          </a:ln>
        </p:spPr>
      </p:sp>
      <p:sp>
        <p:nvSpPr>
          <p:cNvPr id="158" name="!!rect-31s"/>
          <p:cNvSpPr/>
          <p:nvPr/>
        </p:nvSpPr>
        <p:spPr>
          <a:xfrm>
            <a:off x="6012265" y="4498761"/>
            <a:ext cx="1108972" cy="1121837"/>
          </a:xfrm>
          <a:prstGeom prst="roundRect">
            <a:avLst>
              <a:gd name="adj" fmla="val 3770"/>
            </a:avLst>
          </a:prstGeom>
          <a:noFill/>
          <a:ln w="10292" cap="flat">
            <a:solidFill>
              <a:srgbClr val="FFFFFF">
                <a:alpha val="95000"/>
              </a:srgbClr>
            </a:solidFill>
            <a:prstDash val="solid"/>
            <a:miter lim="800000"/>
          </a:ln>
        </p:spPr>
      </p:sp>
      <p:sp>
        <p:nvSpPr>
          <p:cNvPr id="159" name="!!rect-31t"/>
          <p:cNvSpPr/>
          <p:nvPr/>
        </p:nvSpPr>
        <p:spPr>
          <a:xfrm>
            <a:off x="6007119" y="4493615"/>
            <a:ext cx="1119264" cy="1132129"/>
          </a:xfrm>
          <a:prstGeom prst="roundRect">
            <a:avLst>
              <a:gd name="adj" fmla="val 4023"/>
            </a:avLst>
          </a:prstGeom>
          <a:noFill/>
          <a:ln w="6433" cap="flat">
            <a:solidFill>
              <a:srgbClr val="8FA0AB">
                <a:alpha val="50000"/>
              </a:srgbClr>
            </a:solidFill>
            <a:prstDash val="solid"/>
            <a:miter lim="800000"/>
          </a:ln>
        </p:spPr>
      </p:sp>
      <p:sp>
        <p:nvSpPr>
          <p:cNvPr id="160" name="!!rect-31u"/>
          <p:cNvSpPr/>
          <p:nvPr/>
        </p:nvSpPr>
        <p:spPr>
          <a:xfrm>
            <a:off x="6077878" y="4564374"/>
            <a:ext cx="321628" cy="154381"/>
          </a:xfrm>
          <a:prstGeom prst="roundRect">
            <a:avLst>
              <a:gd name="adj" fmla="val 29167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161" name="!!text-31v" descr="A04"/>
          <p:cNvSpPr txBox="1"/>
          <p:nvPr/>
        </p:nvSpPr>
        <p:spPr>
          <a:xfrm>
            <a:off x="6156696" y="4569262"/>
            <a:ext cx="191008" cy="13040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09" b="1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A04</a:t>
            </a:r>
            <a:endParaRPr lang="zh-TW" sz="709"/>
          </a:p>
        </p:txBody>
      </p:sp>
      <p:sp>
        <p:nvSpPr>
          <p:cNvPr id="162" name="!!path-322"/>
          <p:cNvSpPr/>
          <p:nvPr/>
        </p:nvSpPr>
        <p:spPr>
          <a:xfrm>
            <a:off x="4669149" y="1148689"/>
            <a:ext cx="2573020" cy="4631436"/>
          </a:xfrm>
          <a:custGeom>
            <a:avLst/>
            <a:gdLst/>
            <a:ahLst/>
            <a:cxnLst/>
            <a:rect l="l" t="t" r="r" b="b"/>
            <a:pathLst>
              <a:path w="2573020" h="4631436">
                <a:moveTo>
                  <a:pt x="32163" y="0"/>
                </a:moveTo>
                <a:lnTo>
                  <a:pt x="2540857" y="0"/>
                </a:lnTo>
                <a:cubicBezTo>
                  <a:pt x="2558624" y="0"/>
                  <a:pt x="2573020" y="14402"/>
                  <a:pt x="2573020" y="32163"/>
                </a:cubicBezTo>
                <a:lnTo>
                  <a:pt x="2573020" y="4599273"/>
                </a:lnTo>
                <a:cubicBezTo>
                  <a:pt x="2573020" y="4617040"/>
                  <a:pt x="2558624" y="4631436"/>
                  <a:pt x="2540857" y="4631436"/>
                </a:cubicBezTo>
                <a:lnTo>
                  <a:pt x="32163" y="4631436"/>
                </a:lnTo>
                <a:cubicBezTo>
                  <a:pt x="14402" y="4631436"/>
                  <a:pt x="0" y="4617040"/>
                  <a:pt x="0" y="4599273"/>
                </a:cubicBezTo>
                <a:lnTo>
                  <a:pt x="0" y="32163"/>
                </a:lnTo>
                <a:cubicBezTo>
                  <a:pt x="0" y="14402"/>
                  <a:pt x="14402" y="0"/>
                  <a:pt x="32163" y="0"/>
                </a:cubicBezTo>
                <a:close/>
                <a:moveTo>
                  <a:pt x="737170" y="128651"/>
                </a:moveTo>
                <a:lnTo>
                  <a:pt x="1835850" y="128651"/>
                </a:lnTo>
                <a:cubicBezTo>
                  <a:pt x="1889143" y="128651"/>
                  <a:pt x="1932338" y="171852"/>
                  <a:pt x="1932338" y="225139"/>
                </a:cubicBezTo>
                <a:lnTo>
                  <a:pt x="1932338" y="1694334"/>
                </a:lnTo>
                <a:cubicBezTo>
                  <a:pt x="1932338" y="1747621"/>
                  <a:pt x="1889143" y="1790822"/>
                  <a:pt x="1835850" y="1790822"/>
                </a:cubicBezTo>
                <a:lnTo>
                  <a:pt x="737170" y="1790822"/>
                </a:lnTo>
                <a:cubicBezTo>
                  <a:pt x="683883" y="1790822"/>
                  <a:pt x="640682" y="1747621"/>
                  <a:pt x="640682" y="1694334"/>
                </a:cubicBezTo>
                <a:lnTo>
                  <a:pt x="640682" y="225139"/>
                </a:lnTo>
                <a:cubicBezTo>
                  <a:pt x="640682" y="171852"/>
                  <a:pt x="683883" y="128651"/>
                  <a:pt x="737170" y="128651"/>
                </a:cubicBezTo>
                <a:close/>
                <a:moveTo>
                  <a:pt x="842818" y="1880878"/>
                </a:moveTo>
                <a:lnTo>
                  <a:pt x="1730202" y="1880878"/>
                </a:lnTo>
                <a:cubicBezTo>
                  <a:pt x="1758627" y="1880878"/>
                  <a:pt x="1781662" y="1903919"/>
                  <a:pt x="1781662" y="1932338"/>
                </a:cubicBezTo>
                <a:lnTo>
                  <a:pt x="1781662" y="2060989"/>
                </a:lnTo>
                <a:cubicBezTo>
                  <a:pt x="1781662" y="2089408"/>
                  <a:pt x="1758627" y="2112449"/>
                  <a:pt x="1730202" y="2112449"/>
                </a:cubicBezTo>
                <a:lnTo>
                  <a:pt x="842818" y="2112449"/>
                </a:lnTo>
                <a:cubicBezTo>
                  <a:pt x="814393" y="2112449"/>
                  <a:pt x="791358" y="2089408"/>
                  <a:pt x="791358" y="2060989"/>
                </a:cubicBezTo>
                <a:lnTo>
                  <a:pt x="791358" y="1932338"/>
                </a:lnTo>
                <a:cubicBezTo>
                  <a:pt x="791358" y="1903919"/>
                  <a:pt x="814393" y="1880878"/>
                  <a:pt x="842818" y="1880878"/>
                </a:cubicBezTo>
                <a:close/>
              </a:path>
            </a:pathLst>
          </a:custGeom>
          <a:solidFill>
            <a:srgbClr val="F7FAFC">
              <a:alpha val="72000"/>
            </a:srgbClr>
          </a:solidFill>
          <a:ln>
            <a:noFill/>
          </a:ln>
        </p:spPr>
      </p:sp>
      <p:sp>
        <p:nvSpPr>
          <p:cNvPr id="163" name="!!path-323"/>
          <p:cNvSpPr/>
          <p:nvPr/>
        </p:nvSpPr>
        <p:spPr>
          <a:xfrm>
            <a:off x="7242169" y="904253"/>
            <a:ext cx="411683" cy="4875873"/>
          </a:xfrm>
          <a:custGeom>
            <a:avLst/>
            <a:gdLst/>
            <a:ahLst/>
            <a:cxnLst/>
            <a:rect l="l" t="t" r="r" b="b"/>
            <a:pathLst>
              <a:path w="411683" h="4875873">
                <a:moveTo>
                  <a:pt x="0" y="244437"/>
                </a:moveTo>
                <a:lnTo>
                  <a:pt x="411683" y="0"/>
                </a:lnTo>
                <a:lnTo>
                  <a:pt x="411683" y="4631436"/>
                </a:lnTo>
                <a:lnTo>
                  <a:pt x="0" y="4875873"/>
                </a:lnTo>
                <a:close/>
              </a:path>
            </a:pathLst>
          </a:custGeom>
          <a:solidFill>
            <a:srgbClr val="EEF3F6">
              <a:alpha val="72000"/>
            </a:srgbClr>
          </a:solidFill>
          <a:ln>
            <a:noFill/>
          </a:ln>
        </p:spPr>
      </p:sp>
      <p:sp>
        <p:nvSpPr>
          <p:cNvPr id="164" name="!!path-324"/>
          <p:cNvSpPr/>
          <p:nvPr/>
        </p:nvSpPr>
        <p:spPr>
          <a:xfrm>
            <a:off x="4669149" y="904253"/>
            <a:ext cx="2984703" cy="244437"/>
          </a:xfrm>
          <a:custGeom>
            <a:avLst/>
            <a:gdLst/>
            <a:ahLst/>
            <a:cxnLst/>
            <a:rect l="l" t="t" r="r" b="b"/>
            <a:pathLst>
              <a:path w="2984703" h="244437">
                <a:moveTo>
                  <a:pt x="0" y="244437"/>
                </a:moveTo>
                <a:lnTo>
                  <a:pt x="2573020" y="244437"/>
                </a:lnTo>
                <a:lnTo>
                  <a:pt x="2984703" y="0"/>
                </a:lnTo>
                <a:lnTo>
                  <a:pt x="411683" y="0"/>
                </a:lnTo>
                <a:close/>
              </a:path>
            </a:pathLst>
          </a:custGeom>
          <a:solidFill>
            <a:srgbClr val="F7FAFC">
              <a:alpha val="72000"/>
            </a:srgbClr>
          </a:solidFill>
          <a:ln>
            <a:noFill/>
          </a:ln>
        </p:spPr>
      </p:sp>
      <p:sp>
        <p:nvSpPr>
          <p:cNvPr id="165" name="!!grid-325"/>
          <p:cNvSpPr/>
          <p:nvPr/>
        </p:nvSpPr>
        <p:spPr>
          <a:xfrm>
            <a:off x="4669149" y="904253"/>
            <a:ext cx="2984703" cy="4875873"/>
          </a:xfrm>
          <a:custGeom>
            <a:avLst/>
            <a:gdLst/>
            <a:ahLst/>
            <a:cxnLst/>
            <a:rect l="l" t="t" r="r" b="b"/>
            <a:pathLst>
              <a:path w="2984703" h="4875873" fill="none">
                <a:moveTo>
                  <a:pt x="0" y="51460"/>
                </a:moveTo>
                <a:lnTo>
                  <a:pt x="0" y="51460"/>
                </a:lnTo>
                <a:moveTo>
                  <a:pt x="0" y="180111"/>
                </a:moveTo>
                <a:lnTo>
                  <a:pt x="0" y="180111"/>
                </a:lnTo>
                <a:moveTo>
                  <a:pt x="0" y="308762"/>
                </a:moveTo>
                <a:lnTo>
                  <a:pt x="0" y="308762"/>
                </a:lnTo>
                <a:moveTo>
                  <a:pt x="0" y="437413"/>
                </a:moveTo>
                <a:lnTo>
                  <a:pt x="0" y="437413"/>
                </a:lnTo>
                <a:moveTo>
                  <a:pt x="0" y="566064"/>
                </a:moveTo>
                <a:lnTo>
                  <a:pt x="0" y="566064"/>
                </a:lnTo>
                <a:moveTo>
                  <a:pt x="0" y="694715"/>
                </a:moveTo>
                <a:lnTo>
                  <a:pt x="0" y="694715"/>
                </a:lnTo>
                <a:moveTo>
                  <a:pt x="0" y="823366"/>
                </a:moveTo>
                <a:lnTo>
                  <a:pt x="0" y="823366"/>
                </a:lnTo>
                <a:moveTo>
                  <a:pt x="0" y="952017"/>
                </a:moveTo>
                <a:lnTo>
                  <a:pt x="0" y="952017"/>
                </a:lnTo>
                <a:moveTo>
                  <a:pt x="0" y="1080668"/>
                </a:moveTo>
                <a:lnTo>
                  <a:pt x="0" y="1080668"/>
                </a:lnTo>
                <a:moveTo>
                  <a:pt x="0" y="1209319"/>
                </a:moveTo>
                <a:lnTo>
                  <a:pt x="0" y="1209319"/>
                </a:lnTo>
                <a:moveTo>
                  <a:pt x="0" y="1337970"/>
                </a:moveTo>
                <a:lnTo>
                  <a:pt x="0" y="1337970"/>
                </a:lnTo>
                <a:moveTo>
                  <a:pt x="0" y="1466621"/>
                </a:moveTo>
                <a:lnTo>
                  <a:pt x="0" y="1466621"/>
                </a:lnTo>
                <a:moveTo>
                  <a:pt x="0" y="1595272"/>
                </a:moveTo>
                <a:lnTo>
                  <a:pt x="0" y="1595272"/>
                </a:lnTo>
                <a:moveTo>
                  <a:pt x="0" y="1723923"/>
                </a:moveTo>
                <a:lnTo>
                  <a:pt x="0" y="1723923"/>
                </a:lnTo>
                <a:moveTo>
                  <a:pt x="0" y="1852574"/>
                </a:moveTo>
                <a:lnTo>
                  <a:pt x="0" y="1852574"/>
                </a:lnTo>
                <a:moveTo>
                  <a:pt x="0" y="1981225"/>
                </a:moveTo>
                <a:lnTo>
                  <a:pt x="0" y="1981225"/>
                </a:lnTo>
                <a:moveTo>
                  <a:pt x="0" y="2109876"/>
                </a:moveTo>
                <a:lnTo>
                  <a:pt x="0" y="2109876"/>
                </a:lnTo>
                <a:moveTo>
                  <a:pt x="0" y="2238527"/>
                </a:moveTo>
                <a:lnTo>
                  <a:pt x="0" y="2238527"/>
                </a:lnTo>
                <a:moveTo>
                  <a:pt x="0" y="2367178"/>
                </a:moveTo>
                <a:lnTo>
                  <a:pt x="0" y="2367178"/>
                </a:lnTo>
                <a:moveTo>
                  <a:pt x="0" y="2495829"/>
                </a:moveTo>
                <a:lnTo>
                  <a:pt x="0" y="2495829"/>
                </a:lnTo>
                <a:moveTo>
                  <a:pt x="0" y="2624480"/>
                </a:moveTo>
                <a:lnTo>
                  <a:pt x="0" y="2624480"/>
                </a:lnTo>
                <a:moveTo>
                  <a:pt x="0" y="2753131"/>
                </a:moveTo>
                <a:lnTo>
                  <a:pt x="0" y="2753131"/>
                </a:lnTo>
                <a:moveTo>
                  <a:pt x="0" y="2881782"/>
                </a:moveTo>
                <a:lnTo>
                  <a:pt x="0" y="2881782"/>
                </a:lnTo>
                <a:moveTo>
                  <a:pt x="0" y="3010433"/>
                </a:moveTo>
                <a:lnTo>
                  <a:pt x="0" y="3010433"/>
                </a:lnTo>
                <a:moveTo>
                  <a:pt x="0" y="3139084"/>
                </a:moveTo>
                <a:lnTo>
                  <a:pt x="0" y="3139084"/>
                </a:lnTo>
                <a:moveTo>
                  <a:pt x="0" y="3267735"/>
                </a:moveTo>
                <a:lnTo>
                  <a:pt x="0" y="3267735"/>
                </a:lnTo>
                <a:moveTo>
                  <a:pt x="0" y="3396386"/>
                </a:moveTo>
                <a:lnTo>
                  <a:pt x="0" y="3396386"/>
                </a:lnTo>
                <a:moveTo>
                  <a:pt x="0" y="3525037"/>
                </a:moveTo>
                <a:lnTo>
                  <a:pt x="0" y="3525037"/>
                </a:lnTo>
                <a:moveTo>
                  <a:pt x="0" y="3653688"/>
                </a:moveTo>
                <a:lnTo>
                  <a:pt x="0" y="3653688"/>
                </a:lnTo>
                <a:moveTo>
                  <a:pt x="0" y="3782339"/>
                </a:moveTo>
                <a:lnTo>
                  <a:pt x="0" y="3782339"/>
                </a:lnTo>
                <a:moveTo>
                  <a:pt x="0" y="3910990"/>
                </a:moveTo>
                <a:lnTo>
                  <a:pt x="0" y="3910990"/>
                </a:lnTo>
                <a:moveTo>
                  <a:pt x="0" y="4039641"/>
                </a:moveTo>
                <a:lnTo>
                  <a:pt x="0" y="4039641"/>
                </a:lnTo>
                <a:moveTo>
                  <a:pt x="0" y="4168292"/>
                </a:moveTo>
                <a:lnTo>
                  <a:pt x="0" y="4168292"/>
                </a:lnTo>
                <a:moveTo>
                  <a:pt x="0" y="4296943"/>
                </a:moveTo>
                <a:lnTo>
                  <a:pt x="0" y="4296943"/>
                </a:lnTo>
                <a:moveTo>
                  <a:pt x="0" y="4425594"/>
                </a:moveTo>
                <a:lnTo>
                  <a:pt x="0" y="4425594"/>
                </a:lnTo>
                <a:moveTo>
                  <a:pt x="0" y="4554245"/>
                </a:moveTo>
                <a:lnTo>
                  <a:pt x="0" y="4554245"/>
                </a:lnTo>
                <a:moveTo>
                  <a:pt x="0" y="4682896"/>
                </a:moveTo>
                <a:lnTo>
                  <a:pt x="0" y="4682896"/>
                </a:lnTo>
                <a:moveTo>
                  <a:pt x="0" y="4811547"/>
                </a:moveTo>
                <a:lnTo>
                  <a:pt x="0" y="4811547"/>
                </a:lnTo>
                <a:moveTo>
                  <a:pt x="0" y="0"/>
                </a:moveTo>
                <a:lnTo>
                  <a:pt x="0" y="51460"/>
                </a:lnTo>
                <a:moveTo>
                  <a:pt x="0" y="51460"/>
                </a:moveTo>
                <a:lnTo>
                  <a:pt x="128651" y="51460"/>
                </a:lnTo>
                <a:moveTo>
                  <a:pt x="0" y="51460"/>
                </a:moveTo>
                <a:lnTo>
                  <a:pt x="0" y="180111"/>
                </a:lnTo>
                <a:moveTo>
                  <a:pt x="0" y="180111"/>
                </a:moveTo>
                <a:lnTo>
                  <a:pt x="128651" y="180111"/>
                </a:lnTo>
                <a:moveTo>
                  <a:pt x="0" y="180111"/>
                </a:moveTo>
                <a:lnTo>
                  <a:pt x="0" y="308762"/>
                </a:lnTo>
                <a:moveTo>
                  <a:pt x="0" y="308762"/>
                </a:moveTo>
                <a:lnTo>
                  <a:pt x="128651" y="308762"/>
                </a:lnTo>
                <a:moveTo>
                  <a:pt x="0" y="308762"/>
                </a:moveTo>
                <a:lnTo>
                  <a:pt x="0" y="437413"/>
                </a:lnTo>
                <a:moveTo>
                  <a:pt x="0" y="437413"/>
                </a:moveTo>
                <a:lnTo>
                  <a:pt x="128651" y="437413"/>
                </a:lnTo>
                <a:moveTo>
                  <a:pt x="0" y="437413"/>
                </a:moveTo>
                <a:lnTo>
                  <a:pt x="0" y="566064"/>
                </a:lnTo>
                <a:moveTo>
                  <a:pt x="0" y="566064"/>
                </a:moveTo>
                <a:lnTo>
                  <a:pt x="128651" y="566064"/>
                </a:lnTo>
                <a:moveTo>
                  <a:pt x="0" y="566064"/>
                </a:moveTo>
                <a:lnTo>
                  <a:pt x="0" y="694715"/>
                </a:lnTo>
                <a:moveTo>
                  <a:pt x="0" y="694715"/>
                </a:moveTo>
                <a:lnTo>
                  <a:pt x="128651" y="694715"/>
                </a:lnTo>
                <a:moveTo>
                  <a:pt x="0" y="694715"/>
                </a:moveTo>
                <a:lnTo>
                  <a:pt x="0" y="823366"/>
                </a:lnTo>
                <a:moveTo>
                  <a:pt x="0" y="823366"/>
                </a:moveTo>
                <a:lnTo>
                  <a:pt x="128651" y="823366"/>
                </a:lnTo>
                <a:moveTo>
                  <a:pt x="0" y="823366"/>
                </a:moveTo>
                <a:lnTo>
                  <a:pt x="0" y="952017"/>
                </a:lnTo>
                <a:moveTo>
                  <a:pt x="0" y="952017"/>
                </a:moveTo>
                <a:lnTo>
                  <a:pt x="128651" y="952017"/>
                </a:lnTo>
                <a:moveTo>
                  <a:pt x="0" y="952017"/>
                </a:moveTo>
                <a:lnTo>
                  <a:pt x="0" y="1080668"/>
                </a:lnTo>
                <a:moveTo>
                  <a:pt x="0" y="1080668"/>
                </a:moveTo>
                <a:lnTo>
                  <a:pt x="128651" y="1080668"/>
                </a:lnTo>
                <a:moveTo>
                  <a:pt x="0" y="1080668"/>
                </a:moveTo>
                <a:lnTo>
                  <a:pt x="0" y="1209319"/>
                </a:lnTo>
                <a:moveTo>
                  <a:pt x="0" y="1209319"/>
                </a:moveTo>
                <a:lnTo>
                  <a:pt x="128651" y="1209319"/>
                </a:lnTo>
                <a:moveTo>
                  <a:pt x="0" y="1209319"/>
                </a:moveTo>
                <a:lnTo>
                  <a:pt x="0" y="1337970"/>
                </a:lnTo>
                <a:moveTo>
                  <a:pt x="0" y="1337970"/>
                </a:moveTo>
                <a:lnTo>
                  <a:pt x="128651" y="1337970"/>
                </a:lnTo>
                <a:moveTo>
                  <a:pt x="0" y="1337970"/>
                </a:moveTo>
                <a:lnTo>
                  <a:pt x="0" y="1466621"/>
                </a:lnTo>
                <a:moveTo>
                  <a:pt x="0" y="1466621"/>
                </a:moveTo>
                <a:lnTo>
                  <a:pt x="128651" y="1466621"/>
                </a:lnTo>
                <a:moveTo>
                  <a:pt x="0" y="1466621"/>
                </a:moveTo>
                <a:lnTo>
                  <a:pt x="0" y="1595272"/>
                </a:lnTo>
                <a:moveTo>
                  <a:pt x="0" y="1595272"/>
                </a:moveTo>
                <a:lnTo>
                  <a:pt x="128651" y="1595272"/>
                </a:lnTo>
                <a:moveTo>
                  <a:pt x="0" y="1595272"/>
                </a:moveTo>
                <a:lnTo>
                  <a:pt x="0" y="1723923"/>
                </a:lnTo>
                <a:moveTo>
                  <a:pt x="0" y="1723923"/>
                </a:moveTo>
                <a:lnTo>
                  <a:pt x="128651" y="1723923"/>
                </a:lnTo>
                <a:moveTo>
                  <a:pt x="0" y="1723923"/>
                </a:moveTo>
                <a:lnTo>
                  <a:pt x="0" y="1852574"/>
                </a:lnTo>
                <a:moveTo>
                  <a:pt x="0" y="1852574"/>
                </a:moveTo>
                <a:lnTo>
                  <a:pt x="128651" y="1852574"/>
                </a:lnTo>
                <a:moveTo>
                  <a:pt x="0" y="1852574"/>
                </a:moveTo>
                <a:lnTo>
                  <a:pt x="0" y="1981225"/>
                </a:lnTo>
                <a:moveTo>
                  <a:pt x="0" y="1981225"/>
                </a:moveTo>
                <a:lnTo>
                  <a:pt x="128651" y="1981225"/>
                </a:lnTo>
                <a:moveTo>
                  <a:pt x="0" y="1981225"/>
                </a:moveTo>
                <a:lnTo>
                  <a:pt x="0" y="2109876"/>
                </a:lnTo>
                <a:moveTo>
                  <a:pt x="0" y="2109876"/>
                </a:moveTo>
                <a:lnTo>
                  <a:pt x="128651" y="2109876"/>
                </a:lnTo>
                <a:moveTo>
                  <a:pt x="0" y="2109876"/>
                </a:moveTo>
                <a:lnTo>
                  <a:pt x="0" y="2238527"/>
                </a:lnTo>
                <a:moveTo>
                  <a:pt x="0" y="2238527"/>
                </a:moveTo>
                <a:lnTo>
                  <a:pt x="128651" y="2238527"/>
                </a:lnTo>
                <a:moveTo>
                  <a:pt x="0" y="2238527"/>
                </a:moveTo>
                <a:lnTo>
                  <a:pt x="0" y="2367178"/>
                </a:lnTo>
                <a:moveTo>
                  <a:pt x="0" y="2367178"/>
                </a:moveTo>
                <a:lnTo>
                  <a:pt x="128651" y="2367178"/>
                </a:lnTo>
                <a:moveTo>
                  <a:pt x="0" y="2367178"/>
                </a:moveTo>
                <a:lnTo>
                  <a:pt x="0" y="2495829"/>
                </a:lnTo>
                <a:moveTo>
                  <a:pt x="0" y="2495829"/>
                </a:moveTo>
                <a:lnTo>
                  <a:pt x="128651" y="2495829"/>
                </a:lnTo>
                <a:moveTo>
                  <a:pt x="0" y="2495829"/>
                </a:moveTo>
                <a:lnTo>
                  <a:pt x="0" y="2624480"/>
                </a:lnTo>
                <a:moveTo>
                  <a:pt x="0" y="2624480"/>
                </a:moveTo>
                <a:lnTo>
                  <a:pt x="128651" y="2624480"/>
                </a:lnTo>
                <a:moveTo>
                  <a:pt x="0" y="2624480"/>
                </a:moveTo>
                <a:lnTo>
                  <a:pt x="0" y="2753131"/>
                </a:lnTo>
                <a:moveTo>
                  <a:pt x="0" y="2753131"/>
                </a:moveTo>
                <a:lnTo>
                  <a:pt x="128651" y="2753131"/>
                </a:lnTo>
                <a:moveTo>
                  <a:pt x="0" y="2753131"/>
                </a:moveTo>
                <a:lnTo>
                  <a:pt x="0" y="2881782"/>
                </a:lnTo>
                <a:moveTo>
                  <a:pt x="0" y="2881782"/>
                </a:moveTo>
                <a:lnTo>
                  <a:pt x="128651" y="2881782"/>
                </a:lnTo>
                <a:moveTo>
                  <a:pt x="0" y="2881782"/>
                </a:moveTo>
                <a:lnTo>
                  <a:pt x="0" y="3010433"/>
                </a:lnTo>
                <a:moveTo>
                  <a:pt x="0" y="3010433"/>
                </a:moveTo>
                <a:lnTo>
                  <a:pt x="128651" y="3010433"/>
                </a:lnTo>
                <a:moveTo>
                  <a:pt x="0" y="3010433"/>
                </a:moveTo>
                <a:lnTo>
                  <a:pt x="0" y="3139084"/>
                </a:lnTo>
                <a:moveTo>
                  <a:pt x="0" y="3139084"/>
                </a:moveTo>
                <a:lnTo>
                  <a:pt x="128651" y="3139084"/>
                </a:lnTo>
                <a:moveTo>
                  <a:pt x="0" y="3139084"/>
                </a:moveTo>
                <a:lnTo>
                  <a:pt x="0" y="3267735"/>
                </a:lnTo>
                <a:moveTo>
                  <a:pt x="0" y="3267735"/>
                </a:moveTo>
                <a:lnTo>
                  <a:pt x="128651" y="3267735"/>
                </a:lnTo>
                <a:moveTo>
                  <a:pt x="0" y="3267735"/>
                </a:moveTo>
                <a:lnTo>
                  <a:pt x="0" y="3396386"/>
                </a:lnTo>
                <a:moveTo>
                  <a:pt x="0" y="3396386"/>
                </a:moveTo>
                <a:lnTo>
                  <a:pt x="128651" y="3396386"/>
                </a:lnTo>
                <a:moveTo>
                  <a:pt x="0" y="3396386"/>
                </a:moveTo>
                <a:lnTo>
                  <a:pt x="0" y="3525037"/>
                </a:lnTo>
                <a:moveTo>
                  <a:pt x="0" y="3525037"/>
                </a:moveTo>
                <a:lnTo>
                  <a:pt x="128651" y="3525037"/>
                </a:lnTo>
                <a:moveTo>
                  <a:pt x="0" y="3525037"/>
                </a:moveTo>
                <a:lnTo>
                  <a:pt x="0" y="3653688"/>
                </a:lnTo>
                <a:moveTo>
                  <a:pt x="0" y="3653688"/>
                </a:moveTo>
                <a:lnTo>
                  <a:pt x="128651" y="3653688"/>
                </a:lnTo>
                <a:moveTo>
                  <a:pt x="0" y="3653688"/>
                </a:moveTo>
                <a:lnTo>
                  <a:pt x="0" y="3782339"/>
                </a:lnTo>
                <a:moveTo>
                  <a:pt x="0" y="3782339"/>
                </a:moveTo>
                <a:lnTo>
                  <a:pt x="128651" y="3782339"/>
                </a:lnTo>
                <a:moveTo>
                  <a:pt x="0" y="3782339"/>
                </a:moveTo>
                <a:lnTo>
                  <a:pt x="0" y="3910990"/>
                </a:lnTo>
                <a:moveTo>
                  <a:pt x="0" y="3910990"/>
                </a:moveTo>
                <a:lnTo>
                  <a:pt x="128651" y="3910990"/>
                </a:lnTo>
                <a:moveTo>
                  <a:pt x="0" y="3910990"/>
                </a:moveTo>
                <a:lnTo>
                  <a:pt x="0" y="4039641"/>
                </a:lnTo>
                <a:moveTo>
                  <a:pt x="0" y="4039641"/>
                </a:moveTo>
                <a:lnTo>
                  <a:pt x="128651" y="4039641"/>
                </a:lnTo>
                <a:moveTo>
                  <a:pt x="0" y="4039641"/>
                </a:moveTo>
                <a:lnTo>
                  <a:pt x="0" y="4168292"/>
                </a:lnTo>
                <a:moveTo>
                  <a:pt x="0" y="4168292"/>
                </a:moveTo>
                <a:lnTo>
                  <a:pt x="128651" y="4168292"/>
                </a:lnTo>
                <a:moveTo>
                  <a:pt x="0" y="4168292"/>
                </a:moveTo>
                <a:lnTo>
                  <a:pt x="0" y="4296943"/>
                </a:lnTo>
                <a:moveTo>
                  <a:pt x="0" y="4296943"/>
                </a:moveTo>
                <a:lnTo>
                  <a:pt x="128651" y="4296943"/>
                </a:lnTo>
                <a:moveTo>
                  <a:pt x="0" y="4296943"/>
                </a:moveTo>
                <a:lnTo>
                  <a:pt x="0" y="4425594"/>
                </a:lnTo>
                <a:moveTo>
                  <a:pt x="0" y="4425594"/>
                </a:moveTo>
                <a:lnTo>
                  <a:pt x="128651" y="4425594"/>
                </a:lnTo>
                <a:moveTo>
                  <a:pt x="0" y="4425594"/>
                </a:moveTo>
                <a:lnTo>
                  <a:pt x="0" y="4554245"/>
                </a:lnTo>
                <a:moveTo>
                  <a:pt x="0" y="4554245"/>
                </a:moveTo>
                <a:lnTo>
                  <a:pt x="128651" y="4554245"/>
                </a:lnTo>
                <a:moveTo>
                  <a:pt x="0" y="4554245"/>
                </a:moveTo>
                <a:lnTo>
                  <a:pt x="0" y="4682896"/>
                </a:lnTo>
                <a:moveTo>
                  <a:pt x="0" y="4682896"/>
                </a:moveTo>
                <a:lnTo>
                  <a:pt x="128651" y="4682896"/>
                </a:lnTo>
                <a:moveTo>
                  <a:pt x="0" y="4682896"/>
                </a:moveTo>
                <a:lnTo>
                  <a:pt x="0" y="4811547"/>
                </a:lnTo>
                <a:moveTo>
                  <a:pt x="0" y="4811547"/>
                </a:moveTo>
                <a:lnTo>
                  <a:pt x="128651" y="4811547"/>
                </a:lnTo>
                <a:moveTo>
                  <a:pt x="0" y="4811547"/>
                </a:moveTo>
                <a:lnTo>
                  <a:pt x="0" y="4875873"/>
                </a:lnTo>
                <a:moveTo>
                  <a:pt x="128651" y="0"/>
                </a:moveTo>
                <a:lnTo>
                  <a:pt x="128651" y="51460"/>
                </a:lnTo>
                <a:moveTo>
                  <a:pt x="128651" y="51460"/>
                </a:moveTo>
                <a:lnTo>
                  <a:pt x="257302" y="51460"/>
                </a:lnTo>
                <a:moveTo>
                  <a:pt x="128651" y="51460"/>
                </a:moveTo>
                <a:lnTo>
                  <a:pt x="128651" y="180111"/>
                </a:lnTo>
                <a:moveTo>
                  <a:pt x="128651" y="180111"/>
                </a:moveTo>
                <a:lnTo>
                  <a:pt x="257302" y="180111"/>
                </a:lnTo>
                <a:moveTo>
                  <a:pt x="128651" y="180111"/>
                </a:moveTo>
                <a:lnTo>
                  <a:pt x="128651" y="308762"/>
                </a:lnTo>
                <a:moveTo>
                  <a:pt x="128651" y="308762"/>
                </a:moveTo>
                <a:lnTo>
                  <a:pt x="257302" y="308762"/>
                </a:lnTo>
                <a:moveTo>
                  <a:pt x="128651" y="308762"/>
                </a:moveTo>
                <a:lnTo>
                  <a:pt x="128651" y="437413"/>
                </a:lnTo>
                <a:moveTo>
                  <a:pt x="128651" y="437413"/>
                </a:moveTo>
                <a:lnTo>
                  <a:pt x="257302" y="437413"/>
                </a:lnTo>
                <a:moveTo>
                  <a:pt x="128651" y="437413"/>
                </a:moveTo>
                <a:lnTo>
                  <a:pt x="128651" y="566064"/>
                </a:lnTo>
                <a:moveTo>
                  <a:pt x="128651" y="566064"/>
                </a:moveTo>
                <a:lnTo>
                  <a:pt x="257302" y="566064"/>
                </a:lnTo>
                <a:moveTo>
                  <a:pt x="128651" y="566064"/>
                </a:moveTo>
                <a:lnTo>
                  <a:pt x="128651" y="694715"/>
                </a:lnTo>
                <a:moveTo>
                  <a:pt x="128651" y="694715"/>
                </a:moveTo>
                <a:lnTo>
                  <a:pt x="257302" y="694715"/>
                </a:lnTo>
                <a:moveTo>
                  <a:pt x="128651" y="694715"/>
                </a:moveTo>
                <a:lnTo>
                  <a:pt x="128651" y="823366"/>
                </a:lnTo>
                <a:moveTo>
                  <a:pt x="128651" y="823366"/>
                </a:moveTo>
                <a:lnTo>
                  <a:pt x="257302" y="823366"/>
                </a:lnTo>
                <a:moveTo>
                  <a:pt x="128651" y="823366"/>
                </a:moveTo>
                <a:lnTo>
                  <a:pt x="128651" y="952017"/>
                </a:lnTo>
                <a:moveTo>
                  <a:pt x="128651" y="952017"/>
                </a:moveTo>
                <a:lnTo>
                  <a:pt x="257302" y="952017"/>
                </a:lnTo>
                <a:moveTo>
                  <a:pt x="128651" y="952017"/>
                </a:moveTo>
                <a:lnTo>
                  <a:pt x="128651" y="1080668"/>
                </a:lnTo>
                <a:moveTo>
                  <a:pt x="128651" y="1080668"/>
                </a:moveTo>
                <a:lnTo>
                  <a:pt x="257302" y="1080668"/>
                </a:lnTo>
                <a:moveTo>
                  <a:pt x="128651" y="1080668"/>
                </a:moveTo>
                <a:lnTo>
                  <a:pt x="128651" y="1209319"/>
                </a:lnTo>
                <a:moveTo>
                  <a:pt x="128651" y="1209319"/>
                </a:moveTo>
                <a:lnTo>
                  <a:pt x="257302" y="1209319"/>
                </a:lnTo>
                <a:moveTo>
                  <a:pt x="128651" y="1209319"/>
                </a:moveTo>
                <a:lnTo>
                  <a:pt x="128651" y="1337970"/>
                </a:lnTo>
                <a:moveTo>
                  <a:pt x="128651" y="1337970"/>
                </a:moveTo>
                <a:lnTo>
                  <a:pt x="257302" y="1337970"/>
                </a:lnTo>
                <a:moveTo>
                  <a:pt x="128651" y="1337970"/>
                </a:moveTo>
                <a:lnTo>
                  <a:pt x="128651" y="1466621"/>
                </a:lnTo>
                <a:moveTo>
                  <a:pt x="128651" y="1466621"/>
                </a:moveTo>
                <a:lnTo>
                  <a:pt x="257302" y="1466621"/>
                </a:lnTo>
                <a:moveTo>
                  <a:pt x="128651" y="1466621"/>
                </a:moveTo>
                <a:lnTo>
                  <a:pt x="128651" y="1595272"/>
                </a:lnTo>
                <a:moveTo>
                  <a:pt x="128651" y="1595272"/>
                </a:moveTo>
                <a:lnTo>
                  <a:pt x="257302" y="1595272"/>
                </a:lnTo>
                <a:moveTo>
                  <a:pt x="128651" y="1595272"/>
                </a:moveTo>
                <a:lnTo>
                  <a:pt x="128651" y="1723923"/>
                </a:lnTo>
                <a:moveTo>
                  <a:pt x="128651" y="1723923"/>
                </a:moveTo>
                <a:lnTo>
                  <a:pt x="257302" y="1723923"/>
                </a:lnTo>
                <a:moveTo>
                  <a:pt x="128651" y="1723923"/>
                </a:moveTo>
                <a:lnTo>
                  <a:pt x="128651" y="1852574"/>
                </a:lnTo>
                <a:moveTo>
                  <a:pt x="128651" y="1852574"/>
                </a:moveTo>
                <a:lnTo>
                  <a:pt x="257302" y="1852574"/>
                </a:lnTo>
                <a:moveTo>
                  <a:pt x="128651" y="1852574"/>
                </a:moveTo>
                <a:lnTo>
                  <a:pt x="128651" y="1981225"/>
                </a:lnTo>
                <a:moveTo>
                  <a:pt x="128651" y="1981225"/>
                </a:moveTo>
                <a:lnTo>
                  <a:pt x="257302" y="1981225"/>
                </a:lnTo>
                <a:moveTo>
                  <a:pt x="128651" y="1981225"/>
                </a:moveTo>
                <a:lnTo>
                  <a:pt x="128651" y="2109876"/>
                </a:lnTo>
                <a:moveTo>
                  <a:pt x="128651" y="2109876"/>
                </a:moveTo>
                <a:lnTo>
                  <a:pt x="257302" y="2109876"/>
                </a:lnTo>
                <a:moveTo>
                  <a:pt x="128651" y="2109876"/>
                </a:moveTo>
                <a:lnTo>
                  <a:pt x="128651" y="2238527"/>
                </a:lnTo>
                <a:moveTo>
                  <a:pt x="128651" y="2238527"/>
                </a:moveTo>
                <a:lnTo>
                  <a:pt x="257302" y="2238527"/>
                </a:lnTo>
                <a:moveTo>
                  <a:pt x="128651" y="2238527"/>
                </a:moveTo>
                <a:lnTo>
                  <a:pt x="128651" y="2367178"/>
                </a:lnTo>
                <a:moveTo>
                  <a:pt x="128651" y="2367178"/>
                </a:moveTo>
                <a:lnTo>
                  <a:pt x="257302" y="2367178"/>
                </a:lnTo>
                <a:moveTo>
                  <a:pt x="128651" y="2367178"/>
                </a:moveTo>
                <a:lnTo>
                  <a:pt x="128651" y="2495829"/>
                </a:lnTo>
                <a:moveTo>
                  <a:pt x="128651" y="2495829"/>
                </a:moveTo>
                <a:lnTo>
                  <a:pt x="257302" y="2495829"/>
                </a:lnTo>
                <a:moveTo>
                  <a:pt x="128651" y="2495829"/>
                </a:moveTo>
                <a:lnTo>
                  <a:pt x="128651" y="2624480"/>
                </a:lnTo>
                <a:moveTo>
                  <a:pt x="128651" y="2624480"/>
                </a:moveTo>
                <a:lnTo>
                  <a:pt x="257302" y="2624480"/>
                </a:lnTo>
                <a:moveTo>
                  <a:pt x="128651" y="2624480"/>
                </a:moveTo>
                <a:lnTo>
                  <a:pt x="128651" y="2753131"/>
                </a:lnTo>
                <a:moveTo>
                  <a:pt x="128651" y="2753131"/>
                </a:moveTo>
                <a:lnTo>
                  <a:pt x="257302" y="2753131"/>
                </a:lnTo>
                <a:moveTo>
                  <a:pt x="128651" y="2753131"/>
                </a:moveTo>
                <a:lnTo>
                  <a:pt x="128651" y="2881782"/>
                </a:lnTo>
                <a:moveTo>
                  <a:pt x="128651" y="2881782"/>
                </a:moveTo>
                <a:lnTo>
                  <a:pt x="257302" y="2881782"/>
                </a:lnTo>
                <a:moveTo>
                  <a:pt x="128651" y="2881782"/>
                </a:moveTo>
                <a:lnTo>
                  <a:pt x="128651" y="3010433"/>
                </a:lnTo>
                <a:moveTo>
                  <a:pt x="128651" y="3010433"/>
                </a:moveTo>
                <a:lnTo>
                  <a:pt x="257302" y="3010433"/>
                </a:lnTo>
                <a:moveTo>
                  <a:pt x="128651" y="3010433"/>
                </a:moveTo>
                <a:lnTo>
                  <a:pt x="128651" y="3139084"/>
                </a:lnTo>
                <a:moveTo>
                  <a:pt x="128651" y="3139084"/>
                </a:moveTo>
                <a:lnTo>
                  <a:pt x="257302" y="3139084"/>
                </a:lnTo>
                <a:moveTo>
                  <a:pt x="128651" y="3139084"/>
                </a:moveTo>
                <a:lnTo>
                  <a:pt x="128651" y="3267735"/>
                </a:lnTo>
                <a:moveTo>
                  <a:pt x="128651" y="3267735"/>
                </a:moveTo>
                <a:lnTo>
                  <a:pt x="257302" y="3267735"/>
                </a:lnTo>
                <a:moveTo>
                  <a:pt x="128651" y="3267735"/>
                </a:moveTo>
                <a:lnTo>
                  <a:pt x="128651" y="3396386"/>
                </a:lnTo>
                <a:moveTo>
                  <a:pt x="128651" y="3396386"/>
                </a:moveTo>
                <a:lnTo>
                  <a:pt x="257302" y="3396386"/>
                </a:lnTo>
                <a:moveTo>
                  <a:pt x="128651" y="3396386"/>
                </a:moveTo>
                <a:lnTo>
                  <a:pt x="128651" y="3525037"/>
                </a:lnTo>
                <a:moveTo>
                  <a:pt x="128651" y="3525037"/>
                </a:moveTo>
                <a:lnTo>
                  <a:pt x="257302" y="3525037"/>
                </a:lnTo>
                <a:moveTo>
                  <a:pt x="128651" y="3525037"/>
                </a:moveTo>
                <a:lnTo>
                  <a:pt x="128651" y="3653688"/>
                </a:lnTo>
                <a:moveTo>
                  <a:pt x="128651" y="3653688"/>
                </a:moveTo>
                <a:lnTo>
                  <a:pt x="257302" y="3653688"/>
                </a:lnTo>
                <a:moveTo>
                  <a:pt x="128651" y="3653688"/>
                </a:moveTo>
                <a:lnTo>
                  <a:pt x="128651" y="3782339"/>
                </a:lnTo>
                <a:moveTo>
                  <a:pt x="128651" y="3782339"/>
                </a:moveTo>
                <a:lnTo>
                  <a:pt x="257302" y="3782339"/>
                </a:lnTo>
                <a:moveTo>
                  <a:pt x="128651" y="3782339"/>
                </a:moveTo>
                <a:lnTo>
                  <a:pt x="128651" y="3910990"/>
                </a:lnTo>
                <a:moveTo>
                  <a:pt x="128651" y="3910990"/>
                </a:moveTo>
                <a:lnTo>
                  <a:pt x="257302" y="3910990"/>
                </a:lnTo>
                <a:moveTo>
                  <a:pt x="128651" y="3910990"/>
                </a:moveTo>
                <a:lnTo>
                  <a:pt x="128651" y="4039641"/>
                </a:lnTo>
                <a:moveTo>
                  <a:pt x="128651" y="4039641"/>
                </a:moveTo>
                <a:lnTo>
                  <a:pt x="257302" y="4039641"/>
                </a:lnTo>
                <a:moveTo>
                  <a:pt x="128651" y="4039641"/>
                </a:moveTo>
                <a:lnTo>
                  <a:pt x="128651" y="4168292"/>
                </a:lnTo>
                <a:moveTo>
                  <a:pt x="128651" y="4168292"/>
                </a:moveTo>
                <a:lnTo>
                  <a:pt x="257302" y="4168292"/>
                </a:lnTo>
                <a:moveTo>
                  <a:pt x="128651" y="4168292"/>
                </a:moveTo>
                <a:lnTo>
                  <a:pt x="128651" y="4296943"/>
                </a:lnTo>
                <a:moveTo>
                  <a:pt x="128651" y="4296943"/>
                </a:moveTo>
                <a:lnTo>
                  <a:pt x="257302" y="4296943"/>
                </a:lnTo>
                <a:moveTo>
                  <a:pt x="128651" y="4296943"/>
                </a:moveTo>
                <a:lnTo>
                  <a:pt x="128651" y="4425594"/>
                </a:lnTo>
                <a:moveTo>
                  <a:pt x="128651" y="4425594"/>
                </a:moveTo>
                <a:lnTo>
                  <a:pt x="257302" y="4425594"/>
                </a:lnTo>
                <a:moveTo>
                  <a:pt x="128651" y="4425594"/>
                </a:moveTo>
                <a:lnTo>
                  <a:pt x="128651" y="4554245"/>
                </a:lnTo>
                <a:moveTo>
                  <a:pt x="128651" y="4554245"/>
                </a:moveTo>
                <a:lnTo>
                  <a:pt x="257302" y="4554245"/>
                </a:lnTo>
                <a:moveTo>
                  <a:pt x="128651" y="4554245"/>
                </a:moveTo>
                <a:lnTo>
                  <a:pt x="128651" y="4682896"/>
                </a:lnTo>
                <a:moveTo>
                  <a:pt x="128651" y="4682896"/>
                </a:moveTo>
                <a:lnTo>
                  <a:pt x="257302" y="4682896"/>
                </a:lnTo>
                <a:moveTo>
                  <a:pt x="128651" y="4682896"/>
                </a:moveTo>
                <a:lnTo>
                  <a:pt x="128651" y="4811547"/>
                </a:lnTo>
                <a:moveTo>
                  <a:pt x="128651" y="4811547"/>
                </a:moveTo>
                <a:lnTo>
                  <a:pt x="257302" y="4811547"/>
                </a:lnTo>
                <a:moveTo>
                  <a:pt x="128651" y="4811547"/>
                </a:moveTo>
                <a:lnTo>
                  <a:pt x="128651" y="4875873"/>
                </a:lnTo>
                <a:moveTo>
                  <a:pt x="257302" y="0"/>
                </a:moveTo>
                <a:lnTo>
                  <a:pt x="257302" y="51460"/>
                </a:lnTo>
                <a:moveTo>
                  <a:pt x="257302" y="51460"/>
                </a:moveTo>
                <a:lnTo>
                  <a:pt x="385953" y="51460"/>
                </a:lnTo>
                <a:moveTo>
                  <a:pt x="257302" y="51460"/>
                </a:moveTo>
                <a:lnTo>
                  <a:pt x="257302" y="180111"/>
                </a:lnTo>
                <a:moveTo>
                  <a:pt x="257302" y="180111"/>
                </a:moveTo>
                <a:lnTo>
                  <a:pt x="385953" y="180111"/>
                </a:lnTo>
                <a:moveTo>
                  <a:pt x="257302" y="180111"/>
                </a:moveTo>
                <a:lnTo>
                  <a:pt x="257302" y="308762"/>
                </a:lnTo>
                <a:moveTo>
                  <a:pt x="257302" y="308762"/>
                </a:moveTo>
                <a:lnTo>
                  <a:pt x="385953" y="308762"/>
                </a:lnTo>
                <a:moveTo>
                  <a:pt x="257302" y="308762"/>
                </a:moveTo>
                <a:lnTo>
                  <a:pt x="257302" y="437413"/>
                </a:lnTo>
                <a:moveTo>
                  <a:pt x="257302" y="437413"/>
                </a:moveTo>
                <a:lnTo>
                  <a:pt x="385953" y="437413"/>
                </a:lnTo>
                <a:moveTo>
                  <a:pt x="257302" y="437413"/>
                </a:moveTo>
                <a:lnTo>
                  <a:pt x="257302" y="566064"/>
                </a:lnTo>
                <a:moveTo>
                  <a:pt x="257302" y="566064"/>
                </a:moveTo>
                <a:lnTo>
                  <a:pt x="385953" y="566064"/>
                </a:lnTo>
                <a:moveTo>
                  <a:pt x="257302" y="566064"/>
                </a:moveTo>
                <a:lnTo>
                  <a:pt x="257302" y="694715"/>
                </a:lnTo>
                <a:moveTo>
                  <a:pt x="257302" y="694715"/>
                </a:moveTo>
                <a:lnTo>
                  <a:pt x="385953" y="694715"/>
                </a:lnTo>
                <a:moveTo>
                  <a:pt x="257302" y="694715"/>
                </a:moveTo>
                <a:lnTo>
                  <a:pt x="257302" y="823366"/>
                </a:lnTo>
                <a:moveTo>
                  <a:pt x="257302" y="823366"/>
                </a:moveTo>
                <a:lnTo>
                  <a:pt x="385953" y="823366"/>
                </a:lnTo>
                <a:moveTo>
                  <a:pt x="257302" y="823366"/>
                </a:moveTo>
                <a:lnTo>
                  <a:pt x="257302" y="952017"/>
                </a:lnTo>
                <a:moveTo>
                  <a:pt x="257302" y="952017"/>
                </a:moveTo>
                <a:lnTo>
                  <a:pt x="385953" y="952017"/>
                </a:lnTo>
                <a:moveTo>
                  <a:pt x="257302" y="952017"/>
                </a:moveTo>
                <a:lnTo>
                  <a:pt x="257302" y="1080668"/>
                </a:lnTo>
                <a:moveTo>
                  <a:pt x="257302" y="1080668"/>
                </a:moveTo>
                <a:lnTo>
                  <a:pt x="385953" y="1080668"/>
                </a:lnTo>
                <a:moveTo>
                  <a:pt x="257302" y="1080668"/>
                </a:moveTo>
                <a:lnTo>
                  <a:pt x="257302" y="1209319"/>
                </a:lnTo>
                <a:moveTo>
                  <a:pt x="257302" y="1209319"/>
                </a:moveTo>
                <a:lnTo>
                  <a:pt x="385953" y="1209319"/>
                </a:lnTo>
                <a:moveTo>
                  <a:pt x="257302" y="1209319"/>
                </a:moveTo>
                <a:lnTo>
                  <a:pt x="257302" y="1337970"/>
                </a:lnTo>
                <a:moveTo>
                  <a:pt x="257302" y="1337970"/>
                </a:moveTo>
                <a:lnTo>
                  <a:pt x="385953" y="1337970"/>
                </a:lnTo>
                <a:moveTo>
                  <a:pt x="257302" y="1337970"/>
                </a:moveTo>
                <a:lnTo>
                  <a:pt x="257302" y="1466621"/>
                </a:lnTo>
                <a:moveTo>
                  <a:pt x="257302" y="1466621"/>
                </a:moveTo>
                <a:lnTo>
                  <a:pt x="385953" y="1466621"/>
                </a:lnTo>
                <a:moveTo>
                  <a:pt x="257302" y="1466621"/>
                </a:moveTo>
                <a:lnTo>
                  <a:pt x="257302" y="1595272"/>
                </a:lnTo>
                <a:moveTo>
                  <a:pt x="257302" y="1595272"/>
                </a:moveTo>
                <a:lnTo>
                  <a:pt x="385953" y="1595272"/>
                </a:lnTo>
                <a:moveTo>
                  <a:pt x="257302" y="1595272"/>
                </a:moveTo>
                <a:lnTo>
                  <a:pt x="257302" y="1723923"/>
                </a:lnTo>
                <a:moveTo>
                  <a:pt x="257302" y="1723923"/>
                </a:moveTo>
                <a:lnTo>
                  <a:pt x="385953" y="1723923"/>
                </a:lnTo>
                <a:moveTo>
                  <a:pt x="257302" y="1723923"/>
                </a:moveTo>
                <a:lnTo>
                  <a:pt x="257302" y="1852574"/>
                </a:lnTo>
                <a:moveTo>
                  <a:pt x="257302" y="1852574"/>
                </a:moveTo>
                <a:lnTo>
                  <a:pt x="385953" y="1852574"/>
                </a:lnTo>
                <a:moveTo>
                  <a:pt x="257302" y="1852574"/>
                </a:moveTo>
                <a:lnTo>
                  <a:pt x="257302" y="1981225"/>
                </a:lnTo>
                <a:moveTo>
                  <a:pt x="257302" y="1981225"/>
                </a:moveTo>
                <a:lnTo>
                  <a:pt x="385953" y="1981225"/>
                </a:lnTo>
                <a:moveTo>
                  <a:pt x="257302" y="1981225"/>
                </a:moveTo>
                <a:lnTo>
                  <a:pt x="257302" y="2109876"/>
                </a:lnTo>
                <a:moveTo>
                  <a:pt x="257302" y="2109876"/>
                </a:moveTo>
                <a:lnTo>
                  <a:pt x="385953" y="2109876"/>
                </a:lnTo>
                <a:moveTo>
                  <a:pt x="257302" y="2109876"/>
                </a:moveTo>
                <a:lnTo>
                  <a:pt x="257302" y="2238527"/>
                </a:lnTo>
                <a:moveTo>
                  <a:pt x="257302" y="2238527"/>
                </a:moveTo>
                <a:lnTo>
                  <a:pt x="385953" y="2238527"/>
                </a:lnTo>
                <a:moveTo>
                  <a:pt x="257302" y="2238527"/>
                </a:moveTo>
                <a:lnTo>
                  <a:pt x="257302" y="2367178"/>
                </a:lnTo>
                <a:moveTo>
                  <a:pt x="257302" y="2367178"/>
                </a:moveTo>
                <a:lnTo>
                  <a:pt x="385953" y="2367178"/>
                </a:lnTo>
                <a:moveTo>
                  <a:pt x="257302" y="2367178"/>
                </a:moveTo>
                <a:lnTo>
                  <a:pt x="257302" y="2495829"/>
                </a:lnTo>
                <a:moveTo>
                  <a:pt x="257302" y="2495829"/>
                </a:moveTo>
                <a:lnTo>
                  <a:pt x="385953" y="2495829"/>
                </a:lnTo>
                <a:moveTo>
                  <a:pt x="257302" y="2495829"/>
                </a:moveTo>
                <a:lnTo>
                  <a:pt x="257302" y="2624480"/>
                </a:lnTo>
                <a:moveTo>
                  <a:pt x="257302" y="2624480"/>
                </a:moveTo>
                <a:lnTo>
                  <a:pt x="385953" y="2624480"/>
                </a:lnTo>
                <a:moveTo>
                  <a:pt x="257302" y="2624480"/>
                </a:moveTo>
                <a:lnTo>
                  <a:pt x="257302" y="2753131"/>
                </a:lnTo>
                <a:moveTo>
                  <a:pt x="257302" y="2753131"/>
                </a:moveTo>
                <a:lnTo>
                  <a:pt x="385953" y="2753131"/>
                </a:lnTo>
                <a:moveTo>
                  <a:pt x="257302" y="2753131"/>
                </a:moveTo>
                <a:lnTo>
                  <a:pt x="257302" y="2881782"/>
                </a:lnTo>
                <a:moveTo>
                  <a:pt x="257302" y="2881782"/>
                </a:moveTo>
                <a:lnTo>
                  <a:pt x="385953" y="2881782"/>
                </a:lnTo>
                <a:moveTo>
                  <a:pt x="257302" y="2881782"/>
                </a:moveTo>
                <a:lnTo>
                  <a:pt x="257302" y="3010433"/>
                </a:lnTo>
                <a:moveTo>
                  <a:pt x="257302" y="3010433"/>
                </a:moveTo>
                <a:lnTo>
                  <a:pt x="385953" y="3010433"/>
                </a:lnTo>
                <a:moveTo>
                  <a:pt x="257302" y="3010433"/>
                </a:moveTo>
                <a:lnTo>
                  <a:pt x="257302" y="3139084"/>
                </a:lnTo>
                <a:moveTo>
                  <a:pt x="257302" y="3139084"/>
                </a:moveTo>
                <a:lnTo>
                  <a:pt x="385953" y="3139084"/>
                </a:lnTo>
                <a:moveTo>
                  <a:pt x="257302" y="3139084"/>
                </a:moveTo>
                <a:lnTo>
                  <a:pt x="257302" y="3267735"/>
                </a:lnTo>
                <a:moveTo>
                  <a:pt x="257302" y="3267735"/>
                </a:moveTo>
                <a:lnTo>
                  <a:pt x="385953" y="3267735"/>
                </a:lnTo>
                <a:moveTo>
                  <a:pt x="257302" y="3267735"/>
                </a:moveTo>
                <a:lnTo>
                  <a:pt x="257302" y="3396386"/>
                </a:lnTo>
                <a:moveTo>
                  <a:pt x="257302" y="3396386"/>
                </a:moveTo>
                <a:lnTo>
                  <a:pt x="385953" y="3396386"/>
                </a:lnTo>
                <a:moveTo>
                  <a:pt x="257302" y="3396386"/>
                </a:moveTo>
                <a:lnTo>
                  <a:pt x="257302" y="3525037"/>
                </a:lnTo>
                <a:moveTo>
                  <a:pt x="257302" y="3525037"/>
                </a:moveTo>
                <a:lnTo>
                  <a:pt x="385953" y="3525037"/>
                </a:lnTo>
                <a:moveTo>
                  <a:pt x="257302" y="3525037"/>
                </a:moveTo>
                <a:lnTo>
                  <a:pt x="257302" y="3653688"/>
                </a:lnTo>
                <a:moveTo>
                  <a:pt x="257302" y="3653688"/>
                </a:moveTo>
                <a:lnTo>
                  <a:pt x="385953" y="3653688"/>
                </a:lnTo>
                <a:moveTo>
                  <a:pt x="257302" y="3653688"/>
                </a:moveTo>
                <a:lnTo>
                  <a:pt x="257302" y="3782339"/>
                </a:lnTo>
                <a:moveTo>
                  <a:pt x="257302" y="3782339"/>
                </a:moveTo>
                <a:lnTo>
                  <a:pt x="385953" y="3782339"/>
                </a:lnTo>
                <a:moveTo>
                  <a:pt x="257302" y="3782339"/>
                </a:moveTo>
                <a:lnTo>
                  <a:pt x="257302" y="3910990"/>
                </a:lnTo>
                <a:moveTo>
                  <a:pt x="257302" y="3910990"/>
                </a:moveTo>
                <a:lnTo>
                  <a:pt x="385953" y="3910990"/>
                </a:lnTo>
                <a:moveTo>
                  <a:pt x="257302" y="3910990"/>
                </a:moveTo>
                <a:lnTo>
                  <a:pt x="257302" y="4039641"/>
                </a:lnTo>
                <a:moveTo>
                  <a:pt x="257302" y="4039641"/>
                </a:moveTo>
                <a:lnTo>
                  <a:pt x="385953" y="4039641"/>
                </a:lnTo>
                <a:moveTo>
                  <a:pt x="257302" y="4039641"/>
                </a:moveTo>
                <a:lnTo>
                  <a:pt x="257302" y="4168292"/>
                </a:lnTo>
                <a:moveTo>
                  <a:pt x="257302" y="4168292"/>
                </a:moveTo>
                <a:lnTo>
                  <a:pt x="385953" y="4168292"/>
                </a:lnTo>
                <a:moveTo>
                  <a:pt x="257302" y="4168292"/>
                </a:moveTo>
                <a:lnTo>
                  <a:pt x="257302" y="4296943"/>
                </a:lnTo>
                <a:moveTo>
                  <a:pt x="257302" y="4296943"/>
                </a:moveTo>
                <a:lnTo>
                  <a:pt x="385953" y="4296943"/>
                </a:lnTo>
                <a:moveTo>
                  <a:pt x="257302" y="4296943"/>
                </a:moveTo>
                <a:lnTo>
                  <a:pt x="257302" y="4425594"/>
                </a:lnTo>
                <a:moveTo>
                  <a:pt x="257302" y="4425594"/>
                </a:moveTo>
                <a:lnTo>
                  <a:pt x="385953" y="4425594"/>
                </a:lnTo>
                <a:moveTo>
                  <a:pt x="257302" y="4425594"/>
                </a:moveTo>
                <a:lnTo>
                  <a:pt x="257302" y="4554245"/>
                </a:lnTo>
                <a:moveTo>
                  <a:pt x="257302" y="4554245"/>
                </a:moveTo>
                <a:lnTo>
                  <a:pt x="385953" y="4554245"/>
                </a:lnTo>
                <a:moveTo>
                  <a:pt x="257302" y="4554245"/>
                </a:moveTo>
                <a:lnTo>
                  <a:pt x="257302" y="4682896"/>
                </a:lnTo>
                <a:moveTo>
                  <a:pt x="257302" y="4682896"/>
                </a:moveTo>
                <a:lnTo>
                  <a:pt x="385953" y="4682896"/>
                </a:lnTo>
                <a:moveTo>
                  <a:pt x="257302" y="4682896"/>
                </a:moveTo>
                <a:lnTo>
                  <a:pt x="257302" y="4811547"/>
                </a:lnTo>
                <a:moveTo>
                  <a:pt x="257302" y="4811547"/>
                </a:moveTo>
                <a:lnTo>
                  <a:pt x="385953" y="4811547"/>
                </a:lnTo>
                <a:moveTo>
                  <a:pt x="257302" y="4811547"/>
                </a:moveTo>
                <a:lnTo>
                  <a:pt x="257302" y="4875873"/>
                </a:lnTo>
                <a:moveTo>
                  <a:pt x="385953" y="0"/>
                </a:moveTo>
                <a:lnTo>
                  <a:pt x="385953" y="51460"/>
                </a:lnTo>
                <a:moveTo>
                  <a:pt x="385953" y="51460"/>
                </a:moveTo>
                <a:lnTo>
                  <a:pt x="514604" y="51460"/>
                </a:lnTo>
                <a:moveTo>
                  <a:pt x="385953" y="51460"/>
                </a:moveTo>
                <a:lnTo>
                  <a:pt x="385953" y="180111"/>
                </a:lnTo>
                <a:moveTo>
                  <a:pt x="385953" y="180111"/>
                </a:moveTo>
                <a:lnTo>
                  <a:pt x="514604" y="180111"/>
                </a:lnTo>
                <a:moveTo>
                  <a:pt x="385953" y="180111"/>
                </a:moveTo>
                <a:lnTo>
                  <a:pt x="385953" y="308762"/>
                </a:lnTo>
                <a:moveTo>
                  <a:pt x="385953" y="308762"/>
                </a:moveTo>
                <a:lnTo>
                  <a:pt x="514604" y="308762"/>
                </a:lnTo>
                <a:moveTo>
                  <a:pt x="385953" y="308762"/>
                </a:moveTo>
                <a:lnTo>
                  <a:pt x="385953" y="437413"/>
                </a:lnTo>
                <a:moveTo>
                  <a:pt x="385953" y="437413"/>
                </a:moveTo>
                <a:lnTo>
                  <a:pt x="514604" y="437413"/>
                </a:lnTo>
                <a:moveTo>
                  <a:pt x="385953" y="437413"/>
                </a:moveTo>
                <a:lnTo>
                  <a:pt x="385953" y="566064"/>
                </a:lnTo>
                <a:moveTo>
                  <a:pt x="385953" y="566064"/>
                </a:moveTo>
                <a:lnTo>
                  <a:pt x="514604" y="566064"/>
                </a:lnTo>
                <a:moveTo>
                  <a:pt x="385953" y="566064"/>
                </a:moveTo>
                <a:lnTo>
                  <a:pt x="385953" y="694715"/>
                </a:lnTo>
                <a:moveTo>
                  <a:pt x="385953" y="694715"/>
                </a:moveTo>
                <a:lnTo>
                  <a:pt x="514604" y="694715"/>
                </a:lnTo>
                <a:moveTo>
                  <a:pt x="385953" y="694715"/>
                </a:moveTo>
                <a:lnTo>
                  <a:pt x="385953" y="823366"/>
                </a:lnTo>
                <a:moveTo>
                  <a:pt x="385953" y="823366"/>
                </a:moveTo>
                <a:lnTo>
                  <a:pt x="514604" y="823366"/>
                </a:lnTo>
                <a:moveTo>
                  <a:pt x="385953" y="823366"/>
                </a:moveTo>
                <a:lnTo>
                  <a:pt x="385953" y="952017"/>
                </a:lnTo>
                <a:moveTo>
                  <a:pt x="385953" y="952017"/>
                </a:moveTo>
                <a:lnTo>
                  <a:pt x="514604" y="952017"/>
                </a:lnTo>
                <a:moveTo>
                  <a:pt x="385953" y="952017"/>
                </a:moveTo>
                <a:lnTo>
                  <a:pt x="385953" y="1080668"/>
                </a:lnTo>
                <a:moveTo>
                  <a:pt x="385953" y="1080668"/>
                </a:moveTo>
                <a:lnTo>
                  <a:pt x="514604" y="1080668"/>
                </a:lnTo>
                <a:moveTo>
                  <a:pt x="385953" y="1080668"/>
                </a:moveTo>
                <a:lnTo>
                  <a:pt x="385953" y="1209319"/>
                </a:lnTo>
                <a:moveTo>
                  <a:pt x="385953" y="1209319"/>
                </a:moveTo>
                <a:lnTo>
                  <a:pt x="514604" y="1209319"/>
                </a:lnTo>
                <a:moveTo>
                  <a:pt x="385953" y="1209319"/>
                </a:moveTo>
                <a:lnTo>
                  <a:pt x="385953" y="1337970"/>
                </a:lnTo>
                <a:moveTo>
                  <a:pt x="385953" y="1337970"/>
                </a:moveTo>
                <a:lnTo>
                  <a:pt x="514604" y="1337970"/>
                </a:lnTo>
                <a:moveTo>
                  <a:pt x="385953" y="1337970"/>
                </a:moveTo>
                <a:lnTo>
                  <a:pt x="385953" y="1466621"/>
                </a:lnTo>
                <a:moveTo>
                  <a:pt x="385953" y="1466621"/>
                </a:moveTo>
                <a:lnTo>
                  <a:pt x="514604" y="1466621"/>
                </a:lnTo>
                <a:moveTo>
                  <a:pt x="385953" y="1466621"/>
                </a:moveTo>
                <a:lnTo>
                  <a:pt x="385953" y="1595272"/>
                </a:lnTo>
                <a:moveTo>
                  <a:pt x="385953" y="1595272"/>
                </a:moveTo>
                <a:lnTo>
                  <a:pt x="514604" y="1595272"/>
                </a:lnTo>
                <a:moveTo>
                  <a:pt x="385953" y="1595272"/>
                </a:moveTo>
                <a:lnTo>
                  <a:pt x="385953" y="1723923"/>
                </a:lnTo>
                <a:moveTo>
                  <a:pt x="385953" y="1723923"/>
                </a:moveTo>
                <a:lnTo>
                  <a:pt x="514604" y="1723923"/>
                </a:lnTo>
                <a:moveTo>
                  <a:pt x="385953" y="1723923"/>
                </a:moveTo>
                <a:lnTo>
                  <a:pt x="385953" y="1852574"/>
                </a:lnTo>
                <a:moveTo>
                  <a:pt x="385953" y="1852574"/>
                </a:moveTo>
                <a:lnTo>
                  <a:pt x="514604" y="1852574"/>
                </a:lnTo>
                <a:moveTo>
                  <a:pt x="385953" y="1852574"/>
                </a:moveTo>
                <a:lnTo>
                  <a:pt x="385953" y="1981225"/>
                </a:lnTo>
                <a:moveTo>
                  <a:pt x="385953" y="1981225"/>
                </a:moveTo>
                <a:lnTo>
                  <a:pt x="514604" y="1981225"/>
                </a:lnTo>
                <a:moveTo>
                  <a:pt x="385953" y="1981225"/>
                </a:moveTo>
                <a:lnTo>
                  <a:pt x="385953" y="2109876"/>
                </a:lnTo>
                <a:moveTo>
                  <a:pt x="385953" y="2109876"/>
                </a:moveTo>
                <a:lnTo>
                  <a:pt x="514604" y="2109876"/>
                </a:lnTo>
                <a:moveTo>
                  <a:pt x="385953" y="2109876"/>
                </a:moveTo>
                <a:lnTo>
                  <a:pt x="385953" y="2238527"/>
                </a:lnTo>
                <a:moveTo>
                  <a:pt x="385953" y="2238527"/>
                </a:moveTo>
                <a:lnTo>
                  <a:pt x="514604" y="2238527"/>
                </a:lnTo>
                <a:moveTo>
                  <a:pt x="385953" y="2238527"/>
                </a:moveTo>
                <a:lnTo>
                  <a:pt x="385953" y="2367178"/>
                </a:lnTo>
                <a:moveTo>
                  <a:pt x="385953" y="2367178"/>
                </a:moveTo>
                <a:lnTo>
                  <a:pt x="514604" y="2367178"/>
                </a:lnTo>
                <a:moveTo>
                  <a:pt x="385953" y="2367178"/>
                </a:moveTo>
                <a:lnTo>
                  <a:pt x="385953" y="2495829"/>
                </a:lnTo>
                <a:moveTo>
                  <a:pt x="385953" y="2495829"/>
                </a:moveTo>
                <a:lnTo>
                  <a:pt x="514604" y="2495829"/>
                </a:lnTo>
                <a:moveTo>
                  <a:pt x="385953" y="2495829"/>
                </a:moveTo>
                <a:lnTo>
                  <a:pt x="385953" y="2624480"/>
                </a:lnTo>
                <a:moveTo>
                  <a:pt x="385953" y="2624480"/>
                </a:moveTo>
                <a:lnTo>
                  <a:pt x="514604" y="2624480"/>
                </a:lnTo>
                <a:moveTo>
                  <a:pt x="385953" y="2624480"/>
                </a:moveTo>
                <a:lnTo>
                  <a:pt x="385953" y="2753131"/>
                </a:lnTo>
                <a:moveTo>
                  <a:pt x="385953" y="2753131"/>
                </a:moveTo>
                <a:lnTo>
                  <a:pt x="514604" y="2753131"/>
                </a:lnTo>
                <a:moveTo>
                  <a:pt x="385953" y="2753131"/>
                </a:moveTo>
                <a:lnTo>
                  <a:pt x="385953" y="2881782"/>
                </a:lnTo>
                <a:moveTo>
                  <a:pt x="385953" y="2881782"/>
                </a:moveTo>
                <a:lnTo>
                  <a:pt x="514604" y="2881782"/>
                </a:lnTo>
                <a:moveTo>
                  <a:pt x="385953" y="2881782"/>
                </a:moveTo>
                <a:lnTo>
                  <a:pt x="385953" y="3010433"/>
                </a:lnTo>
                <a:moveTo>
                  <a:pt x="385953" y="3010433"/>
                </a:moveTo>
                <a:lnTo>
                  <a:pt x="514604" y="3010433"/>
                </a:lnTo>
                <a:moveTo>
                  <a:pt x="385953" y="3010433"/>
                </a:moveTo>
                <a:lnTo>
                  <a:pt x="385953" y="3139084"/>
                </a:lnTo>
                <a:moveTo>
                  <a:pt x="385953" y="3139084"/>
                </a:moveTo>
                <a:lnTo>
                  <a:pt x="514604" y="3139084"/>
                </a:lnTo>
                <a:moveTo>
                  <a:pt x="385953" y="3139084"/>
                </a:moveTo>
                <a:lnTo>
                  <a:pt x="385953" y="3267735"/>
                </a:lnTo>
                <a:moveTo>
                  <a:pt x="385953" y="3267735"/>
                </a:moveTo>
                <a:lnTo>
                  <a:pt x="514604" y="3267735"/>
                </a:lnTo>
                <a:moveTo>
                  <a:pt x="385953" y="3267735"/>
                </a:moveTo>
                <a:lnTo>
                  <a:pt x="385953" y="3396386"/>
                </a:lnTo>
                <a:moveTo>
                  <a:pt x="385953" y="3396386"/>
                </a:moveTo>
                <a:lnTo>
                  <a:pt x="514604" y="3396386"/>
                </a:lnTo>
                <a:moveTo>
                  <a:pt x="385953" y="3396386"/>
                </a:moveTo>
                <a:lnTo>
                  <a:pt x="385953" y="3525037"/>
                </a:lnTo>
                <a:moveTo>
                  <a:pt x="385953" y="3525037"/>
                </a:moveTo>
                <a:lnTo>
                  <a:pt x="514604" y="3525037"/>
                </a:lnTo>
                <a:moveTo>
                  <a:pt x="385953" y="3525037"/>
                </a:moveTo>
                <a:lnTo>
                  <a:pt x="385953" y="3653688"/>
                </a:lnTo>
                <a:moveTo>
                  <a:pt x="385953" y="3653688"/>
                </a:moveTo>
                <a:lnTo>
                  <a:pt x="514604" y="3653688"/>
                </a:lnTo>
                <a:moveTo>
                  <a:pt x="385953" y="3653688"/>
                </a:moveTo>
                <a:lnTo>
                  <a:pt x="385953" y="3782339"/>
                </a:lnTo>
                <a:moveTo>
                  <a:pt x="385953" y="3782339"/>
                </a:moveTo>
                <a:lnTo>
                  <a:pt x="514604" y="3782339"/>
                </a:lnTo>
                <a:moveTo>
                  <a:pt x="385953" y="3782339"/>
                </a:moveTo>
                <a:lnTo>
                  <a:pt x="385953" y="3910990"/>
                </a:lnTo>
                <a:moveTo>
                  <a:pt x="385953" y="3910990"/>
                </a:moveTo>
                <a:lnTo>
                  <a:pt x="514604" y="3910990"/>
                </a:lnTo>
                <a:moveTo>
                  <a:pt x="385953" y="3910990"/>
                </a:moveTo>
                <a:lnTo>
                  <a:pt x="385953" y="4039641"/>
                </a:lnTo>
                <a:moveTo>
                  <a:pt x="385953" y="4039641"/>
                </a:moveTo>
                <a:lnTo>
                  <a:pt x="514604" y="4039641"/>
                </a:lnTo>
                <a:moveTo>
                  <a:pt x="385953" y="4039641"/>
                </a:moveTo>
                <a:lnTo>
                  <a:pt x="385953" y="4168292"/>
                </a:lnTo>
                <a:moveTo>
                  <a:pt x="385953" y="4168292"/>
                </a:moveTo>
                <a:lnTo>
                  <a:pt x="514604" y="4168292"/>
                </a:lnTo>
                <a:moveTo>
                  <a:pt x="385953" y="4168292"/>
                </a:moveTo>
                <a:lnTo>
                  <a:pt x="385953" y="4296943"/>
                </a:lnTo>
                <a:moveTo>
                  <a:pt x="385953" y="4296943"/>
                </a:moveTo>
                <a:lnTo>
                  <a:pt x="514604" y="4296943"/>
                </a:lnTo>
                <a:moveTo>
                  <a:pt x="385953" y="4296943"/>
                </a:moveTo>
                <a:lnTo>
                  <a:pt x="385953" y="4425594"/>
                </a:lnTo>
                <a:moveTo>
                  <a:pt x="385953" y="4425594"/>
                </a:moveTo>
                <a:lnTo>
                  <a:pt x="514604" y="4425594"/>
                </a:lnTo>
                <a:moveTo>
                  <a:pt x="385953" y="4425594"/>
                </a:moveTo>
                <a:lnTo>
                  <a:pt x="385953" y="4554245"/>
                </a:lnTo>
                <a:moveTo>
                  <a:pt x="385953" y="4554245"/>
                </a:moveTo>
                <a:lnTo>
                  <a:pt x="514604" y="4554245"/>
                </a:lnTo>
                <a:moveTo>
                  <a:pt x="385953" y="4554245"/>
                </a:moveTo>
                <a:lnTo>
                  <a:pt x="385953" y="4682896"/>
                </a:lnTo>
                <a:moveTo>
                  <a:pt x="385953" y="4682896"/>
                </a:moveTo>
                <a:lnTo>
                  <a:pt x="514604" y="4682896"/>
                </a:lnTo>
                <a:moveTo>
                  <a:pt x="385953" y="4682896"/>
                </a:moveTo>
                <a:lnTo>
                  <a:pt x="385953" y="4811547"/>
                </a:lnTo>
                <a:moveTo>
                  <a:pt x="385953" y="4811547"/>
                </a:moveTo>
                <a:lnTo>
                  <a:pt x="514604" y="4811547"/>
                </a:lnTo>
                <a:moveTo>
                  <a:pt x="385953" y="4811547"/>
                </a:moveTo>
                <a:lnTo>
                  <a:pt x="385953" y="4875873"/>
                </a:lnTo>
                <a:moveTo>
                  <a:pt x="514604" y="0"/>
                </a:moveTo>
                <a:lnTo>
                  <a:pt x="514604" y="51460"/>
                </a:lnTo>
                <a:moveTo>
                  <a:pt x="514604" y="51460"/>
                </a:moveTo>
                <a:lnTo>
                  <a:pt x="643255" y="51460"/>
                </a:lnTo>
                <a:moveTo>
                  <a:pt x="514604" y="51460"/>
                </a:moveTo>
                <a:lnTo>
                  <a:pt x="514604" y="180111"/>
                </a:lnTo>
                <a:moveTo>
                  <a:pt x="514604" y="180111"/>
                </a:moveTo>
                <a:lnTo>
                  <a:pt x="643255" y="180111"/>
                </a:lnTo>
                <a:moveTo>
                  <a:pt x="514604" y="180111"/>
                </a:moveTo>
                <a:lnTo>
                  <a:pt x="514604" y="308762"/>
                </a:lnTo>
                <a:moveTo>
                  <a:pt x="514604" y="308762"/>
                </a:moveTo>
                <a:lnTo>
                  <a:pt x="643255" y="308762"/>
                </a:lnTo>
                <a:moveTo>
                  <a:pt x="514604" y="308762"/>
                </a:moveTo>
                <a:lnTo>
                  <a:pt x="514604" y="437413"/>
                </a:lnTo>
                <a:moveTo>
                  <a:pt x="514604" y="437413"/>
                </a:moveTo>
                <a:lnTo>
                  <a:pt x="643255" y="437413"/>
                </a:lnTo>
                <a:moveTo>
                  <a:pt x="514604" y="437413"/>
                </a:moveTo>
                <a:lnTo>
                  <a:pt x="514604" y="566064"/>
                </a:lnTo>
                <a:moveTo>
                  <a:pt x="514604" y="566064"/>
                </a:moveTo>
                <a:lnTo>
                  <a:pt x="643255" y="566064"/>
                </a:lnTo>
                <a:moveTo>
                  <a:pt x="514604" y="566064"/>
                </a:moveTo>
                <a:lnTo>
                  <a:pt x="514604" y="694715"/>
                </a:lnTo>
                <a:moveTo>
                  <a:pt x="514604" y="694715"/>
                </a:moveTo>
                <a:lnTo>
                  <a:pt x="643255" y="694715"/>
                </a:lnTo>
                <a:moveTo>
                  <a:pt x="514604" y="694715"/>
                </a:moveTo>
                <a:lnTo>
                  <a:pt x="514604" y="823366"/>
                </a:lnTo>
                <a:moveTo>
                  <a:pt x="514604" y="823366"/>
                </a:moveTo>
                <a:lnTo>
                  <a:pt x="643255" y="823366"/>
                </a:lnTo>
                <a:moveTo>
                  <a:pt x="514604" y="823366"/>
                </a:moveTo>
                <a:lnTo>
                  <a:pt x="514604" y="952017"/>
                </a:lnTo>
                <a:moveTo>
                  <a:pt x="514604" y="952017"/>
                </a:moveTo>
                <a:lnTo>
                  <a:pt x="643255" y="952017"/>
                </a:lnTo>
                <a:moveTo>
                  <a:pt x="514604" y="952017"/>
                </a:moveTo>
                <a:lnTo>
                  <a:pt x="514604" y="1080668"/>
                </a:lnTo>
                <a:moveTo>
                  <a:pt x="514604" y="1080668"/>
                </a:moveTo>
                <a:lnTo>
                  <a:pt x="643255" y="1080668"/>
                </a:lnTo>
                <a:moveTo>
                  <a:pt x="514604" y="1080668"/>
                </a:moveTo>
                <a:lnTo>
                  <a:pt x="514604" y="1209319"/>
                </a:lnTo>
                <a:moveTo>
                  <a:pt x="514604" y="1209319"/>
                </a:moveTo>
                <a:lnTo>
                  <a:pt x="643255" y="1209319"/>
                </a:lnTo>
                <a:moveTo>
                  <a:pt x="514604" y="1209319"/>
                </a:moveTo>
                <a:lnTo>
                  <a:pt x="514604" y="1337970"/>
                </a:lnTo>
                <a:moveTo>
                  <a:pt x="514604" y="1337970"/>
                </a:moveTo>
                <a:lnTo>
                  <a:pt x="643255" y="1337970"/>
                </a:lnTo>
                <a:moveTo>
                  <a:pt x="514604" y="1337970"/>
                </a:moveTo>
                <a:lnTo>
                  <a:pt x="514604" y="1466621"/>
                </a:lnTo>
                <a:moveTo>
                  <a:pt x="514604" y="1466621"/>
                </a:moveTo>
                <a:lnTo>
                  <a:pt x="643255" y="1466621"/>
                </a:lnTo>
                <a:moveTo>
                  <a:pt x="514604" y="1466621"/>
                </a:moveTo>
                <a:lnTo>
                  <a:pt x="514604" y="1595272"/>
                </a:lnTo>
                <a:moveTo>
                  <a:pt x="514604" y="1595272"/>
                </a:moveTo>
                <a:lnTo>
                  <a:pt x="643255" y="1595272"/>
                </a:lnTo>
                <a:moveTo>
                  <a:pt x="514604" y="1595272"/>
                </a:moveTo>
                <a:lnTo>
                  <a:pt x="514604" y="1723923"/>
                </a:lnTo>
                <a:moveTo>
                  <a:pt x="514604" y="1723923"/>
                </a:moveTo>
                <a:lnTo>
                  <a:pt x="643255" y="1723923"/>
                </a:lnTo>
                <a:moveTo>
                  <a:pt x="514604" y="1723923"/>
                </a:moveTo>
                <a:lnTo>
                  <a:pt x="514604" y="1852574"/>
                </a:lnTo>
                <a:moveTo>
                  <a:pt x="514604" y="1852574"/>
                </a:moveTo>
                <a:lnTo>
                  <a:pt x="643255" y="1852574"/>
                </a:lnTo>
                <a:moveTo>
                  <a:pt x="514604" y="1852574"/>
                </a:moveTo>
                <a:lnTo>
                  <a:pt x="514604" y="1981225"/>
                </a:lnTo>
                <a:moveTo>
                  <a:pt x="514604" y="1981225"/>
                </a:moveTo>
                <a:lnTo>
                  <a:pt x="643255" y="1981225"/>
                </a:lnTo>
                <a:moveTo>
                  <a:pt x="514604" y="1981225"/>
                </a:moveTo>
                <a:lnTo>
                  <a:pt x="514604" y="2109876"/>
                </a:lnTo>
                <a:moveTo>
                  <a:pt x="514604" y="2109876"/>
                </a:moveTo>
                <a:lnTo>
                  <a:pt x="643255" y="2109876"/>
                </a:lnTo>
                <a:moveTo>
                  <a:pt x="514604" y="2109876"/>
                </a:moveTo>
                <a:lnTo>
                  <a:pt x="514604" y="2238527"/>
                </a:lnTo>
                <a:moveTo>
                  <a:pt x="514604" y="2238527"/>
                </a:moveTo>
                <a:lnTo>
                  <a:pt x="643255" y="2238527"/>
                </a:lnTo>
                <a:moveTo>
                  <a:pt x="514604" y="2238527"/>
                </a:moveTo>
                <a:lnTo>
                  <a:pt x="514604" y="2367178"/>
                </a:lnTo>
                <a:moveTo>
                  <a:pt x="514604" y="2367178"/>
                </a:moveTo>
                <a:lnTo>
                  <a:pt x="643255" y="2367178"/>
                </a:lnTo>
                <a:moveTo>
                  <a:pt x="514604" y="2367178"/>
                </a:moveTo>
                <a:lnTo>
                  <a:pt x="514604" y="2495829"/>
                </a:lnTo>
                <a:moveTo>
                  <a:pt x="514604" y="2495829"/>
                </a:moveTo>
                <a:lnTo>
                  <a:pt x="643255" y="2495829"/>
                </a:lnTo>
                <a:moveTo>
                  <a:pt x="514604" y="2495829"/>
                </a:moveTo>
                <a:lnTo>
                  <a:pt x="514604" y="2624480"/>
                </a:lnTo>
                <a:moveTo>
                  <a:pt x="514604" y="2624480"/>
                </a:moveTo>
                <a:lnTo>
                  <a:pt x="643255" y="2624480"/>
                </a:lnTo>
                <a:moveTo>
                  <a:pt x="514604" y="2624480"/>
                </a:moveTo>
                <a:lnTo>
                  <a:pt x="514604" y="2753131"/>
                </a:lnTo>
                <a:moveTo>
                  <a:pt x="514604" y="2753131"/>
                </a:moveTo>
                <a:lnTo>
                  <a:pt x="643255" y="2753131"/>
                </a:lnTo>
                <a:moveTo>
                  <a:pt x="514604" y="2753131"/>
                </a:moveTo>
                <a:lnTo>
                  <a:pt x="514604" y="2881782"/>
                </a:lnTo>
                <a:moveTo>
                  <a:pt x="514604" y="2881782"/>
                </a:moveTo>
                <a:lnTo>
                  <a:pt x="643255" y="2881782"/>
                </a:lnTo>
                <a:moveTo>
                  <a:pt x="514604" y="2881782"/>
                </a:moveTo>
                <a:lnTo>
                  <a:pt x="514604" y="3010433"/>
                </a:lnTo>
                <a:moveTo>
                  <a:pt x="514604" y="3010433"/>
                </a:moveTo>
                <a:lnTo>
                  <a:pt x="643255" y="3010433"/>
                </a:lnTo>
                <a:moveTo>
                  <a:pt x="514604" y="3010433"/>
                </a:moveTo>
                <a:lnTo>
                  <a:pt x="514604" y="3139084"/>
                </a:lnTo>
                <a:moveTo>
                  <a:pt x="514604" y="3139084"/>
                </a:moveTo>
                <a:lnTo>
                  <a:pt x="643255" y="3139084"/>
                </a:lnTo>
                <a:moveTo>
                  <a:pt x="514604" y="3139084"/>
                </a:moveTo>
                <a:lnTo>
                  <a:pt x="514604" y="3267735"/>
                </a:lnTo>
                <a:moveTo>
                  <a:pt x="514604" y="3267735"/>
                </a:moveTo>
                <a:lnTo>
                  <a:pt x="643255" y="3267735"/>
                </a:lnTo>
                <a:moveTo>
                  <a:pt x="514604" y="3267735"/>
                </a:moveTo>
                <a:lnTo>
                  <a:pt x="514604" y="3396386"/>
                </a:lnTo>
                <a:moveTo>
                  <a:pt x="514604" y="3396386"/>
                </a:moveTo>
                <a:lnTo>
                  <a:pt x="643255" y="3396386"/>
                </a:lnTo>
                <a:moveTo>
                  <a:pt x="514604" y="3396386"/>
                </a:moveTo>
                <a:lnTo>
                  <a:pt x="514604" y="3525037"/>
                </a:lnTo>
                <a:moveTo>
                  <a:pt x="514604" y="3525037"/>
                </a:moveTo>
                <a:lnTo>
                  <a:pt x="643255" y="3525037"/>
                </a:lnTo>
                <a:moveTo>
                  <a:pt x="514604" y="3525037"/>
                </a:moveTo>
                <a:lnTo>
                  <a:pt x="514604" y="3653688"/>
                </a:lnTo>
                <a:moveTo>
                  <a:pt x="514604" y="3653688"/>
                </a:moveTo>
                <a:lnTo>
                  <a:pt x="643255" y="3653688"/>
                </a:lnTo>
                <a:moveTo>
                  <a:pt x="514604" y="3653688"/>
                </a:moveTo>
                <a:lnTo>
                  <a:pt x="514604" y="3782339"/>
                </a:lnTo>
                <a:moveTo>
                  <a:pt x="514604" y="3782339"/>
                </a:moveTo>
                <a:lnTo>
                  <a:pt x="643255" y="3782339"/>
                </a:lnTo>
                <a:moveTo>
                  <a:pt x="514604" y="3782339"/>
                </a:moveTo>
                <a:lnTo>
                  <a:pt x="514604" y="3910990"/>
                </a:lnTo>
                <a:moveTo>
                  <a:pt x="514604" y="3910990"/>
                </a:moveTo>
                <a:lnTo>
                  <a:pt x="643255" y="3910990"/>
                </a:lnTo>
                <a:moveTo>
                  <a:pt x="514604" y="3910990"/>
                </a:moveTo>
                <a:lnTo>
                  <a:pt x="514604" y="4039641"/>
                </a:lnTo>
                <a:moveTo>
                  <a:pt x="514604" y="4039641"/>
                </a:moveTo>
                <a:lnTo>
                  <a:pt x="643255" y="4039641"/>
                </a:lnTo>
                <a:moveTo>
                  <a:pt x="514604" y="4039641"/>
                </a:moveTo>
                <a:lnTo>
                  <a:pt x="514604" y="4168292"/>
                </a:lnTo>
                <a:moveTo>
                  <a:pt x="514604" y="4168292"/>
                </a:moveTo>
                <a:lnTo>
                  <a:pt x="643255" y="4168292"/>
                </a:lnTo>
                <a:moveTo>
                  <a:pt x="514604" y="4168292"/>
                </a:moveTo>
                <a:lnTo>
                  <a:pt x="514604" y="4296943"/>
                </a:lnTo>
                <a:moveTo>
                  <a:pt x="514604" y="4296943"/>
                </a:moveTo>
                <a:lnTo>
                  <a:pt x="643255" y="4296943"/>
                </a:lnTo>
                <a:moveTo>
                  <a:pt x="514604" y="4296943"/>
                </a:moveTo>
                <a:lnTo>
                  <a:pt x="514604" y="4425594"/>
                </a:lnTo>
                <a:moveTo>
                  <a:pt x="514604" y="4425594"/>
                </a:moveTo>
                <a:lnTo>
                  <a:pt x="643255" y="4425594"/>
                </a:lnTo>
                <a:moveTo>
                  <a:pt x="514604" y="4425594"/>
                </a:moveTo>
                <a:lnTo>
                  <a:pt x="514604" y="4554245"/>
                </a:lnTo>
                <a:moveTo>
                  <a:pt x="514604" y="4554245"/>
                </a:moveTo>
                <a:lnTo>
                  <a:pt x="643255" y="4554245"/>
                </a:lnTo>
                <a:moveTo>
                  <a:pt x="514604" y="4554245"/>
                </a:moveTo>
                <a:lnTo>
                  <a:pt x="514604" y="4682896"/>
                </a:lnTo>
                <a:moveTo>
                  <a:pt x="514604" y="4682896"/>
                </a:moveTo>
                <a:lnTo>
                  <a:pt x="643255" y="4682896"/>
                </a:lnTo>
                <a:moveTo>
                  <a:pt x="514604" y="4682896"/>
                </a:moveTo>
                <a:lnTo>
                  <a:pt x="514604" y="4811547"/>
                </a:lnTo>
                <a:moveTo>
                  <a:pt x="514604" y="4811547"/>
                </a:moveTo>
                <a:lnTo>
                  <a:pt x="643255" y="4811547"/>
                </a:lnTo>
                <a:moveTo>
                  <a:pt x="514604" y="4811547"/>
                </a:moveTo>
                <a:lnTo>
                  <a:pt x="514604" y="4875873"/>
                </a:lnTo>
                <a:moveTo>
                  <a:pt x="643255" y="0"/>
                </a:moveTo>
                <a:lnTo>
                  <a:pt x="643255" y="51460"/>
                </a:lnTo>
                <a:moveTo>
                  <a:pt x="643255" y="51460"/>
                </a:moveTo>
                <a:lnTo>
                  <a:pt x="771906" y="51460"/>
                </a:lnTo>
                <a:moveTo>
                  <a:pt x="643255" y="51460"/>
                </a:moveTo>
                <a:lnTo>
                  <a:pt x="643255" y="180111"/>
                </a:lnTo>
                <a:moveTo>
                  <a:pt x="643255" y="180111"/>
                </a:moveTo>
                <a:lnTo>
                  <a:pt x="771906" y="180111"/>
                </a:lnTo>
                <a:moveTo>
                  <a:pt x="643255" y="180111"/>
                </a:moveTo>
                <a:lnTo>
                  <a:pt x="643255" y="308762"/>
                </a:lnTo>
                <a:moveTo>
                  <a:pt x="643255" y="308762"/>
                </a:moveTo>
                <a:lnTo>
                  <a:pt x="771906" y="308762"/>
                </a:lnTo>
                <a:moveTo>
                  <a:pt x="643255" y="308762"/>
                </a:moveTo>
                <a:lnTo>
                  <a:pt x="643255" y="437413"/>
                </a:lnTo>
                <a:moveTo>
                  <a:pt x="643255" y="437413"/>
                </a:moveTo>
                <a:lnTo>
                  <a:pt x="771906" y="437413"/>
                </a:lnTo>
                <a:moveTo>
                  <a:pt x="643255" y="437413"/>
                </a:moveTo>
                <a:lnTo>
                  <a:pt x="643255" y="566064"/>
                </a:lnTo>
                <a:moveTo>
                  <a:pt x="643255" y="566064"/>
                </a:moveTo>
                <a:lnTo>
                  <a:pt x="771906" y="566064"/>
                </a:lnTo>
                <a:moveTo>
                  <a:pt x="643255" y="566064"/>
                </a:moveTo>
                <a:lnTo>
                  <a:pt x="643255" y="694715"/>
                </a:lnTo>
                <a:moveTo>
                  <a:pt x="643255" y="694715"/>
                </a:moveTo>
                <a:lnTo>
                  <a:pt x="771906" y="694715"/>
                </a:lnTo>
                <a:moveTo>
                  <a:pt x="643255" y="694715"/>
                </a:moveTo>
                <a:lnTo>
                  <a:pt x="643255" y="823366"/>
                </a:lnTo>
                <a:moveTo>
                  <a:pt x="643255" y="823366"/>
                </a:moveTo>
                <a:lnTo>
                  <a:pt x="771906" y="823366"/>
                </a:lnTo>
                <a:moveTo>
                  <a:pt x="643255" y="823366"/>
                </a:moveTo>
                <a:lnTo>
                  <a:pt x="643255" y="952017"/>
                </a:lnTo>
                <a:moveTo>
                  <a:pt x="643255" y="952017"/>
                </a:moveTo>
                <a:lnTo>
                  <a:pt x="771906" y="952017"/>
                </a:lnTo>
                <a:moveTo>
                  <a:pt x="643255" y="952017"/>
                </a:moveTo>
                <a:lnTo>
                  <a:pt x="643255" y="1080668"/>
                </a:lnTo>
                <a:moveTo>
                  <a:pt x="643255" y="1080668"/>
                </a:moveTo>
                <a:lnTo>
                  <a:pt x="771906" y="1080668"/>
                </a:lnTo>
                <a:moveTo>
                  <a:pt x="643255" y="1080668"/>
                </a:moveTo>
                <a:lnTo>
                  <a:pt x="643255" y="1209319"/>
                </a:lnTo>
                <a:moveTo>
                  <a:pt x="643255" y="1209319"/>
                </a:moveTo>
                <a:lnTo>
                  <a:pt x="771906" y="1209319"/>
                </a:lnTo>
                <a:moveTo>
                  <a:pt x="643255" y="1209319"/>
                </a:moveTo>
                <a:lnTo>
                  <a:pt x="643255" y="1337970"/>
                </a:lnTo>
                <a:moveTo>
                  <a:pt x="643255" y="1337970"/>
                </a:moveTo>
                <a:lnTo>
                  <a:pt x="771906" y="1337970"/>
                </a:lnTo>
                <a:moveTo>
                  <a:pt x="643255" y="1337970"/>
                </a:moveTo>
                <a:lnTo>
                  <a:pt x="643255" y="1466621"/>
                </a:lnTo>
                <a:moveTo>
                  <a:pt x="643255" y="1466621"/>
                </a:moveTo>
                <a:lnTo>
                  <a:pt x="771906" y="1466621"/>
                </a:lnTo>
                <a:moveTo>
                  <a:pt x="643255" y="1466621"/>
                </a:moveTo>
                <a:lnTo>
                  <a:pt x="643255" y="1595272"/>
                </a:lnTo>
                <a:moveTo>
                  <a:pt x="643255" y="1595272"/>
                </a:moveTo>
                <a:lnTo>
                  <a:pt x="771906" y="1595272"/>
                </a:lnTo>
                <a:moveTo>
                  <a:pt x="643255" y="1595272"/>
                </a:moveTo>
                <a:lnTo>
                  <a:pt x="643255" y="1723923"/>
                </a:lnTo>
                <a:moveTo>
                  <a:pt x="643255" y="1723923"/>
                </a:moveTo>
                <a:lnTo>
                  <a:pt x="771906" y="1723923"/>
                </a:lnTo>
                <a:moveTo>
                  <a:pt x="643255" y="1723923"/>
                </a:moveTo>
                <a:lnTo>
                  <a:pt x="643255" y="1852574"/>
                </a:lnTo>
                <a:moveTo>
                  <a:pt x="643255" y="1852574"/>
                </a:moveTo>
                <a:lnTo>
                  <a:pt x="771906" y="1852574"/>
                </a:lnTo>
                <a:moveTo>
                  <a:pt x="643255" y="1852574"/>
                </a:moveTo>
                <a:lnTo>
                  <a:pt x="643255" y="1981225"/>
                </a:lnTo>
                <a:moveTo>
                  <a:pt x="643255" y="1981225"/>
                </a:moveTo>
                <a:lnTo>
                  <a:pt x="771906" y="1981225"/>
                </a:lnTo>
                <a:moveTo>
                  <a:pt x="643255" y="1981225"/>
                </a:moveTo>
                <a:lnTo>
                  <a:pt x="643255" y="2109876"/>
                </a:lnTo>
                <a:moveTo>
                  <a:pt x="643255" y="2109876"/>
                </a:moveTo>
                <a:lnTo>
                  <a:pt x="771906" y="2109876"/>
                </a:lnTo>
                <a:moveTo>
                  <a:pt x="643255" y="2109876"/>
                </a:moveTo>
                <a:lnTo>
                  <a:pt x="643255" y="2238527"/>
                </a:lnTo>
                <a:moveTo>
                  <a:pt x="643255" y="2238527"/>
                </a:moveTo>
                <a:lnTo>
                  <a:pt x="771906" y="2238527"/>
                </a:lnTo>
                <a:moveTo>
                  <a:pt x="643255" y="2238527"/>
                </a:moveTo>
                <a:lnTo>
                  <a:pt x="643255" y="2367178"/>
                </a:lnTo>
                <a:moveTo>
                  <a:pt x="643255" y="2367178"/>
                </a:moveTo>
                <a:lnTo>
                  <a:pt x="771906" y="2367178"/>
                </a:lnTo>
                <a:moveTo>
                  <a:pt x="643255" y="2367178"/>
                </a:moveTo>
                <a:lnTo>
                  <a:pt x="643255" y="2495829"/>
                </a:lnTo>
                <a:moveTo>
                  <a:pt x="643255" y="2495829"/>
                </a:moveTo>
                <a:lnTo>
                  <a:pt x="771906" y="2495829"/>
                </a:lnTo>
                <a:moveTo>
                  <a:pt x="643255" y="2495829"/>
                </a:moveTo>
                <a:lnTo>
                  <a:pt x="643255" y="2624480"/>
                </a:lnTo>
                <a:moveTo>
                  <a:pt x="643255" y="2624480"/>
                </a:moveTo>
                <a:lnTo>
                  <a:pt x="771906" y="2624480"/>
                </a:lnTo>
                <a:moveTo>
                  <a:pt x="643255" y="2624480"/>
                </a:moveTo>
                <a:lnTo>
                  <a:pt x="643255" y="2753131"/>
                </a:lnTo>
                <a:moveTo>
                  <a:pt x="643255" y="2753131"/>
                </a:moveTo>
                <a:lnTo>
                  <a:pt x="771906" y="2753131"/>
                </a:lnTo>
                <a:moveTo>
                  <a:pt x="643255" y="2753131"/>
                </a:moveTo>
                <a:lnTo>
                  <a:pt x="643255" y="2881782"/>
                </a:lnTo>
                <a:moveTo>
                  <a:pt x="643255" y="2881782"/>
                </a:moveTo>
                <a:lnTo>
                  <a:pt x="771906" y="2881782"/>
                </a:lnTo>
                <a:moveTo>
                  <a:pt x="643255" y="2881782"/>
                </a:moveTo>
                <a:lnTo>
                  <a:pt x="643255" y="3010433"/>
                </a:lnTo>
                <a:moveTo>
                  <a:pt x="643255" y="3010433"/>
                </a:moveTo>
                <a:lnTo>
                  <a:pt x="771906" y="3010433"/>
                </a:lnTo>
                <a:moveTo>
                  <a:pt x="643255" y="3010433"/>
                </a:moveTo>
                <a:lnTo>
                  <a:pt x="643255" y="3139084"/>
                </a:lnTo>
                <a:moveTo>
                  <a:pt x="643255" y="3139084"/>
                </a:moveTo>
                <a:lnTo>
                  <a:pt x="771906" y="3139084"/>
                </a:lnTo>
                <a:moveTo>
                  <a:pt x="643255" y="3139084"/>
                </a:moveTo>
                <a:lnTo>
                  <a:pt x="643255" y="3267735"/>
                </a:lnTo>
                <a:moveTo>
                  <a:pt x="643255" y="3267735"/>
                </a:moveTo>
                <a:lnTo>
                  <a:pt x="771906" y="3267735"/>
                </a:lnTo>
                <a:moveTo>
                  <a:pt x="643255" y="3267735"/>
                </a:moveTo>
                <a:lnTo>
                  <a:pt x="643255" y="3396386"/>
                </a:lnTo>
                <a:moveTo>
                  <a:pt x="643255" y="3396386"/>
                </a:moveTo>
                <a:lnTo>
                  <a:pt x="771906" y="3396386"/>
                </a:lnTo>
                <a:moveTo>
                  <a:pt x="643255" y="3396386"/>
                </a:moveTo>
                <a:lnTo>
                  <a:pt x="643255" y="3525037"/>
                </a:lnTo>
                <a:moveTo>
                  <a:pt x="643255" y="3525037"/>
                </a:moveTo>
                <a:lnTo>
                  <a:pt x="771906" y="3525037"/>
                </a:lnTo>
                <a:moveTo>
                  <a:pt x="643255" y="3525037"/>
                </a:moveTo>
                <a:lnTo>
                  <a:pt x="643255" y="3653688"/>
                </a:lnTo>
                <a:moveTo>
                  <a:pt x="643255" y="3653688"/>
                </a:moveTo>
                <a:lnTo>
                  <a:pt x="771906" y="3653688"/>
                </a:lnTo>
                <a:moveTo>
                  <a:pt x="643255" y="3653688"/>
                </a:moveTo>
                <a:lnTo>
                  <a:pt x="643255" y="3782339"/>
                </a:lnTo>
                <a:moveTo>
                  <a:pt x="643255" y="3782339"/>
                </a:moveTo>
                <a:lnTo>
                  <a:pt x="771906" y="3782339"/>
                </a:lnTo>
                <a:moveTo>
                  <a:pt x="643255" y="3782339"/>
                </a:moveTo>
                <a:lnTo>
                  <a:pt x="643255" y="3910990"/>
                </a:lnTo>
                <a:moveTo>
                  <a:pt x="643255" y="3910990"/>
                </a:moveTo>
                <a:lnTo>
                  <a:pt x="771906" y="3910990"/>
                </a:lnTo>
                <a:moveTo>
                  <a:pt x="643255" y="3910990"/>
                </a:moveTo>
                <a:lnTo>
                  <a:pt x="643255" y="4039641"/>
                </a:lnTo>
                <a:moveTo>
                  <a:pt x="643255" y="4039641"/>
                </a:moveTo>
                <a:lnTo>
                  <a:pt x="771906" y="4039641"/>
                </a:lnTo>
                <a:moveTo>
                  <a:pt x="643255" y="4039641"/>
                </a:moveTo>
                <a:lnTo>
                  <a:pt x="643255" y="4168292"/>
                </a:lnTo>
                <a:moveTo>
                  <a:pt x="643255" y="4168292"/>
                </a:moveTo>
                <a:lnTo>
                  <a:pt x="771906" y="4168292"/>
                </a:lnTo>
                <a:moveTo>
                  <a:pt x="643255" y="4168292"/>
                </a:moveTo>
                <a:lnTo>
                  <a:pt x="643255" y="4296943"/>
                </a:lnTo>
                <a:moveTo>
                  <a:pt x="643255" y="4296943"/>
                </a:moveTo>
                <a:lnTo>
                  <a:pt x="771906" y="4296943"/>
                </a:lnTo>
                <a:moveTo>
                  <a:pt x="643255" y="4296943"/>
                </a:moveTo>
                <a:lnTo>
                  <a:pt x="643255" y="4425594"/>
                </a:lnTo>
                <a:moveTo>
                  <a:pt x="643255" y="4425594"/>
                </a:moveTo>
                <a:lnTo>
                  <a:pt x="771906" y="4425594"/>
                </a:lnTo>
                <a:moveTo>
                  <a:pt x="643255" y="4425594"/>
                </a:moveTo>
                <a:lnTo>
                  <a:pt x="643255" y="4554245"/>
                </a:lnTo>
                <a:moveTo>
                  <a:pt x="643255" y="4554245"/>
                </a:moveTo>
                <a:lnTo>
                  <a:pt x="771906" y="4554245"/>
                </a:lnTo>
                <a:moveTo>
                  <a:pt x="643255" y="4554245"/>
                </a:moveTo>
                <a:lnTo>
                  <a:pt x="643255" y="4682896"/>
                </a:lnTo>
                <a:moveTo>
                  <a:pt x="643255" y="4682896"/>
                </a:moveTo>
                <a:lnTo>
                  <a:pt x="771906" y="4682896"/>
                </a:lnTo>
                <a:moveTo>
                  <a:pt x="643255" y="4682896"/>
                </a:moveTo>
                <a:lnTo>
                  <a:pt x="643255" y="4811547"/>
                </a:lnTo>
                <a:moveTo>
                  <a:pt x="643255" y="4811547"/>
                </a:moveTo>
                <a:lnTo>
                  <a:pt x="771906" y="4811547"/>
                </a:lnTo>
                <a:moveTo>
                  <a:pt x="643255" y="4811547"/>
                </a:moveTo>
                <a:lnTo>
                  <a:pt x="643255" y="4875873"/>
                </a:lnTo>
                <a:moveTo>
                  <a:pt x="771906" y="0"/>
                </a:moveTo>
                <a:lnTo>
                  <a:pt x="771906" y="51460"/>
                </a:lnTo>
                <a:moveTo>
                  <a:pt x="771906" y="51460"/>
                </a:moveTo>
                <a:lnTo>
                  <a:pt x="900557" y="51460"/>
                </a:lnTo>
                <a:moveTo>
                  <a:pt x="771906" y="51460"/>
                </a:moveTo>
                <a:lnTo>
                  <a:pt x="771906" y="180111"/>
                </a:lnTo>
                <a:moveTo>
                  <a:pt x="771906" y="180111"/>
                </a:moveTo>
                <a:lnTo>
                  <a:pt x="900557" y="180111"/>
                </a:lnTo>
                <a:moveTo>
                  <a:pt x="771906" y="180111"/>
                </a:moveTo>
                <a:lnTo>
                  <a:pt x="771906" y="308762"/>
                </a:lnTo>
                <a:moveTo>
                  <a:pt x="771906" y="308762"/>
                </a:moveTo>
                <a:lnTo>
                  <a:pt x="900557" y="308762"/>
                </a:lnTo>
                <a:moveTo>
                  <a:pt x="771906" y="308762"/>
                </a:moveTo>
                <a:lnTo>
                  <a:pt x="771906" y="437413"/>
                </a:lnTo>
                <a:moveTo>
                  <a:pt x="771906" y="437413"/>
                </a:moveTo>
                <a:lnTo>
                  <a:pt x="900557" y="437413"/>
                </a:lnTo>
                <a:moveTo>
                  <a:pt x="771906" y="437413"/>
                </a:moveTo>
                <a:lnTo>
                  <a:pt x="771906" y="566064"/>
                </a:lnTo>
                <a:moveTo>
                  <a:pt x="771906" y="566064"/>
                </a:moveTo>
                <a:lnTo>
                  <a:pt x="900557" y="566064"/>
                </a:lnTo>
                <a:moveTo>
                  <a:pt x="771906" y="566064"/>
                </a:moveTo>
                <a:lnTo>
                  <a:pt x="771906" y="694715"/>
                </a:lnTo>
                <a:moveTo>
                  <a:pt x="771906" y="694715"/>
                </a:moveTo>
                <a:lnTo>
                  <a:pt x="900557" y="694715"/>
                </a:lnTo>
                <a:moveTo>
                  <a:pt x="771906" y="694715"/>
                </a:moveTo>
                <a:lnTo>
                  <a:pt x="771906" y="823366"/>
                </a:lnTo>
                <a:moveTo>
                  <a:pt x="771906" y="823366"/>
                </a:moveTo>
                <a:lnTo>
                  <a:pt x="900557" y="823366"/>
                </a:lnTo>
                <a:moveTo>
                  <a:pt x="771906" y="823366"/>
                </a:moveTo>
                <a:lnTo>
                  <a:pt x="771906" y="952017"/>
                </a:lnTo>
                <a:moveTo>
                  <a:pt x="771906" y="952017"/>
                </a:moveTo>
                <a:lnTo>
                  <a:pt x="900557" y="952017"/>
                </a:lnTo>
                <a:moveTo>
                  <a:pt x="771906" y="952017"/>
                </a:moveTo>
                <a:lnTo>
                  <a:pt x="771906" y="1080668"/>
                </a:lnTo>
                <a:moveTo>
                  <a:pt x="771906" y="1080668"/>
                </a:moveTo>
                <a:lnTo>
                  <a:pt x="900557" y="1080668"/>
                </a:lnTo>
                <a:moveTo>
                  <a:pt x="771906" y="1080668"/>
                </a:moveTo>
                <a:lnTo>
                  <a:pt x="771906" y="1209319"/>
                </a:lnTo>
                <a:moveTo>
                  <a:pt x="771906" y="1209319"/>
                </a:moveTo>
                <a:lnTo>
                  <a:pt x="900557" y="1209319"/>
                </a:lnTo>
                <a:moveTo>
                  <a:pt x="771906" y="1209319"/>
                </a:moveTo>
                <a:lnTo>
                  <a:pt x="771906" y="1337970"/>
                </a:lnTo>
                <a:moveTo>
                  <a:pt x="771906" y="1337970"/>
                </a:moveTo>
                <a:lnTo>
                  <a:pt x="900557" y="1337970"/>
                </a:lnTo>
                <a:moveTo>
                  <a:pt x="771906" y="1337970"/>
                </a:moveTo>
                <a:lnTo>
                  <a:pt x="771906" y="1466621"/>
                </a:lnTo>
                <a:moveTo>
                  <a:pt x="771906" y="1466621"/>
                </a:moveTo>
                <a:lnTo>
                  <a:pt x="900557" y="1466621"/>
                </a:lnTo>
                <a:moveTo>
                  <a:pt x="771906" y="1466621"/>
                </a:moveTo>
                <a:lnTo>
                  <a:pt x="771906" y="1595272"/>
                </a:lnTo>
                <a:moveTo>
                  <a:pt x="771906" y="1595272"/>
                </a:moveTo>
                <a:lnTo>
                  <a:pt x="900557" y="1595272"/>
                </a:lnTo>
                <a:moveTo>
                  <a:pt x="771906" y="1595272"/>
                </a:moveTo>
                <a:lnTo>
                  <a:pt x="771906" y="1723923"/>
                </a:lnTo>
                <a:moveTo>
                  <a:pt x="771906" y="1723923"/>
                </a:moveTo>
                <a:lnTo>
                  <a:pt x="900557" y="1723923"/>
                </a:lnTo>
                <a:moveTo>
                  <a:pt x="771906" y="1723923"/>
                </a:moveTo>
                <a:lnTo>
                  <a:pt x="771906" y="1852574"/>
                </a:lnTo>
                <a:moveTo>
                  <a:pt x="771906" y="1852574"/>
                </a:moveTo>
                <a:lnTo>
                  <a:pt x="900557" y="1852574"/>
                </a:lnTo>
                <a:moveTo>
                  <a:pt x="771906" y="1852574"/>
                </a:moveTo>
                <a:lnTo>
                  <a:pt x="771906" y="1981225"/>
                </a:lnTo>
                <a:moveTo>
                  <a:pt x="771906" y="1981225"/>
                </a:moveTo>
                <a:lnTo>
                  <a:pt x="900557" y="1981225"/>
                </a:lnTo>
                <a:moveTo>
                  <a:pt x="771906" y="1981225"/>
                </a:moveTo>
                <a:lnTo>
                  <a:pt x="771906" y="2109876"/>
                </a:lnTo>
                <a:moveTo>
                  <a:pt x="771906" y="2109876"/>
                </a:moveTo>
                <a:lnTo>
                  <a:pt x="900557" y="2109876"/>
                </a:lnTo>
                <a:moveTo>
                  <a:pt x="771906" y="2109876"/>
                </a:moveTo>
                <a:lnTo>
                  <a:pt x="771906" y="2238527"/>
                </a:lnTo>
                <a:moveTo>
                  <a:pt x="771906" y="2238527"/>
                </a:moveTo>
                <a:lnTo>
                  <a:pt x="900557" y="2238527"/>
                </a:lnTo>
                <a:moveTo>
                  <a:pt x="771906" y="2238527"/>
                </a:moveTo>
                <a:lnTo>
                  <a:pt x="771906" y="2367178"/>
                </a:lnTo>
                <a:moveTo>
                  <a:pt x="771906" y="2367178"/>
                </a:moveTo>
                <a:lnTo>
                  <a:pt x="900557" y="2367178"/>
                </a:lnTo>
                <a:moveTo>
                  <a:pt x="771906" y="2367178"/>
                </a:moveTo>
                <a:lnTo>
                  <a:pt x="771906" y="2495829"/>
                </a:lnTo>
                <a:moveTo>
                  <a:pt x="771906" y="2495829"/>
                </a:moveTo>
                <a:lnTo>
                  <a:pt x="900557" y="2495829"/>
                </a:lnTo>
                <a:moveTo>
                  <a:pt x="771906" y="2495829"/>
                </a:moveTo>
                <a:lnTo>
                  <a:pt x="771906" y="2624480"/>
                </a:lnTo>
                <a:moveTo>
                  <a:pt x="771906" y="2624480"/>
                </a:moveTo>
                <a:lnTo>
                  <a:pt x="900557" y="2624480"/>
                </a:lnTo>
                <a:moveTo>
                  <a:pt x="771906" y="2624480"/>
                </a:moveTo>
                <a:lnTo>
                  <a:pt x="771906" y="2753131"/>
                </a:lnTo>
                <a:moveTo>
                  <a:pt x="771906" y="2753131"/>
                </a:moveTo>
                <a:lnTo>
                  <a:pt x="900557" y="2753131"/>
                </a:lnTo>
                <a:moveTo>
                  <a:pt x="771906" y="2753131"/>
                </a:moveTo>
                <a:lnTo>
                  <a:pt x="771906" y="2881782"/>
                </a:lnTo>
                <a:moveTo>
                  <a:pt x="771906" y="2881782"/>
                </a:moveTo>
                <a:lnTo>
                  <a:pt x="900557" y="2881782"/>
                </a:lnTo>
                <a:moveTo>
                  <a:pt x="771906" y="2881782"/>
                </a:moveTo>
                <a:lnTo>
                  <a:pt x="771906" y="3010433"/>
                </a:lnTo>
                <a:moveTo>
                  <a:pt x="771906" y="3010433"/>
                </a:moveTo>
                <a:lnTo>
                  <a:pt x="900557" y="3010433"/>
                </a:lnTo>
                <a:moveTo>
                  <a:pt x="771906" y="3010433"/>
                </a:moveTo>
                <a:lnTo>
                  <a:pt x="771906" y="3139084"/>
                </a:lnTo>
                <a:moveTo>
                  <a:pt x="771906" y="3139084"/>
                </a:moveTo>
                <a:lnTo>
                  <a:pt x="900557" y="3139084"/>
                </a:lnTo>
                <a:moveTo>
                  <a:pt x="771906" y="3139084"/>
                </a:moveTo>
                <a:lnTo>
                  <a:pt x="771906" y="3267735"/>
                </a:lnTo>
                <a:moveTo>
                  <a:pt x="771906" y="3267735"/>
                </a:moveTo>
                <a:lnTo>
                  <a:pt x="900557" y="3267735"/>
                </a:lnTo>
                <a:moveTo>
                  <a:pt x="771906" y="3267735"/>
                </a:moveTo>
                <a:lnTo>
                  <a:pt x="771906" y="3396386"/>
                </a:lnTo>
                <a:moveTo>
                  <a:pt x="771906" y="3396386"/>
                </a:moveTo>
                <a:lnTo>
                  <a:pt x="900557" y="3396386"/>
                </a:lnTo>
                <a:moveTo>
                  <a:pt x="771906" y="3396386"/>
                </a:moveTo>
                <a:lnTo>
                  <a:pt x="771906" y="3525037"/>
                </a:lnTo>
                <a:moveTo>
                  <a:pt x="771906" y="3525037"/>
                </a:moveTo>
                <a:lnTo>
                  <a:pt x="900557" y="3525037"/>
                </a:lnTo>
                <a:moveTo>
                  <a:pt x="771906" y="3525037"/>
                </a:moveTo>
                <a:lnTo>
                  <a:pt x="771906" y="3653688"/>
                </a:lnTo>
                <a:moveTo>
                  <a:pt x="771906" y="3653688"/>
                </a:moveTo>
                <a:lnTo>
                  <a:pt x="900557" y="3653688"/>
                </a:lnTo>
                <a:moveTo>
                  <a:pt x="771906" y="3653688"/>
                </a:moveTo>
                <a:lnTo>
                  <a:pt x="771906" y="3782339"/>
                </a:lnTo>
                <a:moveTo>
                  <a:pt x="771906" y="3782339"/>
                </a:moveTo>
                <a:lnTo>
                  <a:pt x="900557" y="3782339"/>
                </a:lnTo>
                <a:moveTo>
                  <a:pt x="771906" y="3782339"/>
                </a:moveTo>
                <a:lnTo>
                  <a:pt x="771906" y="3910990"/>
                </a:lnTo>
                <a:moveTo>
                  <a:pt x="771906" y="3910990"/>
                </a:moveTo>
                <a:lnTo>
                  <a:pt x="900557" y="3910990"/>
                </a:lnTo>
                <a:moveTo>
                  <a:pt x="771906" y="3910990"/>
                </a:moveTo>
                <a:lnTo>
                  <a:pt x="771906" y="4039641"/>
                </a:lnTo>
                <a:moveTo>
                  <a:pt x="771906" y="4039641"/>
                </a:moveTo>
                <a:lnTo>
                  <a:pt x="900557" y="4039641"/>
                </a:lnTo>
                <a:moveTo>
                  <a:pt x="771906" y="4039641"/>
                </a:moveTo>
                <a:lnTo>
                  <a:pt x="771906" y="4168292"/>
                </a:lnTo>
                <a:moveTo>
                  <a:pt x="771906" y="4168292"/>
                </a:moveTo>
                <a:lnTo>
                  <a:pt x="900557" y="4168292"/>
                </a:lnTo>
                <a:moveTo>
                  <a:pt x="771906" y="4168292"/>
                </a:moveTo>
                <a:lnTo>
                  <a:pt x="771906" y="4296943"/>
                </a:lnTo>
                <a:moveTo>
                  <a:pt x="771906" y="4296943"/>
                </a:moveTo>
                <a:lnTo>
                  <a:pt x="900557" y="4296943"/>
                </a:lnTo>
                <a:moveTo>
                  <a:pt x="771906" y="4296943"/>
                </a:moveTo>
                <a:lnTo>
                  <a:pt x="771906" y="4425594"/>
                </a:lnTo>
                <a:moveTo>
                  <a:pt x="771906" y="4425594"/>
                </a:moveTo>
                <a:lnTo>
                  <a:pt x="900557" y="4425594"/>
                </a:lnTo>
                <a:moveTo>
                  <a:pt x="771906" y="4425594"/>
                </a:moveTo>
                <a:lnTo>
                  <a:pt x="771906" y="4554245"/>
                </a:lnTo>
                <a:moveTo>
                  <a:pt x="771906" y="4554245"/>
                </a:moveTo>
                <a:lnTo>
                  <a:pt x="900557" y="4554245"/>
                </a:lnTo>
                <a:moveTo>
                  <a:pt x="771906" y="4554245"/>
                </a:moveTo>
                <a:lnTo>
                  <a:pt x="771906" y="4682896"/>
                </a:lnTo>
                <a:moveTo>
                  <a:pt x="771906" y="4682896"/>
                </a:moveTo>
                <a:lnTo>
                  <a:pt x="900557" y="4682896"/>
                </a:lnTo>
                <a:moveTo>
                  <a:pt x="771906" y="4682896"/>
                </a:moveTo>
                <a:lnTo>
                  <a:pt x="771906" y="4811547"/>
                </a:lnTo>
                <a:moveTo>
                  <a:pt x="771906" y="4811547"/>
                </a:moveTo>
                <a:lnTo>
                  <a:pt x="900557" y="4811547"/>
                </a:lnTo>
                <a:moveTo>
                  <a:pt x="771906" y="4811547"/>
                </a:moveTo>
                <a:lnTo>
                  <a:pt x="771906" y="4875873"/>
                </a:lnTo>
                <a:moveTo>
                  <a:pt x="900557" y="0"/>
                </a:moveTo>
                <a:lnTo>
                  <a:pt x="900557" y="51460"/>
                </a:lnTo>
                <a:moveTo>
                  <a:pt x="900557" y="51460"/>
                </a:moveTo>
                <a:lnTo>
                  <a:pt x="1029208" y="51460"/>
                </a:lnTo>
                <a:moveTo>
                  <a:pt x="900557" y="51460"/>
                </a:moveTo>
                <a:lnTo>
                  <a:pt x="900557" y="180111"/>
                </a:lnTo>
                <a:moveTo>
                  <a:pt x="900557" y="180111"/>
                </a:moveTo>
                <a:lnTo>
                  <a:pt x="1029208" y="180111"/>
                </a:lnTo>
                <a:moveTo>
                  <a:pt x="900557" y="180111"/>
                </a:moveTo>
                <a:lnTo>
                  <a:pt x="900557" y="308762"/>
                </a:lnTo>
                <a:moveTo>
                  <a:pt x="900557" y="308762"/>
                </a:moveTo>
                <a:lnTo>
                  <a:pt x="1029208" y="308762"/>
                </a:lnTo>
                <a:moveTo>
                  <a:pt x="900557" y="308762"/>
                </a:moveTo>
                <a:lnTo>
                  <a:pt x="900557" y="437413"/>
                </a:lnTo>
                <a:moveTo>
                  <a:pt x="900557" y="437413"/>
                </a:moveTo>
                <a:lnTo>
                  <a:pt x="1029208" y="437413"/>
                </a:lnTo>
                <a:moveTo>
                  <a:pt x="900557" y="437413"/>
                </a:moveTo>
                <a:lnTo>
                  <a:pt x="900557" y="566064"/>
                </a:lnTo>
                <a:moveTo>
                  <a:pt x="900557" y="566064"/>
                </a:moveTo>
                <a:lnTo>
                  <a:pt x="1029208" y="566064"/>
                </a:lnTo>
                <a:moveTo>
                  <a:pt x="900557" y="566064"/>
                </a:moveTo>
                <a:lnTo>
                  <a:pt x="900557" y="694715"/>
                </a:lnTo>
                <a:moveTo>
                  <a:pt x="900557" y="694715"/>
                </a:moveTo>
                <a:lnTo>
                  <a:pt x="1029208" y="694715"/>
                </a:lnTo>
                <a:moveTo>
                  <a:pt x="900557" y="694715"/>
                </a:moveTo>
                <a:lnTo>
                  <a:pt x="900557" y="823366"/>
                </a:lnTo>
                <a:moveTo>
                  <a:pt x="900557" y="823366"/>
                </a:moveTo>
                <a:lnTo>
                  <a:pt x="1029208" y="823366"/>
                </a:lnTo>
                <a:moveTo>
                  <a:pt x="900557" y="823366"/>
                </a:moveTo>
                <a:lnTo>
                  <a:pt x="900557" y="952017"/>
                </a:lnTo>
                <a:moveTo>
                  <a:pt x="900557" y="952017"/>
                </a:moveTo>
                <a:lnTo>
                  <a:pt x="1029208" y="952017"/>
                </a:lnTo>
                <a:moveTo>
                  <a:pt x="900557" y="952017"/>
                </a:moveTo>
                <a:lnTo>
                  <a:pt x="900557" y="1080668"/>
                </a:lnTo>
                <a:moveTo>
                  <a:pt x="900557" y="1080668"/>
                </a:moveTo>
                <a:lnTo>
                  <a:pt x="1029208" y="1080668"/>
                </a:lnTo>
                <a:moveTo>
                  <a:pt x="900557" y="1080668"/>
                </a:moveTo>
                <a:lnTo>
                  <a:pt x="900557" y="1209319"/>
                </a:lnTo>
                <a:moveTo>
                  <a:pt x="900557" y="1209319"/>
                </a:moveTo>
                <a:lnTo>
                  <a:pt x="1029208" y="1209319"/>
                </a:lnTo>
                <a:moveTo>
                  <a:pt x="900557" y="1209319"/>
                </a:moveTo>
                <a:lnTo>
                  <a:pt x="900557" y="1337970"/>
                </a:lnTo>
                <a:moveTo>
                  <a:pt x="900557" y="1337970"/>
                </a:moveTo>
                <a:lnTo>
                  <a:pt x="1029208" y="1337970"/>
                </a:lnTo>
                <a:moveTo>
                  <a:pt x="900557" y="1337970"/>
                </a:moveTo>
                <a:lnTo>
                  <a:pt x="900557" y="1466621"/>
                </a:lnTo>
                <a:moveTo>
                  <a:pt x="900557" y="1466621"/>
                </a:moveTo>
                <a:lnTo>
                  <a:pt x="1029208" y="1466621"/>
                </a:lnTo>
                <a:moveTo>
                  <a:pt x="900557" y="1466621"/>
                </a:moveTo>
                <a:lnTo>
                  <a:pt x="900557" y="1595272"/>
                </a:lnTo>
                <a:moveTo>
                  <a:pt x="900557" y="1595272"/>
                </a:moveTo>
                <a:lnTo>
                  <a:pt x="1029208" y="1595272"/>
                </a:lnTo>
                <a:moveTo>
                  <a:pt x="900557" y="1595272"/>
                </a:moveTo>
                <a:lnTo>
                  <a:pt x="900557" y="1723923"/>
                </a:lnTo>
                <a:moveTo>
                  <a:pt x="900557" y="1723923"/>
                </a:moveTo>
                <a:lnTo>
                  <a:pt x="1029208" y="1723923"/>
                </a:lnTo>
                <a:moveTo>
                  <a:pt x="900557" y="1723923"/>
                </a:moveTo>
                <a:lnTo>
                  <a:pt x="900557" y="1852574"/>
                </a:lnTo>
                <a:moveTo>
                  <a:pt x="900557" y="1852574"/>
                </a:moveTo>
                <a:lnTo>
                  <a:pt x="1029208" y="1852574"/>
                </a:lnTo>
                <a:moveTo>
                  <a:pt x="900557" y="1852574"/>
                </a:moveTo>
                <a:lnTo>
                  <a:pt x="900557" y="1981225"/>
                </a:lnTo>
                <a:moveTo>
                  <a:pt x="900557" y="1981225"/>
                </a:moveTo>
                <a:lnTo>
                  <a:pt x="1029208" y="1981225"/>
                </a:lnTo>
                <a:moveTo>
                  <a:pt x="900557" y="1981225"/>
                </a:moveTo>
                <a:lnTo>
                  <a:pt x="900557" y="2109876"/>
                </a:lnTo>
                <a:moveTo>
                  <a:pt x="900557" y="2109876"/>
                </a:moveTo>
                <a:lnTo>
                  <a:pt x="1029208" y="2109876"/>
                </a:lnTo>
                <a:moveTo>
                  <a:pt x="900557" y="2109876"/>
                </a:moveTo>
                <a:lnTo>
                  <a:pt x="900557" y="2238527"/>
                </a:lnTo>
                <a:moveTo>
                  <a:pt x="900557" y="2238527"/>
                </a:moveTo>
                <a:lnTo>
                  <a:pt x="1029208" y="2238527"/>
                </a:lnTo>
                <a:moveTo>
                  <a:pt x="900557" y="2238527"/>
                </a:moveTo>
                <a:lnTo>
                  <a:pt x="900557" y="2367178"/>
                </a:lnTo>
                <a:moveTo>
                  <a:pt x="900557" y="2367178"/>
                </a:moveTo>
                <a:lnTo>
                  <a:pt x="1029208" y="2367178"/>
                </a:lnTo>
                <a:moveTo>
                  <a:pt x="900557" y="2367178"/>
                </a:moveTo>
                <a:lnTo>
                  <a:pt x="900557" y="2495829"/>
                </a:lnTo>
                <a:moveTo>
                  <a:pt x="900557" y="2495829"/>
                </a:moveTo>
                <a:lnTo>
                  <a:pt x="1029208" y="2495829"/>
                </a:lnTo>
                <a:moveTo>
                  <a:pt x="900557" y="2495829"/>
                </a:moveTo>
                <a:lnTo>
                  <a:pt x="900557" y="2624480"/>
                </a:lnTo>
                <a:moveTo>
                  <a:pt x="900557" y="2624480"/>
                </a:moveTo>
                <a:lnTo>
                  <a:pt x="1029208" y="2624480"/>
                </a:lnTo>
                <a:moveTo>
                  <a:pt x="900557" y="2624480"/>
                </a:moveTo>
                <a:lnTo>
                  <a:pt x="900557" y="2753131"/>
                </a:lnTo>
                <a:moveTo>
                  <a:pt x="900557" y="2753131"/>
                </a:moveTo>
                <a:lnTo>
                  <a:pt x="1029208" y="2753131"/>
                </a:lnTo>
                <a:moveTo>
                  <a:pt x="900557" y="2753131"/>
                </a:moveTo>
                <a:lnTo>
                  <a:pt x="900557" y="2881782"/>
                </a:lnTo>
                <a:moveTo>
                  <a:pt x="900557" y="2881782"/>
                </a:moveTo>
                <a:lnTo>
                  <a:pt x="1029208" y="2881782"/>
                </a:lnTo>
                <a:moveTo>
                  <a:pt x="900557" y="2881782"/>
                </a:moveTo>
                <a:lnTo>
                  <a:pt x="900557" y="3010433"/>
                </a:lnTo>
                <a:moveTo>
                  <a:pt x="900557" y="3010433"/>
                </a:moveTo>
                <a:lnTo>
                  <a:pt x="1029208" y="3010433"/>
                </a:lnTo>
                <a:moveTo>
                  <a:pt x="900557" y="3010433"/>
                </a:moveTo>
                <a:lnTo>
                  <a:pt x="900557" y="3139084"/>
                </a:lnTo>
                <a:moveTo>
                  <a:pt x="900557" y="3139084"/>
                </a:moveTo>
                <a:lnTo>
                  <a:pt x="1029208" y="3139084"/>
                </a:lnTo>
                <a:moveTo>
                  <a:pt x="900557" y="3139084"/>
                </a:moveTo>
                <a:lnTo>
                  <a:pt x="900557" y="3267735"/>
                </a:lnTo>
                <a:moveTo>
                  <a:pt x="900557" y="3267735"/>
                </a:moveTo>
                <a:lnTo>
                  <a:pt x="1029208" y="3267735"/>
                </a:lnTo>
                <a:moveTo>
                  <a:pt x="900557" y="3267735"/>
                </a:moveTo>
                <a:lnTo>
                  <a:pt x="900557" y="3396386"/>
                </a:lnTo>
                <a:moveTo>
                  <a:pt x="900557" y="3396386"/>
                </a:moveTo>
                <a:lnTo>
                  <a:pt x="1029208" y="3396386"/>
                </a:lnTo>
                <a:moveTo>
                  <a:pt x="900557" y="3396386"/>
                </a:moveTo>
                <a:lnTo>
                  <a:pt x="900557" y="3525037"/>
                </a:lnTo>
                <a:moveTo>
                  <a:pt x="900557" y="3525037"/>
                </a:moveTo>
                <a:lnTo>
                  <a:pt x="1029208" y="3525037"/>
                </a:lnTo>
                <a:moveTo>
                  <a:pt x="900557" y="3525037"/>
                </a:moveTo>
                <a:lnTo>
                  <a:pt x="900557" y="3653688"/>
                </a:lnTo>
                <a:moveTo>
                  <a:pt x="900557" y="3653688"/>
                </a:moveTo>
                <a:lnTo>
                  <a:pt x="1029208" y="3653688"/>
                </a:lnTo>
                <a:moveTo>
                  <a:pt x="900557" y="3653688"/>
                </a:moveTo>
                <a:lnTo>
                  <a:pt x="900557" y="3782339"/>
                </a:lnTo>
                <a:moveTo>
                  <a:pt x="900557" y="3782339"/>
                </a:moveTo>
                <a:lnTo>
                  <a:pt x="1029208" y="3782339"/>
                </a:lnTo>
                <a:moveTo>
                  <a:pt x="900557" y="3782339"/>
                </a:moveTo>
                <a:lnTo>
                  <a:pt x="900557" y="3910990"/>
                </a:lnTo>
                <a:moveTo>
                  <a:pt x="900557" y="3910990"/>
                </a:moveTo>
                <a:lnTo>
                  <a:pt x="1029208" y="3910990"/>
                </a:lnTo>
                <a:moveTo>
                  <a:pt x="900557" y="3910990"/>
                </a:moveTo>
                <a:lnTo>
                  <a:pt x="900557" y="4039641"/>
                </a:lnTo>
                <a:moveTo>
                  <a:pt x="900557" y="4039641"/>
                </a:moveTo>
                <a:lnTo>
                  <a:pt x="1029208" y="4039641"/>
                </a:lnTo>
                <a:moveTo>
                  <a:pt x="900557" y="4039641"/>
                </a:moveTo>
                <a:lnTo>
                  <a:pt x="900557" y="4168292"/>
                </a:lnTo>
                <a:moveTo>
                  <a:pt x="900557" y="4168292"/>
                </a:moveTo>
                <a:lnTo>
                  <a:pt x="1029208" y="4168292"/>
                </a:lnTo>
                <a:moveTo>
                  <a:pt x="900557" y="4168292"/>
                </a:moveTo>
                <a:lnTo>
                  <a:pt x="900557" y="4296943"/>
                </a:lnTo>
                <a:moveTo>
                  <a:pt x="900557" y="4296943"/>
                </a:moveTo>
                <a:lnTo>
                  <a:pt x="1029208" y="4296943"/>
                </a:lnTo>
                <a:moveTo>
                  <a:pt x="900557" y="4296943"/>
                </a:moveTo>
                <a:lnTo>
                  <a:pt x="900557" y="4425594"/>
                </a:lnTo>
                <a:moveTo>
                  <a:pt x="900557" y="4425594"/>
                </a:moveTo>
                <a:lnTo>
                  <a:pt x="1029208" y="4425594"/>
                </a:lnTo>
                <a:moveTo>
                  <a:pt x="900557" y="4425594"/>
                </a:moveTo>
                <a:lnTo>
                  <a:pt x="900557" y="4554245"/>
                </a:lnTo>
                <a:moveTo>
                  <a:pt x="900557" y="4554245"/>
                </a:moveTo>
                <a:lnTo>
                  <a:pt x="1029208" y="4554245"/>
                </a:lnTo>
                <a:moveTo>
                  <a:pt x="900557" y="4554245"/>
                </a:moveTo>
                <a:lnTo>
                  <a:pt x="900557" y="4682896"/>
                </a:lnTo>
                <a:moveTo>
                  <a:pt x="900557" y="4682896"/>
                </a:moveTo>
                <a:lnTo>
                  <a:pt x="1029208" y="4682896"/>
                </a:lnTo>
                <a:moveTo>
                  <a:pt x="900557" y="4682896"/>
                </a:moveTo>
                <a:lnTo>
                  <a:pt x="900557" y="4811547"/>
                </a:lnTo>
                <a:moveTo>
                  <a:pt x="900557" y="4811547"/>
                </a:moveTo>
                <a:lnTo>
                  <a:pt x="1029208" y="4811547"/>
                </a:lnTo>
                <a:moveTo>
                  <a:pt x="900557" y="4811547"/>
                </a:moveTo>
                <a:lnTo>
                  <a:pt x="900557" y="4875873"/>
                </a:lnTo>
                <a:moveTo>
                  <a:pt x="1029208" y="0"/>
                </a:moveTo>
                <a:lnTo>
                  <a:pt x="1029208" y="51460"/>
                </a:lnTo>
                <a:moveTo>
                  <a:pt x="1029208" y="51460"/>
                </a:moveTo>
                <a:lnTo>
                  <a:pt x="1157859" y="51460"/>
                </a:lnTo>
                <a:moveTo>
                  <a:pt x="1029208" y="51460"/>
                </a:moveTo>
                <a:lnTo>
                  <a:pt x="1029208" y="180111"/>
                </a:lnTo>
                <a:moveTo>
                  <a:pt x="1029208" y="180111"/>
                </a:moveTo>
                <a:lnTo>
                  <a:pt x="1157859" y="180111"/>
                </a:lnTo>
                <a:moveTo>
                  <a:pt x="1029208" y="180111"/>
                </a:moveTo>
                <a:lnTo>
                  <a:pt x="1029208" y="308762"/>
                </a:lnTo>
                <a:moveTo>
                  <a:pt x="1029208" y="308762"/>
                </a:moveTo>
                <a:lnTo>
                  <a:pt x="1157859" y="308762"/>
                </a:lnTo>
                <a:moveTo>
                  <a:pt x="1029208" y="308762"/>
                </a:moveTo>
                <a:lnTo>
                  <a:pt x="1029208" y="437413"/>
                </a:lnTo>
                <a:moveTo>
                  <a:pt x="1029208" y="437413"/>
                </a:moveTo>
                <a:lnTo>
                  <a:pt x="1157859" y="437413"/>
                </a:lnTo>
                <a:moveTo>
                  <a:pt x="1029208" y="437413"/>
                </a:moveTo>
                <a:lnTo>
                  <a:pt x="1029208" y="566064"/>
                </a:lnTo>
                <a:moveTo>
                  <a:pt x="1029208" y="566064"/>
                </a:moveTo>
                <a:lnTo>
                  <a:pt x="1157859" y="566064"/>
                </a:lnTo>
                <a:moveTo>
                  <a:pt x="1029208" y="566064"/>
                </a:moveTo>
                <a:lnTo>
                  <a:pt x="1029208" y="694715"/>
                </a:lnTo>
                <a:moveTo>
                  <a:pt x="1029208" y="694715"/>
                </a:moveTo>
                <a:lnTo>
                  <a:pt x="1157859" y="694715"/>
                </a:lnTo>
                <a:moveTo>
                  <a:pt x="1029208" y="694715"/>
                </a:moveTo>
                <a:lnTo>
                  <a:pt x="1029208" y="823366"/>
                </a:lnTo>
                <a:moveTo>
                  <a:pt x="1029208" y="823366"/>
                </a:moveTo>
                <a:lnTo>
                  <a:pt x="1157859" y="823366"/>
                </a:lnTo>
                <a:moveTo>
                  <a:pt x="1029208" y="823366"/>
                </a:moveTo>
                <a:lnTo>
                  <a:pt x="1029208" y="952017"/>
                </a:lnTo>
                <a:moveTo>
                  <a:pt x="1029208" y="952017"/>
                </a:moveTo>
                <a:lnTo>
                  <a:pt x="1157859" y="952017"/>
                </a:lnTo>
                <a:moveTo>
                  <a:pt x="1029208" y="952017"/>
                </a:moveTo>
                <a:lnTo>
                  <a:pt x="1029208" y="1080668"/>
                </a:lnTo>
                <a:moveTo>
                  <a:pt x="1029208" y="1080668"/>
                </a:moveTo>
                <a:lnTo>
                  <a:pt x="1157859" y="1080668"/>
                </a:lnTo>
                <a:moveTo>
                  <a:pt x="1029208" y="1080668"/>
                </a:moveTo>
                <a:lnTo>
                  <a:pt x="1029208" y="1209319"/>
                </a:lnTo>
                <a:moveTo>
                  <a:pt x="1029208" y="1209319"/>
                </a:moveTo>
                <a:lnTo>
                  <a:pt x="1157859" y="1209319"/>
                </a:lnTo>
                <a:moveTo>
                  <a:pt x="1029208" y="1209319"/>
                </a:moveTo>
                <a:lnTo>
                  <a:pt x="1029208" y="1337970"/>
                </a:lnTo>
                <a:moveTo>
                  <a:pt x="1029208" y="1337970"/>
                </a:moveTo>
                <a:lnTo>
                  <a:pt x="1157859" y="1337970"/>
                </a:lnTo>
                <a:moveTo>
                  <a:pt x="1029208" y="1337970"/>
                </a:moveTo>
                <a:lnTo>
                  <a:pt x="1029208" y="1466621"/>
                </a:lnTo>
                <a:moveTo>
                  <a:pt x="1029208" y="1466621"/>
                </a:moveTo>
                <a:lnTo>
                  <a:pt x="1157859" y="1466621"/>
                </a:lnTo>
                <a:moveTo>
                  <a:pt x="1029208" y="1466621"/>
                </a:moveTo>
                <a:lnTo>
                  <a:pt x="1029208" y="1595272"/>
                </a:lnTo>
                <a:moveTo>
                  <a:pt x="1029208" y="1595272"/>
                </a:moveTo>
                <a:lnTo>
                  <a:pt x="1157859" y="1595272"/>
                </a:lnTo>
                <a:moveTo>
                  <a:pt x="1029208" y="1595272"/>
                </a:moveTo>
                <a:lnTo>
                  <a:pt x="1029208" y="1723923"/>
                </a:lnTo>
                <a:moveTo>
                  <a:pt x="1029208" y="1723923"/>
                </a:moveTo>
                <a:lnTo>
                  <a:pt x="1157859" y="1723923"/>
                </a:lnTo>
                <a:moveTo>
                  <a:pt x="1029208" y="1723923"/>
                </a:moveTo>
                <a:lnTo>
                  <a:pt x="1029208" y="1852574"/>
                </a:lnTo>
                <a:moveTo>
                  <a:pt x="1029208" y="1852574"/>
                </a:moveTo>
                <a:lnTo>
                  <a:pt x="1157859" y="1852574"/>
                </a:lnTo>
                <a:moveTo>
                  <a:pt x="1029208" y="1852574"/>
                </a:moveTo>
                <a:lnTo>
                  <a:pt x="1029208" y="1981225"/>
                </a:lnTo>
                <a:moveTo>
                  <a:pt x="1029208" y="1981225"/>
                </a:moveTo>
                <a:lnTo>
                  <a:pt x="1157859" y="1981225"/>
                </a:lnTo>
                <a:moveTo>
                  <a:pt x="1029208" y="1981225"/>
                </a:moveTo>
                <a:lnTo>
                  <a:pt x="1029208" y="2109876"/>
                </a:lnTo>
                <a:moveTo>
                  <a:pt x="1029208" y="2109876"/>
                </a:moveTo>
                <a:lnTo>
                  <a:pt x="1157859" y="2109876"/>
                </a:lnTo>
                <a:moveTo>
                  <a:pt x="1029208" y="2109876"/>
                </a:moveTo>
                <a:lnTo>
                  <a:pt x="1029208" y="2238527"/>
                </a:lnTo>
                <a:moveTo>
                  <a:pt x="1029208" y="2238527"/>
                </a:moveTo>
                <a:lnTo>
                  <a:pt x="1157859" y="2238527"/>
                </a:lnTo>
                <a:moveTo>
                  <a:pt x="1029208" y="2238527"/>
                </a:moveTo>
                <a:lnTo>
                  <a:pt x="1029208" y="2367178"/>
                </a:lnTo>
                <a:moveTo>
                  <a:pt x="1029208" y="2367178"/>
                </a:moveTo>
                <a:lnTo>
                  <a:pt x="1157859" y="2367178"/>
                </a:lnTo>
                <a:moveTo>
                  <a:pt x="1029208" y="2367178"/>
                </a:moveTo>
                <a:lnTo>
                  <a:pt x="1029208" y="2495829"/>
                </a:lnTo>
                <a:moveTo>
                  <a:pt x="1029208" y="2495829"/>
                </a:moveTo>
                <a:lnTo>
                  <a:pt x="1157859" y="2495829"/>
                </a:lnTo>
                <a:moveTo>
                  <a:pt x="1029208" y="2495829"/>
                </a:moveTo>
                <a:lnTo>
                  <a:pt x="1029208" y="2624480"/>
                </a:lnTo>
                <a:moveTo>
                  <a:pt x="1029208" y="2624480"/>
                </a:moveTo>
                <a:lnTo>
                  <a:pt x="1157859" y="2624480"/>
                </a:lnTo>
                <a:moveTo>
                  <a:pt x="1029208" y="2624480"/>
                </a:moveTo>
                <a:lnTo>
                  <a:pt x="1029208" y="2753131"/>
                </a:lnTo>
                <a:moveTo>
                  <a:pt x="1029208" y="2753131"/>
                </a:moveTo>
                <a:lnTo>
                  <a:pt x="1157859" y="2753131"/>
                </a:lnTo>
                <a:moveTo>
                  <a:pt x="1029208" y="2753131"/>
                </a:moveTo>
                <a:lnTo>
                  <a:pt x="1029208" y="2881782"/>
                </a:lnTo>
                <a:moveTo>
                  <a:pt x="1029208" y="2881782"/>
                </a:moveTo>
                <a:lnTo>
                  <a:pt x="1157859" y="2881782"/>
                </a:lnTo>
                <a:moveTo>
                  <a:pt x="1029208" y="2881782"/>
                </a:moveTo>
                <a:lnTo>
                  <a:pt x="1029208" y="3010433"/>
                </a:lnTo>
                <a:moveTo>
                  <a:pt x="1029208" y="3010433"/>
                </a:moveTo>
                <a:lnTo>
                  <a:pt x="1157859" y="3010433"/>
                </a:lnTo>
                <a:moveTo>
                  <a:pt x="1029208" y="3010433"/>
                </a:moveTo>
                <a:lnTo>
                  <a:pt x="1029208" y="3139084"/>
                </a:lnTo>
                <a:moveTo>
                  <a:pt x="1029208" y="3139084"/>
                </a:moveTo>
                <a:lnTo>
                  <a:pt x="1157859" y="3139084"/>
                </a:lnTo>
                <a:moveTo>
                  <a:pt x="1029208" y="3139084"/>
                </a:moveTo>
                <a:lnTo>
                  <a:pt x="1029208" y="3267735"/>
                </a:lnTo>
                <a:moveTo>
                  <a:pt x="1029208" y="3267735"/>
                </a:moveTo>
                <a:lnTo>
                  <a:pt x="1157859" y="3267735"/>
                </a:lnTo>
                <a:moveTo>
                  <a:pt x="1029208" y="3267735"/>
                </a:moveTo>
                <a:lnTo>
                  <a:pt x="1029208" y="3396386"/>
                </a:lnTo>
                <a:moveTo>
                  <a:pt x="1029208" y="3396386"/>
                </a:moveTo>
                <a:lnTo>
                  <a:pt x="1157859" y="3396386"/>
                </a:lnTo>
                <a:moveTo>
                  <a:pt x="1029208" y="3396386"/>
                </a:moveTo>
                <a:lnTo>
                  <a:pt x="1029208" y="3525037"/>
                </a:lnTo>
                <a:moveTo>
                  <a:pt x="1029208" y="3525037"/>
                </a:moveTo>
                <a:lnTo>
                  <a:pt x="1157859" y="3525037"/>
                </a:lnTo>
                <a:moveTo>
                  <a:pt x="1029208" y="3525037"/>
                </a:moveTo>
                <a:lnTo>
                  <a:pt x="1029208" y="3653688"/>
                </a:lnTo>
                <a:moveTo>
                  <a:pt x="1029208" y="3653688"/>
                </a:moveTo>
                <a:lnTo>
                  <a:pt x="1157859" y="3653688"/>
                </a:lnTo>
                <a:moveTo>
                  <a:pt x="1029208" y="3653688"/>
                </a:moveTo>
                <a:lnTo>
                  <a:pt x="1029208" y="3782339"/>
                </a:lnTo>
                <a:moveTo>
                  <a:pt x="1029208" y="3782339"/>
                </a:moveTo>
                <a:lnTo>
                  <a:pt x="1157859" y="3782339"/>
                </a:lnTo>
                <a:moveTo>
                  <a:pt x="1029208" y="3782339"/>
                </a:moveTo>
                <a:lnTo>
                  <a:pt x="1029208" y="3910990"/>
                </a:lnTo>
                <a:moveTo>
                  <a:pt x="1029208" y="3910990"/>
                </a:moveTo>
                <a:lnTo>
                  <a:pt x="1157859" y="3910990"/>
                </a:lnTo>
                <a:moveTo>
                  <a:pt x="1029208" y="3910990"/>
                </a:moveTo>
                <a:lnTo>
                  <a:pt x="1029208" y="4039641"/>
                </a:lnTo>
                <a:moveTo>
                  <a:pt x="1029208" y="4039641"/>
                </a:moveTo>
                <a:lnTo>
                  <a:pt x="1157859" y="4039641"/>
                </a:lnTo>
                <a:moveTo>
                  <a:pt x="1029208" y="4039641"/>
                </a:moveTo>
                <a:lnTo>
                  <a:pt x="1029208" y="4168292"/>
                </a:lnTo>
                <a:moveTo>
                  <a:pt x="1029208" y="4168292"/>
                </a:moveTo>
                <a:lnTo>
                  <a:pt x="1157859" y="4168292"/>
                </a:lnTo>
                <a:moveTo>
                  <a:pt x="1029208" y="4168292"/>
                </a:moveTo>
                <a:lnTo>
                  <a:pt x="1029208" y="4296943"/>
                </a:lnTo>
                <a:moveTo>
                  <a:pt x="1029208" y="4296943"/>
                </a:moveTo>
                <a:lnTo>
                  <a:pt x="1157859" y="4296943"/>
                </a:lnTo>
                <a:moveTo>
                  <a:pt x="1029208" y="4296943"/>
                </a:moveTo>
                <a:lnTo>
                  <a:pt x="1029208" y="4425594"/>
                </a:lnTo>
                <a:moveTo>
                  <a:pt x="1029208" y="4425594"/>
                </a:moveTo>
                <a:lnTo>
                  <a:pt x="1157859" y="4425594"/>
                </a:lnTo>
                <a:moveTo>
                  <a:pt x="1029208" y="4425594"/>
                </a:moveTo>
                <a:lnTo>
                  <a:pt x="1029208" y="4554245"/>
                </a:lnTo>
                <a:moveTo>
                  <a:pt x="1029208" y="4554245"/>
                </a:moveTo>
                <a:lnTo>
                  <a:pt x="1157859" y="4554245"/>
                </a:lnTo>
                <a:moveTo>
                  <a:pt x="1029208" y="4554245"/>
                </a:moveTo>
                <a:lnTo>
                  <a:pt x="1029208" y="4682896"/>
                </a:lnTo>
                <a:moveTo>
                  <a:pt x="1029208" y="4682896"/>
                </a:moveTo>
                <a:lnTo>
                  <a:pt x="1157859" y="4682896"/>
                </a:lnTo>
                <a:moveTo>
                  <a:pt x="1029208" y="4682896"/>
                </a:moveTo>
                <a:lnTo>
                  <a:pt x="1029208" y="4811547"/>
                </a:lnTo>
                <a:moveTo>
                  <a:pt x="1029208" y="4811547"/>
                </a:moveTo>
                <a:lnTo>
                  <a:pt x="1157859" y="4811547"/>
                </a:lnTo>
                <a:moveTo>
                  <a:pt x="1029208" y="4811547"/>
                </a:moveTo>
                <a:lnTo>
                  <a:pt x="1029208" y="4875873"/>
                </a:lnTo>
                <a:moveTo>
                  <a:pt x="1157859" y="0"/>
                </a:moveTo>
                <a:lnTo>
                  <a:pt x="1157859" y="51460"/>
                </a:lnTo>
                <a:moveTo>
                  <a:pt x="1157859" y="51460"/>
                </a:moveTo>
                <a:lnTo>
                  <a:pt x="1286510" y="51460"/>
                </a:lnTo>
                <a:moveTo>
                  <a:pt x="1157859" y="51460"/>
                </a:moveTo>
                <a:lnTo>
                  <a:pt x="1157859" y="180111"/>
                </a:lnTo>
                <a:moveTo>
                  <a:pt x="1157859" y="180111"/>
                </a:moveTo>
                <a:lnTo>
                  <a:pt x="1286510" y="180111"/>
                </a:lnTo>
                <a:moveTo>
                  <a:pt x="1157859" y="180111"/>
                </a:moveTo>
                <a:lnTo>
                  <a:pt x="1157859" y="308762"/>
                </a:lnTo>
                <a:moveTo>
                  <a:pt x="1157859" y="308762"/>
                </a:moveTo>
                <a:lnTo>
                  <a:pt x="1286510" y="308762"/>
                </a:lnTo>
                <a:moveTo>
                  <a:pt x="1157859" y="308762"/>
                </a:moveTo>
                <a:lnTo>
                  <a:pt x="1157859" y="437413"/>
                </a:lnTo>
                <a:moveTo>
                  <a:pt x="1157859" y="437413"/>
                </a:moveTo>
                <a:lnTo>
                  <a:pt x="1286510" y="437413"/>
                </a:lnTo>
                <a:moveTo>
                  <a:pt x="1157859" y="437413"/>
                </a:moveTo>
                <a:lnTo>
                  <a:pt x="1157859" y="566064"/>
                </a:lnTo>
                <a:moveTo>
                  <a:pt x="1157859" y="566064"/>
                </a:moveTo>
                <a:lnTo>
                  <a:pt x="1286510" y="566064"/>
                </a:lnTo>
                <a:moveTo>
                  <a:pt x="1157859" y="566064"/>
                </a:moveTo>
                <a:lnTo>
                  <a:pt x="1157859" y="694715"/>
                </a:lnTo>
                <a:moveTo>
                  <a:pt x="1157859" y="694715"/>
                </a:moveTo>
                <a:lnTo>
                  <a:pt x="1286510" y="694715"/>
                </a:lnTo>
                <a:moveTo>
                  <a:pt x="1157859" y="694715"/>
                </a:moveTo>
                <a:lnTo>
                  <a:pt x="1157859" y="823366"/>
                </a:lnTo>
                <a:moveTo>
                  <a:pt x="1157859" y="823366"/>
                </a:moveTo>
                <a:lnTo>
                  <a:pt x="1286510" y="823366"/>
                </a:lnTo>
                <a:moveTo>
                  <a:pt x="1157859" y="823366"/>
                </a:moveTo>
                <a:lnTo>
                  <a:pt x="1157859" y="952017"/>
                </a:lnTo>
                <a:moveTo>
                  <a:pt x="1157859" y="952017"/>
                </a:moveTo>
                <a:lnTo>
                  <a:pt x="1286510" y="952017"/>
                </a:lnTo>
                <a:moveTo>
                  <a:pt x="1157859" y="952017"/>
                </a:moveTo>
                <a:lnTo>
                  <a:pt x="1157859" y="1080668"/>
                </a:lnTo>
                <a:moveTo>
                  <a:pt x="1157859" y="1080668"/>
                </a:moveTo>
                <a:lnTo>
                  <a:pt x="1286510" y="1080668"/>
                </a:lnTo>
                <a:moveTo>
                  <a:pt x="1157859" y="1080668"/>
                </a:moveTo>
                <a:lnTo>
                  <a:pt x="1157859" y="1209319"/>
                </a:lnTo>
                <a:moveTo>
                  <a:pt x="1157859" y="1209319"/>
                </a:moveTo>
                <a:lnTo>
                  <a:pt x="1286510" y="1209319"/>
                </a:lnTo>
                <a:moveTo>
                  <a:pt x="1157859" y="1209319"/>
                </a:moveTo>
                <a:lnTo>
                  <a:pt x="1157859" y="1337970"/>
                </a:lnTo>
                <a:moveTo>
                  <a:pt x="1157859" y="1337970"/>
                </a:moveTo>
                <a:lnTo>
                  <a:pt x="1286510" y="1337970"/>
                </a:lnTo>
                <a:moveTo>
                  <a:pt x="1157859" y="1337970"/>
                </a:moveTo>
                <a:lnTo>
                  <a:pt x="1157859" y="1466621"/>
                </a:lnTo>
                <a:moveTo>
                  <a:pt x="1157859" y="1466621"/>
                </a:moveTo>
                <a:lnTo>
                  <a:pt x="1286510" y="1466621"/>
                </a:lnTo>
                <a:moveTo>
                  <a:pt x="1157859" y="1466621"/>
                </a:moveTo>
                <a:lnTo>
                  <a:pt x="1157859" y="1595272"/>
                </a:lnTo>
                <a:moveTo>
                  <a:pt x="1157859" y="1595272"/>
                </a:moveTo>
                <a:lnTo>
                  <a:pt x="1286510" y="1595272"/>
                </a:lnTo>
                <a:moveTo>
                  <a:pt x="1157859" y="1595272"/>
                </a:moveTo>
                <a:lnTo>
                  <a:pt x="1157859" y="1723923"/>
                </a:lnTo>
                <a:moveTo>
                  <a:pt x="1157859" y="1723923"/>
                </a:moveTo>
                <a:lnTo>
                  <a:pt x="1286510" y="1723923"/>
                </a:lnTo>
                <a:moveTo>
                  <a:pt x="1157859" y="1723923"/>
                </a:moveTo>
                <a:lnTo>
                  <a:pt x="1157859" y="1852574"/>
                </a:lnTo>
                <a:moveTo>
                  <a:pt x="1157859" y="1852574"/>
                </a:moveTo>
                <a:lnTo>
                  <a:pt x="1286510" y="1852574"/>
                </a:lnTo>
                <a:moveTo>
                  <a:pt x="1157859" y="1852574"/>
                </a:moveTo>
                <a:lnTo>
                  <a:pt x="1157859" y="1981225"/>
                </a:lnTo>
                <a:moveTo>
                  <a:pt x="1157859" y="1981225"/>
                </a:moveTo>
                <a:lnTo>
                  <a:pt x="1286510" y="1981225"/>
                </a:lnTo>
                <a:moveTo>
                  <a:pt x="1157859" y="1981225"/>
                </a:moveTo>
                <a:lnTo>
                  <a:pt x="1157859" y="2109876"/>
                </a:lnTo>
                <a:moveTo>
                  <a:pt x="1157859" y="2109876"/>
                </a:moveTo>
                <a:lnTo>
                  <a:pt x="1286510" y="2109876"/>
                </a:lnTo>
                <a:moveTo>
                  <a:pt x="1157859" y="2109876"/>
                </a:moveTo>
                <a:lnTo>
                  <a:pt x="1157859" y="2238527"/>
                </a:lnTo>
                <a:moveTo>
                  <a:pt x="1157859" y="2238527"/>
                </a:moveTo>
                <a:lnTo>
                  <a:pt x="1286510" y="2238527"/>
                </a:lnTo>
                <a:moveTo>
                  <a:pt x="1157859" y="2238527"/>
                </a:moveTo>
                <a:lnTo>
                  <a:pt x="1157859" y="2367178"/>
                </a:lnTo>
                <a:moveTo>
                  <a:pt x="1157859" y="2367178"/>
                </a:moveTo>
                <a:lnTo>
                  <a:pt x="1286510" y="2367178"/>
                </a:lnTo>
                <a:moveTo>
                  <a:pt x="1157859" y="2367178"/>
                </a:moveTo>
                <a:lnTo>
                  <a:pt x="1157859" y="2495829"/>
                </a:lnTo>
                <a:moveTo>
                  <a:pt x="1157859" y="2495829"/>
                </a:moveTo>
                <a:lnTo>
                  <a:pt x="1286510" y="2495829"/>
                </a:lnTo>
                <a:moveTo>
                  <a:pt x="1157859" y="2495829"/>
                </a:moveTo>
                <a:lnTo>
                  <a:pt x="1157859" y="2624480"/>
                </a:lnTo>
                <a:moveTo>
                  <a:pt x="1157859" y="2624480"/>
                </a:moveTo>
                <a:lnTo>
                  <a:pt x="1286510" y="2624480"/>
                </a:lnTo>
                <a:moveTo>
                  <a:pt x="1157859" y="2624480"/>
                </a:moveTo>
                <a:lnTo>
                  <a:pt x="1157859" y="2753131"/>
                </a:lnTo>
                <a:moveTo>
                  <a:pt x="1157859" y="2753131"/>
                </a:moveTo>
                <a:lnTo>
                  <a:pt x="1286510" y="2753131"/>
                </a:lnTo>
                <a:moveTo>
                  <a:pt x="1157859" y="2753131"/>
                </a:moveTo>
                <a:lnTo>
                  <a:pt x="1157859" y="2881782"/>
                </a:lnTo>
                <a:moveTo>
                  <a:pt x="1157859" y="2881782"/>
                </a:moveTo>
                <a:lnTo>
                  <a:pt x="1286510" y="2881782"/>
                </a:lnTo>
                <a:moveTo>
                  <a:pt x="1157859" y="2881782"/>
                </a:moveTo>
                <a:lnTo>
                  <a:pt x="1157859" y="3010433"/>
                </a:lnTo>
                <a:moveTo>
                  <a:pt x="1157859" y="3010433"/>
                </a:moveTo>
                <a:lnTo>
                  <a:pt x="1286510" y="3010433"/>
                </a:lnTo>
                <a:moveTo>
                  <a:pt x="1157859" y="3010433"/>
                </a:moveTo>
                <a:lnTo>
                  <a:pt x="1157859" y="3139084"/>
                </a:lnTo>
                <a:moveTo>
                  <a:pt x="1157859" y="3139084"/>
                </a:moveTo>
                <a:lnTo>
                  <a:pt x="1286510" y="3139084"/>
                </a:lnTo>
                <a:moveTo>
                  <a:pt x="1157859" y="3139084"/>
                </a:moveTo>
                <a:lnTo>
                  <a:pt x="1157859" y="3267735"/>
                </a:lnTo>
                <a:moveTo>
                  <a:pt x="1157859" y="3267735"/>
                </a:moveTo>
                <a:lnTo>
                  <a:pt x="1286510" y="3267735"/>
                </a:lnTo>
                <a:moveTo>
                  <a:pt x="1157859" y="3267735"/>
                </a:moveTo>
                <a:lnTo>
                  <a:pt x="1157859" y="3396386"/>
                </a:lnTo>
                <a:moveTo>
                  <a:pt x="1157859" y="3396386"/>
                </a:moveTo>
                <a:lnTo>
                  <a:pt x="1286510" y="3396386"/>
                </a:lnTo>
                <a:moveTo>
                  <a:pt x="1157859" y="3396386"/>
                </a:moveTo>
                <a:lnTo>
                  <a:pt x="1157859" y="3525037"/>
                </a:lnTo>
                <a:moveTo>
                  <a:pt x="1157859" y="3525037"/>
                </a:moveTo>
                <a:lnTo>
                  <a:pt x="1286510" y="3525037"/>
                </a:lnTo>
                <a:moveTo>
                  <a:pt x="1157859" y="3525037"/>
                </a:moveTo>
                <a:lnTo>
                  <a:pt x="1157859" y="3653688"/>
                </a:lnTo>
                <a:moveTo>
                  <a:pt x="1157859" y="3653688"/>
                </a:moveTo>
                <a:lnTo>
                  <a:pt x="1286510" y="3653688"/>
                </a:lnTo>
                <a:moveTo>
                  <a:pt x="1157859" y="3653688"/>
                </a:moveTo>
                <a:lnTo>
                  <a:pt x="1157859" y="3782339"/>
                </a:lnTo>
                <a:moveTo>
                  <a:pt x="1157859" y="3782339"/>
                </a:moveTo>
                <a:lnTo>
                  <a:pt x="1286510" y="3782339"/>
                </a:lnTo>
                <a:moveTo>
                  <a:pt x="1157859" y="3782339"/>
                </a:moveTo>
                <a:lnTo>
                  <a:pt x="1157859" y="3910990"/>
                </a:lnTo>
                <a:moveTo>
                  <a:pt x="1157859" y="3910990"/>
                </a:moveTo>
                <a:lnTo>
                  <a:pt x="1286510" y="3910990"/>
                </a:lnTo>
                <a:moveTo>
                  <a:pt x="1157859" y="3910990"/>
                </a:moveTo>
                <a:lnTo>
                  <a:pt x="1157859" y="4039641"/>
                </a:lnTo>
                <a:moveTo>
                  <a:pt x="1157859" y="4039641"/>
                </a:moveTo>
                <a:lnTo>
                  <a:pt x="1286510" y="4039641"/>
                </a:lnTo>
                <a:moveTo>
                  <a:pt x="1157859" y="4039641"/>
                </a:moveTo>
                <a:lnTo>
                  <a:pt x="1157859" y="4168292"/>
                </a:lnTo>
                <a:moveTo>
                  <a:pt x="1157859" y="4168292"/>
                </a:moveTo>
                <a:lnTo>
                  <a:pt x="1286510" y="4168292"/>
                </a:lnTo>
                <a:moveTo>
                  <a:pt x="1157859" y="4168292"/>
                </a:moveTo>
                <a:lnTo>
                  <a:pt x="1157859" y="4296943"/>
                </a:lnTo>
                <a:moveTo>
                  <a:pt x="1157859" y="4296943"/>
                </a:moveTo>
                <a:lnTo>
                  <a:pt x="1286510" y="4296943"/>
                </a:lnTo>
                <a:moveTo>
                  <a:pt x="1157859" y="4296943"/>
                </a:moveTo>
                <a:lnTo>
                  <a:pt x="1157859" y="4425594"/>
                </a:lnTo>
                <a:moveTo>
                  <a:pt x="1157859" y="4425594"/>
                </a:moveTo>
                <a:lnTo>
                  <a:pt x="1286510" y="4425594"/>
                </a:lnTo>
                <a:moveTo>
                  <a:pt x="1157859" y="4425594"/>
                </a:moveTo>
                <a:lnTo>
                  <a:pt x="1157859" y="4554245"/>
                </a:lnTo>
                <a:moveTo>
                  <a:pt x="1157859" y="4554245"/>
                </a:moveTo>
                <a:lnTo>
                  <a:pt x="1286510" y="4554245"/>
                </a:lnTo>
                <a:moveTo>
                  <a:pt x="1157859" y="4554245"/>
                </a:moveTo>
                <a:lnTo>
                  <a:pt x="1157859" y="4682896"/>
                </a:lnTo>
                <a:moveTo>
                  <a:pt x="1157859" y="4682896"/>
                </a:moveTo>
                <a:lnTo>
                  <a:pt x="1286510" y="4682896"/>
                </a:lnTo>
                <a:moveTo>
                  <a:pt x="1157859" y="4682896"/>
                </a:moveTo>
                <a:lnTo>
                  <a:pt x="1157859" y="4811547"/>
                </a:lnTo>
                <a:moveTo>
                  <a:pt x="1157859" y="4811547"/>
                </a:moveTo>
                <a:lnTo>
                  <a:pt x="1286510" y="4811547"/>
                </a:lnTo>
                <a:moveTo>
                  <a:pt x="1157859" y="4811547"/>
                </a:moveTo>
                <a:lnTo>
                  <a:pt x="1157859" y="4875873"/>
                </a:lnTo>
                <a:moveTo>
                  <a:pt x="1286510" y="0"/>
                </a:moveTo>
                <a:lnTo>
                  <a:pt x="1286510" y="51460"/>
                </a:lnTo>
                <a:moveTo>
                  <a:pt x="1286510" y="51460"/>
                </a:moveTo>
                <a:lnTo>
                  <a:pt x="1415161" y="51460"/>
                </a:lnTo>
                <a:moveTo>
                  <a:pt x="1286510" y="51460"/>
                </a:moveTo>
                <a:lnTo>
                  <a:pt x="1286510" y="180111"/>
                </a:lnTo>
                <a:moveTo>
                  <a:pt x="1286510" y="180111"/>
                </a:moveTo>
                <a:lnTo>
                  <a:pt x="1415161" y="180111"/>
                </a:lnTo>
                <a:moveTo>
                  <a:pt x="1286510" y="180111"/>
                </a:moveTo>
                <a:lnTo>
                  <a:pt x="1286510" y="308762"/>
                </a:lnTo>
                <a:moveTo>
                  <a:pt x="1286510" y="308762"/>
                </a:moveTo>
                <a:lnTo>
                  <a:pt x="1415161" y="308762"/>
                </a:lnTo>
                <a:moveTo>
                  <a:pt x="1286510" y="308762"/>
                </a:moveTo>
                <a:lnTo>
                  <a:pt x="1286510" y="437413"/>
                </a:lnTo>
                <a:moveTo>
                  <a:pt x="1286510" y="437413"/>
                </a:moveTo>
                <a:lnTo>
                  <a:pt x="1415161" y="437413"/>
                </a:lnTo>
                <a:moveTo>
                  <a:pt x="1286510" y="437413"/>
                </a:moveTo>
                <a:lnTo>
                  <a:pt x="1286510" y="566064"/>
                </a:lnTo>
                <a:moveTo>
                  <a:pt x="1286510" y="566064"/>
                </a:moveTo>
                <a:lnTo>
                  <a:pt x="1415161" y="566064"/>
                </a:lnTo>
                <a:moveTo>
                  <a:pt x="1286510" y="566064"/>
                </a:moveTo>
                <a:lnTo>
                  <a:pt x="1286510" y="694715"/>
                </a:lnTo>
                <a:moveTo>
                  <a:pt x="1286510" y="694715"/>
                </a:moveTo>
                <a:lnTo>
                  <a:pt x="1415161" y="694715"/>
                </a:lnTo>
                <a:moveTo>
                  <a:pt x="1286510" y="694715"/>
                </a:moveTo>
                <a:lnTo>
                  <a:pt x="1286510" y="823366"/>
                </a:lnTo>
                <a:moveTo>
                  <a:pt x="1286510" y="823366"/>
                </a:moveTo>
                <a:lnTo>
                  <a:pt x="1415161" y="823366"/>
                </a:lnTo>
                <a:moveTo>
                  <a:pt x="1286510" y="823366"/>
                </a:moveTo>
                <a:lnTo>
                  <a:pt x="1286510" y="952017"/>
                </a:lnTo>
                <a:moveTo>
                  <a:pt x="1286510" y="952017"/>
                </a:moveTo>
                <a:lnTo>
                  <a:pt x="1415161" y="952017"/>
                </a:lnTo>
                <a:moveTo>
                  <a:pt x="1286510" y="952017"/>
                </a:moveTo>
                <a:lnTo>
                  <a:pt x="1286510" y="1080668"/>
                </a:lnTo>
                <a:moveTo>
                  <a:pt x="1286510" y="1080668"/>
                </a:moveTo>
                <a:lnTo>
                  <a:pt x="1415161" y="1080668"/>
                </a:lnTo>
                <a:moveTo>
                  <a:pt x="1286510" y="1080668"/>
                </a:moveTo>
                <a:lnTo>
                  <a:pt x="1286510" y="1209319"/>
                </a:lnTo>
                <a:moveTo>
                  <a:pt x="1286510" y="1209319"/>
                </a:moveTo>
                <a:lnTo>
                  <a:pt x="1415161" y="1209319"/>
                </a:lnTo>
                <a:moveTo>
                  <a:pt x="1286510" y="1209319"/>
                </a:moveTo>
                <a:lnTo>
                  <a:pt x="1286510" y="1337970"/>
                </a:lnTo>
                <a:moveTo>
                  <a:pt x="1286510" y="1337970"/>
                </a:moveTo>
                <a:lnTo>
                  <a:pt x="1415161" y="1337970"/>
                </a:lnTo>
                <a:moveTo>
                  <a:pt x="1286510" y="1337970"/>
                </a:moveTo>
                <a:lnTo>
                  <a:pt x="1286510" y="1466621"/>
                </a:lnTo>
                <a:moveTo>
                  <a:pt x="1286510" y="1466621"/>
                </a:moveTo>
                <a:lnTo>
                  <a:pt x="1415161" y="1466621"/>
                </a:lnTo>
                <a:moveTo>
                  <a:pt x="1286510" y="1466621"/>
                </a:moveTo>
                <a:lnTo>
                  <a:pt x="1286510" y="1595272"/>
                </a:lnTo>
                <a:moveTo>
                  <a:pt x="1286510" y="1595272"/>
                </a:moveTo>
                <a:lnTo>
                  <a:pt x="1415161" y="1595272"/>
                </a:lnTo>
                <a:moveTo>
                  <a:pt x="1286510" y="1595272"/>
                </a:moveTo>
                <a:lnTo>
                  <a:pt x="1286510" y="1723923"/>
                </a:lnTo>
                <a:moveTo>
                  <a:pt x="1286510" y="1723923"/>
                </a:moveTo>
                <a:lnTo>
                  <a:pt x="1415161" y="1723923"/>
                </a:lnTo>
                <a:moveTo>
                  <a:pt x="1286510" y="1723923"/>
                </a:moveTo>
                <a:lnTo>
                  <a:pt x="1286510" y="1852574"/>
                </a:lnTo>
                <a:moveTo>
                  <a:pt x="1286510" y="1852574"/>
                </a:moveTo>
                <a:lnTo>
                  <a:pt x="1415161" y="1852574"/>
                </a:lnTo>
                <a:moveTo>
                  <a:pt x="1286510" y="1852574"/>
                </a:moveTo>
                <a:lnTo>
                  <a:pt x="1286510" y="1981225"/>
                </a:lnTo>
                <a:moveTo>
                  <a:pt x="1286510" y="1981225"/>
                </a:moveTo>
                <a:lnTo>
                  <a:pt x="1415161" y="1981225"/>
                </a:lnTo>
                <a:moveTo>
                  <a:pt x="1286510" y="1981225"/>
                </a:moveTo>
                <a:lnTo>
                  <a:pt x="1286510" y="2109876"/>
                </a:lnTo>
                <a:moveTo>
                  <a:pt x="1286510" y="2109876"/>
                </a:moveTo>
                <a:lnTo>
                  <a:pt x="1415161" y="2109876"/>
                </a:lnTo>
                <a:moveTo>
                  <a:pt x="1286510" y="2109876"/>
                </a:moveTo>
                <a:lnTo>
                  <a:pt x="1286510" y="2238527"/>
                </a:lnTo>
                <a:moveTo>
                  <a:pt x="1286510" y="2238527"/>
                </a:moveTo>
                <a:lnTo>
                  <a:pt x="1415161" y="2238527"/>
                </a:lnTo>
                <a:moveTo>
                  <a:pt x="1286510" y="2238527"/>
                </a:moveTo>
                <a:lnTo>
                  <a:pt x="1286510" y="2367178"/>
                </a:lnTo>
                <a:moveTo>
                  <a:pt x="1286510" y="2367178"/>
                </a:moveTo>
                <a:lnTo>
                  <a:pt x="1415161" y="2367178"/>
                </a:lnTo>
                <a:moveTo>
                  <a:pt x="1286510" y="2367178"/>
                </a:moveTo>
                <a:lnTo>
                  <a:pt x="1286510" y="2495829"/>
                </a:lnTo>
                <a:moveTo>
                  <a:pt x="1286510" y="2495829"/>
                </a:moveTo>
                <a:lnTo>
                  <a:pt x="1415161" y="2495829"/>
                </a:lnTo>
                <a:moveTo>
                  <a:pt x="1286510" y="2495829"/>
                </a:moveTo>
                <a:lnTo>
                  <a:pt x="1286510" y="2624480"/>
                </a:lnTo>
                <a:moveTo>
                  <a:pt x="1286510" y="2624480"/>
                </a:moveTo>
                <a:lnTo>
                  <a:pt x="1415161" y="2624480"/>
                </a:lnTo>
                <a:moveTo>
                  <a:pt x="1286510" y="2624480"/>
                </a:moveTo>
                <a:lnTo>
                  <a:pt x="1286510" y="2753131"/>
                </a:lnTo>
                <a:moveTo>
                  <a:pt x="1286510" y="2753131"/>
                </a:moveTo>
                <a:lnTo>
                  <a:pt x="1415161" y="2753131"/>
                </a:lnTo>
                <a:moveTo>
                  <a:pt x="1286510" y="2753131"/>
                </a:moveTo>
                <a:lnTo>
                  <a:pt x="1286510" y="2881782"/>
                </a:lnTo>
                <a:moveTo>
                  <a:pt x="1286510" y="2881782"/>
                </a:moveTo>
                <a:lnTo>
                  <a:pt x="1415161" y="2881782"/>
                </a:lnTo>
                <a:moveTo>
                  <a:pt x="1286510" y="2881782"/>
                </a:moveTo>
                <a:lnTo>
                  <a:pt x="1286510" y="3010433"/>
                </a:lnTo>
                <a:moveTo>
                  <a:pt x="1286510" y="3010433"/>
                </a:moveTo>
                <a:lnTo>
                  <a:pt x="1415161" y="3010433"/>
                </a:lnTo>
                <a:moveTo>
                  <a:pt x="1286510" y="3010433"/>
                </a:moveTo>
                <a:lnTo>
                  <a:pt x="1286510" y="3139084"/>
                </a:lnTo>
                <a:moveTo>
                  <a:pt x="1286510" y="3139084"/>
                </a:moveTo>
                <a:lnTo>
                  <a:pt x="1415161" y="3139084"/>
                </a:lnTo>
                <a:moveTo>
                  <a:pt x="1286510" y="3139084"/>
                </a:moveTo>
                <a:lnTo>
                  <a:pt x="1286510" y="3267735"/>
                </a:lnTo>
                <a:moveTo>
                  <a:pt x="1286510" y="3267735"/>
                </a:moveTo>
                <a:lnTo>
                  <a:pt x="1415161" y="3267735"/>
                </a:lnTo>
                <a:moveTo>
                  <a:pt x="1286510" y="3267735"/>
                </a:moveTo>
                <a:lnTo>
                  <a:pt x="1286510" y="3396386"/>
                </a:lnTo>
                <a:moveTo>
                  <a:pt x="1286510" y="3396386"/>
                </a:moveTo>
                <a:lnTo>
                  <a:pt x="1415161" y="3396386"/>
                </a:lnTo>
                <a:moveTo>
                  <a:pt x="1286510" y="3396386"/>
                </a:moveTo>
                <a:lnTo>
                  <a:pt x="1286510" y="3525037"/>
                </a:lnTo>
                <a:moveTo>
                  <a:pt x="1286510" y="3525037"/>
                </a:moveTo>
                <a:lnTo>
                  <a:pt x="1415161" y="3525037"/>
                </a:lnTo>
                <a:moveTo>
                  <a:pt x="1286510" y="3525037"/>
                </a:moveTo>
                <a:lnTo>
                  <a:pt x="1286510" y="3653688"/>
                </a:lnTo>
                <a:moveTo>
                  <a:pt x="1286510" y="3653688"/>
                </a:moveTo>
                <a:lnTo>
                  <a:pt x="1415161" y="3653688"/>
                </a:lnTo>
                <a:moveTo>
                  <a:pt x="1286510" y="3653688"/>
                </a:moveTo>
                <a:lnTo>
                  <a:pt x="1286510" y="3782339"/>
                </a:lnTo>
                <a:moveTo>
                  <a:pt x="1286510" y="3782339"/>
                </a:moveTo>
                <a:lnTo>
                  <a:pt x="1415161" y="3782339"/>
                </a:lnTo>
                <a:moveTo>
                  <a:pt x="1286510" y="3782339"/>
                </a:moveTo>
                <a:lnTo>
                  <a:pt x="1286510" y="3910990"/>
                </a:lnTo>
                <a:moveTo>
                  <a:pt x="1286510" y="3910990"/>
                </a:moveTo>
                <a:lnTo>
                  <a:pt x="1415161" y="3910990"/>
                </a:lnTo>
                <a:moveTo>
                  <a:pt x="1286510" y="3910990"/>
                </a:moveTo>
                <a:lnTo>
                  <a:pt x="1286510" y="4039641"/>
                </a:lnTo>
                <a:moveTo>
                  <a:pt x="1286510" y="4039641"/>
                </a:moveTo>
                <a:lnTo>
                  <a:pt x="1415161" y="4039641"/>
                </a:lnTo>
                <a:moveTo>
                  <a:pt x="1286510" y="4039641"/>
                </a:moveTo>
                <a:lnTo>
                  <a:pt x="1286510" y="4168292"/>
                </a:lnTo>
                <a:moveTo>
                  <a:pt x="1286510" y="4168292"/>
                </a:moveTo>
                <a:lnTo>
                  <a:pt x="1415161" y="4168292"/>
                </a:lnTo>
                <a:moveTo>
                  <a:pt x="1286510" y="4168292"/>
                </a:moveTo>
                <a:lnTo>
                  <a:pt x="1286510" y="4296943"/>
                </a:lnTo>
                <a:moveTo>
                  <a:pt x="1286510" y="4296943"/>
                </a:moveTo>
                <a:lnTo>
                  <a:pt x="1415161" y="4296943"/>
                </a:lnTo>
                <a:moveTo>
                  <a:pt x="1286510" y="4296943"/>
                </a:moveTo>
                <a:lnTo>
                  <a:pt x="1286510" y="4425594"/>
                </a:lnTo>
                <a:moveTo>
                  <a:pt x="1286510" y="4425594"/>
                </a:moveTo>
                <a:lnTo>
                  <a:pt x="1415161" y="4425594"/>
                </a:lnTo>
                <a:moveTo>
                  <a:pt x="1286510" y="4425594"/>
                </a:moveTo>
                <a:lnTo>
                  <a:pt x="1286510" y="4554245"/>
                </a:lnTo>
                <a:moveTo>
                  <a:pt x="1286510" y="4554245"/>
                </a:moveTo>
                <a:lnTo>
                  <a:pt x="1415161" y="4554245"/>
                </a:lnTo>
                <a:moveTo>
                  <a:pt x="1286510" y="4554245"/>
                </a:moveTo>
                <a:lnTo>
                  <a:pt x="1286510" y="4682896"/>
                </a:lnTo>
                <a:moveTo>
                  <a:pt x="1286510" y="4682896"/>
                </a:moveTo>
                <a:lnTo>
                  <a:pt x="1415161" y="4682896"/>
                </a:lnTo>
                <a:moveTo>
                  <a:pt x="1286510" y="4682896"/>
                </a:moveTo>
                <a:lnTo>
                  <a:pt x="1286510" y="4811547"/>
                </a:lnTo>
                <a:moveTo>
                  <a:pt x="1286510" y="4811547"/>
                </a:moveTo>
                <a:lnTo>
                  <a:pt x="1415161" y="4811547"/>
                </a:lnTo>
                <a:moveTo>
                  <a:pt x="1286510" y="4811547"/>
                </a:moveTo>
                <a:lnTo>
                  <a:pt x="1286510" y="4875873"/>
                </a:lnTo>
                <a:moveTo>
                  <a:pt x="1415161" y="0"/>
                </a:moveTo>
                <a:lnTo>
                  <a:pt x="1415161" y="51460"/>
                </a:lnTo>
                <a:moveTo>
                  <a:pt x="1415161" y="51460"/>
                </a:moveTo>
                <a:lnTo>
                  <a:pt x="1543812" y="51460"/>
                </a:lnTo>
                <a:moveTo>
                  <a:pt x="1415161" y="51460"/>
                </a:moveTo>
                <a:lnTo>
                  <a:pt x="1415161" y="180111"/>
                </a:lnTo>
                <a:moveTo>
                  <a:pt x="1415161" y="180111"/>
                </a:moveTo>
                <a:lnTo>
                  <a:pt x="1543812" y="180111"/>
                </a:lnTo>
                <a:moveTo>
                  <a:pt x="1415161" y="180111"/>
                </a:moveTo>
                <a:lnTo>
                  <a:pt x="1415161" y="308762"/>
                </a:lnTo>
                <a:moveTo>
                  <a:pt x="1415161" y="308762"/>
                </a:moveTo>
                <a:lnTo>
                  <a:pt x="1543812" y="308762"/>
                </a:lnTo>
                <a:moveTo>
                  <a:pt x="1415161" y="308762"/>
                </a:moveTo>
                <a:lnTo>
                  <a:pt x="1415161" y="437413"/>
                </a:lnTo>
                <a:moveTo>
                  <a:pt x="1415161" y="437413"/>
                </a:moveTo>
                <a:lnTo>
                  <a:pt x="1543812" y="437413"/>
                </a:lnTo>
                <a:moveTo>
                  <a:pt x="1415161" y="437413"/>
                </a:moveTo>
                <a:lnTo>
                  <a:pt x="1415161" y="566064"/>
                </a:lnTo>
                <a:moveTo>
                  <a:pt x="1415161" y="566064"/>
                </a:moveTo>
                <a:lnTo>
                  <a:pt x="1543812" y="566064"/>
                </a:lnTo>
                <a:moveTo>
                  <a:pt x="1415161" y="566064"/>
                </a:moveTo>
                <a:lnTo>
                  <a:pt x="1415161" y="694715"/>
                </a:lnTo>
                <a:moveTo>
                  <a:pt x="1415161" y="694715"/>
                </a:moveTo>
                <a:lnTo>
                  <a:pt x="1543812" y="694715"/>
                </a:lnTo>
                <a:moveTo>
                  <a:pt x="1415161" y="694715"/>
                </a:moveTo>
                <a:lnTo>
                  <a:pt x="1415161" y="823366"/>
                </a:lnTo>
                <a:moveTo>
                  <a:pt x="1415161" y="823366"/>
                </a:moveTo>
                <a:lnTo>
                  <a:pt x="1543812" y="823366"/>
                </a:lnTo>
                <a:moveTo>
                  <a:pt x="1415161" y="823366"/>
                </a:moveTo>
                <a:lnTo>
                  <a:pt x="1415161" y="952017"/>
                </a:lnTo>
                <a:moveTo>
                  <a:pt x="1415161" y="952017"/>
                </a:moveTo>
                <a:lnTo>
                  <a:pt x="1543812" y="952017"/>
                </a:lnTo>
                <a:moveTo>
                  <a:pt x="1415161" y="952017"/>
                </a:moveTo>
                <a:lnTo>
                  <a:pt x="1415161" y="1080668"/>
                </a:lnTo>
                <a:moveTo>
                  <a:pt x="1415161" y="1080668"/>
                </a:moveTo>
                <a:lnTo>
                  <a:pt x="1543812" y="1080668"/>
                </a:lnTo>
                <a:moveTo>
                  <a:pt x="1415161" y="1080668"/>
                </a:moveTo>
                <a:lnTo>
                  <a:pt x="1415161" y="1209319"/>
                </a:lnTo>
                <a:moveTo>
                  <a:pt x="1415161" y="1209319"/>
                </a:moveTo>
                <a:lnTo>
                  <a:pt x="1543812" y="1209319"/>
                </a:lnTo>
                <a:moveTo>
                  <a:pt x="1415161" y="1209319"/>
                </a:moveTo>
                <a:lnTo>
                  <a:pt x="1415161" y="1337970"/>
                </a:lnTo>
                <a:moveTo>
                  <a:pt x="1415161" y="1337970"/>
                </a:moveTo>
                <a:lnTo>
                  <a:pt x="1543812" y="1337970"/>
                </a:lnTo>
                <a:moveTo>
                  <a:pt x="1415161" y="1337970"/>
                </a:moveTo>
                <a:lnTo>
                  <a:pt x="1415161" y="1466621"/>
                </a:lnTo>
                <a:moveTo>
                  <a:pt x="1415161" y="1466621"/>
                </a:moveTo>
                <a:lnTo>
                  <a:pt x="1543812" y="1466621"/>
                </a:lnTo>
                <a:moveTo>
                  <a:pt x="1415161" y="1466621"/>
                </a:moveTo>
                <a:lnTo>
                  <a:pt x="1415161" y="1595272"/>
                </a:lnTo>
                <a:moveTo>
                  <a:pt x="1415161" y="1595272"/>
                </a:moveTo>
                <a:lnTo>
                  <a:pt x="1543812" y="1595272"/>
                </a:lnTo>
                <a:moveTo>
                  <a:pt x="1415161" y="1595272"/>
                </a:moveTo>
                <a:lnTo>
                  <a:pt x="1415161" y="1723923"/>
                </a:lnTo>
                <a:moveTo>
                  <a:pt x="1415161" y="1723923"/>
                </a:moveTo>
                <a:lnTo>
                  <a:pt x="1543812" y="1723923"/>
                </a:lnTo>
                <a:moveTo>
                  <a:pt x="1415161" y="1723923"/>
                </a:moveTo>
                <a:lnTo>
                  <a:pt x="1415161" y="1852574"/>
                </a:lnTo>
                <a:moveTo>
                  <a:pt x="1415161" y="1852574"/>
                </a:moveTo>
                <a:lnTo>
                  <a:pt x="1543812" y="1852574"/>
                </a:lnTo>
                <a:moveTo>
                  <a:pt x="1415161" y="1852574"/>
                </a:moveTo>
                <a:lnTo>
                  <a:pt x="1415161" y="1981225"/>
                </a:lnTo>
                <a:moveTo>
                  <a:pt x="1415161" y="1981225"/>
                </a:moveTo>
                <a:lnTo>
                  <a:pt x="1543812" y="1981225"/>
                </a:lnTo>
                <a:moveTo>
                  <a:pt x="1415161" y="1981225"/>
                </a:moveTo>
                <a:lnTo>
                  <a:pt x="1415161" y="2109876"/>
                </a:lnTo>
                <a:moveTo>
                  <a:pt x="1415161" y="2109876"/>
                </a:moveTo>
                <a:lnTo>
                  <a:pt x="1543812" y="2109876"/>
                </a:lnTo>
                <a:moveTo>
                  <a:pt x="1415161" y="2109876"/>
                </a:moveTo>
                <a:lnTo>
                  <a:pt x="1415161" y="2238527"/>
                </a:lnTo>
                <a:moveTo>
                  <a:pt x="1415161" y="2238527"/>
                </a:moveTo>
                <a:lnTo>
                  <a:pt x="1543812" y="2238527"/>
                </a:lnTo>
                <a:moveTo>
                  <a:pt x="1415161" y="2238527"/>
                </a:moveTo>
                <a:lnTo>
                  <a:pt x="1415161" y="2367178"/>
                </a:lnTo>
                <a:moveTo>
                  <a:pt x="1415161" y="2367178"/>
                </a:moveTo>
                <a:lnTo>
                  <a:pt x="1543812" y="2367178"/>
                </a:lnTo>
                <a:moveTo>
                  <a:pt x="1415161" y="2367178"/>
                </a:moveTo>
                <a:lnTo>
                  <a:pt x="1415161" y="2495829"/>
                </a:lnTo>
                <a:moveTo>
                  <a:pt x="1415161" y="2495829"/>
                </a:moveTo>
                <a:lnTo>
                  <a:pt x="1543812" y="2495829"/>
                </a:lnTo>
                <a:moveTo>
                  <a:pt x="1415161" y="2495829"/>
                </a:moveTo>
                <a:lnTo>
                  <a:pt x="1415161" y="2624480"/>
                </a:lnTo>
                <a:moveTo>
                  <a:pt x="1415161" y="2624480"/>
                </a:moveTo>
                <a:lnTo>
                  <a:pt x="1543812" y="2624480"/>
                </a:lnTo>
                <a:moveTo>
                  <a:pt x="1415161" y="2624480"/>
                </a:moveTo>
                <a:lnTo>
                  <a:pt x="1415161" y="2753131"/>
                </a:lnTo>
                <a:moveTo>
                  <a:pt x="1415161" y="2753131"/>
                </a:moveTo>
                <a:lnTo>
                  <a:pt x="1543812" y="2753131"/>
                </a:lnTo>
                <a:moveTo>
                  <a:pt x="1415161" y="2753131"/>
                </a:moveTo>
                <a:lnTo>
                  <a:pt x="1415161" y="2881782"/>
                </a:lnTo>
                <a:moveTo>
                  <a:pt x="1415161" y="2881782"/>
                </a:moveTo>
                <a:lnTo>
                  <a:pt x="1543812" y="2881782"/>
                </a:lnTo>
                <a:moveTo>
                  <a:pt x="1415161" y="2881782"/>
                </a:moveTo>
                <a:lnTo>
                  <a:pt x="1415161" y="3010433"/>
                </a:lnTo>
                <a:moveTo>
                  <a:pt x="1415161" y="3010433"/>
                </a:moveTo>
                <a:lnTo>
                  <a:pt x="1543812" y="3010433"/>
                </a:lnTo>
                <a:moveTo>
                  <a:pt x="1415161" y="3010433"/>
                </a:moveTo>
                <a:lnTo>
                  <a:pt x="1415161" y="3139084"/>
                </a:lnTo>
                <a:moveTo>
                  <a:pt x="1415161" y="3139084"/>
                </a:moveTo>
                <a:lnTo>
                  <a:pt x="1543812" y="3139084"/>
                </a:lnTo>
                <a:moveTo>
                  <a:pt x="1415161" y="3139084"/>
                </a:moveTo>
                <a:lnTo>
                  <a:pt x="1415161" y="3267735"/>
                </a:lnTo>
                <a:moveTo>
                  <a:pt x="1415161" y="3267735"/>
                </a:moveTo>
                <a:lnTo>
                  <a:pt x="1543812" y="3267735"/>
                </a:lnTo>
                <a:moveTo>
                  <a:pt x="1415161" y="3267735"/>
                </a:moveTo>
                <a:lnTo>
                  <a:pt x="1415161" y="3396386"/>
                </a:lnTo>
                <a:moveTo>
                  <a:pt x="1415161" y="3396386"/>
                </a:moveTo>
                <a:lnTo>
                  <a:pt x="1543812" y="3396386"/>
                </a:lnTo>
                <a:moveTo>
                  <a:pt x="1415161" y="3396386"/>
                </a:moveTo>
                <a:lnTo>
                  <a:pt x="1415161" y="3525037"/>
                </a:lnTo>
                <a:moveTo>
                  <a:pt x="1415161" y="3525037"/>
                </a:moveTo>
                <a:lnTo>
                  <a:pt x="1543812" y="3525037"/>
                </a:lnTo>
                <a:moveTo>
                  <a:pt x="1415161" y="3525037"/>
                </a:moveTo>
                <a:lnTo>
                  <a:pt x="1415161" y="3653688"/>
                </a:lnTo>
                <a:moveTo>
                  <a:pt x="1415161" y="3653688"/>
                </a:moveTo>
                <a:lnTo>
                  <a:pt x="1543812" y="3653688"/>
                </a:lnTo>
                <a:moveTo>
                  <a:pt x="1415161" y="3653688"/>
                </a:moveTo>
                <a:lnTo>
                  <a:pt x="1415161" y="3782339"/>
                </a:lnTo>
                <a:moveTo>
                  <a:pt x="1415161" y="3782339"/>
                </a:moveTo>
                <a:lnTo>
                  <a:pt x="1543812" y="3782339"/>
                </a:lnTo>
                <a:moveTo>
                  <a:pt x="1415161" y="3782339"/>
                </a:moveTo>
                <a:lnTo>
                  <a:pt x="1415161" y="3910990"/>
                </a:lnTo>
                <a:moveTo>
                  <a:pt x="1415161" y="3910990"/>
                </a:moveTo>
                <a:lnTo>
                  <a:pt x="1543812" y="3910990"/>
                </a:lnTo>
                <a:moveTo>
                  <a:pt x="1415161" y="3910990"/>
                </a:moveTo>
                <a:lnTo>
                  <a:pt x="1415161" y="4039641"/>
                </a:lnTo>
                <a:moveTo>
                  <a:pt x="1415161" y="4039641"/>
                </a:moveTo>
                <a:lnTo>
                  <a:pt x="1543812" y="4039641"/>
                </a:lnTo>
                <a:moveTo>
                  <a:pt x="1415161" y="4039641"/>
                </a:moveTo>
                <a:lnTo>
                  <a:pt x="1415161" y="4168292"/>
                </a:lnTo>
                <a:moveTo>
                  <a:pt x="1415161" y="4168292"/>
                </a:moveTo>
                <a:lnTo>
                  <a:pt x="1543812" y="4168292"/>
                </a:lnTo>
                <a:moveTo>
                  <a:pt x="1415161" y="4168292"/>
                </a:moveTo>
                <a:lnTo>
                  <a:pt x="1415161" y="4296943"/>
                </a:lnTo>
                <a:moveTo>
                  <a:pt x="1415161" y="4296943"/>
                </a:moveTo>
                <a:lnTo>
                  <a:pt x="1543812" y="4296943"/>
                </a:lnTo>
                <a:moveTo>
                  <a:pt x="1415161" y="4296943"/>
                </a:moveTo>
                <a:lnTo>
                  <a:pt x="1415161" y="4425594"/>
                </a:lnTo>
                <a:moveTo>
                  <a:pt x="1415161" y="4425594"/>
                </a:moveTo>
                <a:lnTo>
                  <a:pt x="1543812" y="4425594"/>
                </a:lnTo>
                <a:moveTo>
                  <a:pt x="1415161" y="4425594"/>
                </a:moveTo>
                <a:lnTo>
                  <a:pt x="1415161" y="4554245"/>
                </a:lnTo>
                <a:moveTo>
                  <a:pt x="1415161" y="4554245"/>
                </a:moveTo>
                <a:lnTo>
                  <a:pt x="1543812" y="4554245"/>
                </a:lnTo>
                <a:moveTo>
                  <a:pt x="1415161" y="4554245"/>
                </a:moveTo>
                <a:lnTo>
                  <a:pt x="1415161" y="4682896"/>
                </a:lnTo>
                <a:moveTo>
                  <a:pt x="1415161" y="4682896"/>
                </a:moveTo>
                <a:lnTo>
                  <a:pt x="1543812" y="4682896"/>
                </a:lnTo>
                <a:moveTo>
                  <a:pt x="1415161" y="4682896"/>
                </a:moveTo>
                <a:lnTo>
                  <a:pt x="1415161" y="4811547"/>
                </a:lnTo>
                <a:moveTo>
                  <a:pt x="1415161" y="4811547"/>
                </a:moveTo>
                <a:lnTo>
                  <a:pt x="1543812" y="4811547"/>
                </a:lnTo>
                <a:moveTo>
                  <a:pt x="1415161" y="4811547"/>
                </a:moveTo>
                <a:lnTo>
                  <a:pt x="1415161" y="4875873"/>
                </a:lnTo>
                <a:moveTo>
                  <a:pt x="1543812" y="0"/>
                </a:moveTo>
                <a:lnTo>
                  <a:pt x="1543812" y="51460"/>
                </a:lnTo>
                <a:moveTo>
                  <a:pt x="1543812" y="51460"/>
                </a:moveTo>
                <a:lnTo>
                  <a:pt x="1672463" y="51460"/>
                </a:lnTo>
                <a:moveTo>
                  <a:pt x="1543812" y="51460"/>
                </a:moveTo>
                <a:lnTo>
                  <a:pt x="1543812" y="180111"/>
                </a:lnTo>
                <a:moveTo>
                  <a:pt x="1543812" y="180111"/>
                </a:moveTo>
                <a:lnTo>
                  <a:pt x="1672463" y="180111"/>
                </a:lnTo>
                <a:moveTo>
                  <a:pt x="1543812" y="180111"/>
                </a:moveTo>
                <a:lnTo>
                  <a:pt x="1543812" y="308762"/>
                </a:lnTo>
                <a:moveTo>
                  <a:pt x="1543812" y="308762"/>
                </a:moveTo>
                <a:lnTo>
                  <a:pt x="1672463" y="308762"/>
                </a:lnTo>
                <a:moveTo>
                  <a:pt x="1543812" y="308762"/>
                </a:moveTo>
                <a:lnTo>
                  <a:pt x="1543812" y="437413"/>
                </a:lnTo>
                <a:moveTo>
                  <a:pt x="1543812" y="437413"/>
                </a:moveTo>
                <a:lnTo>
                  <a:pt x="1672463" y="437413"/>
                </a:lnTo>
                <a:moveTo>
                  <a:pt x="1543812" y="437413"/>
                </a:moveTo>
                <a:lnTo>
                  <a:pt x="1543812" y="566064"/>
                </a:lnTo>
                <a:moveTo>
                  <a:pt x="1543812" y="566064"/>
                </a:moveTo>
                <a:lnTo>
                  <a:pt x="1672463" y="566064"/>
                </a:lnTo>
                <a:moveTo>
                  <a:pt x="1543812" y="566064"/>
                </a:moveTo>
                <a:lnTo>
                  <a:pt x="1543812" y="694715"/>
                </a:lnTo>
                <a:moveTo>
                  <a:pt x="1543812" y="694715"/>
                </a:moveTo>
                <a:lnTo>
                  <a:pt x="1672463" y="694715"/>
                </a:lnTo>
                <a:moveTo>
                  <a:pt x="1543812" y="694715"/>
                </a:moveTo>
                <a:lnTo>
                  <a:pt x="1543812" y="823366"/>
                </a:lnTo>
                <a:moveTo>
                  <a:pt x="1543812" y="823366"/>
                </a:moveTo>
                <a:lnTo>
                  <a:pt x="1672463" y="823366"/>
                </a:lnTo>
                <a:moveTo>
                  <a:pt x="1543812" y="823366"/>
                </a:moveTo>
                <a:lnTo>
                  <a:pt x="1543812" y="952017"/>
                </a:lnTo>
                <a:moveTo>
                  <a:pt x="1543812" y="952017"/>
                </a:moveTo>
                <a:lnTo>
                  <a:pt x="1672463" y="952017"/>
                </a:lnTo>
                <a:moveTo>
                  <a:pt x="1543812" y="952017"/>
                </a:moveTo>
                <a:lnTo>
                  <a:pt x="1543812" y="1080668"/>
                </a:lnTo>
                <a:moveTo>
                  <a:pt x="1543812" y="1080668"/>
                </a:moveTo>
                <a:lnTo>
                  <a:pt x="1672463" y="1080668"/>
                </a:lnTo>
                <a:moveTo>
                  <a:pt x="1543812" y="1080668"/>
                </a:moveTo>
                <a:lnTo>
                  <a:pt x="1543812" y="1209319"/>
                </a:lnTo>
                <a:moveTo>
                  <a:pt x="1543812" y="1209319"/>
                </a:moveTo>
                <a:lnTo>
                  <a:pt x="1672463" y="1209319"/>
                </a:lnTo>
                <a:moveTo>
                  <a:pt x="1543812" y="1209319"/>
                </a:moveTo>
                <a:lnTo>
                  <a:pt x="1543812" y="1337970"/>
                </a:lnTo>
                <a:moveTo>
                  <a:pt x="1543812" y="1337970"/>
                </a:moveTo>
                <a:lnTo>
                  <a:pt x="1672463" y="1337970"/>
                </a:lnTo>
                <a:moveTo>
                  <a:pt x="1543812" y="1337970"/>
                </a:moveTo>
                <a:lnTo>
                  <a:pt x="1543812" y="1466621"/>
                </a:lnTo>
                <a:moveTo>
                  <a:pt x="1543812" y="1466621"/>
                </a:moveTo>
                <a:lnTo>
                  <a:pt x="1672463" y="1466621"/>
                </a:lnTo>
                <a:moveTo>
                  <a:pt x="1543812" y="1466621"/>
                </a:moveTo>
                <a:lnTo>
                  <a:pt x="1543812" y="1595272"/>
                </a:lnTo>
                <a:moveTo>
                  <a:pt x="1543812" y="1595272"/>
                </a:moveTo>
                <a:lnTo>
                  <a:pt x="1672463" y="1595272"/>
                </a:lnTo>
                <a:moveTo>
                  <a:pt x="1543812" y="1595272"/>
                </a:moveTo>
                <a:lnTo>
                  <a:pt x="1543812" y="1723923"/>
                </a:lnTo>
                <a:moveTo>
                  <a:pt x="1543812" y="1723923"/>
                </a:moveTo>
                <a:lnTo>
                  <a:pt x="1672463" y="1723923"/>
                </a:lnTo>
                <a:moveTo>
                  <a:pt x="1543812" y="1723923"/>
                </a:moveTo>
                <a:lnTo>
                  <a:pt x="1543812" y="1852574"/>
                </a:lnTo>
                <a:moveTo>
                  <a:pt x="1543812" y="1852574"/>
                </a:moveTo>
                <a:lnTo>
                  <a:pt x="1672463" y="1852574"/>
                </a:lnTo>
                <a:moveTo>
                  <a:pt x="1543812" y="1852574"/>
                </a:moveTo>
                <a:lnTo>
                  <a:pt x="1543812" y="1981225"/>
                </a:lnTo>
                <a:moveTo>
                  <a:pt x="1543812" y="1981225"/>
                </a:moveTo>
                <a:lnTo>
                  <a:pt x="1672463" y="1981225"/>
                </a:lnTo>
                <a:moveTo>
                  <a:pt x="1543812" y="1981225"/>
                </a:moveTo>
                <a:lnTo>
                  <a:pt x="1543812" y="2109876"/>
                </a:lnTo>
                <a:moveTo>
                  <a:pt x="1543812" y="2109876"/>
                </a:moveTo>
                <a:lnTo>
                  <a:pt x="1672463" y="2109876"/>
                </a:lnTo>
                <a:moveTo>
                  <a:pt x="1543812" y="2109876"/>
                </a:moveTo>
                <a:lnTo>
                  <a:pt x="1543812" y="2238527"/>
                </a:lnTo>
                <a:moveTo>
                  <a:pt x="1543812" y="2238527"/>
                </a:moveTo>
                <a:lnTo>
                  <a:pt x="1672463" y="2238527"/>
                </a:lnTo>
                <a:moveTo>
                  <a:pt x="1543812" y="2238527"/>
                </a:moveTo>
                <a:lnTo>
                  <a:pt x="1543812" y="2367178"/>
                </a:lnTo>
                <a:moveTo>
                  <a:pt x="1543812" y="2367178"/>
                </a:moveTo>
                <a:lnTo>
                  <a:pt x="1672463" y="2367178"/>
                </a:lnTo>
                <a:moveTo>
                  <a:pt x="1543812" y="2367178"/>
                </a:moveTo>
                <a:lnTo>
                  <a:pt x="1543812" y="2495829"/>
                </a:lnTo>
                <a:moveTo>
                  <a:pt x="1543812" y="2495829"/>
                </a:moveTo>
                <a:lnTo>
                  <a:pt x="1672463" y="2495829"/>
                </a:lnTo>
                <a:moveTo>
                  <a:pt x="1543812" y="2495829"/>
                </a:moveTo>
                <a:lnTo>
                  <a:pt x="1543812" y="2624480"/>
                </a:lnTo>
                <a:moveTo>
                  <a:pt x="1543812" y="2624480"/>
                </a:moveTo>
                <a:lnTo>
                  <a:pt x="1672463" y="2624480"/>
                </a:lnTo>
                <a:moveTo>
                  <a:pt x="1543812" y="2624480"/>
                </a:moveTo>
                <a:lnTo>
                  <a:pt x="1543812" y="2753131"/>
                </a:lnTo>
                <a:moveTo>
                  <a:pt x="1543812" y="2753131"/>
                </a:moveTo>
                <a:lnTo>
                  <a:pt x="1672463" y="2753131"/>
                </a:lnTo>
                <a:moveTo>
                  <a:pt x="1543812" y="2753131"/>
                </a:moveTo>
                <a:lnTo>
                  <a:pt x="1543812" y="2881782"/>
                </a:lnTo>
                <a:moveTo>
                  <a:pt x="1543812" y="2881782"/>
                </a:moveTo>
                <a:lnTo>
                  <a:pt x="1672463" y="2881782"/>
                </a:lnTo>
                <a:moveTo>
                  <a:pt x="1543812" y="2881782"/>
                </a:moveTo>
                <a:lnTo>
                  <a:pt x="1543812" y="3010433"/>
                </a:lnTo>
                <a:moveTo>
                  <a:pt x="1543812" y="3010433"/>
                </a:moveTo>
                <a:lnTo>
                  <a:pt x="1672463" y="3010433"/>
                </a:lnTo>
                <a:moveTo>
                  <a:pt x="1543812" y="3010433"/>
                </a:moveTo>
                <a:lnTo>
                  <a:pt x="1543812" y="3139084"/>
                </a:lnTo>
                <a:moveTo>
                  <a:pt x="1543812" y="3139084"/>
                </a:moveTo>
                <a:lnTo>
                  <a:pt x="1672463" y="3139084"/>
                </a:lnTo>
                <a:moveTo>
                  <a:pt x="1543812" y="3139084"/>
                </a:moveTo>
                <a:lnTo>
                  <a:pt x="1543812" y="3267735"/>
                </a:lnTo>
                <a:moveTo>
                  <a:pt x="1543812" y="3267735"/>
                </a:moveTo>
                <a:lnTo>
                  <a:pt x="1672463" y="3267735"/>
                </a:lnTo>
                <a:moveTo>
                  <a:pt x="1543812" y="3267735"/>
                </a:moveTo>
                <a:lnTo>
                  <a:pt x="1543812" y="3396386"/>
                </a:lnTo>
                <a:moveTo>
                  <a:pt x="1543812" y="3396386"/>
                </a:moveTo>
                <a:lnTo>
                  <a:pt x="1672463" y="3396386"/>
                </a:lnTo>
                <a:moveTo>
                  <a:pt x="1543812" y="3396386"/>
                </a:moveTo>
                <a:lnTo>
                  <a:pt x="1543812" y="3525037"/>
                </a:lnTo>
                <a:moveTo>
                  <a:pt x="1543812" y="3525037"/>
                </a:moveTo>
                <a:lnTo>
                  <a:pt x="1672463" y="3525037"/>
                </a:lnTo>
                <a:moveTo>
                  <a:pt x="1543812" y="3525037"/>
                </a:moveTo>
                <a:lnTo>
                  <a:pt x="1543812" y="3653688"/>
                </a:lnTo>
                <a:moveTo>
                  <a:pt x="1543812" y="3653688"/>
                </a:moveTo>
                <a:lnTo>
                  <a:pt x="1672463" y="3653688"/>
                </a:lnTo>
                <a:moveTo>
                  <a:pt x="1543812" y="3653688"/>
                </a:moveTo>
                <a:lnTo>
                  <a:pt x="1543812" y="3782339"/>
                </a:lnTo>
                <a:moveTo>
                  <a:pt x="1543812" y="3782339"/>
                </a:moveTo>
                <a:lnTo>
                  <a:pt x="1672463" y="3782339"/>
                </a:lnTo>
                <a:moveTo>
                  <a:pt x="1543812" y="3782339"/>
                </a:moveTo>
                <a:lnTo>
                  <a:pt x="1543812" y="3910990"/>
                </a:lnTo>
                <a:moveTo>
                  <a:pt x="1543812" y="3910990"/>
                </a:moveTo>
                <a:lnTo>
                  <a:pt x="1672463" y="3910990"/>
                </a:lnTo>
                <a:moveTo>
                  <a:pt x="1543812" y="3910990"/>
                </a:moveTo>
                <a:lnTo>
                  <a:pt x="1543812" y="4039641"/>
                </a:lnTo>
                <a:moveTo>
                  <a:pt x="1543812" y="4039641"/>
                </a:moveTo>
                <a:lnTo>
                  <a:pt x="1672463" y="4039641"/>
                </a:lnTo>
                <a:moveTo>
                  <a:pt x="1543812" y="4039641"/>
                </a:moveTo>
                <a:lnTo>
                  <a:pt x="1543812" y="4168292"/>
                </a:lnTo>
                <a:moveTo>
                  <a:pt x="1543812" y="4168292"/>
                </a:moveTo>
                <a:lnTo>
                  <a:pt x="1672463" y="4168292"/>
                </a:lnTo>
                <a:moveTo>
                  <a:pt x="1543812" y="4168292"/>
                </a:moveTo>
                <a:lnTo>
                  <a:pt x="1543812" y="4296943"/>
                </a:lnTo>
                <a:moveTo>
                  <a:pt x="1543812" y="4296943"/>
                </a:moveTo>
                <a:lnTo>
                  <a:pt x="1672463" y="4296943"/>
                </a:lnTo>
                <a:moveTo>
                  <a:pt x="1543812" y="4296943"/>
                </a:moveTo>
                <a:lnTo>
                  <a:pt x="1543812" y="4425594"/>
                </a:lnTo>
                <a:moveTo>
                  <a:pt x="1543812" y="4425594"/>
                </a:moveTo>
                <a:lnTo>
                  <a:pt x="1672463" y="4425594"/>
                </a:lnTo>
                <a:moveTo>
                  <a:pt x="1543812" y="4425594"/>
                </a:moveTo>
                <a:lnTo>
                  <a:pt x="1543812" y="4554245"/>
                </a:lnTo>
                <a:moveTo>
                  <a:pt x="1543812" y="4554245"/>
                </a:moveTo>
                <a:lnTo>
                  <a:pt x="1672463" y="4554245"/>
                </a:lnTo>
                <a:moveTo>
                  <a:pt x="1543812" y="4554245"/>
                </a:moveTo>
                <a:lnTo>
                  <a:pt x="1543812" y="4682896"/>
                </a:lnTo>
                <a:moveTo>
                  <a:pt x="1543812" y="4682896"/>
                </a:moveTo>
                <a:lnTo>
                  <a:pt x="1672463" y="4682896"/>
                </a:lnTo>
                <a:moveTo>
                  <a:pt x="1543812" y="4682896"/>
                </a:moveTo>
                <a:lnTo>
                  <a:pt x="1543812" y="4811547"/>
                </a:lnTo>
                <a:moveTo>
                  <a:pt x="1543812" y="4811547"/>
                </a:moveTo>
                <a:lnTo>
                  <a:pt x="1672463" y="4811547"/>
                </a:lnTo>
                <a:moveTo>
                  <a:pt x="1543812" y="4811547"/>
                </a:moveTo>
                <a:lnTo>
                  <a:pt x="1543812" y="4875873"/>
                </a:lnTo>
                <a:moveTo>
                  <a:pt x="1672463" y="0"/>
                </a:moveTo>
                <a:lnTo>
                  <a:pt x="1672463" y="51460"/>
                </a:lnTo>
                <a:moveTo>
                  <a:pt x="1672463" y="51460"/>
                </a:moveTo>
                <a:lnTo>
                  <a:pt x="1801114" y="51460"/>
                </a:lnTo>
                <a:moveTo>
                  <a:pt x="1672463" y="51460"/>
                </a:moveTo>
                <a:lnTo>
                  <a:pt x="1672463" y="180111"/>
                </a:lnTo>
                <a:moveTo>
                  <a:pt x="1672463" y="180111"/>
                </a:moveTo>
                <a:lnTo>
                  <a:pt x="1801114" y="180111"/>
                </a:lnTo>
                <a:moveTo>
                  <a:pt x="1672463" y="180111"/>
                </a:moveTo>
                <a:lnTo>
                  <a:pt x="1672463" y="308762"/>
                </a:lnTo>
                <a:moveTo>
                  <a:pt x="1672463" y="308762"/>
                </a:moveTo>
                <a:lnTo>
                  <a:pt x="1801114" y="308762"/>
                </a:lnTo>
                <a:moveTo>
                  <a:pt x="1672463" y="308762"/>
                </a:moveTo>
                <a:lnTo>
                  <a:pt x="1672463" y="437413"/>
                </a:lnTo>
                <a:moveTo>
                  <a:pt x="1672463" y="437413"/>
                </a:moveTo>
                <a:lnTo>
                  <a:pt x="1801114" y="437413"/>
                </a:lnTo>
                <a:moveTo>
                  <a:pt x="1672463" y="437413"/>
                </a:moveTo>
                <a:lnTo>
                  <a:pt x="1672463" y="566064"/>
                </a:lnTo>
                <a:moveTo>
                  <a:pt x="1672463" y="566064"/>
                </a:moveTo>
                <a:lnTo>
                  <a:pt x="1801114" y="566064"/>
                </a:lnTo>
                <a:moveTo>
                  <a:pt x="1672463" y="566064"/>
                </a:moveTo>
                <a:lnTo>
                  <a:pt x="1672463" y="694715"/>
                </a:lnTo>
                <a:moveTo>
                  <a:pt x="1672463" y="694715"/>
                </a:moveTo>
                <a:lnTo>
                  <a:pt x="1801114" y="694715"/>
                </a:lnTo>
                <a:moveTo>
                  <a:pt x="1672463" y="694715"/>
                </a:moveTo>
                <a:lnTo>
                  <a:pt x="1672463" y="823366"/>
                </a:lnTo>
                <a:moveTo>
                  <a:pt x="1672463" y="823366"/>
                </a:moveTo>
                <a:lnTo>
                  <a:pt x="1801114" y="823366"/>
                </a:lnTo>
                <a:moveTo>
                  <a:pt x="1672463" y="823366"/>
                </a:moveTo>
                <a:lnTo>
                  <a:pt x="1672463" y="952017"/>
                </a:lnTo>
                <a:moveTo>
                  <a:pt x="1672463" y="952017"/>
                </a:moveTo>
                <a:lnTo>
                  <a:pt x="1801114" y="952017"/>
                </a:lnTo>
                <a:moveTo>
                  <a:pt x="1672463" y="952017"/>
                </a:moveTo>
                <a:lnTo>
                  <a:pt x="1672463" y="1080668"/>
                </a:lnTo>
                <a:moveTo>
                  <a:pt x="1672463" y="1080668"/>
                </a:moveTo>
                <a:lnTo>
                  <a:pt x="1801114" y="1080668"/>
                </a:lnTo>
                <a:moveTo>
                  <a:pt x="1672463" y="1080668"/>
                </a:moveTo>
                <a:lnTo>
                  <a:pt x="1672463" y="1209319"/>
                </a:lnTo>
                <a:moveTo>
                  <a:pt x="1672463" y="1209319"/>
                </a:moveTo>
                <a:lnTo>
                  <a:pt x="1801114" y="1209319"/>
                </a:lnTo>
                <a:moveTo>
                  <a:pt x="1672463" y="1209319"/>
                </a:moveTo>
                <a:lnTo>
                  <a:pt x="1672463" y="1337970"/>
                </a:lnTo>
                <a:moveTo>
                  <a:pt x="1672463" y="1337970"/>
                </a:moveTo>
                <a:lnTo>
                  <a:pt x="1801114" y="1337970"/>
                </a:lnTo>
                <a:moveTo>
                  <a:pt x="1672463" y="1337970"/>
                </a:moveTo>
                <a:lnTo>
                  <a:pt x="1672463" y="1466621"/>
                </a:lnTo>
                <a:moveTo>
                  <a:pt x="1672463" y="1466621"/>
                </a:moveTo>
                <a:lnTo>
                  <a:pt x="1801114" y="1466621"/>
                </a:lnTo>
                <a:moveTo>
                  <a:pt x="1672463" y="1466621"/>
                </a:moveTo>
                <a:lnTo>
                  <a:pt x="1672463" y="1595272"/>
                </a:lnTo>
                <a:moveTo>
                  <a:pt x="1672463" y="1595272"/>
                </a:moveTo>
                <a:lnTo>
                  <a:pt x="1801114" y="1595272"/>
                </a:lnTo>
                <a:moveTo>
                  <a:pt x="1672463" y="1595272"/>
                </a:moveTo>
                <a:lnTo>
                  <a:pt x="1672463" y="1723923"/>
                </a:lnTo>
                <a:moveTo>
                  <a:pt x="1672463" y="1723923"/>
                </a:moveTo>
                <a:lnTo>
                  <a:pt x="1801114" y="1723923"/>
                </a:lnTo>
                <a:moveTo>
                  <a:pt x="1672463" y="1723923"/>
                </a:moveTo>
                <a:lnTo>
                  <a:pt x="1672463" y="1852574"/>
                </a:lnTo>
                <a:moveTo>
                  <a:pt x="1672463" y="1852574"/>
                </a:moveTo>
                <a:lnTo>
                  <a:pt x="1801114" y="1852574"/>
                </a:lnTo>
                <a:moveTo>
                  <a:pt x="1672463" y="1852574"/>
                </a:moveTo>
                <a:lnTo>
                  <a:pt x="1672463" y="1981225"/>
                </a:lnTo>
                <a:moveTo>
                  <a:pt x="1672463" y="1981225"/>
                </a:moveTo>
                <a:lnTo>
                  <a:pt x="1801114" y="1981225"/>
                </a:lnTo>
                <a:moveTo>
                  <a:pt x="1672463" y="1981225"/>
                </a:moveTo>
                <a:lnTo>
                  <a:pt x="1672463" y="2109876"/>
                </a:lnTo>
                <a:moveTo>
                  <a:pt x="1672463" y="2109876"/>
                </a:moveTo>
                <a:lnTo>
                  <a:pt x="1801114" y="2109876"/>
                </a:lnTo>
                <a:moveTo>
                  <a:pt x="1672463" y="2109876"/>
                </a:moveTo>
                <a:lnTo>
                  <a:pt x="1672463" y="2238527"/>
                </a:lnTo>
                <a:moveTo>
                  <a:pt x="1672463" y="2238527"/>
                </a:moveTo>
                <a:lnTo>
                  <a:pt x="1801114" y="2238527"/>
                </a:lnTo>
                <a:moveTo>
                  <a:pt x="1672463" y="2238527"/>
                </a:moveTo>
                <a:lnTo>
                  <a:pt x="1672463" y="2367178"/>
                </a:lnTo>
                <a:moveTo>
                  <a:pt x="1672463" y="2367178"/>
                </a:moveTo>
                <a:lnTo>
                  <a:pt x="1801114" y="2367178"/>
                </a:lnTo>
                <a:moveTo>
                  <a:pt x="1672463" y="2367178"/>
                </a:moveTo>
                <a:lnTo>
                  <a:pt x="1672463" y="2495829"/>
                </a:lnTo>
                <a:moveTo>
                  <a:pt x="1672463" y="2495829"/>
                </a:moveTo>
                <a:lnTo>
                  <a:pt x="1801114" y="2495829"/>
                </a:lnTo>
                <a:moveTo>
                  <a:pt x="1672463" y="2495829"/>
                </a:moveTo>
                <a:lnTo>
                  <a:pt x="1672463" y="2624480"/>
                </a:lnTo>
                <a:moveTo>
                  <a:pt x="1672463" y="2624480"/>
                </a:moveTo>
                <a:lnTo>
                  <a:pt x="1801114" y="2624480"/>
                </a:lnTo>
                <a:moveTo>
                  <a:pt x="1672463" y="2624480"/>
                </a:moveTo>
                <a:lnTo>
                  <a:pt x="1672463" y="2753131"/>
                </a:lnTo>
                <a:moveTo>
                  <a:pt x="1672463" y="2753131"/>
                </a:moveTo>
                <a:lnTo>
                  <a:pt x="1801114" y="2753131"/>
                </a:lnTo>
                <a:moveTo>
                  <a:pt x="1672463" y="2753131"/>
                </a:moveTo>
                <a:lnTo>
                  <a:pt x="1672463" y="2881782"/>
                </a:lnTo>
                <a:moveTo>
                  <a:pt x="1672463" y="2881782"/>
                </a:moveTo>
                <a:lnTo>
                  <a:pt x="1801114" y="2881782"/>
                </a:lnTo>
                <a:moveTo>
                  <a:pt x="1672463" y="2881782"/>
                </a:moveTo>
                <a:lnTo>
                  <a:pt x="1672463" y="3010433"/>
                </a:lnTo>
                <a:moveTo>
                  <a:pt x="1672463" y="3010433"/>
                </a:moveTo>
                <a:lnTo>
                  <a:pt x="1801114" y="3010433"/>
                </a:lnTo>
                <a:moveTo>
                  <a:pt x="1672463" y="3010433"/>
                </a:moveTo>
                <a:lnTo>
                  <a:pt x="1672463" y="3139084"/>
                </a:lnTo>
                <a:moveTo>
                  <a:pt x="1672463" y="3139084"/>
                </a:moveTo>
                <a:lnTo>
                  <a:pt x="1801114" y="3139084"/>
                </a:lnTo>
                <a:moveTo>
                  <a:pt x="1672463" y="3139084"/>
                </a:moveTo>
                <a:lnTo>
                  <a:pt x="1672463" y="3267735"/>
                </a:lnTo>
                <a:moveTo>
                  <a:pt x="1672463" y="3267735"/>
                </a:moveTo>
                <a:lnTo>
                  <a:pt x="1801114" y="3267735"/>
                </a:lnTo>
                <a:moveTo>
                  <a:pt x="1672463" y="3267735"/>
                </a:moveTo>
                <a:lnTo>
                  <a:pt x="1672463" y="3396386"/>
                </a:lnTo>
                <a:moveTo>
                  <a:pt x="1672463" y="3396386"/>
                </a:moveTo>
                <a:lnTo>
                  <a:pt x="1801114" y="3396386"/>
                </a:lnTo>
                <a:moveTo>
                  <a:pt x="1672463" y="3396386"/>
                </a:moveTo>
                <a:lnTo>
                  <a:pt x="1672463" y="3525037"/>
                </a:lnTo>
                <a:moveTo>
                  <a:pt x="1672463" y="3525037"/>
                </a:moveTo>
                <a:lnTo>
                  <a:pt x="1801114" y="3525037"/>
                </a:lnTo>
                <a:moveTo>
                  <a:pt x="1672463" y="3525037"/>
                </a:moveTo>
                <a:lnTo>
                  <a:pt x="1672463" y="3653688"/>
                </a:lnTo>
                <a:moveTo>
                  <a:pt x="1672463" y="3653688"/>
                </a:moveTo>
                <a:lnTo>
                  <a:pt x="1801114" y="3653688"/>
                </a:lnTo>
                <a:moveTo>
                  <a:pt x="1672463" y="3653688"/>
                </a:moveTo>
                <a:lnTo>
                  <a:pt x="1672463" y="3782339"/>
                </a:lnTo>
                <a:moveTo>
                  <a:pt x="1672463" y="3782339"/>
                </a:moveTo>
                <a:lnTo>
                  <a:pt x="1801114" y="3782339"/>
                </a:lnTo>
                <a:moveTo>
                  <a:pt x="1672463" y="3782339"/>
                </a:moveTo>
                <a:lnTo>
                  <a:pt x="1672463" y="3910990"/>
                </a:lnTo>
                <a:moveTo>
                  <a:pt x="1672463" y="3910990"/>
                </a:moveTo>
                <a:lnTo>
                  <a:pt x="1801114" y="3910990"/>
                </a:lnTo>
                <a:moveTo>
                  <a:pt x="1672463" y="3910990"/>
                </a:moveTo>
                <a:lnTo>
                  <a:pt x="1672463" y="4039641"/>
                </a:lnTo>
                <a:moveTo>
                  <a:pt x="1672463" y="4039641"/>
                </a:moveTo>
                <a:lnTo>
                  <a:pt x="1801114" y="4039641"/>
                </a:lnTo>
                <a:moveTo>
                  <a:pt x="1672463" y="4039641"/>
                </a:moveTo>
                <a:lnTo>
                  <a:pt x="1672463" y="4168292"/>
                </a:lnTo>
                <a:moveTo>
                  <a:pt x="1672463" y="4168292"/>
                </a:moveTo>
                <a:lnTo>
                  <a:pt x="1801114" y="4168292"/>
                </a:lnTo>
                <a:moveTo>
                  <a:pt x="1672463" y="4168292"/>
                </a:moveTo>
                <a:lnTo>
                  <a:pt x="1672463" y="4296943"/>
                </a:lnTo>
                <a:moveTo>
                  <a:pt x="1672463" y="4296943"/>
                </a:moveTo>
                <a:lnTo>
                  <a:pt x="1801114" y="4296943"/>
                </a:lnTo>
                <a:moveTo>
                  <a:pt x="1672463" y="4296943"/>
                </a:moveTo>
                <a:lnTo>
                  <a:pt x="1672463" y="4425594"/>
                </a:lnTo>
                <a:moveTo>
                  <a:pt x="1672463" y="4425594"/>
                </a:moveTo>
                <a:lnTo>
                  <a:pt x="1801114" y="4425594"/>
                </a:lnTo>
                <a:moveTo>
                  <a:pt x="1672463" y="4425594"/>
                </a:moveTo>
                <a:lnTo>
                  <a:pt x="1672463" y="4554245"/>
                </a:lnTo>
                <a:moveTo>
                  <a:pt x="1672463" y="4554245"/>
                </a:moveTo>
                <a:lnTo>
                  <a:pt x="1801114" y="4554245"/>
                </a:lnTo>
                <a:moveTo>
                  <a:pt x="1672463" y="4554245"/>
                </a:moveTo>
                <a:lnTo>
                  <a:pt x="1672463" y="4682896"/>
                </a:lnTo>
                <a:moveTo>
                  <a:pt x="1672463" y="4682896"/>
                </a:moveTo>
                <a:lnTo>
                  <a:pt x="1801114" y="4682896"/>
                </a:lnTo>
                <a:moveTo>
                  <a:pt x="1672463" y="4682896"/>
                </a:moveTo>
                <a:lnTo>
                  <a:pt x="1672463" y="4811547"/>
                </a:lnTo>
                <a:moveTo>
                  <a:pt x="1672463" y="4811547"/>
                </a:moveTo>
                <a:lnTo>
                  <a:pt x="1801114" y="4811547"/>
                </a:lnTo>
                <a:moveTo>
                  <a:pt x="1672463" y="4811547"/>
                </a:moveTo>
                <a:lnTo>
                  <a:pt x="1672463" y="4875873"/>
                </a:lnTo>
                <a:moveTo>
                  <a:pt x="1801114" y="0"/>
                </a:moveTo>
                <a:lnTo>
                  <a:pt x="1801114" y="51460"/>
                </a:lnTo>
                <a:moveTo>
                  <a:pt x="1801114" y="51460"/>
                </a:moveTo>
                <a:lnTo>
                  <a:pt x="1929765" y="51460"/>
                </a:lnTo>
                <a:moveTo>
                  <a:pt x="1801114" y="51460"/>
                </a:moveTo>
                <a:lnTo>
                  <a:pt x="1801114" y="180111"/>
                </a:lnTo>
                <a:moveTo>
                  <a:pt x="1801114" y="180111"/>
                </a:moveTo>
                <a:lnTo>
                  <a:pt x="1929765" y="180111"/>
                </a:lnTo>
                <a:moveTo>
                  <a:pt x="1801114" y="180111"/>
                </a:moveTo>
                <a:lnTo>
                  <a:pt x="1801114" y="308762"/>
                </a:lnTo>
                <a:moveTo>
                  <a:pt x="1801114" y="308762"/>
                </a:moveTo>
                <a:lnTo>
                  <a:pt x="1929765" y="308762"/>
                </a:lnTo>
                <a:moveTo>
                  <a:pt x="1801114" y="308762"/>
                </a:moveTo>
                <a:lnTo>
                  <a:pt x="1801114" y="437413"/>
                </a:lnTo>
                <a:moveTo>
                  <a:pt x="1801114" y="437413"/>
                </a:moveTo>
                <a:lnTo>
                  <a:pt x="1929765" y="437413"/>
                </a:lnTo>
                <a:moveTo>
                  <a:pt x="1801114" y="437413"/>
                </a:moveTo>
                <a:lnTo>
                  <a:pt x="1801114" y="566064"/>
                </a:lnTo>
                <a:moveTo>
                  <a:pt x="1801114" y="566064"/>
                </a:moveTo>
                <a:lnTo>
                  <a:pt x="1929765" y="566064"/>
                </a:lnTo>
                <a:moveTo>
                  <a:pt x="1801114" y="566064"/>
                </a:moveTo>
                <a:lnTo>
                  <a:pt x="1801114" y="694715"/>
                </a:lnTo>
                <a:moveTo>
                  <a:pt x="1801114" y="694715"/>
                </a:moveTo>
                <a:lnTo>
                  <a:pt x="1929765" y="694715"/>
                </a:lnTo>
                <a:moveTo>
                  <a:pt x="1801114" y="694715"/>
                </a:moveTo>
                <a:lnTo>
                  <a:pt x="1801114" y="823366"/>
                </a:lnTo>
                <a:moveTo>
                  <a:pt x="1801114" y="823366"/>
                </a:moveTo>
                <a:lnTo>
                  <a:pt x="1929765" y="823366"/>
                </a:lnTo>
                <a:moveTo>
                  <a:pt x="1801114" y="823366"/>
                </a:moveTo>
                <a:lnTo>
                  <a:pt x="1801114" y="952017"/>
                </a:lnTo>
                <a:moveTo>
                  <a:pt x="1801114" y="952017"/>
                </a:moveTo>
                <a:lnTo>
                  <a:pt x="1929765" y="952017"/>
                </a:lnTo>
                <a:moveTo>
                  <a:pt x="1801114" y="952017"/>
                </a:moveTo>
                <a:lnTo>
                  <a:pt x="1801114" y="1080668"/>
                </a:lnTo>
                <a:moveTo>
                  <a:pt x="1801114" y="1080668"/>
                </a:moveTo>
                <a:lnTo>
                  <a:pt x="1929765" y="1080668"/>
                </a:lnTo>
                <a:moveTo>
                  <a:pt x="1801114" y="1080668"/>
                </a:moveTo>
                <a:lnTo>
                  <a:pt x="1801114" y="1209319"/>
                </a:lnTo>
                <a:moveTo>
                  <a:pt x="1801114" y="1209319"/>
                </a:moveTo>
                <a:lnTo>
                  <a:pt x="1929765" y="1209319"/>
                </a:lnTo>
                <a:moveTo>
                  <a:pt x="1801114" y="1209319"/>
                </a:moveTo>
                <a:lnTo>
                  <a:pt x="1801114" y="1337970"/>
                </a:lnTo>
                <a:moveTo>
                  <a:pt x="1801114" y="1337970"/>
                </a:moveTo>
                <a:lnTo>
                  <a:pt x="1929765" y="1337970"/>
                </a:lnTo>
                <a:moveTo>
                  <a:pt x="1801114" y="1337970"/>
                </a:moveTo>
                <a:lnTo>
                  <a:pt x="1801114" y="1466621"/>
                </a:lnTo>
                <a:moveTo>
                  <a:pt x="1801114" y="1466621"/>
                </a:moveTo>
                <a:lnTo>
                  <a:pt x="1929765" y="1466621"/>
                </a:lnTo>
                <a:moveTo>
                  <a:pt x="1801114" y="1466621"/>
                </a:moveTo>
                <a:lnTo>
                  <a:pt x="1801114" y="1595272"/>
                </a:lnTo>
                <a:moveTo>
                  <a:pt x="1801114" y="1595272"/>
                </a:moveTo>
                <a:lnTo>
                  <a:pt x="1929765" y="1595272"/>
                </a:lnTo>
                <a:moveTo>
                  <a:pt x="1801114" y="1595272"/>
                </a:moveTo>
                <a:lnTo>
                  <a:pt x="1801114" y="1723923"/>
                </a:lnTo>
                <a:moveTo>
                  <a:pt x="1801114" y="1723923"/>
                </a:moveTo>
                <a:lnTo>
                  <a:pt x="1929765" y="1723923"/>
                </a:lnTo>
                <a:moveTo>
                  <a:pt x="1801114" y="1723923"/>
                </a:moveTo>
                <a:lnTo>
                  <a:pt x="1801114" y="1852574"/>
                </a:lnTo>
                <a:moveTo>
                  <a:pt x="1801114" y="1852574"/>
                </a:moveTo>
                <a:lnTo>
                  <a:pt x="1929765" y="1852574"/>
                </a:lnTo>
                <a:moveTo>
                  <a:pt x="1801114" y="1852574"/>
                </a:moveTo>
                <a:lnTo>
                  <a:pt x="1801114" y="1981225"/>
                </a:lnTo>
                <a:moveTo>
                  <a:pt x="1801114" y="1981225"/>
                </a:moveTo>
                <a:lnTo>
                  <a:pt x="1929765" y="1981225"/>
                </a:lnTo>
                <a:moveTo>
                  <a:pt x="1801114" y="1981225"/>
                </a:moveTo>
                <a:lnTo>
                  <a:pt x="1801114" y="2109876"/>
                </a:lnTo>
                <a:moveTo>
                  <a:pt x="1801114" y="2109876"/>
                </a:moveTo>
                <a:lnTo>
                  <a:pt x="1929765" y="2109876"/>
                </a:lnTo>
                <a:moveTo>
                  <a:pt x="1801114" y="2109876"/>
                </a:moveTo>
                <a:lnTo>
                  <a:pt x="1801114" y="2238527"/>
                </a:lnTo>
                <a:moveTo>
                  <a:pt x="1801114" y="2238527"/>
                </a:moveTo>
                <a:lnTo>
                  <a:pt x="1929765" y="2238527"/>
                </a:lnTo>
                <a:moveTo>
                  <a:pt x="1801114" y="2238527"/>
                </a:moveTo>
                <a:lnTo>
                  <a:pt x="1801114" y="2367178"/>
                </a:lnTo>
                <a:moveTo>
                  <a:pt x="1801114" y="2367178"/>
                </a:moveTo>
                <a:lnTo>
                  <a:pt x="1929765" y="2367178"/>
                </a:lnTo>
                <a:moveTo>
                  <a:pt x="1801114" y="2367178"/>
                </a:moveTo>
                <a:lnTo>
                  <a:pt x="1801114" y="2495829"/>
                </a:lnTo>
                <a:moveTo>
                  <a:pt x="1801114" y="2495829"/>
                </a:moveTo>
                <a:lnTo>
                  <a:pt x="1929765" y="2495829"/>
                </a:lnTo>
                <a:moveTo>
                  <a:pt x="1801114" y="2495829"/>
                </a:moveTo>
                <a:lnTo>
                  <a:pt x="1801114" y="2624480"/>
                </a:lnTo>
                <a:moveTo>
                  <a:pt x="1801114" y="2624480"/>
                </a:moveTo>
                <a:lnTo>
                  <a:pt x="1929765" y="2624480"/>
                </a:lnTo>
                <a:moveTo>
                  <a:pt x="1801114" y="2624480"/>
                </a:moveTo>
                <a:lnTo>
                  <a:pt x="1801114" y="2753131"/>
                </a:lnTo>
                <a:moveTo>
                  <a:pt x="1801114" y="2753131"/>
                </a:moveTo>
                <a:lnTo>
                  <a:pt x="1929765" y="2753131"/>
                </a:lnTo>
                <a:moveTo>
                  <a:pt x="1801114" y="2753131"/>
                </a:moveTo>
                <a:lnTo>
                  <a:pt x="1801114" y="2881782"/>
                </a:lnTo>
                <a:moveTo>
                  <a:pt x="1801114" y="2881782"/>
                </a:moveTo>
                <a:lnTo>
                  <a:pt x="1929765" y="2881782"/>
                </a:lnTo>
                <a:moveTo>
                  <a:pt x="1801114" y="2881782"/>
                </a:moveTo>
                <a:lnTo>
                  <a:pt x="1801114" y="3010433"/>
                </a:lnTo>
                <a:moveTo>
                  <a:pt x="1801114" y="3010433"/>
                </a:moveTo>
                <a:lnTo>
                  <a:pt x="1929765" y="3010433"/>
                </a:lnTo>
                <a:moveTo>
                  <a:pt x="1801114" y="3010433"/>
                </a:moveTo>
                <a:lnTo>
                  <a:pt x="1801114" y="3139084"/>
                </a:lnTo>
                <a:moveTo>
                  <a:pt x="1801114" y="3139084"/>
                </a:moveTo>
                <a:lnTo>
                  <a:pt x="1929765" y="3139084"/>
                </a:lnTo>
                <a:moveTo>
                  <a:pt x="1801114" y="3139084"/>
                </a:moveTo>
                <a:lnTo>
                  <a:pt x="1801114" y="3267735"/>
                </a:lnTo>
                <a:moveTo>
                  <a:pt x="1801114" y="3267735"/>
                </a:moveTo>
                <a:lnTo>
                  <a:pt x="1929765" y="3267735"/>
                </a:lnTo>
                <a:moveTo>
                  <a:pt x="1801114" y="3267735"/>
                </a:moveTo>
                <a:lnTo>
                  <a:pt x="1801114" y="3396386"/>
                </a:lnTo>
                <a:moveTo>
                  <a:pt x="1801114" y="3396386"/>
                </a:moveTo>
                <a:lnTo>
                  <a:pt x="1929765" y="3396386"/>
                </a:lnTo>
                <a:moveTo>
                  <a:pt x="1801114" y="3396386"/>
                </a:moveTo>
                <a:lnTo>
                  <a:pt x="1801114" y="3525037"/>
                </a:lnTo>
                <a:moveTo>
                  <a:pt x="1801114" y="3525037"/>
                </a:moveTo>
                <a:lnTo>
                  <a:pt x="1929765" y="3525037"/>
                </a:lnTo>
                <a:moveTo>
                  <a:pt x="1801114" y="3525037"/>
                </a:moveTo>
                <a:lnTo>
                  <a:pt x="1801114" y="3653688"/>
                </a:lnTo>
                <a:moveTo>
                  <a:pt x="1801114" y="3653688"/>
                </a:moveTo>
                <a:lnTo>
                  <a:pt x="1929765" y="3653688"/>
                </a:lnTo>
                <a:moveTo>
                  <a:pt x="1801114" y="3653688"/>
                </a:moveTo>
                <a:lnTo>
                  <a:pt x="1801114" y="3782339"/>
                </a:lnTo>
                <a:moveTo>
                  <a:pt x="1801114" y="3782339"/>
                </a:moveTo>
                <a:lnTo>
                  <a:pt x="1929765" y="3782339"/>
                </a:lnTo>
                <a:moveTo>
                  <a:pt x="1801114" y="3782339"/>
                </a:moveTo>
                <a:lnTo>
                  <a:pt x="1801114" y="3910990"/>
                </a:lnTo>
                <a:moveTo>
                  <a:pt x="1801114" y="3910990"/>
                </a:moveTo>
                <a:lnTo>
                  <a:pt x="1929765" y="3910990"/>
                </a:lnTo>
                <a:moveTo>
                  <a:pt x="1801114" y="3910990"/>
                </a:moveTo>
                <a:lnTo>
                  <a:pt x="1801114" y="4039641"/>
                </a:lnTo>
                <a:moveTo>
                  <a:pt x="1801114" y="4039641"/>
                </a:moveTo>
                <a:lnTo>
                  <a:pt x="1929765" y="4039641"/>
                </a:lnTo>
                <a:moveTo>
                  <a:pt x="1801114" y="4039641"/>
                </a:moveTo>
                <a:lnTo>
                  <a:pt x="1801114" y="4168292"/>
                </a:lnTo>
                <a:moveTo>
                  <a:pt x="1801114" y="4168292"/>
                </a:moveTo>
                <a:lnTo>
                  <a:pt x="1929765" y="4168292"/>
                </a:lnTo>
                <a:moveTo>
                  <a:pt x="1801114" y="4168292"/>
                </a:moveTo>
                <a:lnTo>
                  <a:pt x="1801114" y="4296943"/>
                </a:lnTo>
                <a:moveTo>
                  <a:pt x="1801114" y="4296943"/>
                </a:moveTo>
                <a:lnTo>
                  <a:pt x="1929765" y="4296943"/>
                </a:lnTo>
                <a:moveTo>
                  <a:pt x="1801114" y="4296943"/>
                </a:moveTo>
                <a:lnTo>
                  <a:pt x="1801114" y="4425594"/>
                </a:lnTo>
                <a:moveTo>
                  <a:pt x="1801114" y="4425594"/>
                </a:moveTo>
                <a:lnTo>
                  <a:pt x="1929765" y="4425594"/>
                </a:lnTo>
                <a:moveTo>
                  <a:pt x="1801114" y="4425594"/>
                </a:moveTo>
                <a:lnTo>
                  <a:pt x="1801114" y="4554245"/>
                </a:lnTo>
                <a:moveTo>
                  <a:pt x="1801114" y="4554245"/>
                </a:moveTo>
                <a:lnTo>
                  <a:pt x="1929765" y="4554245"/>
                </a:lnTo>
                <a:moveTo>
                  <a:pt x="1801114" y="4554245"/>
                </a:moveTo>
                <a:lnTo>
                  <a:pt x="1801114" y="4682896"/>
                </a:lnTo>
                <a:moveTo>
                  <a:pt x="1801114" y="4682896"/>
                </a:moveTo>
                <a:lnTo>
                  <a:pt x="1929765" y="4682896"/>
                </a:lnTo>
                <a:moveTo>
                  <a:pt x="1801114" y="4682896"/>
                </a:moveTo>
                <a:lnTo>
                  <a:pt x="1801114" y="4811547"/>
                </a:lnTo>
                <a:moveTo>
                  <a:pt x="1801114" y="4811547"/>
                </a:moveTo>
                <a:lnTo>
                  <a:pt x="1929765" y="4811547"/>
                </a:lnTo>
                <a:moveTo>
                  <a:pt x="1801114" y="4811547"/>
                </a:moveTo>
                <a:lnTo>
                  <a:pt x="1801114" y="4875873"/>
                </a:lnTo>
                <a:moveTo>
                  <a:pt x="1929765" y="0"/>
                </a:moveTo>
                <a:lnTo>
                  <a:pt x="1929765" y="51460"/>
                </a:lnTo>
                <a:moveTo>
                  <a:pt x="1929765" y="51460"/>
                </a:moveTo>
                <a:lnTo>
                  <a:pt x="2058416" y="51460"/>
                </a:lnTo>
                <a:moveTo>
                  <a:pt x="1929765" y="51460"/>
                </a:moveTo>
                <a:lnTo>
                  <a:pt x="1929765" y="180111"/>
                </a:lnTo>
                <a:moveTo>
                  <a:pt x="1929765" y="180111"/>
                </a:moveTo>
                <a:lnTo>
                  <a:pt x="2058416" y="180111"/>
                </a:lnTo>
                <a:moveTo>
                  <a:pt x="1929765" y="180111"/>
                </a:moveTo>
                <a:lnTo>
                  <a:pt x="1929765" y="308762"/>
                </a:lnTo>
                <a:moveTo>
                  <a:pt x="1929765" y="308762"/>
                </a:moveTo>
                <a:lnTo>
                  <a:pt x="2058416" y="308762"/>
                </a:lnTo>
                <a:moveTo>
                  <a:pt x="1929765" y="308762"/>
                </a:moveTo>
                <a:lnTo>
                  <a:pt x="1929765" y="437413"/>
                </a:lnTo>
                <a:moveTo>
                  <a:pt x="1929765" y="437413"/>
                </a:moveTo>
                <a:lnTo>
                  <a:pt x="2058416" y="437413"/>
                </a:lnTo>
                <a:moveTo>
                  <a:pt x="1929765" y="437413"/>
                </a:moveTo>
                <a:lnTo>
                  <a:pt x="1929765" y="566064"/>
                </a:lnTo>
                <a:moveTo>
                  <a:pt x="1929765" y="566064"/>
                </a:moveTo>
                <a:lnTo>
                  <a:pt x="2058416" y="566064"/>
                </a:lnTo>
                <a:moveTo>
                  <a:pt x="1929765" y="566064"/>
                </a:moveTo>
                <a:lnTo>
                  <a:pt x="1929765" y="694715"/>
                </a:lnTo>
                <a:moveTo>
                  <a:pt x="1929765" y="694715"/>
                </a:moveTo>
                <a:lnTo>
                  <a:pt x="2058416" y="694715"/>
                </a:lnTo>
                <a:moveTo>
                  <a:pt x="1929765" y="694715"/>
                </a:moveTo>
                <a:lnTo>
                  <a:pt x="1929765" y="823366"/>
                </a:lnTo>
                <a:moveTo>
                  <a:pt x="1929765" y="823366"/>
                </a:moveTo>
                <a:lnTo>
                  <a:pt x="2058416" y="823366"/>
                </a:lnTo>
                <a:moveTo>
                  <a:pt x="1929765" y="823366"/>
                </a:moveTo>
                <a:lnTo>
                  <a:pt x="1929765" y="952017"/>
                </a:lnTo>
                <a:moveTo>
                  <a:pt x="1929765" y="952017"/>
                </a:moveTo>
                <a:lnTo>
                  <a:pt x="2058416" y="952017"/>
                </a:lnTo>
                <a:moveTo>
                  <a:pt x="1929765" y="952017"/>
                </a:moveTo>
                <a:lnTo>
                  <a:pt x="1929765" y="1080668"/>
                </a:lnTo>
                <a:moveTo>
                  <a:pt x="1929765" y="1080668"/>
                </a:moveTo>
                <a:lnTo>
                  <a:pt x="2058416" y="1080668"/>
                </a:lnTo>
                <a:moveTo>
                  <a:pt x="1929765" y="1080668"/>
                </a:moveTo>
                <a:lnTo>
                  <a:pt x="1929765" y="1209319"/>
                </a:lnTo>
                <a:moveTo>
                  <a:pt x="1929765" y="1209319"/>
                </a:moveTo>
                <a:lnTo>
                  <a:pt x="2058416" y="1209319"/>
                </a:lnTo>
                <a:moveTo>
                  <a:pt x="1929765" y="1209319"/>
                </a:moveTo>
                <a:lnTo>
                  <a:pt x="1929765" y="1337970"/>
                </a:lnTo>
                <a:moveTo>
                  <a:pt x="1929765" y="1337970"/>
                </a:moveTo>
                <a:lnTo>
                  <a:pt x="2058416" y="1337970"/>
                </a:lnTo>
                <a:moveTo>
                  <a:pt x="1929765" y="1337970"/>
                </a:moveTo>
                <a:lnTo>
                  <a:pt x="1929765" y="1466621"/>
                </a:lnTo>
                <a:moveTo>
                  <a:pt x="1929765" y="1466621"/>
                </a:moveTo>
                <a:lnTo>
                  <a:pt x="2058416" y="1466621"/>
                </a:lnTo>
                <a:moveTo>
                  <a:pt x="1929765" y="1466621"/>
                </a:moveTo>
                <a:lnTo>
                  <a:pt x="1929765" y="1595272"/>
                </a:lnTo>
                <a:moveTo>
                  <a:pt x="1929765" y="1595272"/>
                </a:moveTo>
                <a:lnTo>
                  <a:pt x="2058416" y="1595272"/>
                </a:lnTo>
                <a:moveTo>
                  <a:pt x="1929765" y="1595272"/>
                </a:moveTo>
                <a:lnTo>
                  <a:pt x="1929765" y="1723923"/>
                </a:lnTo>
                <a:moveTo>
                  <a:pt x="1929765" y="1723923"/>
                </a:moveTo>
                <a:lnTo>
                  <a:pt x="2058416" y="1723923"/>
                </a:lnTo>
                <a:moveTo>
                  <a:pt x="1929765" y="1723923"/>
                </a:moveTo>
                <a:lnTo>
                  <a:pt x="1929765" y="1852574"/>
                </a:lnTo>
                <a:moveTo>
                  <a:pt x="1929765" y="1852574"/>
                </a:moveTo>
                <a:lnTo>
                  <a:pt x="2058416" y="1852574"/>
                </a:lnTo>
                <a:moveTo>
                  <a:pt x="1929765" y="1852574"/>
                </a:moveTo>
                <a:lnTo>
                  <a:pt x="1929765" y="1981225"/>
                </a:lnTo>
                <a:moveTo>
                  <a:pt x="1929765" y="1981225"/>
                </a:moveTo>
                <a:lnTo>
                  <a:pt x="2058416" y="1981225"/>
                </a:lnTo>
                <a:moveTo>
                  <a:pt x="1929765" y="1981225"/>
                </a:moveTo>
                <a:lnTo>
                  <a:pt x="1929765" y="2109876"/>
                </a:lnTo>
                <a:moveTo>
                  <a:pt x="1929765" y="2109876"/>
                </a:moveTo>
                <a:lnTo>
                  <a:pt x="2058416" y="2109876"/>
                </a:lnTo>
                <a:moveTo>
                  <a:pt x="1929765" y="2109876"/>
                </a:moveTo>
                <a:lnTo>
                  <a:pt x="1929765" y="2238527"/>
                </a:lnTo>
                <a:moveTo>
                  <a:pt x="1929765" y="2238527"/>
                </a:moveTo>
                <a:lnTo>
                  <a:pt x="2058416" y="2238527"/>
                </a:lnTo>
                <a:moveTo>
                  <a:pt x="1929765" y="2238527"/>
                </a:moveTo>
                <a:lnTo>
                  <a:pt x="1929765" y="2367178"/>
                </a:lnTo>
                <a:moveTo>
                  <a:pt x="1929765" y="2367178"/>
                </a:moveTo>
                <a:lnTo>
                  <a:pt x="2058416" y="2367178"/>
                </a:lnTo>
                <a:moveTo>
                  <a:pt x="1929765" y="2367178"/>
                </a:moveTo>
                <a:lnTo>
                  <a:pt x="1929765" y="2495829"/>
                </a:lnTo>
                <a:moveTo>
                  <a:pt x="1929765" y="2495829"/>
                </a:moveTo>
                <a:lnTo>
                  <a:pt x="2058416" y="2495829"/>
                </a:lnTo>
                <a:moveTo>
                  <a:pt x="1929765" y="2495829"/>
                </a:moveTo>
                <a:lnTo>
                  <a:pt x="1929765" y="2624480"/>
                </a:lnTo>
                <a:moveTo>
                  <a:pt x="1929765" y="2624480"/>
                </a:moveTo>
                <a:lnTo>
                  <a:pt x="2058416" y="2624480"/>
                </a:lnTo>
                <a:moveTo>
                  <a:pt x="1929765" y="2624480"/>
                </a:moveTo>
                <a:lnTo>
                  <a:pt x="1929765" y="2753131"/>
                </a:lnTo>
                <a:moveTo>
                  <a:pt x="1929765" y="2753131"/>
                </a:moveTo>
                <a:lnTo>
                  <a:pt x="2058416" y="2753131"/>
                </a:lnTo>
                <a:moveTo>
                  <a:pt x="1929765" y="2753131"/>
                </a:moveTo>
                <a:lnTo>
                  <a:pt x="1929765" y="2881782"/>
                </a:lnTo>
                <a:moveTo>
                  <a:pt x="1929765" y="2881782"/>
                </a:moveTo>
                <a:lnTo>
                  <a:pt x="2058416" y="2881782"/>
                </a:lnTo>
                <a:moveTo>
                  <a:pt x="1929765" y="2881782"/>
                </a:moveTo>
                <a:lnTo>
                  <a:pt x="1929765" y="3010433"/>
                </a:lnTo>
                <a:moveTo>
                  <a:pt x="1929765" y="3010433"/>
                </a:moveTo>
                <a:lnTo>
                  <a:pt x="2058416" y="3010433"/>
                </a:lnTo>
                <a:moveTo>
                  <a:pt x="1929765" y="3010433"/>
                </a:moveTo>
                <a:lnTo>
                  <a:pt x="1929765" y="3139084"/>
                </a:lnTo>
                <a:moveTo>
                  <a:pt x="1929765" y="3139084"/>
                </a:moveTo>
                <a:lnTo>
                  <a:pt x="2058416" y="3139084"/>
                </a:lnTo>
                <a:moveTo>
                  <a:pt x="1929765" y="3139084"/>
                </a:moveTo>
                <a:lnTo>
                  <a:pt x="1929765" y="3267735"/>
                </a:lnTo>
                <a:moveTo>
                  <a:pt x="1929765" y="3267735"/>
                </a:moveTo>
                <a:lnTo>
                  <a:pt x="2058416" y="3267735"/>
                </a:lnTo>
                <a:moveTo>
                  <a:pt x="1929765" y="3267735"/>
                </a:moveTo>
                <a:lnTo>
                  <a:pt x="1929765" y="3396386"/>
                </a:lnTo>
                <a:moveTo>
                  <a:pt x="1929765" y="3396386"/>
                </a:moveTo>
                <a:lnTo>
                  <a:pt x="2058416" y="3396386"/>
                </a:lnTo>
                <a:moveTo>
                  <a:pt x="1929765" y="3396386"/>
                </a:moveTo>
                <a:lnTo>
                  <a:pt x="1929765" y="3525037"/>
                </a:lnTo>
                <a:moveTo>
                  <a:pt x="1929765" y="3525037"/>
                </a:moveTo>
                <a:lnTo>
                  <a:pt x="2058416" y="3525037"/>
                </a:lnTo>
                <a:moveTo>
                  <a:pt x="1929765" y="3525037"/>
                </a:moveTo>
                <a:lnTo>
                  <a:pt x="1929765" y="3653688"/>
                </a:lnTo>
                <a:moveTo>
                  <a:pt x="1929765" y="3653688"/>
                </a:moveTo>
                <a:lnTo>
                  <a:pt x="2058416" y="3653688"/>
                </a:lnTo>
                <a:moveTo>
                  <a:pt x="1929765" y="3653688"/>
                </a:moveTo>
                <a:lnTo>
                  <a:pt x="1929765" y="3782339"/>
                </a:lnTo>
                <a:moveTo>
                  <a:pt x="1929765" y="3782339"/>
                </a:moveTo>
                <a:lnTo>
                  <a:pt x="2058416" y="3782339"/>
                </a:lnTo>
                <a:moveTo>
                  <a:pt x="1929765" y="3782339"/>
                </a:moveTo>
                <a:lnTo>
                  <a:pt x="1929765" y="3910990"/>
                </a:lnTo>
                <a:moveTo>
                  <a:pt x="1929765" y="3910990"/>
                </a:moveTo>
                <a:lnTo>
                  <a:pt x="2058416" y="3910990"/>
                </a:lnTo>
                <a:moveTo>
                  <a:pt x="1929765" y="3910990"/>
                </a:moveTo>
                <a:lnTo>
                  <a:pt x="1929765" y="4039641"/>
                </a:lnTo>
                <a:moveTo>
                  <a:pt x="1929765" y="4039641"/>
                </a:moveTo>
                <a:lnTo>
                  <a:pt x="2058416" y="4039641"/>
                </a:lnTo>
                <a:moveTo>
                  <a:pt x="1929765" y="4039641"/>
                </a:moveTo>
                <a:lnTo>
                  <a:pt x="1929765" y="4168292"/>
                </a:lnTo>
                <a:moveTo>
                  <a:pt x="1929765" y="4168292"/>
                </a:moveTo>
                <a:lnTo>
                  <a:pt x="2058416" y="4168292"/>
                </a:lnTo>
                <a:moveTo>
                  <a:pt x="1929765" y="4168292"/>
                </a:moveTo>
                <a:lnTo>
                  <a:pt x="1929765" y="4296943"/>
                </a:lnTo>
                <a:moveTo>
                  <a:pt x="1929765" y="4296943"/>
                </a:moveTo>
                <a:lnTo>
                  <a:pt x="2058416" y="4296943"/>
                </a:lnTo>
                <a:moveTo>
                  <a:pt x="1929765" y="4296943"/>
                </a:moveTo>
                <a:lnTo>
                  <a:pt x="1929765" y="4425594"/>
                </a:lnTo>
                <a:moveTo>
                  <a:pt x="1929765" y="4425594"/>
                </a:moveTo>
                <a:lnTo>
                  <a:pt x="2058416" y="4425594"/>
                </a:lnTo>
                <a:moveTo>
                  <a:pt x="1929765" y="4425594"/>
                </a:moveTo>
                <a:lnTo>
                  <a:pt x="1929765" y="4554245"/>
                </a:lnTo>
                <a:moveTo>
                  <a:pt x="1929765" y="4554245"/>
                </a:moveTo>
                <a:lnTo>
                  <a:pt x="2058416" y="4554245"/>
                </a:lnTo>
                <a:moveTo>
                  <a:pt x="1929765" y="4554245"/>
                </a:moveTo>
                <a:lnTo>
                  <a:pt x="1929765" y="4682896"/>
                </a:lnTo>
                <a:moveTo>
                  <a:pt x="1929765" y="4682896"/>
                </a:moveTo>
                <a:lnTo>
                  <a:pt x="2058416" y="4682896"/>
                </a:lnTo>
                <a:moveTo>
                  <a:pt x="1929765" y="4682896"/>
                </a:moveTo>
                <a:lnTo>
                  <a:pt x="1929765" y="4811547"/>
                </a:lnTo>
                <a:moveTo>
                  <a:pt x="1929765" y="4811547"/>
                </a:moveTo>
                <a:lnTo>
                  <a:pt x="2058416" y="4811547"/>
                </a:lnTo>
                <a:moveTo>
                  <a:pt x="1929765" y="4811547"/>
                </a:moveTo>
                <a:lnTo>
                  <a:pt x="1929765" y="4875873"/>
                </a:lnTo>
                <a:moveTo>
                  <a:pt x="2058416" y="0"/>
                </a:moveTo>
                <a:lnTo>
                  <a:pt x="2058416" y="51460"/>
                </a:lnTo>
                <a:moveTo>
                  <a:pt x="2058416" y="51460"/>
                </a:moveTo>
                <a:lnTo>
                  <a:pt x="2187067" y="51460"/>
                </a:lnTo>
                <a:moveTo>
                  <a:pt x="2058416" y="51460"/>
                </a:moveTo>
                <a:lnTo>
                  <a:pt x="2058416" y="180111"/>
                </a:lnTo>
                <a:moveTo>
                  <a:pt x="2058416" y="180111"/>
                </a:moveTo>
                <a:lnTo>
                  <a:pt x="2187067" y="180111"/>
                </a:lnTo>
                <a:moveTo>
                  <a:pt x="2058416" y="180111"/>
                </a:moveTo>
                <a:lnTo>
                  <a:pt x="2058416" y="308762"/>
                </a:lnTo>
                <a:moveTo>
                  <a:pt x="2058416" y="308762"/>
                </a:moveTo>
                <a:lnTo>
                  <a:pt x="2187067" y="308762"/>
                </a:lnTo>
                <a:moveTo>
                  <a:pt x="2058416" y="308762"/>
                </a:moveTo>
                <a:lnTo>
                  <a:pt x="2058416" y="437413"/>
                </a:lnTo>
                <a:moveTo>
                  <a:pt x="2058416" y="437413"/>
                </a:moveTo>
                <a:lnTo>
                  <a:pt x="2187067" y="437413"/>
                </a:lnTo>
                <a:moveTo>
                  <a:pt x="2058416" y="437413"/>
                </a:moveTo>
                <a:lnTo>
                  <a:pt x="2058416" y="566064"/>
                </a:lnTo>
                <a:moveTo>
                  <a:pt x="2058416" y="566064"/>
                </a:moveTo>
                <a:lnTo>
                  <a:pt x="2187067" y="566064"/>
                </a:lnTo>
                <a:moveTo>
                  <a:pt x="2058416" y="566064"/>
                </a:moveTo>
                <a:lnTo>
                  <a:pt x="2058416" y="694715"/>
                </a:lnTo>
                <a:moveTo>
                  <a:pt x="2058416" y="694715"/>
                </a:moveTo>
                <a:lnTo>
                  <a:pt x="2187067" y="694715"/>
                </a:lnTo>
                <a:moveTo>
                  <a:pt x="2058416" y="694715"/>
                </a:moveTo>
                <a:lnTo>
                  <a:pt x="2058416" y="823366"/>
                </a:lnTo>
                <a:moveTo>
                  <a:pt x="2058416" y="823366"/>
                </a:moveTo>
                <a:lnTo>
                  <a:pt x="2187067" y="823366"/>
                </a:lnTo>
                <a:moveTo>
                  <a:pt x="2058416" y="823366"/>
                </a:moveTo>
                <a:lnTo>
                  <a:pt x="2058416" y="952017"/>
                </a:lnTo>
                <a:moveTo>
                  <a:pt x="2058416" y="952017"/>
                </a:moveTo>
                <a:lnTo>
                  <a:pt x="2187067" y="952017"/>
                </a:lnTo>
                <a:moveTo>
                  <a:pt x="2058416" y="952017"/>
                </a:moveTo>
                <a:lnTo>
                  <a:pt x="2058416" y="1080668"/>
                </a:lnTo>
                <a:moveTo>
                  <a:pt x="2058416" y="1080668"/>
                </a:moveTo>
                <a:lnTo>
                  <a:pt x="2187067" y="1080668"/>
                </a:lnTo>
                <a:moveTo>
                  <a:pt x="2058416" y="1080668"/>
                </a:moveTo>
                <a:lnTo>
                  <a:pt x="2058416" y="1209319"/>
                </a:lnTo>
                <a:moveTo>
                  <a:pt x="2058416" y="1209319"/>
                </a:moveTo>
                <a:lnTo>
                  <a:pt x="2187067" y="1209319"/>
                </a:lnTo>
                <a:moveTo>
                  <a:pt x="2058416" y="1209319"/>
                </a:moveTo>
                <a:lnTo>
                  <a:pt x="2058416" y="1337970"/>
                </a:lnTo>
                <a:moveTo>
                  <a:pt x="2058416" y="1337970"/>
                </a:moveTo>
                <a:lnTo>
                  <a:pt x="2187067" y="1337970"/>
                </a:lnTo>
                <a:moveTo>
                  <a:pt x="2058416" y="1337970"/>
                </a:moveTo>
                <a:lnTo>
                  <a:pt x="2058416" y="1466621"/>
                </a:lnTo>
                <a:moveTo>
                  <a:pt x="2058416" y="1466621"/>
                </a:moveTo>
                <a:lnTo>
                  <a:pt x="2187067" y="1466621"/>
                </a:lnTo>
                <a:moveTo>
                  <a:pt x="2058416" y="1466621"/>
                </a:moveTo>
                <a:lnTo>
                  <a:pt x="2058416" y="1595272"/>
                </a:lnTo>
                <a:moveTo>
                  <a:pt x="2058416" y="1595272"/>
                </a:moveTo>
                <a:lnTo>
                  <a:pt x="2187067" y="1595272"/>
                </a:lnTo>
                <a:moveTo>
                  <a:pt x="2058416" y="1595272"/>
                </a:moveTo>
                <a:lnTo>
                  <a:pt x="2058416" y="1723923"/>
                </a:lnTo>
                <a:moveTo>
                  <a:pt x="2058416" y="1723923"/>
                </a:moveTo>
                <a:lnTo>
                  <a:pt x="2187067" y="1723923"/>
                </a:lnTo>
                <a:moveTo>
                  <a:pt x="2058416" y="1723923"/>
                </a:moveTo>
                <a:lnTo>
                  <a:pt x="2058416" y="1852574"/>
                </a:lnTo>
                <a:moveTo>
                  <a:pt x="2058416" y="1852574"/>
                </a:moveTo>
                <a:lnTo>
                  <a:pt x="2187067" y="1852574"/>
                </a:lnTo>
                <a:moveTo>
                  <a:pt x="2058416" y="1852574"/>
                </a:moveTo>
                <a:lnTo>
                  <a:pt x="2058416" y="1981225"/>
                </a:lnTo>
                <a:moveTo>
                  <a:pt x="2058416" y="1981225"/>
                </a:moveTo>
                <a:lnTo>
                  <a:pt x="2187067" y="1981225"/>
                </a:lnTo>
                <a:moveTo>
                  <a:pt x="2058416" y="1981225"/>
                </a:moveTo>
                <a:lnTo>
                  <a:pt x="2058416" y="2109876"/>
                </a:lnTo>
                <a:moveTo>
                  <a:pt x="2058416" y="2109876"/>
                </a:moveTo>
                <a:lnTo>
                  <a:pt x="2187067" y="2109876"/>
                </a:lnTo>
                <a:moveTo>
                  <a:pt x="2058416" y="2109876"/>
                </a:moveTo>
                <a:lnTo>
                  <a:pt x="2058416" y="2238527"/>
                </a:lnTo>
                <a:moveTo>
                  <a:pt x="2058416" y="2238527"/>
                </a:moveTo>
                <a:lnTo>
                  <a:pt x="2187067" y="2238527"/>
                </a:lnTo>
                <a:moveTo>
                  <a:pt x="2058416" y="2238527"/>
                </a:moveTo>
                <a:lnTo>
                  <a:pt x="2058416" y="2367178"/>
                </a:lnTo>
                <a:moveTo>
                  <a:pt x="2058416" y="2367178"/>
                </a:moveTo>
                <a:lnTo>
                  <a:pt x="2187067" y="2367178"/>
                </a:lnTo>
                <a:moveTo>
                  <a:pt x="2058416" y="2367178"/>
                </a:moveTo>
                <a:lnTo>
                  <a:pt x="2058416" y="2495829"/>
                </a:lnTo>
                <a:moveTo>
                  <a:pt x="2058416" y="2495829"/>
                </a:moveTo>
                <a:lnTo>
                  <a:pt x="2187067" y="2495829"/>
                </a:lnTo>
                <a:moveTo>
                  <a:pt x="2058416" y="2495829"/>
                </a:moveTo>
                <a:lnTo>
                  <a:pt x="2058416" y="2624480"/>
                </a:lnTo>
                <a:moveTo>
                  <a:pt x="2058416" y="2624480"/>
                </a:moveTo>
                <a:lnTo>
                  <a:pt x="2187067" y="2624480"/>
                </a:lnTo>
                <a:moveTo>
                  <a:pt x="2058416" y="2624480"/>
                </a:moveTo>
                <a:lnTo>
                  <a:pt x="2058416" y="2753131"/>
                </a:lnTo>
                <a:moveTo>
                  <a:pt x="2058416" y="2753131"/>
                </a:moveTo>
                <a:lnTo>
                  <a:pt x="2187067" y="2753131"/>
                </a:lnTo>
                <a:moveTo>
                  <a:pt x="2058416" y="2753131"/>
                </a:moveTo>
                <a:lnTo>
                  <a:pt x="2058416" y="2881782"/>
                </a:lnTo>
                <a:moveTo>
                  <a:pt x="2058416" y="2881782"/>
                </a:moveTo>
                <a:lnTo>
                  <a:pt x="2187067" y="2881782"/>
                </a:lnTo>
                <a:moveTo>
                  <a:pt x="2058416" y="2881782"/>
                </a:moveTo>
                <a:lnTo>
                  <a:pt x="2058416" y="3010433"/>
                </a:lnTo>
                <a:moveTo>
                  <a:pt x="2058416" y="3010433"/>
                </a:moveTo>
                <a:lnTo>
                  <a:pt x="2187067" y="3010433"/>
                </a:lnTo>
                <a:moveTo>
                  <a:pt x="2058416" y="3010433"/>
                </a:moveTo>
                <a:lnTo>
                  <a:pt x="2058416" y="3139084"/>
                </a:lnTo>
                <a:moveTo>
                  <a:pt x="2058416" y="3139084"/>
                </a:moveTo>
                <a:lnTo>
                  <a:pt x="2187067" y="3139084"/>
                </a:lnTo>
                <a:moveTo>
                  <a:pt x="2058416" y="3139084"/>
                </a:moveTo>
                <a:lnTo>
                  <a:pt x="2058416" y="3267735"/>
                </a:lnTo>
                <a:moveTo>
                  <a:pt x="2058416" y="3267735"/>
                </a:moveTo>
                <a:lnTo>
                  <a:pt x="2187067" y="3267735"/>
                </a:lnTo>
                <a:moveTo>
                  <a:pt x="2058416" y="3267735"/>
                </a:moveTo>
                <a:lnTo>
                  <a:pt x="2058416" y="3396386"/>
                </a:lnTo>
                <a:moveTo>
                  <a:pt x="2058416" y="3396386"/>
                </a:moveTo>
                <a:lnTo>
                  <a:pt x="2187067" y="3396386"/>
                </a:lnTo>
                <a:moveTo>
                  <a:pt x="2058416" y="3396386"/>
                </a:moveTo>
                <a:lnTo>
                  <a:pt x="2058416" y="3525037"/>
                </a:lnTo>
                <a:moveTo>
                  <a:pt x="2058416" y="3525037"/>
                </a:moveTo>
                <a:lnTo>
                  <a:pt x="2187067" y="3525037"/>
                </a:lnTo>
                <a:moveTo>
                  <a:pt x="2058416" y="3525037"/>
                </a:moveTo>
                <a:lnTo>
                  <a:pt x="2058416" y="3653688"/>
                </a:lnTo>
                <a:moveTo>
                  <a:pt x="2058416" y="3653688"/>
                </a:moveTo>
                <a:lnTo>
                  <a:pt x="2187067" y="3653688"/>
                </a:lnTo>
                <a:moveTo>
                  <a:pt x="2058416" y="3653688"/>
                </a:moveTo>
                <a:lnTo>
                  <a:pt x="2058416" y="3782339"/>
                </a:lnTo>
                <a:moveTo>
                  <a:pt x="2058416" y="3782339"/>
                </a:moveTo>
                <a:lnTo>
                  <a:pt x="2187067" y="3782339"/>
                </a:lnTo>
                <a:moveTo>
                  <a:pt x="2058416" y="3782339"/>
                </a:moveTo>
                <a:lnTo>
                  <a:pt x="2058416" y="3910990"/>
                </a:lnTo>
                <a:moveTo>
                  <a:pt x="2058416" y="3910990"/>
                </a:moveTo>
                <a:lnTo>
                  <a:pt x="2187067" y="3910990"/>
                </a:lnTo>
                <a:moveTo>
                  <a:pt x="2058416" y="3910990"/>
                </a:moveTo>
                <a:lnTo>
                  <a:pt x="2058416" y="4039641"/>
                </a:lnTo>
                <a:moveTo>
                  <a:pt x="2058416" y="4039641"/>
                </a:moveTo>
                <a:lnTo>
                  <a:pt x="2187067" y="4039641"/>
                </a:lnTo>
                <a:moveTo>
                  <a:pt x="2058416" y="4039641"/>
                </a:moveTo>
                <a:lnTo>
                  <a:pt x="2058416" y="4168292"/>
                </a:lnTo>
                <a:moveTo>
                  <a:pt x="2058416" y="4168292"/>
                </a:moveTo>
                <a:lnTo>
                  <a:pt x="2187067" y="4168292"/>
                </a:lnTo>
                <a:moveTo>
                  <a:pt x="2058416" y="4168292"/>
                </a:moveTo>
                <a:lnTo>
                  <a:pt x="2058416" y="4296943"/>
                </a:lnTo>
                <a:moveTo>
                  <a:pt x="2058416" y="4296943"/>
                </a:moveTo>
                <a:lnTo>
                  <a:pt x="2187067" y="4296943"/>
                </a:lnTo>
                <a:moveTo>
                  <a:pt x="2058416" y="4296943"/>
                </a:moveTo>
                <a:lnTo>
                  <a:pt x="2058416" y="4425594"/>
                </a:lnTo>
                <a:moveTo>
                  <a:pt x="2058416" y="4425594"/>
                </a:moveTo>
                <a:lnTo>
                  <a:pt x="2187067" y="4425594"/>
                </a:lnTo>
                <a:moveTo>
                  <a:pt x="2058416" y="4425594"/>
                </a:moveTo>
                <a:lnTo>
                  <a:pt x="2058416" y="4554245"/>
                </a:lnTo>
                <a:moveTo>
                  <a:pt x="2058416" y="4554245"/>
                </a:moveTo>
                <a:lnTo>
                  <a:pt x="2187067" y="4554245"/>
                </a:lnTo>
                <a:moveTo>
                  <a:pt x="2058416" y="4554245"/>
                </a:moveTo>
                <a:lnTo>
                  <a:pt x="2058416" y="4682896"/>
                </a:lnTo>
                <a:moveTo>
                  <a:pt x="2058416" y="4682896"/>
                </a:moveTo>
                <a:lnTo>
                  <a:pt x="2187067" y="4682896"/>
                </a:lnTo>
                <a:moveTo>
                  <a:pt x="2058416" y="4682896"/>
                </a:moveTo>
                <a:lnTo>
                  <a:pt x="2058416" y="4811547"/>
                </a:lnTo>
                <a:moveTo>
                  <a:pt x="2058416" y="4811547"/>
                </a:moveTo>
                <a:lnTo>
                  <a:pt x="2187067" y="4811547"/>
                </a:lnTo>
                <a:moveTo>
                  <a:pt x="2058416" y="4811547"/>
                </a:moveTo>
                <a:lnTo>
                  <a:pt x="2058416" y="4875873"/>
                </a:lnTo>
                <a:moveTo>
                  <a:pt x="2187067" y="0"/>
                </a:moveTo>
                <a:lnTo>
                  <a:pt x="2187067" y="51460"/>
                </a:lnTo>
                <a:moveTo>
                  <a:pt x="2187067" y="51460"/>
                </a:moveTo>
                <a:lnTo>
                  <a:pt x="2315718" y="51460"/>
                </a:lnTo>
                <a:moveTo>
                  <a:pt x="2187067" y="51460"/>
                </a:moveTo>
                <a:lnTo>
                  <a:pt x="2187067" y="180111"/>
                </a:lnTo>
                <a:moveTo>
                  <a:pt x="2187067" y="180111"/>
                </a:moveTo>
                <a:lnTo>
                  <a:pt x="2315718" y="180111"/>
                </a:lnTo>
                <a:moveTo>
                  <a:pt x="2187067" y="180111"/>
                </a:moveTo>
                <a:lnTo>
                  <a:pt x="2187067" y="308762"/>
                </a:lnTo>
                <a:moveTo>
                  <a:pt x="2187067" y="308762"/>
                </a:moveTo>
                <a:lnTo>
                  <a:pt x="2315718" y="308762"/>
                </a:lnTo>
                <a:moveTo>
                  <a:pt x="2187067" y="308762"/>
                </a:moveTo>
                <a:lnTo>
                  <a:pt x="2187067" y="437413"/>
                </a:lnTo>
                <a:moveTo>
                  <a:pt x="2187067" y="437413"/>
                </a:moveTo>
                <a:lnTo>
                  <a:pt x="2315718" y="437413"/>
                </a:lnTo>
                <a:moveTo>
                  <a:pt x="2187067" y="437413"/>
                </a:moveTo>
                <a:lnTo>
                  <a:pt x="2187067" y="566064"/>
                </a:lnTo>
                <a:moveTo>
                  <a:pt x="2187067" y="566064"/>
                </a:moveTo>
                <a:lnTo>
                  <a:pt x="2315718" y="566064"/>
                </a:lnTo>
                <a:moveTo>
                  <a:pt x="2187067" y="566064"/>
                </a:moveTo>
                <a:lnTo>
                  <a:pt x="2187067" y="694715"/>
                </a:lnTo>
                <a:moveTo>
                  <a:pt x="2187067" y="694715"/>
                </a:moveTo>
                <a:lnTo>
                  <a:pt x="2315718" y="694715"/>
                </a:lnTo>
                <a:moveTo>
                  <a:pt x="2187067" y="694715"/>
                </a:moveTo>
                <a:lnTo>
                  <a:pt x="2187067" y="823366"/>
                </a:lnTo>
                <a:moveTo>
                  <a:pt x="2187067" y="823366"/>
                </a:moveTo>
                <a:lnTo>
                  <a:pt x="2315718" y="823366"/>
                </a:lnTo>
                <a:moveTo>
                  <a:pt x="2187067" y="823366"/>
                </a:moveTo>
                <a:lnTo>
                  <a:pt x="2187067" y="952017"/>
                </a:lnTo>
                <a:moveTo>
                  <a:pt x="2187067" y="952017"/>
                </a:moveTo>
                <a:lnTo>
                  <a:pt x="2315718" y="952017"/>
                </a:lnTo>
                <a:moveTo>
                  <a:pt x="2187067" y="952017"/>
                </a:moveTo>
                <a:lnTo>
                  <a:pt x="2187067" y="1080668"/>
                </a:lnTo>
                <a:moveTo>
                  <a:pt x="2187067" y="1080668"/>
                </a:moveTo>
                <a:lnTo>
                  <a:pt x="2315718" y="1080668"/>
                </a:lnTo>
                <a:moveTo>
                  <a:pt x="2187067" y="1080668"/>
                </a:moveTo>
                <a:lnTo>
                  <a:pt x="2187067" y="1209319"/>
                </a:lnTo>
                <a:moveTo>
                  <a:pt x="2187067" y="1209319"/>
                </a:moveTo>
                <a:lnTo>
                  <a:pt x="2315718" y="1209319"/>
                </a:lnTo>
                <a:moveTo>
                  <a:pt x="2187067" y="1209319"/>
                </a:moveTo>
                <a:lnTo>
                  <a:pt x="2187067" y="1337970"/>
                </a:lnTo>
                <a:moveTo>
                  <a:pt x="2187067" y="1337970"/>
                </a:moveTo>
                <a:lnTo>
                  <a:pt x="2315718" y="1337970"/>
                </a:lnTo>
                <a:moveTo>
                  <a:pt x="2187067" y="1337970"/>
                </a:moveTo>
                <a:lnTo>
                  <a:pt x="2187067" y="1466621"/>
                </a:lnTo>
                <a:moveTo>
                  <a:pt x="2187067" y="1466621"/>
                </a:moveTo>
                <a:lnTo>
                  <a:pt x="2315718" y="1466621"/>
                </a:lnTo>
                <a:moveTo>
                  <a:pt x="2187067" y="1466621"/>
                </a:moveTo>
                <a:lnTo>
                  <a:pt x="2187067" y="1595272"/>
                </a:lnTo>
                <a:moveTo>
                  <a:pt x="2187067" y="1595272"/>
                </a:moveTo>
                <a:lnTo>
                  <a:pt x="2315718" y="1595272"/>
                </a:lnTo>
                <a:moveTo>
                  <a:pt x="2187067" y="1595272"/>
                </a:moveTo>
                <a:lnTo>
                  <a:pt x="2187067" y="1723923"/>
                </a:lnTo>
                <a:moveTo>
                  <a:pt x="2187067" y="1723923"/>
                </a:moveTo>
                <a:lnTo>
                  <a:pt x="2315718" y="1723923"/>
                </a:lnTo>
                <a:moveTo>
                  <a:pt x="2187067" y="1723923"/>
                </a:moveTo>
                <a:lnTo>
                  <a:pt x="2187067" y="1852574"/>
                </a:lnTo>
                <a:moveTo>
                  <a:pt x="2187067" y="1852574"/>
                </a:moveTo>
                <a:lnTo>
                  <a:pt x="2315718" y="1852574"/>
                </a:lnTo>
                <a:moveTo>
                  <a:pt x="2187067" y="1852574"/>
                </a:moveTo>
                <a:lnTo>
                  <a:pt x="2187067" y="1981225"/>
                </a:lnTo>
                <a:moveTo>
                  <a:pt x="2187067" y="1981225"/>
                </a:moveTo>
                <a:lnTo>
                  <a:pt x="2315718" y="1981225"/>
                </a:lnTo>
                <a:moveTo>
                  <a:pt x="2187067" y="1981225"/>
                </a:moveTo>
                <a:lnTo>
                  <a:pt x="2187067" y="2109876"/>
                </a:lnTo>
                <a:moveTo>
                  <a:pt x="2187067" y="2109876"/>
                </a:moveTo>
                <a:lnTo>
                  <a:pt x="2315718" y="2109876"/>
                </a:lnTo>
                <a:moveTo>
                  <a:pt x="2187067" y="2109876"/>
                </a:moveTo>
                <a:lnTo>
                  <a:pt x="2187067" y="2238527"/>
                </a:lnTo>
                <a:moveTo>
                  <a:pt x="2187067" y="2238527"/>
                </a:moveTo>
                <a:lnTo>
                  <a:pt x="2315718" y="2238527"/>
                </a:lnTo>
                <a:moveTo>
                  <a:pt x="2187067" y="2238527"/>
                </a:moveTo>
                <a:lnTo>
                  <a:pt x="2187067" y="2367178"/>
                </a:lnTo>
                <a:moveTo>
                  <a:pt x="2187067" y="2367178"/>
                </a:moveTo>
                <a:lnTo>
                  <a:pt x="2315718" y="2367178"/>
                </a:lnTo>
                <a:moveTo>
                  <a:pt x="2187067" y="2367178"/>
                </a:moveTo>
                <a:lnTo>
                  <a:pt x="2187067" y="2495829"/>
                </a:lnTo>
                <a:moveTo>
                  <a:pt x="2187067" y="2495829"/>
                </a:moveTo>
                <a:lnTo>
                  <a:pt x="2315718" y="2495829"/>
                </a:lnTo>
                <a:moveTo>
                  <a:pt x="2187067" y="2495829"/>
                </a:moveTo>
                <a:lnTo>
                  <a:pt x="2187067" y="2624480"/>
                </a:lnTo>
                <a:moveTo>
                  <a:pt x="2187067" y="2624480"/>
                </a:moveTo>
                <a:lnTo>
                  <a:pt x="2315718" y="2624480"/>
                </a:lnTo>
                <a:moveTo>
                  <a:pt x="2187067" y="2624480"/>
                </a:moveTo>
                <a:lnTo>
                  <a:pt x="2187067" y="2753131"/>
                </a:lnTo>
                <a:moveTo>
                  <a:pt x="2187067" y="2753131"/>
                </a:moveTo>
                <a:lnTo>
                  <a:pt x="2315718" y="2753131"/>
                </a:lnTo>
                <a:moveTo>
                  <a:pt x="2187067" y="2753131"/>
                </a:moveTo>
                <a:lnTo>
                  <a:pt x="2187067" y="2881782"/>
                </a:lnTo>
                <a:moveTo>
                  <a:pt x="2187067" y="2881782"/>
                </a:moveTo>
                <a:lnTo>
                  <a:pt x="2315718" y="2881782"/>
                </a:lnTo>
                <a:moveTo>
                  <a:pt x="2187067" y="2881782"/>
                </a:moveTo>
                <a:lnTo>
                  <a:pt x="2187067" y="3010433"/>
                </a:lnTo>
                <a:moveTo>
                  <a:pt x="2187067" y="3010433"/>
                </a:moveTo>
                <a:lnTo>
                  <a:pt x="2315718" y="3010433"/>
                </a:lnTo>
                <a:moveTo>
                  <a:pt x="2187067" y="3010433"/>
                </a:moveTo>
                <a:lnTo>
                  <a:pt x="2187067" y="3139084"/>
                </a:lnTo>
                <a:moveTo>
                  <a:pt x="2187067" y="3139084"/>
                </a:moveTo>
                <a:lnTo>
                  <a:pt x="2315718" y="3139084"/>
                </a:lnTo>
                <a:moveTo>
                  <a:pt x="2187067" y="3139084"/>
                </a:moveTo>
                <a:lnTo>
                  <a:pt x="2187067" y="3267735"/>
                </a:lnTo>
                <a:moveTo>
                  <a:pt x="2187067" y="3267735"/>
                </a:moveTo>
                <a:lnTo>
                  <a:pt x="2315718" y="3267735"/>
                </a:lnTo>
                <a:moveTo>
                  <a:pt x="2187067" y="3267735"/>
                </a:moveTo>
                <a:lnTo>
                  <a:pt x="2187067" y="3396386"/>
                </a:lnTo>
                <a:moveTo>
                  <a:pt x="2187067" y="3396386"/>
                </a:moveTo>
                <a:lnTo>
                  <a:pt x="2315718" y="3396386"/>
                </a:lnTo>
                <a:moveTo>
                  <a:pt x="2187067" y="3396386"/>
                </a:moveTo>
                <a:lnTo>
                  <a:pt x="2187067" y="3525037"/>
                </a:lnTo>
                <a:moveTo>
                  <a:pt x="2187067" y="3525037"/>
                </a:moveTo>
                <a:lnTo>
                  <a:pt x="2315718" y="3525037"/>
                </a:lnTo>
                <a:moveTo>
                  <a:pt x="2187067" y="3525037"/>
                </a:moveTo>
                <a:lnTo>
                  <a:pt x="2187067" y="3653688"/>
                </a:lnTo>
                <a:moveTo>
                  <a:pt x="2187067" y="3653688"/>
                </a:moveTo>
                <a:lnTo>
                  <a:pt x="2315718" y="3653688"/>
                </a:lnTo>
                <a:moveTo>
                  <a:pt x="2187067" y="3653688"/>
                </a:moveTo>
                <a:lnTo>
                  <a:pt x="2187067" y="3782339"/>
                </a:lnTo>
                <a:moveTo>
                  <a:pt x="2187067" y="3782339"/>
                </a:moveTo>
                <a:lnTo>
                  <a:pt x="2315718" y="3782339"/>
                </a:lnTo>
                <a:moveTo>
                  <a:pt x="2187067" y="3782339"/>
                </a:moveTo>
                <a:lnTo>
                  <a:pt x="2187067" y="3910990"/>
                </a:lnTo>
                <a:moveTo>
                  <a:pt x="2187067" y="3910990"/>
                </a:moveTo>
                <a:lnTo>
                  <a:pt x="2315718" y="3910990"/>
                </a:lnTo>
                <a:moveTo>
                  <a:pt x="2187067" y="3910990"/>
                </a:moveTo>
                <a:lnTo>
                  <a:pt x="2187067" y="4039641"/>
                </a:lnTo>
                <a:moveTo>
                  <a:pt x="2187067" y="4039641"/>
                </a:moveTo>
                <a:lnTo>
                  <a:pt x="2315718" y="4039641"/>
                </a:lnTo>
                <a:moveTo>
                  <a:pt x="2187067" y="4039641"/>
                </a:moveTo>
                <a:lnTo>
                  <a:pt x="2187067" y="4168292"/>
                </a:lnTo>
                <a:moveTo>
                  <a:pt x="2187067" y="4168292"/>
                </a:moveTo>
                <a:lnTo>
                  <a:pt x="2315718" y="4168292"/>
                </a:lnTo>
                <a:moveTo>
                  <a:pt x="2187067" y="4168292"/>
                </a:moveTo>
                <a:lnTo>
                  <a:pt x="2187067" y="4296943"/>
                </a:lnTo>
                <a:moveTo>
                  <a:pt x="2187067" y="4296943"/>
                </a:moveTo>
                <a:lnTo>
                  <a:pt x="2315718" y="4296943"/>
                </a:lnTo>
                <a:moveTo>
                  <a:pt x="2187067" y="4296943"/>
                </a:moveTo>
                <a:lnTo>
                  <a:pt x="2187067" y="4425594"/>
                </a:lnTo>
                <a:moveTo>
                  <a:pt x="2187067" y="4425594"/>
                </a:moveTo>
                <a:lnTo>
                  <a:pt x="2315718" y="4425594"/>
                </a:lnTo>
                <a:moveTo>
                  <a:pt x="2187067" y="4425594"/>
                </a:moveTo>
                <a:lnTo>
                  <a:pt x="2187067" y="4554245"/>
                </a:lnTo>
                <a:moveTo>
                  <a:pt x="2187067" y="4554245"/>
                </a:moveTo>
                <a:lnTo>
                  <a:pt x="2315718" y="4554245"/>
                </a:lnTo>
                <a:moveTo>
                  <a:pt x="2187067" y="4554245"/>
                </a:moveTo>
                <a:lnTo>
                  <a:pt x="2187067" y="4682896"/>
                </a:lnTo>
                <a:moveTo>
                  <a:pt x="2187067" y="4682896"/>
                </a:moveTo>
                <a:lnTo>
                  <a:pt x="2315718" y="4682896"/>
                </a:lnTo>
                <a:moveTo>
                  <a:pt x="2187067" y="4682896"/>
                </a:moveTo>
                <a:lnTo>
                  <a:pt x="2187067" y="4811547"/>
                </a:lnTo>
                <a:moveTo>
                  <a:pt x="2187067" y="4811547"/>
                </a:moveTo>
                <a:lnTo>
                  <a:pt x="2315718" y="4811547"/>
                </a:lnTo>
                <a:moveTo>
                  <a:pt x="2187067" y="4811547"/>
                </a:moveTo>
                <a:lnTo>
                  <a:pt x="2187067" y="4875873"/>
                </a:lnTo>
                <a:moveTo>
                  <a:pt x="2315718" y="0"/>
                </a:moveTo>
                <a:lnTo>
                  <a:pt x="2315718" y="51460"/>
                </a:lnTo>
                <a:moveTo>
                  <a:pt x="2315718" y="51460"/>
                </a:moveTo>
                <a:lnTo>
                  <a:pt x="2444369" y="51460"/>
                </a:lnTo>
                <a:moveTo>
                  <a:pt x="2315718" y="51460"/>
                </a:moveTo>
                <a:lnTo>
                  <a:pt x="2315718" y="180111"/>
                </a:lnTo>
                <a:moveTo>
                  <a:pt x="2315718" y="180111"/>
                </a:moveTo>
                <a:lnTo>
                  <a:pt x="2444369" y="180111"/>
                </a:lnTo>
                <a:moveTo>
                  <a:pt x="2315718" y="180111"/>
                </a:moveTo>
                <a:lnTo>
                  <a:pt x="2315718" y="308762"/>
                </a:lnTo>
                <a:moveTo>
                  <a:pt x="2315718" y="308762"/>
                </a:moveTo>
                <a:lnTo>
                  <a:pt x="2444369" y="308762"/>
                </a:lnTo>
                <a:moveTo>
                  <a:pt x="2315718" y="308762"/>
                </a:moveTo>
                <a:lnTo>
                  <a:pt x="2315718" y="437413"/>
                </a:lnTo>
                <a:moveTo>
                  <a:pt x="2315718" y="437413"/>
                </a:moveTo>
                <a:lnTo>
                  <a:pt x="2444369" y="437413"/>
                </a:lnTo>
                <a:moveTo>
                  <a:pt x="2315718" y="437413"/>
                </a:moveTo>
                <a:lnTo>
                  <a:pt x="2315718" y="566064"/>
                </a:lnTo>
                <a:moveTo>
                  <a:pt x="2315718" y="566064"/>
                </a:moveTo>
                <a:lnTo>
                  <a:pt x="2444369" y="566064"/>
                </a:lnTo>
                <a:moveTo>
                  <a:pt x="2315718" y="566064"/>
                </a:moveTo>
                <a:lnTo>
                  <a:pt x="2315718" y="694715"/>
                </a:lnTo>
                <a:moveTo>
                  <a:pt x="2315718" y="694715"/>
                </a:moveTo>
                <a:lnTo>
                  <a:pt x="2444369" y="694715"/>
                </a:lnTo>
                <a:moveTo>
                  <a:pt x="2315718" y="694715"/>
                </a:moveTo>
                <a:lnTo>
                  <a:pt x="2315718" y="823366"/>
                </a:lnTo>
                <a:moveTo>
                  <a:pt x="2315718" y="823366"/>
                </a:moveTo>
                <a:lnTo>
                  <a:pt x="2444369" y="823366"/>
                </a:lnTo>
                <a:moveTo>
                  <a:pt x="2315718" y="823366"/>
                </a:moveTo>
                <a:lnTo>
                  <a:pt x="2315718" y="952017"/>
                </a:lnTo>
                <a:moveTo>
                  <a:pt x="2315718" y="952017"/>
                </a:moveTo>
                <a:lnTo>
                  <a:pt x="2444369" y="952017"/>
                </a:lnTo>
                <a:moveTo>
                  <a:pt x="2315718" y="952017"/>
                </a:moveTo>
                <a:lnTo>
                  <a:pt x="2315718" y="1080668"/>
                </a:lnTo>
                <a:moveTo>
                  <a:pt x="2315718" y="1080668"/>
                </a:moveTo>
                <a:lnTo>
                  <a:pt x="2444369" y="1080668"/>
                </a:lnTo>
                <a:moveTo>
                  <a:pt x="2315718" y="1080668"/>
                </a:moveTo>
                <a:lnTo>
                  <a:pt x="2315718" y="1209319"/>
                </a:lnTo>
                <a:moveTo>
                  <a:pt x="2315718" y="1209319"/>
                </a:moveTo>
                <a:lnTo>
                  <a:pt x="2444369" y="1209319"/>
                </a:lnTo>
                <a:moveTo>
                  <a:pt x="2315718" y="1209319"/>
                </a:moveTo>
                <a:lnTo>
                  <a:pt x="2315718" y="1337970"/>
                </a:lnTo>
                <a:moveTo>
                  <a:pt x="2315718" y="1337970"/>
                </a:moveTo>
                <a:lnTo>
                  <a:pt x="2444369" y="1337970"/>
                </a:lnTo>
                <a:moveTo>
                  <a:pt x="2315718" y="1337970"/>
                </a:moveTo>
                <a:lnTo>
                  <a:pt x="2315718" y="1466621"/>
                </a:lnTo>
                <a:moveTo>
                  <a:pt x="2315718" y="1466621"/>
                </a:moveTo>
                <a:lnTo>
                  <a:pt x="2444369" y="1466621"/>
                </a:lnTo>
                <a:moveTo>
                  <a:pt x="2315718" y="1466621"/>
                </a:moveTo>
                <a:lnTo>
                  <a:pt x="2315718" y="1595272"/>
                </a:lnTo>
                <a:moveTo>
                  <a:pt x="2315718" y="1595272"/>
                </a:moveTo>
                <a:lnTo>
                  <a:pt x="2444369" y="1595272"/>
                </a:lnTo>
                <a:moveTo>
                  <a:pt x="2315718" y="1595272"/>
                </a:moveTo>
                <a:lnTo>
                  <a:pt x="2315718" y="1723923"/>
                </a:lnTo>
                <a:moveTo>
                  <a:pt x="2315718" y="1723923"/>
                </a:moveTo>
                <a:lnTo>
                  <a:pt x="2444369" y="1723923"/>
                </a:lnTo>
                <a:moveTo>
                  <a:pt x="2315718" y="1723923"/>
                </a:moveTo>
                <a:lnTo>
                  <a:pt x="2315718" y="1852574"/>
                </a:lnTo>
                <a:moveTo>
                  <a:pt x="2315718" y="1852574"/>
                </a:moveTo>
                <a:lnTo>
                  <a:pt x="2444369" y="1852574"/>
                </a:lnTo>
                <a:moveTo>
                  <a:pt x="2315718" y="1852574"/>
                </a:moveTo>
                <a:lnTo>
                  <a:pt x="2315718" y="1981225"/>
                </a:lnTo>
                <a:moveTo>
                  <a:pt x="2315718" y="1981225"/>
                </a:moveTo>
                <a:lnTo>
                  <a:pt x="2444369" y="1981225"/>
                </a:lnTo>
                <a:moveTo>
                  <a:pt x="2315718" y="1981225"/>
                </a:moveTo>
                <a:lnTo>
                  <a:pt x="2315718" y="2109876"/>
                </a:lnTo>
                <a:moveTo>
                  <a:pt x="2315718" y="2109876"/>
                </a:moveTo>
                <a:lnTo>
                  <a:pt x="2444369" y="2109876"/>
                </a:lnTo>
                <a:moveTo>
                  <a:pt x="2315718" y="2109876"/>
                </a:moveTo>
                <a:lnTo>
                  <a:pt x="2315718" y="2238527"/>
                </a:lnTo>
                <a:moveTo>
                  <a:pt x="2315718" y="2238527"/>
                </a:moveTo>
                <a:lnTo>
                  <a:pt x="2444369" y="2238527"/>
                </a:lnTo>
                <a:moveTo>
                  <a:pt x="2315718" y="2238527"/>
                </a:moveTo>
                <a:lnTo>
                  <a:pt x="2315718" y="2367178"/>
                </a:lnTo>
                <a:moveTo>
                  <a:pt x="2315718" y="2367178"/>
                </a:moveTo>
                <a:lnTo>
                  <a:pt x="2444369" y="2367178"/>
                </a:lnTo>
                <a:moveTo>
                  <a:pt x="2315718" y="2367178"/>
                </a:moveTo>
                <a:lnTo>
                  <a:pt x="2315718" y="2495829"/>
                </a:lnTo>
                <a:moveTo>
                  <a:pt x="2315718" y="2495829"/>
                </a:moveTo>
                <a:lnTo>
                  <a:pt x="2444369" y="2495829"/>
                </a:lnTo>
                <a:moveTo>
                  <a:pt x="2315718" y="2495829"/>
                </a:moveTo>
                <a:lnTo>
                  <a:pt x="2315718" y="2624480"/>
                </a:lnTo>
                <a:moveTo>
                  <a:pt x="2315718" y="2624480"/>
                </a:moveTo>
                <a:lnTo>
                  <a:pt x="2444369" y="2624480"/>
                </a:lnTo>
                <a:moveTo>
                  <a:pt x="2315718" y="2624480"/>
                </a:moveTo>
                <a:lnTo>
                  <a:pt x="2315718" y="2753131"/>
                </a:lnTo>
                <a:moveTo>
                  <a:pt x="2315718" y="2753131"/>
                </a:moveTo>
                <a:lnTo>
                  <a:pt x="2444369" y="2753131"/>
                </a:lnTo>
                <a:moveTo>
                  <a:pt x="2315718" y="2753131"/>
                </a:moveTo>
                <a:lnTo>
                  <a:pt x="2315718" y="2881782"/>
                </a:lnTo>
                <a:moveTo>
                  <a:pt x="2315718" y="2881782"/>
                </a:moveTo>
                <a:lnTo>
                  <a:pt x="2444369" y="2881782"/>
                </a:lnTo>
                <a:moveTo>
                  <a:pt x="2315718" y="2881782"/>
                </a:moveTo>
                <a:lnTo>
                  <a:pt x="2315718" y="3010433"/>
                </a:lnTo>
                <a:moveTo>
                  <a:pt x="2315718" y="3010433"/>
                </a:moveTo>
                <a:lnTo>
                  <a:pt x="2444369" y="3010433"/>
                </a:lnTo>
                <a:moveTo>
                  <a:pt x="2315718" y="3010433"/>
                </a:moveTo>
                <a:lnTo>
                  <a:pt x="2315718" y="3139084"/>
                </a:lnTo>
                <a:moveTo>
                  <a:pt x="2315718" y="3139084"/>
                </a:moveTo>
                <a:lnTo>
                  <a:pt x="2444369" y="3139084"/>
                </a:lnTo>
                <a:moveTo>
                  <a:pt x="2315718" y="3139084"/>
                </a:moveTo>
                <a:lnTo>
                  <a:pt x="2315718" y="3267735"/>
                </a:lnTo>
                <a:moveTo>
                  <a:pt x="2315718" y="3267735"/>
                </a:moveTo>
                <a:lnTo>
                  <a:pt x="2444369" y="3267735"/>
                </a:lnTo>
                <a:moveTo>
                  <a:pt x="2315718" y="3267735"/>
                </a:moveTo>
                <a:lnTo>
                  <a:pt x="2315718" y="3396386"/>
                </a:lnTo>
                <a:moveTo>
                  <a:pt x="2315718" y="3396386"/>
                </a:moveTo>
                <a:lnTo>
                  <a:pt x="2444369" y="3396386"/>
                </a:lnTo>
                <a:moveTo>
                  <a:pt x="2315718" y="3396386"/>
                </a:moveTo>
                <a:lnTo>
                  <a:pt x="2315718" y="3525037"/>
                </a:lnTo>
                <a:moveTo>
                  <a:pt x="2315718" y="3525037"/>
                </a:moveTo>
                <a:lnTo>
                  <a:pt x="2444369" y="3525037"/>
                </a:lnTo>
                <a:moveTo>
                  <a:pt x="2315718" y="3525037"/>
                </a:moveTo>
                <a:lnTo>
                  <a:pt x="2315718" y="3653688"/>
                </a:lnTo>
                <a:moveTo>
                  <a:pt x="2315718" y="3653688"/>
                </a:moveTo>
                <a:lnTo>
                  <a:pt x="2444369" y="3653688"/>
                </a:lnTo>
                <a:moveTo>
                  <a:pt x="2315718" y="3653688"/>
                </a:moveTo>
                <a:lnTo>
                  <a:pt x="2315718" y="3782339"/>
                </a:lnTo>
                <a:moveTo>
                  <a:pt x="2315718" y="3782339"/>
                </a:moveTo>
                <a:lnTo>
                  <a:pt x="2444369" y="3782339"/>
                </a:lnTo>
                <a:moveTo>
                  <a:pt x="2315718" y="3782339"/>
                </a:moveTo>
                <a:lnTo>
                  <a:pt x="2315718" y="3910990"/>
                </a:lnTo>
                <a:moveTo>
                  <a:pt x="2315718" y="3910990"/>
                </a:moveTo>
                <a:lnTo>
                  <a:pt x="2444369" y="3910990"/>
                </a:lnTo>
                <a:moveTo>
                  <a:pt x="2315718" y="3910990"/>
                </a:moveTo>
                <a:lnTo>
                  <a:pt x="2315718" y="4039641"/>
                </a:lnTo>
                <a:moveTo>
                  <a:pt x="2315718" y="4039641"/>
                </a:moveTo>
                <a:lnTo>
                  <a:pt x="2444369" y="4039641"/>
                </a:lnTo>
                <a:moveTo>
                  <a:pt x="2315718" y="4039641"/>
                </a:moveTo>
                <a:lnTo>
                  <a:pt x="2315718" y="4168292"/>
                </a:lnTo>
                <a:moveTo>
                  <a:pt x="2315718" y="4168292"/>
                </a:moveTo>
                <a:lnTo>
                  <a:pt x="2444369" y="4168292"/>
                </a:lnTo>
                <a:moveTo>
                  <a:pt x="2315718" y="4168292"/>
                </a:moveTo>
                <a:lnTo>
                  <a:pt x="2315718" y="4296943"/>
                </a:lnTo>
                <a:moveTo>
                  <a:pt x="2315718" y="4296943"/>
                </a:moveTo>
                <a:lnTo>
                  <a:pt x="2444369" y="4296943"/>
                </a:lnTo>
                <a:moveTo>
                  <a:pt x="2315718" y="4296943"/>
                </a:moveTo>
                <a:lnTo>
                  <a:pt x="2315718" y="4425594"/>
                </a:lnTo>
                <a:moveTo>
                  <a:pt x="2315718" y="4425594"/>
                </a:moveTo>
                <a:lnTo>
                  <a:pt x="2444369" y="4425594"/>
                </a:lnTo>
                <a:moveTo>
                  <a:pt x="2315718" y="4425594"/>
                </a:moveTo>
                <a:lnTo>
                  <a:pt x="2315718" y="4554245"/>
                </a:lnTo>
                <a:moveTo>
                  <a:pt x="2315718" y="4554245"/>
                </a:moveTo>
                <a:lnTo>
                  <a:pt x="2444369" y="4554245"/>
                </a:lnTo>
                <a:moveTo>
                  <a:pt x="2315718" y="4554245"/>
                </a:moveTo>
                <a:lnTo>
                  <a:pt x="2315718" y="4682896"/>
                </a:lnTo>
                <a:moveTo>
                  <a:pt x="2315718" y="4682896"/>
                </a:moveTo>
                <a:lnTo>
                  <a:pt x="2444369" y="4682896"/>
                </a:lnTo>
                <a:moveTo>
                  <a:pt x="2315718" y="4682896"/>
                </a:moveTo>
                <a:lnTo>
                  <a:pt x="2315718" y="4811547"/>
                </a:lnTo>
                <a:moveTo>
                  <a:pt x="2315718" y="4811547"/>
                </a:moveTo>
                <a:lnTo>
                  <a:pt x="2444369" y="4811547"/>
                </a:lnTo>
                <a:moveTo>
                  <a:pt x="2315718" y="4811547"/>
                </a:moveTo>
                <a:lnTo>
                  <a:pt x="2315718" y="4875873"/>
                </a:lnTo>
                <a:moveTo>
                  <a:pt x="2444369" y="0"/>
                </a:moveTo>
                <a:lnTo>
                  <a:pt x="2444369" y="51460"/>
                </a:lnTo>
                <a:moveTo>
                  <a:pt x="2444369" y="51460"/>
                </a:moveTo>
                <a:lnTo>
                  <a:pt x="2573020" y="51460"/>
                </a:lnTo>
                <a:moveTo>
                  <a:pt x="2444369" y="51460"/>
                </a:moveTo>
                <a:lnTo>
                  <a:pt x="2444369" y="180111"/>
                </a:lnTo>
                <a:moveTo>
                  <a:pt x="2444369" y="180111"/>
                </a:moveTo>
                <a:lnTo>
                  <a:pt x="2573020" y="180111"/>
                </a:lnTo>
                <a:moveTo>
                  <a:pt x="2444369" y="180111"/>
                </a:moveTo>
                <a:lnTo>
                  <a:pt x="2444369" y="308762"/>
                </a:lnTo>
                <a:moveTo>
                  <a:pt x="2444369" y="308762"/>
                </a:moveTo>
                <a:lnTo>
                  <a:pt x="2573020" y="308762"/>
                </a:lnTo>
                <a:moveTo>
                  <a:pt x="2444369" y="308762"/>
                </a:moveTo>
                <a:lnTo>
                  <a:pt x="2444369" y="437413"/>
                </a:lnTo>
                <a:moveTo>
                  <a:pt x="2444369" y="437413"/>
                </a:moveTo>
                <a:lnTo>
                  <a:pt x="2573020" y="437413"/>
                </a:lnTo>
                <a:moveTo>
                  <a:pt x="2444369" y="437413"/>
                </a:moveTo>
                <a:lnTo>
                  <a:pt x="2444369" y="566064"/>
                </a:lnTo>
                <a:moveTo>
                  <a:pt x="2444369" y="566064"/>
                </a:moveTo>
                <a:lnTo>
                  <a:pt x="2573020" y="566064"/>
                </a:lnTo>
                <a:moveTo>
                  <a:pt x="2444369" y="566064"/>
                </a:moveTo>
                <a:lnTo>
                  <a:pt x="2444369" y="694715"/>
                </a:lnTo>
                <a:moveTo>
                  <a:pt x="2444369" y="694715"/>
                </a:moveTo>
                <a:lnTo>
                  <a:pt x="2573020" y="694715"/>
                </a:lnTo>
                <a:moveTo>
                  <a:pt x="2444369" y="694715"/>
                </a:moveTo>
                <a:lnTo>
                  <a:pt x="2444369" y="823366"/>
                </a:lnTo>
                <a:moveTo>
                  <a:pt x="2444369" y="823366"/>
                </a:moveTo>
                <a:lnTo>
                  <a:pt x="2573020" y="823366"/>
                </a:lnTo>
                <a:moveTo>
                  <a:pt x="2444369" y="823366"/>
                </a:moveTo>
                <a:lnTo>
                  <a:pt x="2444369" y="952017"/>
                </a:lnTo>
                <a:moveTo>
                  <a:pt x="2444369" y="952017"/>
                </a:moveTo>
                <a:lnTo>
                  <a:pt x="2573020" y="952017"/>
                </a:lnTo>
                <a:moveTo>
                  <a:pt x="2444369" y="952017"/>
                </a:moveTo>
                <a:lnTo>
                  <a:pt x="2444369" y="1080668"/>
                </a:lnTo>
                <a:moveTo>
                  <a:pt x="2444369" y="1080668"/>
                </a:moveTo>
                <a:lnTo>
                  <a:pt x="2573020" y="1080668"/>
                </a:lnTo>
                <a:moveTo>
                  <a:pt x="2444369" y="1080668"/>
                </a:moveTo>
                <a:lnTo>
                  <a:pt x="2444369" y="1209319"/>
                </a:lnTo>
                <a:moveTo>
                  <a:pt x="2444369" y="1209319"/>
                </a:moveTo>
                <a:lnTo>
                  <a:pt x="2573020" y="1209319"/>
                </a:lnTo>
                <a:moveTo>
                  <a:pt x="2444369" y="1209319"/>
                </a:moveTo>
                <a:lnTo>
                  <a:pt x="2444369" y="1337970"/>
                </a:lnTo>
                <a:moveTo>
                  <a:pt x="2444369" y="1337970"/>
                </a:moveTo>
                <a:lnTo>
                  <a:pt x="2573020" y="1337970"/>
                </a:lnTo>
                <a:moveTo>
                  <a:pt x="2444369" y="1337970"/>
                </a:moveTo>
                <a:lnTo>
                  <a:pt x="2444369" y="1466621"/>
                </a:lnTo>
                <a:moveTo>
                  <a:pt x="2444369" y="1466621"/>
                </a:moveTo>
                <a:lnTo>
                  <a:pt x="2573020" y="1466621"/>
                </a:lnTo>
                <a:moveTo>
                  <a:pt x="2444369" y="1466621"/>
                </a:moveTo>
                <a:lnTo>
                  <a:pt x="2444369" y="1595272"/>
                </a:lnTo>
                <a:moveTo>
                  <a:pt x="2444369" y="1595272"/>
                </a:moveTo>
                <a:lnTo>
                  <a:pt x="2573020" y="1595272"/>
                </a:lnTo>
                <a:moveTo>
                  <a:pt x="2444369" y="1595272"/>
                </a:moveTo>
                <a:lnTo>
                  <a:pt x="2444369" y="1723923"/>
                </a:lnTo>
                <a:moveTo>
                  <a:pt x="2444369" y="1723923"/>
                </a:moveTo>
                <a:lnTo>
                  <a:pt x="2573020" y="1723923"/>
                </a:lnTo>
                <a:moveTo>
                  <a:pt x="2444369" y="1723923"/>
                </a:moveTo>
                <a:lnTo>
                  <a:pt x="2444369" y="1852574"/>
                </a:lnTo>
                <a:moveTo>
                  <a:pt x="2444369" y="1852574"/>
                </a:moveTo>
                <a:lnTo>
                  <a:pt x="2573020" y="1852574"/>
                </a:lnTo>
                <a:moveTo>
                  <a:pt x="2444369" y="1852574"/>
                </a:moveTo>
                <a:lnTo>
                  <a:pt x="2444369" y="1981225"/>
                </a:lnTo>
                <a:moveTo>
                  <a:pt x="2444369" y="1981225"/>
                </a:moveTo>
                <a:lnTo>
                  <a:pt x="2573020" y="1981225"/>
                </a:lnTo>
                <a:moveTo>
                  <a:pt x="2444369" y="1981225"/>
                </a:moveTo>
                <a:lnTo>
                  <a:pt x="2444369" y="2109876"/>
                </a:lnTo>
                <a:moveTo>
                  <a:pt x="2444369" y="2109876"/>
                </a:moveTo>
                <a:lnTo>
                  <a:pt x="2573020" y="2109876"/>
                </a:lnTo>
                <a:moveTo>
                  <a:pt x="2444369" y="2109876"/>
                </a:moveTo>
                <a:lnTo>
                  <a:pt x="2444369" y="2238527"/>
                </a:lnTo>
                <a:moveTo>
                  <a:pt x="2444369" y="2238527"/>
                </a:moveTo>
                <a:lnTo>
                  <a:pt x="2573020" y="2238527"/>
                </a:lnTo>
                <a:moveTo>
                  <a:pt x="2444369" y="2238527"/>
                </a:moveTo>
                <a:lnTo>
                  <a:pt x="2444369" y="2367178"/>
                </a:lnTo>
                <a:moveTo>
                  <a:pt x="2444369" y="2367178"/>
                </a:moveTo>
                <a:lnTo>
                  <a:pt x="2573020" y="2367178"/>
                </a:lnTo>
                <a:moveTo>
                  <a:pt x="2444369" y="2367178"/>
                </a:moveTo>
                <a:lnTo>
                  <a:pt x="2444369" y="2495829"/>
                </a:lnTo>
                <a:moveTo>
                  <a:pt x="2444369" y="2495829"/>
                </a:moveTo>
                <a:lnTo>
                  <a:pt x="2573020" y="2495829"/>
                </a:lnTo>
                <a:moveTo>
                  <a:pt x="2444369" y="2495829"/>
                </a:moveTo>
                <a:lnTo>
                  <a:pt x="2444369" y="2624480"/>
                </a:lnTo>
                <a:moveTo>
                  <a:pt x="2444369" y="2624480"/>
                </a:moveTo>
                <a:lnTo>
                  <a:pt x="2573020" y="2624480"/>
                </a:lnTo>
                <a:moveTo>
                  <a:pt x="2444369" y="2624480"/>
                </a:moveTo>
                <a:lnTo>
                  <a:pt x="2444369" y="2753131"/>
                </a:lnTo>
                <a:moveTo>
                  <a:pt x="2444369" y="2753131"/>
                </a:moveTo>
                <a:lnTo>
                  <a:pt x="2573020" y="2753131"/>
                </a:lnTo>
                <a:moveTo>
                  <a:pt x="2444369" y="2753131"/>
                </a:moveTo>
                <a:lnTo>
                  <a:pt x="2444369" y="2881782"/>
                </a:lnTo>
                <a:moveTo>
                  <a:pt x="2444369" y="2881782"/>
                </a:moveTo>
                <a:lnTo>
                  <a:pt x="2573020" y="2881782"/>
                </a:lnTo>
                <a:moveTo>
                  <a:pt x="2444369" y="2881782"/>
                </a:moveTo>
                <a:lnTo>
                  <a:pt x="2444369" y="3010433"/>
                </a:lnTo>
                <a:moveTo>
                  <a:pt x="2444369" y="3010433"/>
                </a:moveTo>
                <a:lnTo>
                  <a:pt x="2573020" y="3010433"/>
                </a:lnTo>
                <a:moveTo>
                  <a:pt x="2444369" y="3010433"/>
                </a:moveTo>
                <a:lnTo>
                  <a:pt x="2444369" y="3139084"/>
                </a:lnTo>
                <a:moveTo>
                  <a:pt x="2444369" y="3139084"/>
                </a:moveTo>
                <a:lnTo>
                  <a:pt x="2573020" y="3139084"/>
                </a:lnTo>
                <a:moveTo>
                  <a:pt x="2444369" y="3139084"/>
                </a:moveTo>
                <a:lnTo>
                  <a:pt x="2444369" y="3267735"/>
                </a:lnTo>
                <a:moveTo>
                  <a:pt x="2444369" y="3267735"/>
                </a:moveTo>
                <a:lnTo>
                  <a:pt x="2573020" y="3267735"/>
                </a:lnTo>
                <a:moveTo>
                  <a:pt x="2444369" y="3267735"/>
                </a:moveTo>
                <a:lnTo>
                  <a:pt x="2444369" y="3396386"/>
                </a:lnTo>
                <a:moveTo>
                  <a:pt x="2444369" y="3396386"/>
                </a:moveTo>
                <a:lnTo>
                  <a:pt x="2573020" y="3396386"/>
                </a:lnTo>
                <a:moveTo>
                  <a:pt x="2444369" y="3396386"/>
                </a:moveTo>
                <a:lnTo>
                  <a:pt x="2444369" y="3525037"/>
                </a:lnTo>
                <a:moveTo>
                  <a:pt x="2444369" y="3525037"/>
                </a:moveTo>
                <a:lnTo>
                  <a:pt x="2573020" y="3525037"/>
                </a:lnTo>
                <a:moveTo>
                  <a:pt x="2444369" y="3525037"/>
                </a:moveTo>
                <a:lnTo>
                  <a:pt x="2444369" y="3653688"/>
                </a:lnTo>
                <a:moveTo>
                  <a:pt x="2444369" y="3653688"/>
                </a:moveTo>
                <a:lnTo>
                  <a:pt x="2573020" y="3653688"/>
                </a:lnTo>
                <a:moveTo>
                  <a:pt x="2444369" y="3653688"/>
                </a:moveTo>
                <a:lnTo>
                  <a:pt x="2444369" y="3782339"/>
                </a:lnTo>
                <a:moveTo>
                  <a:pt x="2444369" y="3782339"/>
                </a:moveTo>
                <a:lnTo>
                  <a:pt x="2573020" y="3782339"/>
                </a:lnTo>
                <a:moveTo>
                  <a:pt x="2444369" y="3782339"/>
                </a:moveTo>
                <a:lnTo>
                  <a:pt x="2444369" y="3910990"/>
                </a:lnTo>
                <a:moveTo>
                  <a:pt x="2444369" y="3910990"/>
                </a:moveTo>
                <a:lnTo>
                  <a:pt x="2573020" y="3910990"/>
                </a:lnTo>
                <a:moveTo>
                  <a:pt x="2444369" y="3910990"/>
                </a:moveTo>
                <a:lnTo>
                  <a:pt x="2444369" y="4039641"/>
                </a:lnTo>
                <a:moveTo>
                  <a:pt x="2444369" y="4039641"/>
                </a:moveTo>
                <a:lnTo>
                  <a:pt x="2573020" y="4039641"/>
                </a:lnTo>
                <a:moveTo>
                  <a:pt x="2444369" y="4039641"/>
                </a:moveTo>
                <a:lnTo>
                  <a:pt x="2444369" y="4168292"/>
                </a:lnTo>
                <a:moveTo>
                  <a:pt x="2444369" y="4168292"/>
                </a:moveTo>
                <a:lnTo>
                  <a:pt x="2573020" y="4168292"/>
                </a:lnTo>
                <a:moveTo>
                  <a:pt x="2444369" y="4168292"/>
                </a:moveTo>
                <a:lnTo>
                  <a:pt x="2444369" y="4296943"/>
                </a:lnTo>
                <a:moveTo>
                  <a:pt x="2444369" y="4296943"/>
                </a:moveTo>
                <a:lnTo>
                  <a:pt x="2573020" y="4296943"/>
                </a:lnTo>
                <a:moveTo>
                  <a:pt x="2444369" y="4296943"/>
                </a:moveTo>
                <a:lnTo>
                  <a:pt x="2444369" y="4425594"/>
                </a:lnTo>
                <a:moveTo>
                  <a:pt x="2444369" y="4425594"/>
                </a:moveTo>
                <a:lnTo>
                  <a:pt x="2573020" y="4425594"/>
                </a:lnTo>
                <a:moveTo>
                  <a:pt x="2444369" y="4425594"/>
                </a:moveTo>
                <a:lnTo>
                  <a:pt x="2444369" y="4554245"/>
                </a:lnTo>
                <a:moveTo>
                  <a:pt x="2444369" y="4554245"/>
                </a:moveTo>
                <a:lnTo>
                  <a:pt x="2573020" y="4554245"/>
                </a:lnTo>
                <a:moveTo>
                  <a:pt x="2444369" y="4554245"/>
                </a:moveTo>
                <a:lnTo>
                  <a:pt x="2444369" y="4682896"/>
                </a:lnTo>
                <a:moveTo>
                  <a:pt x="2444369" y="4682896"/>
                </a:moveTo>
                <a:lnTo>
                  <a:pt x="2573020" y="4682896"/>
                </a:lnTo>
                <a:moveTo>
                  <a:pt x="2444369" y="4682896"/>
                </a:moveTo>
                <a:lnTo>
                  <a:pt x="2444369" y="4811547"/>
                </a:lnTo>
                <a:moveTo>
                  <a:pt x="2444369" y="4811547"/>
                </a:moveTo>
                <a:lnTo>
                  <a:pt x="2573020" y="4811547"/>
                </a:lnTo>
                <a:moveTo>
                  <a:pt x="2444369" y="4811547"/>
                </a:moveTo>
                <a:lnTo>
                  <a:pt x="2444369" y="4875873"/>
                </a:lnTo>
                <a:moveTo>
                  <a:pt x="2573020" y="0"/>
                </a:moveTo>
                <a:lnTo>
                  <a:pt x="2573020" y="51460"/>
                </a:lnTo>
                <a:moveTo>
                  <a:pt x="2573020" y="51460"/>
                </a:moveTo>
                <a:lnTo>
                  <a:pt x="2701671" y="51460"/>
                </a:lnTo>
                <a:moveTo>
                  <a:pt x="2573020" y="51460"/>
                </a:moveTo>
                <a:lnTo>
                  <a:pt x="2573020" y="180111"/>
                </a:lnTo>
                <a:moveTo>
                  <a:pt x="2573020" y="180111"/>
                </a:moveTo>
                <a:lnTo>
                  <a:pt x="2701671" y="180111"/>
                </a:lnTo>
                <a:moveTo>
                  <a:pt x="2573020" y="180111"/>
                </a:moveTo>
                <a:lnTo>
                  <a:pt x="2573020" y="308762"/>
                </a:lnTo>
                <a:moveTo>
                  <a:pt x="2573020" y="308762"/>
                </a:moveTo>
                <a:lnTo>
                  <a:pt x="2701671" y="308762"/>
                </a:lnTo>
                <a:moveTo>
                  <a:pt x="2573020" y="308762"/>
                </a:moveTo>
                <a:lnTo>
                  <a:pt x="2573020" y="437413"/>
                </a:lnTo>
                <a:moveTo>
                  <a:pt x="2573020" y="437413"/>
                </a:moveTo>
                <a:lnTo>
                  <a:pt x="2701671" y="437413"/>
                </a:lnTo>
                <a:moveTo>
                  <a:pt x="2573020" y="437413"/>
                </a:moveTo>
                <a:lnTo>
                  <a:pt x="2573020" y="566064"/>
                </a:lnTo>
                <a:moveTo>
                  <a:pt x="2573020" y="566064"/>
                </a:moveTo>
                <a:lnTo>
                  <a:pt x="2701671" y="566064"/>
                </a:lnTo>
                <a:moveTo>
                  <a:pt x="2573020" y="566064"/>
                </a:moveTo>
                <a:lnTo>
                  <a:pt x="2573020" y="694715"/>
                </a:lnTo>
                <a:moveTo>
                  <a:pt x="2573020" y="694715"/>
                </a:moveTo>
                <a:lnTo>
                  <a:pt x="2701671" y="694715"/>
                </a:lnTo>
                <a:moveTo>
                  <a:pt x="2573020" y="694715"/>
                </a:moveTo>
                <a:lnTo>
                  <a:pt x="2573020" y="823366"/>
                </a:lnTo>
                <a:moveTo>
                  <a:pt x="2573020" y="823366"/>
                </a:moveTo>
                <a:lnTo>
                  <a:pt x="2701671" y="823366"/>
                </a:lnTo>
                <a:moveTo>
                  <a:pt x="2573020" y="823366"/>
                </a:moveTo>
                <a:lnTo>
                  <a:pt x="2573020" y="952017"/>
                </a:lnTo>
                <a:moveTo>
                  <a:pt x="2573020" y="952017"/>
                </a:moveTo>
                <a:lnTo>
                  <a:pt x="2701671" y="952017"/>
                </a:lnTo>
                <a:moveTo>
                  <a:pt x="2573020" y="952017"/>
                </a:moveTo>
                <a:lnTo>
                  <a:pt x="2573020" y="1080668"/>
                </a:lnTo>
                <a:moveTo>
                  <a:pt x="2573020" y="1080668"/>
                </a:moveTo>
                <a:lnTo>
                  <a:pt x="2701671" y="1080668"/>
                </a:lnTo>
                <a:moveTo>
                  <a:pt x="2573020" y="1080668"/>
                </a:moveTo>
                <a:lnTo>
                  <a:pt x="2573020" y="1209319"/>
                </a:lnTo>
                <a:moveTo>
                  <a:pt x="2573020" y="1209319"/>
                </a:moveTo>
                <a:lnTo>
                  <a:pt x="2701671" y="1209319"/>
                </a:lnTo>
                <a:moveTo>
                  <a:pt x="2573020" y="1209319"/>
                </a:moveTo>
                <a:lnTo>
                  <a:pt x="2573020" y="1337970"/>
                </a:lnTo>
                <a:moveTo>
                  <a:pt x="2573020" y="1337970"/>
                </a:moveTo>
                <a:lnTo>
                  <a:pt x="2701671" y="1337970"/>
                </a:lnTo>
                <a:moveTo>
                  <a:pt x="2573020" y="1337970"/>
                </a:moveTo>
                <a:lnTo>
                  <a:pt x="2573020" y="1466621"/>
                </a:lnTo>
                <a:moveTo>
                  <a:pt x="2573020" y="1466621"/>
                </a:moveTo>
                <a:lnTo>
                  <a:pt x="2701671" y="1466621"/>
                </a:lnTo>
                <a:moveTo>
                  <a:pt x="2573020" y="1466621"/>
                </a:moveTo>
                <a:lnTo>
                  <a:pt x="2573020" y="1595272"/>
                </a:lnTo>
                <a:moveTo>
                  <a:pt x="2573020" y="1595272"/>
                </a:moveTo>
                <a:lnTo>
                  <a:pt x="2701671" y="1595272"/>
                </a:lnTo>
                <a:moveTo>
                  <a:pt x="2573020" y="1595272"/>
                </a:moveTo>
                <a:lnTo>
                  <a:pt x="2573020" y="1723923"/>
                </a:lnTo>
                <a:moveTo>
                  <a:pt x="2573020" y="1723923"/>
                </a:moveTo>
                <a:lnTo>
                  <a:pt x="2701671" y="1723923"/>
                </a:lnTo>
                <a:moveTo>
                  <a:pt x="2573020" y="1723923"/>
                </a:moveTo>
                <a:lnTo>
                  <a:pt x="2573020" y="1852574"/>
                </a:lnTo>
                <a:moveTo>
                  <a:pt x="2573020" y="1852574"/>
                </a:moveTo>
                <a:lnTo>
                  <a:pt x="2701671" y="1852574"/>
                </a:lnTo>
                <a:moveTo>
                  <a:pt x="2573020" y="1852574"/>
                </a:moveTo>
                <a:lnTo>
                  <a:pt x="2573020" y="1981225"/>
                </a:lnTo>
                <a:moveTo>
                  <a:pt x="2573020" y="1981225"/>
                </a:moveTo>
                <a:lnTo>
                  <a:pt x="2701671" y="1981225"/>
                </a:lnTo>
                <a:moveTo>
                  <a:pt x="2573020" y="1981225"/>
                </a:moveTo>
                <a:lnTo>
                  <a:pt x="2573020" y="2109876"/>
                </a:lnTo>
                <a:moveTo>
                  <a:pt x="2573020" y="2109876"/>
                </a:moveTo>
                <a:lnTo>
                  <a:pt x="2701671" y="2109876"/>
                </a:lnTo>
                <a:moveTo>
                  <a:pt x="2573020" y="2109876"/>
                </a:moveTo>
                <a:lnTo>
                  <a:pt x="2573020" y="2238527"/>
                </a:lnTo>
                <a:moveTo>
                  <a:pt x="2573020" y="2238527"/>
                </a:moveTo>
                <a:lnTo>
                  <a:pt x="2701671" y="2238527"/>
                </a:lnTo>
                <a:moveTo>
                  <a:pt x="2573020" y="2238527"/>
                </a:moveTo>
                <a:lnTo>
                  <a:pt x="2573020" y="2367178"/>
                </a:lnTo>
                <a:moveTo>
                  <a:pt x="2573020" y="2367178"/>
                </a:moveTo>
                <a:lnTo>
                  <a:pt x="2701671" y="2367178"/>
                </a:lnTo>
                <a:moveTo>
                  <a:pt x="2573020" y="2367178"/>
                </a:moveTo>
                <a:lnTo>
                  <a:pt x="2573020" y="2495829"/>
                </a:lnTo>
                <a:moveTo>
                  <a:pt x="2573020" y="2495829"/>
                </a:moveTo>
                <a:lnTo>
                  <a:pt x="2701671" y="2495829"/>
                </a:lnTo>
                <a:moveTo>
                  <a:pt x="2573020" y="2495829"/>
                </a:moveTo>
                <a:lnTo>
                  <a:pt x="2573020" y="2624480"/>
                </a:lnTo>
                <a:moveTo>
                  <a:pt x="2573020" y="2624480"/>
                </a:moveTo>
                <a:lnTo>
                  <a:pt x="2701671" y="2624480"/>
                </a:lnTo>
                <a:moveTo>
                  <a:pt x="2573020" y="2624480"/>
                </a:moveTo>
                <a:lnTo>
                  <a:pt x="2573020" y="2753131"/>
                </a:lnTo>
                <a:moveTo>
                  <a:pt x="2573020" y="2753131"/>
                </a:moveTo>
                <a:lnTo>
                  <a:pt x="2701671" y="2753131"/>
                </a:lnTo>
                <a:moveTo>
                  <a:pt x="2573020" y="2753131"/>
                </a:moveTo>
                <a:lnTo>
                  <a:pt x="2573020" y="2881782"/>
                </a:lnTo>
                <a:moveTo>
                  <a:pt x="2573020" y="2881782"/>
                </a:moveTo>
                <a:lnTo>
                  <a:pt x="2701671" y="2881782"/>
                </a:lnTo>
                <a:moveTo>
                  <a:pt x="2573020" y="2881782"/>
                </a:moveTo>
                <a:lnTo>
                  <a:pt x="2573020" y="3010433"/>
                </a:lnTo>
                <a:moveTo>
                  <a:pt x="2573020" y="3010433"/>
                </a:moveTo>
                <a:lnTo>
                  <a:pt x="2701671" y="3010433"/>
                </a:lnTo>
                <a:moveTo>
                  <a:pt x="2573020" y="3010433"/>
                </a:moveTo>
                <a:lnTo>
                  <a:pt x="2573020" y="3139084"/>
                </a:lnTo>
                <a:moveTo>
                  <a:pt x="2573020" y="3139084"/>
                </a:moveTo>
                <a:lnTo>
                  <a:pt x="2701671" y="3139084"/>
                </a:lnTo>
                <a:moveTo>
                  <a:pt x="2573020" y="3139084"/>
                </a:moveTo>
                <a:lnTo>
                  <a:pt x="2573020" y="3267735"/>
                </a:lnTo>
                <a:moveTo>
                  <a:pt x="2573020" y="3267735"/>
                </a:moveTo>
                <a:lnTo>
                  <a:pt x="2701671" y="3267735"/>
                </a:lnTo>
                <a:moveTo>
                  <a:pt x="2573020" y="3267735"/>
                </a:moveTo>
                <a:lnTo>
                  <a:pt x="2573020" y="3396386"/>
                </a:lnTo>
                <a:moveTo>
                  <a:pt x="2573020" y="3396386"/>
                </a:moveTo>
                <a:lnTo>
                  <a:pt x="2701671" y="3396386"/>
                </a:lnTo>
                <a:moveTo>
                  <a:pt x="2573020" y="3396386"/>
                </a:moveTo>
                <a:lnTo>
                  <a:pt x="2573020" y="3525037"/>
                </a:lnTo>
                <a:moveTo>
                  <a:pt x="2573020" y="3525037"/>
                </a:moveTo>
                <a:lnTo>
                  <a:pt x="2701671" y="3525037"/>
                </a:lnTo>
                <a:moveTo>
                  <a:pt x="2573020" y="3525037"/>
                </a:moveTo>
                <a:lnTo>
                  <a:pt x="2573020" y="3653688"/>
                </a:lnTo>
                <a:moveTo>
                  <a:pt x="2573020" y="3653688"/>
                </a:moveTo>
                <a:lnTo>
                  <a:pt x="2701671" y="3653688"/>
                </a:lnTo>
                <a:moveTo>
                  <a:pt x="2573020" y="3653688"/>
                </a:moveTo>
                <a:lnTo>
                  <a:pt x="2573020" y="3782339"/>
                </a:lnTo>
                <a:moveTo>
                  <a:pt x="2573020" y="3782339"/>
                </a:moveTo>
                <a:lnTo>
                  <a:pt x="2701671" y="3782339"/>
                </a:lnTo>
                <a:moveTo>
                  <a:pt x="2573020" y="3782339"/>
                </a:moveTo>
                <a:lnTo>
                  <a:pt x="2573020" y="3910990"/>
                </a:lnTo>
                <a:moveTo>
                  <a:pt x="2573020" y="3910990"/>
                </a:moveTo>
                <a:lnTo>
                  <a:pt x="2701671" y="3910990"/>
                </a:lnTo>
                <a:moveTo>
                  <a:pt x="2573020" y="3910990"/>
                </a:moveTo>
                <a:lnTo>
                  <a:pt x="2573020" y="4039641"/>
                </a:lnTo>
                <a:moveTo>
                  <a:pt x="2573020" y="4039641"/>
                </a:moveTo>
                <a:lnTo>
                  <a:pt x="2701671" y="4039641"/>
                </a:lnTo>
                <a:moveTo>
                  <a:pt x="2573020" y="4039641"/>
                </a:moveTo>
                <a:lnTo>
                  <a:pt x="2573020" y="4168292"/>
                </a:lnTo>
                <a:moveTo>
                  <a:pt x="2573020" y="4168292"/>
                </a:moveTo>
                <a:lnTo>
                  <a:pt x="2701671" y="4168292"/>
                </a:lnTo>
                <a:moveTo>
                  <a:pt x="2573020" y="4168292"/>
                </a:moveTo>
                <a:lnTo>
                  <a:pt x="2573020" y="4296943"/>
                </a:lnTo>
                <a:moveTo>
                  <a:pt x="2573020" y="4296943"/>
                </a:moveTo>
                <a:lnTo>
                  <a:pt x="2701671" y="4296943"/>
                </a:lnTo>
                <a:moveTo>
                  <a:pt x="2573020" y="4296943"/>
                </a:moveTo>
                <a:lnTo>
                  <a:pt x="2573020" y="4425594"/>
                </a:lnTo>
                <a:moveTo>
                  <a:pt x="2573020" y="4425594"/>
                </a:moveTo>
                <a:lnTo>
                  <a:pt x="2701671" y="4425594"/>
                </a:lnTo>
                <a:moveTo>
                  <a:pt x="2573020" y="4425594"/>
                </a:moveTo>
                <a:lnTo>
                  <a:pt x="2573020" y="4554245"/>
                </a:lnTo>
                <a:moveTo>
                  <a:pt x="2573020" y="4554245"/>
                </a:moveTo>
                <a:lnTo>
                  <a:pt x="2701671" y="4554245"/>
                </a:lnTo>
                <a:moveTo>
                  <a:pt x="2573020" y="4554245"/>
                </a:moveTo>
                <a:lnTo>
                  <a:pt x="2573020" y="4682896"/>
                </a:lnTo>
                <a:moveTo>
                  <a:pt x="2573020" y="4682896"/>
                </a:moveTo>
                <a:lnTo>
                  <a:pt x="2701671" y="4682896"/>
                </a:lnTo>
                <a:moveTo>
                  <a:pt x="2573020" y="4682896"/>
                </a:moveTo>
                <a:lnTo>
                  <a:pt x="2573020" y="4811547"/>
                </a:lnTo>
                <a:moveTo>
                  <a:pt x="2573020" y="4811547"/>
                </a:moveTo>
                <a:lnTo>
                  <a:pt x="2701671" y="4811547"/>
                </a:lnTo>
                <a:moveTo>
                  <a:pt x="2573020" y="4811547"/>
                </a:moveTo>
                <a:lnTo>
                  <a:pt x="2573020" y="4875873"/>
                </a:lnTo>
                <a:moveTo>
                  <a:pt x="2701671" y="0"/>
                </a:moveTo>
                <a:lnTo>
                  <a:pt x="2701671" y="51460"/>
                </a:lnTo>
                <a:moveTo>
                  <a:pt x="2701671" y="51460"/>
                </a:moveTo>
                <a:lnTo>
                  <a:pt x="2830322" y="51460"/>
                </a:lnTo>
                <a:moveTo>
                  <a:pt x="2701671" y="51460"/>
                </a:moveTo>
                <a:lnTo>
                  <a:pt x="2701671" y="180111"/>
                </a:lnTo>
                <a:moveTo>
                  <a:pt x="2701671" y="180111"/>
                </a:moveTo>
                <a:lnTo>
                  <a:pt x="2830322" y="180111"/>
                </a:lnTo>
                <a:moveTo>
                  <a:pt x="2701671" y="180111"/>
                </a:moveTo>
                <a:lnTo>
                  <a:pt x="2701671" y="308762"/>
                </a:lnTo>
                <a:moveTo>
                  <a:pt x="2701671" y="308762"/>
                </a:moveTo>
                <a:lnTo>
                  <a:pt x="2830322" y="308762"/>
                </a:lnTo>
                <a:moveTo>
                  <a:pt x="2701671" y="308762"/>
                </a:moveTo>
                <a:lnTo>
                  <a:pt x="2701671" y="437413"/>
                </a:lnTo>
                <a:moveTo>
                  <a:pt x="2701671" y="437413"/>
                </a:moveTo>
                <a:lnTo>
                  <a:pt x="2830322" y="437413"/>
                </a:lnTo>
                <a:moveTo>
                  <a:pt x="2701671" y="437413"/>
                </a:moveTo>
                <a:lnTo>
                  <a:pt x="2701671" y="566064"/>
                </a:lnTo>
                <a:moveTo>
                  <a:pt x="2701671" y="566064"/>
                </a:moveTo>
                <a:lnTo>
                  <a:pt x="2830322" y="566064"/>
                </a:lnTo>
                <a:moveTo>
                  <a:pt x="2701671" y="566064"/>
                </a:moveTo>
                <a:lnTo>
                  <a:pt x="2701671" y="694715"/>
                </a:lnTo>
                <a:moveTo>
                  <a:pt x="2701671" y="694715"/>
                </a:moveTo>
                <a:lnTo>
                  <a:pt x="2830322" y="694715"/>
                </a:lnTo>
                <a:moveTo>
                  <a:pt x="2701671" y="694715"/>
                </a:moveTo>
                <a:lnTo>
                  <a:pt x="2701671" y="823366"/>
                </a:lnTo>
                <a:moveTo>
                  <a:pt x="2701671" y="823366"/>
                </a:moveTo>
                <a:lnTo>
                  <a:pt x="2830322" y="823366"/>
                </a:lnTo>
                <a:moveTo>
                  <a:pt x="2701671" y="823366"/>
                </a:moveTo>
                <a:lnTo>
                  <a:pt x="2701671" y="952017"/>
                </a:lnTo>
                <a:moveTo>
                  <a:pt x="2701671" y="952017"/>
                </a:moveTo>
                <a:lnTo>
                  <a:pt x="2830322" y="952017"/>
                </a:lnTo>
                <a:moveTo>
                  <a:pt x="2701671" y="952017"/>
                </a:moveTo>
                <a:lnTo>
                  <a:pt x="2701671" y="1080668"/>
                </a:lnTo>
                <a:moveTo>
                  <a:pt x="2701671" y="1080668"/>
                </a:moveTo>
                <a:lnTo>
                  <a:pt x="2830322" y="1080668"/>
                </a:lnTo>
                <a:moveTo>
                  <a:pt x="2701671" y="1080668"/>
                </a:moveTo>
                <a:lnTo>
                  <a:pt x="2701671" y="1209319"/>
                </a:lnTo>
                <a:moveTo>
                  <a:pt x="2701671" y="1209319"/>
                </a:moveTo>
                <a:lnTo>
                  <a:pt x="2830322" y="1209319"/>
                </a:lnTo>
                <a:moveTo>
                  <a:pt x="2701671" y="1209319"/>
                </a:moveTo>
                <a:lnTo>
                  <a:pt x="2701671" y="1337970"/>
                </a:lnTo>
                <a:moveTo>
                  <a:pt x="2701671" y="1337970"/>
                </a:moveTo>
                <a:lnTo>
                  <a:pt x="2830322" y="1337970"/>
                </a:lnTo>
                <a:moveTo>
                  <a:pt x="2701671" y="1337970"/>
                </a:moveTo>
                <a:lnTo>
                  <a:pt x="2701671" y="1466621"/>
                </a:lnTo>
                <a:moveTo>
                  <a:pt x="2701671" y="1466621"/>
                </a:moveTo>
                <a:lnTo>
                  <a:pt x="2830322" y="1466621"/>
                </a:lnTo>
                <a:moveTo>
                  <a:pt x="2701671" y="1466621"/>
                </a:moveTo>
                <a:lnTo>
                  <a:pt x="2701671" y="1595272"/>
                </a:lnTo>
                <a:moveTo>
                  <a:pt x="2701671" y="1595272"/>
                </a:moveTo>
                <a:lnTo>
                  <a:pt x="2830322" y="1595272"/>
                </a:lnTo>
                <a:moveTo>
                  <a:pt x="2701671" y="1595272"/>
                </a:moveTo>
                <a:lnTo>
                  <a:pt x="2701671" y="1723923"/>
                </a:lnTo>
                <a:moveTo>
                  <a:pt x="2701671" y="1723923"/>
                </a:moveTo>
                <a:lnTo>
                  <a:pt x="2830322" y="1723923"/>
                </a:lnTo>
                <a:moveTo>
                  <a:pt x="2701671" y="1723923"/>
                </a:moveTo>
                <a:lnTo>
                  <a:pt x="2701671" y="1852574"/>
                </a:lnTo>
                <a:moveTo>
                  <a:pt x="2701671" y="1852574"/>
                </a:moveTo>
                <a:lnTo>
                  <a:pt x="2830322" y="1852574"/>
                </a:lnTo>
                <a:moveTo>
                  <a:pt x="2701671" y="1852574"/>
                </a:moveTo>
                <a:lnTo>
                  <a:pt x="2701671" y="1981225"/>
                </a:lnTo>
                <a:moveTo>
                  <a:pt x="2701671" y="1981225"/>
                </a:moveTo>
                <a:lnTo>
                  <a:pt x="2830322" y="1981225"/>
                </a:lnTo>
                <a:moveTo>
                  <a:pt x="2701671" y="1981225"/>
                </a:moveTo>
                <a:lnTo>
                  <a:pt x="2701671" y="2109876"/>
                </a:lnTo>
                <a:moveTo>
                  <a:pt x="2701671" y="2109876"/>
                </a:moveTo>
                <a:lnTo>
                  <a:pt x="2830322" y="2109876"/>
                </a:lnTo>
                <a:moveTo>
                  <a:pt x="2701671" y="2109876"/>
                </a:moveTo>
                <a:lnTo>
                  <a:pt x="2701671" y="2238527"/>
                </a:lnTo>
                <a:moveTo>
                  <a:pt x="2701671" y="2238527"/>
                </a:moveTo>
                <a:lnTo>
                  <a:pt x="2830322" y="2238527"/>
                </a:lnTo>
                <a:moveTo>
                  <a:pt x="2701671" y="2238527"/>
                </a:moveTo>
                <a:lnTo>
                  <a:pt x="2701671" y="2367178"/>
                </a:lnTo>
                <a:moveTo>
                  <a:pt x="2701671" y="2367178"/>
                </a:moveTo>
                <a:lnTo>
                  <a:pt x="2830322" y="2367178"/>
                </a:lnTo>
                <a:moveTo>
                  <a:pt x="2701671" y="2367178"/>
                </a:moveTo>
                <a:lnTo>
                  <a:pt x="2701671" y="2495829"/>
                </a:lnTo>
                <a:moveTo>
                  <a:pt x="2701671" y="2495829"/>
                </a:moveTo>
                <a:lnTo>
                  <a:pt x="2830322" y="2495829"/>
                </a:lnTo>
                <a:moveTo>
                  <a:pt x="2701671" y="2495829"/>
                </a:moveTo>
                <a:lnTo>
                  <a:pt x="2701671" y="2624480"/>
                </a:lnTo>
                <a:moveTo>
                  <a:pt x="2701671" y="2624480"/>
                </a:moveTo>
                <a:lnTo>
                  <a:pt x="2830322" y="2624480"/>
                </a:lnTo>
                <a:moveTo>
                  <a:pt x="2701671" y="2624480"/>
                </a:moveTo>
                <a:lnTo>
                  <a:pt x="2701671" y="2753131"/>
                </a:lnTo>
                <a:moveTo>
                  <a:pt x="2701671" y="2753131"/>
                </a:moveTo>
                <a:lnTo>
                  <a:pt x="2830322" y="2753131"/>
                </a:lnTo>
                <a:moveTo>
                  <a:pt x="2701671" y="2753131"/>
                </a:moveTo>
                <a:lnTo>
                  <a:pt x="2701671" y="2881782"/>
                </a:lnTo>
                <a:moveTo>
                  <a:pt x="2701671" y="2881782"/>
                </a:moveTo>
                <a:lnTo>
                  <a:pt x="2830322" y="2881782"/>
                </a:lnTo>
                <a:moveTo>
                  <a:pt x="2701671" y="2881782"/>
                </a:moveTo>
                <a:lnTo>
                  <a:pt x="2701671" y="3010433"/>
                </a:lnTo>
                <a:moveTo>
                  <a:pt x="2701671" y="3010433"/>
                </a:moveTo>
                <a:lnTo>
                  <a:pt x="2830322" y="3010433"/>
                </a:lnTo>
                <a:moveTo>
                  <a:pt x="2701671" y="3010433"/>
                </a:moveTo>
                <a:lnTo>
                  <a:pt x="2701671" y="3139084"/>
                </a:lnTo>
                <a:moveTo>
                  <a:pt x="2701671" y="3139084"/>
                </a:moveTo>
                <a:lnTo>
                  <a:pt x="2830322" y="3139084"/>
                </a:lnTo>
                <a:moveTo>
                  <a:pt x="2701671" y="3139084"/>
                </a:moveTo>
                <a:lnTo>
                  <a:pt x="2701671" y="3267735"/>
                </a:lnTo>
                <a:moveTo>
                  <a:pt x="2701671" y="3267735"/>
                </a:moveTo>
                <a:lnTo>
                  <a:pt x="2830322" y="3267735"/>
                </a:lnTo>
                <a:moveTo>
                  <a:pt x="2701671" y="3267735"/>
                </a:moveTo>
                <a:lnTo>
                  <a:pt x="2701671" y="3396386"/>
                </a:lnTo>
                <a:moveTo>
                  <a:pt x="2701671" y="3396386"/>
                </a:moveTo>
                <a:lnTo>
                  <a:pt x="2830322" y="3396386"/>
                </a:lnTo>
                <a:moveTo>
                  <a:pt x="2701671" y="3396386"/>
                </a:moveTo>
                <a:lnTo>
                  <a:pt x="2701671" y="3525037"/>
                </a:lnTo>
                <a:moveTo>
                  <a:pt x="2701671" y="3525037"/>
                </a:moveTo>
                <a:lnTo>
                  <a:pt x="2830322" y="3525037"/>
                </a:lnTo>
                <a:moveTo>
                  <a:pt x="2701671" y="3525037"/>
                </a:moveTo>
                <a:lnTo>
                  <a:pt x="2701671" y="3653688"/>
                </a:lnTo>
                <a:moveTo>
                  <a:pt x="2701671" y="3653688"/>
                </a:moveTo>
                <a:lnTo>
                  <a:pt x="2830322" y="3653688"/>
                </a:lnTo>
                <a:moveTo>
                  <a:pt x="2701671" y="3653688"/>
                </a:moveTo>
                <a:lnTo>
                  <a:pt x="2701671" y="3782339"/>
                </a:lnTo>
                <a:moveTo>
                  <a:pt x="2701671" y="3782339"/>
                </a:moveTo>
                <a:lnTo>
                  <a:pt x="2830322" y="3782339"/>
                </a:lnTo>
                <a:moveTo>
                  <a:pt x="2701671" y="3782339"/>
                </a:moveTo>
                <a:lnTo>
                  <a:pt x="2701671" y="3910990"/>
                </a:lnTo>
                <a:moveTo>
                  <a:pt x="2701671" y="3910990"/>
                </a:moveTo>
                <a:lnTo>
                  <a:pt x="2830322" y="3910990"/>
                </a:lnTo>
                <a:moveTo>
                  <a:pt x="2701671" y="3910990"/>
                </a:moveTo>
                <a:lnTo>
                  <a:pt x="2701671" y="4039641"/>
                </a:lnTo>
                <a:moveTo>
                  <a:pt x="2701671" y="4039641"/>
                </a:moveTo>
                <a:lnTo>
                  <a:pt x="2830322" y="4039641"/>
                </a:lnTo>
                <a:moveTo>
                  <a:pt x="2701671" y="4039641"/>
                </a:moveTo>
                <a:lnTo>
                  <a:pt x="2701671" y="4168292"/>
                </a:lnTo>
                <a:moveTo>
                  <a:pt x="2701671" y="4168292"/>
                </a:moveTo>
                <a:lnTo>
                  <a:pt x="2830322" y="4168292"/>
                </a:lnTo>
                <a:moveTo>
                  <a:pt x="2701671" y="4168292"/>
                </a:moveTo>
                <a:lnTo>
                  <a:pt x="2701671" y="4296943"/>
                </a:lnTo>
                <a:moveTo>
                  <a:pt x="2701671" y="4296943"/>
                </a:moveTo>
                <a:lnTo>
                  <a:pt x="2830322" y="4296943"/>
                </a:lnTo>
                <a:moveTo>
                  <a:pt x="2701671" y="4296943"/>
                </a:moveTo>
                <a:lnTo>
                  <a:pt x="2701671" y="4425594"/>
                </a:lnTo>
                <a:moveTo>
                  <a:pt x="2701671" y="4425594"/>
                </a:moveTo>
                <a:lnTo>
                  <a:pt x="2830322" y="4425594"/>
                </a:lnTo>
                <a:moveTo>
                  <a:pt x="2701671" y="4425594"/>
                </a:moveTo>
                <a:lnTo>
                  <a:pt x="2701671" y="4554245"/>
                </a:lnTo>
                <a:moveTo>
                  <a:pt x="2701671" y="4554245"/>
                </a:moveTo>
                <a:lnTo>
                  <a:pt x="2830322" y="4554245"/>
                </a:lnTo>
                <a:moveTo>
                  <a:pt x="2701671" y="4554245"/>
                </a:moveTo>
                <a:lnTo>
                  <a:pt x="2701671" y="4682896"/>
                </a:lnTo>
                <a:moveTo>
                  <a:pt x="2701671" y="4682896"/>
                </a:moveTo>
                <a:lnTo>
                  <a:pt x="2830322" y="4682896"/>
                </a:lnTo>
                <a:moveTo>
                  <a:pt x="2701671" y="4682896"/>
                </a:moveTo>
                <a:lnTo>
                  <a:pt x="2701671" y="4811547"/>
                </a:lnTo>
                <a:moveTo>
                  <a:pt x="2701671" y="4811547"/>
                </a:moveTo>
                <a:lnTo>
                  <a:pt x="2830322" y="4811547"/>
                </a:lnTo>
                <a:moveTo>
                  <a:pt x="2701671" y="4811547"/>
                </a:moveTo>
                <a:lnTo>
                  <a:pt x="2701671" y="4875873"/>
                </a:lnTo>
                <a:moveTo>
                  <a:pt x="2830322" y="0"/>
                </a:moveTo>
                <a:lnTo>
                  <a:pt x="2830322" y="51460"/>
                </a:lnTo>
                <a:moveTo>
                  <a:pt x="2830322" y="51460"/>
                </a:moveTo>
                <a:lnTo>
                  <a:pt x="2958973" y="51460"/>
                </a:lnTo>
                <a:moveTo>
                  <a:pt x="2830322" y="51460"/>
                </a:moveTo>
                <a:lnTo>
                  <a:pt x="2830322" y="180111"/>
                </a:lnTo>
                <a:moveTo>
                  <a:pt x="2830322" y="180111"/>
                </a:moveTo>
                <a:lnTo>
                  <a:pt x="2958973" y="180111"/>
                </a:lnTo>
                <a:moveTo>
                  <a:pt x="2830322" y="180111"/>
                </a:moveTo>
                <a:lnTo>
                  <a:pt x="2830322" y="308762"/>
                </a:lnTo>
                <a:moveTo>
                  <a:pt x="2830322" y="308762"/>
                </a:moveTo>
                <a:lnTo>
                  <a:pt x="2958973" y="308762"/>
                </a:lnTo>
                <a:moveTo>
                  <a:pt x="2830322" y="308762"/>
                </a:moveTo>
                <a:lnTo>
                  <a:pt x="2830322" y="437413"/>
                </a:lnTo>
                <a:moveTo>
                  <a:pt x="2830322" y="437413"/>
                </a:moveTo>
                <a:lnTo>
                  <a:pt x="2958973" y="437413"/>
                </a:lnTo>
                <a:moveTo>
                  <a:pt x="2830322" y="437413"/>
                </a:moveTo>
                <a:lnTo>
                  <a:pt x="2830322" y="566064"/>
                </a:lnTo>
                <a:moveTo>
                  <a:pt x="2830322" y="566064"/>
                </a:moveTo>
                <a:lnTo>
                  <a:pt x="2958973" y="566064"/>
                </a:lnTo>
                <a:moveTo>
                  <a:pt x="2830322" y="566064"/>
                </a:moveTo>
                <a:lnTo>
                  <a:pt x="2830322" y="694715"/>
                </a:lnTo>
                <a:moveTo>
                  <a:pt x="2830322" y="694715"/>
                </a:moveTo>
                <a:lnTo>
                  <a:pt x="2958973" y="694715"/>
                </a:lnTo>
                <a:moveTo>
                  <a:pt x="2830322" y="694715"/>
                </a:moveTo>
                <a:lnTo>
                  <a:pt x="2830322" y="823366"/>
                </a:lnTo>
                <a:moveTo>
                  <a:pt x="2830322" y="823366"/>
                </a:moveTo>
                <a:lnTo>
                  <a:pt x="2958973" y="823366"/>
                </a:lnTo>
                <a:moveTo>
                  <a:pt x="2830322" y="823366"/>
                </a:moveTo>
                <a:lnTo>
                  <a:pt x="2830322" y="952017"/>
                </a:lnTo>
                <a:moveTo>
                  <a:pt x="2830322" y="952017"/>
                </a:moveTo>
                <a:lnTo>
                  <a:pt x="2958973" y="952017"/>
                </a:lnTo>
                <a:moveTo>
                  <a:pt x="2830322" y="952017"/>
                </a:moveTo>
                <a:lnTo>
                  <a:pt x="2830322" y="1080668"/>
                </a:lnTo>
                <a:moveTo>
                  <a:pt x="2830322" y="1080668"/>
                </a:moveTo>
                <a:lnTo>
                  <a:pt x="2958973" y="1080668"/>
                </a:lnTo>
                <a:moveTo>
                  <a:pt x="2830322" y="1080668"/>
                </a:moveTo>
                <a:lnTo>
                  <a:pt x="2830322" y="1209319"/>
                </a:lnTo>
                <a:moveTo>
                  <a:pt x="2830322" y="1209319"/>
                </a:moveTo>
                <a:lnTo>
                  <a:pt x="2958973" y="1209319"/>
                </a:lnTo>
                <a:moveTo>
                  <a:pt x="2830322" y="1209319"/>
                </a:moveTo>
                <a:lnTo>
                  <a:pt x="2830322" y="1337970"/>
                </a:lnTo>
                <a:moveTo>
                  <a:pt x="2830322" y="1337970"/>
                </a:moveTo>
                <a:lnTo>
                  <a:pt x="2958973" y="1337970"/>
                </a:lnTo>
                <a:moveTo>
                  <a:pt x="2830322" y="1337970"/>
                </a:moveTo>
                <a:lnTo>
                  <a:pt x="2830322" y="1466621"/>
                </a:lnTo>
                <a:moveTo>
                  <a:pt x="2830322" y="1466621"/>
                </a:moveTo>
                <a:lnTo>
                  <a:pt x="2958973" y="1466621"/>
                </a:lnTo>
                <a:moveTo>
                  <a:pt x="2830322" y="1466621"/>
                </a:moveTo>
                <a:lnTo>
                  <a:pt x="2830322" y="1595272"/>
                </a:lnTo>
                <a:moveTo>
                  <a:pt x="2830322" y="1595272"/>
                </a:moveTo>
                <a:lnTo>
                  <a:pt x="2958973" y="1595272"/>
                </a:lnTo>
                <a:moveTo>
                  <a:pt x="2830322" y="1595272"/>
                </a:moveTo>
                <a:lnTo>
                  <a:pt x="2830322" y="1723923"/>
                </a:lnTo>
                <a:moveTo>
                  <a:pt x="2830322" y="1723923"/>
                </a:moveTo>
                <a:lnTo>
                  <a:pt x="2958973" y="1723923"/>
                </a:lnTo>
                <a:moveTo>
                  <a:pt x="2830322" y="1723923"/>
                </a:moveTo>
                <a:lnTo>
                  <a:pt x="2830322" y="1852574"/>
                </a:lnTo>
                <a:moveTo>
                  <a:pt x="2830322" y="1852574"/>
                </a:moveTo>
                <a:lnTo>
                  <a:pt x="2958973" y="1852574"/>
                </a:lnTo>
                <a:moveTo>
                  <a:pt x="2830322" y="1852574"/>
                </a:moveTo>
                <a:lnTo>
                  <a:pt x="2830322" y="1981225"/>
                </a:lnTo>
                <a:moveTo>
                  <a:pt x="2830322" y="1981225"/>
                </a:moveTo>
                <a:lnTo>
                  <a:pt x="2958973" y="1981225"/>
                </a:lnTo>
                <a:moveTo>
                  <a:pt x="2830322" y="1981225"/>
                </a:moveTo>
                <a:lnTo>
                  <a:pt x="2830322" y="2109876"/>
                </a:lnTo>
                <a:moveTo>
                  <a:pt x="2830322" y="2109876"/>
                </a:moveTo>
                <a:lnTo>
                  <a:pt x="2958973" y="2109876"/>
                </a:lnTo>
                <a:moveTo>
                  <a:pt x="2830322" y="2109876"/>
                </a:moveTo>
                <a:lnTo>
                  <a:pt x="2830322" y="2238527"/>
                </a:lnTo>
                <a:moveTo>
                  <a:pt x="2830322" y="2238527"/>
                </a:moveTo>
                <a:lnTo>
                  <a:pt x="2958973" y="2238527"/>
                </a:lnTo>
                <a:moveTo>
                  <a:pt x="2830322" y="2238527"/>
                </a:moveTo>
                <a:lnTo>
                  <a:pt x="2830322" y="2367178"/>
                </a:lnTo>
                <a:moveTo>
                  <a:pt x="2830322" y="2367178"/>
                </a:moveTo>
                <a:lnTo>
                  <a:pt x="2958973" y="2367178"/>
                </a:lnTo>
                <a:moveTo>
                  <a:pt x="2830322" y="2367178"/>
                </a:moveTo>
                <a:lnTo>
                  <a:pt x="2830322" y="2495829"/>
                </a:lnTo>
                <a:moveTo>
                  <a:pt x="2830322" y="2495829"/>
                </a:moveTo>
                <a:lnTo>
                  <a:pt x="2958973" y="2495829"/>
                </a:lnTo>
                <a:moveTo>
                  <a:pt x="2830322" y="2495829"/>
                </a:moveTo>
                <a:lnTo>
                  <a:pt x="2830322" y="2624480"/>
                </a:lnTo>
                <a:moveTo>
                  <a:pt x="2830322" y="2624480"/>
                </a:moveTo>
                <a:lnTo>
                  <a:pt x="2958973" y="2624480"/>
                </a:lnTo>
                <a:moveTo>
                  <a:pt x="2830322" y="2624480"/>
                </a:moveTo>
                <a:lnTo>
                  <a:pt x="2830322" y="2753131"/>
                </a:lnTo>
                <a:moveTo>
                  <a:pt x="2830322" y="2753131"/>
                </a:moveTo>
                <a:lnTo>
                  <a:pt x="2958973" y="2753131"/>
                </a:lnTo>
                <a:moveTo>
                  <a:pt x="2830322" y="2753131"/>
                </a:moveTo>
                <a:lnTo>
                  <a:pt x="2830322" y="2881782"/>
                </a:lnTo>
                <a:moveTo>
                  <a:pt x="2830322" y="2881782"/>
                </a:moveTo>
                <a:lnTo>
                  <a:pt x="2958973" y="2881782"/>
                </a:lnTo>
                <a:moveTo>
                  <a:pt x="2830322" y="2881782"/>
                </a:moveTo>
                <a:lnTo>
                  <a:pt x="2830322" y="3010433"/>
                </a:lnTo>
                <a:moveTo>
                  <a:pt x="2830322" y="3010433"/>
                </a:moveTo>
                <a:lnTo>
                  <a:pt x="2958973" y="3010433"/>
                </a:lnTo>
                <a:moveTo>
                  <a:pt x="2830322" y="3010433"/>
                </a:moveTo>
                <a:lnTo>
                  <a:pt x="2830322" y="3139084"/>
                </a:lnTo>
                <a:moveTo>
                  <a:pt x="2830322" y="3139084"/>
                </a:moveTo>
                <a:lnTo>
                  <a:pt x="2958973" y="3139084"/>
                </a:lnTo>
                <a:moveTo>
                  <a:pt x="2830322" y="3139084"/>
                </a:moveTo>
                <a:lnTo>
                  <a:pt x="2830322" y="3267735"/>
                </a:lnTo>
                <a:moveTo>
                  <a:pt x="2830322" y="3267735"/>
                </a:moveTo>
                <a:lnTo>
                  <a:pt x="2958973" y="3267735"/>
                </a:lnTo>
                <a:moveTo>
                  <a:pt x="2830322" y="3267735"/>
                </a:moveTo>
                <a:lnTo>
                  <a:pt x="2830322" y="3396386"/>
                </a:lnTo>
                <a:moveTo>
                  <a:pt x="2830322" y="3396386"/>
                </a:moveTo>
                <a:lnTo>
                  <a:pt x="2958973" y="3396386"/>
                </a:lnTo>
                <a:moveTo>
                  <a:pt x="2830322" y="3396386"/>
                </a:moveTo>
                <a:lnTo>
                  <a:pt x="2830322" y="3525037"/>
                </a:lnTo>
                <a:moveTo>
                  <a:pt x="2830322" y="3525037"/>
                </a:moveTo>
                <a:lnTo>
                  <a:pt x="2958973" y="3525037"/>
                </a:lnTo>
                <a:moveTo>
                  <a:pt x="2830322" y="3525037"/>
                </a:moveTo>
                <a:lnTo>
                  <a:pt x="2830322" y="3653688"/>
                </a:lnTo>
                <a:moveTo>
                  <a:pt x="2830322" y="3653688"/>
                </a:moveTo>
                <a:lnTo>
                  <a:pt x="2958973" y="3653688"/>
                </a:lnTo>
                <a:moveTo>
                  <a:pt x="2830322" y="3653688"/>
                </a:moveTo>
                <a:lnTo>
                  <a:pt x="2830322" y="3782339"/>
                </a:lnTo>
                <a:moveTo>
                  <a:pt x="2830322" y="3782339"/>
                </a:moveTo>
                <a:lnTo>
                  <a:pt x="2958973" y="3782339"/>
                </a:lnTo>
                <a:moveTo>
                  <a:pt x="2830322" y="3782339"/>
                </a:moveTo>
                <a:lnTo>
                  <a:pt x="2830322" y="3910990"/>
                </a:lnTo>
                <a:moveTo>
                  <a:pt x="2830322" y="3910990"/>
                </a:moveTo>
                <a:lnTo>
                  <a:pt x="2958973" y="3910990"/>
                </a:lnTo>
                <a:moveTo>
                  <a:pt x="2830322" y="3910990"/>
                </a:moveTo>
                <a:lnTo>
                  <a:pt x="2830322" y="4039641"/>
                </a:lnTo>
                <a:moveTo>
                  <a:pt x="2830322" y="4039641"/>
                </a:moveTo>
                <a:lnTo>
                  <a:pt x="2958973" y="4039641"/>
                </a:lnTo>
                <a:moveTo>
                  <a:pt x="2830322" y="4039641"/>
                </a:moveTo>
                <a:lnTo>
                  <a:pt x="2830322" y="4168292"/>
                </a:lnTo>
                <a:moveTo>
                  <a:pt x="2830322" y="4168292"/>
                </a:moveTo>
                <a:lnTo>
                  <a:pt x="2958973" y="4168292"/>
                </a:lnTo>
                <a:moveTo>
                  <a:pt x="2830322" y="4168292"/>
                </a:moveTo>
                <a:lnTo>
                  <a:pt x="2830322" y="4296943"/>
                </a:lnTo>
                <a:moveTo>
                  <a:pt x="2830322" y="4296943"/>
                </a:moveTo>
                <a:lnTo>
                  <a:pt x="2958973" y="4296943"/>
                </a:lnTo>
                <a:moveTo>
                  <a:pt x="2830322" y="4296943"/>
                </a:moveTo>
                <a:lnTo>
                  <a:pt x="2830322" y="4425594"/>
                </a:lnTo>
                <a:moveTo>
                  <a:pt x="2830322" y="4425594"/>
                </a:moveTo>
                <a:lnTo>
                  <a:pt x="2958973" y="4425594"/>
                </a:lnTo>
                <a:moveTo>
                  <a:pt x="2830322" y="4425594"/>
                </a:moveTo>
                <a:lnTo>
                  <a:pt x="2830322" y="4554245"/>
                </a:lnTo>
                <a:moveTo>
                  <a:pt x="2830322" y="4554245"/>
                </a:moveTo>
                <a:lnTo>
                  <a:pt x="2958973" y="4554245"/>
                </a:lnTo>
                <a:moveTo>
                  <a:pt x="2830322" y="4554245"/>
                </a:moveTo>
                <a:lnTo>
                  <a:pt x="2830322" y="4682896"/>
                </a:lnTo>
                <a:moveTo>
                  <a:pt x="2830322" y="4682896"/>
                </a:moveTo>
                <a:lnTo>
                  <a:pt x="2958973" y="4682896"/>
                </a:lnTo>
                <a:moveTo>
                  <a:pt x="2830322" y="4682896"/>
                </a:moveTo>
                <a:lnTo>
                  <a:pt x="2830322" y="4811547"/>
                </a:lnTo>
                <a:moveTo>
                  <a:pt x="2830322" y="4811547"/>
                </a:moveTo>
                <a:lnTo>
                  <a:pt x="2958973" y="4811547"/>
                </a:lnTo>
                <a:moveTo>
                  <a:pt x="2830322" y="4811547"/>
                </a:moveTo>
                <a:lnTo>
                  <a:pt x="2830322" y="4875873"/>
                </a:lnTo>
                <a:moveTo>
                  <a:pt x="2958973" y="0"/>
                </a:moveTo>
                <a:lnTo>
                  <a:pt x="2958973" y="51460"/>
                </a:lnTo>
                <a:moveTo>
                  <a:pt x="2958973" y="51460"/>
                </a:moveTo>
                <a:lnTo>
                  <a:pt x="2984703" y="51460"/>
                </a:lnTo>
                <a:moveTo>
                  <a:pt x="2958973" y="51460"/>
                </a:moveTo>
                <a:lnTo>
                  <a:pt x="2958973" y="180111"/>
                </a:lnTo>
                <a:moveTo>
                  <a:pt x="2958973" y="180111"/>
                </a:moveTo>
                <a:lnTo>
                  <a:pt x="2984703" y="180111"/>
                </a:lnTo>
                <a:moveTo>
                  <a:pt x="2958973" y="180111"/>
                </a:moveTo>
                <a:lnTo>
                  <a:pt x="2958973" y="308762"/>
                </a:lnTo>
                <a:moveTo>
                  <a:pt x="2958973" y="308762"/>
                </a:moveTo>
                <a:lnTo>
                  <a:pt x="2984703" y="308762"/>
                </a:lnTo>
                <a:moveTo>
                  <a:pt x="2958973" y="308762"/>
                </a:moveTo>
                <a:lnTo>
                  <a:pt x="2958973" y="437413"/>
                </a:lnTo>
                <a:moveTo>
                  <a:pt x="2958973" y="437413"/>
                </a:moveTo>
                <a:lnTo>
                  <a:pt x="2984703" y="437413"/>
                </a:lnTo>
                <a:moveTo>
                  <a:pt x="2958973" y="437413"/>
                </a:moveTo>
                <a:lnTo>
                  <a:pt x="2958973" y="566064"/>
                </a:lnTo>
                <a:moveTo>
                  <a:pt x="2958973" y="566064"/>
                </a:moveTo>
                <a:lnTo>
                  <a:pt x="2984703" y="566064"/>
                </a:lnTo>
                <a:moveTo>
                  <a:pt x="2958973" y="566064"/>
                </a:moveTo>
                <a:lnTo>
                  <a:pt x="2958973" y="694715"/>
                </a:lnTo>
                <a:moveTo>
                  <a:pt x="2958973" y="694715"/>
                </a:moveTo>
                <a:lnTo>
                  <a:pt x="2984703" y="694715"/>
                </a:lnTo>
                <a:moveTo>
                  <a:pt x="2958973" y="694715"/>
                </a:moveTo>
                <a:lnTo>
                  <a:pt x="2958973" y="823366"/>
                </a:lnTo>
                <a:moveTo>
                  <a:pt x="2958973" y="823366"/>
                </a:moveTo>
                <a:lnTo>
                  <a:pt x="2984703" y="823366"/>
                </a:lnTo>
                <a:moveTo>
                  <a:pt x="2958973" y="823366"/>
                </a:moveTo>
                <a:lnTo>
                  <a:pt x="2958973" y="952017"/>
                </a:lnTo>
                <a:moveTo>
                  <a:pt x="2958973" y="952017"/>
                </a:moveTo>
                <a:lnTo>
                  <a:pt x="2984703" y="952017"/>
                </a:lnTo>
                <a:moveTo>
                  <a:pt x="2958973" y="952017"/>
                </a:moveTo>
                <a:lnTo>
                  <a:pt x="2958973" y="1080668"/>
                </a:lnTo>
                <a:moveTo>
                  <a:pt x="2958973" y="1080668"/>
                </a:moveTo>
                <a:lnTo>
                  <a:pt x="2984703" y="1080668"/>
                </a:lnTo>
                <a:moveTo>
                  <a:pt x="2958973" y="1080668"/>
                </a:moveTo>
                <a:lnTo>
                  <a:pt x="2958973" y="1209319"/>
                </a:lnTo>
                <a:moveTo>
                  <a:pt x="2958973" y="1209319"/>
                </a:moveTo>
                <a:lnTo>
                  <a:pt x="2984703" y="1209319"/>
                </a:lnTo>
                <a:moveTo>
                  <a:pt x="2958973" y="1209319"/>
                </a:moveTo>
                <a:lnTo>
                  <a:pt x="2958973" y="1337970"/>
                </a:lnTo>
                <a:moveTo>
                  <a:pt x="2958973" y="1337970"/>
                </a:moveTo>
                <a:lnTo>
                  <a:pt x="2984703" y="1337970"/>
                </a:lnTo>
                <a:moveTo>
                  <a:pt x="2958973" y="1337970"/>
                </a:moveTo>
                <a:lnTo>
                  <a:pt x="2958973" y="1466621"/>
                </a:lnTo>
                <a:moveTo>
                  <a:pt x="2958973" y="1466621"/>
                </a:moveTo>
                <a:lnTo>
                  <a:pt x="2984703" y="1466621"/>
                </a:lnTo>
                <a:moveTo>
                  <a:pt x="2958973" y="1466621"/>
                </a:moveTo>
                <a:lnTo>
                  <a:pt x="2958973" y="1595272"/>
                </a:lnTo>
                <a:moveTo>
                  <a:pt x="2958973" y="1595272"/>
                </a:moveTo>
                <a:lnTo>
                  <a:pt x="2984703" y="1595272"/>
                </a:lnTo>
                <a:moveTo>
                  <a:pt x="2958973" y="1595272"/>
                </a:moveTo>
                <a:lnTo>
                  <a:pt x="2958973" y="1723923"/>
                </a:lnTo>
                <a:moveTo>
                  <a:pt x="2958973" y="1723923"/>
                </a:moveTo>
                <a:lnTo>
                  <a:pt x="2984703" y="1723923"/>
                </a:lnTo>
                <a:moveTo>
                  <a:pt x="2958973" y="1723923"/>
                </a:moveTo>
                <a:lnTo>
                  <a:pt x="2958973" y="1852574"/>
                </a:lnTo>
                <a:moveTo>
                  <a:pt x="2958973" y="1852574"/>
                </a:moveTo>
                <a:lnTo>
                  <a:pt x="2984703" y="1852574"/>
                </a:lnTo>
                <a:moveTo>
                  <a:pt x="2958973" y="1852574"/>
                </a:moveTo>
                <a:lnTo>
                  <a:pt x="2958973" y="1981225"/>
                </a:lnTo>
                <a:moveTo>
                  <a:pt x="2958973" y="1981225"/>
                </a:moveTo>
                <a:lnTo>
                  <a:pt x="2984703" y="1981225"/>
                </a:lnTo>
                <a:moveTo>
                  <a:pt x="2958973" y="1981225"/>
                </a:moveTo>
                <a:lnTo>
                  <a:pt x="2958973" y="2109876"/>
                </a:lnTo>
                <a:moveTo>
                  <a:pt x="2958973" y="2109876"/>
                </a:moveTo>
                <a:lnTo>
                  <a:pt x="2984703" y="2109876"/>
                </a:lnTo>
                <a:moveTo>
                  <a:pt x="2958973" y="2109876"/>
                </a:moveTo>
                <a:lnTo>
                  <a:pt x="2958973" y="2238527"/>
                </a:lnTo>
                <a:moveTo>
                  <a:pt x="2958973" y="2238527"/>
                </a:moveTo>
                <a:lnTo>
                  <a:pt x="2984703" y="2238527"/>
                </a:lnTo>
                <a:moveTo>
                  <a:pt x="2958973" y="2238527"/>
                </a:moveTo>
                <a:lnTo>
                  <a:pt x="2958973" y="2367178"/>
                </a:lnTo>
                <a:moveTo>
                  <a:pt x="2958973" y="2367178"/>
                </a:moveTo>
                <a:lnTo>
                  <a:pt x="2984703" y="2367178"/>
                </a:lnTo>
                <a:moveTo>
                  <a:pt x="2958973" y="2367178"/>
                </a:moveTo>
                <a:lnTo>
                  <a:pt x="2958973" y="2495829"/>
                </a:lnTo>
                <a:moveTo>
                  <a:pt x="2958973" y="2495829"/>
                </a:moveTo>
                <a:lnTo>
                  <a:pt x="2984703" y="2495829"/>
                </a:lnTo>
                <a:moveTo>
                  <a:pt x="2958973" y="2495829"/>
                </a:moveTo>
                <a:lnTo>
                  <a:pt x="2958973" y="2624480"/>
                </a:lnTo>
                <a:moveTo>
                  <a:pt x="2958973" y="2624480"/>
                </a:moveTo>
                <a:lnTo>
                  <a:pt x="2984703" y="2624480"/>
                </a:lnTo>
                <a:moveTo>
                  <a:pt x="2958973" y="2624480"/>
                </a:moveTo>
                <a:lnTo>
                  <a:pt x="2958973" y="2753131"/>
                </a:lnTo>
                <a:moveTo>
                  <a:pt x="2958973" y="2753131"/>
                </a:moveTo>
                <a:lnTo>
                  <a:pt x="2984703" y="2753131"/>
                </a:lnTo>
                <a:moveTo>
                  <a:pt x="2958973" y="2753131"/>
                </a:moveTo>
                <a:lnTo>
                  <a:pt x="2958973" y="2881782"/>
                </a:lnTo>
                <a:moveTo>
                  <a:pt x="2958973" y="2881782"/>
                </a:moveTo>
                <a:lnTo>
                  <a:pt x="2984703" y="2881782"/>
                </a:lnTo>
                <a:moveTo>
                  <a:pt x="2958973" y="2881782"/>
                </a:moveTo>
                <a:lnTo>
                  <a:pt x="2958973" y="3010433"/>
                </a:lnTo>
                <a:moveTo>
                  <a:pt x="2958973" y="3010433"/>
                </a:moveTo>
                <a:lnTo>
                  <a:pt x="2984703" y="3010433"/>
                </a:lnTo>
                <a:moveTo>
                  <a:pt x="2958973" y="3010433"/>
                </a:moveTo>
                <a:lnTo>
                  <a:pt x="2958973" y="3139084"/>
                </a:lnTo>
                <a:moveTo>
                  <a:pt x="2958973" y="3139084"/>
                </a:moveTo>
                <a:lnTo>
                  <a:pt x="2984703" y="3139084"/>
                </a:lnTo>
                <a:moveTo>
                  <a:pt x="2958973" y="3139084"/>
                </a:moveTo>
                <a:lnTo>
                  <a:pt x="2958973" y="3267735"/>
                </a:lnTo>
                <a:moveTo>
                  <a:pt x="2958973" y="3267735"/>
                </a:moveTo>
                <a:lnTo>
                  <a:pt x="2984703" y="3267735"/>
                </a:lnTo>
                <a:moveTo>
                  <a:pt x="2958973" y="3267735"/>
                </a:moveTo>
                <a:lnTo>
                  <a:pt x="2958973" y="3396386"/>
                </a:lnTo>
                <a:moveTo>
                  <a:pt x="2958973" y="3396386"/>
                </a:moveTo>
                <a:lnTo>
                  <a:pt x="2984703" y="3396386"/>
                </a:lnTo>
                <a:moveTo>
                  <a:pt x="2958973" y="3396386"/>
                </a:moveTo>
                <a:lnTo>
                  <a:pt x="2958973" y="3525037"/>
                </a:lnTo>
                <a:moveTo>
                  <a:pt x="2958973" y="3525037"/>
                </a:moveTo>
                <a:lnTo>
                  <a:pt x="2984703" y="3525037"/>
                </a:lnTo>
                <a:moveTo>
                  <a:pt x="2958973" y="3525037"/>
                </a:moveTo>
                <a:lnTo>
                  <a:pt x="2958973" y="3653688"/>
                </a:lnTo>
                <a:moveTo>
                  <a:pt x="2958973" y="3653688"/>
                </a:moveTo>
                <a:lnTo>
                  <a:pt x="2984703" y="3653688"/>
                </a:lnTo>
                <a:moveTo>
                  <a:pt x="2958973" y="3653688"/>
                </a:moveTo>
                <a:lnTo>
                  <a:pt x="2958973" y="3782339"/>
                </a:lnTo>
                <a:moveTo>
                  <a:pt x="2958973" y="3782339"/>
                </a:moveTo>
                <a:lnTo>
                  <a:pt x="2984703" y="3782339"/>
                </a:lnTo>
                <a:moveTo>
                  <a:pt x="2958973" y="3782339"/>
                </a:moveTo>
                <a:lnTo>
                  <a:pt x="2958973" y="3910990"/>
                </a:lnTo>
                <a:moveTo>
                  <a:pt x="2958973" y="3910990"/>
                </a:moveTo>
                <a:lnTo>
                  <a:pt x="2984703" y="3910990"/>
                </a:lnTo>
                <a:moveTo>
                  <a:pt x="2958973" y="3910990"/>
                </a:moveTo>
                <a:lnTo>
                  <a:pt x="2958973" y="4039641"/>
                </a:lnTo>
                <a:moveTo>
                  <a:pt x="2958973" y="4039641"/>
                </a:moveTo>
                <a:lnTo>
                  <a:pt x="2984703" y="4039641"/>
                </a:lnTo>
                <a:moveTo>
                  <a:pt x="2958973" y="4039641"/>
                </a:moveTo>
                <a:lnTo>
                  <a:pt x="2958973" y="4168292"/>
                </a:lnTo>
                <a:moveTo>
                  <a:pt x="2958973" y="4168292"/>
                </a:moveTo>
                <a:lnTo>
                  <a:pt x="2984703" y="4168292"/>
                </a:lnTo>
                <a:moveTo>
                  <a:pt x="2958973" y="4168292"/>
                </a:moveTo>
                <a:lnTo>
                  <a:pt x="2958973" y="4296943"/>
                </a:lnTo>
                <a:moveTo>
                  <a:pt x="2958973" y="4296943"/>
                </a:moveTo>
                <a:lnTo>
                  <a:pt x="2984703" y="4296943"/>
                </a:lnTo>
                <a:moveTo>
                  <a:pt x="2958973" y="4296943"/>
                </a:moveTo>
                <a:lnTo>
                  <a:pt x="2958973" y="4425594"/>
                </a:lnTo>
                <a:moveTo>
                  <a:pt x="2958973" y="4425594"/>
                </a:moveTo>
                <a:lnTo>
                  <a:pt x="2984703" y="4425594"/>
                </a:lnTo>
                <a:moveTo>
                  <a:pt x="2958973" y="4425594"/>
                </a:moveTo>
                <a:lnTo>
                  <a:pt x="2958973" y="4554245"/>
                </a:lnTo>
                <a:moveTo>
                  <a:pt x="2958973" y="4554245"/>
                </a:moveTo>
                <a:lnTo>
                  <a:pt x="2984703" y="4554245"/>
                </a:lnTo>
                <a:moveTo>
                  <a:pt x="2958973" y="4554245"/>
                </a:moveTo>
                <a:lnTo>
                  <a:pt x="2958973" y="4682896"/>
                </a:lnTo>
                <a:moveTo>
                  <a:pt x="2958973" y="4682896"/>
                </a:moveTo>
                <a:lnTo>
                  <a:pt x="2984703" y="4682896"/>
                </a:lnTo>
                <a:moveTo>
                  <a:pt x="2958973" y="4682896"/>
                </a:moveTo>
                <a:lnTo>
                  <a:pt x="2958973" y="4811547"/>
                </a:lnTo>
                <a:moveTo>
                  <a:pt x="2958973" y="4811547"/>
                </a:moveTo>
                <a:lnTo>
                  <a:pt x="2984703" y="4811547"/>
                </a:lnTo>
                <a:moveTo>
                  <a:pt x="2958973" y="4811547"/>
                </a:moveTo>
                <a:lnTo>
                  <a:pt x="2958973" y="4875873"/>
                </a:lnTo>
              </a:path>
            </a:pathLst>
          </a:custGeom>
          <a:noFill/>
          <a:ln w="3216" cap="flat">
            <a:solidFill>
              <a:srgbClr val="627D8D">
                <a:alpha val="14000"/>
              </a:srgbClr>
            </a:solidFill>
            <a:prstDash val="solid"/>
            <a:miter lim="800000"/>
          </a:ln>
        </p:spPr>
      </p:sp>
      <p:sp>
        <p:nvSpPr>
          <p:cNvPr id="166" name="!!path-326"/>
          <p:cNvSpPr/>
          <p:nvPr/>
        </p:nvSpPr>
        <p:spPr>
          <a:xfrm>
            <a:off x="4669149" y="1148689"/>
            <a:ext cx="2573020" cy="4631436"/>
          </a:xfrm>
          <a:custGeom>
            <a:avLst/>
            <a:gdLst/>
            <a:ahLst/>
            <a:cxnLst/>
            <a:rect l="l" t="t" r="r" b="b"/>
            <a:pathLst>
              <a:path w="2573020" h="4631436" fill="none">
                <a:moveTo>
                  <a:pt x="32163" y="0"/>
                </a:moveTo>
                <a:lnTo>
                  <a:pt x="2540857" y="0"/>
                </a:lnTo>
                <a:cubicBezTo>
                  <a:pt x="2558624" y="0"/>
                  <a:pt x="2573020" y="14402"/>
                  <a:pt x="2573020" y="32163"/>
                </a:cubicBezTo>
                <a:lnTo>
                  <a:pt x="2573020" y="4599273"/>
                </a:lnTo>
                <a:cubicBezTo>
                  <a:pt x="2573020" y="4617040"/>
                  <a:pt x="2558624" y="4631436"/>
                  <a:pt x="2540857" y="4631436"/>
                </a:cubicBezTo>
                <a:lnTo>
                  <a:pt x="32163" y="4631436"/>
                </a:lnTo>
                <a:cubicBezTo>
                  <a:pt x="14402" y="4631436"/>
                  <a:pt x="0" y="4617040"/>
                  <a:pt x="0" y="4599273"/>
                </a:cubicBezTo>
                <a:lnTo>
                  <a:pt x="0" y="32163"/>
                </a:lnTo>
                <a:cubicBezTo>
                  <a:pt x="0" y="14402"/>
                  <a:pt x="14402" y="0"/>
                  <a:pt x="32163" y="0"/>
                </a:cubicBezTo>
                <a:close/>
              </a:path>
            </a:pathLst>
          </a:custGeom>
          <a:noFill/>
          <a:ln w="9006" cap="rnd">
            <a:solidFill>
              <a:srgbClr val="627D8D"/>
            </a:solidFill>
            <a:prstDash val="solid"/>
            <a:round/>
          </a:ln>
        </p:spPr>
      </p:sp>
      <p:sp>
        <p:nvSpPr>
          <p:cNvPr id="167" name="!!path-329"/>
          <p:cNvSpPr/>
          <p:nvPr/>
        </p:nvSpPr>
        <p:spPr>
          <a:xfrm>
            <a:off x="5322696" y="1290206"/>
            <a:ext cx="1265926" cy="1636441"/>
          </a:xfrm>
          <a:custGeom>
            <a:avLst/>
            <a:gdLst/>
            <a:ahLst/>
            <a:cxnLst/>
            <a:rect l="l" t="t" r="r" b="b"/>
            <a:pathLst>
              <a:path w="1265926" h="1636441" fill="none">
                <a:moveTo>
                  <a:pt x="90056" y="0"/>
                </a:moveTo>
                <a:lnTo>
                  <a:pt x="1175870" y="0"/>
                </a:lnTo>
                <a:cubicBezTo>
                  <a:pt x="1225607" y="0"/>
                  <a:pt x="1265926" y="40319"/>
                  <a:pt x="1265926" y="90056"/>
                </a:cubicBezTo>
                <a:lnTo>
                  <a:pt x="1265926" y="1546385"/>
                </a:lnTo>
                <a:cubicBezTo>
                  <a:pt x="1265926" y="1596122"/>
                  <a:pt x="1225607" y="1636441"/>
                  <a:pt x="1175870" y="1636441"/>
                </a:cubicBezTo>
                <a:lnTo>
                  <a:pt x="90056" y="1636441"/>
                </a:lnTo>
                <a:cubicBezTo>
                  <a:pt x="40319" y="1636441"/>
                  <a:pt x="0" y="1596122"/>
                  <a:pt x="0" y="1546385"/>
                </a:cubicBezTo>
                <a:lnTo>
                  <a:pt x="0" y="90056"/>
                </a:lnTo>
                <a:cubicBezTo>
                  <a:pt x="0" y="40319"/>
                  <a:pt x="40319" y="0"/>
                  <a:pt x="90056" y="0"/>
                </a:cubicBezTo>
                <a:close/>
              </a:path>
            </a:pathLst>
          </a:custGeom>
          <a:noFill/>
          <a:ln w="10292" cap="rnd">
            <a:solidFill>
              <a:srgbClr val="627D8D"/>
            </a:solidFill>
            <a:prstDash val="solid"/>
            <a:round/>
          </a:ln>
        </p:spPr>
      </p:sp>
      <p:sp>
        <p:nvSpPr>
          <p:cNvPr id="168" name="!!path-32c"/>
          <p:cNvSpPr/>
          <p:nvPr/>
        </p:nvSpPr>
        <p:spPr>
          <a:xfrm>
            <a:off x="4784935" y="3271431"/>
            <a:ext cx="1119264" cy="1132129"/>
          </a:xfrm>
          <a:custGeom>
            <a:avLst/>
            <a:gdLst/>
            <a:ahLst/>
            <a:cxnLst/>
            <a:rect l="l" t="t" r="r" b="b"/>
            <a:pathLst>
              <a:path w="1119264" h="1132129" fill="none">
                <a:moveTo>
                  <a:pt x="45028" y="0"/>
                </a:moveTo>
                <a:lnTo>
                  <a:pt x="1074236" y="0"/>
                </a:lnTo>
                <a:cubicBezTo>
                  <a:pt x="1099104" y="0"/>
                  <a:pt x="1119264" y="20160"/>
                  <a:pt x="1119264" y="45028"/>
                </a:cubicBezTo>
                <a:lnTo>
                  <a:pt x="1119264" y="1087101"/>
                </a:lnTo>
                <a:cubicBezTo>
                  <a:pt x="1119264" y="1111969"/>
                  <a:pt x="1099104" y="1132129"/>
                  <a:pt x="1074236" y="1132129"/>
                </a:cubicBezTo>
                <a:lnTo>
                  <a:pt x="45028" y="1132129"/>
                </a:lnTo>
                <a:cubicBezTo>
                  <a:pt x="20160" y="1132129"/>
                  <a:pt x="0" y="1111969"/>
                  <a:pt x="0" y="1087101"/>
                </a:cubicBezTo>
                <a:lnTo>
                  <a:pt x="0" y="45028"/>
                </a:lnTo>
                <a:cubicBezTo>
                  <a:pt x="0" y="20160"/>
                  <a:pt x="20160" y="0"/>
                  <a:pt x="45028" y="0"/>
                </a:cubicBezTo>
                <a:close/>
              </a:path>
            </a:pathLst>
          </a:custGeom>
          <a:noFill/>
          <a:ln w="7719" cap="flat">
            <a:solidFill>
              <a:srgbClr val="627D8D">
                <a:alpha val="35000"/>
              </a:srgbClr>
            </a:solidFill>
            <a:custDash>
              <a:ds d="416667" sp="416667"/>
            </a:custDash>
            <a:miter lim="800000"/>
          </a:ln>
        </p:spPr>
      </p:sp>
      <p:sp>
        <p:nvSpPr>
          <p:cNvPr id="169" name="!!path-32d"/>
          <p:cNvSpPr/>
          <p:nvPr/>
        </p:nvSpPr>
        <p:spPr>
          <a:xfrm>
            <a:off x="6007119" y="3271431"/>
            <a:ext cx="1119264" cy="1132129"/>
          </a:xfrm>
          <a:custGeom>
            <a:avLst/>
            <a:gdLst/>
            <a:ahLst/>
            <a:cxnLst/>
            <a:rect l="l" t="t" r="r" b="b"/>
            <a:pathLst>
              <a:path w="1119264" h="1132129" fill="none">
                <a:moveTo>
                  <a:pt x="45028" y="0"/>
                </a:moveTo>
                <a:lnTo>
                  <a:pt x="1074236" y="0"/>
                </a:lnTo>
                <a:cubicBezTo>
                  <a:pt x="1099104" y="0"/>
                  <a:pt x="1119264" y="20160"/>
                  <a:pt x="1119264" y="45028"/>
                </a:cubicBezTo>
                <a:lnTo>
                  <a:pt x="1119264" y="1087101"/>
                </a:lnTo>
                <a:cubicBezTo>
                  <a:pt x="1119264" y="1111969"/>
                  <a:pt x="1099104" y="1132129"/>
                  <a:pt x="1074236" y="1132129"/>
                </a:cubicBezTo>
                <a:lnTo>
                  <a:pt x="45028" y="1132129"/>
                </a:lnTo>
                <a:cubicBezTo>
                  <a:pt x="20160" y="1132129"/>
                  <a:pt x="0" y="1111969"/>
                  <a:pt x="0" y="1087101"/>
                </a:cubicBezTo>
                <a:lnTo>
                  <a:pt x="0" y="45028"/>
                </a:lnTo>
                <a:cubicBezTo>
                  <a:pt x="0" y="20160"/>
                  <a:pt x="20160" y="0"/>
                  <a:pt x="45028" y="0"/>
                </a:cubicBezTo>
                <a:close/>
              </a:path>
            </a:pathLst>
          </a:custGeom>
          <a:noFill/>
          <a:ln w="7719" cap="flat">
            <a:solidFill>
              <a:srgbClr val="627D8D">
                <a:alpha val="35000"/>
              </a:srgbClr>
            </a:solidFill>
            <a:custDash>
              <a:ds d="416667" sp="416667"/>
            </a:custDash>
            <a:miter lim="800000"/>
          </a:ln>
        </p:spPr>
      </p:sp>
      <p:sp>
        <p:nvSpPr>
          <p:cNvPr id="170" name="!!path-32e"/>
          <p:cNvSpPr/>
          <p:nvPr/>
        </p:nvSpPr>
        <p:spPr>
          <a:xfrm>
            <a:off x="4784935" y="4493615"/>
            <a:ext cx="1119264" cy="1132129"/>
          </a:xfrm>
          <a:custGeom>
            <a:avLst/>
            <a:gdLst/>
            <a:ahLst/>
            <a:cxnLst/>
            <a:rect l="l" t="t" r="r" b="b"/>
            <a:pathLst>
              <a:path w="1119264" h="1132129" fill="none">
                <a:moveTo>
                  <a:pt x="45028" y="0"/>
                </a:moveTo>
                <a:lnTo>
                  <a:pt x="1074236" y="0"/>
                </a:lnTo>
                <a:cubicBezTo>
                  <a:pt x="1099104" y="0"/>
                  <a:pt x="1119264" y="20160"/>
                  <a:pt x="1119264" y="45028"/>
                </a:cubicBezTo>
                <a:lnTo>
                  <a:pt x="1119264" y="1087101"/>
                </a:lnTo>
                <a:cubicBezTo>
                  <a:pt x="1119264" y="1111969"/>
                  <a:pt x="1099104" y="1132129"/>
                  <a:pt x="1074236" y="1132129"/>
                </a:cubicBezTo>
                <a:lnTo>
                  <a:pt x="45028" y="1132129"/>
                </a:lnTo>
                <a:cubicBezTo>
                  <a:pt x="20160" y="1132129"/>
                  <a:pt x="0" y="1111969"/>
                  <a:pt x="0" y="1087101"/>
                </a:cubicBezTo>
                <a:lnTo>
                  <a:pt x="0" y="45028"/>
                </a:lnTo>
                <a:cubicBezTo>
                  <a:pt x="0" y="20160"/>
                  <a:pt x="20160" y="0"/>
                  <a:pt x="45028" y="0"/>
                </a:cubicBezTo>
                <a:close/>
              </a:path>
            </a:pathLst>
          </a:custGeom>
          <a:noFill/>
          <a:ln w="7719" cap="flat">
            <a:solidFill>
              <a:srgbClr val="627D8D">
                <a:alpha val="35000"/>
              </a:srgbClr>
            </a:solidFill>
            <a:custDash>
              <a:ds d="416667" sp="416667"/>
            </a:custDash>
            <a:miter lim="800000"/>
          </a:ln>
        </p:spPr>
      </p:sp>
      <p:sp>
        <p:nvSpPr>
          <p:cNvPr id="171" name="!!path-32f"/>
          <p:cNvSpPr/>
          <p:nvPr/>
        </p:nvSpPr>
        <p:spPr>
          <a:xfrm>
            <a:off x="6007119" y="4493615"/>
            <a:ext cx="1119264" cy="1132129"/>
          </a:xfrm>
          <a:custGeom>
            <a:avLst/>
            <a:gdLst/>
            <a:ahLst/>
            <a:cxnLst/>
            <a:rect l="l" t="t" r="r" b="b"/>
            <a:pathLst>
              <a:path w="1119264" h="1132129" fill="none">
                <a:moveTo>
                  <a:pt x="45028" y="0"/>
                </a:moveTo>
                <a:lnTo>
                  <a:pt x="1074236" y="0"/>
                </a:lnTo>
                <a:cubicBezTo>
                  <a:pt x="1099104" y="0"/>
                  <a:pt x="1119264" y="20160"/>
                  <a:pt x="1119264" y="45028"/>
                </a:cubicBezTo>
                <a:lnTo>
                  <a:pt x="1119264" y="1087101"/>
                </a:lnTo>
                <a:cubicBezTo>
                  <a:pt x="1119264" y="1111969"/>
                  <a:pt x="1099104" y="1132129"/>
                  <a:pt x="1074236" y="1132129"/>
                </a:cubicBezTo>
                <a:lnTo>
                  <a:pt x="45028" y="1132129"/>
                </a:lnTo>
                <a:cubicBezTo>
                  <a:pt x="20160" y="1132129"/>
                  <a:pt x="0" y="1111969"/>
                  <a:pt x="0" y="1087101"/>
                </a:cubicBezTo>
                <a:lnTo>
                  <a:pt x="0" y="45028"/>
                </a:lnTo>
                <a:cubicBezTo>
                  <a:pt x="0" y="20160"/>
                  <a:pt x="20160" y="0"/>
                  <a:pt x="45028" y="0"/>
                </a:cubicBezTo>
                <a:close/>
              </a:path>
            </a:pathLst>
          </a:custGeom>
          <a:noFill/>
          <a:ln w="7719" cap="flat">
            <a:solidFill>
              <a:srgbClr val="627D8D">
                <a:alpha val="35000"/>
              </a:srgbClr>
            </a:solidFill>
            <a:custDash>
              <a:ds d="416667" sp="416667"/>
            </a:custDash>
            <a:miter lim="800000"/>
          </a:ln>
        </p:spPr>
      </p:sp>
      <p:sp>
        <p:nvSpPr>
          <p:cNvPr id="172" name="!!path-32g"/>
          <p:cNvSpPr/>
          <p:nvPr/>
        </p:nvSpPr>
        <p:spPr>
          <a:xfrm>
            <a:off x="4990777" y="1238745"/>
            <a:ext cx="1762519" cy="205842"/>
          </a:xfrm>
          <a:custGeom>
            <a:avLst/>
            <a:gdLst/>
            <a:ahLst/>
            <a:cxnLst/>
            <a:rect l="l" t="t" r="r" b="b"/>
            <a:pathLst>
              <a:path w="1762519" h="205842" fill="none">
                <a:moveTo>
                  <a:pt x="1762519" y="205842"/>
                </a:moveTo>
                <a:lnTo>
                  <a:pt x="1762519" y="0"/>
                </a:lnTo>
                <a:lnTo>
                  <a:pt x="0" y="0"/>
                </a:lnTo>
                <a:lnTo>
                  <a:pt x="0" y="205842"/>
                </a:lnTo>
              </a:path>
            </a:pathLst>
          </a:custGeom>
          <a:noFill/>
          <a:ln w="11579" cap="rnd">
            <a:solidFill>
              <a:srgbClr val="627D8D"/>
            </a:solidFill>
            <a:prstDash val="solid"/>
            <a:round/>
          </a:ln>
        </p:spPr>
      </p:sp>
      <p:sp>
        <p:nvSpPr>
          <p:cNvPr id="173" name="!!path-32m"/>
          <p:cNvSpPr/>
          <p:nvPr/>
        </p:nvSpPr>
        <p:spPr>
          <a:xfrm>
            <a:off x="4990777" y="1740484"/>
            <a:ext cx="964883" cy="3332061"/>
          </a:xfrm>
          <a:custGeom>
            <a:avLst/>
            <a:gdLst/>
            <a:ahLst/>
            <a:cxnLst/>
            <a:rect l="l" t="t" r="r" b="b"/>
            <a:pathLst>
              <a:path w="964883" h="3332061" fill="none">
                <a:moveTo>
                  <a:pt x="0" y="0"/>
                </a:moveTo>
                <a:lnTo>
                  <a:pt x="0" y="1621003"/>
                </a:lnTo>
                <a:lnTo>
                  <a:pt x="964883" y="1621003"/>
                </a:lnTo>
                <a:lnTo>
                  <a:pt x="964883" y="3332061"/>
                </a:lnTo>
              </a:path>
            </a:pathLst>
          </a:custGeom>
          <a:noFill/>
          <a:ln w="11579" cap="rnd">
            <a:solidFill>
              <a:srgbClr val="627D8D"/>
            </a:solidFill>
            <a:prstDash val="solid"/>
            <a:round/>
          </a:ln>
        </p:spPr>
      </p:sp>
      <p:sp>
        <p:nvSpPr>
          <p:cNvPr id="174" name="!!path-32s"/>
          <p:cNvSpPr/>
          <p:nvPr/>
        </p:nvSpPr>
        <p:spPr>
          <a:xfrm>
            <a:off x="6148636" y="1714754"/>
            <a:ext cx="900557" cy="3653688"/>
          </a:xfrm>
          <a:custGeom>
            <a:avLst/>
            <a:gdLst/>
            <a:ahLst/>
            <a:cxnLst/>
            <a:rect l="l" t="t" r="r" b="b"/>
            <a:pathLst>
              <a:path w="900557" h="3653688" fill="none">
                <a:moveTo>
                  <a:pt x="0" y="3653688"/>
                </a:moveTo>
                <a:lnTo>
                  <a:pt x="0" y="1646733"/>
                </a:lnTo>
                <a:lnTo>
                  <a:pt x="900557" y="1646733"/>
                </a:lnTo>
                <a:lnTo>
                  <a:pt x="900557" y="0"/>
                </a:lnTo>
              </a:path>
            </a:pathLst>
          </a:custGeom>
          <a:noFill/>
          <a:ln w="11579" cap="rnd">
            <a:solidFill>
              <a:srgbClr val="627D8D"/>
            </a:solidFill>
            <a:prstDash val="solid"/>
            <a:round/>
          </a:ln>
        </p:spPr>
      </p:sp>
      <p:sp>
        <p:nvSpPr>
          <p:cNvPr id="175" name="!!path-32y"/>
          <p:cNvSpPr/>
          <p:nvPr/>
        </p:nvSpPr>
        <p:spPr>
          <a:xfrm>
            <a:off x="6588622" y="2113572"/>
            <a:ext cx="113213" cy="1"/>
          </a:xfrm>
          <a:custGeom>
            <a:avLst/>
            <a:gdLst/>
            <a:ahLst/>
            <a:cxnLst/>
            <a:rect l="l" t="t" r="r" b="b"/>
            <a:pathLst>
              <a:path w="113213" h="1" fill="none">
                <a:moveTo>
                  <a:pt x="113213" y="0"/>
                </a:moveTo>
                <a:lnTo>
                  <a:pt x="0" y="0"/>
                </a:lnTo>
              </a:path>
            </a:pathLst>
          </a:custGeom>
          <a:noFill/>
          <a:ln w="11579" cap="rnd">
            <a:solidFill>
              <a:srgbClr val="627D8D"/>
            </a:solidFill>
            <a:prstDash val="solid"/>
            <a:round/>
          </a:ln>
        </p:spPr>
      </p:sp>
      <p:sp>
        <p:nvSpPr>
          <p:cNvPr id="176" name="!!path-334"/>
          <p:cNvSpPr/>
          <p:nvPr/>
        </p:nvSpPr>
        <p:spPr>
          <a:xfrm>
            <a:off x="6588622" y="2165032"/>
            <a:ext cx="113213" cy="1"/>
          </a:xfrm>
          <a:custGeom>
            <a:avLst/>
            <a:gdLst/>
            <a:ahLst/>
            <a:cxnLst/>
            <a:rect l="l" t="t" r="r" b="b"/>
            <a:pathLst>
              <a:path w="113213" h="1" fill="none">
                <a:moveTo>
                  <a:pt x="113213" y="0"/>
                </a:moveTo>
                <a:lnTo>
                  <a:pt x="0" y="0"/>
                </a:lnTo>
              </a:path>
            </a:pathLst>
          </a:custGeom>
          <a:noFill/>
          <a:ln w="11579" cap="rnd">
            <a:solidFill>
              <a:srgbClr val="627D8D"/>
            </a:solidFill>
            <a:prstDash val="solid"/>
            <a:round/>
          </a:ln>
        </p:spPr>
      </p:sp>
      <p:sp>
        <p:nvSpPr>
          <p:cNvPr id="177" name="!!path-33a"/>
          <p:cNvSpPr/>
          <p:nvPr/>
        </p:nvSpPr>
        <p:spPr>
          <a:xfrm>
            <a:off x="6588622" y="2216493"/>
            <a:ext cx="113213" cy="1"/>
          </a:xfrm>
          <a:custGeom>
            <a:avLst/>
            <a:gdLst/>
            <a:ahLst/>
            <a:cxnLst/>
            <a:rect l="l" t="t" r="r" b="b"/>
            <a:pathLst>
              <a:path w="113213" h="1" fill="none">
                <a:moveTo>
                  <a:pt x="113213" y="0"/>
                </a:moveTo>
                <a:lnTo>
                  <a:pt x="0" y="0"/>
                </a:lnTo>
              </a:path>
            </a:pathLst>
          </a:custGeom>
          <a:noFill/>
          <a:ln w="11579" cap="rnd">
            <a:solidFill>
              <a:srgbClr val="627D8D"/>
            </a:solidFill>
            <a:prstDash val="solid"/>
            <a:round/>
          </a:ln>
        </p:spPr>
      </p:sp>
      <p:sp>
        <p:nvSpPr>
          <p:cNvPr id="178" name="!!rect-33g"/>
          <p:cNvSpPr/>
          <p:nvPr/>
        </p:nvSpPr>
        <p:spPr>
          <a:xfrm>
            <a:off x="4784935" y="1444587"/>
            <a:ext cx="411683" cy="295897"/>
          </a:xfrm>
          <a:prstGeom prst="roundRect">
            <a:avLst>
              <a:gd name="adj" fmla="val 8696"/>
            </a:avLst>
          </a:prstGeom>
          <a:solidFill>
            <a:srgbClr val="627D8D">
              <a:alpha val="12000"/>
            </a:srgbClr>
          </a:solidFill>
          <a:ln>
            <a:noFill/>
          </a:ln>
        </p:spPr>
      </p:sp>
      <p:sp>
        <p:nvSpPr>
          <p:cNvPr id="179" name="!!path-33i"/>
          <p:cNvSpPr/>
          <p:nvPr/>
        </p:nvSpPr>
        <p:spPr>
          <a:xfrm>
            <a:off x="4784935" y="1444587"/>
            <a:ext cx="411683" cy="295897"/>
          </a:xfrm>
          <a:custGeom>
            <a:avLst/>
            <a:gdLst/>
            <a:ahLst/>
            <a:cxnLst/>
            <a:rect l="l" t="t" r="r" b="b"/>
            <a:pathLst>
              <a:path w="411683" h="295897" fill="none">
                <a:moveTo>
                  <a:pt x="25730" y="0"/>
                </a:moveTo>
                <a:lnTo>
                  <a:pt x="385953" y="0"/>
                </a:lnTo>
                <a:cubicBezTo>
                  <a:pt x="400163" y="0"/>
                  <a:pt x="411683" y="11521"/>
                  <a:pt x="411683" y="25730"/>
                </a:cubicBezTo>
                <a:lnTo>
                  <a:pt x="411683" y="270167"/>
                </a:lnTo>
                <a:cubicBezTo>
                  <a:pt x="411683" y="284377"/>
                  <a:pt x="400163" y="295897"/>
                  <a:pt x="385953" y="295897"/>
                </a:cubicBezTo>
                <a:lnTo>
                  <a:pt x="25730" y="295897"/>
                </a:lnTo>
                <a:cubicBezTo>
                  <a:pt x="11521" y="295897"/>
                  <a:pt x="0" y="284377"/>
                  <a:pt x="0" y="270167"/>
                </a:cubicBezTo>
                <a:lnTo>
                  <a:pt x="0" y="25730"/>
                </a:lnTo>
                <a:cubicBezTo>
                  <a:pt x="0" y="11521"/>
                  <a:pt x="11521" y="0"/>
                  <a:pt x="25730" y="0"/>
                </a:cubicBezTo>
                <a:close/>
              </a:path>
            </a:pathLst>
          </a:custGeom>
          <a:noFill/>
          <a:ln w="12865" cap="rnd">
            <a:solidFill>
              <a:srgbClr val="627D8D"/>
            </a:solidFill>
            <a:prstDash val="solid"/>
            <a:round/>
          </a:ln>
        </p:spPr>
      </p:sp>
      <p:sp>
        <p:nvSpPr>
          <p:cNvPr id="180" name="!!path-33l"/>
          <p:cNvSpPr/>
          <p:nvPr/>
        </p:nvSpPr>
        <p:spPr>
          <a:xfrm>
            <a:off x="4817098" y="1483182"/>
            <a:ext cx="70758" cy="102921"/>
          </a:xfrm>
          <a:custGeom>
            <a:avLst/>
            <a:gdLst/>
            <a:ahLst/>
            <a:cxnLst/>
            <a:rect l="l" t="t" r="r" b="b"/>
            <a:pathLst>
              <a:path w="70758" h="102921" fill="none">
                <a:moveTo>
                  <a:pt x="12865" y="0"/>
                </a:moveTo>
                <a:lnTo>
                  <a:pt x="57893" y="0"/>
                </a:lnTo>
                <a:cubicBezTo>
                  <a:pt x="65001" y="0"/>
                  <a:pt x="70758" y="5757"/>
                  <a:pt x="70758" y="12865"/>
                </a:cubicBezTo>
                <a:lnTo>
                  <a:pt x="70758" y="90056"/>
                </a:lnTo>
                <a:cubicBezTo>
                  <a:pt x="70758" y="97164"/>
                  <a:pt x="65001" y="102921"/>
                  <a:pt x="57893" y="102921"/>
                </a:cubicBezTo>
                <a:lnTo>
                  <a:pt x="12865" y="102921"/>
                </a:lnTo>
                <a:cubicBezTo>
                  <a:pt x="5757" y="102921"/>
                  <a:pt x="0" y="97164"/>
                  <a:pt x="0" y="90056"/>
                </a:cubicBezTo>
                <a:lnTo>
                  <a:pt x="0" y="12865"/>
                </a:lnTo>
                <a:cubicBezTo>
                  <a:pt x="0" y="5757"/>
                  <a:pt x="5757" y="0"/>
                  <a:pt x="12865" y="0"/>
                </a:cubicBezTo>
                <a:close/>
              </a:path>
            </a:pathLst>
          </a:custGeom>
          <a:noFill/>
          <a:ln w="9649" cap="rnd">
            <a:solidFill>
              <a:srgbClr val="627D8D"/>
            </a:solidFill>
            <a:prstDash val="solid"/>
            <a:round/>
          </a:ln>
        </p:spPr>
      </p:sp>
      <p:sp>
        <p:nvSpPr>
          <p:cNvPr id="181" name="!!path-33o"/>
          <p:cNvSpPr/>
          <p:nvPr/>
        </p:nvSpPr>
        <p:spPr>
          <a:xfrm>
            <a:off x="4910370" y="1483182"/>
            <a:ext cx="70758" cy="102921"/>
          </a:xfrm>
          <a:custGeom>
            <a:avLst/>
            <a:gdLst/>
            <a:ahLst/>
            <a:cxnLst/>
            <a:rect l="l" t="t" r="r" b="b"/>
            <a:pathLst>
              <a:path w="70758" h="102921" fill="none">
                <a:moveTo>
                  <a:pt x="12865" y="0"/>
                </a:moveTo>
                <a:lnTo>
                  <a:pt x="57893" y="0"/>
                </a:lnTo>
                <a:cubicBezTo>
                  <a:pt x="65001" y="0"/>
                  <a:pt x="70758" y="5757"/>
                  <a:pt x="70758" y="12865"/>
                </a:cubicBezTo>
                <a:lnTo>
                  <a:pt x="70758" y="90056"/>
                </a:lnTo>
                <a:cubicBezTo>
                  <a:pt x="70758" y="97164"/>
                  <a:pt x="65001" y="102921"/>
                  <a:pt x="57893" y="102921"/>
                </a:cubicBezTo>
                <a:lnTo>
                  <a:pt x="12865" y="102921"/>
                </a:lnTo>
                <a:cubicBezTo>
                  <a:pt x="5757" y="102921"/>
                  <a:pt x="0" y="97164"/>
                  <a:pt x="0" y="90056"/>
                </a:cubicBezTo>
                <a:lnTo>
                  <a:pt x="0" y="12865"/>
                </a:lnTo>
                <a:cubicBezTo>
                  <a:pt x="0" y="5757"/>
                  <a:pt x="5757" y="0"/>
                  <a:pt x="12865" y="0"/>
                </a:cubicBezTo>
                <a:close/>
              </a:path>
            </a:pathLst>
          </a:custGeom>
          <a:noFill/>
          <a:ln w="9649" cap="rnd">
            <a:solidFill>
              <a:srgbClr val="627D8D"/>
            </a:solidFill>
            <a:prstDash val="solid"/>
            <a:round/>
          </a:ln>
        </p:spPr>
      </p:sp>
      <p:sp>
        <p:nvSpPr>
          <p:cNvPr id="182" name="!!path-33r"/>
          <p:cNvSpPr/>
          <p:nvPr/>
        </p:nvSpPr>
        <p:spPr>
          <a:xfrm>
            <a:off x="5003642" y="1483182"/>
            <a:ext cx="70758" cy="102921"/>
          </a:xfrm>
          <a:custGeom>
            <a:avLst/>
            <a:gdLst/>
            <a:ahLst/>
            <a:cxnLst/>
            <a:rect l="l" t="t" r="r" b="b"/>
            <a:pathLst>
              <a:path w="70758" h="102921" fill="none">
                <a:moveTo>
                  <a:pt x="12865" y="0"/>
                </a:moveTo>
                <a:lnTo>
                  <a:pt x="57893" y="0"/>
                </a:lnTo>
                <a:cubicBezTo>
                  <a:pt x="65001" y="0"/>
                  <a:pt x="70758" y="5757"/>
                  <a:pt x="70758" y="12865"/>
                </a:cubicBezTo>
                <a:lnTo>
                  <a:pt x="70758" y="90056"/>
                </a:lnTo>
                <a:cubicBezTo>
                  <a:pt x="70758" y="97164"/>
                  <a:pt x="65001" y="102921"/>
                  <a:pt x="57893" y="102921"/>
                </a:cubicBezTo>
                <a:lnTo>
                  <a:pt x="12865" y="102921"/>
                </a:lnTo>
                <a:cubicBezTo>
                  <a:pt x="5757" y="102921"/>
                  <a:pt x="0" y="97164"/>
                  <a:pt x="0" y="90056"/>
                </a:cubicBezTo>
                <a:lnTo>
                  <a:pt x="0" y="12865"/>
                </a:lnTo>
                <a:cubicBezTo>
                  <a:pt x="0" y="5757"/>
                  <a:pt x="5757" y="0"/>
                  <a:pt x="12865" y="0"/>
                </a:cubicBezTo>
                <a:close/>
              </a:path>
            </a:pathLst>
          </a:custGeom>
          <a:noFill/>
          <a:ln w="9649" cap="rnd">
            <a:solidFill>
              <a:srgbClr val="627D8D"/>
            </a:solidFill>
            <a:prstDash val="solid"/>
            <a:round/>
          </a:ln>
        </p:spPr>
      </p:sp>
      <p:sp>
        <p:nvSpPr>
          <p:cNvPr id="183" name="!!path-33u"/>
          <p:cNvSpPr/>
          <p:nvPr/>
        </p:nvSpPr>
        <p:spPr>
          <a:xfrm>
            <a:off x="5096914" y="1483182"/>
            <a:ext cx="70758" cy="102921"/>
          </a:xfrm>
          <a:custGeom>
            <a:avLst/>
            <a:gdLst/>
            <a:ahLst/>
            <a:cxnLst/>
            <a:rect l="l" t="t" r="r" b="b"/>
            <a:pathLst>
              <a:path w="70758" h="102921" fill="none">
                <a:moveTo>
                  <a:pt x="12865" y="0"/>
                </a:moveTo>
                <a:lnTo>
                  <a:pt x="57893" y="0"/>
                </a:lnTo>
                <a:cubicBezTo>
                  <a:pt x="65001" y="0"/>
                  <a:pt x="70758" y="5757"/>
                  <a:pt x="70758" y="12865"/>
                </a:cubicBezTo>
                <a:lnTo>
                  <a:pt x="70758" y="90056"/>
                </a:lnTo>
                <a:cubicBezTo>
                  <a:pt x="70758" y="97164"/>
                  <a:pt x="65001" y="102921"/>
                  <a:pt x="57893" y="102921"/>
                </a:cubicBezTo>
                <a:lnTo>
                  <a:pt x="12865" y="102921"/>
                </a:lnTo>
                <a:cubicBezTo>
                  <a:pt x="5757" y="102921"/>
                  <a:pt x="0" y="97164"/>
                  <a:pt x="0" y="90056"/>
                </a:cubicBezTo>
                <a:lnTo>
                  <a:pt x="0" y="12865"/>
                </a:lnTo>
                <a:cubicBezTo>
                  <a:pt x="0" y="5757"/>
                  <a:pt x="5757" y="0"/>
                  <a:pt x="12865" y="0"/>
                </a:cubicBezTo>
                <a:close/>
              </a:path>
            </a:pathLst>
          </a:custGeom>
          <a:noFill/>
          <a:ln w="9649" cap="rnd">
            <a:solidFill>
              <a:srgbClr val="627D8D"/>
            </a:solidFill>
            <a:prstDash val="solid"/>
            <a:round/>
          </a:ln>
        </p:spPr>
      </p:sp>
      <p:sp>
        <p:nvSpPr>
          <p:cNvPr id="184" name="!!rect-33x"/>
          <p:cNvSpPr/>
          <p:nvPr/>
        </p:nvSpPr>
        <p:spPr>
          <a:xfrm>
            <a:off x="6701835" y="1444587"/>
            <a:ext cx="424548" cy="270167"/>
          </a:xfrm>
          <a:prstGeom prst="roundRect">
            <a:avLst>
              <a:gd name="adj" fmla="val 9524"/>
            </a:avLst>
          </a:prstGeom>
          <a:solidFill>
            <a:srgbClr val="627D8D">
              <a:alpha val="12000"/>
            </a:srgbClr>
          </a:solidFill>
          <a:ln>
            <a:noFill/>
          </a:ln>
        </p:spPr>
      </p:sp>
      <p:sp>
        <p:nvSpPr>
          <p:cNvPr id="185" name="!!path-33z"/>
          <p:cNvSpPr/>
          <p:nvPr/>
        </p:nvSpPr>
        <p:spPr>
          <a:xfrm>
            <a:off x="6701835" y="1444587"/>
            <a:ext cx="424548" cy="270167"/>
          </a:xfrm>
          <a:custGeom>
            <a:avLst/>
            <a:gdLst/>
            <a:ahLst/>
            <a:cxnLst/>
            <a:rect l="l" t="t" r="r" b="b"/>
            <a:pathLst>
              <a:path w="424548" h="270167" fill="none">
                <a:moveTo>
                  <a:pt x="25730" y="0"/>
                </a:moveTo>
                <a:lnTo>
                  <a:pt x="398818" y="0"/>
                </a:lnTo>
                <a:cubicBezTo>
                  <a:pt x="413028" y="0"/>
                  <a:pt x="424548" y="11521"/>
                  <a:pt x="424548" y="25730"/>
                </a:cubicBezTo>
                <a:lnTo>
                  <a:pt x="424548" y="244437"/>
                </a:lnTo>
                <a:cubicBezTo>
                  <a:pt x="424548" y="258646"/>
                  <a:pt x="413028" y="270167"/>
                  <a:pt x="398818" y="270167"/>
                </a:cubicBezTo>
                <a:lnTo>
                  <a:pt x="25730" y="270167"/>
                </a:lnTo>
                <a:cubicBezTo>
                  <a:pt x="11521" y="270167"/>
                  <a:pt x="0" y="258646"/>
                  <a:pt x="0" y="244437"/>
                </a:cubicBezTo>
                <a:lnTo>
                  <a:pt x="0" y="25730"/>
                </a:lnTo>
                <a:cubicBezTo>
                  <a:pt x="0" y="11521"/>
                  <a:pt x="11521" y="0"/>
                  <a:pt x="25730" y="0"/>
                </a:cubicBezTo>
                <a:close/>
              </a:path>
            </a:pathLst>
          </a:custGeom>
          <a:noFill/>
          <a:ln w="12865" cap="rnd">
            <a:solidFill>
              <a:srgbClr val="627D8D"/>
            </a:solidFill>
            <a:prstDash val="solid"/>
            <a:round/>
          </a:ln>
        </p:spPr>
      </p:sp>
      <p:sp>
        <p:nvSpPr>
          <p:cNvPr id="186" name="!!path-342"/>
          <p:cNvSpPr/>
          <p:nvPr/>
        </p:nvSpPr>
        <p:spPr>
          <a:xfrm>
            <a:off x="6779025" y="1496047"/>
            <a:ext cx="192977" cy="154381"/>
          </a:xfrm>
          <a:custGeom>
            <a:avLst/>
            <a:gdLst/>
            <a:ahLst/>
            <a:cxnLst/>
            <a:rect l="l" t="t" r="r" b="b"/>
            <a:pathLst>
              <a:path w="192977" h="154381" fill="none">
                <a:moveTo>
                  <a:pt x="12865" y="0"/>
                </a:moveTo>
                <a:lnTo>
                  <a:pt x="180111" y="0"/>
                </a:lnTo>
                <a:cubicBezTo>
                  <a:pt x="187219" y="0"/>
                  <a:pt x="192977" y="5757"/>
                  <a:pt x="192977" y="12865"/>
                </a:cubicBezTo>
                <a:lnTo>
                  <a:pt x="192977" y="141516"/>
                </a:lnTo>
                <a:cubicBezTo>
                  <a:pt x="192977" y="148624"/>
                  <a:pt x="187219" y="154381"/>
                  <a:pt x="180111" y="154381"/>
                </a:cubicBezTo>
                <a:lnTo>
                  <a:pt x="12865" y="154381"/>
                </a:lnTo>
                <a:cubicBezTo>
                  <a:pt x="5757" y="154381"/>
                  <a:pt x="0" y="148624"/>
                  <a:pt x="0" y="141516"/>
                </a:cubicBezTo>
                <a:lnTo>
                  <a:pt x="0" y="12865"/>
                </a:lnTo>
                <a:cubicBezTo>
                  <a:pt x="0" y="5757"/>
                  <a:pt x="5757" y="0"/>
                  <a:pt x="12865" y="0"/>
                </a:cubicBezTo>
                <a:close/>
              </a:path>
            </a:pathLst>
          </a:custGeom>
          <a:noFill/>
          <a:ln w="10292" cap="rnd">
            <a:solidFill>
              <a:srgbClr val="627D8D"/>
            </a:solidFill>
            <a:prstDash val="solid"/>
            <a:round/>
          </a:ln>
        </p:spPr>
      </p:sp>
      <p:sp>
        <p:nvSpPr>
          <p:cNvPr id="187" name="!!path-345"/>
          <p:cNvSpPr/>
          <p:nvPr/>
        </p:nvSpPr>
        <p:spPr>
          <a:xfrm>
            <a:off x="7010597" y="1508912"/>
            <a:ext cx="64326" cy="128651"/>
          </a:xfrm>
          <a:custGeom>
            <a:avLst/>
            <a:gdLst/>
            <a:ahLst/>
            <a:cxnLst/>
            <a:rect l="l" t="t" r="r" b="b"/>
            <a:pathLst>
              <a:path w="64326" h="128651" fill="none">
                <a:moveTo>
                  <a:pt x="0" y="128651"/>
                </a:moveTo>
                <a:lnTo>
                  <a:pt x="0" y="0"/>
                </a:lnTo>
                <a:lnTo>
                  <a:pt x="32163" y="0"/>
                </a:lnTo>
                <a:lnTo>
                  <a:pt x="32163" y="90056"/>
                </a:lnTo>
                <a:lnTo>
                  <a:pt x="64326" y="90056"/>
                </a:lnTo>
                <a:lnTo>
                  <a:pt x="64326" y="0"/>
                </a:lnTo>
              </a:path>
            </a:pathLst>
          </a:custGeom>
          <a:noFill/>
          <a:ln w="9006" cap="rnd">
            <a:solidFill>
              <a:srgbClr val="627D8D"/>
            </a:solidFill>
            <a:prstDash val="solid"/>
            <a:round/>
          </a:ln>
        </p:spPr>
      </p:sp>
      <p:sp>
        <p:nvSpPr>
          <p:cNvPr id="188" name="!!rect-348"/>
          <p:cNvSpPr/>
          <p:nvPr/>
        </p:nvSpPr>
        <p:spPr>
          <a:xfrm>
            <a:off x="5634032" y="5368442"/>
            <a:ext cx="643255" cy="257302"/>
          </a:xfrm>
          <a:prstGeom prst="roundRect">
            <a:avLst>
              <a:gd name="adj" fmla="val 10000"/>
            </a:avLst>
          </a:prstGeom>
          <a:solidFill>
            <a:srgbClr val="627D8D">
              <a:alpha val="12000"/>
            </a:srgbClr>
          </a:solidFill>
          <a:ln>
            <a:noFill/>
          </a:ln>
        </p:spPr>
      </p:sp>
      <p:sp>
        <p:nvSpPr>
          <p:cNvPr id="189" name="!!path-34a"/>
          <p:cNvSpPr/>
          <p:nvPr/>
        </p:nvSpPr>
        <p:spPr>
          <a:xfrm>
            <a:off x="5634032" y="5368442"/>
            <a:ext cx="643255" cy="257302"/>
          </a:xfrm>
          <a:custGeom>
            <a:avLst/>
            <a:gdLst/>
            <a:ahLst/>
            <a:cxnLst/>
            <a:rect l="l" t="t" r="r" b="b"/>
            <a:pathLst>
              <a:path w="643255" h="257302" fill="none">
                <a:moveTo>
                  <a:pt x="25730" y="0"/>
                </a:moveTo>
                <a:lnTo>
                  <a:pt x="617525" y="0"/>
                </a:lnTo>
                <a:cubicBezTo>
                  <a:pt x="631734" y="0"/>
                  <a:pt x="643255" y="11521"/>
                  <a:pt x="643255" y="25730"/>
                </a:cubicBezTo>
                <a:lnTo>
                  <a:pt x="643255" y="231572"/>
                </a:lnTo>
                <a:cubicBezTo>
                  <a:pt x="643255" y="245781"/>
                  <a:pt x="631734" y="257302"/>
                  <a:pt x="617525" y="257302"/>
                </a:cubicBezTo>
                <a:lnTo>
                  <a:pt x="25730" y="257302"/>
                </a:lnTo>
                <a:cubicBezTo>
                  <a:pt x="11521" y="257302"/>
                  <a:pt x="0" y="245781"/>
                  <a:pt x="0" y="231572"/>
                </a:cubicBezTo>
                <a:lnTo>
                  <a:pt x="0" y="25730"/>
                </a:lnTo>
                <a:cubicBezTo>
                  <a:pt x="0" y="11521"/>
                  <a:pt x="11521" y="0"/>
                  <a:pt x="25730" y="0"/>
                </a:cubicBezTo>
                <a:close/>
              </a:path>
            </a:pathLst>
          </a:custGeom>
          <a:noFill/>
          <a:ln w="12865" cap="rnd">
            <a:solidFill>
              <a:srgbClr val="627D8D"/>
            </a:solidFill>
            <a:prstDash val="solid"/>
            <a:round/>
          </a:ln>
        </p:spPr>
      </p:sp>
      <p:sp>
        <p:nvSpPr>
          <p:cNvPr id="190" name="!!path-34d"/>
          <p:cNvSpPr/>
          <p:nvPr/>
        </p:nvSpPr>
        <p:spPr>
          <a:xfrm>
            <a:off x="5724087" y="5432768"/>
            <a:ext cx="1" cy="128651"/>
          </a:xfrm>
          <a:custGeom>
            <a:avLst/>
            <a:gdLst/>
            <a:ahLst/>
            <a:cxnLst/>
            <a:rect l="l" t="t" r="r" b="b"/>
            <a:pathLst>
              <a:path w="1" h="128651" fill="none">
                <a:moveTo>
                  <a:pt x="0" y="0"/>
                </a:moveTo>
                <a:lnTo>
                  <a:pt x="0" y="128651"/>
                </a:lnTo>
              </a:path>
            </a:pathLst>
          </a:custGeom>
          <a:noFill/>
          <a:ln w="9006" cap="rnd">
            <a:solidFill>
              <a:srgbClr val="627D8D"/>
            </a:solidFill>
            <a:prstDash val="solid"/>
            <a:round/>
          </a:ln>
        </p:spPr>
      </p:sp>
      <p:sp>
        <p:nvSpPr>
          <p:cNvPr id="191" name="!!path-34g"/>
          <p:cNvSpPr/>
          <p:nvPr/>
        </p:nvSpPr>
        <p:spPr>
          <a:xfrm>
            <a:off x="5827008" y="5432768"/>
            <a:ext cx="1" cy="128651"/>
          </a:xfrm>
          <a:custGeom>
            <a:avLst/>
            <a:gdLst/>
            <a:ahLst/>
            <a:cxnLst/>
            <a:rect l="l" t="t" r="r" b="b"/>
            <a:pathLst>
              <a:path w="1" h="128651" fill="none">
                <a:moveTo>
                  <a:pt x="0" y="0"/>
                </a:moveTo>
                <a:lnTo>
                  <a:pt x="0" y="128651"/>
                </a:lnTo>
              </a:path>
            </a:pathLst>
          </a:custGeom>
          <a:noFill/>
          <a:ln w="9006" cap="rnd">
            <a:solidFill>
              <a:srgbClr val="627D8D"/>
            </a:solidFill>
            <a:prstDash val="solid"/>
            <a:round/>
          </a:ln>
        </p:spPr>
      </p:sp>
      <p:sp>
        <p:nvSpPr>
          <p:cNvPr id="192" name="!!path-34j"/>
          <p:cNvSpPr/>
          <p:nvPr/>
        </p:nvSpPr>
        <p:spPr>
          <a:xfrm>
            <a:off x="5929929" y="5432768"/>
            <a:ext cx="1" cy="128651"/>
          </a:xfrm>
          <a:custGeom>
            <a:avLst/>
            <a:gdLst/>
            <a:ahLst/>
            <a:cxnLst/>
            <a:rect l="l" t="t" r="r" b="b"/>
            <a:pathLst>
              <a:path w="1" h="128651" fill="none">
                <a:moveTo>
                  <a:pt x="0" y="0"/>
                </a:moveTo>
                <a:lnTo>
                  <a:pt x="0" y="128651"/>
                </a:lnTo>
              </a:path>
            </a:pathLst>
          </a:custGeom>
          <a:noFill/>
          <a:ln w="9006" cap="rnd">
            <a:solidFill>
              <a:srgbClr val="627D8D"/>
            </a:solidFill>
            <a:prstDash val="solid"/>
            <a:round/>
          </a:ln>
        </p:spPr>
      </p:sp>
      <p:sp>
        <p:nvSpPr>
          <p:cNvPr id="193" name="!!path-34m"/>
          <p:cNvSpPr/>
          <p:nvPr/>
        </p:nvSpPr>
        <p:spPr>
          <a:xfrm>
            <a:off x="6032850" y="5432768"/>
            <a:ext cx="1" cy="128651"/>
          </a:xfrm>
          <a:custGeom>
            <a:avLst/>
            <a:gdLst/>
            <a:ahLst/>
            <a:cxnLst/>
            <a:rect l="l" t="t" r="r" b="b"/>
            <a:pathLst>
              <a:path w="1" h="128651" fill="none">
                <a:moveTo>
                  <a:pt x="0" y="0"/>
                </a:moveTo>
                <a:lnTo>
                  <a:pt x="0" y="128651"/>
                </a:lnTo>
              </a:path>
            </a:pathLst>
          </a:custGeom>
          <a:noFill/>
          <a:ln w="9006" cap="rnd">
            <a:solidFill>
              <a:srgbClr val="627D8D"/>
            </a:solidFill>
            <a:prstDash val="solid"/>
            <a:round/>
          </a:ln>
        </p:spPr>
      </p:sp>
      <p:sp>
        <p:nvSpPr>
          <p:cNvPr id="194" name="!!path-34p"/>
          <p:cNvSpPr/>
          <p:nvPr/>
        </p:nvSpPr>
        <p:spPr>
          <a:xfrm>
            <a:off x="6135770" y="5432768"/>
            <a:ext cx="1" cy="128651"/>
          </a:xfrm>
          <a:custGeom>
            <a:avLst/>
            <a:gdLst/>
            <a:ahLst/>
            <a:cxnLst/>
            <a:rect l="l" t="t" r="r" b="b"/>
            <a:pathLst>
              <a:path w="1" h="128651" fill="none">
                <a:moveTo>
                  <a:pt x="0" y="0"/>
                </a:moveTo>
                <a:lnTo>
                  <a:pt x="0" y="128651"/>
                </a:lnTo>
              </a:path>
            </a:pathLst>
          </a:custGeom>
          <a:noFill/>
          <a:ln w="9006" cap="rnd">
            <a:solidFill>
              <a:srgbClr val="627D8D"/>
            </a:solidFill>
            <a:prstDash val="solid"/>
            <a:round/>
          </a:ln>
        </p:spPr>
      </p:sp>
      <p:sp>
        <p:nvSpPr>
          <p:cNvPr id="195" name="!!rect-34s"/>
          <p:cNvSpPr/>
          <p:nvPr/>
        </p:nvSpPr>
        <p:spPr>
          <a:xfrm>
            <a:off x="6367342" y="5432768"/>
            <a:ext cx="231572" cy="141516"/>
          </a:xfrm>
          <a:prstGeom prst="roundRect">
            <a:avLst>
              <a:gd name="adj" fmla="val 18182"/>
            </a:avLst>
          </a:prstGeom>
          <a:solidFill>
            <a:srgbClr val="627D8D">
              <a:alpha val="12000"/>
            </a:srgbClr>
          </a:solidFill>
          <a:ln>
            <a:noFill/>
          </a:ln>
        </p:spPr>
      </p:sp>
      <p:sp>
        <p:nvSpPr>
          <p:cNvPr id="196" name="!!path-34u"/>
          <p:cNvSpPr/>
          <p:nvPr/>
        </p:nvSpPr>
        <p:spPr>
          <a:xfrm>
            <a:off x="6367342" y="5432768"/>
            <a:ext cx="231572" cy="141516"/>
          </a:xfrm>
          <a:custGeom>
            <a:avLst/>
            <a:gdLst/>
            <a:ahLst/>
            <a:cxnLst/>
            <a:rect l="l" t="t" r="r" b="b"/>
            <a:pathLst>
              <a:path w="231572" h="141516" fill="none">
                <a:moveTo>
                  <a:pt x="25730" y="0"/>
                </a:moveTo>
                <a:lnTo>
                  <a:pt x="205842" y="0"/>
                </a:lnTo>
                <a:cubicBezTo>
                  <a:pt x="220051" y="0"/>
                  <a:pt x="231572" y="11521"/>
                  <a:pt x="231572" y="25730"/>
                </a:cubicBezTo>
                <a:lnTo>
                  <a:pt x="231572" y="115786"/>
                </a:lnTo>
                <a:cubicBezTo>
                  <a:pt x="231572" y="129995"/>
                  <a:pt x="220051" y="141516"/>
                  <a:pt x="205842" y="141516"/>
                </a:cubicBezTo>
                <a:lnTo>
                  <a:pt x="25730" y="141516"/>
                </a:lnTo>
                <a:cubicBezTo>
                  <a:pt x="11521" y="141516"/>
                  <a:pt x="0" y="129995"/>
                  <a:pt x="0" y="115786"/>
                </a:cubicBezTo>
                <a:lnTo>
                  <a:pt x="0" y="25730"/>
                </a:lnTo>
                <a:cubicBezTo>
                  <a:pt x="0" y="11521"/>
                  <a:pt x="11521" y="0"/>
                  <a:pt x="25730" y="0"/>
                </a:cubicBezTo>
                <a:close/>
              </a:path>
            </a:pathLst>
          </a:custGeom>
          <a:noFill/>
          <a:ln w="12865" cap="rnd">
            <a:solidFill>
              <a:srgbClr val="627D8D"/>
            </a:solidFill>
            <a:prstDash val="solid"/>
            <a:round/>
          </a:ln>
        </p:spPr>
      </p:sp>
      <p:sp>
        <p:nvSpPr>
          <p:cNvPr id="197" name="!!rect-34x"/>
          <p:cNvSpPr/>
          <p:nvPr/>
        </p:nvSpPr>
        <p:spPr>
          <a:xfrm>
            <a:off x="5910631" y="3708844"/>
            <a:ext cx="45028" cy="257302"/>
          </a:xfrm>
          <a:prstGeom prst="roundRect">
            <a:avLst>
              <a:gd name="adj" fmla="val 50000"/>
            </a:avLst>
          </a:prstGeom>
          <a:solidFill>
            <a:srgbClr val="627D8D">
              <a:alpha val="12000"/>
            </a:srgbClr>
          </a:solidFill>
          <a:ln>
            <a:noFill/>
          </a:ln>
        </p:spPr>
      </p:sp>
      <p:sp>
        <p:nvSpPr>
          <p:cNvPr id="198" name="!!path-34z"/>
          <p:cNvSpPr/>
          <p:nvPr/>
        </p:nvSpPr>
        <p:spPr>
          <a:xfrm>
            <a:off x="5910631" y="3708844"/>
            <a:ext cx="45028" cy="257302"/>
          </a:xfrm>
          <a:custGeom>
            <a:avLst/>
            <a:gdLst/>
            <a:ahLst/>
            <a:cxnLst/>
            <a:rect l="l" t="t" r="r" b="b"/>
            <a:pathLst>
              <a:path w="45028" h="257302" fill="none">
                <a:moveTo>
                  <a:pt x="25730" y="0"/>
                </a:moveTo>
                <a:lnTo>
                  <a:pt x="19298" y="0"/>
                </a:lnTo>
                <a:cubicBezTo>
                  <a:pt x="33507" y="0"/>
                  <a:pt x="45028" y="11521"/>
                  <a:pt x="45028" y="25730"/>
                </a:cubicBezTo>
                <a:lnTo>
                  <a:pt x="45028" y="231572"/>
                </a:lnTo>
                <a:cubicBezTo>
                  <a:pt x="45028" y="245781"/>
                  <a:pt x="33507" y="257302"/>
                  <a:pt x="19298" y="257302"/>
                </a:cubicBezTo>
                <a:lnTo>
                  <a:pt x="25730" y="257302"/>
                </a:lnTo>
                <a:cubicBezTo>
                  <a:pt x="11521" y="257302"/>
                  <a:pt x="0" y="245781"/>
                  <a:pt x="0" y="231572"/>
                </a:cubicBezTo>
                <a:lnTo>
                  <a:pt x="0" y="25730"/>
                </a:lnTo>
                <a:cubicBezTo>
                  <a:pt x="0" y="11521"/>
                  <a:pt x="11521" y="0"/>
                  <a:pt x="25730" y="0"/>
                </a:cubicBezTo>
                <a:close/>
              </a:path>
            </a:pathLst>
          </a:custGeom>
          <a:noFill/>
          <a:ln w="12865" cap="rnd">
            <a:solidFill>
              <a:srgbClr val="627D8D"/>
            </a:solidFill>
            <a:prstDash val="solid"/>
            <a:round/>
          </a:ln>
        </p:spPr>
      </p:sp>
      <p:sp>
        <p:nvSpPr>
          <p:cNvPr id="199" name="!!rect-352"/>
          <p:cNvSpPr/>
          <p:nvPr/>
        </p:nvSpPr>
        <p:spPr>
          <a:xfrm>
            <a:off x="5962092" y="3708844"/>
            <a:ext cx="45028" cy="257302"/>
          </a:xfrm>
          <a:prstGeom prst="roundRect">
            <a:avLst>
              <a:gd name="adj" fmla="val 50000"/>
            </a:avLst>
          </a:prstGeom>
          <a:solidFill>
            <a:srgbClr val="627D8D">
              <a:alpha val="12000"/>
            </a:srgbClr>
          </a:solidFill>
          <a:ln>
            <a:noFill/>
          </a:ln>
        </p:spPr>
      </p:sp>
      <p:sp>
        <p:nvSpPr>
          <p:cNvPr id="200" name="!!path-354"/>
          <p:cNvSpPr/>
          <p:nvPr/>
        </p:nvSpPr>
        <p:spPr>
          <a:xfrm>
            <a:off x="5962092" y="3708844"/>
            <a:ext cx="45028" cy="257302"/>
          </a:xfrm>
          <a:custGeom>
            <a:avLst/>
            <a:gdLst/>
            <a:ahLst/>
            <a:cxnLst/>
            <a:rect l="l" t="t" r="r" b="b"/>
            <a:pathLst>
              <a:path w="45028" h="257302" fill="none">
                <a:moveTo>
                  <a:pt x="25730" y="0"/>
                </a:moveTo>
                <a:lnTo>
                  <a:pt x="19298" y="0"/>
                </a:lnTo>
                <a:cubicBezTo>
                  <a:pt x="33507" y="0"/>
                  <a:pt x="45028" y="11521"/>
                  <a:pt x="45028" y="25730"/>
                </a:cubicBezTo>
                <a:lnTo>
                  <a:pt x="45028" y="231572"/>
                </a:lnTo>
                <a:cubicBezTo>
                  <a:pt x="45028" y="245781"/>
                  <a:pt x="33507" y="257302"/>
                  <a:pt x="19298" y="257302"/>
                </a:cubicBezTo>
                <a:lnTo>
                  <a:pt x="25730" y="257302"/>
                </a:lnTo>
                <a:cubicBezTo>
                  <a:pt x="11521" y="257302"/>
                  <a:pt x="0" y="245781"/>
                  <a:pt x="0" y="231572"/>
                </a:cubicBezTo>
                <a:lnTo>
                  <a:pt x="0" y="25730"/>
                </a:lnTo>
                <a:cubicBezTo>
                  <a:pt x="0" y="11521"/>
                  <a:pt x="11521" y="0"/>
                  <a:pt x="25730" y="0"/>
                </a:cubicBezTo>
                <a:close/>
              </a:path>
            </a:pathLst>
          </a:custGeom>
          <a:noFill/>
          <a:ln w="12865" cap="rnd">
            <a:solidFill>
              <a:srgbClr val="627D8D"/>
            </a:solidFill>
            <a:prstDash val="solid"/>
            <a:round/>
          </a:ln>
        </p:spPr>
      </p:sp>
      <p:sp>
        <p:nvSpPr>
          <p:cNvPr id="201" name="!!rect-357"/>
          <p:cNvSpPr/>
          <p:nvPr/>
        </p:nvSpPr>
        <p:spPr>
          <a:xfrm>
            <a:off x="5910631" y="4931029"/>
            <a:ext cx="45028" cy="257302"/>
          </a:xfrm>
          <a:prstGeom prst="roundRect">
            <a:avLst>
              <a:gd name="adj" fmla="val 50000"/>
            </a:avLst>
          </a:prstGeom>
          <a:solidFill>
            <a:srgbClr val="627D8D">
              <a:alpha val="12000"/>
            </a:srgbClr>
          </a:solidFill>
          <a:ln>
            <a:noFill/>
          </a:ln>
        </p:spPr>
      </p:sp>
      <p:sp>
        <p:nvSpPr>
          <p:cNvPr id="202" name="!!path-359"/>
          <p:cNvSpPr/>
          <p:nvPr/>
        </p:nvSpPr>
        <p:spPr>
          <a:xfrm>
            <a:off x="5910631" y="4931029"/>
            <a:ext cx="45028" cy="257302"/>
          </a:xfrm>
          <a:custGeom>
            <a:avLst/>
            <a:gdLst/>
            <a:ahLst/>
            <a:cxnLst/>
            <a:rect l="l" t="t" r="r" b="b"/>
            <a:pathLst>
              <a:path w="45028" h="257302" fill="none">
                <a:moveTo>
                  <a:pt x="25730" y="0"/>
                </a:moveTo>
                <a:lnTo>
                  <a:pt x="19298" y="0"/>
                </a:lnTo>
                <a:cubicBezTo>
                  <a:pt x="33507" y="0"/>
                  <a:pt x="45028" y="11521"/>
                  <a:pt x="45028" y="25730"/>
                </a:cubicBezTo>
                <a:lnTo>
                  <a:pt x="45028" y="231572"/>
                </a:lnTo>
                <a:cubicBezTo>
                  <a:pt x="45028" y="245781"/>
                  <a:pt x="33507" y="257302"/>
                  <a:pt x="19298" y="257302"/>
                </a:cubicBezTo>
                <a:lnTo>
                  <a:pt x="25730" y="257302"/>
                </a:lnTo>
                <a:cubicBezTo>
                  <a:pt x="11521" y="257302"/>
                  <a:pt x="0" y="245781"/>
                  <a:pt x="0" y="231572"/>
                </a:cubicBezTo>
                <a:lnTo>
                  <a:pt x="0" y="25730"/>
                </a:lnTo>
                <a:cubicBezTo>
                  <a:pt x="0" y="11521"/>
                  <a:pt x="11521" y="0"/>
                  <a:pt x="25730" y="0"/>
                </a:cubicBezTo>
                <a:close/>
              </a:path>
            </a:pathLst>
          </a:custGeom>
          <a:noFill/>
          <a:ln w="12865" cap="rnd">
            <a:solidFill>
              <a:srgbClr val="627D8D"/>
            </a:solidFill>
            <a:prstDash val="solid"/>
            <a:round/>
          </a:ln>
        </p:spPr>
      </p:sp>
      <p:sp>
        <p:nvSpPr>
          <p:cNvPr id="203" name="!!rect-35c"/>
          <p:cNvSpPr/>
          <p:nvPr/>
        </p:nvSpPr>
        <p:spPr>
          <a:xfrm>
            <a:off x="5962092" y="4931029"/>
            <a:ext cx="45028" cy="257302"/>
          </a:xfrm>
          <a:prstGeom prst="roundRect">
            <a:avLst>
              <a:gd name="adj" fmla="val 50000"/>
            </a:avLst>
          </a:prstGeom>
          <a:solidFill>
            <a:srgbClr val="627D8D">
              <a:alpha val="12000"/>
            </a:srgbClr>
          </a:solidFill>
          <a:ln>
            <a:noFill/>
          </a:ln>
        </p:spPr>
      </p:sp>
      <p:sp>
        <p:nvSpPr>
          <p:cNvPr id="204" name="!!path-35e"/>
          <p:cNvSpPr/>
          <p:nvPr/>
        </p:nvSpPr>
        <p:spPr>
          <a:xfrm>
            <a:off x="5962092" y="4931029"/>
            <a:ext cx="45028" cy="257302"/>
          </a:xfrm>
          <a:custGeom>
            <a:avLst/>
            <a:gdLst/>
            <a:ahLst/>
            <a:cxnLst/>
            <a:rect l="l" t="t" r="r" b="b"/>
            <a:pathLst>
              <a:path w="45028" h="257302" fill="none">
                <a:moveTo>
                  <a:pt x="25730" y="0"/>
                </a:moveTo>
                <a:lnTo>
                  <a:pt x="19298" y="0"/>
                </a:lnTo>
                <a:cubicBezTo>
                  <a:pt x="33507" y="0"/>
                  <a:pt x="45028" y="11521"/>
                  <a:pt x="45028" y="25730"/>
                </a:cubicBezTo>
                <a:lnTo>
                  <a:pt x="45028" y="231572"/>
                </a:lnTo>
                <a:cubicBezTo>
                  <a:pt x="45028" y="245781"/>
                  <a:pt x="33507" y="257302"/>
                  <a:pt x="19298" y="257302"/>
                </a:cubicBezTo>
                <a:lnTo>
                  <a:pt x="25730" y="257302"/>
                </a:lnTo>
                <a:cubicBezTo>
                  <a:pt x="11521" y="257302"/>
                  <a:pt x="0" y="245781"/>
                  <a:pt x="0" y="231572"/>
                </a:cubicBezTo>
                <a:lnTo>
                  <a:pt x="0" y="25730"/>
                </a:lnTo>
                <a:cubicBezTo>
                  <a:pt x="0" y="11521"/>
                  <a:pt x="11521" y="0"/>
                  <a:pt x="25730" y="0"/>
                </a:cubicBezTo>
                <a:close/>
              </a:path>
            </a:pathLst>
          </a:custGeom>
          <a:noFill/>
          <a:ln w="12865" cap="rnd">
            <a:solidFill>
              <a:srgbClr val="627D8D"/>
            </a:solidFill>
            <a:prstDash val="solid"/>
            <a:round/>
          </a:ln>
        </p:spPr>
      </p:sp>
      <p:sp>
        <p:nvSpPr>
          <p:cNvPr id="205" name="!!rect-35h"/>
          <p:cNvSpPr/>
          <p:nvPr/>
        </p:nvSpPr>
        <p:spPr>
          <a:xfrm>
            <a:off x="4855693" y="3342189"/>
            <a:ext cx="321628" cy="154381"/>
          </a:xfrm>
          <a:prstGeom prst="roundRect">
            <a:avLst>
              <a:gd name="adj" fmla="val 29167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206" name="!!text-35i" descr="A01"/>
          <p:cNvSpPr txBox="1"/>
          <p:nvPr/>
        </p:nvSpPr>
        <p:spPr>
          <a:xfrm>
            <a:off x="4934511" y="3347078"/>
            <a:ext cx="191008" cy="13040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09" b="1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A01</a:t>
            </a:r>
            <a:endParaRPr lang="zh-TW" sz="709"/>
          </a:p>
        </p:txBody>
      </p:sp>
      <p:sp>
        <p:nvSpPr>
          <p:cNvPr id="207" name="!!rect-35m"/>
          <p:cNvSpPr/>
          <p:nvPr/>
        </p:nvSpPr>
        <p:spPr>
          <a:xfrm>
            <a:off x="6077878" y="3342189"/>
            <a:ext cx="321628" cy="154381"/>
          </a:xfrm>
          <a:prstGeom prst="roundRect">
            <a:avLst>
              <a:gd name="adj" fmla="val 29167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208" name="!!text-35n" descr="A02"/>
          <p:cNvSpPr txBox="1"/>
          <p:nvPr/>
        </p:nvSpPr>
        <p:spPr>
          <a:xfrm>
            <a:off x="6156696" y="3347078"/>
            <a:ext cx="191008" cy="13040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09" b="1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A02</a:t>
            </a:r>
            <a:endParaRPr lang="zh-TW" sz="709"/>
          </a:p>
        </p:txBody>
      </p:sp>
      <p:sp>
        <p:nvSpPr>
          <p:cNvPr id="209" name="!!rect-35r"/>
          <p:cNvSpPr/>
          <p:nvPr/>
        </p:nvSpPr>
        <p:spPr>
          <a:xfrm>
            <a:off x="4855693" y="4564374"/>
            <a:ext cx="321628" cy="154381"/>
          </a:xfrm>
          <a:prstGeom prst="roundRect">
            <a:avLst>
              <a:gd name="adj" fmla="val 29167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210" name="!!text-35s" descr="A03"/>
          <p:cNvSpPr txBox="1"/>
          <p:nvPr/>
        </p:nvSpPr>
        <p:spPr>
          <a:xfrm>
            <a:off x="4934511" y="4569262"/>
            <a:ext cx="191008" cy="13040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09" b="1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A03</a:t>
            </a:r>
            <a:endParaRPr lang="zh-TW" sz="709"/>
          </a:p>
        </p:txBody>
      </p:sp>
      <p:sp>
        <p:nvSpPr>
          <p:cNvPr id="211" name="!!rect-35w"/>
          <p:cNvSpPr/>
          <p:nvPr/>
        </p:nvSpPr>
        <p:spPr>
          <a:xfrm>
            <a:off x="6077878" y="4564374"/>
            <a:ext cx="321628" cy="154381"/>
          </a:xfrm>
          <a:prstGeom prst="roundRect">
            <a:avLst>
              <a:gd name="adj" fmla="val 29167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212" name="!!text-35x" descr="A04"/>
          <p:cNvSpPr txBox="1"/>
          <p:nvPr/>
        </p:nvSpPr>
        <p:spPr>
          <a:xfrm>
            <a:off x="6156696" y="4569262"/>
            <a:ext cx="191008" cy="13040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09" b="1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A04</a:t>
            </a:r>
            <a:endParaRPr lang="zh-TW" sz="709"/>
          </a:p>
        </p:txBody>
      </p:sp>
      <p:sp>
        <p:nvSpPr>
          <p:cNvPr id="213" name="!!text-6hw" descr="智慧書櫃"/>
          <p:cNvSpPr txBox="1"/>
          <p:nvPr/>
        </p:nvSpPr>
        <p:spPr>
          <a:xfrm>
            <a:off x="711200" y="1918716"/>
            <a:ext cx="710184" cy="2206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00" b="1" kern="0" spc="144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智慧書</a:t>
            </a:r>
            <a:r>
              <a:rPr lang="zh-TW" altLang="en-US" sz="12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櫃</a:t>
            </a:r>
            <a:endParaRPr lang="zh-TW" sz="1200"/>
          </a:p>
        </p:txBody>
      </p:sp>
      <p:sp>
        <p:nvSpPr>
          <p:cNvPr id="214" name="!!text-6i2" descr="一片 ESP32，"/>
          <p:cNvSpPr txBox="1"/>
          <p:nvPr/>
        </p:nvSpPr>
        <p:spPr>
          <a:xfrm>
            <a:off x="711200" y="2187448"/>
            <a:ext cx="2906421" cy="66202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3600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一片 ESP3</a:t>
            </a:r>
            <a:r>
              <a:rPr lang="zh-TW" altLang="en-US" sz="3600" kern="0" spc="-108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2</a:t>
            </a:r>
            <a:r>
              <a:rPr lang="zh-TW" altLang="en-US" sz="3600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，</a:t>
            </a:r>
            <a:endParaRPr lang="zh-TW" sz="3600"/>
          </a:p>
        </p:txBody>
      </p:sp>
      <p:sp>
        <p:nvSpPr>
          <p:cNvPr id="215" name="!!text-6j8" descr="控制四扇櫃門"/>
          <p:cNvSpPr txBox="1"/>
          <p:nvPr/>
        </p:nvSpPr>
        <p:spPr>
          <a:xfrm>
            <a:off x="711200" y="2736088"/>
            <a:ext cx="2880360" cy="66202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3600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控制四扇櫃門</a:t>
            </a:r>
            <a:endParaRPr lang="zh-TW" sz="3600"/>
          </a:p>
        </p:txBody>
      </p:sp>
      <p:sp>
        <p:nvSpPr>
          <p:cNvPr id="216" name="!!text-6k7" descr="以 HTTPS 定時與伺服器同步，"/>
          <p:cNvSpPr txBox="1"/>
          <p:nvPr/>
        </p:nvSpPr>
        <p:spPr>
          <a:xfrm>
            <a:off x="711200" y="3451860"/>
            <a:ext cx="2658237" cy="27584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500" kern="0" dirty="0">
                <a:solidFill>
                  <a:srgbClr val="3F4A54"/>
                </a:solidFill>
                <a:latin typeface="Noto Sans TC Medium"/>
                <a:ea typeface="Noto Sans TC Medium"/>
                <a:cs typeface="Noto Sans TC Medium"/>
              </a:rPr>
              <a:t>以 HTT</a:t>
            </a:r>
            <a:r>
              <a:rPr lang="zh-TW" altLang="en-US" sz="1500" kern="0" spc="-23" dirty="0">
                <a:solidFill>
                  <a:srgbClr val="3F4A54"/>
                </a:solidFill>
                <a:latin typeface="Noto Sans TC Medium"/>
                <a:ea typeface="Noto Sans TC Medium"/>
                <a:cs typeface="Noto Sans TC Medium"/>
              </a:rPr>
              <a:t>P</a:t>
            </a:r>
            <a:r>
              <a:rPr lang="zh-TW" altLang="en-US" sz="1500" kern="0" dirty="0">
                <a:solidFill>
                  <a:srgbClr val="3F4A54"/>
                </a:solidFill>
                <a:latin typeface="Noto Sans TC Medium"/>
                <a:ea typeface="Noto Sans TC Medium"/>
                <a:cs typeface="Noto Sans TC Medium"/>
              </a:rPr>
              <a:t>S 定時與伺服器同步，</a:t>
            </a:r>
            <a:endParaRPr lang="zh-TW" sz="1500"/>
          </a:p>
        </p:txBody>
      </p:sp>
      <p:sp>
        <p:nvSpPr>
          <p:cNvPr id="217" name="!!text-6kr" descr="接收開鎖指令並回報開關門。"/>
          <p:cNvSpPr txBox="1"/>
          <p:nvPr/>
        </p:nvSpPr>
        <p:spPr>
          <a:xfrm>
            <a:off x="711200" y="3743960"/>
            <a:ext cx="2533650" cy="27584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500" kern="0" dirty="0">
                <a:solidFill>
                  <a:srgbClr val="3F4A54"/>
                </a:solidFill>
                <a:latin typeface="Noto Sans TC Medium"/>
                <a:ea typeface="Noto Sans TC Medium"/>
                <a:cs typeface="Noto Sans TC Medium"/>
              </a:rPr>
              <a:t>接收開鎖指令並回報開關門。</a:t>
            </a:r>
            <a:endParaRPr lang="zh-TW" sz="1500"/>
          </a:p>
        </p:txBody>
      </p:sp>
      <p:sp>
        <p:nvSpPr>
          <p:cNvPr id="218" name="!!circle-6l7"/>
          <p:cNvSpPr/>
          <p:nvPr/>
        </p:nvSpPr>
        <p:spPr>
          <a:xfrm>
            <a:off x="6858273" y="1559998"/>
            <a:ext cx="57150" cy="57150"/>
          </a:xfrm>
          <a:prstGeom prst="ellipse">
            <a:avLst/>
          </a:prstGeom>
          <a:solidFill>
            <a:srgbClr val="627D8D"/>
          </a:solidFill>
          <a:ln>
            <a:noFill/>
          </a:ln>
        </p:spPr>
      </p:sp>
      <p:sp>
        <p:nvSpPr>
          <p:cNvPr id="219" name="!!circle-6l8"/>
          <p:cNvSpPr/>
          <p:nvPr/>
        </p:nvSpPr>
        <p:spPr>
          <a:xfrm>
            <a:off x="6823348" y="1525073"/>
            <a:ext cx="127000" cy="127000"/>
          </a:xfrm>
          <a:prstGeom prst="ellipse">
            <a:avLst/>
          </a:prstGeom>
          <a:noFill/>
          <a:ln w="9525" cap="flat">
            <a:solidFill>
              <a:srgbClr val="627D8D">
                <a:alpha val="50000"/>
              </a:srgbClr>
            </a:solidFill>
            <a:prstDash val="solid"/>
            <a:miter lim="800000"/>
          </a:ln>
        </p:spPr>
      </p:sp>
      <p:sp>
        <p:nvSpPr>
          <p:cNvPr id="220" name="!!path-6l9"/>
          <p:cNvSpPr/>
          <p:nvPr/>
        </p:nvSpPr>
        <p:spPr>
          <a:xfrm>
            <a:off x="6886848" y="1588573"/>
            <a:ext cx="1469752" cy="17977"/>
          </a:xfrm>
          <a:custGeom>
            <a:avLst/>
            <a:gdLst/>
            <a:ahLst/>
            <a:cxnLst/>
            <a:rect l="l" t="t" r="r" b="b"/>
            <a:pathLst>
              <a:path w="1469752" h="17977" fill="none">
                <a:moveTo>
                  <a:pt x="0" y="0"/>
                </a:moveTo>
                <a:lnTo>
                  <a:pt x="1304652" y="17977"/>
                </a:lnTo>
                <a:lnTo>
                  <a:pt x="1469752" y="17977"/>
                </a:lnTo>
              </a:path>
            </a:pathLst>
          </a:custGeom>
          <a:noFill/>
          <a:ln w="10160" cap="rnd">
            <a:solidFill>
              <a:srgbClr val="627D8D"/>
            </a:solidFill>
            <a:prstDash val="solid"/>
            <a:round/>
          </a:ln>
        </p:spPr>
      </p:sp>
      <p:sp>
        <p:nvSpPr>
          <p:cNvPr id="221" name="!!text-6lg" descr="ESP32 控制板"/>
          <p:cNvSpPr txBox="1"/>
          <p:nvPr/>
        </p:nvSpPr>
        <p:spPr>
          <a:xfrm>
            <a:off x="8445500" y="1472184"/>
            <a:ext cx="1091806" cy="23906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ESP32 控制板</a:t>
            </a:r>
            <a:endParaRPr lang="zh-TW" sz="1300"/>
          </a:p>
        </p:txBody>
      </p:sp>
      <p:sp>
        <p:nvSpPr>
          <p:cNvPr id="222" name="!!text-6lp" descr="Wi-Fi 連線・HTTPS 同步"/>
          <p:cNvSpPr txBox="1"/>
          <p:nvPr/>
        </p:nvSpPr>
        <p:spPr>
          <a:xfrm>
            <a:off x="8445500" y="1717548"/>
            <a:ext cx="1585176" cy="20228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00" kern="0" dirty="0">
                <a:solidFill>
                  <a:srgbClr val="5B6770"/>
                </a:solidFill>
                <a:latin typeface="Noto Sans TC Medium"/>
                <a:ea typeface="Noto Sans TC Medium"/>
                <a:cs typeface="Noto Sans TC Medium"/>
              </a:rPr>
              <a:t>Wi-Fi 連線・HTT</a:t>
            </a:r>
            <a:r>
              <a:rPr lang="zh-TW" altLang="en-US" sz="1100" kern="0" spc="-17" dirty="0">
                <a:solidFill>
                  <a:srgbClr val="5B6770"/>
                </a:solidFill>
                <a:latin typeface="Noto Sans TC Medium"/>
                <a:ea typeface="Noto Sans TC Medium"/>
                <a:cs typeface="Noto Sans TC Medium"/>
              </a:rPr>
              <a:t>P</a:t>
            </a:r>
            <a:r>
              <a:rPr lang="zh-TW" altLang="en-US" sz="1100" kern="0" dirty="0">
                <a:solidFill>
                  <a:srgbClr val="5B6770"/>
                </a:solidFill>
                <a:latin typeface="Noto Sans TC Medium"/>
                <a:ea typeface="Noto Sans TC Medium"/>
                <a:cs typeface="Noto Sans TC Medium"/>
              </a:rPr>
              <a:t>S 同步</a:t>
            </a:r>
            <a:endParaRPr lang="zh-TW" sz="1100"/>
          </a:p>
        </p:txBody>
      </p:sp>
      <p:sp>
        <p:nvSpPr>
          <p:cNvPr id="223" name="!!circle-6m7"/>
          <p:cNvSpPr/>
          <p:nvPr/>
        </p:nvSpPr>
        <p:spPr>
          <a:xfrm>
            <a:off x="6535407" y="2051317"/>
            <a:ext cx="57150" cy="57150"/>
          </a:xfrm>
          <a:prstGeom prst="ellipse">
            <a:avLst/>
          </a:prstGeom>
          <a:solidFill>
            <a:srgbClr val="627D8D"/>
          </a:solidFill>
          <a:ln>
            <a:noFill/>
          </a:ln>
        </p:spPr>
      </p:sp>
      <p:sp>
        <p:nvSpPr>
          <p:cNvPr id="224" name="!!circle-6m8"/>
          <p:cNvSpPr/>
          <p:nvPr/>
        </p:nvSpPr>
        <p:spPr>
          <a:xfrm>
            <a:off x="6500482" y="2016392"/>
            <a:ext cx="127000" cy="127000"/>
          </a:xfrm>
          <a:prstGeom prst="ellipse">
            <a:avLst/>
          </a:prstGeom>
          <a:noFill/>
          <a:ln w="9525" cap="flat">
            <a:solidFill>
              <a:srgbClr val="627D8D">
                <a:alpha val="50000"/>
              </a:srgbClr>
            </a:solidFill>
            <a:prstDash val="solid"/>
            <a:miter lim="800000"/>
          </a:ln>
        </p:spPr>
      </p:sp>
      <p:sp>
        <p:nvSpPr>
          <p:cNvPr id="225" name="!!path-6m9"/>
          <p:cNvSpPr/>
          <p:nvPr/>
        </p:nvSpPr>
        <p:spPr>
          <a:xfrm>
            <a:off x="6563982" y="2079892"/>
            <a:ext cx="1792618" cy="352158"/>
          </a:xfrm>
          <a:custGeom>
            <a:avLst/>
            <a:gdLst/>
            <a:ahLst/>
            <a:cxnLst/>
            <a:rect l="l" t="t" r="r" b="b"/>
            <a:pathLst>
              <a:path w="1792618" h="352158" fill="none">
                <a:moveTo>
                  <a:pt x="0" y="0"/>
                </a:moveTo>
                <a:lnTo>
                  <a:pt x="1627518" y="352158"/>
                </a:lnTo>
                <a:lnTo>
                  <a:pt x="1792618" y="352158"/>
                </a:lnTo>
              </a:path>
            </a:pathLst>
          </a:custGeom>
          <a:noFill/>
          <a:ln w="10160" cap="rnd">
            <a:solidFill>
              <a:srgbClr val="627D8D"/>
            </a:solidFill>
            <a:prstDash val="solid"/>
            <a:round/>
          </a:ln>
        </p:spPr>
      </p:sp>
      <p:sp>
        <p:nvSpPr>
          <p:cNvPr id="226" name="!!text-6mg" descr="2.4 吋 TFT 螢幕"/>
          <p:cNvSpPr txBox="1"/>
          <p:nvPr/>
        </p:nvSpPr>
        <p:spPr>
          <a:xfrm>
            <a:off x="8445500" y="2297684"/>
            <a:ext cx="1208697" cy="23906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2.4 吋 TFT 螢幕</a:t>
            </a:r>
            <a:endParaRPr lang="zh-TW" sz="1300"/>
          </a:p>
        </p:txBody>
      </p:sp>
      <p:sp>
        <p:nvSpPr>
          <p:cNvPr id="227" name="!!text-6mq" descr="240 × 320，顯示 QR Code 與數字"/>
          <p:cNvSpPr txBox="1"/>
          <p:nvPr/>
        </p:nvSpPr>
        <p:spPr>
          <a:xfrm>
            <a:off x="8445500" y="2543048"/>
            <a:ext cx="2194967" cy="20228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00" kern="0" dirty="0">
                <a:solidFill>
                  <a:srgbClr val="5B6770"/>
                </a:solidFill>
                <a:latin typeface="Noto Sans TC Medium"/>
                <a:ea typeface="Noto Sans TC Medium"/>
                <a:cs typeface="Noto Sans TC Medium"/>
              </a:rPr>
              <a:t>240 × 320，顯示 QR Code 與數字</a:t>
            </a:r>
            <a:endParaRPr lang="zh-TW" sz="1100"/>
          </a:p>
        </p:txBody>
      </p:sp>
      <p:sp>
        <p:nvSpPr>
          <p:cNvPr id="228" name="!!circle-6nc"/>
          <p:cNvSpPr/>
          <p:nvPr/>
        </p:nvSpPr>
        <p:spPr>
          <a:xfrm>
            <a:off x="5907551" y="3799630"/>
            <a:ext cx="57150" cy="57150"/>
          </a:xfrm>
          <a:prstGeom prst="ellipse">
            <a:avLst/>
          </a:prstGeom>
          <a:solidFill>
            <a:srgbClr val="627D8D"/>
          </a:solidFill>
          <a:ln>
            <a:noFill/>
          </a:ln>
        </p:spPr>
      </p:sp>
      <p:sp>
        <p:nvSpPr>
          <p:cNvPr id="229" name="!!circle-6nd"/>
          <p:cNvSpPr/>
          <p:nvPr/>
        </p:nvSpPr>
        <p:spPr>
          <a:xfrm>
            <a:off x="5872626" y="3764705"/>
            <a:ext cx="127000" cy="127000"/>
          </a:xfrm>
          <a:prstGeom prst="ellipse">
            <a:avLst/>
          </a:prstGeom>
          <a:noFill/>
          <a:ln w="9525" cap="flat">
            <a:solidFill>
              <a:srgbClr val="627D8D">
                <a:alpha val="50000"/>
              </a:srgbClr>
            </a:solidFill>
            <a:prstDash val="solid"/>
            <a:miter lim="800000"/>
          </a:ln>
        </p:spPr>
      </p:sp>
      <p:sp>
        <p:nvSpPr>
          <p:cNvPr id="230" name="!!path-6ne"/>
          <p:cNvSpPr/>
          <p:nvPr/>
        </p:nvSpPr>
        <p:spPr>
          <a:xfrm>
            <a:off x="5936126" y="3828205"/>
            <a:ext cx="2420474" cy="64345"/>
          </a:xfrm>
          <a:custGeom>
            <a:avLst/>
            <a:gdLst/>
            <a:ahLst/>
            <a:cxnLst/>
            <a:rect l="l" t="t" r="r" b="b"/>
            <a:pathLst>
              <a:path w="2420474" h="64345" fill="none">
                <a:moveTo>
                  <a:pt x="0" y="0"/>
                </a:moveTo>
                <a:lnTo>
                  <a:pt x="2255374" y="64345"/>
                </a:lnTo>
                <a:lnTo>
                  <a:pt x="2420474" y="64345"/>
                </a:lnTo>
              </a:path>
            </a:pathLst>
          </a:custGeom>
          <a:noFill/>
          <a:ln w="10160" cap="rnd">
            <a:solidFill>
              <a:srgbClr val="627D8D"/>
            </a:solidFill>
            <a:prstDash val="solid"/>
            <a:round/>
          </a:ln>
        </p:spPr>
      </p:sp>
      <p:sp>
        <p:nvSpPr>
          <p:cNvPr id="231" name="!!text-6nl" descr="電磁鎖 ×4"/>
          <p:cNvSpPr txBox="1"/>
          <p:nvPr/>
        </p:nvSpPr>
        <p:spPr>
          <a:xfrm>
            <a:off x="8445500" y="3758184"/>
            <a:ext cx="844817" cy="23906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電磁鎖 ×4</a:t>
            </a:r>
            <a:endParaRPr lang="zh-TW" sz="1300"/>
          </a:p>
        </p:txBody>
      </p:sp>
      <p:sp>
        <p:nvSpPr>
          <p:cNvPr id="232" name="!!text-6nr" descr="A01–A04，逐一開鎖"/>
          <p:cNvSpPr txBox="1"/>
          <p:nvPr/>
        </p:nvSpPr>
        <p:spPr>
          <a:xfrm>
            <a:off x="8445500" y="4003548"/>
            <a:ext cx="1308151" cy="20228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00" kern="0" dirty="0">
                <a:solidFill>
                  <a:srgbClr val="5B6770"/>
                </a:solidFill>
                <a:latin typeface="Noto Sans TC Medium"/>
                <a:ea typeface="Noto Sans TC Medium"/>
                <a:cs typeface="Noto Sans TC Medium"/>
              </a:rPr>
              <a:t>A01–A04，逐一開鎖</a:t>
            </a:r>
            <a:endParaRPr lang="zh-TW" sz="1100"/>
          </a:p>
        </p:txBody>
      </p:sp>
      <p:sp>
        <p:nvSpPr>
          <p:cNvPr id="233" name="!!circle-6o6"/>
          <p:cNvSpPr/>
          <p:nvPr/>
        </p:nvSpPr>
        <p:spPr>
          <a:xfrm>
            <a:off x="5907551" y="5445849"/>
            <a:ext cx="57150" cy="57150"/>
          </a:xfrm>
          <a:prstGeom prst="ellipse">
            <a:avLst/>
          </a:prstGeom>
          <a:solidFill>
            <a:srgbClr val="627D8D"/>
          </a:solidFill>
          <a:ln>
            <a:noFill/>
          </a:ln>
        </p:spPr>
      </p:sp>
      <p:sp>
        <p:nvSpPr>
          <p:cNvPr id="234" name="!!circle-6o7"/>
          <p:cNvSpPr/>
          <p:nvPr/>
        </p:nvSpPr>
        <p:spPr>
          <a:xfrm>
            <a:off x="5872626" y="5410924"/>
            <a:ext cx="127000" cy="127000"/>
          </a:xfrm>
          <a:prstGeom prst="ellipse">
            <a:avLst/>
          </a:prstGeom>
          <a:noFill/>
          <a:ln w="9525" cap="flat">
            <a:solidFill>
              <a:srgbClr val="627D8D">
                <a:alpha val="50000"/>
              </a:srgbClr>
            </a:solidFill>
            <a:prstDash val="solid"/>
            <a:miter lim="800000"/>
          </a:ln>
        </p:spPr>
      </p:sp>
      <p:sp>
        <p:nvSpPr>
          <p:cNvPr id="235" name="!!path-6o8"/>
          <p:cNvSpPr/>
          <p:nvPr/>
        </p:nvSpPr>
        <p:spPr>
          <a:xfrm>
            <a:off x="5936126" y="5314950"/>
            <a:ext cx="2420474" cy="159474"/>
          </a:xfrm>
          <a:custGeom>
            <a:avLst/>
            <a:gdLst/>
            <a:ahLst/>
            <a:cxnLst/>
            <a:rect l="l" t="t" r="r" b="b"/>
            <a:pathLst>
              <a:path w="2420474" h="159474" fill="none">
                <a:moveTo>
                  <a:pt x="0" y="159474"/>
                </a:moveTo>
                <a:lnTo>
                  <a:pt x="2255374" y="0"/>
                </a:lnTo>
                <a:lnTo>
                  <a:pt x="2420474" y="0"/>
                </a:lnTo>
              </a:path>
            </a:pathLst>
          </a:custGeom>
          <a:noFill/>
          <a:ln w="10160" cap="rnd">
            <a:solidFill>
              <a:srgbClr val="627D8D"/>
            </a:solidFill>
            <a:prstDash val="solid"/>
            <a:round/>
          </a:ln>
        </p:spPr>
      </p:sp>
      <p:sp>
        <p:nvSpPr>
          <p:cNvPr id="236" name="!!text-6of" descr="12V 電源"/>
          <p:cNvSpPr txBox="1"/>
          <p:nvPr/>
        </p:nvSpPr>
        <p:spPr>
          <a:xfrm>
            <a:off x="8445441" y="5180584"/>
            <a:ext cx="714223" cy="23906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12V 電源</a:t>
            </a:r>
            <a:endParaRPr lang="zh-TW" sz="1300"/>
          </a:p>
        </p:txBody>
      </p:sp>
      <p:sp>
        <p:nvSpPr>
          <p:cNvPr id="237" name="!!text-6ol" descr="降壓 5V 供應控制板"/>
          <p:cNvSpPr txBox="1"/>
          <p:nvPr/>
        </p:nvSpPr>
        <p:spPr>
          <a:xfrm>
            <a:off x="8445441" y="5425948"/>
            <a:ext cx="1245286" cy="20228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00" kern="0" dirty="0">
                <a:solidFill>
                  <a:srgbClr val="5B6770"/>
                </a:solidFill>
                <a:latin typeface="Noto Sans TC Medium"/>
                <a:ea typeface="Noto Sans TC Medium"/>
                <a:cs typeface="Noto Sans TC Medium"/>
              </a:rPr>
              <a:t>降壓 5V 供應控制板</a:t>
            </a:r>
            <a:endParaRPr lang="zh-TW" sz="1100"/>
          </a:p>
        </p:txBody>
      </p:sp>
      <p:sp>
        <p:nvSpPr>
          <p:cNvPr id="238" name="!!circle-6ox"/>
          <p:cNvSpPr/>
          <p:nvPr/>
        </p:nvSpPr>
        <p:spPr>
          <a:xfrm>
            <a:off x="4950441" y="1572762"/>
            <a:ext cx="57150" cy="57150"/>
          </a:xfrm>
          <a:prstGeom prst="ellipse">
            <a:avLst/>
          </a:prstGeom>
          <a:solidFill>
            <a:srgbClr val="627D8D"/>
          </a:solidFill>
          <a:ln>
            <a:noFill/>
          </a:ln>
        </p:spPr>
      </p:sp>
      <p:sp>
        <p:nvSpPr>
          <p:cNvPr id="239" name="!!circle-6oy"/>
          <p:cNvSpPr/>
          <p:nvPr/>
        </p:nvSpPr>
        <p:spPr>
          <a:xfrm>
            <a:off x="4915516" y="1537837"/>
            <a:ext cx="127000" cy="127000"/>
          </a:xfrm>
          <a:prstGeom prst="ellipse">
            <a:avLst/>
          </a:prstGeom>
          <a:noFill/>
          <a:ln w="9525" cap="flat">
            <a:solidFill>
              <a:srgbClr val="627D8D">
                <a:alpha val="50000"/>
              </a:srgbClr>
            </a:solidFill>
            <a:prstDash val="solid"/>
            <a:miter lim="800000"/>
          </a:ln>
        </p:spPr>
      </p:sp>
      <p:sp>
        <p:nvSpPr>
          <p:cNvPr id="240" name="!!path-6oz"/>
          <p:cNvSpPr/>
          <p:nvPr/>
        </p:nvSpPr>
        <p:spPr>
          <a:xfrm>
            <a:off x="4470400" y="1301750"/>
            <a:ext cx="508616" cy="299587"/>
          </a:xfrm>
          <a:custGeom>
            <a:avLst/>
            <a:gdLst/>
            <a:ahLst/>
            <a:cxnLst/>
            <a:rect l="l" t="t" r="r" b="b"/>
            <a:pathLst>
              <a:path w="508616" h="299587" fill="none">
                <a:moveTo>
                  <a:pt x="508616" y="299587"/>
                </a:moveTo>
                <a:lnTo>
                  <a:pt x="165100" y="0"/>
                </a:lnTo>
                <a:lnTo>
                  <a:pt x="0" y="0"/>
                </a:lnTo>
              </a:path>
            </a:pathLst>
          </a:custGeom>
          <a:noFill/>
          <a:ln w="10160" cap="rnd">
            <a:solidFill>
              <a:srgbClr val="627D8D"/>
            </a:solidFill>
            <a:prstDash val="solid"/>
            <a:round/>
          </a:ln>
        </p:spPr>
      </p:sp>
      <p:sp>
        <p:nvSpPr>
          <p:cNvPr id="241" name="!!text-6p6" descr="四路繼電器"/>
          <p:cNvSpPr txBox="1"/>
          <p:nvPr/>
        </p:nvSpPr>
        <p:spPr>
          <a:xfrm>
            <a:off x="3559947" y="1167384"/>
            <a:ext cx="875030" cy="23906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00" b="1" kern="0" dirty="0">
                <a:solidFill>
                  <a:srgbClr val="151E27">
                    <a:alpha val="96841"/>
                  </a:srgbClr>
                </a:solidFill>
                <a:latin typeface="Noto Sans TC"/>
                <a:ea typeface="Noto Sans TC"/>
                <a:cs typeface="Noto Sans TC"/>
              </a:rPr>
              <a:t>四路繼電器</a:t>
            </a:r>
            <a:endParaRPr lang="zh-TW" sz="1300"/>
          </a:p>
        </p:txBody>
      </p:sp>
      <p:sp>
        <p:nvSpPr>
          <p:cNvPr id="242" name="!!text-6pc" descr="驅動電磁鎖"/>
          <p:cNvSpPr txBox="1"/>
          <p:nvPr/>
        </p:nvSpPr>
        <p:spPr>
          <a:xfrm>
            <a:off x="3686947" y="1412748"/>
            <a:ext cx="740410" cy="20228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00" kern="0" dirty="0">
                <a:solidFill>
                  <a:srgbClr val="5B6770">
                    <a:alpha val="96841"/>
                  </a:srgbClr>
                </a:solidFill>
                <a:latin typeface="Noto Sans TC Medium"/>
                <a:ea typeface="Noto Sans TC Medium"/>
                <a:cs typeface="Noto Sans TC Medium"/>
              </a:rPr>
              <a:t>驅動電磁鎖</a:t>
            </a:r>
            <a:endParaRPr lang="zh-TW" sz="1100"/>
          </a:p>
        </p:txBody>
      </p:sp>
      <p:sp>
        <p:nvSpPr>
          <p:cNvPr id="243" name="!!path-9ic"/>
          <p:cNvSpPr/>
          <p:nvPr/>
        </p:nvSpPr>
        <p:spPr>
          <a:xfrm>
            <a:off x="381000" y="306527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244" name="!!path-9id"/>
          <p:cNvSpPr/>
          <p:nvPr/>
        </p:nvSpPr>
        <p:spPr>
          <a:xfrm>
            <a:off x="381000" y="308153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245" name="!!path-9ie"/>
          <p:cNvSpPr/>
          <p:nvPr/>
        </p:nvSpPr>
        <p:spPr>
          <a:xfrm>
            <a:off x="381000" y="309778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246" name="!!path-9if"/>
          <p:cNvSpPr/>
          <p:nvPr/>
        </p:nvSpPr>
        <p:spPr>
          <a:xfrm>
            <a:off x="381000" y="311404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247" name="!!path-9ig"/>
          <p:cNvSpPr/>
          <p:nvPr/>
        </p:nvSpPr>
        <p:spPr>
          <a:xfrm>
            <a:off x="381000" y="313030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248" name="!!path-9ih"/>
          <p:cNvSpPr/>
          <p:nvPr/>
        </p:nvSpPr>
        <p:spPr>
          <a:xfrm>
            <a:off x="381000" y="314655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249" name="!!path-9ii"/>
          <p:cNvSpPr/>
          <p:nvPr/>
        </p:nvSpPr>
        <p:spPr>
          <a:xfrm>
            <a:off x="381000" y="316281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250" name="!!path-9ij"/>
          <p:cNvSpPr/>
          <p:nvPr/>
        </p:nvSpPr>
        <p:spPr>
          <a:xfrm>
            <a:off x="381000" y="317906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251" name="!!path-9ik"/>
          <p:cNvSpPr/>
          <p:nvPr/>
        </p:nvSpPr>
        <p:spPr>
          <a:xfrm>
            <a:off x="419608" y="269342"/>
            <a:ext cx="128422" cy="122936"/>
          </a:xfrm>
          <a:custGeom>
            <a:avLst/>
            <a:gdLst/>
            <a:ahLst/>
            <a:cxnLst/>
            <a:rect l="l" t="t" r="r" b="b"/>
            <a:pathLst>
              <a:path w="128422" h="122936">
                <a:moveTo>
                  <a:pt x="0" y="17678"/>
                </a:moveTo>
                <a:lnTo>
                  <a:pt x="8128" y="5080"/>
                </a:lnTo>
                <a:cubicBezTo>
                  <a:pt x="32512" y="0"/>
                  <a:pt x="73152" y="7112"/>
                  <a:pt x="101600" y="26416"/>
                </a:cubicBezTo>
                <a:cubicBezTo>
                  <a:pt x="116840" y="37186"/>
                  <a:pt x="124968" y="49784"/>
                  <a:pt x="128422" y="62992"/>
                </a:cubicBezTo>
                <a:lnTo>
                  <a:pt x="128422" y="122936"/>
                </a:lnTo>
                <a:lnTo>
                  <a:pt x="0" y="1229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252" name="!!path-9il"/>
          <p:cNvSpPr/>
          <p:nvPr/>
        </p:nvSpPr>
        <p:spPr>
          <a:xfrm>
            <a:off x="419608" y="269342"/>
            <a:ext cx="128422" cy="62992"/>
          </a:xfrm>
          <a:custGeom>
            <a:avLst/>
            <a:gdLst/>
            <a:ahLst/>
            <a:cxnLst/>
            <a:rect l="l" t="t" r="r" b="b"/>
            <a:pathLst>
              <a:path w="128422" h="62992" fill="none">
                <a:moveTo>
                  <a:pt x="128422" y="62992"/>
                </a:moveTo>
                <a:cubicBezTo>
                  <a:pt x="124968" y="49784"/>
                  <a:pt x="116840" y="37186"/>
                  <a:pt x="101600" y="26416"/>
                </a:cubicBezTo>
                <a:cubicBezTo>
                  <a:pt x="73152" y="7112"/>
                  <a:pt x="32512" y="0"/>
                  <a:pt x="8128" y="5080"/>
                </a:cubicBezTo>
                <a:lnTo>
                  <a:pt x="0" y="1767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253" name="!!path-9im"/>
          <p:cNvSpPr/>
          <p:nvPr/>
        </p:nvSpPr>
        <p:spPr>
          <a:xfrm>
            <a:off x="407010" y="281534"/>
            <a:ext cx="141021" cy="110744"/>
          </a:xfrm>
          <a:custGeom>
            <a:avLst/>
            <a:gdLst/>
            <a:ahLst/>
            <a:cxnLst/>
            <a:rect l="l" t="t" r="r" b="b"/>
            <a:pathLst>
              <a:path w="141021" h="110744">
                <a:moveTo>
                  <a:pt x="0" y="22352"/>
                </a:moveTo>
                <a:lnTo>
                  <a:pt x="6502" y="6502"/>
                </a:lnTo>
                <a:cubicBezTo>
                  <a:pt x="36982" y="0"/>
                  <a:pt x="79654" y="7112"/>
                  <a:pt x="110134" y="25400"/>
                </a:cubicBezTo>
                <a:cubicBezTo>
                  <a:pt x="126390" y="35154"/>
                  <a:pt x="136550" y="49784"/>
                  <a:pt x="141021" y="62992"/>
                </a:cubicBezTo>
                <a:lnTo>
                  <a:pt x="141021" y="110744"/>
                </a:lnTo>
                <a:lnTo>
                  <a:pt x="0" y="110744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254" name="!!path-9in"/>
          <p:cNvSpPr/>
          <p:nvPr/>
        </p:nvSpPr>
        <p:spPr>
          <a:xfrm>
            <a:off x="407010" y="281534"/>
            <a:ext cx="141021" cy="62992"/>
          </a:xfrm>
          <a:custGeom>
            <a:avLst/>
            <a:gdLst/>
            <a:ahLst/>
            <a:cxnLst/>
            <a:rect l="l" t="t" r="r" b="b"/>
            <a:pathLst>
              <a:path w="141021" h="62992" fill="none">
                <a:moveTo>
                  <a:pt x="141021" y="62992"/>
                </a:moveTo>
                <a:cubicBezTo>
                  <a:pt x="136550" y="49784"/>
                  <a:pt x="126390" y="35154"/>
                  <a:pt x="110134" y="25400"/>
                </a:cubicBezTo>
                <a:cubicBezTo>
                  <a:pt x="79654" y="7112"/>
                  <a:pt x="36982" y="0"/>
                  <a:pt x="6502" y="6502"/>
                </a:cubicBezTo>
                <a:lnTo>
                  <a:pt x="0" y="22352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255" name="!!path-9io"/>
          <p:cNvSpPr/>
          <p:nvPr/>
        </p:nvSpPr>
        <p:spPr>
          <a:xfrm>
            <a:off x="395834" y="294742"/>
            <a:ext cx="151790" cy="97536"/>
          </a:xfrm>
          <a:custGeom>
            <a:avLst/>
            <a:gdLst/>
            <a:ahLst/>
            <a:cxnLst/>
            <a:rect l="l" t="t" r="r" b="b"/>
            <a:pathLst>
              <a:path w="151790" h="97536">
                <a:moveTo>
                  <a:pt x="0" y="23165"/>
                </a:moveTo>
                <a:lnTo>
                  <a:pt x="3861" y="12598"/>
                </a:lnTo>
                <a:cubicBezTo>
                  <a:pt x="37998" y="0"/>
                  <a:pt x="84734" y="5080"/>
                  <a:pt x="117246" y="21946"/>
                </a:cubicBezTo>
                <a:cubicBezTo>
                  <a:pt x="135534" y="31496"/>
                  <a:pt x="146710" y="43688"/>
                  <a:pt x="151790" y="55270"/>
                </a:cubicBezTo>
                <a:lnTo>
                  <a:pt x="151790" y="97536"/>
                </a:lnTo>
                <a:lnTo>
                  <a:pt x="0" y="975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256" name="!!path-9ip"/>
          <p:cNvSpPr/>
          <p:nvPr/>
        </p:nvSpPr>
        <p:spPr>
          <a:xfrm>
            <a:off x="395834" y="294742"/>
            <a:ext cx="151790" cy="55270"/>
          </a:xfrm>
          <a:custGeom>
            <a:avLst/>
            <a:gdLst/>
            <a:ahLst/>
            <a:cxnLst/>
            <a:rect l="l" t="t" r="r" b="b"/>
            <a:pathLst>
              <a:path w="151790" h="55270" fill="none">
                <a:moveTo>
                  <a:pt x="151790" y="55270"/>
                </a:moveTo>
                <a:cubicBezTo>
                  <a:pt x="146710" y="43688"/>
                  <a:pt x="135534" y="31496"/>
                  <a:pt x="117246" y="21946"/>
                </a:cubicBezTo>
                <a:cubicBezTo>
                  <a:pt x="84734" y="5080"/>
                  <a:pt x="37998" y="0"/>
                  <a:pt x="3861" y="12598"/>
                </a:cubicBezTo>
                <a:lnTo>
                  <a:pt x="0" y="23165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257" name="!!path-9iq"/>
          <p:cNvSpPr/>
          <p:nvPr/>
        </p:nvSpPr>
        <p:spPr>
          <a:xfrm>
            <a:off x="548234" y="264262"/>
            <a:ext cx="120294" cy="128016"/>
          </a:xfrm>
          <a:custGeom>
            <a:avLst/>
            <a:gdLst/>
            <a:ahLst/>
            <a:cxnLst/>
            <a:rect l="l" t="t" r="r" b="b"/>
            <a:pathLst>
              <a:path w="120294" h="128016">
                <a:moveTo>
                  <a:pt x="120294" y="18288"/>
                </a:moveTo>
                <a:lnTo>
                  <a:pt x="113589" y="4470"/>
                </a:lnTo>
                <a:cubicBezTo>
                  <a:pt x="86766" y="0"/>
                  <a:pt x="44094" y="10160"/>
                  <a:pt x="17678" y="30480"/>
                </a:cubicBezTo>
                <a:cubicBezTo>
                  <a:pt x="6502" y="39624"/>
                  <a:pt x="1422" y="52832"/>
                  <a:pt x="0" y="67056"/>
                </a:cubicBezTo>
                <a:lnTo>
                  <a:pt x="0" y="128016"/>
                </a:lnTo>
                <a:lnTo>
                  <a:pt x="120294" y="12801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258" name="!!path-9ir"/>
          <p:cNvSpPr/>
          <p:nvPr/>
        </p:nvSpPr>
        <p:spPr>
          <a:xfrm>
            <a:off x="548234" y="264262"/>
            <a:ext cx="120294" cy="67056"/>
          </a:xfrm>
          <a:custGeom>
            <a:avLst/>
            <a:gdLst/>
            <a:ahLst/>
            <a:cxnLst/>
            <a:rect l="l" t="t" r="r" b="b"/>
            <a:pathLst>
              <a:path w="120294" h="67056" fill="none">
                <a:moveTo>
                  <a:pt x="0" y="67056"/>
                </a:moveTo>
                <a:cubicBezTo>
                  <a:pt x="1422" y="52832"/>
                  <a:pt x="6502" y="39624"/>
                  <a:pt x="17678" y="30480"/>
                </a:cubicBezTo>
                <a:cubicBezTo>
                  <a:pt x="44094" y="10160"/>
                  <a:pt x="86766" y="0"/>
                  <a:pt x="113589" y="4470"/>
                </a:cubicBezTo>
                <a:lnTo>
                  <a:pt x="120294" y="1828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259" name="!!path-9is"/>
          <p:cNvSpPr/>
          <p:nvPr/>
        </p:nvSpPr>
        <p:spPr>
          <a:xfrm>
            <a:off x="548437" y="279502"/>
            <a:ext cx="133299" cy="112776"/>
          </a:xfrm>
          <a:custGeom>
            <a:avLst/>
            <a:gdLst/>
            <a:ahLst/>
            <a:cxnLst/>
            <a:rect l="l" t="t" r="r" b="b"/>
            <a:pathLst>
              <a:path w="133299" h="112776">
                <a:moveTo>
                  <a:pt x="133299" y="19710"/>
                </a:moveTo>
                <a:lnTo>
                  <a:pt x="127203" y="3048"/>
                </a:lnTo>
                <a:cubicBezTo>
                  <a:pt x="94691" y="0"/>
                  <a:pt x="54051" y="11176"/>
                  <a:pt x="27635" y="30683"/>
                </a:cubicBezTo>
                <a:cubicBezTo>
                  <a:pt x="13411" y="41250"/>
                  <a:pt x="4267" y="53848"/>
                  <a:pt x="0" y="65024"/>
                </a:cubicBezTo>
                <a:lnTo>
                  <a:pt x="0" y="112776"/>
                </a:lnTo>
                <a:lnTo>
                  <a:pt x="133299" y="11277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260" name="!!path-9it"/>
          <p:cNvSpPr/>
          <p:nvPr/>
        </p:nvSpPr>
        <p:spPr>
          <a:xfrm>
            <a:off x="548437" y="279502"/>
            <a:ext cx="133299" cy="65024"/>
          </a:xfrm>
          <a:custGeom>
            <a:avLst/>
            <a:gdLst/>
            <a:ahLst/>
            <a:cxnLst/>
            <a:rect l="l" t="t" r="r" b="b"/>
            <a:pathLst>
              <a:path w="133299" h="65024" fill="none">
                <a:moveTo>
                  <a:pt x="0" y="65024"/>
                </a:moveTo>
                <a:cubicBezTo>
                  <a:pt x="4267" y="53848"/>
                  <a:pt x="13411" y="41250"/>
                  <a:pt x="27635" y="30683"/>
                </a:cubicBezTo>
                <a:cubicBezTo>
                  <a:pt x="54051" y="11176"/>
                  <a:pt x="94691" y="0"/>
                  <a:pt x="127203" y="3048"/>
                </a:cubicBezTo>
                <a:lnTo>
                  <a:pt x="133299" y="19710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261" name="!!path-9iu"/>
          <p:cNvSpPr/>
          <p:nvPr/>
        </p:nvSpPr>
        <p:spPr>
          <a:xfrm>
            <a:off x="548843" y="293726"/>
            <a:ext cx="142646" cy="98552"/>
          </a:xfrm>
          <a:custGeom>
            <a:avLst/>
            <a:gdLst/>
            <a:ahLst/>
            <a:cxnLst/>
            <a:rect l="l" t="t" r="r" b="b"/>
            <a:pathLst>
              <a:path w="142646" h="98552">
                <a:moveTo>
                  <a:pt x="142646" y="18898"/>
                </a:moveTo>
                <a:lnTo>
                  <a:pt x="139802" y="8738"/>
                </a:lnTo>
                <a:cubicBezTo>
                  <a:pt x="106477" y="0"/>
                  <a:pt x="63805" y="5080"/>
                  <a:pt x="35357" y="19304"/>
                </a:cubicBezTo>
                <a:cubicBezTo>
                  <a:pt x="17069" y="28448"/>
                  <a:pt x="5893" y="42672"/>
                  <a:pt x="0" y="56286"/>
                </a:cubicBezTo>
                <a:lnTo>
                  <a:pt x="0" y="98552"/>
                </a:lnTo>
                <a:lnTo>
                  <a:pt x="142646" y="98552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262" name="!!path-9iv"/>
          <p:cNvSpPr/>
          <p:nvPr/>
        </p:nvSpPr>
        <p:spPr>
          <a:xfrm>
            <a:off x="548843" y="293726"/>
            <a:ext cx="142646" cy="56286"/>
          </a:xfrm>
          <a:custGeom>
            <a:avLst/>
            <a:gdLst/>
            <a:ahLst/>
            <a:cxnLst/>
            <a:rect l="l" t="t" r="r" b="b"/>
            <a:pathLst>
              <a:path w="142646" h="56286" fill="none">
                <a:moveTo>
                  <a:pt x="0" y="56286"/>
                </a:moveTo>
                <a:cubicBezTo>
                  <a:pt x="5893" y="42672"/>
                  <a:pt x="17069" y="28448"/>
                  <a:pt x="35357" y="19304"/>
                </a:cubicBezTo>
                <a:cubicBezTo>
                  <a:pt x="63805" y="5080"/>
                  <a:pt x="106477" y="0"/>
                  <a:pt x="139802" y="8738"/>
                </a:cubicBezTo>
                <a:lnTo>
                  <a:pt x="142646" y="1889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263" name="!!path-9iw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627D8D"/>
              </a:gs>
              <a:gs pos="21794">
                <a:srgbClr val="627D8D"/>
              </a:gs>
              <a:gs pos="55376">
                <a:srgbClr val="627D8D"/>
              </a:gs>
              <a:gs pos="96421">
                <a:srgbClr val="98ABB7"/>
              </a:gs>
              <a:gs pos="100000">
                <a:srgbClr val="98ABB7"/>
              </a:gs>
            </a:gsLst>
            <a:lin ang="1983350" scaled="0"/>
          </a:gradFill>
          <a:ln>
            <a:noFill/>
          </a:ln>
        </p:spPr>
      </p:sp>
      <p:sp>
        <p:nvSpPr>
          <p:cNvPr id="264" name="!!path-9ix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0000"/>
                </a:srgbClr>
              </a:gs>
              <a:gs pos="4764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83333" t="79291" r="16667" b="20709"/>
            </a:path>
          </a:gradFill>
          <a:ln>
            <a:noFill/>
          </a:ln>
        </p:spPr>
      </p:sp>
      <p:sp>
        <p:nvSpPr>
          <p:cNvPr id="265" name="!!line-9iy"/>
          <p:cNvSpPr/>
          <p:nvPr/>
        </p:nvSpPr>
        <p:spPr>
          <a:xfrm>
            <a:off x="549046" y="363017"/>
            <a:ext cx="1" cy="153619"/>
          </a:xfrm>
          <a:custGeom>
            <a:avLst/>
            <a:gdLst/>
            <a:ahLst/>
            <a:cxnLst/>
            <a:rect l="l" t="t" r="r" b="b"/>
            <a:pathLst>
              <a:path w="1" h="153619">
                <a:moveTo>
                  <a:pt x="0" y="0"/>
                </a:moveTo>
                <a:lnTo>
                  <a:pt x="0" y="153619"/>
                </a:lnTo>
              </a:path>
            </a:pathLst>
          </a:custGeom>
          <a:solidFill>
            <a:srgbClr val="000000"/>
          </a:solidFill>
          <a:ln w="6909" cap="rnd">
            <a:solidFill>
              <a:srgbClr val="C9D3D9"/>
            </a:solidFill>
            <a:prstDash val="solid"/>
            <a:miter lim="800000"/>
          </a:ln>
        </p:spPr>
      </p:sp>
      <p:sp>
        <p:nvSpPr>
          <p:cNvPr id="266" name="!!path-9iz"/>
          <p:cNvSpPr/>
          <p:nvPr/>
        </p:nvSpPr>
        <p:spPr>
          <a:xfrm>
            <a:off x="657962" y="442062"/>
            <a:ext cx="25400" cy="37998"/>
          </a:xfrm>
          <a:custGeom>
            <a:avLst/>
            <a:gdLst/>
            <a:ahLst/>
            <a:cxnLst/>
            <a:rect l="l" t="t" r="r" b="b"/>
            <a:pathLst>
              <a:path w="25400" h="37998">
                <a:moveTo>
                  <a:pt x="0" y="2642"/>
                </a:moveTo>
                <a:lnTo>
                  <a:pt x="15240" y="0"/>
                </a:lnTo>
                <a:lnTo>
                  <a:pt x="25400" y="37186"/>
                </a:lnTo>
                <a:lnTo>
                  <a:pt x="7518" y="37998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 w="1016" cap="flat">
            <a:solidFill>
              <a:srgbClr val="FFFFFF">
                <a:alpha val="55000"/>
              </a:srgbClr>
            </a:solidFill>
            <a:prstDash val="solid"/>
            <a:round/>
          </a:ln>
        </p:spPr>
      </p:sp>
      <p:sp>
        <p:nvSpPr>
          <p:cNvPr id="267" name="!!text-9j0" descr="救「舊」我的書"/>
          <p:cNvSpPr txBox="1"/>
          <p:nvPr/>
        </p:nvSpPr>
        <p:spPr>
          <a:xfrm>
            <a:off x="805879" y="251460"/>
            <a:ext cx="1120140" cy="25745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400" b="1" kern="0" spc="-70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救</a:t>
            </a:r>
            <a:r>
              <a:rPr lang="zh-TW" altLang="en-US" sz="14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「舊</a:t>
            </a:r>
            <a:r>
              <a:rPr lang="zh-TW" altLang="en-US" sz="1400" b="1" kern="0" spc="-70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」</a:t>
            </a:r>
            <a:r>
              <a:rPr lang="zh-TW" altLang="en-US" sz="14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我的書</a:t>
            </a:r>
            <a:endParaRPr lang="zh-TW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fast" p14:dur="2200" advTm="1600">
        <p159:morph option="byObject"/>
      </p:transition>
    </mc:Choice>
    <mc:Fallback>
      <p:transition spd="fast" advTm="160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26.4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rect-1q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7"/>
          </a:solidFill>
          <a:ln>
            <a:noFill/>
          </a:ln>
        </p:spPr>
      </p:sp>
      <p:sp>
        <p:nvSpPr>
          <p:cNvPr id="3" name="!!ellipse-1q2"/>
          <p:cNvSpPr/>
          <p:nvPr/>
        </p:nvSpPr>
        <p:spPr>
          <a:xfrm>
            <a:off x="-889000" y="-952500"/>
            <a:ext cx="13970000" cy="7874000"/>
          </a:xfrm>
          <a:prstGeom prst="ellipse">
            <a:avLst/>
          </a:prstGeom>
          <a:gradFill rotWithShape="1">
            <a:gsLst>
              <a:gs pos="0">
                <a:srgbClr val="FFFFFF">
                  <a:alpha val="95000"/>
                </a:srgbClr>
              </a:gs>
              <a:gs pos="40865">
                <a:srgbClr val="FFFFFF">
                  <a:alpha val="35000"/>
                </a:srgbClr>
              </a:gs>
              <a:gs pos="68108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!!rect-1q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P1"/>
            <a:srcRect/>
            <a:tile tx="162236" ty="145643" sx="16667" sy="16667" flip="none" algn="tl"/>
          </a:blipFill>
          <a:ln>
            <a:noFill/>
          </a:ln>
        </p:spPr>
      </p:sp>
      <p:sp>
        <p:nvSpPr>
          <p:cNvPr id="5" name="!!circle-1qb"/>
          <p:cNvSpPr/>
          <p:nvPr/>
        </p:nvSpPr>
        <p:spPr>
          <a:xfrm>
            <a:off x="464597" y="2840621"/>
            <a:ext cx="2046732" cy="2046732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" name="!!circle-1qg"/>
          <p:cNvSpPr/>
          <p:nvPr/>
        </p:nvSpPr>
        <p:spPr>
          <a:xfrm>
            <a:off x="3326916" y="4645926"/>
            <a:ext cx="1987309" cy="1987309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7" name="!!circle-1rf"/>
          <p:cNvSpPr/>
          <p:nvPr/>
        </p:nvSpPr>
        <p:spPr>
          <a:xfrm>
            <a:off x="1396053" y="3681425"/>
            <a:ext cx="1614653" cy="1614653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8" name="!!circle-1ro"/>
          <p:cNvSpPr/>
          <p:nvPr/>
        </p:nvSpPr>
        <p:spPr>
          <a:xfrm>
            <a:off x="5943809" y="4792357"/>
            <a:ext cx="1641335" cy="1641335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9" name="!!circle-1rq"/>
          <p:cNvSpPr/>
          <p:nvPr/>
        </p:nvSpPr>
        <p:spPr>
          <a:xfrm>
            <a:off x="-355404" y="1350321"/>
            <a:ext cx="1404252" cy="1404252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0" name="!!circle-1s5"/>
          <p:cNvSpPr/>
          <p:nvPr/>
        </p:nvSpPr>
        <p:spPr>
          <a:xfrm>
            <a:off x="4530286" y="5940882"/>
            <a:ext cx="905091" cy="905091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1" name="!!circle-1sg"/>
          <p:cNvSpPr/>
          <p:nvPr/>
        </p:nvSpPr>
        <p:spPr>
          <a:xfrm>
            <a:off x="-335141" y="690384"/>
            <a:ext cx="1615783" cy="1615783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2" name="!!rect-1sh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5F7">
                  <a:alpha val="0"/>
                </a:srgbClr>
              </a:gs>
              <a:gs pos="20428">
                <a:srgbClr val="F3F5F7">
                  <a:alpha val="0"/>
                </a:srgbClr>
              </a:gs>
              <a:gs pos="66730">
                <a:srgbClr val="F3F5F7"/>
              </a:gs>
              <a:gs pos="100000">
                <a:srgbClr val="F3F5F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3" name="!!circle-1sj"/>
          <p:cNvSpPr/>
          <p:nvPr/>
        </p:nvSpPr>
        <p:spPr>
          <a:xfrm>
            <a:off x="115775" y="365342"/>
            <a:ext cx="50038" cy="50038"/>
          </a:xfrm>
          <a:prstGeom prst="ellipse">
            <a:avLst/>
          </a:prstGeom>
          <a:solidFill>
            <a:srgbClr val="627D8D">
              <a:alpha val="25400"/>
            </a:srgbClr>
          </a:solidFill>
          <a:ln>
            <a:noFill/>
          </a:ln>
        </p:spPr>
      </p:sp>
      <p:sp>
        <p:nvSpPr>
          <p:cNvPr id="14" name="!!circle-1sm"/>
          <p:cNvSpPr/>
          <p:nvPr/>
        </p:nvSpPr>
        <p:spPr>
          <a:xfrm>
            <a:off x="5659330" y="1603484"/>
            <a:ext cx="36055" cy="36055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15" name="!!circle-1sp"/>
          <p:cNvSpPr/>
          <p:nvPr/>
        </p:nvSpPr>
        <p:spPr>
          <a:xfrm>
            <a:off x="9304341" y="3517733"/>
            <a:ext cx="24295" cy="24295"/>
          </a:xfrm>
          <a:prstGeom prst="ellipse">
            <a:avLst/>
          </a:prstGeom>
          <a:solidFill>
            <a:srgbClr val="627D8D">
              <a:alpha val="18100"/>
            </a:srgbClr>
          </a:solidFill>
          <a:ln>
            <a:noFill/>
          </a:ln>
        </p:spPr>
      </p:sp>
      <p:sp>
        <p:nvSpPr>
          <p:cNvPr id="16" name="!!circle-1ss"/>
          <p:cNvSpPr/>
          <p:nvPr/>
        </p:nvSpPr>
        <p:spPr>
          <a:xfrm>
            <a:off x="3592677" y="6672592"/>
            <a:ext cx="25959" cy="25959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17" name="!!circle-1sv"/>
          <p:cNvSpPr/>
          <p:nvPr/>
        </p:nvSpPr>
        <p:spPr>
          <a:xfrm>
            <a:off x="1875829" y="1960918"/>
            <a:ext cx="35878" cy="35878"/>
          </a:xfrm>
          <a:prstGeom prst="ellipse">
            <a:avLst/>
          </a:prstGeom>
          <a:solidFill>
            <a:srgbClr val="627D8D">
              <a:alpha val="26800"/>
            </a:srgbClr>
          </a:solidFill>
          <a:ln>
            <a:noFill/>
          </a:ln>
        </p:spPr>
      </p:sp>
      <p:sp>
        <p:nvSpPr>
          <p:cNvPr id="18" name="!!circle-1sy"/>
          <p:cNvSpPr/>
          <p:nvPr/>
        </p:nvSpPr>
        <p:spPr>
          <a:xfrm>
            <a:off x="6739239" y="4204277"/>
            <a:ext cx="40234" cy="40234"/>
          </a:xfrm>
          <a:prstGeom prst="ellipse">
            <a:avLst/>
          </a:prstGeom>
          <a:solidFill>
            <a:srgbClr val="627D8D">
              <a:alpha val="31300"/>
            </a:srgbClr>
          </a:solidFill>
          <a:ln>
            <a:noFill/>
          </a:ln>
        </p:spPr>
      </p:sp>
      <p:sp>
        <p:nvSpPr>
          <p:cNvPr id="19" name="!!circle-1t1"/>
          <p:cNvSpPr/>
          <p:nvPr/>
        </p:nvSpPr>
        <p:spPr>
          <a:xfrm>
            <a:off x="10068972" y="231731"/>
            <a:ext cx="23559" cy="23559"/>
          </a:xfrm>
          <a:prstGeom prst="ellipse">
            <a:avLst/>
          </a:prstGeom>
          <a:solidFill>
            <a:srgbClr val="627D8D">
              <a:alpha val="17900"/>
            </a:srgbClr>
          </a:solidFill>
          <a:ln>
            <a:noFill/>
          </a:ln>
        </p:spPr>
      </p:sp>
      <p:sp>
        <p:nvSpPr>
          <p:cNvPr id="20" name="!!circle-1t4"/>
          <p:cNvSpPr/>
          <p:nvPr/>
        </p:nvSpPr>
        <p:spPr>
          <a:xfrm>
            <a:off x="1068230" y="5219656"/>
            <a:ext cx="29959" cy="29959"/>
          </a:xfrm>
          <a:prstGeom prst="ellipse">
            <a:avLst/>
          </a:prstGeom>
          <a:solidFill>
            <a:srgbClr val="627D8D">
              <a:alpha val="19400"/>
            </a:srgbClr>
          </a:solidFill>
          <a:ln>
            <a:noFill/>
          </a:ln>
        </p:spPr>
      </p:sp>
      <p:sp>
        <p:nvSpPr>
          <p:cNvPr id="21" name="!!circle-1t7"/>
          <p:cNvSpPr/>
          <p:nvPr/>
        </p:nvSpPr>
        <p:spPr>
          <a:xfrm>
            <a:off x="8552643" y="4686909"/>
            <a:ext cx="28702" cy="28702"/>
          </a:xfrm>
          <a:prstGeom prst="ellipse">
            <a:avLst/>
          </a:prstGeom>
          <a:solidFill>
            <a:srgbClr val="627D8D">
              <a:alpha val="17800"/>
            </a:srgbClr>
          </a:solidFill>
          <a:ln>
            <a:noFill/>
          </a:ln>
        </p:spPr>
      </p:sp>
      <p:sp>
        <p:nvSpPr>
          <p:cNvPr id="22" name="!!circle-1ta"/>
          <p:cNvSpPr/>
          <p:nvPr/>
        </p:nvSpPr>
        <p:spPr>
          <a:xfrm>
            <a:off x="11110465" y="2172085"/>
            <a:ext cx="24066" cy="24066"/>
          </a:xfrm>
          <a:prstGeom prst="ellipse">
            <a:avLst/>
          </a:prstGeom>
          <a:solidFill>
            <a:srgbClr val="627D8D">
              <a:alpha val="23900"/>
            </a:srgbClr>
          </a:solidFill>
          <a:ln>
            <a:noFill/>
          </a:ln>
        </p:spPr>
      </p:sp>
      <p:sp>
        <p:nvSpPr>
          <p:cNvPr id="23" name="!!circle-1td"/>
          <p:cNvSpPr/>
          <p:nvPr/>
        </p:nvSpPr>
        <p:spPr>
          <a:xfrm>
            <a:off x="8332974" y="6260881"/>
            <a:ext cx="35865" cy="35865"/>
          </a:xfrm>
          <a:prstGeom prst="ellipse">
            <a:avLst/>
          </a:prstGeom>
          <a:solidFill>
            <a:srgbClr val="627D8D">
              <a:alpha val="28200"/>
            </a:srgbClr>
          </a:solidFill>
          <a:ln>
            <a:noFill/>
          </a:ln>
        </p:spPr>
      </p:sp>
      <p:sp>
        <p:nvSpPr>
          <p:cNvPr id="24" name="!!circle-1tg"/>
          <p:cNvSpPr/>
          <p:nvPr/>
        </p:nvSpPr>
        <p:spPr>
          <a:xfrm>
            <a:off x="1414187" y="3562346"/>
            <a:ext cx="39218" cy="39218"/>
          </a:xfrm>
          <a:prstGeom prst="ellipse">
            <a:avLst/>
          </a:prstGeom>
          <a:solidFill>
            <a:srgbClr val="627D8D">
              <a:alpha val="29600"/>
            </a:srgbClr>
          </a:solidFill>
          <a:ln>
            <a:noFill/>
          </a:ln>
        </p:spPr>
      </p:sp>
      <p:sp>
        <p:nvSpPr>
          <p:cNvPr id="25" name="!!circle-1tj"/>
          <p:cNvSpPr/>
          <p:nvPr/>
        </p:nvSpPr>
        <p:spPr>
          <a:xfrm>
            <a:off x="7210050" y="6538799"/>
            <a:ext cx="49733" cy="49733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6" name="!!circle-1tm"/>
          <p:cNvSpPr/>
          <p:nvPr/>
        </p:nvSpPr>
        <p:spPr>
          <a:xfrm>
            <a:off x="6280759" y="2184958"/>
            <a:ext cx="41694" cy="41694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7" name="!!circle-1tp"/>
          <p:cNvSpPr/>
          <p:nvPr/>
        </p:nvSpPr>
        <p:spPr>
          <a:xfrm>
            <a:off x="6782743" y="5585912"/>
            <a:ext cx="31979" cy="31979"/>
          </a:xfrm>
          <a:prstGeom prst="ellipse">
            <a:avLst/>
          </a:prstGeom>
          <a:solidFill>
            <a:srgbClr val="627D8D">
              <a:alpha val="24100"/>
            </a:srgbClr>
          </a:solidFill>
          <a:ln>
            <a:noFill/>
          </a:ln>
        </p:spPr>
      </p:sp>
      <p:sp>
        <p:nvSpPr>
          <p:cNvPr id="28" name="!!circle-1ts"/>
          <p:cNvSpPr/>
          <p:nvPr/>
        </p:nvSpPr>
        <p:spPr>
          <a:xfrm>
            <a:off x="3806279" y="1563569"/>
            <a:ext cx="18085" cy="18085"/>
          </a:xfrm>
          <a:prstGeom prst="ellipse">
            <a:avLst/>
          </a:prstGeom>
          <a:solidFill>
            <a:srgbClr val="627D8D">
              <a:alpha val="10500"/>
            </a:srgbClr>
          </a:solidFill>
          <a:ln>
            <a:noFill/>
          </a:ln>
        </p:spPr>
      </p:sp>
      <p:sp>
        <p:nvSpPr>
          <p:cNvPr id="29" name="!!circle-1tv"/>
          <p:cNvSpPr/>
          <p:nvPr/>
        </p:nvSpPr>
        <p:spPr>
          <a:xfrm>
            <a:off x="7679188" y="37207"/>
            <a:ext cx="38214" cy="38214"/>
          </a:xfrm>
          <a:prstGeom prst="ellipse">
            <a:avLst/>
          </a:prstGeom>
          <a:solidFill>
            <a:srgbClr val="627D8D">
              <a:alpha val="23100"/>
            </a:srgbClr>
          </a:solidFill>
          <a:ln>
            <a:noFill/>
          </a:ln>
        </p:spPr>
      </p:sp>
      <p:sp>
        <p:nvSpPr>
          <p:cNvPr id="30" name="!!circle-1ty"/>
          <p:cNvSpPr/>
          <p:nvPr/>
        </p:nvSpPr>
        <p:spPr>
          <a:xfrm>
            <a:off x="3376395" y="6705542"/>
            <a:ext cx="39243" cy="39243"/>
          </a:xfrm>
          <a:prstGeom prst="ellipse">
            <a:avLst/>
          </a:prstGeom>
          <a:solidFill>
            <a:srgbClr val="627D8D">
              <a:alpha val="27700"/>
            </a:srgbClr>
          </a:solidFill>
          <a:ln>
            <a:noFill/>
          </a:ln>
        </p:spPr>
      </p:sp>
      <p:sp>
        <p:nvSpPr>
          <p:cNvPr id="31" name="!!circle-1u1"/>
          <p:cNvSpPr/>
          <p:nvPr/>
        </p:nvSpPr>
        <p:spPr>
          <a:xfrm>
            <a:off x="1676111" y="6780982"/>
            <a:ext cx="34519" cy="34519"/>
          </a:xfrm>
          <a:prstGeom prst="ellipse">
            <a:avLst/>
          </a:prstGeom>
          <a:solidFill>
            <a:srgbClr val="627D8D">
              <a:alpha val="22500"/>
            </a:srgbClr>
          </a:solidFill>
          <a:ln>
            <a:noFill/>
          </a:ln>
        </p:spPr>
      </p:sp>
      <p:sp>
        <p:nvSpPr>
          <p:cNvPr id="32" name="!!circle-1u4"/>
          <p:cNvSpPr/>
          <p:nvPr/>
        </p:nvSpPr>
        <p:spPr>
          <a:xfrm>
            <a:off x="2555273" y="5516073"/>
            <a:ext cx="46228" cy="46228"/>
          </a:xfrm>
          <a:prstGeom prst="ellipse">
            <a:avLst/>
          </a:prstGeom>
          <a:solidFill>
            <a:srgbClr val="627D8D">
              <a:alpha val="26200"/>
            </a:srgbClr>
          </a:solidFill>
          <a:ln>
            <a:noFill/>
          </a:ln>
        </p:spPr>
      </p:sp>
      <p:sp>
        <p:nvSpPr>
          <p:cNvPr id="33" name="!!circle-1u7"/>
          <p:cNvSpPr/>
          <p:nvPr/>
        </p:nvSpPr>
        <p:spPr>
          <a:xfrm>
            <a:off x="7405740" y="5003188"/>
            <a:ext cx="49327" cy="49327"/>
          </a:xfrm>
          <a:prstGeom prst="ellipse">
            <a:avLst/>
          </a:prstGeom>
          <a:solidFill>
            <a:srgbClr val="627D8D">
              <a:alpha val="20800"/>
            </a:srgbClr>
          </a:solidFill>
          <a:ln>
            <a:noFill/>
          </a:ln>
        </p:spPr>
      </p:sp>
      <p:sp>
        <p:nvSpPr>
          <p:cNvPr id="34" name="!!circle-1ua"/>
          <p:cNvSpPr/>
          <p:nvPr/>
        </p:nvSpPr>
        <p:spPr>
          <a:xfrm>
            <a:off x="9689444" y="5811371"/>
            <a:ext cx="24054" cy="24054"/>
          </a:xfrm>
          <a:prstGeom prst="ellipse">
            <a:avLst/>
          </a:prstGeom>
          <a:solidFill>
            <a:srgbClr val="627D8D">
              <a:alpha val="22200"/>
            </a:srgbClr>
          </a:solidFill>
          <a:ln>
            <a:noFill/>
          </a:ln>
        </p:spPr>
      </p:sp>
      <p:sp>
        <p:nvSpPr>
          <p:cNvPr id="35" name="!!circle-1ud"/>
          <p:cNvSpPr/>
          <p:nvPr/>
        </p:nvSpPr>
        <p:spPr>
          <a:xfrm>
            <a:off x="2170893" y="1682323"/>
            <a:ext cx="32271" cy="32271"/>
          </a:xfrm>
          <a:prstGeom prst="ellipse">
            <a:avLst/>
          </a:prstGeom>
          <a:solidFill>
            <a:srgbClr val="627D8D">
              <a:alpha val="20500"/>
            </a:srgbClr>
          </a:solidFill>
          <a:ln>
            <a:noFill/>
          </a:ln>
        </p:spPr>
      </p:sp>
      <p:sp>
        <p:nvSpPr>
          <p:cNvPr id="36" name="!!circle-1ug"/>
          <p:cNvSpPr/>
          <p:nvPr/>
        </p:nvSpPr>
        <p:spPr>
          <a:xfrm>
            <a:off x="2091525" y="101456"/>
            <a:ext cx="21323" cy="21323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37" name="!!circle-1uj"/>
          <p:cNvSpPr/>
          <p:nvPr/>
        </p:nvSpPr>
        <p:spPr>
          <a:xfrm>
            <a:off x="2106997" y="2732261"/>
            <a:ext cx="34252" cy="34252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38" name="!!circle-1um"/>
          <p:cNvSpPr/>
          <p:nvPr/>
        </p:nvSpPr>
        <p:spPr>
          <a:xfrm>
            <a:off x="9626412" y="4806377"/>
            <a:ext cx="44196" cy="44196"/>
          </a:xfrm>
          <a:prstGeom prst="ellipse">
            <a:avLst/>
          </a:prstGeom>
          <a:solidFill>
            <a:srgbClr val="627D8D">
              <a:alpha val="21700"/>
            </a:srgbClr>
          </a:solidFill>
          <a:ln>
            <a:noFill/>
          </a:ln>
        </p:spPr>
      </p:sp>
      <p:sp>
        <p:nvSpPr>
          <p:cNvPr id="39" name="!!circle-1up"/>
          <p:cNvSpPr/>
          <p:nvPr/>
        </p:nvSpPr>
        <p:spPr>
          <a:xfrm>
            <a:off x="6837060" y="1972665"/>
            <a:ext cx="35192" cy="35192"/>
          </a:xfrm>
          <a:prstGeom prst="ellipse">
            <a:avLst/>
          </a:prstGeom>
          <a:solidFill>
            <a:srgbClr val="627D8D">
              <a:alpha val="27100"/>
            </a:srgbClr>
          </a:solidFill>
          <a:ln>
            <a:noFill/>
          </a:ln>
        </p:spPr>
      </p:sp>
      <p:sp>
        <p:nvSpPr>
          <p:cNvPr id="40" name="!!circle-1us"/>
          <p:cNvSpPr/>
          <p:nvPr/>
        </p:nvSpPr>
        <p:spPr>
          <a:xfrm>
            <a:off x="10067682" y="5624554"/>
            <a:ext cx="43358" cy="43358"/>
          </a:xfrm>
          <a:prstGeom prst="ellipse">
            <a:avLst/>
          </a:prstGeom>
          <a:solidFill>
            <a:srgbClr val="627D8D">
              <a:alpha val="19500"/>
            </a:srgbClr>
          </a:solidFill>
          <a:ln>
            <a:noFill/>
          </a:ln>
        </p:spPr>
      </p:sp>
      <p:sp>
        <p:nvSpPr>
          <p:cNvPr id="41" name="!!circle-1uv"/>
          <p:cNvSpPr/>
          <p:nvPr/>
        </p:nvSpPr>
        <p:spPr>
          <a:xfrm>
            <a:off x="3057070" y="2431983"/>
            <a:ext cx="33528" cy="33528"/>
          </a:xfrm>
          <a:prstGeom prst="ellipse">
            <a:avLst/>
          </a:prstGeom>
          <a:solidFill>
            <a:srgbClr val="627D8D">
              <a:alpha val="28300"/>
            </a:srgbClr>
          </a:solidFill>
          <a:ln>
            <a:noFill/>
          </a:ln>
        </p:spPr>
      </p:sp>
      <p:sp>
        <p:nvSpPr>
          <p:cNvPr id="42" name="!!circle-1uy"/>
          <p:cNvSpPr/>
          <p:nvPr/>
        </p:nvSpPr>
        <p:spPr>
          <a:xfrm>
            <a:off x="6714507" y="2952443"/>
            <a:ext cx="28956" cy="28956"/>
          </a:xfrm>
          <a:prstGeom prst="ellipse">
            <a:avLst/>
          </a:prstGeom>
          <a:solidFill>
            <a:srgbClr val="627D8D">
              <a:alpha val="21800"/>
            </a:srgbClr>
          </a:solidFill>
          <a:ln>
            <a:noFill/>
          </a:ln>
        </p:spPr>
      </p:sp>
      <p:sp>
        <p:nvSpPr>
          <p:cNvPr id="43" name="!!circle-1v1"/>
          <p:cNvSpPr/>
          <p:nvPr/>
        </p:nvSpPr>
        <p:spPr>
          <a:xfrm>
            <a:off x="6958198" y="6708355"/>
            <a:ext cx="45555" cy="45555"/>
          </a:xfrm>
          <a:prstGeom prst="ellipse">
            <a:avLst/>
          </a:prstGeom>
          <a:solidFill>
            <a:srgbClr val="627D8D">
              <a:alpha val="20900"/>
            </a:srgbClr>
          </a:solidFill>
          <a:ln>
            <a:noFill/>
          </a:ln>
        </p:spPr>
      </p:sp>
      <p:sp>
        <p:nvSpPr>
          <p:cNvPr id="44" name="!!circle-1v4"/>
          <p:cNvSpPr/>
          <p:nvPr/>
        </p:nvSpPr>
        <p:spPr>
          <a:xfrm>
            <a:off x="11329603" y="3715151"/>
            <a:ext cx="39484" cy="39484"/>
          </a:xfrm>
          <a:prstGeom prst="ellipse">
            <a:avLst/>
          </a:prstGeom>
          <a:solidFill>
            <a:srgbClr val="627D8D">
              <a:alpha val="13600"/>
            </a:srgbClr>
          </a:solidFill>
          <a:ln>
            <a:noFill/>
          </a:ln>
        </p:spPr>
      </p:sp>
      <p:sp>
        <p:nvSpPr>
          <p:cNvPr id="45" name="!!circle-1v7"/>
          <p:cNvSpPr/>
          <p:nvPr/>
        </p:nvSpPr>
        <p:spPr>
          <a:xfrm>
            <a:off x="7422095" y="5838285"/>
            <a:ext cx="30455" cy="30455"/>
          </a:xfrm>
          <a:prstGeom prst="ellipse">
            <a:avLst/>
          </a:prstGeom>
          <a:solidFill>
            <a:srgbClr val="627D8D">
              <a:alpha val="16500"/>
            </a:srgbClr>
          </a:solidFill>
          <a:ln>
            <a:noFill/>
          </a:ln>
        </p:spPr>
      </p:sp>
      <p:sp>
        <p:nvSpPr>
          <p:cNvPr id="46" name="!!circle-1va"/>
          <p:cNvSpPr/>
          <p:nvPr/>
        </p:nvSpPr>
        <p:spPr>
          <a:xfrm>
            <a:off x="8916431" y="6585104"/>
            <a:ext cx="28257" cy="28257"/>
          </a:xfrm>
          <a:prstGeom prst="ellipse">
            <a:avLst/>
          </a:prstGeom>
          <a:solidFill>
            <a:srgbClr val="627D8D">
              <a:alpha val="15700"/>
            </a:srgbClr>
          </a:solidFill>
          <a:ln>
            <a:noFill/>
          </a:ln>
        </p:spPr>
      </p:sp>
      <p:sp>
        <p:nvSpPr>
          <p:cNvPr id="47" name="!!circle-1vd"/>
          <p:cNvSpPr/>
          <p:nvPr/>
        </p:nvSpPr>
        <p:spPr>
          <a:xfrm>
            <a:off x="11279160" y="5332752"/>
            <a:ext cx="45149" cy="45149"/>
          </a:xfrm>
          <a:prstGeom prst="ellipse">
            <a:avLst/>
          </a:prstGeom>
          <a:solidFill>
            <a:srgbClr val="627D8D">
              <a:alpha val="31200"/>
            </a:srgbClr>
          </a:solidFill>
          <a:ln>
            <a:noFill/>
          </a:ln>
        </p:spPr>
      </p:sp>
      <p:sp>
        <p:nvSpPr>
          <p:cNvPr id="48" name="!!circle-1vg"/>
          <p:cNvSpPr/>
          <p:nvPr/>
        </p:nvSpPr>
        <p:spPr>
          <a:xfrm>
            <a:off x="3432517" y="3633019"/>
            <a:ext cx="30696" cy="30696"/>
          </a:xfrm>
          <a:prstGeom prst="ellipse">
            <a:avLst/>
          </a:prstGeom>
          <a:solidFill>
            <a:srgbClr val="627D8D">
              <a:alpha val="25700"/>
            </a:srgbClr>
          </a:solidFill>
          <a:ln>
            <a:noFill/>
          </a:ln>
        </p:spPr>
      </p:sp>
      <p:sp>
        <p:nvSpPr>
          <p:cNvPr id="49" name="!!circle-1vj"/>
          <p:cNvSpPr/>
          <p:nvPr/>
        </p:nvSpPr>
        <p:spPr>
          <a:xfrm>
            <a:off x="8826536" y="4196472"/>
            <a:ext cx="37401" cy="37401"/>
          </a:xfrm>
          <a:prstGeom prst="ellipse">
            <a:avLst/>
          </a:prstGeom>
          <a:solidFill>
            <a:srgbClr val="627D8D">
              <a:alpha val="16000"/>
            </a:srgbClr>
          </a:solidFill>
          <a:ln>
            <a:noFill/>
          </a:ln>
        </p:spPr>
      </p:sp>
      <p:sp>
        <p:nvSpPr>
          <p:cNvPr id="50" name="!!circle-1vm"/>
          <p:cNvSpPr/>
          <p:nvPr/>
        </p:nvSpPr>
        <p:spPr>
          <a:xfrm>
            <a:off x="1696002" y="4902867"/>
            <a:ext cx="33096" cy="33096"/>
          </a:xfrm>
          <a:prstGeom prst="ellipse">
            <a:avLst/>
          </a:prstGeom>
          <a:solidFill>
            <a:srgbClr val="627D8D">
              <a:alpha val="22300"/>
            </a:srgbClr>
          </a:solidFill>
          <a:ln>
            <a:noFill/>
          </a:ln>
        </p:spPr>
      </p:sp>
      <p:sp>
        <p:nvSpPr>
          <p:cNvPr id="51" name="!!circle-1vp"/>
          <p:cNvSpPr/>
          <p:nvPr/>
        </p:nvSpPr>
        <p:spPr>
          <a:xfrm>
            <a:off x="11606642" y="1006080"/>
            <a:ext cx="21145" cy="21145"/>
          </a:xfrm>
          <a:prstGeom prst="ellipse">
            <a:avLst/>
          </a:prstGeom>
          <a:solidFill>
            <a:srgbClr val="627D8D">
              <a:alpha val="16300"/>
            </a:srgbClr>
          </a:solidFill>
          <a:ln>
            <a:noFill/>
          </a:ln>
        </p:spPr>
      </p:sp>
      <p:sp>
        <p:nvSpPr>
          <p:cNvPr id="52" name="!!circle-1vs"/>
          <p:cNvSpPr/>
          <p:nvPr/>
        </p:nvSpPr>
        <p:spPr>
          <a:xfrm>
            <a:off x="11077639" y="5836743"/>
            <a:ext cx="35281" cy="35281"/>
          </a:xfrm>
          <a:prstGeom prst="ellipse">
            <a:avLst/>
          </a:prstGeom>
          <a:solidFill>
            <a:srgbClr val="627D8D">
              <a:alpha val="30000"/>
            </a:srgbClr>
          </a:solidFill>
          <a:ln>
            <a:noFill/>
          </a:ln>
        </p:spPr>
      </p:sp>
      <p:sp>
        <p:nvSpPr>
          <p:cNvPr id="53" name="!!ellipse-2q8"/>
          <p:cNvSpPr/>
          <p:nvPr/>
        </p:nvSpPr>
        <p:spPr>
          <a:xfrm>
            <a:off x="4046535" y="5628037"/>
            <a:ext cx="4325101" cy="445616"/>
          </a:xfrm>
          <a:prstGeom prst="ellipse">
            <a:avLst/>
          </a:prstGeom>
          <a:gradFill rotWithShape="1">
            <a:gsLst>
              <a:gs pos="0">
                <a:srgbClr val="0B1A26">
                  <a:alpha val="22000"/>
                </a:srgbClr>
              </a:gs>
              <a:gs pos="27431">
                <a:srgbClr val="0B1A26">
                  <a:alpha val="9000"/>
                </a:srgbClr>
              </a:gs>
              <a:gs pos="54861">
                <a:srgbClr val="0B1A26">
                  <a:alpha val="0"/>
                </a:srgbClr>
              </a:gs>
              <a:gs pos="100000">
                <a:srgbClr val="0B1A2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4" name="!!path-2q9"/>
          <p:cNvSpPr/>
          <p:nvPr/>
        </p:nvSpPr>
        <p:spPr>
          <a:xfrm>
            <a:off x="7310020" y="870426"/>
            <a:ext cx="419404" cy="4967313"/>
          </a:xfrm>
          <a:custGeom>
            <a:avLst/>
            <a:gdLst/>
            <a:ahLst/>
            <a:cxnLst/>
            <a:rect l="l" t="t" r="r" b="b"/>
            <a:pathLst>
              <a:path w="419404" h="4967313">
                <a:moveTo>
                  <a:pt x="0" y="249021"/>
                </a:moveTo>
                <a:lnTo>
                  <a:pt x="419404" y="0"/>
                </a:lnTo>
                <a:lnTo>
                  <a:pt x="419404" y="4718292"/>
                </a:lnTo>
                <a:lnTo>
                  <a:pt x="0" y="4967313"/>
                </a:lnTo>
                <a:close/>
              </a:path>
            </a:pathLst>
          </a:custGeom>
          <a:gradFill rotWithShape="1">
            <a:gsLst>
              <a:gs pos="0">
                <a:srgbClr val="DCE3E8"/>
              </a:gs>
              <a:gs pos="100000">
                <a:srgbClr val="C3CDD4"/>
              </a:gs>
            </a:gsLst>
            <a:lin ang="5400000" scaled="0"/>
          </a:gradFill>
          <a:ln>
            <a:noFill/>
          </a:ln>
        </p:spPr>
      </p:sp>
      <p:sp>
        <p:nvSpPr>
          <p:cNvPr id="55" name="!!path-2qa"/>
          <p:cNvSpPr/>
          <p:nvPr/>
        </p:nvSpPr>
        <p:spPr>
          <a:xfrm>
            <a:off x="4688747" y="870426"/>
            <a:ext cx="3040677" cy="249021"/>
          </a:xfrm>
          <a:custGeom>
            <a:avLst/>
            <a:gdLst/>
            <a:ahLst/>
            <a:cxnLst/>
            <a:rect l="l" t="t" r="r" b="b"/>
            <a:pathLst>
              <a:path w="3040677" h="249021">
                <a:moveTo>
                  <a:pt x="0" y="249021"/>
                </a:moveTo>
                <a:lnTo>
                  <a:pt x="2621274" y="249021"/>
                </a:lnTo>
                <a:lnTo>
                  <a:pt x="3040677" y="0"/>
                </a:lnTo>
                <a:lnTo>
                  <a:pt x="419404" y="0"/>
                </a:lnTo>
                <a:close/>
              </a:path>
            </a:pathLst>
          </a:custGeom>
          <a:gradFill rotWithShape="1">
            <a:gsLst>
              <a:gs pos="0">
                <a:srgbClr val="F9FAFB"/>
              </a:gs>
              <a:gs pos="100000">
                <a:srgbClr val="E7ECEF"/>
              </a:gs>
            </a:gsLst>
            <a:lin ang="5400000" scaled="0"/>
          </a:gradFill>
          <a:ln>
            <a:noFill/>
          </a:ln>
        </p:spPr>
      </p:sp>
      <p:sp>
        <p:nvSpPr>
          <p:cNvPr id="56" name="!!path-2qb"/>
          <p:cNvSpPr/>
          <p:nvPr/>
        </p:nvSpPr>
        <p:spPr>
          <a:xfrm>
            <a:off x="4688747" y="1119447"/>
            <a:ext cx="2621274" cy="4718292"/>
          </a:xfrm>
          <a:custGeom>
            <a:avLst/>
            <a:gdLst/>
            <a:ahLst/>
            <a:cxnLst/>
            <a:rect l="l" t="t" r="r" b="b"/>
            <a:pathLst>
              <a:path w="2621274" h="4718292">
                <a:moveTo>
                  <a:pt x="32766" y="0"/>
                </a:moveTo>
                <a:lnTo>
                  <a:pt x="2588508" y="0"/>
                </a:lnTo>
                <a:cubicBezTo>
                  <a:pt x="2606607" y="0"/>
                  <a:pt x="2621274" y="14673"/>
                  <a:pt x="2621274" y="32766"/>
                </a:cubicBezTo>
                <a:lnTo>
                  <a:pt x="2621274" y="4685526"/>
                </a:lnTo>
                <a:cubicBezTo>
                  <a:pt x="2621274" y="4703626"/>
                  <a:pt x="2606607" y="4718292"/>
                  <a:pt x="2588508" y="4718292"/>
                </a:cubicBezTo>
                <a:lnTo>
                  <a:pt x="32766" y="4718292"/>
                </a:lnTo>
                <a:cubicBezTo>
                  <a:pt x="14673" y="4718292"/>
                  <a:pt x="0" y="4703626"/>
                  <a:pt x="0" y="4685526"/>
                </a:cubicBezTo>
                <a:lnTo>
                  <a:pt x="0" y="32766"/>
                </a:lnTo>
                <a:cubicBezTo>
                  <a:pt x="0" y="14673"/>
                  <a:pt x="14673" y="0"/>
                  <a:pt x="32766" y="0"/>
                </a:cubicBez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55000">
                <a:srgbClr val="F8FAFB"/>
              </a:gs>
              <a:gs pos="100000">
                <a:srgbClr val="ECF0F3"/>
              </a:gs>
            </a:gsLst>
            <a:lin ang="5400000" scaled="0"/>
          </a:gradFill>
          <a:ln>
            <a:noFill/>
          </a:ln>
        </p:spPr>
      </p:sp>
      <p:sp>
        <p:nvSpPr>
          <p:cNvPr id="57" name="!!path-2qc"/>
          <p:cNvSpPr/>
          <p:nvPr/>
        </p:nvSpPr>
        <p:spPr>
          <a:xfrm>
            <a:off x="4688747" y="1119447"/>
            <a:ext cx="2621274" cy="4718292"/>
          </a:xfrm>
          <a:custGeom>
            <a:avLst/>
            <a:gdLst/>
            <a:ahLst/>
            <a:cxnLst/>
            <a:rect l="l" t="t" r="r" b="b"/>
            <a:pathLst>
              <a:path w="2621274" h="4718292" fill="none">
                <a:moveTo>
                  <a:pt x="32766" y="0"/>
                </a:moveTo>
                <a:lnTo>
                  <a:pt x="2588508" y="0"/>
                </a:lnTo>
                <a:cubicBezTo>
                  <a:pt x="2606607" y="0"/>
                  <a:pt x="2621274" y="14673"/>
                  <a:pt x="2621274" y="32766"/>
                </a:cubicBezTo>
                <a:lnTo>
                  <a:pt x="2621274" y="4685526"/>
                </a:lnTo>
                <a:cubicBezTo>
                  <a:pt x="2621274" y="4703626"/>
                  <a:pt x="2606607" y="4718292"/>
                  <a:pt x="2588508" y="4718292"/>
                </a:cubicBezTo>
                <a:lnTo>
                  <a:pt x="32766" y="4718292"/>
                </a:lnTo>
                <a:cubicBezTo>
                  <a:pt x="14673" y="4718292"/>
                  <a:pt x="0" y="4703626"/>
                  <a:pt x="0" y="4685526"/>
                </a:cubicBezTo>
                <a:lnTo>
                  <a:pt x="0" y="32766"/>
                </a:lnTo>
                <a:cubicBezTo>
                  <a:pt x="0" y="14673"/>
                  <a:pt x="14673" y="0"/>
                  <a:pt x="32766" y="0"/>
                </a:cubicBezTo>
                <a:close/>
              </a:path>
            </a:pathLst>
          </a:custGeom>
          <a:noFill/>
          <a:ln w="6553" cap="flat">
            <a:solidFill>
              <a:srgbClr val="D3DBE0"/>
            </a:solidFill>
            <a:prstDash val="solid"/>
            <a:miter lim="800000"/>
          </a:ln>
        </p:spPr>
      </p:sp>
      <p:sp>
        <p:nvSpPr>
          <p:cNvPr id="58" name="!!rect-2qd"/>
          <p:cNvSpPr/>
          <p:nvPr/>
        </p:nvSpPr>
        <p:spPr>
          <a:xfrm>
            <a:off x="4688747" y="5745995"/>
            <a:ext cx="2621274" cy="91745"/>
          </a:xfrm>
          <a:prstGeom prst="rect">
            <a:avLst/>
          </a:prstGeom>
          <a:solidFill>
            <a:srgbClr val="E1E7EB"/>
          </a:solidFill>
          <a:ln>
            <a:noFill/>
          </a:ln>
        </p:spPr>
      </p:sp>
      <p:sp>
        <p:nvSpPr>
          <p:cNvPr id="59" name="!!path-2qe"/>
          <p:cNvSpPr/>
          <p:nvPr/>
        </p:nvSpPr>
        <p:spPr>
          <a:xfrm>
            <a:off x="7310020" y="870426"/>
            <a:ext cx="419404" cy="249021"/>
          </a:xfrm>
          <a:custGeom>
            <a:avLst/>
            <a:gdLst/>
            <a:ahLst/>
            <a:cxnLst/>
            <a:rect l="l" t="t" r="r" b="b"/>
            <a:pathLst>
              <a:path w="419404" h="249021">
                <a:moveTo>
                  <a:pt x="0" y="249021"/>
                </a:moveTo>
                <a:lnTo>
                  <a:pt x="419404" y="0"/>
                </a:lnTo>
              </a:path>
            </a:pathLst>
          </a:custGeom>
          <a:solidFill>
            <a:srgbClr val="000000"/>
          </a:solidFill>
          <a:ln w="9174" cap="flat">
            <a:solidFill>
              <a:srgbClr val="FFFFFF"/>
            </a:solidFill>
            <a:prstDash val="solid"/>
            <a:miter lim="800000"/>
          </a:ln>
        </p:spPr>
      </p:sp>
      <p:sp>
        <p:nvSpPr>
          <p:cNvPr id="60" name="!!rect-2r7"/>
          <p:cNvSpPr/>
          <p:nvPr/>
        </p:nvSpPr>
        <p:spPr>
          <a:xfrm>
            <a:off x="5354550" y="1263617"/>
            <a:ext cx="1289667" cy="1667130"/>
          </a:xfrm>
          <a:prstGeom prst="roundRect">
            <a:avLst>
              <a:gd name="adj" fmla="val 7114"/>
            </a:avLst>
          </a:prstGeom>
          <a:solidFill>
            <a:srgbClr val="20282F"/>
          </a:solidFill>
          <a:ln>
            <a:noFill/>
          </a:ln>
        </p:spPr>
      </p:sp>
      <p:sp>
        <p:nvSpPr>
          <p:cNvPr id="61" name="!!rect-2r8"/>
          <p:cNvSpPr/>
          <p:nvPr/>
        </p:nvSpPr>
        <p:spPr>
          <a:xfrm>
            <a:off x="5361103" y="1270170"/>
            <a:ext cx="1276560" cy="1654024"/>
          </a:xfrm>
          <a:prstGeom prst="roundRect">
            <a:avLst>
              <a:gd name="adj" fmla="val 6674"/>
            </a:avLst>
          </a:prstGeom>
          <a:noFill/>
          <a:ln w="6553" cap="flat">
            <a:solidFill>
              <a:srgbClr val="FFFFFF">
                <a:alpha val="12000"/>
              </a:srgbClr>
            </a:solidFill>
            <a:prstDash val="solid"/>
            <a:miter lim="800000"/>
          </a:ln>
        </p:spPr>
      </p:sp>
      <p:sp>
        <p:nvSpPr>
          <p:cNvPr id="62" name="!!rect-2rd"/>
          <p:cNvSpPr/>
          <p:nvPr/>
        </p:nvSpPr>
        <p:spPr>
          <a:xfrm>
            <a:off x="5433188" y="1342255"/>
            <a:ext cx="1132390" cy="1509853"/>
          </a:xfrm>
          <a:custGeom>
            <a:avLst/>
            <a:gdLst/>
            <a:ahLst/>
            <a:cxnLst/>
            <a:rect l="l" t="t" r="r" b="b"/>
            <a:pathLst>
              <a:path w="1132390" h="1509853">
                <a:moveTo>
                  <a:pt x="28310" y="0"/>
                </a:moveTo>
                <a:lnTo>
                  <a:pt x="1104080" y="0"/>
                </a:lnTo>
                <a:cubicBezTo>
                  <a:pt x="1119715" y="0"/>
                  <a:pt x="1132390" y="12675"/>
                  <a:pt x="1132390" y="28310"/>
                </a:cubicBezTo>
                <a:lnTo>
                  <a:pt x="1132390" y="1481544"/>
                </a:lnTo>
                <a:cubicBezTo>
                  <a:pt x="1132390" y="1497179"/>
                  <a:pt x="1119715" y="1509853"/>
                  <a:pt x="1104080" y="1509853"/>
                </a:cubicBezTo>
                <a:lnTo>
                  <a:pt x="28310" y="1509853"/>
                </a:lnTo>
                <a:cubicBezTo>
                  <a:pt x="12675" y="1509853"/>
                  <a:pt x="0" y="1497179"/>
                  <a:pt x="0" y="1481544"/>
                </a:cubicBezTo>
                <a:lnTo>
                  <a:pt x="0" y="28310"/>
                </a:lnTo>
                <a:cubicBezTo>
                  <a:pt x="0" y="12675"/>
                  <a:pt x="12675" y="0"/>
                  <a:pt x="28310" y="0"/>
                </a:cubicBezTo>
                <a:close/>
              </a:path>
            </a:pathLst>
          </a:custGeom>
          <a:solidFill>
            <a:srgbClr val="0E1318"/>
          </a:solidFill>
          <a:ln>
            <a:noFill/>
          </a:ln>
        </p:spPr>
      </p:sp>
      <p:sp>
        <p:nvSpPr>
          <p:cNvPr id="63" name="!!rect-2rg"/>
          <p:cNvSpPr/>
          <p:nvPr/>
        </p:nvSpPr>
        <p:spPr>
          <a:xfrm>
            <a:off x="5433188" y="1342255"/>
            <a:ext cx="1132390" cy="132112"/>
          </a:xfrm>
          <a:custGeom>
            <a:avLst/>
            <a:gdLst/>
            <a:ahLst/>
            <a:cxnLst/>
            <a:rect l="l" t="t" r="r" b="b"/>
            <a:pathLst>
              <a:path w="1132390" h="132112">
                <a:moveTo>
                  <a:pt x="28310" y="0"/>
                </a:moveTo>
                <a:lnTo>
                  <a:pt x="1104080" y="0"/>
                </a:lnTo>
                <a:cubicBezTo>
                  <a:pt x="1119715" y="0"/>
                  <a:pt x="1132390" y="12675"/>
                  <a:pt x="1132390" y="28310"/>
                </a:cubicBezTo>
                <a:lnTo>
                  <a:pt x="1132390" y="132112"/>
                </a:lnTo>
                <a:lnTo>
                  <a:pt x="0" y="132112"/>
                </a:lnTo>
                <a:lnTo>
                  <a:pt x="0" y="28310"/>
                </a:lnTo>
                <a:cubicBezTo>
                  <a:pt x="0" y="12675"/>
                  <a:pt x="12675" y="0"/>
                  <a:pt x="28310" y="0"/>
                </a:cubicBezTo>
                <a:close/>
              </a:path>
            </a:pathLst>
          </a:custGeom>
          <a:solidFill>
            <a:srgbClr val="18212A"/>
          </a:solidFill>
          <a:ln>
            <a:noFill/>
          </a:ln>
        </p:spPr>
      </p:sp>
      <p:sp>
        <p:nvSpPr>
          <p:cNvPr id="64" name="!!text-2rh" descr="智慧書櫃"/>
          <p:cNvSpPr txBox="1"/>
          <p:nvPr/>
        </p:nvSpPr>
        <p:spPr>
          <a:xfrm>
            <a:off x="5480371" y="1361506"/>
            <a:ext cx="284041" cy="956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520" b="1" kern="0" dirty="0">
                <a:solidFill>
                  <a:srgbClr val="EEF2F5"/>
                </a:solidFill>
                <a:latin typeface="Noto Sans TC"/>
                <a:ea typeface="Noto Sans TC"/>
                <a:cs typeface="Noto Sans TC"/>
              </a:rPr>
              <a:t>智慧書櫃</a:t>
            </a:r>
            <a:endParaRPr lang="zh-TW" sz="520"/>
          </a:p>
        </p:txBody>
      </p:sp>
      <p:sp>
        <p:nvSpPr>
          <p:cNvPr id="65" name="!!circle-2rm"/>
          <p:cNvSpPr/>
          <p:nvPr/>
        </p:nvSpPr>
        <p:spPr>
          <a:xfrm>
            <a:off x="6480649" y="1389438"/>
            <a:ext cx="37746" cy="37746"/>
          </a:xfrm>
          <a:prstGeom prst="ellipse">
            <a:avLst/>
          </a:prstGeom>
          <a:solidFill>
            <a:srgbClr val="3CCF8E"/>
          </a:solidFill>
          <a:ln>
            <a:noFill/>
          </a:ln>
        </p:spPr>
      </p:sp>
      <p:sp>
        <p:nvSpPr>
          <p:cNvPr id="66" name="!!rect-2rq"/>
          <p:cNvSpPr/>
          <p:nvPr/>
        </p:nvSpPr>
        <p:spPr>
          <a:xfrm>
            <a:off x="5527554" y="1521550"/>
            <a:ext cx="943658" cy="94365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67" name="!!path-2rr"/>
          <p:cNvSpPr/>
          <p:nvPr/>
        </p:nvSpPr>
        <p:spPr>
          <a:xfrm>
            <a:off x="5645511" y="1639507"/>
            <a:ext cx="707744" cy="707744"/>
          </a:xfrm>
          <a:custGeom>
            <a:avLst/>
            <a:gdLst/>
            <a:ahLst/>
            <a:cxnLst/>
            <a:rect l="l" t="t" r="r" b="b"/>
            <a:pathLst>
              <a:path w="707744" h="707744">
                <a:moveTo>
                  <a:pt x="0" y="0"/>
                </a:moveTo>
                <a:lnTo>
                  <a:pt x="198168" y="0"/>
                </a:lnTo>
                <a:lnTo>
                  <a:pt x="198168" y="28310"/>
                </a:lnTo>
                <a:lnTo>
                  <a:pt x="0" y="28310"/>
                </a:lnTo>
                <a:close/>
                <a:moveTo>
                  <a:pt x="311407" y="0"/>
                </a:moveTo>
                <a:lnTo>
                  <a:pt x="396337" y="0"/>
                </a:lnTo>
                <a:lnTo>
                  <a:pt x="396337" y="28310"/>
                </a:lnTo>
                <a:lnTo>
                  <a:pt x="311407" y="28310"/>
                </a:lnTo>
                <a:close/>
                <a:moveTo>
                  <a:pt x="424646" y="0"/>
                </a:moveTo>
                <a:lnTo>
                  <a:pt x="452956" y="0"/>
                </a:lnTo>
                <a:lnTo>
                  <a:pt x="452956" y="28310"/>
                </a:lnTo>
                <a:lnTo>
                  <a:pt x="424646" y="28310"/>
                </a:lnTo>
                <a:close/>
                <a:moveTo>
                  <a:pt x="509576" y="0"/>
                </a:moveTo>
                <a:lnTo>
                  <a:pt x="707744" y="0"/>
                </a:lnTo>
                <a:lnTo>
                  <a:pt x="707744" y="28310"/>
                </a:lnTo>
                <a:lnTo>
                  <a:pt x="509576" y="28310"/>
                </a:lnTo>
                <a:close/>
                <a:moveTo>
                  <a:pt x="0" y="28310"/>
                </a:moveTo>
                <a:lnTo>
                  <a:pt x="28310" y="28310"/>
                </a:lnTo>
                <a:lnTo>
                  <a:pt x="28310" y="56620"/>
                </a:lnTo>
                <a:lnTo>
                  <a:pt x="0" y="56620"/>
                </a:lnTo>
                <a:close/>
                <a:moveTo>
                  <a:pt x="169859" y="28310"/>
                </a:moveTo>
                <a:lnTo>
                  <a:pt x="198168" y="28310"/>
                </a:lnTo>
                <a:lnTo>
                  <a:pt x="198168" y="56620"/>
                </a:lnTo>
                <a:lnTo>
                  <a:pt x="169859" y="56620"/>
                </a:lnTo>
                <a:close/>
                <a:moveTo>
                  <a:pt x="283098" y="28310"/>
                </a:moveTo>
                <a:lnTo>
                  <a:pt x="339717" y="28310"/>
                </a:lnTo>
                <a:lnTo>
                  <a:pt x="339717" y="56620"/>
                </a:lnTo>
                <a:lnTo>
                  <a:pt x="283098" y="56620"/>
                </a:lnTo>
                <a:close/>
                <a:moveTo>
                  <a:pt x="368027" y="28310"/>
                </a:moveTo>
                <a:lnTo>
                  <a:pt x="481266" y="28310"/>
                </a:lnTo>
                <a:lnTo>
                  <a:pt x="481266" y="56620"/>
                </a:lnTo>
                <a:lnTo>
                  <a:pt x="368027" y="56620"/>
                </a:lnTo>
                <a:close/>
                <a:moveTo>
                  <a:pt x="509576" y="28310"/>
                </a:moveTo>
                <a:lnTo>
                  <a:pt x="537885" y="28310"/>
                </a:lnTo>
                <a:lnTo>
                  <a:pt x="537885" y="56620"/>
                </a:lnTo>
                <a:lnTo>
                  <a:pt x="509576" y="56620"/>
                </a:lnTo>
                <a:close/>
                <a:moveTo>
                  <a:pt x="679434" y="28310"/>
                </a:moveTo>
                <a:lnTo>
                  <a:pt x="707744" y="28310"/>
                </a:lnTo>
                <a:lnTo>
                  <a:pt x="707744" y="56620"/>
                </a:lnTo>
                <a:lnTo>
                  <a:pt x="679434" y="56620"/>
                </a:lnTo>
                <a:close/>
                <a:moveTo>
                  <a:pt x="0" y="56620"/>
                </a:moveTo>
                <a:lnTo>
                  <a:pt x="28310" y="56620"/>
                </a:lnTo>
                <a:lnTo>
                  <a:pt x="28310" y="84929"/>
                </a:lnTo>
                <a:lnTo>
                  <a:pt x="0" y="84929"/>
                </a:lnTo>
                <a:close/>
                <a:moveTo>
                  <a:pt x="56620" y="56620"/>
                </a:moveTo>
                <a:lnTo>
                  <a:pt x="141549" y="56620"/>
                </a:lnTo>
                <a:lnTo>
                  <a:pt x="141549" y="84929"/>
                </a:lnTo>
                <a:lnTo>
                  <a:pt x="56620" y="84929"/>
                </a:lnTo>
                <a:close/>
                <a:moveTo>
                  <a:pt x="169859" y="56620"/>
                </a:moveTo>
                <a:lnTo>
                  <a:pt x="198168" y="56620"/>
                </a:lnTo>
                <a:lnTo>
                  <a:pt x="198168" y="84929"/>
                </a:lnTo>
                <a:lnTo>
                  <a:pt x="169859" y="84929"/>
                </a:lnTo>
                <a:close/>
                <a:moveTo>
                  <a:pt x="226478" y="56620"/>
                </a:moveTo>
                <a:lnTo>
                  <a:pt x="254788" y="56620"/>
                </a:lnTo>
                <a:lnTo>
                  <a:pt x="254788" y="84929"/>
                </a:lnTo>
                <a:lnTo>
                  <a:pt x="226478" y="84929"/>
                </a:lnTo>
                <a:close/>
                <a:moveTo>
                  <a:pt x="283098" y="56620"/>
                </a:moveTo>
                <a:lnTo>
                  <a:pt x="339717" y="56620"/>
                </a:lnTo>
                <a:lnTo>
                  <a:pt x="339717" y="84929"/>
                </a:lnTo>
                <a:lnTo>
                  <a:pt x="283098" y="84929"/>
                </a:lnTo>
                <a:close/>
                <a:moveTo>
                  <a:pt x="368027" y="56620"/>
                </a:moveTo>
                <a:lnTo>
                  <a:pt x="396337" y="56620"/>
                </a:lnTo>
                <a:lnTo>
                  <a:pt x="396337" y="84929"/>
                </a:lnTo>
                <a:lnTo>
                  <a:pt x="368027" y="84929"/>
                </a:lnTo>
                <a:close/>
                <a:moveTo>
                  <a:pt x="424646" y="56620"/>
                </a:moveTo>
                <a:lnTo>
                  <a:pt x="481266" y="56620"/>
                </a:lnTo>
                <a:lnTo>
                  <a:pt x="481266" y="84929"/>
                </a:lnTo>
                <a:lnTo>
                  <a:pt x="424646" y="84929"/>
                </a:lnTo>
                <a:close/>
                <a:moveTo>
                  <a:pt x="509576" y="56620"/>
                </a:moveTo>
                <a:lnTo>
                  <a:pt x="537885" y="56620"/>
                </a:lnTo>
                <a:lnTo>
                  <a:pt x="537885" y="84929"/>
                </a:lnTo>
                <a:lnTo>
                  <a:pt x="509576" y="84929"/>
                </a:lnTo>
                <a:close/>
                <a:moveTo>
                  <a:pt x="566195" y="56620"/>
                </a:moveTo>
                <a:lnTo>
                  <a:pt x="651124" y="56620"/>
                </a:lnTo>
                <a:lnTo>
                  <a:pt x="651124" y="84929"/>
                </a:lnTo>
                <a:lnTo>
                  <a:pt x="566195" y="84929"/>
                </a:lnTo>
                <a:close/>
                <a:moveTo>
                  <a:pt x="679434" y="56620"/>
                </a:moveTo>
                <a:lnTo>
                  <a:pt x="707744" y="56620"/>
                </a:lnTo>
                <a:lnTo>
                  <a:pt x="707744" y="84929"/>
                </a:lnTo>
                <a:lnTo>
                  <a:pt x="679434" y="84929"/>
                </a:lnTo>
                <a:close/>
                <a:moveTo>
                  <a:pt x="0" y="84929"/>
                </a:moveTo>
                <a:lnTo>
                  <a:pt x="28310" y="84929"/>
                </a:lnTo>
                <a:lnTo>
                  <a:pt x="28310" y="113239"/>
                </a:lnTo>
                <a:lnTo>
                  <a:pt x="0" y="113239"/>
                </a:lnTo>
                <a:close/>
                <a:moveTo>
                  <a:pt x="56620" y="84929"/>
                </a:moveTo>
                <a:lnTo>
                  <a:pt x="141549" y="84929"/>
                </a:lnTo>
                <a:lnTo>
                  <a:pt x="141549" y="113239"/>
                </a:lnTo>
                <a:lnTo>
                  <a:pt x="56620" y="113239"/>
                </a:lnTo>
                <a:close/>
                <a:moveTo>
                  <a:pt x="169859" y="84929"/>
                </a:moveTo>
                <a:lnTo>
                  <a:pt x="198168" y="84929"/>
                </a:lnTo>
                <a:lnTo>
                  <a:pt x="198168" y="113239"/>
                </a:lnTo>
                <a:lnTo>
                  <a:pt x="169859" y="113239"/>
                </a:lnTo>
                <a:close/>
                <a:moveTo>
                  <a:pt x="226478" y="84929"/>
                </a:moveTo>
                <a:lnTo>
                  <a:pt x="254788" y="84929"/>
                </a:lnTo>
                <a:lnTo>
                  <a:pt x="254788" y="113239"/>
                </a:lnTo>
                <a:lnTo>
                  <a:pt x="226478" y="113239"/>
                </a:lnTo>
                <a:close/>
                <a:moveTo>
                  <a:pt x="283098" y="84929"/>
                </a:moveTo>
                <a:lnTo>
                  <a:pt x="339717" y="84929"/>
                </a:lnTo>
                <a:lnTo>
                  <a:pt x="339717" y="113239"/>
                </a:lnTo>
                <a:lnTo>
                  <a:pt x="283098" y="113239"/>
                </a:lnTo>
                <a:close/>
                <a:moveTo>
                  <a:pt x="396337" y="84929"/>
                </a:moveTo>
                <a:lnTo>
                  <a:pt x="481266" y="84929"/>
                </a:lnTo>
                <a:lnTo>
                  <a:pt x="481266" y="113239"/>
                </a:lnTo>
                <a:lnTo>
                  <a:pt x="396337" y="113239"/>
                </a:lnTo>
                <a:close/>
                <a:moveTo>
                  <a:pt x="509576" y="84929"/>
                </a:moveTo>
                <a:lnTo>
                  <a:pt x="537885" y="84929"/>
                </a:lnTo>
                <a:lnTo>
                  <a:pt x="537885" y="113239"/>
                </a:lnTo>
                <a:lnTo>
                  <a:pt x="509576" y="113239"/>
                </a:lnTo>
                <a:close/>
                <a:moveTo>
                  <a:pt x="566195" y="84929"/>
                </a:moveTo>
                <a:lnTo>
                  <a:pt x="651124" y="84929"/>
                </a:lnTo>
                <a:lnTo>
                  <a:pt x="651124" y="113239"/>
                </a:lnTo>
                <a:lnTo>
                  <a:pt x="566195" y="113239"/>
                </a:lnTo>
                <a:close/>
                <a:moveTo>
                  <a:pt x="679434" y="84929"/>
                </a:moveTo>
                <a:lnTo>
                  <a:pt x="707744" y="84929"/>
                </a:lnTo>
                <a:lnTo>
                  <a:pt x="707744" y="113239"/>
                </a:lnTo>
                <a:lnTo>
                  <a:pt x="679434" y="113239"/>
                </a:lnTo>
                <a:close/>
                <a:moveTo>
                  <a:pt x="0" y="113239"/>
                </a:moveTo>
                <a:lnTo>
                  <a:pt x="28310" y="113239"/>
                </a:lnTo>
                <a:lnTo>
                  <a:pt x="28310" y="141549"/>
                </a:lnTo>
                <a:lnTo>
                  <a:pt x="0" y="141549"/>
                </a:lnTo>
                <a:close/>
                <a:moveTo>
                  <a:pt x="56620" y="113239"/>
                </a:moveTo>
                <a:lnTo>
                  <a:pt x="141549" y="113239"/>
                </a:lnTo>
                <a:lnTo>
                  <a:pt x="141549" y="141549"/>
                </a:lnTo>
                <a:lnTo>
                  <a:pt x="56620" y="141549"/>
                </a:lnTo>
                <a:close/>
                <a:moveTo>
                  <a:pt x="169859" y="113239"/>
                </a:moveTo>
                <a:lnTo>
                  <a:pt x="198168" y="113239"/>
                </a:lnTo>
                <a:lnTo>
                  <a:pt x="198168" y="141549"/>
                </a:lnTo>
                <a:lnTo>
                  <a:pt x="169859" y="141549"/>
                </a:lnTo>
                <a:close/>
                <a:moveTo>
                  <a:pt x="226478" y="113239"/>
                </a:moveTo>
                <a:lnTo>
                  <a:pt x="254788" y="113239"/>
                </a:lnTo>
                <a:lnTo>
                  <a:pt x="254788" y="141549"/>
                </a:lnTo>
                <a:lnTo>
                  <a:pt x="226478" y="141549"/>
                </a:lnTo>
                <a:close/>
                <a:moveTo>
                  <a:pt x="311407" y="113239"/>
                </a:moveTo>
                <a:lnTo>
                  <a:pt x="368027" y="113239"/>
                </a:lnTo>
                <a:lnTo>
                  <a:pt x="368027" y="141549"/>
                </a:lnTo>
                <a:lnTo>
                  <a:pt x="311407" y="141549"/>
                </a:lnTo>
                <a:close/>
                <a:moveTo>
                  <a:pt x="509576" y="113239"/>
                </a:moveTo>
                <a:lnTo>
                  <a:pt x="537885" y="113239"/>
                </a:lnTo>
                <a:lnTo>
                  <a:pt x="537885" y="141549"/>
                </a:lnTo>
                <a:lnTo>
                  <a:pt x="509576" y="141549"/>
                </a:lnTo>
                <a:close/>
                <a:moveTo>
                  <a:pt x="566195" y="113239"/>
                </a:moveTo>
                <a:lnTo>
                  <a:pt x="651124" y="113239"/>
                </a:lnTo>
                <a:lnTo>
                  <a:pt x="651124" y="141549"/>
                </a:lnTo>
                <a:lnTo>
                  <a:pt x="566195" y="141549"/>
                </a:lnTo>
                <a:close/>
                <a:moveTo>
                  <a:pt x="679434" y="113239"/>
                </a:moveTo>
                <a:lnTo>
                  <a:pt x="707744" y="113239"/>
                </a:lnTo>
                <a:lnTo>
                  <a:pt x="707744" y="141549"/>
                </a:lnTo>
                <a:lnTo>
                  <a:pt x="679434" y="141549"/>
                </a:lnTo>
                <a:close/>
                <a:moveTo>
                  <a:pt x="0" y="141549"/>
                </a:moveTo>
                <a:lnTo>
                  <a:pt x="28310" y="141549"/>
                </a:lnTo>
                <a:lnTo>
                  <a:pt x="28310" y="169859"/>
                </a:lnTo>
                <a:lnTo>
                  <a:pt x="0" y="169859"/>
                </a:lnTo>
                <a:close/>
                <a:moveTo>
                  <a:pt x="169859" y="141549"/>
                </a:moveTo>
                <a:lnTo>
                  <a:pt x="198168" y="141549"/>
                </a:lnTo>
                <a:lnTo>
                  <a:pt x="198168" y="169859"/>
                </a:lnTo>
                <a:lnTo>
                  <a:pt x="169859" y="169859"/>
                </a:lnTo>
                <a:close/>
                <a:moveTo>
                  <a:pt x="226478" y="141549"/>
                </a:moveTo>
                <a:lnTo>
                  <a:pt x="311407" y="141549"/>
                </a:lnTo>
                <a:lnTo>
                  <a:pt x="311407" y="169859"/>
                </a:lnTo>
                <a:lnTo>
                  <a:pt x="226478" y="169859"/>
                </a:lnTo>
                <a:close/>
                <a:moveTo>
                  <a:pt x="424646" y="141549"/>
                </a:moveTo>
                <a:lnTo>
                  <a:pt x="452956" y="141549"/>
                </a:lnTo>
                <a:lnTo>
                  <a:pt x="452956" y="169859"/>
                </a:lnTo>
                <a:lnTo>
                  <a:pt x="424646" y="169859"/>
                </a:lnTo>
                <a:close/>
                <a:moveTo>
                  <a:pt x="509576" y="141549"/>
                </a:moveTo>
                <a:lnTo>
                  <a:pt x="537885" y="141549"/>
                </a:lnTo>
                <a:lnTo>
                  <a:pt x="537885" y="169859"/>
                </a:lnTo>
                <a:lnTo>
                  <a:pt x="509576" y="169859"/>
                </a:lnTo>
                <a:close/>
                <a:moveTo>
                  <a:pt x="679434" y="141549"/>
                </a:moveTo>
                <a:lnTo>
                  <a:pt x="707744" y="141549"/>
                </a:lnTo>
                <a:lnTo>
                  <a:pt x="707744" y="169859"/>
                </a:lnTo>
                <a:lnTo>
                  <a:pt x="679434" y="169859"/>
                </a:lnTo>
                <a:close/>
                <a:moveTo>
                  <a:pt x="0" y="169859"/>
                </a:moveTo>
                <a:lnTo>
                  <a:pt x="198168" y="169859"/>
                </a:lnTo>
                <a:lnTo>
                  <a:pt x="198168" y="198168"/>
                </a:lnTo>
                <a:lnTo>
                  <a:pt x="0" y="198168"/>
                </a:lnTo>
                <a:close/>
                <a:moveTo>
                  <a:pt x="226478" y="169859"/>
                </a:moveTo>
                <a:lnTo>
                  <a:pt x="254788" y="169859"/>
                </a:lnTo>
                <a:lnTo>
                  <a:pt x="254788" y="198168"/>
                </a:lnTo>
                <a:lnTo>
                  <a:pt x="226478" y="198168"/>
                </a:lnTo>
                <a:close/>
                <a:moveTo>
                  <a:pt x="283098" y="169859"/>
                </a:moveTo>
                <a:lnTo>
                  <a:pt x="311407" y="169859"/>
                </a:lnTo>
                <a:lnTo>
                  <a:pt x="311407" y="198168"/>
                </a:lnTo>
                <a:lnTo>
                  <a:pt x="283098" y="198168"/>
                </a:lnTo>
                <a:close/>
                <a:moveTo>
                  <a:pt x="339717" y="169859"/>
                </a:moveTo>
                <a:lnTo>
                  <a:pt x="368027" y="169859"/>
                </a:lnTo>
                <a:lnTo>
                  <a:pt x="368027" y="198168"/>
                </a:lnTo>
                <a:lnTo>
                  <a:pt x="339717" y="198168"/>
                </a:lnTo>
                <a:close/>
                <a:moveTo>
                  <a:pt x="396337" y="169859"/>
                </a:moveTo>
                <a:lnTo>
                  <a:pt x="424646" y="169859"/>
                </a:lnTo>
                <a:lnTo>
                  <a:pt x="424646" y="198168"/>
                </a:lnTo>
                <a:lnTo>
                  <a:pt x="396337" y="198168"/>
                </a:lnTo>
                <a:close/>
                <a:moveTo>
                  <a:pt x="452956" y="169859"/>
                </a:moveTo>
                <a:lnTo>
                  <a:pt x="481266" y="169859"/>
                </a:lnTo>
                <a:lnTo>
                  <a:pt x="481266" y="198168"/>
                </a:lnTo>
                <a:lnTo>
                  <a:pt x="452956" y="198168"/>
                </a:lnTo>
                <a:close/>
                <a:moveTo>
                  <a:pt x="509576" y="169859"/>
                </a:moveTo>
                <a:lnTo>
                  <a:pt x="707744" y="169859"/>
                </a:lnTo>
                <a:lnTo>
                  <a:pt x="707744" y="198168"/>
                </a:lnTo>
                <a:lnTo>
                  <a:pt x="509576" y="198168"/>
                </a:lnTo>
                <a:close/>
                <a:moveTo>
                  <a:pt x="226478" y="198168"/>
                </a:moveTo>
                <a:lnTo>
                  <a:pt x="283098" y="198168"/>
                </a:lnTo>
                <a:lnTo>
                  <a:pt x="283098" y="226478"/>
                </a:lnTo>
                <a:lnTo>
                  <a:pt x="226478" y="226478"/>
                </a:lnTo>
                <a:close/>
                <a:moveTo>
                  <a:pt x="396337" y="198168"/>
                </a:moveTo>
                <a:lnTo>
                  <a:pt x="424646" y="198168"/>
                </a:lnTo>
                <a:lnTo>
                  <a:pt x="424646" y="226478"/>
                </a:lnTo>
                <a:lnTo>
                  <a:pt x="396337" y="226478"/>
                </a:lnTo>
                <a:close/>
                <a:moveTo>
                  <a:pt x="0" y="226478"/>
                </a:moveTo>
                <a:lnTo>
                  <a:pt x="28310" y="226478"/>
                </a:lnTo>
                <a:lnTo>
                  <a:pt x="28310" y="254788"/>
                </a:lnTo>
                <a:lnTo>
                  <a:pt x="0" y="254788"/>
                </a:lnTo>
                <a:close/>
                <a:moveTo>
                  <a:pt x="56620" y="226478"/>
                </a:moveTo>
                <a:lnTo>
                  <a:pt x="198168" y="226478"/>
                </a:lnTo>
                <a:lnTo>
                  <a:pt x="198168" y="254788"/>
                </a:lnTo>
                <a:lnTo>
                  <a:pt x="56620" y="254788"/>
                </a:lnTo>
                <a:close/>
                <a:moveTo>
                  <a:pt x="424646" y="226478"/>
                </a:moveTo>
                <a:lnTo>
                  <a:pt x="481266" y="226478"/>
                </a:lnTo>
                <a:lnTo>
                  <a:pt x="481266" y="254788"/>
                </a:lnTo>
                <a:lnTo>
                  <a:pt x="424646" y="254788"/>
                </a:lnTo>
                <a:close/>
                <a:moveTo>
                  <a:pt x="509576" y="226478"/>
                </a:moveTo>
                <a:lnTo>
                  <a:pt x="651124" y="226478"/>
                </a:lnTo>
                <a:lnTo>
                  <a:pt x="651124" y="254788"/>
                </a:lnTo>
                <a:lnTo>
                  <a:pt x="509576" y="254788"/>
                </a:lnTo>
                <a:close/>
                <a:moveTo>
                  <a:pt x="0" y="254788"/>
                </a:moveTo>
                <a:lnTo>
                  <a:pt x="28310" y="254788"/>
                </a:lnTo>
                <a:lnTo>
                  <a:pt x="28310" y="283098"/>
                </a:lnTo>
                <a:lnTo>
                  <a:pt x="0" y="283098"/>
                </a:lnTo>
                <a:close/>
                <a:moveTo>
                  <a:pt x="56620" y="254788"/>
                </a:moveTo>
                <a:lnTo>
                  <a:pt x="169859" y="254788"/>
                </a:lnTo>
                <a:lnTo>
                  <a:pt x="169859" y="283098"/>
                </a:lnTo>
                <a:lnTo>
                  <a:pt x="56620" y="283098"/>
                </a:lnTo>
                <a:close/>
                <a:moveTo>
                  <a:pt x="198168" y="254788"/>
                </a:moveTo>
                <a:lnTo>
                  <a:pt x="226478" y="254788"/>
                </a:lnTo>
                <a:lnTo>
                  <a:pt x="226478" y="283098"/>
                </a:lnTo>
                <a:lnTo>
                  <a:pt x="198168" y="283098"/>
                </a:lnTo>
                <a:close/>
                <a:moveTo>
                  <a:pt x="283098" y="254788"/>
                </a:moveTo>
                <a:lnTo>
                  <a:pt x="339717" y="254788"/>
                </a:lnTo>
                <a:lnTo>
                  <a:pt x="339717" y="283098"/>
                </a:lnTo>
                <a:lnTo>
                  <a:pt x="283098" y="283098"/>
                </a:lnTo>
                <a:close/>
                <a:moveTo>
                  <a:pt x="368027" y="254788"/>
                </a:moveTo>
                <a:lnTo>
                  <a:pt x="424646" y="254788"/>
                </a:lnTo>
                <a:lnTo>
                  <a:pt x="424646" y="283098"/>
                </a:lnTo>
                <a:lnTo>
                  <a:pt x="368027" y="283098"/>
                </a:lnTo>
                <a:close/>
                <a:moveTo>
                  <a:pt x="481266" y="254788"/>
                </a:moveTo>
                <a:lnTo>
                  <a:pt x="566195" y="254788"/>
                </a:lnTo>
                <a:lnTo>
                  <a:pt x="566195" y="283098"/>
                </a:lnTo>
                <a:lnTo>
                  <a:pt x="481266" y="283098"/>
                </a:lnTo>
                <a:close/>
                <a:moveTo>
                  <a:pt x="594505" y="254788"/>
                </a:moveTo>
                <a:lnTo>
                  <a:pt x="651124" y="254788"/>
                </a:lnTo>
                <a:lnTo>
                  <a:pt x="651124" y="283098"/>
                </a:lnTo>
                <a:lnTo>
                  <a:pt x="594505" y="283098"/>
                </a:lnTo>
                <a:close/>
                <a:moveTo>
                  <a:pt x="679434" y="254788"/>
                </a:moveTo>
                <a:lnTo>
                  <a:pt x="707744" y="254788"/>
                </a:lnTo>
                <a:lnTo>
                  <a:pt x="707744" y="283098"/>
                </a:lnTo>
                <a:lnTo>
                  <a:pt x="679434" y="283098"/>
                </a:lnTo>
                <a:close/>
                <a:moveTo>
                  <a:pt x="28310" y="283098"/>
                </a:moveTo>
                <a:lnTo>
                  <a:pt x="84929" y="283098"/>
                </a:lnTo>
                <a:lnTo>
                  <a:pt x="84929" y="311407"/>
                </a:lnTo>
                <a:lnTo>
                  <a:pt x="28310" y="311407"/>
                </a:lnTo>
                <a:close/>
                <a:moveTo>
                  <a:pt x="169859" y="283098"/>
                </a:moveTo>
                <a:lnTo>
                  <a:pt x="198168" y="283098"/>
                </a:lnTo>
                <a:lnTo>
                  <a:pt x="198168" y="311407"/>
                </a:lnTo>
                <a:lnTo>
                  <a:pt x="169859" y="311407"/>
                </a:lnTo>
                <a:close/>
                <a:moveTo>
                  <a:pt x="311407" y="283098"/>
                </a:moveTo>
                <a:lnTo>
                  <a:pt x="452956" y="283098"/>
                </a:lnTo>
                <a:lnTo>
                  <a:pt x="452956" y="311407"/>
                </a:lnTo>
                <a:lnTo>
                  <a:pt x="311407" y="311407"/>
                </a:lnTo>
                <a:close/>
                <a:moveTo>
                  <a:pt x="481266" y="283098"/>
                </a:moveTo>
                <a:lnTo>
                  <a:pt x="566195" y="283098"/>
                </a:lnTo>
                <a:lnTo>
                  <a:pt x="566195" y="311407"/>
                </a:lnTo>
                <a:lnTo>
                  <a:pt x="481266" y="311407"/>
                </a:lnTo>
                <a:close/>
                <a:moveTo>
                  <a:pt x="651124" y="283098"/>
                </a:moveTo>
                <a:lnTo>
                  <a:pt x="707744" y="283098"/>
                </a:lnTo>
                <a:lnTo>
                  <a:pt x="707744" y="311407"/>
                </a:lnTo>
                <a:lnTo>
                  <a:pt x="651124" y="311407"/>
                </a:lnTo>
                <a:close/>
                <a:moveTo>
                  <a:pt x="0" y="311407"/>
                </a:moveTo>
                <a:lnTo>
                  <a:pt x="84929" y="311407"/>
                </a:lnTo>
                <a:lnTo>
                  <a:pt x="84929" y="339717"/>
                </a:lnTo>
                <a:lnTo>
                  <a:pt x="0" y="339717"/>
                </a:lnTo>
                <a:close/>
                <a:moveTo>
                  <a:pt x="141549" y="311407"/>
                </a:moveTo>
                <a:lnTo>
                  <a:pt x="169859" y="311407"/>
                </a:lnTo>
                <a:lnTo>
                  <a:pt x="169859" y="339717"/>
                </a:lnTo>
                <a:lnTo>
                  <a:pt x="141549" y="339717"/>
                </a:lnTo>
                <a:close/>
                <a:moveTo>
                  <a:pt x="254788" y="311407"/>
                </a:moveTo>
                <a:lnTo>
                  <a:pt x="396337" y="311407"/>
                </a:lnTo>
                <a:lnTo>
                  <a:pt x="396337" y="339717"/>
                </a:lnTo>
                <a:lnTo>
                  <a:pt x="254788" y="339717"/>
                </a:lnTo>
                <a:close/>
                <a:moveTo>
                  <a:pt x="481266" y="311407"/>
                </a:moveTo>
                <a:lnTo>
                  <a:pt x="509576" y="311407"/>
                </a:lnTo>
                <a:lnTo>
                  <a:pt x="509576" y="339717"/>
                </a:lnTo>
                <a:lnTo>
                  <a:pt x="481266" y="339717"/>
                </a:lnTo>
                <a:close/>
                <a:moveTo>
                  <a:pt x="537885" y="311407"/>
                </a:moveTo>
                <a:lnTo>
                  <a:pt x="566195" y="311407"/>
                </a:lnTo>
                <a:lnTo>
                  <a:pt x="566195" y="339717"/>
                </a:lnTo>
                <a:lnTo>
                  <a:pt x="537885" y="339717"/>
                </a:lnTo>
                <a:close/>
                <a:moveTo>
                  <a:pt x="651124" y="311407"/>
                </a:moveTo>
                <a:lnTo>
                  <a:pt x="707744" y="311407"/>
                </a:lnTo>
                <a:lnTo>
                  <a:pt x="707744" y="339717"/>
                </a:lnTo>
                <a:lnTo>
                  <a:pt x="651124" y="339717"/>
                </a:lnTo>
                <a:close/>
                <a:moveTo>
                  <a:pt x="56620" y="339717"/>
                </a:moveTo>
                <a:lnTo>
                  <a:pt x="198168" y="339717"/>
                </a:lnTo>
                <a:lnTo>
                  <a:pt x="198168" y="368027"/>
                </a:lnTo>
                <a:lnTo>
                  <a:pt x="56620" y="368027"/>
                </a:lnTo>
                <a:close/>
                <a:moveTo>
                  <a:pt x="254788" y="339717"/>
                </a:moveTo>
                <a:lnTo>
                  <a:pt x="311407" y="339717"/>
                </a:lnTo>
                <a:lnTo>
                  <a:pt x="311407" y="368027"/>
                </a:lnTo>
                <a:lnTo>
                  <a:pt x="254788" y="368027"/>
                </a:lnTo>
                <a:close/>
                <a:moveTo>
                  <a:pt x="339717" y="339717"/>
                </a:moveTo>
                <a:lnTo>
                  <a:pt x="368027" y="339717"/>
                </a:lnTo>
                <a:lnTo>
                  <a:pt x="368027" y="368027"/>
                </a:lnTo>
                <a:lnTo>
                  <a:pt x="339717" y="368027"/>
                </a:lnTo>
                <a:close/>
                <a:moveTo>
                  <a:pt x="396337" y="339717"/>
                </a:moveTo>
                <a:lnTo>
                  <a:pt x="537885" y="339717"/>
                </a:lnTo>
                <a:lnTo>
                  <a:pt x="537885" y="368027"/>
                </a:lnTo>
                <a:lnTo>
                  <a:pt x="396337" y="368027"/>
                </a:lnTo>
                <a:close/>
                <a:moveTo>
                  <a:pt x="651124" y="339717"/>
                </a:moveTo>
                <a:lnTo>
                  <a:pt x="679434" y="339717"/>
                </a:lnTo>
                <a:lnTo>
                  <a:pt x="679434" y="368027"/>
                </a:lnTo>
                <a:lnTo>
                  <a:pt x="651124" y="368027"/>
                </a:lnTo>
                <a:close/>
                <a:moveTo>
                  <a:pt x="0" y="368027"/>
                </a:moveTo>
                <a:lnTo>
                  <a:pt x="56620" y="368027"/>
                </a:lnTo>
                <a:lnTo>
                  <a:pt x="56620" y="396337"/>
                </a:lnTo>
                <a:lnTo>
                  <a:pt x="0" y="396337"/>
                </a:lnTo>
                <a:close/>
                <a:moveTo>
                  <a:pt x="113239" y="368027"/>
                </a:moveTo>
                <a:lnTo>
                  <a:pt x="169859" y="368027"/>
                </a:lnTo>
                <a:lnTo>
                  <a:pt x="169859" y="396337"/>
                </a:lnTo>
                <a:lnTo>
                  <a:pt x="113239" y="396337"/>
                </a:lnTo>
                <a:close/>
                <a:moveTo>
                  <a:pt x="226478" y="368027"/>
                </a:moveTo>
                <a:lnTo>
                  <a:pt x="254788" y="368027"/>
                </a:lnTo>
                <a:lnTo>
                  <a:pt x="254788" y="396337"/>
                </a:lnTo>
                <a:lnTo>
                  <a:pt x="226478" y="396337"/>
                </a:lnTo>
                <a:close/>
                <a:moveTo>
                  <a:pt x="283098" y="368027"/>
                </a:moveTo>
                <a:lnTo>
                  <a:pt x="311407" y="368027"/>
                </a:lnTo>
                <a:lnTo>
                  <a:pt x="311407" y="396337"/>
                </a:lnTo>
                <a:lnTo>
                  <a:pt x="283098" y="396337"/>
                </a:lnTo>
                <a:close/>
                <a:moveTo>
                  <a:pt x="509576" y="368027"/>
                </a:moveTo>
                <a:lnTo>
                  <a:pt x="566195" y="368027"/>
                </a:lnTo>
                <a:lnTo>
                  <a:pt x="566195" y="396337"/>
                </a:lnTo>
                <a:lnTo>
                  <a:pt x="509576" y="396337"/>
                </a:lnTo>
                <a:close/>
                <a:moveTo>
                  <a:pt x="594505" y="368027"/>
                </a:moveTo>
                <a:lnTo>
                  <a:pt x="651124" y="368027"/>
                </a:lnTo>
                <a:lnTo>
                  <a:pt x="651124" y="396337"/>
                </a:lnTo>
                <a:lnTo>
                  <a:pt x="594505" y="396337"/>
                </a:lnTo>
                <a:close/>
                <a:moveTo>
                  <a:pt x="679434" y="368027"/>
                </a:moveTo>
                <a:lnTo>
                  <a:pt x="707744" y="368027"/>
                </a:lnTo>
                <a:lnTo>
                  <a:pt x="707744" y="396337"/>
                </a:lnTo>
                <a:lnTo>
                  <a:pt x="679434" y="396337"/>
                </a:lnTo>
                <a:close/>
                <a:moveTo>
                  <a:pt x="0" y="396337"/>
                </a:moveTo>
                <a:lnTo>
                  <a:pt x="28310" y="396337"/>
                </a:lnTo>
                <a:lnTo>
                  <a:pt x="28310" y="424646"/>
                </a:lnTo>
                <a:lnTo>
                  <a:pt x="0" y="424646"/>
                </a:lnTo>
                <a:close/>
                <a:moveTo>
                  <a:pt x="84929" y="396337"/>
                </a:moveTo>
                <a:lnTo>
                  <a:pt x="141549" y="396337"/>
                </a:lnTo>
                <a:lnTo>
                  <a:pt x="141549" y="424646"/>
                </a:lnTo>
                <a:lnTo>
                  <a:pt x="84929" y="424646"/>
                </a:lnTo>
                <a:close/>
                <a:moveTo>
                  <a:pt x="169859" y="396337"/>
                </a:moveTo>
                <a:lnTo>
                  <a:pt x="226478" y="396337"/>
                </a:lnTo>
                <a:lnTo>
                  <a:pt x="226478" y="424646"/>
                </a:lnTo>
                <a:lnTo>
                  <a:pt x="169859" y="424646"/>
                </a:lnTo>
                <a:close/>
                <a:moveTo>
                  <a:pt x="254788" y="396337"/>
                </a:moveTo>
                <a:lnTo>
                  <a:pt x="368027" y="396337"/>
                </a:lnTo>
                <a:lnTo>
                  <a:pt x="368027" y="424646"/>
                </a:lnTo>
                <a:lnTo>
                  <a:pt x="254788" y="424646"/>
                </a:lnTo>
                <a:close/>
                <a:moveTo>
                  <a:pt x="424646" y="396337"/>
                </a:moveTo>
                <a:lnTo>
                  <a:pt x="452956" y="396337"/>
                </a:lnTo>
                <a:lnTo>
                  <a:pt x="452956" y="424646"/>
                </a:lnTo>
                <a:lnTo>
                  <a:pt x="424646" y="424646"/>
                </a:lnTo>
                <a:close/>
                <a:moveTo>
                  <a:pt x="481266" y="396337"/>
                </a:moveTo>
                <a:lnTo>
                  <a:pt x="509576" y="396337"/>
                </a:lnTo>
                <a:lnTo>
                  <a:pt x="509576" y="424646"/>
                </a:lnTo>
                <a:lnTo>
                  <a:pt x="481266" y="424646"/>
                </a:lnTo>
                <a:close/>
                <a:moveTo>
                  <a:pt x="537885" y="396337"/>
                </a:moveTo>
                <a:lnTo>
                  <a:pt x="566195" y="396337"/>
                </a:lnTo>
                <a:lnTo>
                  <a:pt x="566195" y="424646"/>
                </a:lnTo>
                <a:lnTo>
                  <a:pt x="537885" y="424646"/>
                </a:lnTo>
                <a:close/>
                <a:moveTo>
                  <a:pt x="594505" y="396337"/>
                </a:moveTo>
                <a:lnTo>
                  <a:pt x="622815" y="396337"/>
                </a:lnTo>
                <a:lnTo>
                  <a:pt x="622815" y="424646"/>
                </a:lnTo>
                <a:lnTo>
                  <a:pt x="594505" y="424646"/>
                </a:lnTo>
                <a:close/>
                <a:moveTo>
                  <a:pt x="651124" y="396337"/>
                </a:moveTo>
                <a:lnTo>
                  <a:pt x="707744" y="396337"/>
                </a:lnTo>
                <a:lnTo>
                  <a:pt x="707744" y="424646"/>
                </a:lnTo>
                <a:lnTo>
                  <a:pt x="651124" y="424646"/>
                </a:lnTo>
                <a:close/>
                <a:moveTo>
                  <a:pt x="0" y="424646"/>
                </a:moveTo>
                <a:lnTo>
                  <a:pt x="28310" y="424646"/>
                </a:lnTo>
                <a:lnTo>
                  <a:pt x="28310" y="452956"/>
                </a:lnTo>
                <a:lnTo>
                  <a:pt x="0" y="452956"/>
                </a:lnTo>
                <a:close/>
                <a:moveTo>
                  <a:pt x="56620" y="424646"/>
                </a:moveTo>
                <a:lnTo>
                  <a:pt x="113239" y="424646"/>
                </a:lnTo>
                <a:lnTo>
                  <a:pt x="113239" y="452956"/>
                </a:lnTo>
                <a:lnTo>
                  <a:pt x="56620" y="452956"/>
                </a:lnTo>
                <a:close/>
                <a:moveTo>
                  <a:pt x="226478" y="424646"/>
                </a:moveTo>
                <a:lnTo>
                  <a:pt x="339717" y="424646"/>
                </a:lnTo>
                <a:lnTo>
                  <a:pt x="339717" y="452956"/>
                </a:lnTo>
                <a:lnTo>
                  <a:pt x="226478" y="452956"/>
                </a:lnTo>
                <a:close/>
                <a:moveTo>
                  <a:pt x="396337" y="424646"/>
                </a:moveTo>
                <a:lnTo>
                  <a:pt x="452956" y="424646"/>
                </a:lnTo>
                <a:lnTo>
                  <a:pt x="452956" y="452956"/>
                </a:lnTo>
                <a:lnTo>
                  <a:pt x="396337" y="452956"/>
                </a:lnTo>
                <a:close/>
                <a:moveTo>
                  <a:pt x="481266" y="424646"/>
                </a:moveTo>
                <a:lnTo>
                  <a:pt x="509576" y="424646"/>
                </a:lnTo>
                <a:lnTo>
                  <a:pt x="509576" y="452956"/>
                </a:lnTo>
                <a:lnTo>
                  <a:pt x="481266" y="452956"/>
                </a:lnTo>
                <a:close/>
                <a:moveTo>
                  <a:pt x="0" y="452956"/>
                </a:moveTo>
                <a:lnTo>
                  <a:pt x="28310" y="452956"/>
                </a:lnTo>
                <a:lnTo>
                  <a:pt x="28310" y="481266"/>
                </a:lnTo>
                <a:lnTo>
                  <a:pt x="0" y="481266"/>
                </a:lnTo>
                <a:close/>
                <a:moveTo>
                  <a:pt x="113239" y="452956"/>
                </a:moveTo>
                <a:lnTo>
                  <a:pt x="141549" y="452956"/>
                </a:lnTo>
                <a:lnTo>
                  <a:pt x="141549" y="481266"/>
                </a:lnTo>
                <a:lnTo>
                  <a:pt x="113239" y="481266"/>
                </a:lnTo>
                <a:close/>
                <a:moveTo>
                  <a:pt x="169859" y="452956"/>
                </a:moveTo>
                <a:lnTo>
                  <a:pt x="198168" y="452956"/>
                </a:lnTo>
                <a:lnTo>
                  <a:pt x="198168" y="481266"/>
                </a:lnTo>
                <a:lnTo>
                  <a:pt x="169859" y="481266"/>
                </a:lnTo>
                <a:close/>
                <a:moveTo>
                  <a:pt x="226478" y="452956"/>
                </a:moveTo>
                <a:lnTo>
                  <a:pt x="339717" y="452956"/>
                </a:lnTo>
                <a:lnTo>
                  <a:pt x="339717" y="481266"/>
                </a:lnTo>
                <a:lnTo>
                  <a:pt x="226478" y="481266"/>
                </a:lnTo>
                <a:close/>
                <a:moveTo>
                  <a:pt x="424646" y="452956"/>
                </a:moveTo>
                <a:lnTo>
                  <a:pt x="594505" y="452956"/>
                </a:lnTo>
                <a:lnTo>
                  <a:pt x="594505" y="481266"/>
                </a:lnTo>
                <a:lnTo>
                  <a:pt x="424646" y="481266"/>
                </a:lnTo>
                <a:close/>
                <a:moveTo>
                  <a:pt x="651124" y="452956"/>
                </a:moveTo>
                <a:lnTo>
                  <a:pt x="679434" y="452956"/>
                </a:lnTo>
                <a:lnTo>
                  <a:pt x="679434" y="481266"/>
                </a:lnTo>
                <a:lnTo>
                  <a:pt x="651124" y="481266"/>
                </a:lnTo>
                <a:close/>
                <a:moveTo>
                  <a:pt x="226478" y="481266"/>
                </a:moveTo>
                <a:lnTo>
                  <a:pt x="254788" y="481266"/>
                </a:lnTo>
                <a:lnTo>
                  <a:pt x="254788" y="509576"/>
                </a:lnTo>
                <a:lnTo>
                  <a:pt x="226478" y="509576"/>
                </a:lnTo>
                <a:close/>
                <a:moveTo>
                  <a:pt x="283098" y="481266"/>
                </a:moveTo>
                <a:lnTo>
                  <a:pt x="311407" y="481266"/>
                </a:lnTo>
                <a:lnTo>
                  <a:pt x="311407" y="509576"/>
                </a:lnTo>
                <a:lnTo>
                  <a:pt x="283098" y="509576"/>
                </a:lnTo>
                <a:close/>
                <a:moveTo>
                  <a:pt x="339717" y="481266"/>
                </a:moveTo>
                <a:lnTo>
                  <a:pt x="424646" y="481266"/>
                </a:lnTo>
                <a:lnTo>
                  <a:pt x="424646" y="509576"/>
                </a:lnTo>
                <a:lnTo>
                  <a:pt x="339717" y="509576"/>
                </a:lnTo>
                <a:close/>
                <a:moveTo>
                  <a:pt x="452956" y="481266"/>
                </a:moveTo>
                <a:lnTo>
                  <a:pt x="481266" y="481266"/>
                </a:lnTo>
                <a:lnTo>
                  <a:pt x="481266" y="509576"/>
                </a:lnTo>
                <a:lnTo>
                  <a:pt x="452956" y="509576"/>
                </a:lnTo>
                <a:close/>
                <a:moveTo>
                  <a:pt x="566195" y="481266"/>
                </a:moveTo>
                <a:lnTo>
                  <a:pt x="651124" y="481266"/>
                </a:lnTo>
                <a:lnTo>
                  <a:pt x="651124" y="509576"/>
                </a:lnTo>
                <a:lnTo>
                  <a:pt x="566195" y="509576"/>
                </a:lnTo>
                <a:close/>
                <a:moveTo>
                  <a:pt x="679434" y="481266"/>
                </a:moveTo>
                <a:lnTo>
                  <a:pt x="707744" y="481266"/>
                </a:lnTo>
                <a:lnTo>
                  <a:pt x="707744" y="509576"/>
                </a:lnTo>
                <a:lnTo>
                  <a:pt x="679434" y="509576"/>
                </a:lnTo>
                <a:close/>
                <a:moveTo>
                  <a:pt x="0" y="509576"/>
                </a:moveTo>
                <a:lnTo>
                  <a:pt x="198168" y="509576"/>
                </a:lnTo>
                <a:lnTo>
                  <a:pt x="198168" y="537885"/>
                </a:lnTo>
                <a:lnTo>
                  <a:pt x="0" y="537885"/>
                </a:lnTo>
                <a:close/>
                <a:moveTo>
                  <a:pt x="368027" y="509576"/>
                </a:moveTo>
                <a:lnTo>
                  <a:pt x="424646" y="509576"/>
                </a:lnTo>
                <a:lnTo>
                  <a:pt x="424646" y="537885"/>
                </a:lnTo>
                <a:lnTo>
                  <a:pt x="368027" y="537885"/>
                </a:lnTo>
                <a:close/>
                <a:moveTo>
                  <a:pt x="452956" y="509576"/>
                </a:moveTo>
                <a:lnTo>
                  <a:pt x="481266" y="509576"/>
                </a:lnTo>
                <a:lnTo>
                  <a:pt x="481266" y="537885"/>
                </a:lnTo>
                <a:lnTo>
                  <a:pt x="452956" y="537885"/>
                </a:lnTo>
                <a:close/>
                <a:moveTo>
                  <a:pt x="509576" y="509576"/>
                </a:moveTo>
                <a:lnTo>
                  <a:pt x="537885" y="509576"/>
                </a:lnTo>
                <a:lnTo>
                  <a:pt x="537885" y="537885"/>
                </a:lnTo>
                <a:lnTo>
                  <a:pt x="509576" y="537885"/>
                </a:lnTo>
                <a:close/>
                <a:moveTo>
                  <a:pt x="566195" y="509576"/>
                </a:moveTo>
                <a:lnTo>
                  <a:pt x="622815" y="509576"/>
                </a:lnTo>
                <a:lnTo>
                  <a:pt x="622815" y="537885"/>
                </a:lnTo>
                <a:lnTo>
                  <a:pt x="566195" y="537885"/>
                </a:lnTo>
                <a:close/>
                <a:moveTo>
                  <a:pt x="651124" y="509576"/>
                </a:moveTo>
                <a:lnTo>
                  <a:pt x="707744" y="509576"/>
                </a:lnTo>
                <a:lnTo>
                  <a:pt x="707744" y="537885"/>
                </a:lnTo>
                <a:lnTo>
                  <a:pt x="651124" y="537885"/>
                </a:lnTo>
                <a:close/>
                <a:moveTo>
                  <a:pt x="0" y="537885"/>
                </a:moveTo>
                <a:lnTo>
                  <a:pt x="28310" y="537885"/>
                </a:lnTo>
                <a:lnTo>
                  <a:pt x="28310" y="566195"/>
                </a:lnTo>
                <a:lnTo>
                  <a:pt x="0" y="566195"/>
                </a:lnTo>
                <a:close/>
                <a:moveTo>
                  <a:pt x="169859" y="537885"/>
                </a:moveTo>
                <a:lnTo>
                  <a:pt x="198168" y="537885"/>
                </a:lnTo>
                <a:lnTo>
                  <a:pt x="198168" y="566195"/>
                </a:lnTo>
                <a:lnTo>
                  <a:pt x="169859" y="566195"/>
                </a:lnTo>
                <a:close/>
                <a:moveTo>
                  <a:pt x="226478" y="537885"/>
                </a:moveTo>
                <a:lnTo>
                  <a:pt x="283098" y="537885"/>
                </a:lnTo>
                <a:lnTo>
                  <a:pt x="283098" y="566195"/>
                </a:lnTo>
                <a:lnTo>
                  <a:pt x="226478" y="566195"/>
                </a:lnTo>
                <a:close/>
                <a:moveTo>
                  <a:pt x="339717" y="537885"/>
                </a:moveTo>
                <a:lnTo>
                  <a:pt x="396337" y="537885"/>
                </a:lnTo>
                <a:lnTo>
                  <a:pt x="396337" y="566195"/>
                </a:lnTo>
                <a:lnTo>
                  <a:pt x="339717" y="566195"/>
                </a:lnTo>
                <a:close/>
                <a:moveTo>
                  <a:pt x="424646" y="537885"/>
                </a:moveTo>
                <a:lnTo>
                  <a:pt x="481266" y="537885"/>
                </a:lnTo>
                <a:lnTo>
                  <a:pt x="481266" y="566195"/>
                </a:lnTo>
                <a:lnTo>
                  <a:pt x="424646" y="566195"/>
                </a:lnTo>
                <a:close/>
                <a:moveTo>
                  <a:pt x="566195" y="537885"/>
                </a:moveTo>
                <a:lnTo>
                  <a:pt x="622815" y="537885"/>
                </a:lnTo>
                <a:lnTo>
                  <a:pt x="622815" y="566195"/>
                </a:lnTo>
                <a:lnTo>
                  <a:pt x="566195" y="566195"/>
                </a:lnTo>
                <a:close/>
                <a:moveTo>
                  <a:pt x="651124" y="537885"/>
                </a:moveTo>
                <a:lnTo>
                  <a:pt x="707744" y="537885"/>
                </a:lnTo>
                <a:lnTo>
                  <a:pt x="707744" y="566195"/>
                </a:lnTo>
                <a:lnTo>
                  <a:pt x="651124" y="566195"/>
                </a:lnTo>
                <a:close/>
                <a:moveTo>
                  <a:pt x="0" y="566195"/>
                </a:moveTo>
                <a:lnTo>
                  <a:pt x="28310" y="566195"/>
                </a:lnTo>
                <a:lnTo>
                  <a:pt x="28310" y="594505"/>
                </a:lnTo>
                <a:lnTo>
                  <a:pt x="0" y="594505"/>
                </a:lnTo>
                <a:close/>
                <a:moveTo>
                  <a:pt x="56620" y="566195"/>
                </a:moveTo>
                <a:lnTo>
                  <a:pt x="141549" y="566195"/>
                </a:lnTo>
                <a:lnTo>
                  <a:pt x="141549" y="594505"/>
                </a:lnTo>
                <a:lnTo>
                  <a:pt x="56620" y="594505"/>
                </a:lnTo>
                <a:close/>
                <a:moveTo>
                  <a:pt x="169859" y="566195"/>
                </a:moveTo>
                <a:lnTo>
                  <a:pt x="198168" y="566195"/>
                </a:lnTo>
                <a:lnTo>
                  <a:pt x="198168" y="594505"/>
                </a:lnTo>
                <a:lnTo>
                  <a:pt x="169859" y="594505"/>
                </a:lnTo>
                <a:close/>
                <a:moveTo>
                  <a:pt x="226478" y="566195"/>
                </a:moveTo>
                <a:lnTo>
                  <a:pt x="311407" y="566195"/>
                </a:lnTo>
                <a:lnTo>
                  <a:pt x="311407" y="594505"/>
                </a:lnTo>
                <a:lnTo>
                  <a:pt x="226478" y="594505"/>
                </a:lnTo>
                <a:close/>
                <a:moveTo>
                  <a:pt x="339717" y="566195"/>
                </a:moveTo>
                <a:lnTo>
                  <a:pt x="368027" y="566195"/>
                </a:lnTo>
                <a:lnTo>
                  <a:pt x="368027" y="594505"/>
                </a:lnTo>
                <a:lnTo>
                  <a:pt x="339717" y="594505"/>
                </a:lnTo>
                <a:close/>
                <a:moveTo>
                  <a:pt x="396337" y="566195"/>
                </a:moveTo>
                <a:lnTo>
                  <a:pt x="651124" y="566195"/>
                </a:lnTo>
                <a:lnTo>
                  <a:pt x="651124" y="594505"/>
                </a:lnTo>
                <a:lnTo>
                  <a:pt x="396337" y="594505"/>
                </a:lnTo>
                <a:close/>
                <a:moveTo>
                  <a:pt x="679434" y="566195"/>
                </a:moveTo>
                <a:lnTo>
                  <a:pt x="707744" y="566195"/>
                </a:lnTo>
                <a:lnTo>
                  <a:pt x="707744" y="594505"/>
                </a:lnTo>
                <a:lnTo>
                  <a:pt x="679434" y="594505"/>
                </a:lnTo>
                <a:close/>
                <a:moveTo>
                  <a:pt x="0" y="594505"/>
                </a:moveTo>
                <a:lnTo>
                  <a:pt x="28310" y="594505"/>
                </a:lnTo>
                <a:lnTo>
                  <a:pt x="28310" y="622815"/>
                </a:lnTo>
                <a:lnTo>
                  <a:pt x="0" y="622815"/>
                </a:lnTo>
                <a:close/>
                <a:moveTo>
                  <a:pt x="56620" y="594505"/>
                </a:moveTo>
                <a:lnTo>
                  <a:pt x="141549" y="594505"/>
                </a:lnTo>
                <a:lnTo>
                  <a:pt x="141549" y="622815"/>
                </a:lnTo>
                <a:lnTo>
                  <a:pt x="56620" y="622815"/>
                </a:lnTo>
                <a:close/>
                <a:moveTo>
                  <a:pt x="169859" y="594505"/>
                </a:moveTo>
                <a:lnTo>
                  <a:pt x="198168" y="594505"/>
                </a:lnTo>
                <a:lnTo>
                  <a:pt x="198168" y="622815"/>
                </a:lnTo>
                <a:lnTo>
                  <a:pt x="169859" y="622815"/>
                </a:lnTo>
                <a:close/>
                <a:moveTo>
                  <a:pt x="226478" y="594505"/>
                </a:moveTo>
                <a:lnTo>
                  <a:pt x="283098" y="594505"/>
                </a:lnTo>
                <a:lnTo>
                  <a:pt x="283098" y="622815"/>
                </a:lnTo>
                <a:lnTo>
                  <a:pt x="226478" y="622815"/>
                </a:lnTo>
                <a:close/>
                <a:moveTo>
                  <a:pt x="424646" y="594505"/>
                </a:moveTo>
                <a:lnTo>
                  <a:pt x="452956" y="594505"/>
                </a:lnTo>
                <a:lnTo>
                  <a:pt x="452956" y="622815"/>
                </a:lnTo>
                <a:lnTo>
                  <a:pt x="424646" y="622815"/>
                </a:lnTo>
                <a:close/>
                <a:moveTo>
                  <a:pt x="481266" y="594505"/>
                </a:moveTo>
                <a:lnTo>
                  <a:pt x="537885" y="594505"/>
                </a:lnTo>
                <a:lnTo>
                  <a:pt x="537885" y="622815"/>
                </a:lnTo>
                <a:lnTo>
                  <a:pt x="481266" y="622815"/>
                </a:lnTo>
                <a:close/>
                <a:moveTo>
                  <a:pt x="594505" y="594505"/>
                </a:moveTo>
                <a:lnTo>
                  <a:pt x="622815" y="594505"/>
                </a:lnTo>
                <a:lnTo>
                  <a:pt x="622815" y="622815"/>
                </a:lnTo>
                <a:lnTo>
                  <a:pt x="594505" y="622815"/>
                </a:lnTo>
                <a:close/>
                <a:moveTo>
                  <a:pt x="651124" y="594505"/>
                </a:moveTo>
                <a:lnTo>
                  <a:pt x="707744" y="594505"/>
                </a:lnTo>
                <a:lnTo>
                  <a:pt x="707744" y="622815"/>
                </a:lnTo>
                <a:lnTo>
                  <a:pt x="651124" y="622815"/>
                </a:lnTo>
                <a:close/>
                <a:moveTo>
                  <a:pt x="0" y="622815"/>
                </a:moveTo>
                <a:lnTo>
                  <a:pt x="28310" y="622815"/>
                </a:lnTo>
                <a:lnTo>
                  <a:pt x="28310" y="651124"/>
                </a:lnTo>
                <a:lnTo>
                  <a:pt x="0" y="651124"/>
                </a:lnTo>
                <a:close/>
                <a:moveTo>
                  <a:pt x="56620" y="622815"/>
                </a:moveTo>
                <a:lnTo>
                  <a:pt x="141549" y="622815"/>
                </a:lnTo>
                <a:lnTo>
                  <a:pt x="141549" y="651124"/>
                </a:lnTo>
                <a:lnTo>
                  <a:pt x="56620" y="651124"/>
                </a:lnTo>
                <a:close/>
                <a:moveTo>
                  <a:pt x="169859" y="622815"/>
                </a:moveTo>
                <a:lnTo>
                  <a:pt x="198168" y="622815"/>
                </a:lnTo>
                <a:lnTo>
                  <a:pt x="198168" y="651124"/>
                </a:lnTo>
                <a:lnTo>
                  <a:pt x="169859" y="651124"/>
                </a:lnTo>
                <a:close/>
                <a:moveTo>
                  <a:pt x="226478" y="622815"/>
                </a:moveTo>
                <a:lnTo>
                  <a:pt x="368027" y="622815"/>
                </a:lnTo>
                <a:lnTo>
                  <a:pt x="368027" y="651124"/>
                </a:lnTo>
                <a:lnTo>
                  <a:pt x="226478" y="651124"/>
                </a:lnTo>
                <a:close/>
                <a:moveTo>
                  <a:pt x="424646" y="622815"/>
                </a:moveTo>
                <a:lnTo>
                  <a:pt x="452956" y="622815"/>
                </a:lnTo>
                <a:lnTo>
                  <a:pt x="452956" y="651124"/>
                </a:lnTo>
                <a:lnTo>
                  <a:pt x="424646" y="651124"/>
                </a:lnTo>
                <a:close/>
                <a:moveTo>
                  <a:pt x="509576" y="622815"/>
                </a:moveTo>
                <a:lnTo>
                  <a:pt x="566195" y="622815"/>
                </a:lnTo>
                <a:lnTo>
                  <a:pt x="566195" y="651124"/>
                </a:lnTo>
                <a:lnTo>
                  <a:pt x="509576" y="651124"/>
                </a:lnTo>
                <a:close/>
                <a:moveTo>
                  <a:pt x="594505" y="622815"/>
                </a:moveTo>
                <a:lnTo>
                  <a:pt x="622815" y="622815"/>
                </a:lnTo>
                <a:lnTo>
                  <a:pt x="622815" y="651124"/>
                </a:lnTo>
                <a:lnTo>
                  <a:pt x="594505" y="651124"/>
                </a:lnTo>
                <a:close/>
                <a:moveTo>
                  <a:pt x="679434" y="622815"/>
                </a:moveTo>
                <a:lnTo>
                  <a:pt x="707744" y="622815"/>
                </a:lnTo>
                <a:lnTo>
                  <a:pt x="707744" y="651124"/>
                </a:lnTo>
                <a:lnTo>
                  <a:pt x="679434" y="651124"/>
                </a:lnTo>
                <a:close/>
                <a:moveTo>
                  <a:pt x="0" y="651124"/>
                </a:moveTo>
                <a:lnTo>
                  <a:pt x="28310" y="651124"/>
                </a:lnTo>
                <a:lnTo>
                  <a:pt x="28310" y="679434"/>
                </a:lnTo>
                <a:lnTo>
                  <a:pt x="0" y="679434"/>
                </a:lnTo>
                <a:close/>
                <a:moveTo>
                  <a:pt x="169859" y="651124"/>
                </a:moveTo>
                <a:lnTo>
                  <a:pt x="198168" y="651124"/>
                </a:lnTo>
                <a:lnTo>
                  <a:pt x="198168" y="679434"/>
                </a:lnTo>
                <a:lnTo>
                  <a:pt x="169859" y="679434"/>
                </a:lnTo>
                <a:close/>
                <a:moveTo>
                  <a:pt x="254788" y="651124"/>
                </a:moveTo>
                <a:lnTo>
                  <a:pt x="283098" y="651124"/>
                </a:lnTo>
                <a:lnTo>
                  <a:pt x="283098" y="679434"/>
                </a:lnTo>
                <a:lnTo>
                  <a:pt x="254788" y="679434"/>
                </a:lnTo>
                <a:close/>
                <a:moveTo>
                  <a:pt x="311407" y="651124"/>
                </a:moveTo>
                <a:lnTo>
                  <a:pt x="339717" y="651124"/>
                </a:lnTo>
                <a:lnTo>
                  <a:pt x="339717" y="679434"/>
                </a:lnTo>
                <a:lnTo>
                  <a:pt x="311407" y="679434"/>
                </a:lnTo>
                <a:close/>
                <a:moveTo>
                  <a:pt x="396337" y="651124"/>
                </a:moveTo>
                <a:lnTo>
                  <a:pt x="509576" y="651124"/>
                </a:lnTo>
                <a:lnTo>
                  <a:pt x="509576" y="679434"/>
                </a:lnTo>
                <a:lnTo>
                  <a:pt x="396337" y="679434"/>
                </a:lnTo>
                <a:close/>
                <a:moveTo>
                  <a:pt x="679434" y="651124"/>
                </a:moveTo>
                <a:lnTo>
                  <a:pt x="707744" y="651124"/>
                </a:lnTo>
                <a:lnTo>
                  <a:pt x="707744" y="679434"/>
                </a:lnTo>
                <a:lnTo>
                  <a:pt x="679434" y="679434"/>
                </a:lnTo>
                <a:close/>
                <a:moveTo>
                  <a:pt x="0" y="679434"/>
                </a:moveTo>
                <a:lnTo>
                  <a:pt x="198168" y="679434"/>
                </a:lnTo>
                <a:lnTo>
                  <a:pt x="198168" y="707744"/>
                </a:lnTo>
                <a:lnTo>
                  <a:pt x="0" y="707744"/>
                </a:lnTo>
                <a:close/>
                <a:moveTo>
                  <a:pt x="226478" y="679434"/>
                </a:moveTo>
                <a:lnTo>
                  <a:pt x="283098" y="679434"/>
                </a:lnTo>
                <a:lnTo>
                  <a:pt x="283098" y="707744"/>
                </a:lnTo>
                <a:lnTo>
                  <a:pt x="226478" y="707744"/>
                </a:lnTo>
                <a:close/>
                <a:moveTo>
                  <a:pt x="311407" y="679434"/>
                </a:moveTo>
                <a:lnTo>
                  <a:pt x="339717" y="679434"/>
                </a:lnTo>
                <a:lnTo>
                  <a:pt x="339717" y="707744"/>
                </a:lnTo>
                <a:lnTo>
                  <a:pt x="311407" y="707744"/>
                </a:lnTo>
                <a:close/>
                <a:moveTo>
                  <a:pt x="424646" y="679434"/>
                </a:moveTo>
                <a:lnTo>
                  <a:pt x="452956" y="679434"/>
                </a:lnTo>
                <a:lnTo>
                  <a:pt x="452956" y="707744"/>
                </a:lnTo>
                <a:lnTo>
                  <a:pt x="424646" y="707744"/>
                </a:lnTo>
                <a:close/>
                <a:moveTo>
                  <a:pt x="566195" y="679434"/>
                </a:moveTo>
                <a:lnTo>
                  <a:pt x="622815" y="679434"/>
                </a:lnTo>
                <a:lnTo>
                  <a:pt x="622815" y="707744"/>
                </a:lnTo>
                <a:lnTo>
                  <a:pt x="566195" y="707744"/>
                </a:lnTo>
                <a:close/>
                <a:moveTo>
                  <a:pt x="651124" y="679434"/>
                </a:moveTo>
                <a:lnTo>
                  <a:pt x="707744" y="679434"/>
                </a:lnTo>
                <a:lnTo>
                  <a:pt x="707744" y="707744"/>
                </a:lnTo>
                <a:lnTo>
                  <a:pt x="651124" y="70774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68" name="!!rect-2ru"/>
          <p:cNvSpPr/>
          <p:nvPr/>
        </p:nvSpPr>
        <p:spPr>
          <a:xfrm>
            <a:off x="5527554" y="2502955"/>
            <a:ext cx="943658" cy="18873"/>
          </a:xfrm>
          <a:prstGeom prst="rect">
            <a:avLst/>
          </a:prstGeom>
          <a:solidFill>
            <a:srgbClr val="2A3540"/>
          </a:solidFill>
          <a:ln>
            <a:noFill/>
          </a:ln>
        </p:spPr>
      </p:sp>
      <p:sp>
        <p:nvSpPr>
          <p:cNvPr id="69" name="!!rect-2rv"/>
          <p:cNvSpPr/>
          <p:nvPr/>
        </p:nvSpPr>
        <p:spPr>
          <a:xfrm>
            <a:off x="5527554" y="2502955"/>
            <a:ext cx="697423" cy="18873"/>
          </a:xfrm>
          <a:prstGeom prst="rect">
            <a:avLst/>
          </a:prstGeom>
          <a:solidFill>
            <a:srgbClr val="46B59C"/>
          </a:solidFill>
          <a:ln>
            <a:noFill/>
          </a:ln>
        </p:spPr>
      </p:sp>
      <p:sp>
        <p:nvSpPr>
          <p:cNvPr id="70" name="!!text-2rx" descr="請使用 SaveMyBook App 掃描"/>
          <p:cNvSpPr txBox="1"/>
          <p:nvPr/>
        </p:nvSpPr>
        <p:spPr>
          <a:xfrm>
            <a:off x="5553472" y="2559952"/>
            <a:ext cx="911640" cy="956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520" kern="0" dirty="0">
                <a:solidFill>
                  <a:srgbClr val="EEF2F5"/>
                </a:solidFill>
                <a:latin typeface="Noto Sans TC"/>
                <a:ea typeface="Noto Sans TC"/>
                <a:cs typeface="Noto Sans TC"/>
              </a:rPr>
              <a:t>請使用 Sa</a:t>
            </a:r>
            <a:r>
              <a:rPr lang="zh-TW" altLang="en-US" sz="520" kern="0" spc="-4" dirty="0">
                <a:solidFill>
                  <a:srgbClr val="EEF2F5"/>
                </a:solidFill>
                <a:latin typeface="Noto Sans TC"/>
                <a:ea typeface="Noto Sans TC"/>
                <a:cs typeface="Noto Sans TC"/>
              </a:rPr>
              <a:t>v</a:t>
            </a:r>
            <a:r>
              <a:rPr lang="zh-TW" altLang="en-US" sz="520" kern="0" dirty="0">
                <a:solidFill>
                  <a:srgbClr val="EEF2F5"/>
                </a:solidFill>
                <a:latin typeface="Noto Sans TC"/>
                <a:ea typeface="Noto Sans TC"/>
                <a:cs typeface="Noto Sans TC"/>
              </a:rPr>
              <a:t>eMyBook App 掃描</a:t>
            </a:r>
            <a:endParaRPr lang="zh-TW" sz="520"/>
          </a:p>
        </p:txBody>
      </p:sp>
      <p:sp>
        <p:nvSpPr>
          <p:cNvPr id="71" name="!!path-2x0"/>
          <p:cNvSpPr/>
          <p:nvPr/>
        </p:nvSpPr>
        <p:spPr>
          <a:xfrm>
            <a:off x="5560477" y="3108377"/>
            <a:ext cx="169859" cy="112400"/>
          </a:xfrm>
          <a:custGeom>
            <a:avLst/>
            <a:gdLst/>
            <a:ahLst/>
            <a:cxnLst/>
            <a:rect l="l" t="t" r="r" b="b"/>
            <a:pathLst>
              <a:path w="169859" h="112400">
                <a:moveTo>
                  <a:pt x="0" y="11009"/>
                </a:moveTo>
                <a:cubicBezTo>
                  <a:pt x="9437" y="4194"/>
                  <a:pt x="32504" y="2097"/>
                  <a:pt x="51377" y="7130"/>
                </a:cubicBezTo>
                <a:cubicBezTo>
                  <a:pt x="67105" y="11534"/>
                  <a:pt x="78638" y="17825"/>
                  <a:pt x="85978" y="24116"/>
                </a:cubicBezTo>
                <a:cubicBezTo>
                  <a:pt x="94366" y="16776"/>
                  <a:pt x="109045" y="7340"/>
                  <a:pt x="126870" y="2936"/>
                </a:cubicBezTo>
                <a:cubicBezTo>
                  <a:pt x="143646" y="0"/>
                  <a:pt x="160422" y="1573"/>
                  <a:pt x="169859" y="8912"/>
                </a:cubicBezTo>
                <a:lnTo>
                  <a:pt x="169649" y="92059"/>
                </a:lnTo>
                <a:cubicBezTo>
                  <a:pt x="150985" y="89648"/>
                  <a:pt x="114288" y="91220"/>
                  <a:pt x="86607" y="111771"/>
                </a:cubicBezTo>
                <a:quadBezTo>
                  <a:pt x="85978" y="112400"/>
                  <a:pt x="85349" y="111771"/>
                </a:quadBezTo>
                <a:cubicBezTo>
                  <a:pt x="57668" y="91220"/>
                  <a:pt x="22019" y="89648"/>
                  <a:pt x="3146" y="93108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2" name="!!path-2x1"/>
          <p:cNvSpPr/>
          <p:nvPr/>
        </p:nvSpPr>
        <p:spPr>
          <a:xfrm>
            <a:off x="5560477" y="3109216"/>
            <a:ext cx="169859" cy="112400"/>
          </a:xfrm>
          <a:custGeom>
            <a:avLst/>
            <a:gdLst/>
            <a:ahLst/>
            <a:cxnLst/>
            <a:rect l="l" t="t" r="r" b="b"/>
            <a:pathLst>
              <a:path w="169859" h="112400">
                <a:moveTo>
                  <a:pt x="0" y="11009"/>
                </a:moveTo>
                <a:cubicBezTo>
                  <a:pt x="9437" y="4194"/>
                  <a:pt x="32504" y="2097"/>
                  <a:pt x="51377" y="7130"/>
                </a:cubicBezTo>
                <a:cubicBezTo>
                  <a:pt x="67105" y="11534"/>
                  <a:pt x="78638" y="17825"/>
                  <a:pt x="85978" y="24116"/>
                </a:cubicBezTo>
                <a:cubicBezTo>
                  <a:pt x="94366" y="16776"/>
                  <a:pt x="109045" y="7340"/>
                  <a:pt x="126870" y="2936"/>
                </a:cubicBezTo>
                <a:cubicBezTo>
                  <a:pt x="143646" y="0"/>
                  <a:pt x="160422" y="1573"/>
                  <a:pt x="169859" y="8912"/>
                </a:cubicBezTo>
                <a:lnTo>
                  <a:pt x="169649" y="92059"/>
                </a:lnTo>
                <a:cubicBezTo>
                  <a:pt x="150985" y="89648"/>
                  <a:pt x="114288" y="91220"/>
                  <a:pt x="86607" y="111771"/>
                </a:cubicBezTo>
                <a:quadBezTo>
                  <a:pt x="85978" y="112400"/>
                  <a:pt x="85349" y="111771"/>
                </a:quadBezTo>
                <a:cubicBezTo>
                  <a:pt x="57668" y="91220"/>
                  <a:pt x="22019" y="89648"/>
                  <a:pt x="3146" y="93108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3" name="!!path-2x2"/>
          <p:cNvSpPr/>
          <p:nvPr/>
        </p:nvSpPr>
        <p:spPr>
          <a:xfrm>
            <a:off x="5560477" y="3110055"/>
            <a:ext cx="169859" cy="112400"/>
          </a:xfrm>
          <a:custGeom>
            <a:avLst/>
            <a:gdLst/>
            <a:ahLst/>
            <a:cxnLst/>
            <a:rect l="l" t="t" r="r" b="b"/>
            <a:pathLst>
              <a:path w="169859" h="112400">
                <a:moveTo>
                  <a:pt x="0" y="11009"/>
                </a:moveTo>
                <a:cubicBezTo>
                  <a:pt x="9437" y="4194"/>
                  <a:pt x="32504" y="2097"/>
                  <a:pt x="51377" y="7130"/>
                </a:cubicBezTo>
                <a:cubicBezTo>
                  <a:pt x="67105" y="11534"/>
                  <a:pt x="78638" y="17825"/>
                  <a:pt x="85978" y="24116"/>
                </a:cubicBezTo>
                <a:cubicBezTo>
                  <a:pt x="94366" y="16776"/>
                  <a:pt x="109045" y="7340"/>
                  <a:pt x="126870" y="2936"/>
                </a:cubicBezTo>
                <a:cubicBezTo>
                  <a:pt x="143646" y="0"/>
                  <a:pt x="160422" y="1573"/>
                  <a:pt x="169859" y="8912"/>
                </a:cubicBezTo>
                <a:lnTo>
                  <a:pt x="169649" y="92059"/>
                </a:lnTo>
                <a:cubicBezTo>
                  <a:pt x="150985" y="89648"/>
                  <a:pt x="114288" y="91220"/>
                  <a:pt x="86607" y="111771"/>
                </a:cubicBezTo>
                <a:quadBezTo>
                  <a:pt x="85978" y="112400"/>
                  <a:pt x="85349" y="111771"/>
                </a:quadBezTo>
                <a:cubicBezTo>
                  <a:pt x="57668" y="91220"/>
                  <a:pt x="22019" y="89648"/>
                  <a:pt x="3146" y="93108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4" name="!!path-2x3"/>
          <p:cNvSpPr/>
          <p:nvPr/>
        </p:nvSpPr>
        <p:spPr>
          <a:xfrm>
            <a:off x="5560477" y="3110894"/>
            <a:ext cx="169859" cy="112400"/>
          </a:xfrm>
          <a:custGeom>
            <a:avLst/>
            <a:gdLst/>
            <a:ahLst/>
            <a:cxnLst/>
            <a:rect l="l" t="t" r="r" b="b"/>
            <a:pathLst>
              <a:path w="169859" h="112400">
                <a:moveTo>
                  <a:pt x="0" y="11009"/>
                </a:moveTo>
                <a:cubicBezTo>
                  <a:pt x="9437" y="4194"/>
                  <a:pt x="32504" y="2097"/>
                  <a:pt x="51377" y="7130"/>
                </a:cubicBezTo>
                <a:cubicBezTo>
                  <a:pt x="67105" y="11534"/>
                  <a:pt x="78638" y="17825"/>
                  <a:pt x="85978" y="24116"/>
                </a:cubicBezTo>
                <a:cubicBezTo>
                  <a:pt x="94366" y="16776"/>
                  <a:pt x="109045" y="7340"/>
                  <a:pt x="126870" y="2936"/>
                </a:cubicBezTo>
                <a:cubicBezTo>
                  <a:pt x="143646" y="0"/>
                  <a:pt x="160422" y="1573"/>
                  <a:pt x="169859" y="8912"/>
                </a:cubicBezTo>
                <a:lnTo>
                  <a:pt x="169649" y="92059"/>
                </a:lnTo>
                <a:cubicBezTo>
                  <a:pt x="150985" y="89648"/>
                  <a:pt x="114288" y="91220"/>
                  <a:pt x="86607" y="111771"/>
                </a:cubicBezTo>
                <a:quadBezTo>
                  <a:pt x="85978" y="112400"/>
                  <a:pt x="85349" y="111771"/>
                </a:quadBezTo>
                <a:cubicBezTo>
                  <a:pt x="57668" y="91220"/>
                  <a:pt x="22019" y="89648"/>
                  <a:pt x="3146" y="93108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5" name="!!path-2x4"/>
          <p:cNvSpPr/>
          <p:nvPr/>
        </p:nvSpPr>
        <p:spPr>
          <a:xfrm>
            <a:off x="5560477" y="3111733"/>
            <a:ext cx="169859" cy="112400"/>
          </a:xfrm>
          <a:custGeom>
            <a:avLst/>
            <a:gdLst/>
            <a:ahLst/>
            <a:cxnLst/>
            <a:rect l="l" t="t" r="r" b="b"/>
            <a:pathLst>
              <a:path w="169859" h="112400">
                <a:moveTo>
                  <a:pt x="0" y="11009"/>
                </a:moveTo>
                <a:cubicBezTo>
                  <a:pt x="9437" y="4194"/>
                  <a:pt x="32504" y="2097"/>
                  <a:pt x="51377" y="7130"/>
                </a:cubicBezTo>
                <a:cubicBezTo>
                  <a:pt x="67105" y="11534"/>
                  <a:pt x="78638" y="17825"/>
                  <a:pt x="85978" y="24116"/>
                </a:cubicBezTo>
                <a:cubicBezTo>
                  <a:pt x="94366" y="16776"/>
                  <a:pt x="109045" y="7340"/>
                  <a:pt x="126870" y="2936"/>
                </a:cubicBezTo>
                <a:cubicBezTo>
                  <a:pt x="143646" y="0"/>
                  <a:pt x="160422" y="1573"/>
                  <a:pt x="169859" y="8912"/>
                </a:cubicBezTo>
                <a:lnTo>
                  <a:pt x="169649" y="92059"/>
                </a:lnTo>
                <a:cubicBezTo>
                  <a:pt x="150985" y="89648"/>
                  <a:pt x="114288" y="91220"/>
                  <a:pt x="86607" y="111771"/>
                </a:cubicBezTo>
                <a:quadBezTo>
                  <a:pt x="85978" y="112400"/>
                  <a:pt x="85349" y="111771"/>
                </a:quadBezTo>
                <a:cubicBezTo>
                  <a:pt x="57668" y="91220"/>
                  <a:pt x="22019" y="89648"/>
                  <a:pt x="3146" y="93108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6" name="!!path-2x5"/>
          <p:cNvSpPr/>
          <p:nvPr/>
        </p:nvSpPr>
        <p:spPr>
          <a:xfrm>
            <a:off x="5560477" y="3112571"/>
            <a:ext cx="169859" cy="112400"/>
          </a:xfrm>
          <a:custGeom>
            <a:avLst/>
            <a:gdLst/>
            <a:ahLst/>
            <a:cxnLst/>
            <a:rect l="l" t="t" r="r" b="b"/>
            <a:pathLst>
              <a:path w="169859" h="112400">
                <a:moveTo>
                  <a:pt x="0" y="11009"/>
                </a:moveTo>
                <a:cubicBezTo>
                  <a:pt x="9437" y="4194"/>
                  <a:pt x="32504" y="2097"/>
                  <a:pt x="51377" y="7130"/>
                </a:cubicBezTo>
                <a:cubicBezTo>
                  <a:pt x="67105" y="11534"/>
                  <a:pt x="78638" y="17825"/>
                  <a:pt x="85978" y="24116"/>
                </a:cubicBezTo>
                <a:cubicBezTo>
                  <a:pt x="94366" y="16776"/>
                  <a:pt x="109045" y="7340"/>
                  <a:pt x="126870" y="2936"/>
                </a:cubicBezTo>
                <a:cubicBezTo>
                  <a:pt x="143646" y="0"/>
                  <a:pt x="160422" y="1573"/>
                  <a:pt x="169859" y="8912"/>
                </a:cubicBezTo>
                <a:lnTo>
                  <a:pt x="169649" y="92059"/>
                </a:lnTo>
                <a:cubicBezTo>
                  <a:pt x="150985" y="89648"/>
                  <a:pt x="114288" y="91220"/>
                  <a:pt x="86607" y="111771"/>
                </a:cubicBezTo>
                <a:quadBezTo>
                  <a:pt x="85978" y="112400"/>
                  <a:pt x="85349" y="111771"/>
                </a:quadBezTo>
                <a:cubicBezTo>
                  <a:pt x="57668" y="91220"/>
                  <a:pt x="22019" y="89648"/>
                  <a:pt x="3146" y="93108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7" name="!!path-2x6"/>
          <p:cNvSpPr/>
          <p:nvPr/>
        </p:nvSpPr>
        <p:spPr>
          <a:xfrm>
            <a:off x="5560477" y="3113410"/>
            <a:ext cx="169859" cy="112400"/>
          </a:xfrm>
          <a:custGeom>
            <a:avLst/>
            <a:gdLst/>
            <a:ahLst/>
            <a:cxnLst/>
            <a:rect l="l" t="t" r="r" b="b"/>
            <a:pathLst>
              <a:path w="169859" h="112400">
                <a:moveTo>
                  <a:pt x="0" y="11009"/>
                </a:moveTo>
                <a:cubicBezTo>
                  <a:pt x="9437" y="4194"/>
                  <a:pt x="32504" y="2097"/>
                  <a:pt x="51377" y="7130"/>
                </a:cubicBezTo>
                <a:cubicBezTo>
                  <a:pt x="67105" y="11534"/>
                  <a:pt x="78638" y="17825"/>
                  <a:pt x="85978" y="24116"/>
                </a:cubicBezTo>
                <a:cubicBezTo>
                  <a:pt x="94366" y="16776"/>
                  <a:pt x="109045" y="7340"/>
                  <a:pt x="126870" y="2936"/>
                </a:cubicBezTo>
                <a:cubicBezTo>
                  <a:pt x="143646" y="0"/>
                  <a:pt x="160422" y="1573"/>
                  <a:pt x="169859" y="8912"/>
                </a:cubicBezTo>
                <a:lnTo>
                  <a:pt x="169649" y="92059"/>
                </a:lnTo>
                <a:cubicBezTo>
                  <a:pt x="150985" y="89648"/>
                  <a:pt x="114288" y="91220"/>
                  <a:pt x="86607" y="111771"/>
                </a:cubicBezTo>
                <a:quadBezTo>
                  <a:pt x="85978" y="112400"/>
                  <a:pt x="85349" y="111771"/>
                </a:quadBezTo>
                <a:cubicBezTo>
                  <a:pt x="57668" y="91220"/>
                  <a:pt x="22019" y="89648"/>
                  <a:pt x="3146" y="93108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8" name="!!path-2x7"/>
          <p:cNvSpPr/>
          <p:nvPr/>
        </p:nvSpPr>
        <p:spPr>
          <a:xfrm>
            <a:off x="5560477" y="3114249"/>
            <a:ext cx="169859" cy="112400"/>
          </a:xfrm>
          <a:custGeom>
            <a:avLst/>
            <a:gdLst/>
            <a:ahLst/>
            <a:cxnLst/>
            <a:rect l="l" t="t" r="r" b="b"/>
            <a:pathLst>
              <a:path w="169859" h="112400">
                <a:moveTo>
                  <a:pt x="0" y="11009"/>
                </a:moveTo>
                <a:cubicBezTo>
                  <a:pt x="9437" y="4194"/>
                  <a:pt x="32504" y="2097"/>
                  <a:pt x="51377" y="7130"/>
                </a:cubicBezTo>
                <a:cubicBezTo>
                  <a:pt x="67105" y="11534"/>
                  <a:pt x="78638" y="17825"/>
                  <a:pt x="85978" y="24116"/>
                </a:cubicBezTo>
                <a:cubicBezTo>
                  <a:pt x="94366" y="16776"/>
                  <a:pt x="109045" y="7340"/>
                  <a:pt x="126870" y="2936"/>
                </a:cubicBezTo>
                <a:cubicBezTo>
                  <a:pt x="143646" y="0"/>
                  <a:pt x="160422" y="1573"/>
                  <a:pt x="169859" y="8912"/>
                </a:cubicBezTo>
                <a:lnTo>
                  <a:pt x="169649" y="92059"/>
                </a:lnTo>
                <a:cubicBezTo>
                  <a:pt x="150985" y="89648"/>
                  <a:pt x="114288" y="91220"/>
                  <a:pt x="86607" y="111771"/>
                </a:cubicBezTo>
                <a:quadBezTo>
                  <a:pt x="85978" y="112400"/>
                  <a:pt x="85349" y="111771"/>
                </a:quadBezTo>
                <a:cubicBezTo>
                  <a:pt x="57668" y="91220"/>
                  <a:pt x="22019" y="89648"/>
                  <a:pt x="3146" y="93108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9" name="!!path-2x8"/>
          <p:cNvSpPr/>
          <p:nvPr/>
        </p:nvSpPr>
        <p:spPr>
          <a:xfrm>
            <a:off x="5580399" y="3089190"/>
            <a:ext cx="66266" cy="63435"/>
          </a:xfrm>
          <a:custGeom>
            <a:avLst/>
            <a:gdLst/>
            <a:ahLst/>
            <a:cxnLst/>
            <a:rect l="l" t="t" r="r" b="b"/>
            <a:pathLst>
              <a:path w="66266" h="63435">
                <a:moveTo>
                  <a:pt x="0" y="9122"/>
                </a:moveTo>
                <a:lnTo>
                  <a:pt x="4194" y="2621"/>
                </a:lnTo>
                <a:cubicBezTo>
                  <a:pt x="16776" y="0"/>
                  <a:pt x="37746" y="3670"/>
                  <a:pt x="52425" y="13631"/>
                </a:cubicBezTo>
                <a:cubicBezTo>
                  <a:pt x="60289" y="19188"/>
                  <a:pt x="64483" y="25688"/>
                  <a:pt x="66266" y="32504"/>
                </a:cubicBezTo>
                <a:lnTo>
                  <a:pt x="66266" y="63435"/>
                </a:lnTo>
                <a:lnTo>
                  <a:pt x="0" y="63435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80" name="!!path-2x9"/>
          <p:cNvSpPr/>
          <p:nvPr/>
        </p:nvSpPr>
        <p:spPr>
          <a:xfrm>
            <a:off x="5580399" y="3089190"/>
            <a:ext cx="66266" cy="32504"/>
          </a:xfrm>
          <a:custGeom>
            <a:avLst/>
            <a:gdLst/>
            <a:ahLst/>
            <a:cxnLst/>
            <a:rect l="l" t="t" r="r" b="b"/>
            <a:pathLst>
              <a:path w="66266" h="32504" fill="none">
                <a:moveTo>
                  <a:pt x="66266" y="32504"/>
                </a:moveTo>
                <a:cubicBezTo>
                  <a:pt x="64483" y="25688"/>
                  <a:pt x="60289" y="19188"/>
                  <a:pt x="52425" y="13631"/>
                </a:cubicBezTo>
                <a:cubicBezTo>
                  <a:pt x="37746" y="3670"/>
                  <a:pt x="16776" y="0"/>
                  <a:pt x="4194" y="2621"/>
                </a:cubicBezTo>
                <a:lnTo>
                  <a:pt x="0" y="9122"/>
                </a:lnTo>
              </a:path>
            </a:pathLst>
          </a:custGeom>
          <a:noFill/>
          <a:ln w="2516" cap="rnd">
            <a:solidFill>
              <a:srgbClr val="627D8D"/>
            </a:solidFill>
            <a:prstDash val="solid"/>
            <a:round/>
          </a:ln>
        </p:spPr>
      </p:sp>
      <p:sp>
        <p:nvSpPr>
          <p:cNvPr id="81" name="!!path-2xa"/>
          <p:cNvSpPr/>
          <p:nvPr/>
        </p:nvSpPr>
        <p:spPr>
          <a:xfrm>
            <a:off x="5573898" y="3095481"/>
            <a:ext cx="72767" cy="57144"/>
          </a:xfrm>
          <a:custGeom>
            <a:avLst/>
            <a:gdLst/>
            <a:ahLst/>
            <a:cxnLst/>
            <a:rect l="l" t="t" r="r" b="b"/>
            <a:pathLst>
              <a:path w="72767" h="57144">
                <a:moveTo>
                  <a:pt x="0" y="11534"/>
                </a:moveTo>
                <a:lnTo>
                  <a:pt x="3355" y="3355"/>
                </a:lnTo>
                <a:cubicBezTo>
                  <a:pt x="19083" y="0"/>
                  <a:pt x="41102" y="3670"/>
                  <a:pt x="56829" y="13106"/>
                </a:cubicBezTo>
                <a:cubicBezTo>
                  <a:pt x="65217" y="18139"/>
                  <a:pt x="70460" y="25688"/>
                  <a:pt x="72767" y="32504"/>
                </a:cubicBezTo>
                <a:lnTo>
                  <a:pt x="72767" y="57144"/>
                </a:lnTo>
                <a:lnTo>
                  <a:pt x="0" y="57144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82" name="!!path-2xb"/>
          <p:cNvSpPr/>
          <p:nvPr/>
        </p:nvSpPr>
        <p:spPr>
          <a:xfrm>
            <a:off x="5573898" y="3095481"/>
            <a:ext cx="72767" cy="32504"/>
          </a:xfrm>
          <a:custGeom>
            <a:avLst/>
            <a:gdLst/>
            <a:ahLst/>
            <a:cxnLst/>
            <a:rect l="l" t="t" r="r" b="b"/>
            <a:pathLst>
              <a:path w="72767" h="32504" fill="none">
                <a:moveTo>
                  <a:pt x="72767" y="32504"/>
                </a:moveTo>
                <a:cubicBezTo>
                  <a:pt x="70460" y="25688"/>
                  <a:pt x="65217" y="18139"/>
                  <a:pt x="56829" y="13106"/>
                </a:cubicBezTo>
                <a:cubicBezTo>
                  <a:pt x="41102" y="3670"/>
                  <a:pt x="19083" y="0"/>
                  <a:pt x="3355" y="3355"/>
                </a:cubicBezTo>
                <a:lnTo>
                  <a:pt x="0" y="11534"/>
                </a:lnTo>
              </a:path>
            </a:pathLst>
          </a:custGeom>
          <a:noFill/>
          <a:ln w="2516" cap="rnd">
            <a:solidFill>
              <a:srgbClr val="627D8D"/>
            </a:solidFill>
            <a:prstDash val="solid"/>
            <a:round/>
          </a:ln>
        </p:spPr>
      </p:sp>
      <p:sp>
        <p:nvSpPr>
          <p:cNvPr id="83" name="!!path-2xc"/>
          <p:cNvSpPr/>
          <p:nvPr/>
        </p:nvSpPr>
        <p:spPr>
          <a:xfrm>
            <a:off x="5568132" y="3102296"/>
            <a:ext cx="78324" cy="50328"/>
          </a:xfrm>
          <a:custGeom>
            <a:avLst/>
            <a:gdLst/>
            <a:ahLst/>
            <a:cxnLst/>
            <a:rect l="l" t="t" r="r" b="b"/>
            <a:pathLst>
              <a:path w="78324" h="50328">
                <a:moveTo>
                  <a:pt x="0" y="11953"/>
                </a:moveTo>
                <a:lnTo>
                  <a:pt x="1992" y="6501"/>
                </a:lnTo>
                <a:cubicBezTo>
                  <a:pt x="19607" y="0"/>
                  <a:pt x="43723" y="2621"/>
                  <a:pt x="60499" y="11324"/>
                </a:cubicBezTo>
                <a:cubicBezTo>
                  <a:pt x="69936" y="16252"/>
                  <a:pt x="75702" y="22543"/>
                  <a:pt x="78324" y="28519"/>
                </a:cubicBezTo>
                <a:lnTo>
                  <a:pt x="78324" y="50328"/>
                </a:lnTo>
                <a:lnTo>
                  <a:pt x="0" y="50328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84" name="!!path-2xd"/>
          <p:cNvSpPr/>
          <p:nvPr/>
        </p:nvSpPr>
        <p:spPr>
          <a:xfrm>
            <a:off x="5568132" y="3102296"/>
            <a:ext cx="78324" cy="28519"/>
          </a:xfrm>
          <a:custGeom>
            <a:avLst/>
            <a:gdLst/>
            <a:ahLst/>
            <a:cxnLst/>
            <a:rect l="l" t="t" r="r" b="b"/>
            <a:pathLst>
              <a:path w="78324" h="28519" fill="none">
                <a:moveTo>
                  <a:pt x="78324" y="28519"/>
                </a:moveTo>
                <a:cubicBezTo>
                  <a:pt x="75702" y="22543"/>
                  <a:pt x="69936" y="16252"/>
                  <a:pt x="60499" y="11324"/>
                </a:cubicBezTo>
                <a:cubicBezTo>
                  <a:pt x="43723" y="2621"/>
                  <a:pt x="19607" y="0"/>
                  <a:pt x="1992" y="6501"/>
                </a:cubicBezTo>
                <a:lnTo>
                  <a:pt x="0" y="11953"/>
                </a:lnTo>
              </a:path>
            </a:pathLst>
          </a:custGeom>
          <a:noFill/>
          <a:ln w="2516" cap="rnd">
            <a:solidFill>
              <a:srgbClr val="627D8D"/>
            </a:solidFill>
            <a:prstDash val="solid"/>
            <a:round/>
          </a:ln>
        </p:spPr>
      </p:sp>
      <p:sp>
        <p:nvSpPr>
          <p:cNvPr id="85" name="!!path-2xe"/>
          <p:cNvSpPr/>
          <p:nvPr/>
        </p:nvSpPr>
        <p:spPr>
          <a:xfrm>
            <a:off x="5646770" y="3086568"/>
            <a:ext cx="62072" cy="66056"/>
          </a:xfrm>
          <a:custGeom>
            <a:avLst/>
            <a:gdLst/>
            <a:ahLst/>
            <a:cxnLst/>
            <a:rect l="l" t="t" r="r" b="b"/>
            <a:pathLst>
              <a:path w="62072" h="66056">
                <a:moveTo>
                  <a:pt x="62072" y="9437"/>
                </a:moveTo>
                <a:lnTo>
                  <a:pt x="58612" y="2307"/>
                </a:lnTo>
                <a:cubicBezTo>
                  <a:pt x="44771" y="0"/>
                  <a:pt x="22753" y="5243"/>
                  <a:pt x="9122" y="15728"/>
                </a:cubicBezTo>
                <a:cubicBezTo>
                  <a:pt x="3355" y="20446"/>
                  <a:pt x="734" y="27261"/>
                  <a:pt x="0" y="34601"/>
                </a:cubicBezTo>
                <a:lnTo>
                  <a:pt x="0" y="66056"/>
                </a:lnTo>
                <a:lnTo>
                  <a:pt x="62072" y="6605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86" name="!!path-2xf"/>
          <p:cNvSpPr/>
          <p:nvPr/>
        </p:nvSpPr>
        <p:spPr>
          <a:xfrm>
            <a:off x="5646770" y="3086568"/>
            <a:ext cx="62072" cy="34601"/>
          </a:xfrm>
          <a:custGeom>
            <a:avLst/>
            <a:gdLst/>
            <a:ahLst/>
            <a:cxnLst/>
            <a:rect l="l" t="t" r="r" b="b"/>
            <a:pathLst>
              <a:path w="62072" h="34601" fill="none">
                <a:moveTo>
                  <a:pt x="0" y="34601"/>
                </a:moveTo>
                <a:cubicBezTo>
                  <a:pt x="734" y="27261"/>
                  <a:pt x="3355" y="20446"/>
                  <a:pt x="9122" y="15728"/>
                </a:cubicBezTo>
                <a:cubicBezTo>
                  <a:pt x="22753" y="5243"/>
                  <a:pt x="44771" y="0"/>
                  <a:pt x="58612" y="2307"/>
                </a:cubicBezTo>
                <a:lnTo>
                  <a:pt x="62072" y="9437"/>
                </a:lnTo>
              </a:path>
            </a:pathLst>
          </a:custGeom>
          <a:noFill/>
          <a:ln w="2516" cap="rnd">
            <a:solidFill>
              <a:srgbClr val="627D8D"/>
            </a:solidFill>
            <a:prstDash val="solid"/>
            <a:round/>
          </a:ln>
        </p:spPr>
      </p:sp>
      <p:sp>
        <p:nvSpPr>
          <p:cNvPr id="87" name="!!path-2xg"/>
          <p:cNvSpPr/>
          <p:nvPr/>
        </p:nvSpPr>
        <p:spPr>
          <a:xfrm>
            <a:off x="5646875" y="3094432"/>
            <a:ext cx="68782" cy="58192"/>
          </a:xfrm>
          <a:custGeom>
            <a:avLst/>
            <a:gdLst/>
            <a:ahLst/>
            <a:cxnLst/>
            <a:rect l="l" t="t" r="r" b="b"/>
            <a:pathLst>
              <a:path w="68782" h="58192">
                <a:moveTo>
                  <a:pt x="68782" y="10171"/>
                </a:moveTo>
                <a:lnTo>
                  <a:pt x="65637" y="1573"/>
                </a:lnTo>
                <a:cubicBezTo>
                  <a:pt x="48861" y="0"/>
                  <a:pt x="27890" y="5767"/>
                  <a:pt x="14260" y="15832"/>
                </a:cubicBezTo>
                <a:cubicBezTo>
                  <a:pt x="6920" y="21285"/>
                  <a:pt x="2202" y="27786"/>
                  <a:pt x="0" y="33552"/>
                </a:cubicBezTo>
                <a:lnTo>
                  <a:pt x="0" y="58192"/>
                </a:lnTo>
                <a:lnTo>
                  <a:pt x="68782" y="58192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88" name="!!path-2xh"/>
          <p:cNvSpPr/>
          <p:nvPr/>
        </p:nvSpPr>
        <p:spPr>
          <a:xfrm>
            <a:off x="5646875" y="3094432"/>
            <a:ext cx="68782" cy="33552"/>
          </a:xfrm>
          <a:custGeom>
            <a:avLst/>
            <a:gdLst/>
            <a:ahLst/>
            <a:cxnLst/>
            <a:rect l="l" t="t" r="r" b="b"/>
            <a:pathLst>
              <a:path w="68782" h="33552" fill="none">
                <a:moveTo>
                  <a:pt x="0" y="33552"/>
                </a:moveTo>
                <a:cubicBezTo>
                  <a:pt x="2202" y="27786"/>
                  <a:pt x="6920" y="21285"/>
                  <a:pt x="14260" y="15832"/>
                </a:cubicBezTo>
                <a:cubicBezTo>
                  <a:pt x="27890" y="5767"/>
                  <a:pt x="48861" y="0"/>
                  <a:pt x="65637" y="1573"/>
                </a:cubicBezTo>
                <a:lnTo>
                  <a:pt x="68782" y="10171"/>
                </a:lnTo>
              </a:path>
            </a:pathLst>
          </a:custGeom>
          <a:noFill/>
          <a:ln w="2516" cap="rnd">
            <a:solidFill>
              <a:srgbClr val="627D8D"/>
            </a:solidFill>
            <a:prstDash val="solid"/>
            <a:round/>
          </a:ln>
        </p:spPr>
      </p:sp>
      <p:sp>
        <p:nvSpPr>
          <p:cNvPr id="89" name="!!path-2xi"/>
          <p:cNvSpPr/>
          <p:nvPr/>
        </p:nvSpPr>
        <p:spPr>
          <a:xfrm>
            <a:off x="5647084" y="3101772"/>
            <a:ext cx="73605" cy="50853"/>
          </a:xfrm>
          <a:custGeom>
            <a:avLst/>
            <a:gdLst/>
            <a:ahLst/>
            <a:cxnLst/>
            <a:rect l="l" t="t" r="r" b="b"/>
            <a:pathLst>
              <a:path w="73605" h="50853">
                <a:moveTo>
                  <a:pt x="73605" y="9751"/>
                </a:moveTo>
                <a:lnTo>
                  <a:pt x="72137" y="4509"/>
                </a:lnTo>
                <a:cubicBezTo>
                  <a:pt x="54942" y="0"/>
                  <a:pt x="32923" y="2621"/>
                  <a:pt x="18244" y="9961"/>
                </a:cubicBezTo>
                <a:cubicBezTo>
                  <a:pt x="8807" y="14679"/>
                  <a:pt x="3041" y="22019"/>
                  <a:pt x="0" y="29044"/>
                </a:cubicBezTo>
                <a:lnTo>
                  <a:pt x="0" y="50853"/>
                </a:lnTo>
                <a:lnTo>
                  <a:pt x="73605" y="50853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90" name="!!path-2xj"/>
          <p:cNvSpPr/>
          <p:nvPr/>
        </p:nvSpPr>
        <p:spPr>
          <a:xfrm>
            <a:off x="5647084" y="3101772"/>
            <a:ext cx="73605" cy="29044"/>
          </a:xfrm>
          <a:custGeom>
            <a:avLst/>
            <a:gdLst/>
            <a:ahLst/>
            <a:cxnLst/>
            <a:rect l="l" t="t" r="r" b="b"/>
            <a:pathLst>
              <a:path w="73605" h="29044" fill="none">
                <a:moveTo>
                  <a:pt x="0" y="29044"/>
                </a:moveTo>
                <a:cubicBezTo>
                  <a:pt x="3041" y="22019"/>
                  <a:pt x="8807" y="14679"/>
                  <a:pt x="18244" y="9961"/>
                </a:cubicBezTo>
                <a:cubicBezTo>
                  <a:pt x="32923" y="2621"/>
                  <a:pt x="54942" y="0"/>
                  <a:pt x="72137" y="4509"/>
                </a:cubicBezTo>
                <a:lnTo>
                  <a:pt x="73605" y="9751"/>
                </a:lnTo>
              </a:path>
            </a:pathLst>
          </a:custGeom>
          <a:noFill/>
          <a:ln w="2516" cap="rnd">
            <a:solidFill>
              <a:srgbClr val="627D8D"/>
            </a:solidFill>
            <a:prstDash val="solid"/>
            <a:round/>
          </a:ln>
        </p:spPr>
      </p:sp>
      <p:sp>
        <p:nvSpPr>
          <p:cNvPr id="91" name="!!path-2xk"/>
          <p:cNvSpPr/>
          <p:nvPr/>
        </p:nvSpPr>
        <p:spPr>
          <a:xfrm>
            <a:off x="5560477" y="3107539"/>
            <a:ext cx="169859" cy="112400"/>
          </a:xfrm>
          <a:custGeom>
            <a:avLst/>
            <a:gdLst/>
            <a:ahLst/>
            <a:cxnLst/>
            <a:rect l="l" t="t" r="r" b="b"/>
            <a:pathLst>
              <a:path w="169859" h="112400">
                <a:moveTo>
                  <a:pt x="0" y="11009"/>
                </a:moveTo>
                <a:cubicBezTo>
                  <a:pt x="9437" y="4194"/>
                  <a:pt x="32504" y="2097"/>
                  <a:pt x="51377" y="7130"/>
                </a:cubicBezTo>
                <a:cubicBezTo>
                  <a:pt x="67105" y="11534"/>
                  <a:pt x="78638" y="17825"/>
                  <a:pt x="85978" y="24116"/>
                </a:cubicBezTo>
                <a:cubicBezTo>
                  <a:pt x="94366" y="16776"/>
                  <a:pt x="109045" y="7340"/>
                  <a:pt x="126870" y="2936"/>
                </a:cubicBezTo>
                <a:cubicBezTo>
                  <a:pt x="143646" y="0"/>
                  <a:pt x="160422" y="1573"/>
                  <a:pt x="169859" y="8912"/>
                </a:cubicBezTo>
                <a:lnTo>
                  <a:pt x="169649" y="92059"/>
                </a:lnTo>
                <a:cubicBezTo>
                  <a:pt x="150985" y="89648"/>
                  <a:pt x="114288" y="91220"/>
                  <a:pt x="86607" y="111771"/>
                </a:cubicBezTo>
                <a:quadBezTo>
                  <a:pt x="85978" y="112400"/>
                  <a:pt x="85349" y="111771"/>
                </a:quadBezTo>
                <a:cubicBezTo>
                  <a:pt x="57668" y="91220"/>
                  <a:pt x="22019" y="89648"/>
                  <a:pt x="3146" y="93108"/>
                </a:cubicBezTo>
                <a:close/>
              </a:path>
            </a:pathLst>
          </a:custGeom>
          <a:gradFill rotWithShape="1">
            <a:gsLst>
              <a:gs pos="0">
                <a:srgbClr val="627D8D"/>
              </a:gs>
              <a:gs pos="21794">
                <a:srgbClr val="627D8D"/>
              </a:gs>
              <a:gs pos="55376">
                <a:srgbClr val="627D8D"/>
              </a:gs>
              <a:gs pos="96421">
                <a:srgbClr val="98ABB7"/>
              </a:gs>
              <a:gs pos="100000">
                <a:srgbClr val="98ABB7"/>
              </a:gs>
            </a:gsLst>
            <a:lin ang="1983350" scaled="0"/>
          </a:gradFill>
          <a:ln>
            <a:noFill/>
          </a:ln>
        </p:spPr>
      </p:sp>
      <p:sp>
        <p:nvSpPr>
          <p:cNvPr id="92" name="!!path-2xl"/>
          <p:cNvSpPr/>
          <p:nvPr/>
        </p:nvSpPr>
        <p:spPr>
          <a:xfrm>
            <a:off x="5560477" y="3107539"/>
            <a:ext cx="169859" cy="112400"/>
          </a:xfrm>
          <a:custGeom>
            <a:avLst/>
            <a:gdLst/>
            <a:ahLst/>
            <a:cxnLst/>
            <a:rect l="l" t="t" r="r" b="b"/>
            <a:pathLst>
              <a:path w="169859" h="112400">
                <a:moveTo>
                  <a:pt x="0" y="11009"/>
                </a:moveTo>
                <a:cubicBezTo>
                  <a:pt x="9437" y="4194"/>
                  <a:pt x="32504" y="2097"/>
                  <a:pt x="51377" y="7130"/>
                </a:cubicBezTo>
                <a:cubicBezTo>
                  <a:pt x="67105" y="11534"/>
                  <a:pt x="78638" y="17825"/>
                  <a:pt x="85978" y="24116"/>
                </a:cubicBezTo>
                <a:cubicBezTo>
                  <a:pt x="94366" y="16776"/>
                  <a:pt x="109045" y="7340"/>
                  <a:pt x="126870" y="2936"/>
                </a:cubicBezTo>
                <a:cubicBezTo>
                  <a:pt x="143646" y="0"/>
                  <a:pt x="160422" y="1573"/>
                  <a:pt x="169859" y="8912"/>
                </a:cubicBezTo>
                <a:lnTo>
                  <a:pt x="169649" y="92059"/>
                </a:lnTo>
                <a:cubicBezTo>
                  <a:pt x="150985" y="89648"/>
                  <a:pt x="114288" y="91220"/>
                  <a:pt x="86607" y="111771"/>
                </a:cubicBezTo>
                <a:quadBezTo>
                  <a:pt x="85978" y="112400"/>
                  <a:pt x="85349" y="111771"/>
                </a:quadBezTo>
                <a:cubicBezTo>
                  <a:pt x="57668" y="91220"/>
                  <a:pt x="22019" y="89648"/>
                  <a:pt x="3146" y="93108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0000"/>
                </a:srgbClr>
              </a:gs>
              <a:gs pos="4764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83333" t="79291" r="16667" b="20709"/>
            </a:path>
          </a:gradFill>
          <a:ln>
            <a:noFill/>
          </a:ln>
        </p:spPr>
      </p:sp>
      <p:sp>
        <p:nvSpPr>
          <p:cNvPr id="93" name="!!line-2xm"/>
          <p:cNvSpPr/>
          <p:nvPr/>
        </p:nvSpPr>
        <p:spPr>
          <a:xfrm>
            <a:off x="5647189" y="3137526"/>
            <a:ext cx="1" cy="79267"/>
          </a:xfrm>
          <a:custGeom>
            <a:avLst/>
            <a:gdLst/>
            <a:ahLst/>
            <a:cxnLst/>
            <a:rect l="l" t="t" r="r" b="b"/>
            <a:pathLst>
              <a:path w="1" h="79267">
                <a:moveTo>
                  <a:pt x="0" y="0"/>
                </a:moveTo>
                <a:lnTo>
                  <a:pt x="0" y="79267"/>
                </a:lnTo>
              </a:path>
            </a:pathLst>
          </a:custGeom>
          <a:solidFill>
            <a:srgbClr val="000000"/>
          </a:solidFill>
          <a:ln w="3565" cap="rnd">
            <a:solidFill>
              <a:srgbClr val="C9D3D9"/>
            </a:solidFill>
            <a:prstDash val="solid"/>
            <a:miter lim="800000"/>
          </a:ln>
        </p:spPr>
      </p:sp>
      <p:sp>
        <p:nvSpPr>
          <p:cNvPr id="94" name="!!path-2xn"/>
          <p:cNvSpPr/>
          <p:nvPr/>
        </p:nvSpPr>
        <p:spPr>
          <a:xfrm>
            <a:off x="5703389" y="3178313"/>
            <a:ext cx="13106" cy="19607"/>
          </a:xfrm>
          <a:custGeom>
            <a:avLst/>
            <a:gdLst/>
            <a:ahLst/>
            <a:cxnLst/>
            <a:rect l="l" t="t" r="r" b="b"/>
            <a:pathLst>
              <a:path w="13106" h="19607">
                <a:moveTo>
                  <a:pt x="0" y="1363"/>
                </a:moveTo>
                <a:lnTo>
                  <a:pt x="7864" y="0"/>
                </a:lnTo>
                <a:lnTo>
                  <a:pt x="13106" y="19188"/>
                </a:lnTo>
                <a:lnTo>
                  <a:pt x="3879" y="19607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 w="524" cap="flat">
            <a:solidFill>
              <a:srgbClr val="FFFFFF">
                <a:alpha val="55000"/>
              </a:srgbClr>
            </a:solidFill>
            <a:prstDash val="solid"/>
            <a:round/>
          </a:ln>
        </p:spPr>
      </p:sp>
      <p:sp>
        <p:nvSpPr>
          <p:cNvPr id="95" name="!!text-2xo" descr="救「舊」我的書"/>
          <p:cNvSpPr txBox="1"/>
          <p:nvPr/>
        </p:nvSpPr>
        <p:spPr>
          <a:xfrm>
            <a:off x="5769865" y="3066660"/>
            <a:ext cx="701846" cy="16131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77" b="1" kern="0" spc="-439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救</a:t>
            </a:r>
            <a:r>
              <a:rPr lang="zh-TW" altLang="en-US" sz="877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「舊</a:t>
            </a:r>
            <a:r>
              <a:rPr lang="zh-TW" altLang="en-US" sz="877" b="1" kern="0" spc="-439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」</a:t>
            </a:r>
            <a:r>
              <a:rPr lang="zh-TW" altLang="en-US" sz="877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我的書</a:t>
            </a:r>
            <a:endParaRPr lang="zh-TW" sz="877"/>
          </a:p>
        </p:txBody>
      </p:sp>
      <p:sp>
        <p:nvSpPr>
          <p:cNvPr id="96" name="!!rect-2y2"/>
          <p:cNvSpPr/>
          <p:nvPr/>
        </p:nvSpPr>
        <p:spPr>
          <a:xfrm>
            <a:off x="5133839" y="3281997"/>
            <a:ext cx="813119" cy="959124"/>
          </a:xfrm>
          <a:custGeom>
            <a:avLst/>
            <a:gdLst/>
            <a:ahLst/>
            <a:cxnLst/>
            <a:rect l="l" t="t" r="r" b="b"/>
            <a:pathLst>
              <a:path w="813119" h="959124">
                <a:moveTo>
                  <a:pt x="0" y="0"/>
                </a:moveTo>
                <a:lnTo>
                  <a:pt x="767247" y="0"/>
                </a:lnTo>
                <a:cubicBezTo>
                  <a:pt x="792581" y="0"/>
                  <a:pt x="813119" y="20538"/>
                  <a:pt x="813119" y="45872"/>
                </a:cubicBezTo>
                <a:lnTo>
                  <a:pt x="813119" y="959124"/>
                </a:lnTo>
                <a:lnTo>
                  <a:pt x="0" y="959124"/>
                </a:lnTo>
                <a:lnTo>
                  <a:pt x="0" y="0"/>
                </a:lnTo>
                <a:close/>
              </a:path>
            </a:pathLst>
          </a:custGeom>
          <a:solidFill>
            <a:srgbClr val="D5DDE2"/>
          </a:solidFill>
          <a:ln>
            <a:noFill/>
          </a:ln>
        </p:spPr>
      </p:sp>
      <p:sp>
        <p:nvSpPr>
          <p:cNvPr id="97" name="!!path-2y3"/>
          <p:cNvSpPr/>
          <p:nvPr/>
        </p:nvSpPr>
        <p:spPr>
          <a:xfrm>
            <a:off x="4806704" y="3281997"/>
            <a:ext cx="327135" cy="1143092"/>
          </a:xfrm>
          <a:custGeom>
            <a:avLst/>
            <a:gdLst/>
            <a:ahLst/>
            <a:cxnLst/>
            <a:rect l="l" t="t" r="r" b="b"/>
            <a:pathLst>
              <a:path w="327135" h="1143092">
                <a:moveTo>
                  <a:pt x="13436" y="1139925"/>
                </a:moveTo>
                <a:lnTo>
                  <a:pt x="7731" y="1132973"/>
                </a:lnTo>
                <a:lnTo>
                  <a:pt x="3492" y="1125043"/>
                </a:lnTo>
                <a:lnTo>
                  <a:pt x="881" y="1116437"/>
                </a:lnTo>
                <a:lnTo>
                  <a:pt x="0" y="1107488"/>
                </a:lnTo>
                <a:lnTo>
                  <a:pt x="0" y="45872"/>
                </a:lnTo>
                <a:lnTo>
                  <a:pt x="881" y="36923"/>
                </a:lnTo>
                <a:lnTo>
                  <a:pt x="3492" y="28318"/>
                </a:lnTo>
                <a:lnTo>
                  <a:pt x="7731" y="20387"/>
                </a:lnTo>
                <a:lnTo>
                  <a:pt x="13436" y="13436"/>
                </a:lnTo>
                <a:lnTo>
                  <a:pt x="20387" y="7731"/>
                </a:lnTo>
                <a:lnTo>
                  <a:pt x="28318" y="3492"/>
                </a:lnTo>
                <a:lnTo>
                  <a:pt x="36923" y="881"/>
                </a:lnTo>
                <a:lnTo>
                  <a:pt x="45872" y="0"/>
                </a:lnTo>
                <a:lnTo>
                  <a:pt x="327135" y="0"/>
                </a:lnTo>
                <a:lnTo>
                  <a:pt x="327135" y="959124"/>
                </a:lnTo>
                <a:lnTo>
                  <a:pt x="17295" y="1143092"/>
                </a:lnTo>
                <a:close/>
              </a:path>
            </a:pathLst>
          </a:custGeom>
          <a:solidFill>
            <a:srgbClr val="C4CED5"/>
          </a:solidFill>
          <a:ln>
            <a:noFill/>
          </a:ln>
        </p:spPr>
      </p:sp>
      <p:sp>
        <p:nvSpPr>
          <p:cNvPr id="98" name="!!path-2y4"/>
          <p:cNvSpPr/>
          <p:nvPr/>
        </p:nvSpPr>
        <p:spPr>
          <a:xfrm>
            <a:off x="4823999" y="4241121"/>
            <a:ext cx="1122959" cy="194236"/>
          </a:xfrm>
          <a:custGeom>
            <a:avLst/>
            <a:gdLst/>
            <a:ahLst/>
            <a:cxnLst/>
            <a:rect l="l" t="t" r="r" b="b"/>
            <a:pathLst>
              <a:path w="1122959" h="194236">
                <a:moveTo>
                  <a:pt x="0" y="183968"/>
                </a:moveTo>
                <a:lnTo>
                  <a:pt x="3092" y="186505"/>
                </a:lnTo>
                <a:lnTo>
                  <a:pt x="11023" y="190745"/>
                </a:lnTo>
                <a:lnTo>
                  <a:pt x="19628" y="193355"/>
                </a:lnTo>
                <a:lnTo>
                  <a:pt x="28578" y="194236"/>
                </a:lnTo>
                <a:lnTo>
                  <a:pt x="1077087" y="194236"/>
                </a:lnTo>
                <a:lnTo>
                  <a:pt x="1086036" y="193355"/>
                </a:lnTo>
                <a:lnTo>
                  <a:pt x="1094642" y="190745"/>
                </a:lnTo>
                <a:lnTo>
                  <a:pt x="1102572" y="186505"/>
                </a:lnTo>
                <a:lnTo>
                  <a:pt x="1109524" y="180801"/>
                </a:lnTo>
                <a:lnTo>
                  <a:pt x="1115228" y="173849"/>
                </a:lnTo>
                <a:lnTo>
                  <a:pt x="1119467" y="165919"/>
                </a:lnTo>
                <a:lnTo>
                  <a:pt x="1122078" y="157313"/>
                </a:lnTo>
                <a:lnTo>
                  <a:pt x="1122959" y="148364"/>
                </a:lnTo>
                <a:lnTo>
                  <a:pt x="1122959" y="0"/>
                </a:lnTo>
                <a:lnTo>
                  <a:pt x="309840" y="0"/>
                </a:lnTo>
                <a:close/>
              </a:path>
            </a:pathLst>
          </a:custGeom>
          <a:solidFill>
            <a:srgbClr val="E8EDF0"/>
          </a:solidFill>
          <a:ln>
            <a:noFill/>
          </a:ln>
        </p:spPr>
      </p:sp>
      <p:sp>
        <p:nvSpPr>
          <p:cNvPr id="99" name="!!rect-2yl"/>
          <p:cNvSpPr/>
          <p:nvPr/>
        </p:nvSpPr>
        <p:spPr>
          <a:xfrm>
            <a:off x="4806704" y="3281997"/>
            <a:ext cx="1140254" cy="576680"/>
          </a:xfrm>
          <a:custGeom>
            <a:avLst/>
            <a:gdLst/>
            <a:ahLst/>
            <a:cxnLst/>
            <a:rect l="l" t="t" r="r" b="b"/>
            <a:pathLst>
              <a:path w="1140254" h="576680">
                <a:moveTo>
                  <a:pt x="45872" y="0"/>
                </a:moveTo>
                <a:lnTo>
                  <a:pt x="1094382" y="0"/>
                </a:lnTo>
                <a:cubicBezTo>
                  <a:pt x="1119716" y="0"/>
                  <a:pt x="1140254" y="20538"/>
                  <a:pt x="1140254" y="45872"/>
                </a:cubicBezTo>
                <a:lnTo>
                  <a:pt x="1140254" y="576680"/>
                </a:lnTo>
                <a:lnTo>
                  <a:pt x="0" y="576680"/>
                </a:lnTo>
                <a:lnTo>
                  <a:pt x="0" y="45872"/>
                </a:lnTo>
                <a:cubicBezTo>
                  <a:pt x="0" y="20538"/>
                  <a:pt x="20538" y="0"/>
                  <a:pt x="45872" y="0"/>
                </a:cubicBezTo>
                <a:close/>
              </a:path>
            </a:pathLst>
          </a:custGeom>
          <a:gradFill rotWithShape="1">
            <a:gsLst>
              <a:gs pos="0">
                <a:srgbClr val="0B1A26">
                  <a:alpha val="20000"/>
                </a:srgbClr>
              </a:gs>
              <a:gs pos="100000">
                <a:srgbClr val="0B1A26">
                  <a:alpha val="0"/>
                </a:srgbClr>
              </a:gs>
            </a:gsLst>
            <a:lin ang="5400000" scaled="0"/>
          </a:gradFill>
          <a:ln>
            <a:noFill/>
          </a:ln>
        </p:spPr>
      </p:sp>
      <p:sp>
        <p:nvSpPr>
          <p:cNvPr id="100" name="!!circle-2ym"/>
          <p:cNvSpPr/>
          <p:nvPr/>
        </p:nvSpPr>
        <p:spPr>
          <a:xfrm>
            <a:off x="5977103" y="3777418"/>
            <a:ext cx="44562" cy="44562"/>
          </a:xfrm>
          <a:prstGeom prst="ellipse">
            <a:avLst/>
          </a:prstGeom>
          <a:solidFill>
            <a:srgbClr val="AEB9C1"/>
          </a:solidFill>
          <a:ln>
            <a:noFill/>
          </a:ln>
        </p:spPr>
      </p:sp>
      <p:sp>
        <p:nvSpPr>
          <p:cNvPr id="101" name="!!rect-2yy"/>
          <p:cNvSpPr/>
          <p:nvPr/>
        </p:nvSpPr>
        <p:spPr>
          <a:xfrm>
            <a:off x="4806704" y="3281997"/>
            <a:ext cx="1140254" cy="1153360"/>
          </a:xfrm>
          <a:prstGeom prst="roundRect">
            <a:avLst>
              <a:gd name="adj" fmla="val 4023"/>
            </a:avLst>
          </a:prstGeom>
          <a:solidFill>
            <a:srgbClr val="F4F8FA">
              <a:alpha val="40000"/>
            </a:srgbClr>
          </a:solidFill>
          <a:ln>
            <a:noFill/>
          </a:ln>
        </p:spPr>
      </p:sp>
      <p:sp>
        <p:nvSpPr>
          <p:cNvPr id="102" name="!!path-2yz"/>
          <p:cNvSpPr/>
          <p:nvPr/>
        </p:nvSpPr>
        <p:spPr>
          <a:xfrm>
            <a:off x="5057560" y="3281997"/>
            <a:ext cx="501712" cy="1153360"/>
          </a:xfrm>
          <a:custGeom>
            <a:avLst/>
            <a:gdLst/>
            <a:ahLst/>
            <a:cxnLst/>
            <a:rect l="l" t="t" r="r" b="b"/>
            <a:pathLst>
              <a:path w="501712" h="1153360">
                <a:moveTo>
                  <a:pt x="319271" y="0"/>
                </a:moveTo>
                <a:lnTo>
                  <a:pt x="501712" y="0"/>
                </a:lnTo>
                <a:lnTo>
                  <a:pt x="182441" y="1153360"/>
                </a:lnTo>
                <a:lnTo>
                  <a:pt x="0" y="1153360"/>
                </a:lnTo>
                <a:close/>
              </a:path>
            </a:pathLst>
          </a:custGeom>
          <a:solidFill>
            <a:srgbClr val="FFFFFF">
              <a:alpha val="34000"/>
            </a:srgbClr>
          </a:solidFill>
          <a:ln>
            <a:noFill/>
          </a:ln>
        </p:spPr>
      </p:sp>
      <p:sp>
        <p:nvSpPr>
          <p:cNvPr id="103" name="!!path-2z0"/>
          <p:cNvSpPr/>
          <p:nvPr/>
        </p:nvSpPr>
        <p:spPr>
          <a:xfrm>
            <a:off x="5297013" y="3281997"/>
            <a:ext cx="364881" cy="1153360"/>
          </a:xfrm>
          <a:custGeom>
            <a:avLst/>
            <a:gdLst/>
            <a:ahLst/>
            <a:cxnLst/>
            <a:rect l="l" t="t" r="r" b="b"/>
            <a:pathLst>
              <a:path w="364881" h="1153360">
                <a:moveTo>
                  <a:pt x="319271" y="0"/>
                </a:moveTo>
                <a:lnTo>
                  <a:pt x="364881" y="0"/>
                </a:lnTo>
                <a:lnTo>
                  <a:pt x="45610" y="1153360"/>
                </a:lnTo>
                <a:lnTo>
                  <a:pt x="0" y="1153360"/>
                </a:lnTo>
                <a:close/>
              </a:path>
            </a:pathLst>
          </a:custGeom>
          <a:solidFill>
            <a:srgbClr val="FFFFFF">
              <a:alpha val="28000"/>
            </a:srgbClr>
          </a:solidFill>
          <a:ln>
            <a:noFill/>
          </a:ln>
        </p:spPr>
      </p:sp>
      <p:sp>
        <p:nvSpPr>
          <p:cNvPr id="104" name="!!rect-2z1"/>
          <p:cNvSpPr/>
          <p:nvPr/>
        </p:nvSpPr>
        <p:spPr>
          <a:xfrm>
            <a:off x="4811946" y="3287240"/>
            <a:ext cx="1129769" cy="1142875"/>
          </a:xfrm>
          <a:prstGeom prst="roundRect">
            <a:avLst>
              <a:gd name="adj" fmla="val 3770"/>
            </a:avLst>
          </a:prstGeom>
          <a:noFill/>
          <a:ln w="10485" cap="flat">
            <a:solidFill>
              <a:srgbClr val="FFFFFF">
                <a:alpha val="95000"/>
              </a:srgbClr>
            </a:solidFill>
            <a:prstDash val="solid"/>
            <a:miter lim="800000"/>
          </a:ln>
        </p:spPr>
      </p:sp>
      <p:sp>
        <p:nvSpPr>
          <p:cNvPr id="105" name="!!rect-2z2"/>
          <p:cNvSpPr/>
          <p:nvPr/>
        </p:nvSpPr>
        <p:spPr>
          <a:xfrm>
            <a:off x="4806704" y="3281997"/>
            <a:ext cx="1140254" cy="1153360"/>
          </a:xfrm>
          <a:prstGeom prst="roundRect">
            <a:avLst>
              <a:gd name="adj" fmla="val 4023"/>
            </a:avLst>
          </a:prstGeom>
          <a:noFill/>
          <a:ln w="6553" cap="flat">
            <a:solidFill>
              <a:srgbClr val="8FA0AB">
                <a:alpha val="50000"/>
              </a:srgbClr>
            </a:solidFill>
            <a:prstDash val="solid"/>
            <a:miter lim="800000"/>
          </a:ln>
        </p:spPr>
      </p:sp>
      <p:sp>
        <p:nvSpPr>
          <p:cNvPr id="106" name="!!rect-2z3"/>
          <p:cNvSpPr/>
          <p:nvPr/>
        </p:nvSpPr>
        <p:spPr>
          <a:xfrm>
            <a:off x="4878789" y="3354082"/>
            <a:ext cx="327659" cy="157276"/>
          </a:xfrm>
          <a:prstGeom prst="roundRect">
            <a:avLst>
              <a:gd name="adj" fmla="val 29167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107" name="!!text-2z6" descr="A01"/>
          <p:cNvSpPr txBox="1"/>
          <p:nvPr/>
        </p:nvSpPr>
        <p:spPr>
          <a:xfrm>
            <a:off x="4959085" y="3359063"/>
            <a:ext cx="194590" cy="13284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22" b="1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A01</a:t>
            </a:r>
            <a:endParaRPr lang="zh-TW" sz="722"/>
          </a:p>
        </p:txBody>
      </p:sp>
      <p:sp>
        <p:nvSpPr>
          <p:cNvPr id="108" name="!!rect-2zw"/>
          <p:cNvSpPr/>
          <p:nvPr/>
        </p:nvSpPr>
        <p:spPr>
          <a:xfrm>
            <a:off x="6378944" y="3281997"/>
            <a:ext cx="813119" cy="959124"/>
          </a:xfrm>
          <a:custGeom>
            <a:avLst/>
            <a:gdLst/>
            <a:ahLst/>
            <a:cxnLst/>
            <a:rect l="l" t="t" r="r" b="b"/>
            <a:pathLst>
              <a:path w="813119" h="959124">
                <a:moveTo>
                  <a:pt x="0" y="0"/>
                </a:moveTo>
                <a:lnTo>
                  <a:pt x="767246" y="0"/>
                </a:lnTo>
                <a:cubicBezTo>
                  <a:pt x="792581" y="0"/>
                  <a:pt x="813119" y="20538"/>
                  <a:pt x="813119" y="45872"/>
                </a:cubicBezTo>
                <a:lnTo>
                  <a:pt x="813119" y="959124"/>
                </a:lnTo>
                <a:lnTo>
                  <a:pt x="0" y="959124"/>
                </a:lnTo>
                <a:lnTo>
                  <a:pt x="0" y="0"/>
                </a:lnTo>
                <a:close/>
              </a:path>
            </a:pathLst>
          </a:custGeom>
          <a:solidFill>
            <a:srgbClr val="D5DDE2"/>
          </a:solidFill>
          <a:ln>
            <a:noFill/>
          </a:ln>
        </p:spPr>
      </p:sp>
      <p:sp>
        <p:nvSpPr>
          <p:cNvPr id="109" name="!!path-2zx"/>
          <p:cNvSpPr/>
          <p:nvPr/>
        </p:nvSpPr>
        <p:spPr>
          <a:xfrm>
            <a:off x="6051809" y="3281997"/>
            <a:ext cx="327135" cy="1143092"/>
          </a:xfrm>
          <a:custGeom>
            <a:avLst/>
            <a:gdLst/>
            <a:ahLst/>
            <a:cxnLst/>
            <a:rect l="l" t="t" r="r" b="b"/>
            <a:pathLst>
              <a:path w="327135" h="1143092">
                <a:moveTo>
                  <a:pt x="13436" y="1139925"/>
                </a:moveTo>
                <a:lnTo>
                  <a:pt x="7731" y="1132973"/>
                </a:lnTo>
                <a:lnTo>
                  <a:pt x="3492" y="1125043"/>
                </a:lnTo>
                <a:lnTo>
                  <a:pt x="881" y="1116437"/>
                </a:lnTo>
                <a:lnTo>
                  <a:pt x="0" y="1107488"/>
                </a:lnTo>
                <a:lnTo>
                  <a:pt x="0" y="45872"/>
                </a:lnTo>
                <a:lnTo>
                  <a:pt x="881" y="36923"/>
                </a:lnTo>
                <a:lnTo>
                  <a:pt x="3492" y="28318"/>
                </a:lnTo>
                <a:lnTo>
                  <a:pt x="7731" y="20387"/>
                </a:lnTo>
                <a:lnTo>
                  <a:pt x="13436" y="13436"/>
                </a:lnTo>
                <a:lnTo>
                  <a:pt x="20387" y="7731"/>
                </a:lnTo>
                <a:lnTo>
                  <a:pt x="28318" y="3492"/>
                </a:lnTo>
                <a:lnTo>
                  <a:pt x="36923" y="881"/>
                </a:lnTo>
                <a:lnTo>
                  <a:pt x="45872" y="0"/>
                </a:lnTo>
                <a:lnTo>
                  <a:pt x="327135" y="0"/>
                </a:lnTo>
                <a:lnTo>
                  <a:pt x="327135" y="959124"/>
                </a:lnTo>
                <a:lnTo>
                  <a:pt x="17295" y="1143092"/>
                </a:lnTo>
                <a:close/>
              </a:path>
            </a:pathLst>
          </a:custGeom>
          <a:solidFill>
            <a:srgbClr val="C4CED5"/>
          </a:solidFill>
          <a:ln>
            <a:noFill/>
          </a:ln>
        </p:spPr>
      </p:sp>
      <p:sp>
        <p:nvSpPr>
          <p:cNvPr id="110" name="!!path-2zy"/>
          <p:cNvSpPr/>
          <p:nvPr/>
        </p:nvSpPr>
        <p:spPr>
          <a:xfrm>
            <a:off x="6069104" y="4241121"/>
            <a:ext cx="1122959" cy="194236"/>
          </a:xfrm>
          <a:custGeom>
            <a:avLst/>
            <a:gdLst/>
            <a:ahLst/>
            <a:cxnLst/>
            <a:rect l="l" t="t" r="r" b="b"/>
            <a:pathLst>
              <a:path w="1122959" h="194236">
                <a:moveTo>
                  <a:pt x="0" y="183968"/>
                </a:moveTo>
                <a:lnTo>
                  <a:pt x="3092" y="186505"/>
                </a:lnTo>
                <a:lnTo>
                  <a:pt x="11023" y="190745"/>
                </a:lnTo>
                <a:lnTo>
                  <a:pt x="19628" y="193355"/>
                </a:lnTo>
                <a:lnTo>
                  <a:pt x="28578" y="194236"/>
                </a:lnTo>
                <a:lnTo>
                  <a:pt x="1077087" y="194236"/>
                </a:lnTo>
                <a:lnTo>
                  <a:pt x="1086036" y="193355"/>
                </a:lnTo>
                <a:lnTo>
                  <a:pt x="1094642" y="190745"/>
                </a:lnTo>
                <a:lnTo>
                  <a:pt x="1102572" y="186505"/>
                </a:lnTo>
                <a:lnTo>
                  <a:pt x="1109524" y="180801"/>
                </a:lnTo>
                <a:lnTo>
                  <a:pt x="1115228" y="173849"/>
                </a:lnTo>
                <a:lnTo>
                  <a:pt x="1119467" y="165919"/>
                </a:lnTo>
                <a:lnTo>
                  <a:pt x="1122078" y="157313"/>
                </a:lnTo>
                <a:lnTo>
                  <a:pt x="1122959" y="148364"/>
                </a:lnTo>
                <a:lnTo>
                  <a:pt x="1122959" y="0"/>
                </a:lnTo>
                <a:lnTo>
                  <a:pt x="309840" y="0"/>
                </a:lnTo>
                <a:close/>
              </a:path>
            </a:pathLst>
          </a:custGeom>
          <a:solidFill>
            <a:srgbClr val="E8EDF0"/>
          </a:solidFill>
          <a:ln>
            <a:noFill/>
          </a:ln>
        </p:spPr>
      </p:sp>
      <p:sp>
        <p:nvSpPr>
          <p:cNvPr id="111" name="!!ellipse-2zz"/>
          <p:cNvSpPr/>
          <p:nvPr/>
        </p:nvSpPr>
        <p:spPr>
          <a:xfrm>
            <a:off x="6636196" y="4302315"/>
            <a:ext cx="568816" cy="65532"/>
          </a:xfrm>
          <a:prstGeom prst="ellipse">
            <a:avLst/>
          </a:prstGeom>
          <a:solidFill>
            <a:srgbClr val="0B1A26">
              <a:alpha val="14000"/>
            </a:srgbClr>
          </a:solidFill>
          <a:ln>
            <a:noFill/>
          </a:ln>
        </p:spPr>
      </p:sp>
      <p:sp>
        <p:nvSpPr>
          <p:cNvPr id="112" name="!!rect-301"/>
          <p:cNvSpPr/>
          <p:nvPr/>
        </p:nvSpPr>
        <p:spPr>
          <a:xfrm>
            <a:off x="6665030" y="3686316"/>
            <a:ext cx="458723" cy="642212"/>
          </a:xfrm>
          <a:prstGeom prst="roundRect">
            <a:avLst>
              <a:gd name="adj" fmla="val 4286"/>
            </a:avLst>
          </a:prstGeom>
          <a:gradFill rotWithShape="1">
            <a:gsLst>
              <a:gs pos="0">
                <a:srgbClr val="AB6C59"/>
              </a:gs>
              <a:gs pos="100000">
                <a:srgbClr val="834C3C"/>
              </a:gs>
            </a:gsLst>
            <a:lin ang="3267739" scaled="0"/>
          </a:gradFill>
          <a:ln>
            <a:noFill/>
          </a:ln>
        </p:spPr>
      </p:sp>
      <p:sp>
        <p:nvSpPr>
          <p:cNvPr id="113" name="!!rect-302"/>
          <p:cNvSpPr/>
          <p:nvPr/>
        </p:nvSpPr>
        <p:spPr>
          <a:xfrm>
            <a:off x="6706315" y="3686316"/>
            <a:ext cx="22936" cy="642212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</p:spPr>
      </p:sp>
      <p:sp>
        <p:nvSpPr>
          <p:cNvPr id="114" name="!!rect-303"/>
          <p:cNvSpPr/>
          <p:nvPr/>
        </p:nvSpPr>
        <p:spPr>
          <a:xfrm>
            <a:off x="6779711" y="3801914"/>
            <a:ext cx="256885" cy="44955"/>
          </a:xfrm>
          <a:prstGeom prst="roundRect">
            <a:avLst>
              <a:gd name="adj" fmla="val 28571"/>
            </a:avLst>
          </a:prstGeom>
          <a:solidFill>
            <a:srgbClr val="F1E3C8"/>
          </a:solidFill>
          <a:ln>
            <a:noFill/>
          </a:ln>
        </p:spPr>
      </p:sp>
      <p:sp>
        <p:nvSpPr>
          <p:cNvPr id="115" name="!!rect-304"/>
          <p:cNvSpPr/>
          <p:nvPr/>
        </p:nvSpPr>
        <p:spPr>
          <a:xfrm>
            <a:off x="6779711" y="3878980"/>
            <a:ext cx="174315" cy="28900"/>
          </a:xfrm>
          <a:prstGeom prst="roundRect">
            <a:avLst>
              <a:gd name="adj" fmla="val 44444"/>
            </a:avLst>
          </a:prstGeom>
          <a:solidFill>
            <a:srgbClr val="F1E3C8">
              <a:alpha val="72000"/>
            </a:srgbClr>
          </a:solidFill>
          <a:ln>
            <a:noFill/>
          </a:ln>
        </p:spPr>
      </p:sp>
      <p:sp>
        <p:nvSpPr>
          <p:cNvPr id="116" name="!!rect-305"/>
          <p:cNvSpPr/>
          <p:nvPr/>
        </p:nvSpPr>
        <p:spPr>
          <a:xfrm>
            <a:off x="6779711" y="4200086"/>
            <a:ext cx="128442" cy="25688"/>
          </a:xfrm>
          <a:prstGeom prst="roundRect">
            <a:avLst>
              <a:gd name="adj" fmla="val 50000"/>
            </a:avLst>
          </a:prstGeom>
          <a:solidFill>
            <a:srgbClr val="F1E3C8">
              <a:alpha val="55000"/>
            </a:srgbClr>
          </a:solidFill>
          <a:ln>
            <a:noFill/>
          </a:ln>
        </p:spPr>
      </p:sp>
      <p:sp>
        <p:nvSpPr>
          <p:cNvPr id="117" name="!!rect-306"/>
          <p:cNvSpPr/>
          <p:nvPr/>
        </p:nvSpPr>
        <p:spPr>
          <a:xfrm>
            <a:off x="6051809" y="3281997"/>
            <a:ext cx="1140254" cy="576680"/>
          </a:xfrm>
          <a:custGeom>
            <a:avLst/>
            <a:gdLst/>
            <a:ahLst/>
            <a:cxnLst/>
            <a:rect l="l" t="t" r="r" b="b"/>
            <a:pathLst>
              <a:path w="1140254" h="576680">
                <a:moveTo>
                  <a:pt x="45872" y="0"/>
                </a:moveTo>
                <a:lnTo>
                  <a:pt x="1094382" y="0"/>
                </a:lnTo>
                <a:cubicBezTo>
                  <a:pt x="1119716" y="0"/>
                  <a:pt x="1140254" y="20538"/>
                  <a:pt x="1140254" y="45872"/>
                </a:cubicBezTo>
                <a:lnTo>
                  <a:pt x="1140254" y="576680"/>
                </a:lnTo>
                <a:lnTo>
                  <a:pt x="0" y="576680"/>
                </a:lnTo>
                <a:lnTo>
                  <a:pt x="0" y="45872"/>
                </a:lnTo>
                <a:cubicBezTo>
                  <a:pt x="0" y="20538"/>
                  <a:pt x="20538" y="0"/>
                  <a:pt x="45872" y="0"/>
                </a:cubicBezTo>
                <a:close/>
              </a:path>
            </a:pathLst>
          </a:custGeom>
          <a:gradFill rotWithShape="1">
            <a:gsLst>
              <a:gs pos="0">
                <a:srgbClr val="0B1A26">
                  <a:alpha val="20000"/>
                </a:srgbClr>
              </a:gs>
              <a:gs pos="100000">
                <a:srgbClr val="0B1A26">
                  <a:alpha val="0"/>
                </a:srgbClr>
              </a:gs>
            </a:gsLst>
            <a:lin ang="5400000" scaled="0"/>
          </a:gradFill>
          <a:ln>
            <a:noFill/>
          </a:ln>
        </p:spPr>
      </p:sp>
      <p:sp>
        <p:nvSpPr>
          <p:cNvPr id="118" name="!!circle-307"/>
          <p:cNvSpPr/>
          <p:nvPr/>
        </p:nvSpPr>
        <p:spPr>
          <a:xfrm>
            <a:off x="5977103" y="3895375"/>
            <a:ext cx="44562" cy="44562"/>
          </a:xfrm>
          <a:prstGeom prst="ellipse">
            <a:avLst/>
          </a:prstGeom>
          <a:solidFill>
            <a:srgbClr val="AEB9C1"/>
          </a:solidFill>
          <a:ln>
            <a:noFill/>
          </a:ln>
        </p:spPr>
      </p:sp>
      <p:sp>
        <p:nvSpPr>
          <p:cNvPr id="119" name="!!rect-309"/>
          <p:cNvSpPr/>
          <p:nvPr/>
        </p:nvSpPr>
        <p:spPr>
          <a:xfrm>
            <a:off x="6051809" y="3281997"/>
            <a:ext cx="1140254" cy="1153360"/>
          </a:xfrm>
          <a:prstGeom prst="roundRect">
            <a:avLst>
              <a:gd name="adj" fmla="val 4023"/>
            </a:avLst>
          </a:prstGeom>
          <a:solidFill>
            <a:srgbClr val="F4F8FA">
              <a:alpha val="40000"/>
            </a:srgbClr>
          </a:solidFill>
          <a:ln>
            <a:noFill/>
          </a:ln>
        </p:spPr>
      </p:sp>
      <p:sp>
        <p:nvSpPr>
          <p:cNvPr id="120" name="!!path-30a"/>
          <p:cNvSpPr/>
          <p:nvPr/>
        </p:nvSpPr>
        <p:spPr>
          <a:xfrm>
            <a:off x="6302665" y="3281997"/>
            <a:ext cx="501712" cy="1153360"/>
          </a:xfrm>
          <a:custGeom>
            <a:avLst/>
            <a:gdLst/>
            <a:ahLst/>
            <a:cxnLst/>
            <a:rect l="l" t="t" r="r" b="b"/>
            <a:pathLst>
              <a:path w="501712" h="1153360">
                <a:moveTo>
                  <a:pt x="319271" y="0"/>
                </a:moveTo>
                <a:lnTo>
                  <a:pt x="501712" y="0"/>
                </a:lnTo>
                <a:lnTo>
                  <a:pt x="182441" y="1153360"/>
                </a:lnTo>
                <a:lnTo>
                  <a:pt x="0" y="1153360"/>
                </a:lnTo>
                <a:close/>
              </a:path>
            </a:pathLst>
          </a:custGeom>
          <a:solidFill>
            <a:srgbClr val="FFFFFF">
              <a:alpha val="34000"/>
            </a:srgbClr>
          </a:solidFill>
          <a:ln>
            <a:noFill/>
          </a:ln>
        </p:spPr>
      </p:sp>
      <p:sp>
        <p:nvSpPr>
          <p:cNvPr id="121" name="!!path-30b"/>
          <p:cNvSpPr/>
          <p:nvPr/>
        </p:nvSpPr>
        <p:spPr>
          <a:xfrm>
            <a:off x="6542118" y="3281997"/>
            <a:ext cx="364881" cy="1153360"/>
          </a:xfrm>
          <a:custGeom>
            <a:avLst/>
            <a:gdLst/>
            <a:ahLst/>
            <a:cxnLst/>
            <a:rect l="l" t="t" r="r" b="b"/>
            <a:pathLst>
              <a:path w="364881" h="1153360">
                <a:moveTo>
                  <a:pt x="319271" y="0"/>
                </a:moveTo>
                <a:lnTo>
                  <a:pt x="364881" y="0"/>
                </a:lnTo>
                <a:lnTo>
                  <a:pt x="45610" y="1153360"/>
                </a:lnTo>
                <a:lnTo>
                  <a:pt x="0" y="1153360"/>
                </a:lnTo>
                <a:close/>
              </a:path>
            </a:pathLst>
          </a:custGeom>
          <a:solidFill>
            <a:srgbClr val="FFFFFF">
              <a:alpha val="28000"/>
            </a:srgbClr>
          </a:solidFill>
          <a:ln>
            <a:noFill/>
          </a:ln>
        </p:spPr>
      </p:sp>
      <p:sp>
        <p:nvSpPr>
          <p:cNvPr id="122" name="!!rect-30c"/>
          <p:cNvSpPr/>
          <p:nvPr/>
        </p:nvSpPr>
        <p:spPr>
          <a:xfrm>
            <a:off x="6057051" y="3287240"/>
            <a:ext cx="1129769" cy="1142875"/>
          </a:xfrm>
          <a:prstGeom prst="roundRect">
            <a:avLst>
              <a:gd name="adj" fmla="val 3770"/>
            </a:avLst>
          </a:prstGeom>
          <a:noFill/>
          <a:ln w="10485" cap="flat">
            <a:solidFill>
              <a:srgbClr val="FFFFFF">
                <a:alpha val="95000"/>
              </a:srgbClr>
            </a:solidFill>
            <a:prstDash val="solid"/>
            <a:miter lim="800000"/>
          </a:ln>
        </p:spPr>
      </p:sp>
      <p:sp>
        <p:nvSpPr>
          <p:cNvPr id="123" name="!!rect-30d"/>
          <p:cNvSpPr/>
          <p:nvPr/>
        </p:nvSpPr>
        <p:spPr>
          <a:xfrm>
            <a:off x="6051809" y="3281997"/>
            <a:ext cx="1140254" cy="1153360"/>
          </a:xfrm>
          <a:prstGeom prst="roundRect">
            <a:avLst>
              <a:gd name="adj" fmla="val 4023"/>
            </a:avLst>
          </a:prstGeom>
          <a:noFill/>
          <a:ln w="6553" cap="flat">
            <a:solidFill>
              <a:srgbClr val="8FA0AB">
                <a:alpha val="50000"/>
              </a:srgbClr>
            </a:solidFill>
            <a:prstDash val="solid"/>
            <a:miter lim="800000"/>
          </a:ln>
        </p:spPr>
      </p:sp>
      <p:sp>
        <p:nvSpPr>
          <p:cNvPr id="124" name="!!rect-30e"/>
          <p:cNvSpPr/>
          <p:nvPr/>
        </p:nvSpPr>
        <p:spPr>
          <a:xfrm>
            <a:off x="6123894" y="3354082"/>
            <a:ext cx="327659" cy="157276"/>
          </a:xfrm>
          <a:prstGeom prst="roundRect">
            <a:avLst>
              <a:gd name="adj" fmla="val 29167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125" name="!!text-30f" descr="A02"/>
          <p:cNvSpPr txBox="1"/>
          <p:nvPr/>
        </p:nvSpPr>
        <p:spPr>
          <a:xfrm>
            <a:off x="6204190" y="3359063"/>
            <a:ext cx="194590" cy="13284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22" b="1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A02</a:t>
            </a:r>
            <a:endParaRPr lang="zh-TW" sz="722"/>
          </a:p>
        </p:txBody>
      </p:sp>
      <p:sp>
        <p:nvSpPr>
          <p:cNvPr id="126" name="!!rect-30m"/>
          <p:cNvSpPr/>
          <p:nvPr/>
        </p:nvSpPr>
        <p:spPr>
          <a:xfrm>
            <a:off x="5133839" y="4527102"/>
            <a:ext cx="813119" cy="959124"/>
          </a:xfrm>
          <a:custGeom>
            <a:avLst/>
            <a:gdLst/>
            <a:ahLst/>
            <a:cxnLst/>
            <a:rect l="l" t="t" r="r" b="b"/>
            <a:pathLst>
              <a:path w="813119" h="959124">
                <a:moveTo>
                  <a:pt x="0" y="0"/>
                </a:moveTo>
                <a:lnTo>
                  <a:pt x="767247" y="0"/>
                </a:lnTo>
                <a:cubicBezTo>
                  <a:pt x="792581" y="0"/>
                  <a:pt x="813119" y="20538"/>
                  <a:pt x="813119" y="45872"/>
                </a:cubicBezTo>
                <a:lnTo>
                  <a:pt x="813119" y="959124"/>
                </a:lnTo>
                <a:lnTo>
                  <a:pt x="0" y="959124"/>
                </a:lnTo>
                <a:lnTo>
                  <a:pt x="0" y="0"/>
                </a:lnTo>
                <a:close/>
              </a:path>
            </a:pathLst>
          </a:custGeom>
          <a:solidFill>
            <a:srgbClr val="D5DDE2"/>
          </a:solidFill>
          <a:ln>
            <a:noFill/>
          </a:ln>
        </p:spPr>
      </p:sp>
      <p:sp>
        <p:nvSpPr>
          <p:cNvPr id="127" name="!!path-30n"/>
          <p:cNvSpPr/>
          <p:nvPr/>
        </p:nvSpPr>
        <p:spPr>
          <a:xfrm>
            <a:off x="4806704" y="4527102"/>
            <a:ext cx="327135" cy="1143092"/>
          </a:xfrm>
          <a:custGeom>
            <a:avLst/>
            <a:gdLst/>
            <a:ahLst/>
            <a:cxnLst/>
            <a:rect l="l" t="t" r="r" b="b"/>
            <a:pathLst>
              <a:path w="327135" h="1143092">
                <a:moveTo>
                  <a:pt x="13436" y="1139925"/>
                </a:moveTo>
                <a:lnTo>
                  <a:pt x="7731" y="1132973"/>
                </a:lnTo>
                <a:lnTo>
                  <a:pt x="3492" y="1125043"/>
                </a:lnTo>
                <a:lnTo>
                  <a:pt x="881" y="1116437"/>
                </a:lnTo>
                <a:lnTo>
                  <a:pt x="0" y="1107488"/>
                </a:lnTo>
                <a:lnTo>
                  <a:pt x="0" y="45872"/>
                </a:lnTo>
                <a:lnTo>
                  <a:pt x="881" y="36923"/>
                </a:lnTo>
                <a:lnTo>
                  <a:pt x="3492" y="28318"/>
                </a:lnTo>
                <a:lnTo>
                  <a:pt x="7731" y="20387"/>
                </a:lnTo>
                <a:lnTo>
                  <a:pt x="13436" y="13436"/>
                </a:lnTo>
                <a:lnTo>
                  <a:pt x="20387" y="7731"/>
                </a:lnTo>
                <a:lnTo>
                  <a:pt x="28318" y="3492"/>
                </a:lnTo>
                <a:lnTo>
                  <a:pt x="36923" y="881"/>
                </a:lnTo>
                <a:lnTo>
                  <a:pt x="45872" y="0"/>
                </a:lnTo>
                <a:lnTo>
                  <a:pt x="327135" y="0"/>
                </a:lnTo>
                <a:lnTo>
                  <a:pt x="327135" y="959124"/>
                </a:lnTo>
                <a:lnTo>
                  <a:pt x="17295" y="1143092"/>
                </a:lnTo>
                <a:close/>
              </a:path>
            </a:pathLst>
          </a:custGeom>
          <a:solidFill>
            <a:srgbClr val="C4CED5"/>
          </a:solidFill>
          <a:ln>
            <a:noFill/>
          </a:ln>
        </p:spPr>
      </p:sp>
      <p:sp>
        <p:nvSpPr>
          <p:cNvPr id="128" name="!!path-30o"/>
          <p:cNvSpPr/>
          <p:nvPr/>
        </p:nvSpPr>
        <p:spPr>
          <a:xfrm>
            <a:off x="4823999" y="5486226"/>
            <a:ext cx="1122959" cy="194236"/>
          </a:xfrm>
          <a:custGeom>
            <a:avLst/>
            <a:gdLst/>
            <a:ahLst/>
            <a:cxnLst/>
            <a:rect l="l" t="t" r="r" b="b"/>
            <a:pathLst>
              <a:path w="1122959" h="194236">
                <a:moveTo>
                  <a:pt x="0" y="183968"/>
                </a:moveTo>
                <a:lnTo>
                  <a:pt x="3092" y="186505"/>
                </a:lnTo>
                <a:lnTo>
                  <a:pt x="11023" y="190745"/>
                </a:lnTo>
                <a:lnTo>
                  <a:pt x="19628" y="193355"/>
                </a:lnTo>
                <a:lnTo>
                  <a:pt x="28578" y="194236"/>
                </a:lnTo>
                <a:lnTo>
                  <a:pt x="1077087" y="194236"/>
                </a:lnTo>
                <a:lnTo>
                  <a:pt x="1086036" y="193355"/>
                </a:lnTo>
                <a:lnTo>
                  <a:pt x="1094642" y="190745"/>
                </a:lnTo>
                <a:lnTo>
                  <a:pt x="1102572" y="186505"/>
                </a:lnTo>
                <a:lnTo>
                  <a:pt x="1109524" y="180801"/>
                </a:lnTo>
                <a:lnTo>
                  <a:pt x="1115228" y="173849"/>
                </a:lnTo>
                <a:lnTo>
                  <a:pt x="1119467" y="165919"/>
                </a:lnTo>
                <a:lnTo>
                  <a:pt x="1122078" y="157313"/>
                </a:lnTo>
                <a:lnTo>
                  <a:pt x="1122959" y="148364"/>
                </a:lnTo>
                <a:lnTo>
                  <a:pt x="1122959" y="0"/>
                </a:lnTo>
                <a:lnTo>
                  <a:pt x="309840" y="0"/>
                </a:lnTo>
                <a:close/>
              </a:path>
            </a:pathLst>
          </a:custGeom>
          <a:solidFill>
            <a:srgbClr val="E8EDF0"/>
          </a:solidFill>
          <a:ln>
            <a:noFill/>
          </a:ln>
        </p:spPr>
      </p:sp>
      <p:sp>
        <p:nvSpPr>
          <p:cNvPr id="129" name="!!ellipse-30p"/>
          <p:cNvSpPr/>
          <p:nvPr/>
        </p:nvSpPr>
        <p:spPr>
          <a:xfrm>
            <a:off x="5299870" y="5547420"/>
            <a:ext cx="568816" cy="65532"/>
          </a:xfrm>
          <a:prstGeom prst="ellipse">
            <a:avLst/>
          </a:prstGeom>
          <a:solidFill>
            <a:srgbClr val="0B1A26">
              <a:alpha val="14000"/>
            </a:srgbClr>
          </a:solidFill>
          <a:ln>
            <a:noFill/>
          </a:ln>
        </p:spPr>
      </p:sp>
      <p:sp>
        <p:nvSpPr>
          <p:cNvPr id="130" name="!!rect-30r"/>
          <p:cNvSpPr/>
          <p:nvPr/>
        </p:nvSpPr>
        <p:spPr>
          <a:xfrm>
            <a:off x="5328704" y="4931421"/>
            <a:ext cx="458723" cy="642212"/>
          </a:xfrm>
          <a:prstGeom prst="roundRect">
            <a:avLst>
              <a:gd name="adj" fmla="val 4286"/>
            </a:avLst>
          </a:prstGeom>
          <a:gradFill rotWithShape="1">
            <a:gsLst>
              <a:gs pos="0">
                <a:srgbClr val="4D76A6"/>
              </a:gs>
              <a:gs pos="100000">
                <a:srgbClr val="32557E"/>
              </a:gs>
            </a:gsLst>
            <a:lin ang="3267739" scaled="0"/>
          </a:gradFill>
          <a:ln>
            <a:noFill/>
          </a:ln>
        </p:spPr>
      </p:sp>
      <p:sp>
        <p:nvSpPr>
          <p:cNvPr id="131" name="!!rect-30s"/>
          <p:cNvSpPr/>
          <p:nvPr/>
        </p:nvSpPr>
        <p:spPr>
          <a:xfrm>
            <a:off x="5369989" y="4931421"/>
            <a:ext cx="22936" cy="642212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</p:spPr>
      </p:sp>
      <p:sp>
        <p:nvSpPr>
          <p:cNvPr id="132" name="!!rect-30t"/>
          <p:cNvSpPr/>
          <p:nvPr/>
        </p:nvSpPr>
        <p:spPr>
          <a:xfrm>
            <a:off x="5443385" y="5047019"/>
            <a:ext cx="256885" cy="44955"/>
          </a:xfrm>
          <a:prstGeom prst="roundRect">
            <a:avLst>
              <a:gd name="adj" fmla="val 28571"/>
            </a:avLst>
          </a:prstGeom>
          <a:solidFill>
            <a:srgbClr val="E9EEF1"/>
          </a:solidFill>
          <a:ln>
            <a:noFill/>
          </a:ln>
        </p:spPr>
      </p:sp>
      <p:sp>
        <p:nvSpPr>
          <p:cNvPr id="133" name="!!rect-30u"/>
          <p:cNvSpPr/>
          <p:nvPr/>
        </p:nvSpPr>
        <p:spPr>
          <a:xfrm>
            <a:off x="5443385" y="5124084"/>
            <a:ext cx="174315" cy="28900"/>
          </a:xfrm>
          <a:prstGeom prst="roundRect">
            <a:avLst>
              <a:gd name="adj" fmla="val 44444"/>
            </a:avLst>
          </a:prstGeom>
          <a:solidFill>
            <a:srgbClr val="E9EEF1">
              <a:alpha val="72000"/>
            </a:srgbClr>
          </a:solidFill>
          <a:ln>
            <a:noFill/>
          </a:ln>
        </p:spPr>
      </p:sp>
      <p:sp>
        <p:nvSpPr>
          <p:cNvPr id="134" name="!!rect-30v"/>
          <p:cNvSpPr/>
          <p:nvPr/>
        </p:nvSpPr>
        <p:spPr>
          <a:xfrm>
            <a:off x="5443385" y="5445190"/>
            <a:ext cx="128442" cy="25688"/>
          </a:xfrm>
          <a:prstGeom prst="roundRect">
            <a:avLst>
              <a:gd name="adj" fmla="val 50000"/>
            </a:avLst>
          </a:prstGeom>
          <a:solidFill>
            <a:srgbClr val="E9EEF1">
              <a:alpha val="55000"/>
            </a:srgbClr>
          </a:solidFill>
          <a:ln>
            <a:noFill/>
          </a:ln>
        </p:spPr>
      </p:sp>
      <p:sp>
        <p:nvSpPr>
          <p:cNvPr id="135" name="!!rect-30w"/>
          <p:cNvSpPr/>
          <p:nvPr/>
        </p:nvSpPr>
        <p:spPr>
          <a:xfrm>
            <a:off x="4806704" y="4527102"/>
            <a:ext cx="1140254" cy="576680"/>
          </a:xfrm>
          <a:custGeom>
            <a:avLst/>
            <a:gdLst/>
            <a:ahLst/>
            <a:cxnLst/>
            <a:rect l="l" t="t" r="r" b="b"/>
            <a:pathLst>
              <a:path w="1140254" h="576680">
                <a:moveTo>
                  <a:pt x="45872" y="0"/>
                </a:moveTo>
                <a:lnTo>
                  <a:pt x="1094382" y="0"/>
                </a:lnTo>
                <a:cubicBezTo>
                  <a:pt x="1119716" y="0"/>
                  <a:pt x="1140254" y="20538"/>
                  <a:pt x="1140254" y="45872"/>
                </a:cubicBezTo>
                <a:lnTo>
                  <a:pt x="1140254" y="576680"/>
                </a:lnTo>
                <a:lnTo>
                  <a:pt x="0" y="576680"/>
                </a:lnTo>
                <a:lnTo>
                  <a:pt x="0" y="45872"/>
                </a:lnTo>
                <a:cubicBezTo>
                  <a:pt x="0" y="20538"/>
                  <a:pt x="20538" y="0"/>
                  <a:pt x="45872" y="0"/>
                </a:cubicBezTo>
                <a:close/>
              </a:path>
            </a:pathLst>
          </a:custGeom>
          <a:gradFill rotWithShape="1">
            <a:gsLst>
              <a:gs pos="0">
                <a:srgbClr val="0B1A26">
                  <a:alpha val="20000"/>
                </a:srgbClr>
              </a:gs>
              <a:gs pos="100000">
                <a:srgbClr val="0B1A26">
                  <a:alpha val="0"/>
                </a:srgbClr>
              </a:gs>
            </a:gsLst>
            <a:lin ang="5400000" scaled="0"/>
          </a:gradFill>
          <a:ln>
            <a:noFill/>
          </a:ln>
        </p:spPr>
      </p:sp>
      <p:sp>
        <p:nvSpPr>
          <p:cNvPr id="136" name="!!circle-30x"/>
          <p:cNvSpPr/>
          <p:nvPr/>
        </p:nvSpPr>
        <p:spPr>
          <a:xfrm>
            <a:off x="5977103" y="5022523"/>
            <a:ext cx="44562" cy="44562"/>
          </a:xfrm>
          <a:prstGeom prst="ellipse">
            <a:avLst/>
          </a:prstGeom>
          <a:solidFill>
            <a:srgbClr val="AEB9C1"/>
          </a:solidFill>
          <a:ln>
            <a:noFill/>
          </a:ln>
        </p:spPr>
      </p:sp>
      <p:sp>
        <p:nvSpPr>
          <p:cNvPr id="137" name="!!rect-30z"/>
          <p:cNvSpPr/>
          <p:nvPr/>
        </p:nvSpPr>
        <p:spPr>
          <a:xfrm>
            <a:off x="4806704" y="4527102"/>
            <a:ext cx="1140254" cy="1153360"/>
          </a:xfrm>
          <a:prstGeom prst="roundRect">
            <a:avLst>
              <a:gd name="adj" fmla="val 4023"/>
            </a:avLst>
          </a:prstGeom>
          <a:solidFill>
            <a:srgbClr val="F4F8FA">
              <a:alpha val="40000"/>
            </a:srgbClr>
          </a:solidFill>
          <a:ln>
            <a:noFill/>
          </a:ln>
        </p:spPr>
      </p:sp>
      <p:sp>
        <p:nvSpPr>
          <p:cNvPr id="138" name="!!path-310"/>
          <p:cNvSpPr/>
          <p:nvPr/>
        </p:nvSpPr>
        <p:spPr>
          <a:xfrm>
            <a:off x="5057560" y="4527102"/>
            <a:ext cx="501712" cy="1153360"/>
          </a:xfrm>
          <a:custGeom>
            <a:avLst/>
            <a:gdLst/>
            <a:ahLst/>
            <a:cxnLst/>
            <a:rect l="l" t="t" r="r" b="b"/>
            <a:pathLst>
              <a:path w="501712" h="1153360">
                <a:moveTo>
                  <a:pt x="319271" y="0"/>
                </a:moveTo>
                <a:lnTo>
                  <a:pt x="501712" y="0"/>
                </a:lnTo>
                <a:lnTo>
                  <a:pt x="182441" y="1153360"/>
                </a:lnTo>
                <a:lnTo>
                  <a:pt x="0" y="1153360"/>
                </a:lnTo>
                <a:close/>
              </a:path>
            </a:pathLst>
          </a:custGeom>
          <a:solidFill>
            <a:srgbClr val="FFFFFF">
              <a:alpha val="34000"/>
            </a:srgbClr>
          </a:solidFill>
          <a:ln>
            <a:noFill/>
          </a:ln>
        </p:spPr>
      </p:sp>
      <p:sp>
        <p:nvSpPr>
          <p:cNvPr id="139" name="!!path-311"/>
          <p:cNvSpPr/>
          <p:nvPr/>
        </p:nvSpPr>
        <p:spPr>
          <a:xfrm>
            <a:off x="5297013" y="4527102"/>
            <a:ext cx="364881" cy="1153360"/>
          </a:xfrm>
          <a:custGeom>
            <a:avLst/>
            <a:gdLst/>
            <a:ahLst/>
            <a:cxnLst/>
            <a:rect l="l" t="t" r="r" b="b"/>
            <a:pathLst>
              <a:path w="364881" h="1153360">
                <a:moveTo>
                  <a:pt x="319271" y="0"/>
                </a:moveTo>
                <a:lnTo>
                  <a:pt x="364881" y="0"/>
                </a:lnTo>
                <a:lnTo>
                  <a:pt x="45610" y="1153360"/>
                </a:lnTo>
                <a:lnTo>
                  <a:pt x="0" y="1153360"/>
                </a:lnTo>
                <a:close/>
              </a:path>
            </a:pathLst>
          </a:custGeom>
          <a:solidFill>
            <a:srgbClr val="FFFFFF">
              <a:alpha val="28000"/>
            </a:srgbClr>
          </a:solidFill>
          <a:ln>
            <a:noFill/>
          </a:ln>
        </p:spPr>
      </p:sp>
      <p:sp>
        <p:nvSpPr>
          <p:cNvPr id="140" name="!!rect-312"/>
          <p:cNvSpPr/>
          <p:nvPr/>
        </p:nvSpPr>
        <p:spPr>
          <a:xfrm>
            <a:off x="4811946" y="4532345"/>
            <a:ext cx="1129769" cy="1142875"/>
          </a:xfrm>
          <a:prstGeom prst="roundRect">
            <a:avLst>
              <a:gd name="adj" fmla="val 3770"/>
            </a:avLst>
          </a:prstGeom>
          <a:noFill/>
          <a:ln w="10485" cap="flat">
            <a:solidFill>
              <a:srgbClr val="FFFFFF">
                <a:alpha val="95000"/>
              </a:srgbClr>
            </a:solidFill>
            <a:prstDash val="solid"/>
            <a:miter lim="800000"/>
          </a:ln>
        </p:spPr>
      </p:sp>
      <p:sp>
        <p:nvSpPr>
          <p:cNvPr id="141" name="!!rect-313"/>
          <p:cNvSpPr/>
          <p:nvPr/>
        </p:nvSpPr>
        <p:spPr>
          <a:xfrm>
            <a:off x="4806704" y="4527102"/>
            <a:ext cx="1140254" cy="1153360"/>
          </a:xfrm>
          <a:prstGeom prst="roundRect">
            <a:avLst>
              <a:gd name="adj" fmla="val 4023"/>
            </a:avLst>
          </a:prstGeom>
          <a:noFill/>
          <a:ln w="6553" cap="flat">
            <a:solidFill>
              <a:srgbClr val="8FA0AB">
                <a:alpha val="50000"/>
              </a:srgbClr>
            </a:solidFill>
            <a:prstDash val="solid"/>
            <a:miter lim="800000"/>
          </a:ln>
        </p:spPr>
      </p:sp>
      <p:sp>
        <p:nvSpPr>
          <p:cNvPr id="142" name="!!rect-314"/>
          <p:cNvSpPr/>
          <p:nvPr/>
        </p:nvSpPr>
        <p:spPr>
          <a:xfrm>
            <a:off x="4878789" y="4599187"/>
            <a:ext cx="327659" cy="157276"/>
          </a:xfrm>
          <a:prstGeom prst="roundRect">
            <a:avLst>
              <a:gd name="adj" fmla="val 29167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143" name="!!text-315" descr="A03"/>
          <p:cNvSpPr txBox="1"/>
          <p:nvPr/>
        </p:nvSpPr>
        <p:spPr>
          <a:xfrm>
            <a:off x="4959085" y="4604168"/>
            <a:ext cx="194590" cy="13284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22" b="1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A03</a:t>
            </a:r>
            <a:endParaRPr lang="zh-TW" sz="722"/>
          </a:p>
        </p:txBody>
      </p:sp>
      <p:sp>
        <p:nvSpPr>
          <p:cNvPr id="144" name="!!rect-31c"/>
          <p:cNvSpPr/>
          <p:nvPr/>
        </p:nvSpPr>
        <p:spPr>
          <a:xfrm>
            <a:off x="6378944" y="4527102"/>
            <a:ext cx="813119" cy="959124"/>
          </a:xfrm>
          <a:custGeom>
            <a:avLst/>
            <a:gdLst/>
            <a:ahLst/>
            <a:cxnLst/>
            <a:rect l="l" t="t" r="r" b="b"/>
            <a:pathLst>
              <a:path w="813119" h="959124">
                <a:moveTo>
                  <a:pt x="0" y="0"/>
                </a:moveTo>
                <a:lnTo>
                  <a:pt x="767246" y="0"/>
                </a:lnTo>
                <a:cubicBezTo>
                  <a:pt x="792581" y="0"/>
                  <a:pt x="813119" y="20538"/>
                  <a:pt x="813119" y="45872"/>
                </a:cubicBezTo>
                <a:lnTo>
                  <a:pt x="813119" y="959124"/>
                </a:lnTo>
                <a:lnTo>
                  <a:pt x="0" y="959124"/>
                </a:lnTo>
                <a:lnTo>
                  <a:pt x="0" y="0"/>
                </a:lnTo>
                <a:close/>
              </a:path>
            </a:pathLst>
          </a:custGeom>
          <a:solidFill>
            <a:srgbClr val="D5DDE2"/>
          </a:solidFill>
          <a:ln>
            <a:noFill/>
          </a:ln>
        </p:spPr>
      </p:sp>
      <p:sp>
        <p:nvSpPr>
          <p:cNvPr id="145" name="!!path-31d"/>
          <p:cNvSpPr/>
          <p:nvPr/>
        </p:nvSpPr>
        <p:spPr>
          <a:xfrm>
            <a:off x="6051809" y="4527102"/>
            <a:ext cx="327135" cy="1143092"/>
          </a:xfrm>
          <a:custGeom>
            <a:avLst/>
            <a:gdLst/>
            <a:ahLst/>
            <a:cxnLst/>
            <a:rect l="l" t="t" r="r" b="b"/>
            <a:pathLst>
              <a:path w="327135" h="1143092">
                <a:moveTo>
                  <a:pt x="13436" y="1139925"/>
                </a:moveTo>
                <a:lnTo>
                  <a:pt x="7731" y="1132973"/>
                </a:lnTo>
                <a:lnTo>
                  <a:pt x="3492" y="1125043"/>
                </a:lnTo>
                <a:lnTo>
                  <a:pt x="881" y="1116437"/>
                </a:lnTo>
                <a:lnTo>
                  <a:pt x="0" y="1107488"/>
                </a:lnTo>
                <a:lnTo>
                  <a:pt x="0" y="45872"/>
                </a:lnTo>
                <a:lnTo>
                  <a:pt x="881" y="36923"/>
                </a:lnTo>
                <a:lnTo>
                  <a:pt x="3492" y="28318"/>
                </a:lnTo>
                <a:lnTo>
                  <a:pt x="7731" y="20387"/>
                </a:lnTo>
                <a:lnTo>
                  <a:pt x="13436" y="13436"/>
                </a:lnTo>
                <a:lnTo>
                  <a:pt x="20387" y="7731"/>
                </a:lnTo>
                <a:lnTo>
                  <a:pt x="28318" y="3492"/>
                </a:lnTo>
                <a:lnTo>
                  <a:pt x="36923" y="881"/>
                </a:lnTo>
                <a:lnTo>
                  <a:pt x="45872" y="0"/>
                </a:lnTo>
                <a:lnTo>
                  <a:pt x="327135" y="0"/>
                </a:lnTo>
                <a:lnTo>
                  <a:pt x="327135" y="959124"/>
                </a:lnTo>
                <a:lnTo>
                  <a:pt x="17295" y="1143092"/>
                </a:lnTo>
                <a:close/>
              </a:path>
            </a:pathLst>
          </a:custGeom>
          <a:solidFill>
            <a:srgbClr val="C4CED5"/>
          </a:solidFill>
          <a:ln>
            <a:noFill/>
          </a:ln>
        </p:spPr>
      </p:sp>
      <p:sp>
        <p:nvSpPr>
          <p:cNvPr id="146" name="!!path-31e"/>
          <p:cNvSpPr/>
          <p:nvPr/>
        </p:nvSpPr>
        <p:spPr>
          <a:xfrm>
            <a:off x="6069104" y="5486226"/>
            <a:ext cx="1122959" cy="194236"/>
          </a:xfrm>
          <a:custGeom>
            <a:avLst/>
            <a:gdLst/>
            <a:ahLst/>
            <a:cxnLst/>
            <a:rect l="l" t="t" r="r" b="b"/>
            <a:pathLst>
              <a:path w="1122959" h="194236">
                <a:moveTo>
                  <a:pt x="0" y="183968"/>
                </a:moveTo>
                <a:lnTo>
                  <a:pt x="3092" y="186505"/>
                </a:lnTo>
                <a:lnTo>
                  <a:pt x="11023" y="190745"/>
                </a:lnTo>
                <a:lnTo>
                  <a:pt x="19628" y="193355"/>
                </a:lnTo>
                <a:lnTo>
                  <a:pt x="28578" y="194236"/>
                </a:lnTo>
                <a:lnTo>
                  <a:pt x="1077087" y="194236"/>
                </a:lnTo>
                <a:lnTo>
                  <a:pt x="1086036" y="193355"/>
                </a:lnTo>
                <a:lnTo>
                  <a:pt x="1094642" y="190745"/>
                </a:lnTo>
                <a:lnTo>
                  <a:pt x="1102572" y="186505"/>
                </a:lnTo>
                <a:lnTo>
                  <a:pt x="1109524" y="180801"/>
                </a:lnTo>
                <a:lnTo>
                  <a:pt x="1115228" y="173849"/>
                </a:lnTo>
                <a:lnTo>
                  <a:pt x="1119467" y="165919"/>
                </a:lnTo>
                <a:lnTo>
                  <a:pt x="1122078" y="157313"/>
                </a:lnTo>
                <a:lnTo>
                  <a:pt x="1122959" y="148364"/>
                </a:lnTo>
                <a:lnTo>
                  <a:pt x="1122959" y="0"/>
                </a:lnTo>
                <a:lnTo>
                  <a:pt x="309840" y="0"/>
                </a:lnTo>
                <a:close/>
              </a:path>
            </a:pathLst>
          </a:custGeom>
          <a:solidFill>
            <a:srgbClr val="E8EDF0"/>
          </a:solidFill>
          <a:ln>
            <a:noFill/>
          </a:ln>
        </p:spPr>
      </p:sp>
      <p:sp>
        <p:nvSpPr>
          <p:cNvPr id="147" name="!!ellipse-31f"/>
          <p:cNvSpPr/>
          <p:nvPr/>
        </p:nvSpPr>
        <p:spPr>
          <a:xfrm>
            <a:off x="6727416" y="5547420"/>
            <a:ext cx="568816" cy="65532"/>
          </a:xfrm>
          <a:prstGeom prst="ellipse">
            <a:avLst/>
          </a:prstGeom>
          <a:solidFill>
            <a:srgbClr val="0B1A26">
              <a:alpha val="14000"/>
            </a:srgbClr>
          </a:solidFill>
          <a:ln>
            <a:noFill/>
          </a:ln>
        </p:spPr>
      </p:sp>
      <p:sp>
        <p:nvSpPr>
          <p:cNvPr id="148" name="!!rect-31h"/>
          <p:cNvSpPr/>
          <p:nvPr/>
        </p:nvSpPr>
        <p:spPr>
          <a:xfrm>
            <a:off x="6756250" y="4970740"/>
            <a:ext cx="458723" cy="602893"/>
          </a:xfrm>
          <a:prstGeom prst="roundRect">
            <a:avLst>
              <a:gd name="adj" fmla="val 4286"/>
            </a:avLst>
          </a:prstGeom>
          <a:gradFill rotWithShape="1">
            <a:gsLst>
              <a:gs pos="0">
                <a:srgbClr val="8074A4"/>
              </a:gs>
              <a:gs pos="100000">
                <a:srgbClr val="5E537D"/>
              </a:gs>
            </a:gsLst>
            <a:lin ang="3164016" scaled="0"/>
          </a:gradFill>
          <a:ln>
            <a:noFill/>
          </a:ln>
        </p:spPr>
      </p:sp>
      <p:sp>
        <p:nvSpPr>
          <p:cNvPr id="149" name="!!rect-31i"/>
          <p:cNvSpPr/>
          <p:nvPr/>
        </p:nvSpPr>
        <p:spPr>
          <a:xfrm>
            <a:off x="6797535" y="4970740"/>
            <a:ext cx="22936" cy="602893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</p:spPr>
      </p:sp>
      <p:sp>
        <p:nvSpPr>
          <p:cNvPr id="150" name="!!rect-31j"/>
          <p:cNvSpPr/>
          <p:nvPr/>
        </p:nvSpPr>
        <p:spPr>
          <a:xfrm>
            <a:off x="6870931" y="5079261"/>
            <a:ext cx="256885" cy="42203"/>
          </a:xfrm>
          <a:prstGeom prst="roundRect">
            <a:avLst>
              <a:gd name="adj" fmla="val 28571"/>
            </a:avLst>
          </a:prstGeom>
          <a:solidFill>
            <a:srgbClr val="EDE7F6"/>
          </a:solidFill>
          <a:ln>
            <a:noFill/>
          </a:ln>
        </p:spPr>
      </p:sp>
      <p:sp>
        <p:nvSpPr>
          <p:cNvPr id="151" name="!!rect-31k"/>
          <p:cNvSpPr/>
          <p:nvPr/>
        </p:nvSpPr>
        <p:spPr>
          <a:xfrm>
            <a:off x="6870931" y="5151608"/>
            <a:ext cx="174315" cy="27130"/>
          </a:xfrm>
          <a:prstGeom prst="roundRect">
            <a:avLst>
              <a:gd name="adj" fmla="val 44444"/>
            </a:avLst>
          </a:prstGeom>
          <a:solidFill>
            <a:srgbClr val="EDE7F6">
              <a:alpha val="72000"/>
            </a:srgbClr>
          </a:solidFill>
          <a:ln>
            <a:noFill/>
          </a:ln>
        </p:spPr>
      </p:sp>
      <p:sp>
        <p:nvSpPr>
          <p:cNvPr id="152" name="!!rect-31l"/>
          <p:cNvSpPr/>
          <p:nvPr/>
        </p:nvSpPr>
        <p:spPr>
          <a:xfrm>
            <a:off x="6870931" y="5453054"/>
            <a:ext cx="128442" cy="24116"/>
          </a:xfrm>
          <a:prstGeom prst="roundRect">
            <a:avLst>
              <a:gd name="adj" fmla="val 50000"/>
            </a:avLst>
          </a:prstGeom>
          <a:solidFill>
            <a:srgbClr val="EDE7F6">
              <a:alpha val="55000"/>
            </a:srgbClr>
          </a:solidFill>
          <a:ln>
            <a:noFill/>
          </a:ln>
        </p:spPr>
      </p:sp>
      <p:sp>
        <p:nvSpPr>
          <p:cNvPr id="153" name="!!rect-31m"/>
          <p:cNvSpPr/>
          <p:nvPr/>
        </p:nvSpPr>
        <p:spPr>
          <a:xfrm>
            <a:off x="6051809" y="4527102"/>
            <a:ext cx="1140254" cy="576680"/>
          </a:xfrm>
          <a:custGeom>
            <a:avLst/>
            <a:gdLst/>
            <a:ahLst/>
            <a:cxnLst/>
            <a:rect l="l" t="t" r="r" b="b"/>
            <a:pathLst>
              <a:path w="1140254" h="576680">
                <a:moveTo>
                  <a:pt x="45872" y="0"/>
                </a:moveTo>
                <a:lnTo>
                  <a:pt x="1094382" y="0"/>
                </a:lnTo>
                <a:cubicBezTo>
                  <a:pt x="1119716" y="0"/>
                  <a:pt x="1140254" y="20538"/>
                  <a:pt x="1140254" y="45872"/>
                </a:cubicBezTo>
                <a:lnTo>
                  <a:pt x="1140254" y="576680"/>
                </a:lnTo>
                <a:lnTo>
                  <a:pt x="0" y="576680"/>
                </a:lnTo>
                <a:lnTo>
                  <a:pt x="0" y="45872"/>
                </a:lnTo>
                <a:cubicBezTo>
                  <a:pt x="0" y="20538"/>
                  <a:pt x="20538" y="0"/>
                  <a:pt x="45872" y="0"/>
                </a:cubicBezTo>
                <a:close/>
              </a:path>
            </a:pathLst>
          </a:custGeom>
          <a:gradFill rotWithShape="1">
            <a:gsLst>
              <a:gs pos="0">
                <a:srgbClr val="0B1A26">
                  <a:alpha val="20000"/>
                </a:srgbClr>
              </a:gs>
              <a:gs pos="100000">
                <a:srgbClr val="0B1A26">
                  <a:alpha val="0"/>
                </a:srgbClr>
              </a:gs>
            </a:gsLst>
            <a:lin ang="5400000" scaled="0"/>
          </a:gradFill>
          <a:ln>
            <a:noFill/>
          </a:ln>
        </p:spPr>
      </p:sp>
      <p:sp>
        <p:nvSpPr>
          <p:cNvPr id="154" name="!!circle-31n"/>
          <p:cNvSpPr/>
          <p:nvPr/>
        </p:nvSpPr>
        <p:spPr>
          <a:xfrm>
            <a:off x="5977103" y="5140480"/>
            <a:ext cx="44562" cy="44562"/>
          </a:xfrm>
          <a:prstGeom prst="ellipse">
            <a:avLst/>
          </a:prstGeom>
          <a:solidFill>
            <a:srgbClr val="AEB9C1"/>
          </a:solidFill>
          <a:ln>
            <a:noFill/>
          </a:ln>
        </p:spPr>
      </p:sp>
      <p:sp>
        <p:nvSpPr>
          <p:cNvPr id="155" name="!!rect-31p"/>
          <p:cNvSpPr/>
          <p:nvPr/>
        </p:nvSpPr>
        <p:spPr>
          <a:xfrm>
            <a:off x="6051809" y="4527102"/>
            <a:ext cx="1140254" cy="1153360"/>
          </a:xfrm>
          <a:prstGeom prst="roundRect">
            <a:avLst>
              <a:gd name="adj" fmla="val 4023"/>
            </a:avLst>
          </a:prstGeom>
          <a:solidFill>
            <a:srgbClr val="F4F8FA">
              <a:alpha val="40000"/>
            </a:srgbClr>
          </a:solidFill>
          <a:ln>
            <a:noFill/>
          </a:ln>
        </p:spPr>
      </p:sp>
      <p:sp>
        <p:nvSpPr>
          <p:cNvPr id="156" name="!!path-31q"/>
          <p:cNvSpPr/>
          <p:nvPr/>
        </p:nvSpPr>
        <p:spPr>
          <a:xfrm>
            <a:off x="6302665" y="4527102"/>
            <a:ext cx="501712" cy="1153360"/>
          </a:xfrm>
          <a:custGeom>
            <a:avLst/>
            <a:gdLst/>
            <a:ahLst/>
            <a:cxnLst/>
            <a:rect l="l" t="t" r="r" b="b"/>
            <a:pathLst>
              <a:path w="501712" h="1153360">
                <a:moveTo>
                  <a:pt x="319271" y="0"/>
                </a:moveTo>
                <a:lnTo>
                  <a:pt x="501712" y="0"/>
                </a:lnTo>
                <a:lnTo>
                  <a:pt x="182441" y="1153360"/>
                </a:lnTo>
                <a:lnTo>
                  <a:pt x="0" y="1153360"/>
                </a:lnTo>
                <a:close/>
              </a:path>
            </a:pathLst>
          </a:custGeom>
          <a:solidFill>
            <a:srgbClr val="FFFFFF">
              <a:alpha val="34000"/>
            </a:srgbClr>
          </a:solidFill>
          <a:ln>
            <a:noFill/>
          </a:ln>
        </p:spPr>
      </p:sp>
      <p:sp>
        <p:nvSpPr>
          <p:cNvPr id="157" name="!!path-31r"/>
          <p:cNvSpPr/>
          <p:nvPr/>
        </p:nvSpPr>
        <p:spPr>
          <a:xfrm>
            <a:off x="6542118" y="4527102"/>
            <a:ext cx="364881" cy="1153360"/>
          </a:xfrm>
          <a:custGeom>
            <a:avLst/>
            <a:gdLst/>
            <a:ahLst/>
            <a:cxnLst/>
            <a:rect l="l" t="t" r="r" b="b"/>
            <a:pathLst>
              <a:path w="364881" h="1153360">
                <a:moveTo>
                  <a:pt x="319271" y="0"/>
                </a:moveTo>
                <a:lnTo>
                  <a:pt x="364881" y="0"/>
                </a:lnTo>
                <a:lnTo>
                  <a:pt x="45610" y="1153360"/>
                </a:lnTo>
                <a:lnTo>
                  <a:pt x="0" y="1153360"/>
                </a:lnTo>
                <a:close/>
              </a:path>
            </a:pathLst>
          </a:custGeom>
          <a:solidFill>
            <a:srgbClr val="FFFFFF">
              <a:alpha val="28000"/>
            </a:srgbClr>
          </a:solidFill>
          <a:ln>
            <a:noFill/>
          </a:ln>
        </p:spPr>
      </p:sp>
      <p:sp>
        <p:nvSpPr>
          <p:cNvPr id="158" name="!!rect-31s"/>
          <p:cNvSpPr/>
          <p:nvPr/>
        </p:nvSpPr>
        <p:spPr>
          <a:xfrm>
            <a:off x="6057051" y="4532345"/>
            <a:ext cx="1129769" cy="1142875"/>
          </a:xfrm>
          <a:prstGeom prst="roundRect">
            <a:avLst>
              <a:gd name="adj" fmla="val 3770"/>
            </a:avLst>
          </a:prstGeom>
          <a:noFill/>
          <a:ln w="10485" cap="flat">
            <a:solidFill>
              <a:srgbClr val="FFFFFF">
                <a:alpha val="95000"/>
              </a:srgbClr>
            </a:solidFill>
            <a:prstDash val="solid"/>
            <a:miter lim="800000"/>
          </a:ln>
        </p:spPr>
      </p:sp>
      <p:sp>
        <p:nvSpPr>
          <p:cNvPr id="159" name="!!rect-31t"/>
          <p:cNvSpPr/>
          <p:nvPr/>
        </p:nvSpPr>
        <p:spPr>
          <a:xfrm>
            <a:off x="6051809" y="4527102"/>
            <a:ext cx="1140254" cy="1153360"/>
          </a:xfrm>
          <a:prstGeom prst="roundRect">
            <a:avLst>
              <a:gd name="adj" fmla="val 4023"/>
            </a:avLst>
          </a:prstGeom>
          <a:noFill/>
          <a:ln w="6553" cap="flat">
            <a:solidFill>
              <a:srgbClr val="8FA0AB">
                <a:alpha val="50000"/>
              </a:srgbClr>
            </a:solidFill>
            <a:prstDash val="solid"/>
            <a:miter lim="800000"/>
          </a:ln>
        </p:spPr>
      </p:sp>
      <p:sp>
        <p:nvSpPr>
          <p:cNvPr id="160" name="!!rect-31u"/>
          <p:cNvSpPr/>
          <p:nvPr/>
        </p:nvSpPr>
        <p:spPr>
          <a:xfrm>
            <a:off x="6123894" y="4599187"/>
            <a:ext cx="327659" cy="157276"/>
          </a:xfrm>
          <a:prstGeom prst="roundRect">
            <a:avLst>
              <a:gd name="adj" fmla="val 29167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161" name="!!text-31v" descr="A04"/>
          <p:cNvSpPr txBox="1"/>
          <p:nvPr/>
        </p:nvSpPr>
        <p:spPr>
          <a:xfrm>
            <a:off x="6204190" y="4604168"/>
            <a:ext cx="194590" cy="13284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22" b="1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A04</a:t>
            </a:r>
            <a:endParaRPr lang="zh-TW" sz="722"/>
          </a:p>
        </p:txBody>
      </p:sp>
      <p:sp>
        <p:nvSpPr>
          <p:cNvPr id="162" name="!!path-322"/>
          <p:cNvSpPr/>
          <p:nvPr/>
        </p:nvSpPr>
        <p:spPr>
          <a:xfrm>
            <a:off x="4688747" y="1119447"/>
            <a:ext cx="2621274" cy="4718292"/>
          </a:xfrm>
          <a:custGeom>
            <a:avLst/>
            <a:gdLst/>
            <a:ahLst/>
            <a:cxnLst/>
            <a:rect l="l" t="t" r="r" b="b"/>
            <a:pathLst>
              <a:path w="2621274" h="4718292">
                <a:moveTo>
                  <a:pt x="32766" y="0"/>
                </a:moveTo>
                <a:lnTo>
                  <a:pt x="2588508" y="0"/>
                </a:lnTo>
                <a:cubicBezTo>
                  <a:pt x="2606607" y="0"/>
                  <a:pt x="2621274" y="14673"/>
                  <a:pt x="2621274" y="32766"/>
                </a:cubicBezTo>
                <a:lnTo>
                  <a:pt x="2621274" y="4685526"/>
                </a:lnTo>
                <a:cubicBezTo>
                  <a:pt x="2621274" y="4703626"/>
                  <a:pt x="2606607" y="4718292"/>
                  <a:pt x="2588508" y="4718292"/>
                </a:cubicBezTo>
                <a:lnTo>
                  <a:pt x="32766" y="4718292"/>
                </a:lnTo>
                <a:cubicBezTo>
                  <a:pt x="14673" y="4718292"/>
                  <a:pt x="0" y="4703626"/>
                  <a:pt x="0" y="4685526"/>
                </a:cubicBezTo>
                <a:lnTo>
                  <a:pt x="0" y="32766"/>
                </a:lnTo>
                <a:cubicBezTo>
                  <a:pt x="0" y="14673"/>
                  <a:pt x="14673" y="0"/>
                  <a:pt x="32766" y="0"/>
                </a:cubicBezTo>
                <a:close/>
                <a:moveTo>
                  <a:pt x="750995" y="131064"/>
                </a:moveTo>
                <a:lnTo>
                  <a:pt x="1870279" y="131064"/>
                </a:lnTo>
                <a:cubicBezTo>
                  <a:pt x="1924572" y="131064"/>
                  <a:pt x="1968576" y="175075"/>
                  <a:pt x="1968576" y="229361"/>
                </a:cubicBezTo>
                <a:lnTo>
                  <a:pt x="1968576" y="1726109"/>
                </a:lnTo>
                <a:cubicBezTo>
                  <a:pt x="1968576" y="1780395"/>
                  <a:pt x="1924572" y="1824406"/>
                  <a:pt x="1870279" y="1824406"/>
                </a:cubicBezTo>
                <a:lnTo>
                  <a:pt x="750995" y="1824406"/>
                </a:lnTo>
                <a:cubicBezTo>
                  <a:pt x="696708" y="1824406"/>
                  <a:pt x="652697" y="1780395"/>
                  <a:pt x="652697" y="1726109"/>
                </a:cubicBezTo>
                <a:lnTo>
                  <a:pt x="652697" y="229361"/>
                </a:lnTo>
                <a:cubicBezTo>
                  <a:pt x="652697" y="175075"/>
                  <a:pt x="696708" y="131064"/>
                  <a:pt x="750995" y="131064"/>
                </a:cubicBezTo>
                <a:close/>
                <a:moveTo>
                  <a:pt x="858624" y="1916151"/>
                </a:moveTo>
                <a:lnTo>
                  <a:pt x="1762649" y="1916151"/>
                </a:lnTo>
                <a:cubicBezTo>
                  <a:pt x="1791608" y="1916151"/>
                  <a:pt x="1815075" y="1939624"/>
                  <a:pt x="1815075" y="1968576"/>
                </a:cubicBezTo>
                <a:lnTo>
                  <a:pt x="1815075" y="2099640"/>
                </a:lnTo>
                <a:cubicBezTo>
                  <a:pt x="1815075" y="2128592"/>
                  <a:pt x="1791608" y="2152066"/>
                  <a:pt x="1762649" y="2152066"/>
                </a:cubicBezTo>
                <a:lnTo>
                  <a:pt x="858624" y="2152066"/>
                </a:lnTo>
                <a:cubicBezTo>
                  <a:pt x="829666" y="2152066"/>
                  <a:pt x="806199" y="2128592"/>
                  <a:pt x="806199" y="2099640"/>
                </a:cubicBezTo>
                <a:lnTo>
                  <a:pt x="806199" y="1968576"/>
                </a:lnTo>
                <a:cubicBezTo>
                  <a:pt x="806199" y="1939624"/>
                  <a:pt x="829666" y="1916151"/>
                  <a:pt x="858624" y="1916151"/>
                </a:cubicBezTo>
                <a:close/>
              </a:path>
            </a:pathLst>
          </a:custGeom>
          <a:solidFill>
            <a:srgbClr val="F7FAFC">
              <a:alpha val="72000"/>
            </a:srgbClr>
          </a:solidFill>
          <a:ln>
            <a:noFill/>
          </a:ln>
        </p:spPr>
      </p:sp>
      <p:sp>
        <p:nvSpPr>
          <p:cNvPr id="163" name="!!path-323"/>
          <p:cNvSpPr/>
          <p:nvPr/>
        </p:nvSpPr>
        <p:spPr>
          <a:xfrm>
            <a:off x="7310020" y="870426"/>
            <a:ext cx="419404" cy="4967313"/>
          </a:xfrm>
          <a:custGeom>
            <a:avLst/>
            <a:gdLst/>
            <a:ahLst/>
            <a:cxnLst/>
            <a:rect l="l" t="t" r="r" b="b"/>
            <a:pathLst>
              <a:path w="419404" h="4967313">
                <a:moveTo>
                  <a:pt x="0" y="249021"/>
                </a:moveTo>
                <a:lnTo>
                  <a:pt x="419404" y="0"/>
                </a:lnTo>
                <a:lnTo>
                  <a:pt x="419404" y="4718292"/>
                </a:lnTo>
                <a:lnTo>
                  <a:pt x="0" y="4967313"/>
                </a:lnTo>
                <a:close/>
              </a:path>
            </a:pathLst>
          </a:custGeom>
          <a:solidFill>
            <a:srgbClr val="EEF3F6">
              <a:alpha val="72000"/>
            </a:srgbClr>
          </a:solidFill>
          <a:ln>
            <a:noFill/>
          </a:ln>
        </p:spPr>
      </p:sp>
      <p:sp>
        <p:nvSpPr>
          <p:cNvPr id="164" name="!!path-324"/>
          <p:cNvSpPr/>
          <p:nvPr/>
        </p:nvSpPr>
        <p:spPr>
          <a:xfrm>
            <a:off x="4688747" y="870426"/>
            <a:ext cx="3040677" cy="249021"/>
          </a:xfrm>
          <a:custGeom>
            <a:avLst/>
            <a:gdLst/>
            <a:ahLst/>
            <a:cxnLst/>
            <a:rect l="l" t="t" r="r" b="b"/>
            <a:pathLst>
              <a:path w="3040677" h="249021">
                <a:moveTo>
                  <a:pt x="0" y="249021"/>
                </a:moveTo>
                <a:lnTo>
                  <a:pt x="2621274" y="249021"/>
                </a:lnTo>
                <a:lnTo>
                  <a:pt x="3040677" y="0"/>
                </a:lnTo>
                <a:lnTo>
                  <a:pt x="419404" y="0"/>
                </a:lnTo>
                <a:close/>
              </a:path>
            </a:pathLst>
          </a:custGeom>
          <a:solidFill>
            <a:srgbClr val="F7FAFC">
              <a:alpha val="72000"/>
            </a:srgbClr>
          </a:solidFill>
          <a:ln>
            <a:noFill/>
          </a:ln>
        </p:spPr>
      </p:sp>
      <p:sp>
        <p:nvSpPr>
          <p:cNvPr id="165" name="!!grid-325"/>
          <p:cNvSpPr/>
          <p:nvPr/>
        </p:nvSpPr>
        <p:spPr>
          <a:xfrm>
            <a:off x="4688747" y="870426"/>
            <a:ext cx="3040677" cy="4967313"/>
          </a:xfrm>
          <a:custGeom>
            <a:avLst/>
            <a:gdLst/>
            <a:ahLst/>
            <a:cxnLst/>
            <a:rect l="l" t="t" r="r" b="b"/>
            <a:pathLst>
              <a:path w="3040677" h="4967313" fill="none">
                <a:moveTo>
                  <a:pt x="0" y="52425"/>
                </a:moveTo>
                <a:lnTo>
                  <a:pt x="0" y="52425"/>
                </a:lnTo>
                <a:moveTo>
                  <a:pt x="0" y="183489"/>
                </a:moveTo>
                <a:lnTo>
                  <a:pt x="0" y="183489"/>
                </a:lnTo>
                <a:moveTo>
                  <a:pt x="0" y="314553"/>
                </a:moveTo>
                <a:lnTo>
                  <a:pt x="0" y="314553"/>
                </a:lnTo>
                <a:moveTo>
                  <a:pt x="0" y="445616"/>
                </a:moveTo>
                <a:lnTo>
                  <a:pt x="0" y="445616"/>
                </a:lnTo>
                <a:moveTo>
                  <a:pt x="0" y="576680"/>
                </a:moveTo>
                <a:lnTo>
                  <a:pt x="0" y="576680"/>
                </a:lnTo>
                <a:moveTo>
                  <a:pt x="0" y="707744"/>
                </a:moveTo>
                <a:lnTo>
                  <a:pt x="0" y="707744"/>
                </a:lnTo>
                <a:moveTo>
                  <a:pt x="0" y="838808"/>
                </a:moveTo>
                <a:lnTo>
                  <a:pt x="0" y="838808"/>
                </a:lnTo>
                <a:moveTo>
                  <a:pt x="0" y="969871"/>
                </a:moveTo>
                <a:lnTo>
                  <a:pt x="0" y="969871"/>
                </a:lnTo>
                <a:moveTo>
                  <a:pt x="0" y="1100935"/>
                </a:moveTo>
                <a:lnTo>
                  <a:pt x="0" y="1100935"/>
                </a:lnTo>
                <a:moveTo>
                  <a:pt x="0" y="1231999"/>
                </a:moveTo>
                <a:lnTo>
                  <a:pt x="0" y="1231999"/>
                </a:lnTo>
                <a:moveTo>
                  <a:pt x="0" y="1363062"/>
                </a:moveTo>
                <a:lnTo>
                  <a:pt x="0" y="1363062"/>
                </a:lnTo>
                <a:moveTo>
                  <a:pt x="0" y="1494126"/>
                </a:moveTo>
                <a:lnTo>
                  <a:pt x="0" y="1494126"/>
                </a:lnTo>
                <a:moveTo>
                  <a:pt x="0" y="1625190"/>
                </a:moveTo>
                <a:lnTo>
                  <a:pt x="0" y="1625190"/>
                </a:lnTo>
                <a:moveTo>
                  <a:pt x="0" y="1756253"/>
                </a:moveTo>
                <a:lnTo>
                  <a:pt x="0" y="1756253"/>
                </a:lnTo>
                <a:moveTo>
                  <a:pt x="0" y="1887317"/>
                </a:moveTo>
                <a:lnTo>
                  <a:pt x="0" y="1887317"/>
                </a:lnTo>
                <a:moveTo>
                  <a:pt x="0" y="2018381"/>
                </a:moveTo>
                <a:lnTo>
                  <a:pt x="0" y="2018381"/>
                </a:lnTo>
                <a:moveTo>
                  <a:pt x="0" y="2149444"/>
                </a:moveTo>
                <a:lnTo>
                  <a:pt x="0" y="2149444"/>
                </a:lnTo>
                <a:moveTo>
                  <a:pt x="0" y="2280508"/>
                </a:moveTo>
                <a:lnTo>
                  <a:pt x="0" y="2280508"/>
                </a:lnTo>
                <a:moveTo>
                  <a:pt x="0" y="2411572"/>
                </a:moveTo>
                <a:lnTo>
                  <a:pt x="0" y="2411572"/>
                </a:lnTo>
                <a:moveTo>
                  <a:pt x="0" y="2542635"/>
                </a:moveTo>
                <a:lnTo>
                  <a:pt x="0" y="2542635"/>
                </a:lnTo>
                <a:moveTo>
                  <a:pt x="0" y="2673699"/>
                </a:moveTo>
                <a:lnTo>
                  <a:pt x="0" y="2673699"/>
                </a:lnTo>
                <a:moveTo>
                  <a:pt x="0" y="2804763"/>
                </a:moveTo>
                <a:lnTo>
                  <a:pt x="0" y="2804763"/>
                </a:lnTo>
                <a:moveTo>
                  <a:pt x="0" y="2935826"/>
                </a:moveTo>
                <a:lnTo>
                  <a:pt x="0" y="2935826"/>
                </a:lnTo>
                <a:moveTo>
                  <a:pt x="0" y="3066890"/>
                </a:moveTo>
                <a:lnTo>
                  <a:pt x="0" y="3066890"/>
                </a:lnTo>
                <a:moveTo>
                  <a:pt x="0" y="3197954"/>
                </a:moveTo>
                <a:lnTo>
                  <a:pt x="0" y="3197954"/>
                </a:lnTo>
                <a:moveTo>
                  <a:pt x="0" y="3329017"/>
                </a:moveTo>
                <a:lnTo>
                  <a:pt x="0" y="3329017"/>
                </a:lnTo>
                <a:moveTo>
                  <a:pt x="0" y="3460081"/>
                </a:moveTo>
                <a:lnTo>
                  <a:pt x="0" y="3460081"/>
                </a:lnTo>
                <a:moveTo>
                  <a:pt x="0" y="3591145"/>
                </a:moveTo>
                <a:lnTo>
                  <a:pt x="0" y="3591145"/>
                </a:lnTo>
                <a:moveTo>
                  <a:pt x="0" y="3722208"/>
                </a:moveTo>
                <a:lnTo>
                  <a:pt x="0" y="3722208"/>
                </a:lnTo>
                <a:moveTo>
                  <a:pt x="0" y="3853272"/>
                </a:moveTo>
                <a:lnTo>
                  <a:pt x="0" y="3853272"/>
                </a:lnTo>
                <a:moveTo>
                  <a:pt x="0" y="3984336"/>
                </a:moveTo>
                <a:lnTo>
                  <a:pt x="0" y="3984336"/>
                </a:lnTo>
                <a:moveTo>
                  <a:pt x="0" y="4115399"/>
                </a:moveTo>
                <a:lnTo>
                  <a:pt x="0" y="4115399"/>
                </a:lnTo>
                <a:moveTo>
                  <a:pt x="0" y="4246463"/>
                </a:moveTo>
                <a:lnTo>
                  <a:pt x="0" y="4246463"/>
                </a:lnTo>
                <a:moveTo>
                  <a:pt x="0" y="4377527"/>
                </a:moveTo>
                <a:lnTo>
                  <a:pt x="0" y="4377527"/>
                </a:lnTo>
                <a:moveTo>
                  <a:pt x="0" y="4508590"/>
                </a:moveTo>
                <a:lnTo>
                  <a:pt x="0" y="4508590"/>
                </a:lnTo>
                <a:moveTo>
                  <a:pt x="0" y="4639654"/>
                </a:moveTo>
                <a:lnTo>
                  <a:pt x="0" y="4639654"/>
                </a:lnTo>
                <a:moveTo>
                  <a:pt x="0" y="4770718"/>
                </a:moveTo>
                <a:lnTo>
                  <a:pt x="0" y="4770718"/>
                </a:lnTo>
                <a:moveTo>
                  <a:pt x="0" y="4901781"/>
                </a:moveTo>
                <a:lnTo>
                  <a:pt x="0" y="4901781"/>
                </a:lnTo>
                <a:moveTo>
                  <a:pt x="0" y="0"/>
                </a:moveTo>
                <a:lnTo>
                  <a:pt x="0" y="52425"/>
                </a:lnTo>
                <a:moveTo>
                  <a:pt x="0" y="52425"/>
                </a:moveTo>
                <a:lnTo>
                  <a:pt x="131064" y="52425"/>
                </a:lnTo>
                <a:moveTo>
                  <a:pt x="0" y="52425"/>
                </a:moveTo>
                <a:lnTo>
                  <a:pt x="0" y="183489"/>
                </a:lnTo>
                <a:moveTo>
                  <a:pt x="0" y="183489"/>
                </a:moveTo>
                <a:lnTo>
                  <a:pt x="131064" y="183489"/>
                </a:lnTo>
                <a:moveTo>
                  <a:pt x="0" y="183489"/>
                </a:moveTo>
                <a:lnTo>
                  <a:pt x="0" y="314553"/>
                </a:lnTo>
                <a:moveTo>
                  <a:pt x="0" y="314553"/>
                </a:moveTo>
                <a:lnTo>
                  <a:pt x="131064" y="314553"/>
                </a:lnTo>
                <a:moveTo>
                  <a:pt x="0" y="314553"/>
                </a:moveTo>
                <a:lnTo>
                  <a:pt x="0" y="445616"/>
                </a:lnTo>
                <a:moveTo>
                  <a:pt x="0" y="445616"/>
                </a:moveTo>
                <a:lnTo>
                  <a:pt x="131064" y="445616"/>
                </a:lnTo>
                <a:moveTo>
                  <a:pt x="0" y="445616"/>
                </a:moveTo>
                <a:lnTo>
                  <a:pt x="0" y="576680"/>
                </a:lnTo>
                <a:moveTo>
                  <a:pt x="0" y="576680"/>
                </a:moveTo>
                <a:lnTo>
                  <a:pt x="131064" y="576680"/>
                </a:lnTo>
                <a:moveTo>
                  <a:pt x="0" y="576680"/>
                </a:moveTo>
                <a:lnTo>
                  <a:pt x="0" y="707744"/>
                </a:lnTo>
                <a:moveTo>
                  <a:pt x="0" y="707744"/>
                </a:moveTo>
                <a:lnTo>
                  <a:pt x="131064" y="707744"/>
                </a:lnTo>
                <a:moveTo>
                  <a:pt x="0" y="707744"/>
                </a:moveTo>
                <a:lnTo>
                  <a:pt x="0" y="838808"/>
                </a:lnTo>
                <a:moveTo>
                  <a:pt x="0" y="838808"/>
                </a:moveTo>
                <a:lnTo>
                  <a:pt x="131064" y="838808"/>
                </a:lnTo>
                <a:moveTo>
                  <a:pt x="0" y="838808"/>
                </a:moveTo>
                <a:lnTo>
                  <a:pt x="0" y="969871"/>
                </a:lnTo>
                <a:moveTo>
                  <a:pt x="0" y="969871"/>
                </a:moveTo>
                <a:lnTo>
                  <a:pt x="131064" y="969871"/>
                </a:lnTo>
                <a:moveTo>
                  <a:pt x="0" y="969871"/>
                </a:moveTo>
                <a:lnTo>
                  <a:pt x="0" y="1100935"/>
                </a:lnTo>
                <a:moveTo>
                  <a:pt x="0" y="1100935"/>
                </a:moveTo>
                <a:lnTo>
                  <a:pt x="131064" y="1100935"/>
                </a:lnTo>
                <a:moveTo>
                  <a:pt x="0" y="1100935"/>
                </a:moveTo>
                <a:lnTo>
                  <a:pt x="0" y="1231999"/>
                </a:lnTo>
                <a:moveTo>
                  <a:pt x="0" y="1231999"/>
                </a:moveTo>
                <a:lnTo>
                  <a:pt x="131064" y="1231999"/>
                </a:lnTo>
                <a:moveTo>
                  <a:pt x="0" y="1231999"/>
                </a:moveTo>
                <a:lnTo>
                  <a:pt x="0" y="1363062"/>
                </a:lnTo>
                <a:moveTo>
                  <a:pt x="0" y="1363062"/>
                </a:moveTo>
                <a:lnTo>
                  <a:pt x="131064" y="1363062"/>
                </a:lnTo>
                <a:moveTo>
                  <a:pt x="0" y="1363062"/>
                </a:moveTo>
                <a:lnTo>
                  <a:pt x="0" y="1494126"/>
                </a:lnTo>
                <a:moveTo>
                  <a:pt x="0" y="1494126"/>
                </a:moveTo>
                <a:lnTo>
                  <a:pt x="131064" y="1494126"/>
                </a:lnTo>
                <a:moveTo>
                  <a:pt x="0" y="1494126"/>
                </a:moveTo>
                <a:lnTo>
                  <a:pt x="0" y="1625190"/>
                </a:lnTo>
                <a:moveTo>
                  <a:pt x="0" y="1625190"/>
                </a:moveTo>
                <a:lnTo>
                  <a:pt x="131064" y="1625190"/>
                </a:lnTo>
                <a:moveTo>
                  <a:pt x="0" y="1625190"/>
                </a:moveTo>
                <a:lnTo>
                  <a:pt x="0" y="1756253"/>
                </a:lnTo>
                <a:moveTo>
                  <a:pt x="0" y="1756253"/>
                </a:moveTo>
                <a:lnTo>
                  <a:pt x="131064" y="1756253"/>
                </a:lnTo>
                <a:moveTo>
                  <a:pt x="0" y="1756253"/>
                </a:moveTo>
                <a:lnTo>
                  <a:pt x="0" y="1887317"/>
                </a:lnTo>
                <a:moveTo>
                  <a:pt x="0" y="1887317"/>
                </a:moveTo>
                <a:lnTo>
                  <a:pt x="131064" y="1887317"/>
                </a:lnTo>
                <a:moveTo>
                  <a:pt x="0" y="1887317"/>
                </a:moveTo>
                <a:lnTo>
                  <a:pt x="0" y="2018381"/>
                </a:lnTo>
                <a:moveTo>
                  <a:pt x="0" y="2018381"/>
                </a:moveTo>
                <a:lnTo>
                  <a:pt x="131064" y="2018381"/>
                </a:lnTo>
                <a:moveTo>
                  <a:pt x="0" y="2018381"/>
                </a:moveTo>
                <a:lnTo>
                  <a:pt x="0" y="2149444"/>
                </a:lnTo>
                <a:moveTo>
                  <a:pt x="0" y="2149444"/>
                </a:moveTo>
                <a:lnTo>
                  <a:pt x="131064" y="2149444"/>
                </a:lnTo>
                <a:moveTo>
                  <a:pt x="0" y="2149444"/>
                </a:moveTo>
                <a:lnTo>
                  <a:pt x="0" y="2280508"/>
                </a:lnTo>
                <a:moveTo>
                  <a:pt x="0" y="2280508"/>
                </a:moveTo>
                <a:lnTo>
                  <a:pt x="131064" y="2280508"/>
                </a:lnTo>
                <a:moveTo>
                  <a:pt x="0" y="2280508"/>
                </a:moveTo>
                <a:lnTo>
                  <a:pt x="0" y="2411572"/>
                </a:lnTo>
                <a:moveTo>
                  <a:pt x="0" y="2411572"/>
                </a:moveTo>
                <a:lnTo>
                  <a:pt x="131064" y="2411572"/>
                </a:lnTo>
                <a:moveTo>
                  <a:pt x="0" y="2411572"/>
                </a:moveTo>
                <a:lnTo>
                  <a:pt x="0" y="2542635"/>
                </a:lnTo>
                <a:moveTo>
                  <a:pt x="0" y="2542635"/>
                </a:moveTo>
                <a:lnTo>
                  <a:pt x="131064" y="2542635"/>
                </a:lnTo>
                <a:moveTo>
                  <a:pt x="0" y="2542635"/>
                </a:moveTo>
                <a:lnTo>
                  <a:pt x="0" y="2673699"/>
                </a:lnTo>
                <a:moveTo>
                  <a:pt x="0" y="2673699"/>
                </a:moveTo>
                <a:lnTo>
                  <a:pt x="131064" y="2673699"/>
                </a:lnTo>
                <a:moveTo>
                  <a:pt x="0" y="2673699"/>
                </a:moveTo>
                <a:lnTo>
                  <a:pt x="0" y="2804763"/>
                </a:lnTo>
                <a:moveTo>
                  <a:pt x="0" y="2804763"/>
                </a:moveTo>
                <a:lnTo>
                  <a:pt x="131064" y="2804763"/>
                </a:lnTo>
                <a:moveTo>
                  <a:pt x="0" y="2804763"/>
                </a:moveTo>
                <a:lnTo>
                  <a:pt x="0" y="2935826"/>
                </a:lnTo>
                <a:moveTo>
                  <a:pt x="0" y="2935826"/>
                </a:moveTo>
                <a:lnTo>
                  <a:pt x="131064" y="2935826"/>
                </a:lnTo>
                <a:moveTo>
                  <a:pt x="0" y="2935826"/>
                </a:moveTo>
                <a:lnTo>
                  <a:pt x="0" y="3066890"/>
                </a:lnTo>
                <a:moveTo>
                  <a:pt x="0" y="3066890"/>
                </a:moveTo>
                <a:lnTo>
                  <a:pt x="131064" y="3066890"/>
                </a:lnTo>
                <a:moveTo>
                  <a:pt x="0" y="3066890"/>
                </a:moveTo>
                <a:lnTo>
                  <a:pt x="0" y="3197954"/>
                </a:lnTo>
                <a:moveTo>
                  <a:pt x="0" y="3197954"/>
                </a:moveTo>
                <a:lnTo>
                  <a:pt x="131064" y="3197954"/>
                </a:lnTo>
                <a:moveTo>
                  <a:pt x="0" y="3197954"/>
                </a:moveTo>
                <a:lnTo>
                  <a:pt x="0" y="3329017"/>
                </a:lnTo>
                <a:moveTo>
                  <a:pt x="0" y="3329017"/>
                </a:moveTo>
                <a:lnTo>
                  <a:pt x="131064" y="3329017"/>
                </a:lnTo>
                <a:moveTo>
                  <a:pt x="0" y="3329017"/>
                </a:moveTo>
                <a:lnTo>
                  <a:pt x="0" y="3460081"/>
                </a:lnTo>
                <a:moveTo>
                  <a:pt x="0" y="3460081"/>
                </a:moveTo>
                <a:lnTo>
                  <a:pt x="131064" y="3460081"/>
                </a:lnTo>
                <a:moveTo>
                  <a:pt x="0" y="3460081"/>
                </a:moveTo>
                <a:lnTo>
                  <a:pt x="0" y="3591145"/>
                </a:lnTo>
                <a:moveTo>
                  <a:pt x="0" y="3591145"/>
                </a:moveTo>
                <a:lnTo>
                  <a:pt x="131064" y="3591145"/>
                </a:lnTo>
                <a:moveTo>
                  <a:pt x="0" y="3591145"/>
                </a:moveTo>
                <a:lnTo>
                  <a:pt x="0" y="3722208"/>
                </a:lnTo>
                <a:moveTo>
                  <a:pt x="0" y="3722208"/>
                </a:moveTo>
                <a:lnTo>
                  <a:pt x="131064" y="3722208"/>
                </a:lnTo>
                <a:moveTo>
                  <a:pt x="0" y="3722208"/>
                </a:moveTo>
                <a:lnTo>
                  <a:pt x="0" y="3853272"/>
                </a:lnTo>
                <a:moveTo>
                  <a:pt x="0" y="3853272"/>
                </a:moveTo>
                <a:lnTo>
                  <a:pt x="131064" y="3853272"/>
                </a:lnTo>
                <a:moveTo>
                  <a:pt x="0" y="3853272"/>
                </a:moveTo>
                <a:lnTo>
                  <a:pt x="0" y="3984336"/>
                </a:lnTo>
                <a:moveTo>
                  <a:pt x="0" y="3984336"/>
                </a:moveTo>
                <a:lnTo>
                  <a:pt x="131064" y="3984336"/>
                </a:lnTo>
                <a:moveTo>
                  <a:pt x="0" y="3984336"/>
                </a:moveTo>
                <a:lnTo>
                  <a:pt x="0" y="4115399"/>
                </a:lnTo>
                <a:moveTo>
                  <a:pt x="0" y="4115399"/>
                </a:moveTo>
                <a:lnTo>
                  <a:pt x="131064" y="4115399"/>
                </a:lnTo>
                <a:moveTo>
                  <a:pt x="0" y="4115399"/>
                </a:moveTo>
                <a:lnTo>
                  <a:pt x="0" y="4246463"/>
                </a:lnTo>
                <a:moveTo>
                  <a:pt x="0" y="4246463"/>
                </a:moveTo>
                <a:lnTo>
                  <a:pt x="131064" y="4246463"/>
                </a:lnTo>
                <a:moveTo>
                  <a:pt x="0" y="4246463"/>
                </a:moveTo>
                <a:lnTo>
                  <a:pt x="0" y="4377527"/>
                </a:lnTo>
                <a:moveTo>
                  <a:pt x="0" y="4377527"/>
                </a:moveTo>
                <a:lnTo>
                  <a:pt x="131064" y="4377527"/>
                </a:lnTo>
                <a:moveTo>
                  <a:pt x="0" y="4377527"/>
                </a:moveTo>
                <a:lnTo>
                  <a:pt x="0" y="4508590"/>
                </a:lnTo>
                <a:moveTo>
                  <a:pt x="0" y="4508590"/>
                </a:moveTo>
                <a:lnTo>
                  <a:pt x="131064" y="4508590"/>
                </a:lnTo>
                <a:moveTo>
                  <a:pt x="0" y="4508590"/>
                </a:moveTo>
                <a:lnTo>
                  <a:pt x="0" y="4639654"/>
                </a:lnTo>
                <a:moveTo>
                  <a:pt x="0" y="4639654"/>
                </a:moveTo>
                <a:lnTo>
                  <a:pt x="131064" y="4639654"/>
                </a:lnTo>
                <a:moveTo>
                  <a:pt x="0" y="4639654"/>
                </a:moveTo>
                <a:lnTo>
                  <a:pt x="0" y="4770718"/>
                </a:lnTo>
                <a:moveTo>
                  <a:pt x="0" y="4770718"/>
                </a:moveTo>
                <a:lnTo>
                  <a:pt x="131064" y="4770718"/>
                </a:lnTo>
                <a:moveTo>
                  <a:pt x="0" y="4770718"/>
                </a:moveTo>
                <a:lnTo>
                  <a:pt x="0" y="4901781"/>
                </a:lnTo>
                <a:moveTo>
                  <a:pt x="0" y="4901781"/>
                </a:moveTo>
                <a:lnTo>
                  <a:pt x="131064" y="4901781"/>
                </a:lnTo>
                <a:moveTo>
                  <a:pt x="0" y="4901781"/>
                </a:moveTo>
                <a:lnTo>
                  <a:pt x="0" y="4967313"/>
                </a:lnTo>
                <a:moveTo>
                  <a:pt x="131064" y="0"/>
                </a:moveTo>
                <a:lnTo>
                  <a:pt x="131064" y="52425"/>
                </a:lnTo>
                <a:moveTo>
                  <a:pt x="131064" y="52425"/>
                </a:moveTo>
                <a:lnTo>
                  <a:pt x="262127" y="52425"/>
                </a:lnTo>
                <a:moveTo>
                  <a:pt x="131064" y="52425"/>
                </a:moveTo>
                <a:lnTo>
                  <a:pt x="131064" y="183489"/>
                </a:lnTo>
                <a:moveTo>
                  <a:pt x="131064" y="183489"/>
                </a:moveTo>
                <a:lnTo>
                  <a:pt x="262127" y="183489"/>
                </a:lnTo>
                <a:moveTo>
                  <a:pt x="131064" y="183489"/>
                </a:moveTo>
                <a:lnTo>
                  <a:pt x="131064" y="314553"/>
                </a:lnTo>
                <a:moveTo>
                  <a:pt x="131064" y="314553"/>
                </a:moveTo>
                <a:lnTo>
                  <a:pt x="262127" y="314553"/>
                </a:lnTo>
                <a:moveTo>
                  <a:pt x="131064" y="314553"/>
                </a:moveTo>
                <a:lnTo>
                  <a:pt x="131064" y="445616"/>
                </a:lnTo>
                <a:moveTo>
                  <a:pt x="131064" y="445616"/>
                </a:moveTo>
                <a:lnTo>
                  <a:pt x="262127" y="445616"/>
                </a:lnTo>
                <a:moveTo>
                  <a:pt x="131064" y="445616"/>
                </a:moveTo>
                <a:lnTo>
                  <a:pt x="131064" y="576680"/>
                </a:lnTo>
                <a:moveTo>
                  <a:pt x="131064" y="576680"/>
                </a:moveTo>
                <a:lnTo>
                  <a:pt x="262127" y="576680"/>
                </a:lnTo>
                <a:moveTo>
                  <a:pt x="131064" y="576680"/>
                </a:moveTo>
                <a:lnTo>
                  <a:pt x="131064" y="707744"/>
                </a:lnTo>
                <a:moveTo>
                  <a:pt x="131064" y="707744"/>
                </a:moveTo>
                <a:lnTo>
                  <a:pt x="262127" y="707744"/>
                </a:lnTo>
                <a:moveTo>
                  <a:pt x="131064" y="707744"/>
                </a:moveTo>
                <a:lnTo>
                  <a:pt x="131064" y="838808"/>
                </a:lnTo>
                <a:moveTo>
                  <a:pt x="131064" y="838808"/>
                </a:moveTo>
                <a:lnTo>
                  <a:pt x="262127" y="838808"/>
                </a:lnTo>
                <a:moveTo>
                  <a:pt x="131064" y="838808"/>
                </a:moveTo>
                <a:lnTo>
                  <a:pt x="131064" y="969871"/>
                </a:lnTo>
                <a:moveTo>
                  <a:pt x="131064" y="969871"/>
                </a:moveTo>
                <a:lnTo>
                  <a:pt x="262127" y="969871"/>
                </a:lnTo>
                <a:moveTo>
                  <a:pt x="131064" y="969871"/>
                </a:moveTo>
                <a:lnTo>
                  <a:pt x="131064" y="1100935"/>
                </a:lnTo>
                <a:moveTo>
                  <a:pt x="131064" y="1100935"/>
                </a:moveTo>
                <a:lnTo>
                  <a:pt x="262127" y="1100935"/>
                </a:lnTo>
                <a:moveTo>
                  <a:pt x="131064" y="1100935"/>
                </a:moveTo>
                <a:lnTo>
                  <a:pt x="131064" y="1231999"/>
                </a:lnTo>
                <a:moveTo>
                  <a:pt x="131064" y="1231999"/>
                </a:moveTo>
                <a:lnTo>
                  <a:pt x="262127" y="1231999"/>
                </a:lnTo>
                <a:moveTo>
                  <a:pt x="131064" y="1231999"/>
                </a:moveTo>
                <a:lnTo>
                  <a:pt x="131064" y="1363062"/>
                </a:lnTo>
                <a:moveTo>
                  <a:pt x="131064" y="1363062"/>
                </a:moveTo>
                <a:lnTo>
                  <a:pt x="262127" y="1363062"/>
                </a:lnTo>
                <a:moveTo>
                  <a:pt x="131064" y="1363062"/>
                </a:moveTo>
                <a:lnTo>
                  <a:pt x="131064" y="1494126"/>
                </a:lnTo>
                <a:moveTo>
                  <a:pt x="131064" y="1494126"/>
                </a:moveTo>
                <a:lnTo>
                  <a:pt x="262127" y="1494126"/>
                </a:lnTo>
                <a:moveTo>
                  <a:pt x="131064" y="1494126"/>
                </a:moveTo>
                <a:lnTo>
                  <a:pt x="131064" y="1625190"/>
                </a:lnTo>
                <a:moveTo>
                  <a:pt x="131064" y="1625190"/>
                </a:moveTo>
                <a:lnTo>
                  <a:pt x="262127" y="1625190"/>
                </a:lnTo>
                <a:moveTo>
                  <a:pt x="131064" y="1625190"/>
                </a:moveTo>
                <a:lnTo>
                  <a:pt x="131064" y="1756253"/>
                </a:lnTo>
                <a:moveTo>
                  <a:pt x="131064" y="1756253"/>
                </a:moveTo>
                <a:lnTo>
                  <a:pt x="262127" y="1756253"/>
                </a:lnTo>
                <a:moveTo>
                  <a:pt x="131064" y="1756253"/>
                </a:moveTo>
                <a:lnTo>
                  <a:pt x="131064" y="1887317"/>
                </a:lnTo>
                <a:moveTo>
                  <a:pt x="131064" y="1887317"/>
                </a:moveTo>
                <a:lnTo>
                  <a:pt x="262127" y="1887317"/>
                </a:lnTo>
                <a:moveTo>
                  <a:pt x="131064" y="1887317"/>
                </a:moveTo>
                <a:lnTo>
                  <a:pt x="131064" y="2018381"/>
                </a:lnTo>
                <a:moveTo>
                  <a:pt x="131064" y="2018381"/>
                </a:moveTo>
                <a:lnTo>
                  <a:pt x="262127" y="2018381"/>
                </a:lnTo>
                <a:moveTo>
                  <a:pt x="131064" y="2018381"/>
                </a:moveTo>
                <a:lnTo>
                  <a:pt x="131064" y="2149444"/>
                </a:lnTo>
                <a:moveTo>
                  <a:pt x="131064" y="2149444"/>
                </a:moveTo>
                <a:lnTo>
                  <a:pt x="262127" y="2149444"/>
                </a:lnTo>
                <a:moveTo>
                  <a:pt x="131064" y="2149444"/>
                </a:moveTo>
                <a:lnTo>
                  <a:pt x="131064" y="2280508"/>
                </a:lnTo>
                <a:moveTo>
                  <a:pt x="131064" y="2280508"/>
                </a:moveTo>
                <a:lnTo>
                  <a:pt x="262127" y="2280508"/>
                </a:lnTo>
                <a:moveTo>
                  <a:pt x="131064" y="2280508"/>
                </a:moveTo>
                <a:lnTo>
                  <a:pt x="131064" y="2411572"/>
                </a:lnTo>
                <a:moveTo>
                  <a:pt x="131064" y="2411572"/>
                </a:moveTo>
                <a:lnTo>
                  <a:pt x="262127" y="2411572"/>
                </a:lnTo>
                <a:moveTo>
                  <a:pt x="131064" y="2411572"/>
                </a:moveTo>
                <a:lnTo>
                  <a:pt x="131064" y="2542635"/>
                </a:lnTo>
                <a:moveTo>
                  <a:pt x="131064" y="2542635"/>
                </a:moveTo>
                <a:lnTo>
                  <a:pt x="262127" y="2542635"/>
                </a:lnTo>
                <a:moveTo>
                  <a:pt x="131064" y="2542635"/>
                </a:moveTo>
                <a:lnTo>
                  <a:pt x="131064" y="2673699"/>
                </a:lnTo>
                <a:moveTo>
                  <a:pt x="131064" y="2673699"/>
                </a:moveTo>
                <a:lnTo>
                  <a:pt x="262127" y="2673699"/>
                </a:lnTo>
                <a:moveTo>
                  <a:pt x="131064" y="2673699"/>
                </a:moveTo>
                <a:lnTo>
                  <a:pt x="131064" y="2804763"/>
                </a:lnTo>
                <a:moveTo>
                  <a:pt x="131064" y="2804763"/>
                </a:moveTo>
                <a:lnTo>
                  <a:pt x="262127" y="2804763"/>
                </a:lnTo>
                <a:moveTo>
                  <a:pt x="131064" y="2804763"/>
                </a:moveTo>
                <a:lnTo>
                  <a:pt x="131064" y="2935826"/>
                </a:lnTo>
                <a:moveTo>
                  <a:pt x="131064" y="2935826"/>
                </a:moveTo>
                <a:lnTo>
                  <a:pt x="262127" y="2935826"/>
                </a:lnTo>
                <a:moveTo>
                  <a:pt x="131064" y="2935826"/>
                </a:moveTo>
                <a:lnTo>
                  <a:pt x="131064" y="3066890"/>
                </a:lnTo>
                <a:moveTo>
                  <a:pt x="131064" y="3066890"/>
                </a:moveTo>
                <a:lnTo>
                  <a:pt x="262127" y="3066890"/>
                </a:lnTo>
                <a:moveTo>
                  <a:pt x="131064" y="3066890"/>
                </a:moveTo>
                <a:lnTo>
                  <a:pt x="131064" y="3197954"/>
                </a:lnTo>
                <a:moveTo>
                  <a:pt x="131064" y="3197954"/>
                </a:moveTo>
                <a:lnTo>
                  <a:pt x="262127" y="3197954"/>
                </a:lnTo>
                <a:moveTo>
                  <a:pt x="131064" y="3197954"/>
                </a:moveTo>
                <a:lnTo>
                  <a:pt x="131064" y="3329017"/>
                </a:lnTo>
                <a:moveTo>
                  <a:pt x="131064" y="3329017"/>
                </a:moveTo>
                <a:lnTo>
                  <a:pt x="262127" y="3329017"/>
                </a:lnTo>
                <a:moveTo>
                  <a:pt x="131064" y="3329017"/>
                </a:moveTo>
                <a:lnTo>
                  <a:pt x="131064" y="3460081"/>
                </a:lnTo>
                <a:moveTo>
                  <a:pt x="131064" y="3460081"/>
                </a:moveTo>
                <a:lnTo>
                  <a:pt x="262127" y="3460081"/>
                </a:lnTo>
                <a:moveTo>
                  <a:pt x="131064" y="3460081"/>
                </a:moveTo>
                <a:lnTo>
                  <a:pt x="131064" y="3591145"/>
                </a:lnTo>
                <a:moveTo>
                  <a:pt x="131064" y="3591145"/>
                </a:moveTo>
                <a:lnTo>
                  <a:pt x="262127" y="3591145"/>
                </a:lnTo>
                <a:moveTo>
                  <a:pt x="131064" y="3591145"/>
                </a:moveTo>
                <a:lnTo>
                  <a:pt x="131064" y="3722208"/>
                </a:lnTo>
                <a:moveTo>
                  <a:pt x="131064" y="3722208"/>
                </a:moveTo>
                <a:lnTo>
                  <a:pt x="262127" y="3722208"/>
                </a:lnTo>
                <a:moveTo>
                  <a:pt x="131064" y="3722208"/>
                </a:moveTo>
                <a:lnTo>
                  <a:pt x="131064" y="3853272"/>
                </a:lnTo>
                <a:moveTo>
                  <a:pt x="131064" y="3853272"/>
                </a:moveTo>
                <a:lnTo>
                  <a:pt x="262127" y="3853272"/>
                </a:lnTo>
                <a:moveTo>
                  <a:pt x="131064" y="3853272"/>
                </a:moveTo>
                <a:lnTo>
                  <a:pt x="131064" y="3984336"/>
                </a:lnTo>
                <a:moveTo>
                  <a:pt x="131064" y="3984336"/>
                </a:moveTo>
                <a:lnTo>
                  <a:pt x="262127" y="3984336"/>
                </a:lnTo>
                <a:moveTo>
                  <a:pt x="131064" y="3984336"/>
                </a:moveTo>
                <a:lnTo>
                  <a:pt x="131064" y="4115399"/>
                </a:lnTo>
                <a:moveTo>
                  <a:pt x="131064" y="4115399"/>
                </a:moveTo>
                <a:lnTo>
                  <a:pt x="262127" y="4115399"/>
                </a:lnTo>
                <a:moveTo>
                  <a:pt x="131064" y="4115399"/>
                </a:moveTo>
                <a:lnTo>
                  <a:pt x="131064" y="4246463"/>
                </a:lnTo>
                <a:moveTo>
                  <a:pt x="131064" y="4246463"/>
                </a:moveTo>
                <a:lnTo>
                  <a:pt x="262127" y="4246463"/>
                </a:lnTo>
                <a:moveTo>
                  <a:pt x="131064" y="4246463"/>
                </a:moveTo>
                <a:lnTo>
                  <a:pt x="131064" y="4377527"/>
                </a:lnTo>
                <a:moveTo>
                  <a:pt x="131064" y="4377527"/>
                </a:moveTo>
                <a:lnTo>
                  <a:pt x="262127" y="4377527"/>
                </a:lnTo>
                <a:moveTo>
                  <a:pt x="131064" y="4377527"/>
                </a:moveTo>
                <a:lnTo>
                  <a:pt x="131064" y="4508590"/>
                </a:lnTo>
                <a:moveTo>
                  <a:pt x="131064" y="4508590"/>
                </a:moveTo>
                <a:lnTo>
                  <a:pt x="262127" y="4508590"/>
                </a:lnTo>
                <a:moveTo>
                  <a:pt x="131064" y="4508590"/>
                </a:moveTo>
                <a:lnTo>
                  <a:pt x="131064" y="4639654"/>
                </a:lnTo>
                <a:moveTo>
                  <a:pt x="131064" y="4639654"/>
                </a:moveTo>
                <a:lnTo>
                  <a:pt x="262127" y="4639654"/>
                </a:lnTo>
                <a:moveTo>
                  <a:pt x="131064" y="4639654"/>
                </a:moveTo>
                <a:lnTo>
                  <a:pt x="131064" y="4770718"/>
                </a:lnTo>
                <a:moveTo>
                  <a:pt x="131064" y="4770718"/>
                </a:moveTo>
                <a:lnTo>
                  <a:pt x="262127" y="4770718"/>
                </a:lnTo>
                <a:moveTo>
                  <a:pt x="131064" y="4770718"/>
                </a:moveTo>
                <a:lnTo>
                  <a:pt x="131064" y="4901781"/>
                </a:lnTo>
                <a:moveTo>
                  <a:pt x="131064" y="4901781"/>
                </a:moveTo>
                <a:lnTo>
                  <a:pt x="262127" y="4901781"/>
                </a:lnTo>
                <a:moveTo>
                  <a:pt x="131064" y="4901781"/>
                </a:moveTo>
                <a:lnTo>
                  <a:pt x="131064" y="4967313"/>
                </a:lnTo>
                <a:moveTo>
                  <a:pt x="262127" y="0"/>
                </a:moveTo>
                <a:lnTo>
                  <a:pt x="262127" y="52425"/>
                </a:lnTo>
                <a:moveTo>
                  <a:pt x="262127" y="52425"/>
                </a:moveTo>
                <a:lnTo>
                  <a:pt x="393191" y="52425"/>
                </a:lnTo>
                <a:moveTo>
                  <a:pt x="262127" y="52425"/>
                </a:moveTo>
                <a:lnTo>
                  <a:pt x="262127" y="183489"/>
                </a:lnTo>
                <a:moveTo>
                  <a:pt x="262127" y="183489"/>
                </a:moveTo>
                <a:lnTo>
                  <a:pt x="393191" y="183489"/>
                </a:lnTo>
                <a:moveTo>
                  <a:pt x="262127" y="183489"/>
                </a:moveTo>
                <a:lnTo>
                  <a:pt x="262127" y="314553"/>
                </a:lnTo>
                <a:moveTo>
                  <a:pt x="262127" y="314553"/>
                </a:moveTo>
                <a:lnTo>
                  <a:pt x="393191" y="314553"/>
                </a:lnTo>
                <a:moveTo>
                  <a:pt x="262127" y="314553"/>
                </a:moveTo>
                <a:lnTo>
                  <a:pt x="262127" y="445616"/>
                </a:lnTo>
                <a:moveTo>
                  <a:pt x="262127" y="445616"/>
                </a:moveTo>
                <a:lnTo>
                  <a:pt x="393191" y="445616"/>
                </a:lnTo>
                <a:moveTo>
                  <a:pt x="262127" y="445616"/>
                </a:moveTo>
                <a:lnTo>
                  <a:pt x="262127" y="576680"/>
                </a:lnTo>
                <a:moveTo>
                  <a:pt x="262127" y="576680"/>
                </a:moveTo>
                <a:lnTo>
                  <a:pt x="393191" y="576680"/>
                </a:lnTo>
                <a:moveTo>
                  <a:pt x="262127" y="576680"/>
                </a:moveTo>
                <a:lnTo>
                  <a:pt x="262127" y="707744"/>
                </a:lnTo>
                <a:moveTo>
                  <a:pt x="262127" y="707744"/>
                </a:moveTo>
                <a:lnTo>
                  <a:pt x="393191" y="707744"/>
                </a:lnTo>
                <a:moveTo>
                  <a:pt x="262127" y="707744"/>
                </a:moveTo>
                <a:lnTo>
                  <a:pt x="262127" y="838808"/>
                </a:lnTo>
                <a:moveTo>
                  <a:pt x="262127" y="838808"/>
                </a:moveTo>
                <a:lnTo>
                  <a:pt x="393191" y="838808"/>
                </a:lnTo>
                <a:moveTo>
                  <a:pt x="262127" y="838808"/>
                </a:moveTo>
                <a:lnTo>
                  <a:pt x="262127" y="969871"/>
                </a:lnTo>
                <a:moveTo>
                  <a:pt x="262127" y="969871"/>
                </a:moveTo>
                <a:lnTo>
                  <a:pt x="393191" y="969871"/>
                </a:lnTo>
                <a:moveTo>
                  <a:pt x="262127" y="969871"/>
                </a:moveTo>
                <a:lnTo>
                  <a:pt x="262127" y="1100935"/>
                </a:lnTo>
                <a:moveTo>
                  <a:pt x="262127" y="1100935"/>
                </a:moveTo>
                <a:lnTo>
                  <a:pt x="393191" y="1100935"/>
                </a:lnTo>
                <a:moveTo>
                  <a:pt x="262127" y="1100935"/>
                </a:moveTo>
                <a:lnTo>
                  <a:pt x="262127" y="1231999"/>
                </a:lnTo>
                <a:moveTo>
                  <a:pt x="262127" y="1231999"/>
                </a:moveTo>
                <a:lnTo>
                  <a:pt x="393191" y="1231999"/>
                </a:lnTo>
                <a:moveTo>
                  <a:pt x="262127" y="1231999"/>
                </a:moveTo>
                <a:lnTo>
                  <a:pt x="262127" y="1363062"/>
                </a:lnTo>
                <a:moveTo>
                  <a:pt x="262127" y="1363062"/>
                </a:moveTo>
                <a:lnTo>
                  <a:pt x="393191" y="1363062"/>
                </a:lnTo>
                <a:moveTo>
                  <a:pt x="262127" y="1363062"/>
                </a:moveTo>
                <a:lnTo>
                  <a:pt x="262127" y="1494126"/>
                </a:lnTo>
                <a:moveTo>
                  <a:pt x="262127" y="1494126"/>
                </a:moveTo>
                <a:lnTo>
                  <a:pt x="393191" y="1494126"/>
                </a:lnTo>
                <a:moveTo>
                  <a:pt x="262127" y="1494126"/>
                </a:moveTo>
                <a:lnTo>
                  <a:pt x="262127" y="1625190"/>
                </a:lnTo>
                <a:moveTo>
                  <a:pt x="262127" y="1625190"/>
                </a:moveTo>
                <a:lnTo>
                  <a:pt x="393191" y="1625190"/>
                </a:lnTo>
                <a:moveTo>
                  <a:pt x="262127" y="1625190"/>
                </a:moveTo>
                <a:lnTo>
                  <a:pt x="262127" y="1756253"/>
                </a:lnTo>
                <a:moveTo>
                  <a:pt x="262127" y="1756253"/>
                </a:moveTo>
                <a:lnTo>
                  <a:pt x="393191" y="1756253"/>
                </a:lnTo>
                <a:moveTo>
                  <a:pt x="262127" y="1756253"/>
                </a:moveTo>
                <a:lnTo>
                  <a:pt x="262127" y="1887317"/>
                </a:lnTo>
                <a:moveTo>
                  <a:pt x="262127" y="1887317"/>
                </a:moveTo>
                <a:lnTo>
                  <a:pt x="393191" y="1887317"/>
                </a:lnTo>
                <a:moveTo>
                  <a:pt x="262127" y="1887317"/>
                </a:moveTo>
                <a:lnTo>
                  <a:pt x="262127" y="2018381"/>
                </a:lnTo>
                <a:moveTo>
                  <a:pt x="262127" y="2018381"/>
                </a:moveTo>
                <a:lnTo>
                  <a:pt x="393191" y="2018381"/>
                </a:lnTo>
                <a:moveTo>
                  <a:pt x="262127" y="2018381"/>
                </a:moveTo>
                <a:lnTo>
                  <a:pt x="262127" y="2149444"/>
                </a:lnTo>
                <a:moveTo>
                  <a:pt x="262127" y="2149444"/>
                </a:moveTo>
                <a:lnTo>
                  <a:pt x="393191" y="2149444"/>
                </a:lnTo>
                <a:moveTo>
                  <a:pt x="262127" y="2149444"/>
                </a:moveTo>
                <a:lnTo>
                  <a:pt x="262127" y="2280508"/>
                </a:lnTo>
                <a:moveTo>
                  <a:pt x="262127" y="2280508"/>
                </a:moveTo>
                <a:lnTo>
                  <a:pt x="393191" y="2280508"/>
                </a:lnTo>
                <a:moveTo>
                  <a:pt x="262127" y="2280508"/>
                </a:moveTo>
                <a:lnTo>
                  <a:pt x="262127" y="2411572"/>
                </a:lnTo>
                <a:moveTo>
                  <a:pt x="262127" y="2411572"/>
                </a:moveTo>
                <a:lnTo>
                  <a:pt x="393191" y="2411572"/>
                </a:lnTo>
                <a:moveTo>
                  <a:pt x="262127" y="2411572"/>
                </a:moveTo>
                <a:lnTo>
                  <a:pt x="262127" y="2542635"/>
                </a:lnTo>
                <a:moveTo>
                  <a:pt x="262127" y="2542635"/>
                </a:moveTo>
                <a:lnTo>
                  <a:pt x="393191" y="2542635"/>
                </a:lnTo>
                <a:moveTo>
                  <a:pt x="262127" y="2542635"/>
                </a:moveTo>
                <a:lnTo>
                  <a:pt x="262127" y="2673699"/>
                </a:lnTo>
                <a:moveTo>
                  <a:pt x="262127" y="2673699"/>
                </a:moveTo>
                <a:lnTo>
                  <a:pt x="393191" y="2673699"/>
                </a:lnTo>
                <a:moveTo>
                  <a:pt x="262127" y="2673699"/>
                </a:moveTo>
                <a:lnTo>
                  <a:pt x="262127" y="2804763"/>
                </a:lnTo>
                <a:moveTo>
                  <a:pt x="262127" y="2804763"/>
                </a:moveTo>
                <a:lnTo>
                  <a:pt x="393191" y="2804763"/>
                </a:lnTo>
                <a:moveTo>
                  <a:pt x="262127" y="2804763"/>
                </a:moveTo>
                <a:lnTo>
                  <a:pt x="262127" y="2935826"/>
                </a:lnTo>
                <a:moveTo>
                  <a:pt x="262127" y="2935826"/>
                </a:moveTo>
                <a:lnTo>
                  <a:pt x="393191" y="2935826"/>
                </a:lnTo>
                <a:moveTo>
                  <a:pt x="262127" y="2935826"/>
                </a:moveTo>
                <a:lnTo>
                  <a:pt x="262127" y="3066890"/>
                </a:lnTo>
                <a:moveTo>
                  <a:pt x="262127" y="3066890"/>
                </a:moveTo>
                <a:lnTo>
                  <a:pt x="393191" y="3066890"/>
                </a:lnTo>
                <a:moveTo>
                  <a:pt x="262127" y="3066890"/>
                </a:moveTo>
                <a:lnTo>
                  <a:pt x="262127" y="3197954"/>
                </a:lnTo>
                <a:moveTo>
                  <a:pt x="262127" y="3197954"/>
                </a:moveTo>
                <a:lnTo>
                  <a:pt x="393191" y="3197954"/>
                </a:lnTo>
                <a:moveTo>
                  <a:pt x="262127" y="3197954"/>
                </a:moveTo>
                <a:lnTo>
                  <a:pt x="262127" y="3329017"/>
                </a:lnTo>
                <a:moveTo>
                  <a:pt x="262127" y="3329017"/>
                </a:moveTo>
                <a:lnTo>
                  <a:pt x="393191" y="3329017"/>
                </a:lnTo>
                <a:moveTo>
                  <a:pt x="262127" y="3329017"/>
                </a:moveTo>
                <a:lnTo>
                  <a:pt x="262127" y="3460081"/>
                </a:lnTo>
                <a:moveTo>
                  <a:pt x="262127" y="3460081"/>
                </a:moveTo>
                <a:lnTo>
                  <a:pt x="393191" y="3460081"/>
                </a:lnTo>
                <a:moveTo>
                  <a:pt x="262127" y="3460081"/>
                </a:moveTo>
                <a:lnTo>
                  <a:pt x="262127" y="3591145"/>
                </a:lnTo>
                <a:moveTo>
                  <a:pt x="262127" y="3591145"/>
                </a:moveTo>
                <a:lnTo>
                  <a:pt x="393191" y="3591145"/>
                </a:lnTo>
                <a:moveTo>
                  <a:pt x="262127" y="3591145"/>
                </a:moveTo>
                <a:lnTo>
                  <a:pt x="262127" y="3722208"/>
                </a:lnTo>
                <a:moveTo>
                  <a:pt x="262127" y="3722208"/>
                </a:moveTo>
                <a:lnTo>
                  <a:pt x="393191" y="3722208"/>
                </a:lnTo>
                <a:moveTo>
                  <a:pt x="262127" y="3722208"/>
                </a:moveTo>
                <a:lnTo>
                  <a:pt x="262127" y="3853272"/>
                </a:lnTo>
                <a:moveTo>
                  <a:pt x="262127" y="3853272"/>
                </a:moveTo>
                <a:lnTo>
                  <a:pt x="393191" y="3853272"/>
                </a:lnTo>
                <a:moveTo>
                  <a:pt x="262127" y="3853272"/>
                </a:moveTo>
                <a:lnTo>
                  <a:pt x="262127" y="3984336"/>
                </a:lnTo>
                <a:moveTo>
                  <a:pt x="262127" y="3984336"/>
                </a:moveTo>
                <a:lnTo>
                  <a:pt x="393191" y="3984336"/>
                </a:lnTo>
                <a:moveTo>
                  <a:pt x="262127" y="3984336"/>
                </a:moveTo>
                <a:lnTo>
                  <a:pt x="262127" y="4115399"/>
                </a:lnTo>
                <a:moveTo>
                  <a:pt x="262127" y="4115399"/>
                </a:moveTo>
                <a:lnTo>
                  <a:pt x="393191" y="4115399"/>
                </a:lnTo>
                <a:moveTo>
                  <a:pt x="262127" y="4115399"/>
                </a:moveTo>
                <a:lnTo>
                  <a:pt x="262127" y="4246463"/>
                </a:lnTo>
                <a:moveTo>
                  <a:pt x="262127" y="4246463"/>
                </a:moveTo>
                <a:lnTo>
                  <a:pt x="393191" y="4246463"/>
                </a:lnTo>
                <a:moveTo>
                  <a:pt x="262127" y="4246463"/>
                </a:moveTo>
                <a:lnTo>
                  <a:pt x="262127" y="4377527"/>
                </a:lnTo>
                <a:moveTo>
                  <a:pt x="262127" y="4377527"/>
                </a:moveTo>
                <a:lnTo>
                  <a:pt x="393191" y="4377527"/>
                </a:lnTo>
                <a:moveTo>
                  <a:pt x="262127" y="4377527"/>
                </a:moveTo>
                <a:lnTo>
                  <a:pt x="262127" y="4508590"/>
                </a:lnTo>
                <a:moveTo>
                  <a:pt x="262127" y="4508590"/>
                </a:moveTo>
                <a:lnTo>
                  <a:pt x="393191" y="4508590"/>
                </a:lnTo>
                <a:moveTo>
                  <a:pt x="262127" y="4508590"/>
                </a:moveTo>
                <a:lnTo>
                  <a:pt x="262127" y="4639654"/>
                </a:lnTo>
                <a:moveTo>
                  <a:pt x="262127" y="4639654"/>
                </a:moveTo>
                <a:lnTo>
                  <a:pt x="393191" y="4639654"/>
                </a:lnTo>
                <a:moveTo>
                  <a:pt x="262127" y="4639654"/>
                </a:moveTo>
                <a:lnTo>
                  <a:pt x="262127" y="4770718"/>
                </a:lnTo>
                <a:moveTo>
                  <a:pt x="262127" y="4770718"/>
                </a:moveTo>
                <a:lnTo>
                  <a:pt x="393191" y="4770718"/>
                </a:lnTo>
                <a:moveTo>
                  <a:pt x="262127" y="4770718"/>
                </a:moveTo>
                <a:lnTo>
                  <a:pt x="262127" y="4901781"/>
                </a:lnTo>
                <a:moveTo>
                  <a:pt x="262127" y="4901781"/>
                </a:moveTo>
                <a:lnTo>
                  <a:pt x="393191" y="4901781"/>
                </a:lnTo>
                <a:moveTo>
                  <a:pt x="262127" y="4901781"/>
                </a:moveTo>
                <a:lnTo>
                  <a:pt x="262127" y="4967313"/>
                </a:lnTo>
                <a:moveTo>
                  <a:pt x="393191" y="0"/>
                </a:moveTo>
                <a:lnTo>
                  <a:pt x="393191" y="52425"/>
                </a:lnTo>
                <a:moveTo>
                  <a:pt x="393191" y="52425"/>
                </a:moveTo>
                <a:lnTo>
                  <a:pt x="524255" y="52425"/>
                </a:lnTo>
                <a:moveTo>
                  <a:pt x="393191" y="52425"/>
                </a:moveTo>
                <a:lnTo>
                  <a:pt x="393191" y="183489"/>
                </a:lnTo>
                <a:moveTo>
                  <a:pt x="393191" y="183489"/>
                </a:moveTo>
                <a:lnTo>
                  <a:pt x="524255" y="183489"/>
                </a:lnTo>
                <a:moveTo>
                  <a:pt x="393191" y="183489"/>
                </a:moveTo>
                <a:lnTo>
                  <a:pt x="393191" y="314553"/>
                </a:lnTo>
                <a:moveTo>
                  <a:pt x="393191" y="314553"/>
                </a:moveTo>
                <a:lnTo>
                  <a:pt x="524255" y="314553"/>
                </a:lnTo>
                <a:moveTo>
                  <a:pt x="393191" y="314553"/>
                </a:moveTo>
                <a:lnTo>
                  <a:pt x="393191" y="445616"/>
                </a:lnTo>
                <a:moveTo>
                  <a:pt x="393191" y="445616"/>
                </a:moveTo>
                <a:lnTo>
                  <a:pt x="524255" y="445616"/>
                </a:lnTo>
                <a:moveTo>
                  <a:pt x="393191" y="445616"/>
                </a:moveTo>
                <a:lnTo>
                  <a:pt x="393191" y="576680"/>
                </a:lnTo>
                <a:moveTo>
                  <a:pt x="393191" y="576680"/>
                </a:moveTo>
                <a:lnTo>
                  <a:pt x="524255" y="576680"/>
                </a:lnTo>
                <a:moveTo>
                  <a:pt x="393191" y="576680"/>
                </a:moveTo>
                <a:lnTo>
                  <a:pt x="393191" y="707744"/>
                </a:lnTo>
                <a:moveTo>
                  <a:pt x="393191" y="707744"/>
                </a:moveTo>
                <a:lnTo>
                  <a:pt x="524255" y="707744"/>
                </a:lnTo>
                <a:moveTo>
                  <a:pt x="393191" y="707744"/>
                </a:moveTo>
                <a:lnTo>
                  <a:pt x="393191" y="838808"/>
                </a:lnTo>
                <a:moveTo>
                  <a:pt x="393191" y="838808"/>
                </a:moveTo>
                <a:lnTo>
                  <a:pt x="524255" y="838808"/>
                </a:lnTo>
                <a:moveTo>
                  <a:pt x="393191" y="838808"/>
                </a:moveTo>
                <a:lnTo>
                  <a:pt x="393191" y="969871"/>
                </a:lnTo>
                <a:moveTo>
                  <a:pt x="393191" y="969871"/>
                </a:moveTo>
                <a:lnTo>
                  <a:pt x="524255" y="969871"/>
                </a:lnTo>
                <a:moveTo>
                  <a:pt x="393191" y="969871"/>
                </a:moveTo>
                <a:lnTo>
                  <a:pt x="393191" y="1100935"/>
                </a:lnTo>
                <a:moveTo>
                  <a:pt x="393191" y="1100935"/>
                </a:moveTo>
                <a:lnTo>
                  <a:pt x="524255" y="1100935"/>
                </a:lnTo>
                <a:moveTo>
                  <a:pt x="393191" y="1100935"/>
                </a:moveTo>
                <a:lnTo>
                  <a:pt x="393191" y="1231999"/>
                </a:lnTo>
                <a:moveTo>
                  <a:pt x="393191" y="1231999"/>
                </a:moveTo>
                <a:lnTo>
                  <a:pt x="524255" y="1231999"/>
                </a:lnTo>
                <a:moveTo>
                  <a:pt x="393191" y="1231999"/>
                </a:moveTo>
                <a:lnTo>
                  <a:pt x="393191" y="1363062"/>
                </a:lnTo>
                <a:moveTo>
                  <a:pt x="393191" y="1363062"/>
                </a:moveTo>
                <a:lnTo>
                  <a:pt x="524255" y="1363062"/>
                </a:lnTo>
                <a:moveTo>
                  <a:pt x="393191" y="1363062"/>
                </a:moveTo>
                <a:lnTo>
                  <a:pt x="393191" y="1494126"/>
                </a:lnTo>
                <a:moveTo>
                  <a:pt x="393191" y="1494126"/>
                </a:moveTo>
                <a:lnTo>
                  <a:pt x="524255" y="1494126"/>
                </a:lnTo>
                <a:moveTo>
                  <a:pt x="393191" y="1494126"/>
                </a:moveTo>
                <a:lnTo>
                  <a:pt x="393191" y="1625190"/>
                </a:lnTo>
                <a:moveTo>
                  <a:pt x="393191" y="1625190"/>
                </a:moveTo>
                <a:lnTo>
                  <a:pt x="524255" y="1625190"/>
                </a:lnTo>
                <a:moveTo>
                  <a:pt x="393191" y="1625190"/>
                </a:moveTo>
                <a:lnTo>
                  <a:pt x="393191" y="1756253"/>
                </a:lnTo>
                <a:moveTo>
                  <a:pt x="393191" y="1756253"/>
                </a:moveTo>
                <a:lnTo>
                  <a:pt x="524255" y="1756253"/>
                </a:lnTo>
                <a:moveTo>
                  <a:pt x="393191" y="1756253"/>
                </a:moveTo>
                <a:lnTo>
                  <a:pt x="393191" y="1887317"/>
                </a:lnTo>
                <a:moveTo>
                  <a:pt x="393191" y="1887317"/>
                </a:moveTo>
                <a:lnTo>
                  <a:pt x="524255" y="1887317"/>
                </a:lnTo>
                <a:moveTo>
                  <a:pt x="393191" y="1887317"/>
                </a:moveTo>
                <a:lnTo>
                  <a:pt x="393191" y="2018381"/>
                </a:lnTo>
                <a:moveTo>
                  <a:pt x="393191" y="2018381"/>
                </a:moveTo>
                <a:lnTo>
                  <a:pt x="524255" y="2018381"/>
                </a:lnTo>
                <a:moveTo>
                  <a:pt x="393191" y="2018381"/>
                </a:moveTo>
                <a:lnTo>
                  <a:pt x="393191" y="2149444"/>
                </a:lnTo>
                <a:moveTo>
                  <a:pt x="393191" y="2149444"/>
                </a:moveTo>
                <a:lnTo>
                  <a:pt x="524255" y="2149444"/>
                </a:lnTo>
                <a:moveTo>
                  <a:pt x="393191" y="2149444"/>
                </a:moveTo>
                <a:lnTo>
                  <a:pt x="393191" y="2280508"/>
                </a:lnTo>
                <a:moveTo>
                  <a:pt x="393191" y="2280508"/>
                </a:moveTo>
                <a:lnTo>
                  <a:pt x="524255" y="2280508"/>
                </a:lnTo>
                <a:moveTo>
                  <a:pt x="393191" y="2280508"/>
                </a:moveTo>
                <a:lnTo>
                  <a:pt x="393191" y="2411572"/>
                </a:lnTo>
                <a:moveTo>
                  <a:pt x="393191" y="2411572"/>
                </a:moveTo>
                <a:lnTo>
                  <a:pt x="524255" y="2411572"/>
                </a:lnTo>
                <a:moveTo>
                  <a:pt x="393191" y="2411572"/>
                </a:moveTo>
                <a:lnTo>
                  <a:pt x="393191" y="2542635"/>
                </a:lnTo>
                <a:moveTo>
                  <a:pt x="393191" y="2542635"/>
                </a:moveTo>
                <a:lnTo>
                  <a:pt x="524255" y="2542635"/>
                </a:lnTo>
                <a:moveTo>
                  <a:pt x="393191" y="2542635"/>
                </a:moveTo>
                <a:lnTo>
                  <a:pt x="393191" y="2673699"/>
                </a:lnTo>
                <a:moveTo>
                  <a:pt x="393191" y="2673699"/>
                </a:moveTo>
                <a:lnTo>
                  <a:pt x="524255" y="2673699"/>
                </a:lnTo>
                <a:moveTo>
                  <a:pt x="393191" y="2673699"/>
                </a:moveTo>
                <a:lnTo>
                  <a:pt x="393191" y="2804763"/>
                </a:lnTo>
                <a:moveTo>
                  <a:pt x="393191" y="2804763"/>
                </a:moveTo>
                <a:lnTo>
                  <a:pt x="524255" y="2804763"/>
                </a:lnTo>
                <a:moveTo>
                  <a:pt x="393191" y="2804763"/>
                </a:moveTo>
                <a:lnTo>
                  <a:pt x="393191" y="2935826"/>
                </a:lnTo>
                <a:moveTo>
                  <a:pt x="393191" y="2935826"/>
                </a:moveTo>
                <a:lnTo>
                  <a:pt x="524255" y="2935826"/>
                </a:lnTo>
                <a:moveTo>
                  <a:pt x="393191" y="2935826"/>
                </a:moveTo>
                <a:lnTo>
                  <a:pt x="393191" y="3066890"/>
                </a:lnTo>
                <a:moveTo>
                  <a:pt x="393191" y="3066890"/>
                </a:moveTo>
                <a:lnTo>
                  <a:pt x="524255" y="3066890"/>
                </a:lnTo>
                <a:moveTo>
                  <a:pt x="393191" y="3066890"/>
                </a:moveTo>
                <a:lnTo>
                  <a:pt x="393191" y="3197954"/>
                </a:lnTo>
                <a:moveTo>
                  <a:pt x="393191" y="3197954"/>
                </a:moveTo>
                <a:lnTo>
                  <a:pt x="524255" y="3197954"/>
                </a:lnTo>
                <a:moveTo>
                  <a:pt x="393191" y="3197954"/>
                </a:moveTo>
                <a:lnTo>
                  <a:pt x="393191" y="3329017"/>
                </a:lnTo>
                <a:moveTo>
                  <a:pt x="393191" y="3329017"/>
                </a:moveTo>
                <a:lnTo>
                  <a:pt x="524255" y="3329017"/>
                </a:lnTo>
                <a:moveTo>
                  <a:pt x="393191" y="3329017"/>
                </a:moveTo>
                <a:lnTo>
                  <a:pt x="393191" y="3460081"/>
                </a:lnTo>
                <a:moveTo>
                  <a:pt x="393191" y="3460081"/>
                </a:moveTo>
                <a:lnTo>
                  <a:pt x="524255" y="3460081"/>
                </a:lnTo>
                <a:moveTo>
                  <a:pt x="393191" y="3460081"/>
                </a:moveTo>
                <a:lnTo>
                  <a:pt x="393191" y="3591145"/>
                </a:lnTo>
                <a:moveTo>
                  <a:pt x="393191" y="3591145"/>
                </a:moveTo>
                <a:lnTo>
                  <a:pt x="524255" y="3591145"/>
                </a:lnTo>
                <a:moveTo>
                  <a:pt x="393191" y="3591145"/>
                </a:moveTo>
                <a:lnTo>
                  <a:pt x="393191" y="3722208"/>
                </a:lnTo>
                <a:moveTo>
                  <a:pt x="393191" y="3722208"/>
                </a:moveTo>
                <a:lnTo>
                  <a:pt x="524255" y="3722208"/>
                </a:lnTo>
                <a:moveTo>
                  <a:pt x="393191" y="3722208"/>
                </a:moveTo>
                <a:lnTo>
                  <a:pt x="393191" y="3853272"/>
                </a:lnTo>
                <a:moveTo>
                  <a:pt x="393191" y="3853272"/>
                </a:moveTo>
                <a:lnTo>
                  <a:pt x="524255" y="3853272"/>
                </a:lnTo>
                <a:moveTo>
                  <a:pt x="393191" y="3853272"/>
                </a:moveTo>
                <a:lnTo>
                  <a:pt x="393191" y="3984336"/>
                </a:lnTo>
                <a:moveTo>
                  <a:pt x="393191" y="3984336"/>
                </a:moveTo>
                <a:lnTo>
                  <a:pt x="524255" y="3984336"/>
                </a:lnTo>
                <a:moveTo>
                  <a:pt x="393191" y="3984336"/>
                </a:moveTo>
                <a:lnTo>
                  <a:pt x="393191" y="4115399"/>
                </a:lnTo>
                <a:moveTo>
                  <a:pt x="393191" y="4115399"/>
                </a:moveTo>
                <a:lnTo>
                  <a:pt x="524255" y="4115399"/>
                </a:lnTo>
                <a:moveTo>
                  <a:pt x="393191" y="4115399"/>
                </a:moveTo>
                <a:lnTo>
                  <a:pt x="393191" y="4246463"/>
                </a:lnTo>
                <a:moveTo>
                  <a:pt x="393191" y="4246463"/>
                </a:moveTo>
                <a:lnTo>
                  <a:pt x="524255" y="4246463"/>
                </a:lnTo>
                <a:moveTo>
                  <a:pt x="393191" y="4246463"/>
                </a:moveTo>
                <a:lnTo>
                  <a:pt x="393191" y="4377527"/>
                </a:lnTo>
                <a:moveTo>
                  <a:pt x="393191" y="4377527"/>
                </a:moveTo>
                <a:lnTo>
                  <a:pt x="524255" y="4377527"/>
                </a:lnTo>
                <a:moveTo>
                  <a:pt x="393191" y="4377527"/>
                </a:moveTo>
                <a:lnTo>
                  <a:pt x="393191" y="4508590"/>
                </a:lnTo>
                <a:moveTo>
                  <a:pt x="393191" y="4508590"/>
                </a:moveTo>
                <a:lnTo>
                  <a:pt x="524255" y="4508590"/>
                </a:lnTo>
                <a:moveTo>
                  <a:pt x="393191" y="4508590"/>
                </a:moveTo>
                <a:lnTo>
                  <a:pt x="393191" y="4639654"/>
                </a:lnTo>
                <a:moveTo>
                  <a:pt x="393191" y="4639654"/>
                </a:moveTo>
                <a:lnTo>
                  <a:pt x="524255" y="4639654"/>
                </a:lnTo>
                <a:moveTo>
                  <a:pt x="393191" y="4639654"/>
                </a:moveTo>
                <a:lnTo>
                  <a:pt x="393191" y="4770718"/>
                </a:lnTo>
                <a:moveTo>
                  <a:pt x="393191" y="4770718"/>
                </a:moveTo>
                <a:lnTo>
                  <a:pt x="524255" y="4770718"/>
                </a:lnTo>
                <a:moveTo>
                  <a:pt x="393191" y="4770718"/>
                </a:moveTo>
                <a:lnTo>
                  <a:pt x="393191" y="4901781"/>
                </a:lnTo>
                <a:moveTo>
                  <a:pt x="393191" y="4901781"/>
                </a:moveTo>
                <a:lnTo>
                  <a:pt x="524255" y="4901781"/>
                </a:lnTo>
                <a:moveTo>
                  <a:pt x="393191" y="4901781"/>
                </a:moveTo>
                <a:lnTo>
                  <a:pt x="393191" y="4967313"/>
                </a:lnTo>
                <a:moveTo>
                  <a:pt x="524255" y="0"/>
                </a:moveTo>
                <a:lnTo>
                  <a:pt x="524255" y="52425"/>
                </a:lnTo>
                <a:moveTo>
                  <a:pt x="524255" y="52425"/>
                </a:moveTo>
                <a:lnTo>
                  <a:pt x="655318" y="52425"/>
                </a:lnTo>
                <a:moveTo>
                  <a:pt x="524255" y="52425"/>
                </a:moveTo>
                <a:lnTo>
                  <a:pt x="524255" y="183489"/>
                </a:lnTo>
                <a:moveTo>
                  <a:pt x="524255" y="183489"/>
                </a:moveTo>
                <a:lnTo>
                  <a:pt x="655318" y="183489"/>
                </a:lnTo>
                <a:moveTo>
                  <a:pt x="524255" y="183489"/>
                </a:moveTo>
                <a:lnTo>
                  <a:pt x="524255" y="314553"/>
                </a:lnTo>
                <a:moveTo>
                  <a:pt x="524255" y="314553"/>
                </a:moveTo>
                <a:lnTo>
                  <a:pt x="655318" y="314553"/>
                </a:lnTo>
                <a:moveTo>
                  <a:pt x="524255" y="314553"/>
                </a:moveTo>
                <a:lnTo>
                  <a:pt x="524255" y="445616"/>
                </a:lnTo>
                <a:moveTo>
                  <a:pt x="524255" y="445616"/>
                </a:moveTo>
                <a:lnTo>
                  <a:pt x="655318" y="445616"/>
                </a:lnTo>
                <a:moveTo>
                  <a:pt x="524255" y="445616"/>
                </a:moveTo>
                <a:lnTo>
                  <a:pt x="524255" y="576680"/>
                </a:lnTo>
                <a:moveTo>
                  <a:pt x="524255" y="576680"/>
                </a:moveTo>
                <a:lnTo>
                  <a:pt x="655318" y="576680"/>
                </a:lnTo>
                <a:moveTo>
                  <a:pt x="524255" y="576680"/>
                </a:moveTo>
                <a:lnTo>
                  <a:pt x="524255" y="707744"/>
                </a:lnTo>
                <a:moveTo>
                  <a:pt x="524255" y="707744"/>
                </a:moveTo>
                <a:lnTo>
                  <a:pt x="655318" y="707744"/>
                </a:lnTo>
                <a:moveTo>
                  <a:pt x="524255" y="707744"/>
                </a:moveTo>
                <a:lnTo>
                  <a:pt x="524255" y="838808"/>
                </a:lnTo>
                <a:moveTo>
                  <a:pt x="524255" y="838808"/>
                </a:moveTo>
                <a:lnTo>
                  <a:pt x="655318" y="838808"/>
                </a:lnTo>
                <a:moveTo>
                  <a:pt x="524255" y="838808"/>
                </a:moveTo>
                <a:lnTo>
                  <a:pt x="524255" y="969871"/>
                </a:lnTo>
                <a:moveTo>
                  <a:pt x="524255" y="969871"/>
                </a:moveTo>
                <a:lnTo>
                  <a:pt x="655318" y="969871"/>
                </a:lnTo>
                <a:moveTo>
                  <a:pt x="524255" y="969871"/>
                </a:moveTo>
                <a:lnTo>
                  <a:pt x="524255" y="1100935"/>
                </a:lnTo>
                <a:moveTo>
                  <a:pt x="524255" y="1100935"/>
                </a:moveTo>
                <a:lnTo>
                  <a:pt x="655318" y="1100935"/>
                </a:lnTo>
                <a:moveTo>
                  <a:pt x="524255" y="1100935"/>
                </a:moveTo>
                <a:lnTo>
                  <a:pt x="524255" y="1231999"/>
                </a:lnTo>
                <a:moveTo>
                  <a:pt x="524255" y="1231999"/>
                </a:moveTo>
                <a:lnTo>
                  <a:pt x="655318" y="1231999"/>
                </a:lnTo>
                <a:moveTo>
                  <a:pt x="524255" y="1231999"/>
                </a:moveTo>
                <a:lnTo>
                  <a:pt x="524255" y="1363062"/>
                </a:lnTo>
                <a:moveTo>
                  <a:pt x="524255" y="1363062"/>
                </a:moveTo>
                <a:lnTo>
                  <a:pt x="655318" y="1363062"/>
                </a:lnTo>
                <a:moveTo>
                  <a:pt x="524255" y="1363062"/>
                </a:moveTo>
                <a:lnTo>
                  <a:pt x="524255" y="1494126"/>
                </a:lnTo>
                <a:moveTo>
                  <a:pt x="524255" y="1494126"/>
                </a:moveTo>
                <a:lnTo>
                  <a:pt x="655318" y="1494126"/>
                </a:lnTo>
                <a:moveTo>
                  <a:pt x="524255" y="1494126"/>
                </a:moveTo>
                <a:lnTo>
                  <a:pt x="524255" y="1625190"/>
                </a:lnTo>
                <a:moveTo>
                  <a:pt x="524255" y="1625190"/>
                </a:moveTo>
                <a:lnTo>
                  <a:pt x="655318" y="1625190"/>
                </a:lnTo>
                <a:moveTo>
                  <a:pt x="524255" y="1625190"/>
                </a:moveTo>
                <a:lnTo>
                  <a:pt x="524255" y="1756253"/>
                </a:lnTo>
                <a:moveTo>
                  <a:pt x="524255" y="1756253"/>
                </a:moveTo>
                <a:lnTo>
                  <a:pt x="655318" y="1756253"/>
                </a:lnTo>
                <a:moveTo>
                  <a:pt x="524255" y="1756253"/>
                </a:moveTo>
                <a:lnTo>
                  <a:pt x="524255" y="1887317"/>
                </a:lnTo>
                <a:moveTo>
                  <a:pt x="524255" y="1887317"/>
                </a:moveTo>
                <a:lnTo>
                  <a:pt x="655318" y="1887317"/>
                </a:lnTo>
                <a:moveTo>
                  <a:pt x="524255" y="1887317"/>
                </a:moveTo>
                <a:lnTo>
                  <a:pt x="524255" y="2018381"/>
                </a:lnTo>
                <a:moveTo>
                  <a:pt x="524255" y="2018381"/>
                </a:moveTo>
                <a:lnTo>
                  <a:pt x="655318" y="2018381"/>
                </a:lnTo>
                <a:moveTo>
                  <a:pt x="524255" y="2018381"/>
                </a:moveTo>
                <a:lnTo>
                  <a:pt x="524255" y="2149444"/>
                </a:lnTo>
                <a:moveTo>
                  <a:pt x="524255" y="2149444"/>
                </a:moveTo>
                <a:lnTo>
                  <a:pt x="655318" y="2149444"/>
                </a:lnTo>
                <a:moveTo>
                  <a:pt x="524255" y="2149444"/>
                </a:moveTo>
                <a:lnTo>
                  <a:pt x="524255" y="2280508"/>
                </a:lnTo>
                <a:moveTo>
                  <a:pt x="524255" y="2280508"/>
                </a:moveTo>
                <a:lnTo>
                  <a:pt x="655318" y="2280508"/>
                </a:lnTo>
                <a:moveTo>
                  <a:pt x="524255" y="2280508"/>
                </a:moveTo>
                <a:lnTo>
                  <a:pt x="524255" y="2411572"/>
                </a:lnTo>
                <a:moveTo>
                  <a:pt x="524255" y="2411572"/>
                </a:moveTo>
                <a:lnTo>
                  <a:pt x="655318" y="2411572"/>
                </a:lnTo>
                <a:moveTo>
                  <a:pt x="524255" y="2411572"/>
                </a:moveTo>
                <a:lnTo>
                  <a:pt x="524255" y="2542635"/>
                </a:lnTo>
                <a:moveTo>
                  <a:pt x="524255" y="2542635"/>
                </a:moveTo>
                <a:lnTo>
                  <a:pt x="655318" y="2542635"/>
                </a:lnTo>
                <a:moveTo>
                  <a:pt x="524255" y="2542635"/>
                </a:moveTo>
                <a:lnTo>
                  <a:pt x="524255" y="2673699"/>
                </a:lnTo>
                <a:moveTo>
                  <a:pt x="524255" y="2673699"/>
                </a:moveTo>
                <a:lnTo>
                  <a:pt x="655318" y="2673699"/>
                </a:lnTo>
                <a:moveTo>
                  <a:pt x="524255" y="2673699"/>
                </a:moveTo>
                <a:lnTo>
                  <a:pt x="524255" y="2804763"/>
                </a:lnTo>
                <a:moveTo>
                  <a:pt x="524255" y="2804763"/>
                </a:moveTo>
                <a:lnTo>
                  <a:pt x="655318" y="2804763"/>
                </a:lnTo>
                <a:moveTo>
                  <a:pt x="524255" y="2804763"/>
                </a:moveTo>
                <a:lnTo>
                  <a:pt x="524255" y="2935826"/>
                </a:lnTo>
                <a:moveTo>
                  <a:pt x="524255" y="2935826"/>
                </a:moveTo>
                <a:lnTo>
                  <a:pt x="655318" y="2935826"/>
                </a:lnTo>
                <a:moveTo>
                  <a:pt x="524255" y="2935826"/>
                </a:moveTo>
                <a:lnTo>
                  <a:pt x="524255" y="3066890"/>
                </a:lnTo>
                <a:moveTo>
                  <a:pt x="524255" y="3066890"/>
                </a:moveTo>
                <a:lnTo>
                  <a:pt x="655318" y="3066890"/>
                </a:lnTo>
                <a:moveTo>
                  <a:pt x="524255" y="3066890"/>
                </a:moveTo>
                <a:lnTo>
                  <a:pt x="524255" y="3197954"/>
                </a:lnTo>
                <a:moveTo>
                  <a:pt x="524255" y="3197954"/>
                </a:moveTo>
                <a:lnTo>
                  <a:pt x="655318" y="3197954"/>
                </a:lnTo>
                <a:moveTo>
                  <a:pt x="524255" y="3197954"/>
                </a:moveTo>
                <a:lnTo>
                  <a:pt x="524255" y="3329017"/>
                </a:lnTo>
                <a:moveTo>
                  <a:pt x="524255" y="3329017"/>
                </a:moveTo>
                <a:lnTo>
                  <a:pt x="655318" y="3329017"/>
                </a:lnTo>
                <a:moveTo>
                  <a:pt x="524255" y="3329017"/>
                </a:moveTo>
                <a:lnTo>
                  <a:pt x="524255" y="3460081"/>
                </a:lnTo>
                <a:moveTo>
                  <a:pt x="524255" y="3460081"/>
                </a:moveTo>
                <a:lnTo>
                  <a:pt x="655318" y="3460081"/>
                </a:lnTo>
                <a:moveTo>
                  <a:pt x="524255" y="3460081"/>
                </a:moveTo>
                <a:lnTo>
                  <a:pt x="524255" y="3591145"/>
                </a:lnTo>
                <a:moveTo>
                  <a:pt x="524255" y="3591145"/>
                </a:moveTo>
                <a:lnTo>
                  <a:pt x="655318" y="3591145"/>
                </a:lnTo>
                <a:moveTo>
                  <a:pt x="524255" y="3591145"/>
                </a:moveTo>
                <a:lnTo>
                  <a:pt x="524255" y="3722208"/>
                </a:lnTo>
                <a:moveTo>
                  <a:pt x="524255" y="3722208"/>
                </a:moveTo>
                <a:lnTo>
                  <a:pt x="655318" y="3722208"/>
                </a:lnTo>
                <a:moveTo>
                  <a:pt x="524255" y="3722208"/>
                </a:moveTo>
                <a:lnTo>
                  <a:pt x="524255" y="3853272"/>
                </a:lnTo>
                <a:moveTo>
                  <a:pt x="524255" y="3853272"/>
                </a:moveTo>
                <a:lnTo>
                  <a:pt x="655318" y="3853272"/>
                </a:lnTo>
                <a:moveTo>
                  <a:pt x="524255" y="3853272"/>
                </a:moveTo>
                <a:lnTo>
                  <a:pt x="524255" y="3984336"/>
                </a:lnTo>
                <a:moveTo>
                  <a:pt x="524255" y="3984336"/>
                </a:moveTo>
                <a:lnTo>
                  <a:pt x="655318" y="3984336"/>
                </a:lnTo>
                <a:moveTo>
                  <a:pt x="524255" y="3984336"/>
                </a:moveTo>
                <a:lnTo>
                  <a:pt x="524255" y="4115399"/>
                </a:lnTo>
                <a:moveTo>
                  <a:pt x="524255" y="4115399"/>
                </a:moveTo>
                <a:lnTo>
                  <a:pt x="655318" y="4115399"/>
                </a:lnTo>
                <a:moveTo>
                  <a:pt x="524255" y="4115399"/>
                </a:moveTo>
                <a:lnTo>
                  <a:pt x="524255" y="4246463"/>
                </a:lnTo>
                <a:moveTo>
                  <a:pt x="524255" y="4246463"/>
                </a:moveTo>
                <a:lnTo>
                  <a:pt x="655318" y="4246463"/>
                </a:lnTo>
                <a:moveTo>
                  <a:pt x="524255" y="4246463"/>
                </a:moveTo>
                <a:lnTo>
                  <a:pt x="524255" y="4377527"/>
                </a:lnTo>
                <a:moveTo>
                  <a:pt x="524255" y="4377527"/>
                </a:moveTo>
                <a:lnTo>
                  <a:pt x="655318" y="4377527"/>
                </a:lnTo>
                <a:moveTo>
                  <a:pt x="524255" y="4377527"/>
                </a:moveTo>
                <a:lnTo>
                  <a:pt x="524255" y="4508590"/>
                </a:lnTo>
                <a:moveTo>
                  <a:pt x="524255" y="4508590"/>
                </a:moveTo>
                <a:lnTo>
                  <a:pt x="655318" y="4508590"/>
                </a:lnTo>
                <a:moveTo>
                  <a:pt x="524255" y="4508590"/>
                </a:moveTo>
                <a:lnTo>
                  <a:pt x="524255" y="4639654"/>
                </a:lnTo>
                <a:moveTo>
                  <a:pt x="524255" y="4639654"/>
                </a:moveTo>
                <a:lnTo>
                  <a:pt x="655318" y="4639654"/>
                </a:lnTo>
                <a:moveTo>
                  <a:pt x="524255" y="4639654"/>
                </a:moveTo>
                <a:lnTo>
                  <a:pt x="524255" y="4770718"/>
                </a:lnTo>
                <a:moveTo>
                  <a:pt x="524255" y="4770718"/>
                </a:moveTo>
                <a:lnTo>
                  <a:pt x="655318" y="4770718"/>
                </a:lnTo>
                <a:moveTo>
                  <a:pt x="524255" y="4770718"/>
                </a:moveTo>
                <a:lnTo>
                  <a:pt x="524255" y="4901781"/>
                </a:lnTo>
                <a:moveTo>
                  <a:pt x="524255" y="4901781"/>
                </a:moveTo>
                <a:lnTo>
                  <a:pt x="655318" y="4901781"/>
                </a:lnTo>
                <a:moveTo>
                  <a:pt x="524255" y="4901781"/>
                </a:moveTo>
                <a:lnTo>
                  <a:pt x="524255" y="4967313"/>
                </a:lnTo>
                <a:moveTo>
                  <a:pt x="655318" y="0"/>
                </a:moveTo>
                <a:lnTo>
                  <a:pt x="655318" y="52425"/>
                </a:lnTo>
                <a:moveTo>
                  <a:pt x="655318" y="52425"/>
                </a:moveTo>
                <a:lnTo>
                  <a:pt x="786382" y="52425"/>
                </a:lnTo>
                <a:moveTo>
                  <a:pt x="655318" y="52425"/>
                </a:moveTo>
                <a:lnTo>
                  <a:pt x="655318" y="183489"/>
                </a:lnTo>
                <a:moveTo>
                  <a:pt x="655318" y="183489"/>
                </a:moveTo>
                <a:lnTo>
                  <a:pt x="786382" y="183489"/>
                </a:lnTo>
                <a:moveTo>
                  <a:pt x="655318" y="183489"/>
                </a:moveTo>
                <a:lnTo>
                  <a:pt x="655318" y="314553"/>
                </a:lnTo>
                <a:moveTo>
                  <a:pt x="655318" y="314553"/>
                </a:moveTo>
                <a:lnTo>
                  <a:pt x="786382" y="314553"/>
                </a:lnTo>
                <a:moveTo>
                  <a:pt x="655318" y="314553"/>
                </a:moveTo>
                <a:lnTo>
                  <a:pt x="655318" y="445616"/>
                </a:lnTo>
                <a:moveTo>
                  <a:pt x="655318" y="445616"/>
                </a:moveTo>
                <a:lnTo>
                  <a:pt x="786382" y="445616"/>
                </a:lnTo>
                <a:moveTo>
                  <a:pt x="655318" y="445616"/>
                </a:moveTo>
                <a:lnTo>
                  <a:pt x="655318" y="576680"/>
                </a:lnTo>
                <a:moveTo>
                  <a:pt x="655318" y="576680"/>
                </a:moveTo>
                <a:lnTo>
                  <a:pt x="786382" y="576680"/>
                </a:lnTo>
                <a:moveTo>
                  <a:pt x="655318" y="576680"/>
                </a:moveTo>
                <a:lnTo>
                  <a:pt x="655318" y="707744"/>
                </a:lnTo>
                <a:moveTo>
                  <a:pt x="655318" y="707744"/>
                </a:moveTo>
                <a:lnTo>
                  <a:pt x="786382" y="707744"/>
                </a:lnTo>
                <a:moveTo>
                  <a:pt x="655318" y="707744"/>
                </a:moveTo>
                <a:lnTo>
                  <a:pt x="655318" y="838808"/>
                </a:lnTo>
                <a:moveTo>
                  <a:pt x="655318" y="838808"/>
                </a:moveTo>
                <a:lnTo>
                  <a:pt x="786382" y="838808"/>
                </a:lnTo>
                <a:moveTo>
                  <a:pt x="655318" y="838808"/>
                </a:moveTo>
                <a:lnTo>
                  <a:pt x="655318" y="969871"/>
                </a:lnTo>
                <a:moveTo>
                  <a:pt x="655318" y="969871"/>
                </a:moveTo>
                <a:lnTo>
                  <a:pt x="786382" y="969871"/>
                </a:lnTo>
                <a:moveTo>
                  <a:pt x="655318" y="969871"/>
                </a:moveTo>
                <a:lnTo>
                  <a:pt x="655318" y="1100935"/>
                </a:lnTo>
                <a:moveTo>
                  <a:pt x="655318" y="1100935"/>
                </a:moveTo>
                <a:lnTo>
                  <a:pt x="786382" y="1100935"/>
                </a:lnTo>
                <a:moveTo>
                  <a:pt x="655318" y="1100935"/>
                </a:moveTo>
                <a:lnTo>
                  <a:pt x="655318" y="1231999"/>
                </a:lnTo>
                <a:moveTo>
                  <a:pt x="655318" y="1231999"/>
                </a:moveTo>
                <a:lnTo>
                  <a:pt x="786382" y="1231999"/>
                </a:lnTo>
                <a:moveTo>
                  <a:pt x="655318" y="1231999"/>
                </a:moveTo>
                <a:lnTo>
                  <a:pt x="655318" y="1363062"/>
                </a:lnTo>
                <a:moveTo>
                  <a:pt x="655318" y="1363062"/>
                </a:moveTo>
                <a:lnTo>
                  <a:pt x="786382" y="1363062"/>
                </a:lnTo>
                <a:moveTo>
                  <a:pt x="655318" y="1363062"/>
                </a:moveTo>
                <a:lnTo>
                  <a:pt x="655318" y="1494126"/>
                </a:lnTo>
                <a:moveTo>
                  <a:pt x="655318" y="1494126"/>
                </a:moveTo>
                <a:lnTo>
                  <a:pt x="786382" y="1494126"/>
                </a:lnTo>
                <a:moveTo>
                  <a:pt x="655318" y="1494126"/>
                </a:moveTo>
                <a:lnTo>
                  <a:pt x="655318" y="1625190"/>
                </a:lnTo>
                <a:moveTo>
                  <a:pt x="655318" y="1625190"/>
                </a:moveTo>
                <a:lnTo>
                  <a:pt x="786382" y="1625190"/>
                </a:lnTo>
                <a:moveTo>
                  <a:pt x="655318" y="1625190"/>
                </a:moveTo>
                <a:lnTo>
                  <a:pt x="655318" y="1756253"/>
                </a:lnTo>
                <a:moveTo>
                  <a:pt x="655318" y="1756253"/>
                </a:moveTo>
                <a:lnTo>
                  <a:pt x="786382" y="1756253"/>
                </a:lnTo>
                <a:moveTo>
                  <a:pt x="655318" y="1756253"/>
                </a:moveTo>
                <a:lnTo>
                  <a:pt x="655318" y="1887317"/>
                </a:lnTo>
                <a:moveTo>
                  <a:pt x="655318" y="1887317"/>
                </a:moveTo>
                <a:lnTo>
                  <a:pt x="786382" y="1887317"/>
                </a:lnTo>
                <a:moveTo>
                  <a:pt x="655318" y="1887317"/>
                </a:moveTo>
                <a:lnTo>
                  <a:pt x="655318" y="2018381"/>
                </a:lnTo>
                <a:moveTo>
                  <a:pt x="655318" y="2018381"/>
                </a:moveTo>
                <a:lnTo>
                  <a:pt x="786382" y="2018381"/>
                </a:lnTo>
                <a:moveTo>
                  <a:pt x="655318" y="2018381"/>
                </a:moveTo>
                <a:lnTo>
                  <a:pt x="655318" y="2149444"/>
                </a:lnTo>
                <a:moveTo>
                  <a:pt x="655318" y="2149444"/>
                </a:moveTo>
                <a:lnTo>
                  <a:pt x="786382" y="2149444"/>
                </a:lnTo>
                <a:moveTo>
                  <a:pt x="655318" y="2149444"/>
                </a:moveTo>
                <a:lnTo>
                  <a:pt x="655318" y="2280508"/>
                </a:lnTo>
                <a:moveTo>
                  <a:pt x="655318" y="2280508"/>
                </a:moveTo>
                <a:lnTo>
                  <a:pt x="786382" y="2280508"/>
                </a:lnTo>
                <a:moveTo>
                  <a:pt x="655318" y="2280508"/>
                </a:moveTo>
                <a:lnTo>
                  <a:pt x="655318" y="2411572"/>
                </a:lnTo>
                <a:moveTo>
                  <a:pt x="655318" y="2411572"/>
                </a:moveTo>
                <a:lnTo>
                  <a:pt x="786382" y="2411572"/>
                </a:lnTo>
                <a:moveTo>
                  <a:pt x="655318" y="2411572"/>
                </a:moveTo>
                <a:lnTo>
                  <a:pt x="655318" y="2542635"/>
                </a:lnTo>
                <a:moveTo>
                  <a:pt x="655318" y="2542635"/>
                </a:moveTo>
                <a:lnTo>
                  <a:pt x="786382" y="2542635"/>
                </a:lnTo>
                <a:moveTo>
                  <a:pt x="655318" y="2542635"/>
                </a:moveTo>
                <a:lnTo>
                  <a:pt x="655318" y="2673699"/>
                </a:lnTo>
                <a:moveTo>
                  <a:pt x="655318" y="2673699"/>
                </a:moveTo>
                <a:lnTo>
                  <a:pt x="786382" y="2673699"/>
                </a:lnTo>
                <a:moveTo>
                  <a:pt x="655318" y="2673699"/>
                </a:moveTo>
                <a:lnTo>
                  <a:pt x="655318" y="2804763"/>
                </a:lnTo>
                <a:moveTo>
                  <a:pt x="655318" y="2804763"/>
                </a:moveTo>
                <a:lnTo>
                  <a:pt x="786382" y="2804763"/>
                </a:lnTo>
                <a:moveTo>
                  <a:pt x="655318" y="2804763"/>
                </a:moveTo>
                <a:lnTo>
                  <a:pt x="655318" y="2935826"/>
                </a:lnTo>
                <a:moveTo>
                  <a:pt x="655318" y="2935826"/>
                </a:moveTo>
                <a:lnTo>
                  <a:pt x="786382" y="2935826"/>
                </a:lnTo>
                <a:moveTo>
                  <a:pt x="655318" y="2935826"/>
                </a:moveTo>
                <a:lnTo>
                  <a:pt x="655318" y="3066890"/>
                </a:lnTo>
                <a:moveTo>
                  <a:pt x="655318" y="3066890"/>
                </a:moveTo>
                <a:lnTo>
                  <a:pt x="786382" y="3066890"/>
                </a:lnTo>
                <a:moveTo>
                  <a:pt x="655318" y="3066890"/>
                </a:moveTo>
                <a:lnTo>
                  <a:pt x="655318" y="3197954"/>
                </a:lnTo>
                <a:moveTo>
                  <a:pt x="655318" y="3197954"/>
                </a:moveTo>
                <a:lnTo>
                  <a:pt x="786382" y="3197954"/>
                </a:lnTo>
                <a:moveTo>
                  <a:pt x="655318" y="3197954"/>
                </a:moveTo>
                <a:lnTo>
                  <a:pt x="655318" y="3329017"/>
                </a:lnTo>
                <a:moveTo>
                  <a:pt x="655318" y="3329017"/>
                </a:moveTo>
                <a:lnTo>
                  <a:pt x="786382" y="3329017"/>
                </a:lnTo>
                <a:moveTo>
                  <a:pt x="655318" y="3329017"/>
                </a:moveTo>
                <a:lnTo>
                  <a:pt x="655318" y="3460081"/>
                </a:lnTo>
                <a:moveTo>
                  <a:pt x="655318" y="3460081"/>
                </a:moveTo>
                <a:lnTo>
                  <a:pt x="786382" y="3460081"/>
                </a:lnTo>
                <a:moveTo>
                  <a:pt x="655318" y="3460081"/>
                </a:moveTo>
                <a:lnTo>
                  <a:pt x="655318" y="3591145"/>
                </a:lnTo>
                <a:moveTo>
                  <a:pt x="655318" y="3591145"/>
                </a:moveTo>
                <a:lnTo>
                  <a:pt x="786382" y="3591145"/>
                </a:lnTo>
                <a:moveTo>
                  <a:pt x="655318" y="3591145"/>
                </a:moveTo>
                <a:lnTo>
                  <a:pt x="655318" y="3722208"/>
                </a:lnTo>
                <a:moveTo>
                  <a:pt x="655318" y="3722208"/>
                </a:moveTo>
                <a:lnTo>
                  <a:pt x="786382" y="3722208"/>
                </a:lnTo>
                <a:moveTo>
                  <a:pt x="655318" y="3722208"/>
                </a:moveTo>
                <a:lnTo>
                  <a:pt x="655318" y="3853272"/>
                </a:lnTo>
                <a:moveTo>
                  <a:pt x="655318" y="3853272"/>
                </a:moveTo>
                <a:lnTo>
                  <a:pt x="786382" y="3853272"/>
                </a:lnTo>
                <a:moveTo>
                  <a:pt x="655318" y="3853272"/>
                </a:moveTo>
                <a:lnTo>
                  <a:pt x="655318" y="3984336"/>
                </a:lnTo>
                <a:moveTo>
                  <a:pt x="655318" y="3984336"/>
                </a:moveTo>
                <a:lnTo>
                  <a:pt x="786382" y="3984336"/>
                </a:lnTo>
                <a:moveTo>
                  <a:pt x="655318" y="3984336"/>
                </a:moveTo>
                <a:lnTo>
                  <a:pt x="655318" y="4115399"/>
                </a:lnTo>
                <a:moveTo>
                  <a:pt x="655318" y="4115399"/>
                </a:moveTo>
                <a:lnTo>
                  <a:pt x="786382" y="4115399"/>
                </a:lnTo>
                <a:moveTo>
                  <a:pt x="655318" y="4115399"/>
                </a:moveTo>
                <a:lnTo>
                  <a:pt x="655318" y="4246463"/>
                </a:lnTo>
                <a:moveTo>
                  <a:pt x="655318" y="4246463"/>
                </a:moveTo>
                <a:lnTo>
                  <a:pt x="786382" y="4246463"/>
                </a:lnTo>
                <a:moveTo>
                  <a:pt x="655318" y="4246463"/>
                </a:moveTo>
                <a:lnTo>
                  <a:pt x="655318" y="4377527"/>
                </a:lnTo>
                <a:moveTo>
                  <a:pt x="655318" y="4377527"/>
                </a:moveTo>
                <a:lnTo>
                  <a:pt x="786382" y="4377527"/>
                </a:lnTo>
                <a:moveTo>
                  <a:pt x="655318" y="4377527"/>
                </a:moveTo>
                <a:lnTo>
                  <a:pt x="655318" y="4508590"/>
                </a:lnTo>
                <a:moveTo>
                  <a:pt x="655318" y="4508590"/>
                </a:moveTo>
                <a:lnTo>
                  <a:pt x="786382" y="4508590"/>
                </a:lnTo>
                <a:moveTo>
                  <a:pt x="655318" y="4508590"/>
                </a:moveTo>
                <a:lnTo>
                  <a:pt x="655318" y="4639654"/>
                </a:lnTo>
                <a:moveTo>
                  <a:pt x="655318" y="4639654"/>
                </a:moveTo>
                <a:lnTo>
                  <a:pt x="786382" y="4639654"/>
                </a:lnTo>
                <a:moveTo>
                  <a:pt x="655318" y="4639654"/>
                </a:moveTo>
                <a:lnTo>
                  <a:pt x="655318" y="4770718"/>
                </a:lnTo>
                <a:moveTo>
                  <a:pt x="655318" y="4770718"/>
                </a:moveTo>
                <a:lnTo>
                  <a:pt x="786382" y="4770718"/>
                </a:lnTo>
                <a:moveTo>
                  <a:pt x="655318" y="4770718"/>
                </a:moveTo>
                <a:lnTo>
                  <a:pt x="655318" y="4901781"/>
                </a:lnTo>
                <a:moveTo>
                  <a:pt x="655318" y="4901781"/>
                </a:moveTo>
                <a:lnTo>
                  <a:pt x="786382" y="4901781"/>
                </a:lnTo>
                <a:moveTo>
                  <a:pt x="655318" y="4901781"/>
                </a:moveTo>
                <a:lnTo>
                  <a:pt x="655318" y="4967313"/>
                </a:lnTo>
                <a:moveTo>
                  <a:pt x="786382" y="0"/>
                </a:moveTo>
                <a:lnTo>
                  <a:pt x="786382" y="52425"/>
                </a:lnTo>
                <a:moveTo>
                  <a:pt x="786382" y="52425"/>
                </a:moveTo>
                <a:lnTo>
                  <a:pt x="917446" y="52425"/>
                </a:lnTo>
                <a:moveTo>
                  <a:pt x="786382" y="52425"/>
                </a:moveTo>
                <a:lnTo>
                  <a:pt x="786382" y="183489"/>
                </a:lnTo>
                <a:moveTo>
                  <a:pt x="786382" y="183489"/>
                </a:moveTo>
                <a:lnTo>
                  <a:pt x="917446" y="183489"/>
                </a:lnTo>
                <a:moveTo>
                  <a:pt x="786382" y="183489"/>
                </a:moveTo>
                <a:lnTo>
                  <a:pt x="786382" y="314553"/>
                </a:lnTo>
                <a:moveTo>
                  <a:pt x="786382" y="314553"/>
                </a:moveTo>
                <a:lnTo>
                  <a:pt x="917446" y="314553"/>
                </a:lnTo>
                <a:moveTo>
                  <a:pt x="786382" y="314553"/>
                </a:moveTo>
                <a:lnTo>
                  <a:pt x="786382" y="445616"/>
                </a:lnTo>
                <a:moveTo>
                  <a:pt x="786382" y="445616"/>
                </a:moveTo>
                <a:lnTo>
                  <a:pt x="917446" y="445616"/>
                </a:lnTo>
                <a:moveTo>
                  <a:pt x="786382" y="445616"/>
                </a:moveTo>
                <a:lnTo>
                  <a:pt x="786382" y="576680"/>
                </a:lnTo>
                <a:moveTo>
                  <a:pt x="786382" y="576680"/>
                </a:moveTo>
                <a:lnTo>
                  <a:pt x="917446" y="576680"/>
                </a:lnTo>
                <a:moveTo>
                  <a:pt x="786382" y="576680"/>
                </a:moveTo>
                <a:lnTo>
                  <a:pt x="786382" y="707744"/>
                </a:lnTo>
                <a:moveTo>
                  <a:pt x="786382" y="707744"/>
                </a:moveTo>
                <a:lnTo>
                  <a:pt x="917446" y="707744"/>
                </a:lnTo>
                <a:moveTo>
                  <a:pt x="786382" y="707744"/>
                </a:moveTo>
                <a:lnTo>
                  <a:pt x="786382" y="838808"/>
                </a:lnTo>
                <a:moveTo>
                  <a:pt x="786382" y="838808"/>
                </a:moveTo>
                <a:lnTo>
                  <a:pt x="917446" y="838808"/>
                </a:lnTo>
                <a:moveTo>
                  <a:pt x="786382" y="838808"/>
                </a:moveTo>
                <a:lnTo>
                  <a:pt x="786382" y="969871"/>
                </a:lnTo>
                <a:moveTo>
                  <a:pt x="786382" y="969871"/>
                </a:moveTo>
                <a:lnTo>
                  <a:pt x="917446" y="969871"/>
                </a:lnTo>
                <a:moveTo>
                  <a:pt x="786382" y="969871"/>
                </a:moveTo>
                <a:lnTo>
                  <a:pt x="786382" y="1100935"/>
                </a:lnTo>
                <a:moveTo>
                  <a:pt x="786382" y="1100935"/>
                </a:moveTo>
                <a:lnTo>
                  <a:pt x="917446" y="1100935"/>
                </a:lnTo>
                <a:moveTo>
                  <a:pt x="786382" y="1100935"/>
                </a:moveTo>
                <a:lnTo>
                  <a:pt x="786382" y="1231999"/>
                </a:lnTo>
                <a:moveTo>
                  <a:pt x="786382" y="1231999"/>
                </a:moveTo>
                <a:lnTo>
                  <a:pt x="917446" y="1231999"/>
                </a:lnTo>
                <a:moveTo>
                  <a:pt x="786382" y="1231999"/>
                </a:moveTo>
                <a:lnTo>
                  <a:pt x="786382" y="1363062"/>
                </a:lnTo>
                <a:moveTo>
                  <a:pt x="786382" y="1363062"/>
                </a:moveTo>
                <a:lnTo>
                  <a:pt x="917446" y="1363062"/>
                </a:lnTo>
                <a:moveTo>
                  <a:pt x="786382" y="1363062"/>
                </a:moveTo>
                <a:lnTo>
                  <a:pt x="786382" y="1494126"/>
                </a:lnTo>
                <a:moveTo>
                  <a:pt x="786382" y="1494126"/>
                </a:moveTo>
                <a:lnTo>
                  <a:pt x="917446" y="1494126"/>
                </a:lnTo>
                <a:moveTo>
                  <a:pt x="786382" y="1494126"/>
                </a:moveTo>
                <a:lnTo>
                  <a:pt x="786382" y="1625190"/>
                </a:lnTo>
                <a:moveTo>
                  <a:pt x="786382" y="1625190"/>
                </a:moveTo>
                <a:lnTo>
                  <a:pt x="917446" y="1625190"/>
                </a:lnTo>
                <a:moveTo>
                  <a:pt x="786382" y="1625190"/>
                </a:moveTo>
                <a:lnTo>
                  <a:pt x="786382" y="1756253"/>
                </a:lnTo>
                <a:moveTo>
                  <a:pt x="786382" y="1756253"/>
                </a:moveTo>
                <a:lnTo>
                  <a:pt x="917446" y="1756253"/>
                </a:lnTo>
                <a:moveTo>
                  <a:pt x="786382" y="1756253"/>
                </a:moveTo>
                <a:lnTo>
                  <a:pt x="786382" y="1887317"/>
                </a:lnTo>
                <a:moveTo>
                  <a:pt x="786382" y="1887317"/>
                </a:moveTo>
                <a:lnTo>
                  <a:pt x="917446" y="1887317"/>
                </a:lnTo>
                <a:moveTo>
                  <a:pt x="786382" y="1887317"/>
                </a:moveTo>
                <a:lnTo>
                  <a:pt x="786382" y="2018381"/>
                </a:lnTo>
                <a:moveTo>
                  <a:pt x="786382" y="2018381"/>
                </a:moveTo>
                <a:lnTo>
                  <a:pt x="917446" y="2018381"/>
                </a:lnTo>
                <a:moveTo>
                  <a:pt x="786382" y="2018381"/>
                </a:moveTo>
                <a:lnTo>
                  <a:pt x="786382" y="2149444"/>
                </a:lnTo>
                <a:moveTo>
                  <a:pt x="786382" y="2149444"/>
                </a:moveTo>
                <a:lnTo>
                  <a:pt x="917446" y="2149444"/>
                </a:lnTo>
                <a:moveTo>
                  <a:pt x="786382" y="2149444"/>
                </a:moveTo>
                <a:lnTo>
                  <a:pt x="786382" y="2280508"/>
                </a:lnTo>
                <a:moveTo>
                  <a:pt x="786382" y="2280508"/>
                </a:moveTo>
                <a:lnTo>
                  <a:pt x="917446" y="2280508"/>
                </a:lnTo>
                <a:moveTo>
                  <a:pt x="786382" y="2280508"/>
                </a:moveTo>
                <a:lnTo>
                  <a:pt x="786382" y="2411572"/>
                </a:lnTo>
                <a:moveTo>
                  <a:pt x="786382" y="2411572"/>
                </a:moveTo>
                <a:lnTo>
                  <a:pt x="917446" y="2411572"/>
                </a:lnTo>
                <a:moveTo>
                  <a:pt x="786382" y="2411572"/>
                </a:moveTo>
                <a:lnTo>
                  <a:pt x="786382" y="2542635"/>
                </a:lnTo>
                <a:moveTo>
                  <a:pt x="786382" y="2542635"/>
                </a:moveTo>
                <a:lnTo>
                  <a:pt x="917446" y="2542635"/>
                </a:lnTo>
                <a:moveTo>
                  <a:pt x="786382" y="2542635"/>
                </a:moveTo>
                <a:lnTo>
                  <a:pt x="786382" y="2673699"/>
                </a:lnTo>
                <a:moveTo>
                  <a:pt x="786382" y="2673699"/>
                </a:moveTo>
                <a:lnTo>
                  <a:pt x="917446" y="2673699"/>
                </a:lnTo>
                <a:moveTo>
                  <a:pt x="786382" y="2673699"/>
                </a:moveTo>
                <a:lnTo>
                  <a:pt x="786382" y="2804763"/>
                </a:lnTo>
                <a:moveTo>
                  <a:pt x="786382" y="2804763"/>
                </a:moveTo>
                <a:lnTo>
                  <a:pt x="917446" y="2804763"/>
                </a:lnTo>
                <a:moveTo>
                  <a:pt x="786382" y="2804763"/>
                </a:moveTo>
                <a:lnTo>
                  <a:pt x="786382" y="2935826"/>
                </a:lnTo>
                <a:moveTo>
                  <a:pt x="786382" y="2935826"/>
                </a:moveTo>
                <a:lnTo>
                  <a:pt x="917446" y="2935826"/>
                </a:lnTo>
                <a:moveTo>
                  <a:pt x="786382" y="2935826"/>
                </a:moveTo>
                <a:lnTo>
                  <a:pt x="786382" y="3066890"/>
                </a:lnTo>
                <a:moveTo>
                  <a:pt x="786382" y="3066890"/>
                </a:moveTo>
                <a:lnTo>
                  <a:pt x="917446" y="3066890"/>
                </a:lnTo>
                <a:moveTo>
                  <a:pt x="786382" y="3066890"/>
                </a:moveTo>
                <a:lnTo>
                  <a:pt x="786382" y="3197954"/>
                </a:lnTo>
                <a:moveTo>
                  <a:pt x="786382" y="3197954"/>
                </a:moveTo>
                <a:lnTo>
                  <a:pt x="917446" y="3197954"/>
                </a:lnTo>
                <a:moveTo>
                  <a:pt x="786382" y="3197954"/>
                </a:moveTo>
                <a:lnTo>
                  <a:pt x="786382" y="3329017"/>
                </a:lnTo>
                <a:moveTo>
                  <a:pt x="786382" y="3329017"/>
                </a:moveTo>
                <a:lnTo>
                  <a:pt x="917446" y="3329017"/>
                </a:lnTo>
                <a:moveTo>
                  <a:pt x="786382" y="3329017"/>
                </a:moveTo>
                <a:lnTo>
                  <a:pt x="786382" y="3460081"/>
                </a:lnTo>
                <a:moveTo>
                  <a:pt x="786382" y="3460081"/>
                </a:moveTo>
                <a:lnTo>
                  <a:pt x="917446" y="3460081"/>
                </a:lnTo>
                <a:moveTo>
                  <a:pt x="786382" y="3460081"/>
                </a:moveTo>
                <a:lnTo>
                  <a:pt x="786382" y="3591145"/>
                </a:lnTo>
                <a:moveTo>
                  <a:pt x="786382" y="3591145"/>
                </a:moveTo>
                <a:lnTo>
                  <a:pt x="917446" y="3591145"/>
                </a:lnTo>
                <a:moveTo>
                  <a:pt x="786382" y="3591145"/>
                </a:moveTo>
                <a:lnTo>
                  <a:pt x="786382" y="3722208"/>
                </a:lnTo>
                <a:moveTo>
                  <a:pt x="786382" y="3722208"/>
                </a:moveTo>
                <a:lnTo>
                  <a:pt x="917446" y="3722208"/>
                </a:lnTo>
                <a:moveTo>
                  <a:pt x="786382" y="3722208"/>
                </a:moveTo>
                <a:lnTo>
                  <a:pt x="786382" y="3853272"/>
                </a:lnTo>
                <a:moveTo>
                  <a:pt x="786382" y="3853272"/>
                </a:moveTo>
                <a:lnTo>
                  <a:pt x="917446" y="3853272"/>
                </a:lnTo>
                <a:moveTo>
                  <a:pt x="786382" y="3853272"/>
                </a:moveTo>
                <a:lnTo>
                  <a:pt x="786382" y="3984336"/>
                </a:lnTo>
                <a:moveTo>
                  <a:pt x="786382" y="3984336"/>
                </a:moveTo>
                <a:lnTo>
                  <a:pt x="917446" y="3984336"/>
                </a:lnTo>
                <a:moveTo>
                  <a:pt x="786382" y="3984336"/>
                </a:moveTo>
                <a:lnTo>
                  <a:pt x="786382" y="4115399"/>
                </a:lnTo>
                <a:moveTo>
                  <a:pt x="786382" y="4115399"/>
                </a:moveTo>
                <a:lnTo>
                  <a:pt x="917446" y="4115399"/>
                </a:lnTo>
                <a:moveTo>
                  <a:pt x="786382" y="4115399"/>
                </a:moveTo>
                <a:lnTo>
                  <a:pt x="786382" y="4246463"/>
                </a:lnTo>
                <a:moveTo>
                  <a:pt x="786382" y="4246463"/>
                </a:moveTo>
                <a:lnTo>
                  <a:pt x="917446" y="4246463"/>
                </a:lnTo>
                <a:moveTo>
                  <a:pt x="786382" y="4246463"/>
                </a:moveTo>
                <a:lnTo>
                  <a:pt x="786382" y="4377527"/>
                </a:lnTo>
                <a:moveTo>
                  <a:pt x="786382" y="4377527"/>
                </a:moveTo>
                <a:lnTo>
                  <a:pt x="917446" y="4377527"/>
                </a:lnTo>
                <a:moveTo>
                  <a:pt x="786382" y="4377527"/>
                </a:moveTo>
                <a:lnTo>
                  <a:pt x="786382" y="4508590"/>
                </a:lnTo>
                <a:moveTo>
                  <a:pt x="786382" y="4508590"/>
                </a:moveTo>
                <a:lnTo>
                  <a:pt x="917446" y="4508590"/>
                </a:lnTo>
                <a:moveTo>
                  <a:pt x="786382" y="4508590"/>
                </a:moveTo>
                <a:lnTo>
                  <a:pt x="786382" y="4639654"/>
                </a:lnTo>
                <a:moveTo>
                  <a:pt x="786382" y="4639654"/>
                </a:moveTo>
                <a:lnTo>
                  <a:pt x="917446" y="4639654"/>
                </a:lnTo>
                <a:moveTo>
                  <a:pt x="786382" y="4639654"/>
                </a:moveTo>
                <a:lnTo>
                  <a:pt x="786382" y="4770718"/>
                </a:lnTo>
                <a:moveTo>
                  <a:pt x="786382" y="4770718"/>
                </a:moveTo>
                <a:lnTo>
                  <a:pt x="917446" y="4770718"/>
                </a:lnTo>
                <a:moveTo>
                  <a:pt x="786382" y="4770718"/>
                </a:moveTo>
                <a:lnTo>
                  <a:pt x="786382" y="4901781"/>
                </a:lnTo>
                <a:moveTo>
                  <a:pt x="786382" y="4901781"/>
                </a:moveTo>
                <a:lnTo>
                  <a:pt x="917446" y="4901781"/>
                </a:lnTo>
                <a:moveTo>
                  <a:pt x="786382" y="4901781"/>
                </a:moveTo>
                <a:lnTo>
                  <a:pt x="786382" y="4967313"/>
                </a:lnTo>
                <a:moveTo>
                  <a:pt x="917446" y="0"/>
                </a:moveTo>
                <a:lnTo>
                  <a:pt x="917446" y="52425"/>
                </a:lnTo>
                <a:moveTo>
                  <a:pt x="917446" y="52425"/>
                </a:moveTo>
                <a:lnTo>
                  <a:pt x="1048509" y="52425"/>
                </a:lnTo>
                <a:moveTo>
                  <a:pt x="917446" y="52425"/>
                </a:moveTo>
                <a:lnTo>
                  <a:pt x="917446" y="183489"/>
                </a:lnTo>
                <a:moveTo>
                  <a:pt x="917446" y="183489"/>
                </a:moveTo>
                <a:lnTo>
                  <a:pt x="1048509" y="183489"/>
                </a:lnTo>
                <a:moveTo>
                  <a:pt x="917446" y="183489"/>
                </a:moveTo>
                <a:lnTo>
                  <a:pt x="917446" y="314553"/>
                </a:lnTo>
                <a:moveTo>
                  <a:pt x="917446" y="314553"/>
                </a:moveTo>
                <a:lnTo>
                  <a:pt x="1048509" y="314553"/>
                </a:lnTo>
                <a:moveTo>
                  <a:pt x="917446" y="314553"/>
                </a:moveTo>
                <a:lnTo>
                  <a:pt x="917446" y="445616"/>
                </a:lnTo>
                <a:moveTo>
                  <a:pt x="917446" y="445616"/>
                </a:moveTo>
                <a:lnTo>
                  <a:pt x="1048509" y="445616"/>
                </a:lnTo>
                <a:moveTo>
                  <a:pt x="917446" y="445616"/>
                </a:moveTo>
                <a:lnTo>
                  <a:pt x="917446" y="576680"/>
                </a:lnTo>
                <a:moveTo>
                  <a:pt x="917446" y="576680"/>
                </a:moveTo>
                <a:lnTo>
                  <a:pt x="1048509" y="576680"/>
                </a:lnTo>
                <a:moveTo>
                  <a:pt x="917446" y="576680"/>
                </a:moveTo>
                <a:lnTo>
                  <a:pt x="917446" y="707744"/>
                </a:lnTo>
                <a:moveTo>
                  <a:pt x="917446" y="707744"/>
                </a:moveTo>
                <a:lnTo>
                  <a:pt x="1048509" y="707744"/>
                </a:lnTo>
                <a:moveTo>
                  <a:pt x="917446" y="707744"/>
                </a:moveTo>
                <a:lnTo>
                  <a:pt x="917446" y="838808"/>
                </a:lnTo>
                <a:moveTo>
                  <a:pt x="917446" y="838808"/>
                </a:moveTo>
                <a:lnTo>
                  <a:pt x="1048509" y="838808"/>
                </a:lnTo>
                <a:moveTo>
                  <a:pt x="917446" y="838808"/>
                </a:moveTo>
                <a:lnTo>
                  <a:pt x="917446" y="969871"/>
                </a:lnTo>
                <a:moveTo>
                  <a:pt x="917446" y="969871"/>
                </a:moveTo>
                <a:lnTo>
                  <a:pt x="1048509" y="969871"/>
                </a:lnTo>
                <a:moveTo>
                  <a:pt x="917446" y="969871"/>
                </a:moveTo>
                <a:lnTo>
                  <a:pt x="917446" y="1100935"/>
                </a:lnTo>
                <a:moveTo>
                  <a:pt x="917446" y="1100935"/>
                </a:moveTo>
                <a:lnTo>
                  <a:pt x="1048509" y="1100935"/>
                </a:lnTo>
                <a:moveTo>
                  <a:pt x="917446" y="1100935"/>
                </a:moveTo>
                <a:lnTo>
                  <a:pt x="917446" y="1231999"/>
                </a:lnTo>
                <a:moveTo>
                  <a:pt x="917446" y="1231999"/>
                </a:moveTo>
                <a:lnTo>
                  <a:pt x="1048509" y="1231999"/>
                </a:lnTo>
                <a:moveTo>
                  <a:pt x="917446" y="1231999"/>
                </a:moveTo>
                <a:lnTo>
                  <a:pt x="917446" y="1363062"/>
                </a:lnTo>
                <a:moveTo>
                  <a:pt x="917446" y="1363062"/>
                </a:moveTo>
                <a:lnTo>
                  <a:pt x="1048509" y="1363062"/>
                </a:lnTo>
                <a:moveTo>
                  <a:pt x="917446" y="1363062"/>
                </a:moveTo>
                <a:lnTo>
                  <a:pt x="917446" y="1494126"/>
                </a:lnTo>
                <a:moveTo>
                  <a:pt x="917446" y="1494126"/>
                </a:moveTo>
                <a:lnTo>
                  <a:pt x="1048509" y="1494126"/>
                </a:lnTo>
                <a:moveTo>
                  <a:pt x="917446" y="1494126"/>
                </a:moveTo>
                <a:lnTo>
                  <a:pt x="917446" y="1625190"/>
                </a:lnTo>
                <a:moveTo>
                  <a:pt x="917446" y="1625190"/>
                </a:moveTo>
                <a:lnTo>
                  <a:pt x="1048509" y="1625190"/>
                </a:lnTo>
                <a:moveTo>
                  <a:pt x="917446" y="1625190"/>
                </a:moveTo>
                <a:lnTo>
                  <a:pt x="917446" y="1756253"/>
                </a:lnTo>
                <a:moveTo>
                  <a:pt x="917446" y="1756253"/>
                </a:moveTo>
                <a:lnTo>
                  <a:pt x="1048509" y="1756253"/>
                </a:lnTo>
                <a:moveTo>
                  <a:pt x="917446" y="1756253"/>
                </a:moveTo>
                <a:lnTo>
                  <a:pt x="917446" y="1887317"/>
                </a:lnTo>
                <a:moveTo>
                  <a:pt x="917446" y="1887317"/>
                </a:moveTo>
                <a:lnTo>
                  <a:pt x="1048509" y="1887317"/>
                </a:lnTo>
                <a:moveTo>
                  <a:pt x="917446" y="1887317"/>
                </a:moveTo>
                <a:lnTo>
                  <a:pt x="917446" y="2018381"/>
                </a:lnTo>
                <a:moveTo>
                  <a:pt x="917446" y="2018381"/>
                </a:moveTo>
                <a:lnTo>
                  <a:pt x="1048509" y="2018381"/>
                </a:lnTo>
                <a:moveTo>
                  <a:pt x="917446" y="2018381"/>
                </a:moveTo>
                <a:lnTo>
                  <a:pt x="917446" y="2149444"/>
                </a:lnTo>
                <a:moveTo>
                  <a:pt x="917446" y="2149444"/>
                </a:moveTo>
                <a:lnTo>
                  <a:pt x="1048509" y="2149444"/>
                </a:lnTo>
                <a:moveTo>
                  <a:pt x="917446" y="2149444"/>
                </a:moveTo>
                <a:lnTo>
                  <a:pt x="917446" y="2280508"/>
                </a:lnTo>
                <a:moveTo>
                  <a:pt x="917446" y="2280508"/>
                </a:moveTo>
                <a:lnTo>
                  <a:pt x="1048509" y="2280508"/>
                </a:lnTo>
                <a:moveTo>
                  <a:pt x="917446" y="2280508"/>
                </a:moveTo>
                <a:lnTo>
                  <a:pt x="917446" y="2411572"/>
                </a:lnTo>
                <a:moveTo>
                  <a:pt x="917446" y="2411572"/>
                </a:moveTo>
                <a:lnTo>
                  <a:pt x="1048509" y="2411572"/>
                </a:lnTo>
                <a:moveTo>
                  <a:pt x="917446" y="2411572"/>
                </a:moveTo>
                <a:lnTo>
                  <a:pt x="917446" y="2542635"/>
                </a:lnTo>
                <a:moveTo>
                  <a:pt x="917446" y="2542635"/>
                </a:moveTo>
                <a:lnTo>
                  <a:pt x="1048509" y="2542635"/>
                </a:lnTo>
                <a:moveTo>
                  <a:pt x="917446" y="2542635"/>
                </a:moveTo>
                <a:lnTo>
                  <a:pt x="917446" y="2673699"/>
                </a:lnTo>
                <a:moveTo>
                  <a:pt x="917446" y="2673699"/>
                </a:moveTo>
                <a:lnTo>
                  <a:pt x="1048509" y="2673699"/>
                </a:lnTo>
                <a:moveTo>
                  <a:pt x="917446" y="2673699"/>
                </a:moveTo>
                <a:lnTo>
                  <a:pt x="917446" y="2804763"/>
                </a:lnTo>
                <a:moveTo>
                  <a:pt x="917446" y="2804763"/>
                </a:moveTo>
                <a:lnTo>
                  <a:pt x="1048509" y="2804763"/>
                </a:lnTo>
                <a:moveTo>
                  <a:pt x="917446" y="2804763"/>
                </a:moveTo>
                <a:lnTo>
                  <a:pt x="917446" y="2935826"/>
                </a:lnTo>
                <a:moveTo>
                  <a:pt x="917446" y="2935826"/>
                </a:moveTo>
                <a:lnTo>
                  <a:pt x="1048509" y="2935826"/>
                </a:lnTo>
                <a:moveTo>
                  <a:pt x="917446" y="2935826"/>
                </a:moveTo>
                <a:lnTo>
                  <a:pt x="917446" y="3066890"/>
                </a:lnTo>
                <a:moveTo>
                  <a:pt x="917446" y="3066890"/>
                </a:moveTo>
                <a:lnTo>
                  <a:pt x="1048509" y="3066890"/>
                </a:lnTo>
                <a:moveTo>
                  <a:pt x="917446" y="3066890"/>
                </a:moveTo>
                <a:lnTo>
                  <a:pt x="917446" y="3197954"/>
                </a:lnTo>
                <a:moveTo>
                  <a:pt x="917446" y="3197954"/>
                </a:moveTo>
                <a:lnTo>
                  <a:pt x="1048509" y="3197954"/>
                </a:lnTo>
                <a:moveTo>
                  <a:pt x="917446" y="3197954"/>
                </a:moveTo>
                <a:lnTo>
                  <a:pt x="917446" y="3329017"/>
                </a:lnTo>
                <a:moveTo>
                  <a:pt x="917446" y="3329017"/>
                </a:moveTo>
                <a:lnTo>
                  <a:pt x="1048509" y="3329017"/>
                </a:lnTo>
                <a:moveTo>
                  <a:pt x="917446" y="3329017"/>
                </a:moveTo>
                <a:lnTo>
                  <a:pt x="917446" y="3460081"/>
                </a:lnTo>
                <a:moveTo>
                  <a:pt x="917446" y="3460081"/>
                </a:moveTo>
                <a:lnTo>
                  <a:pt x="1048509" y="3460081"/>
                </a:lnTo>
                <a:moveTo>
                  <a:pt x="917446" y="3460081"/>
                </a:moveTo>
                <a:lnTo>
                  <a:pt x="917446" y="3591145"/>
                </a:lnTo>
                <a:moveTo>
                  <a:pt x="917446" y="3591145"/>
                </a:moveTo>
                <a:lnTo>
                  <a:pt x="1048509" y="3591145"/>
                </a:lnTo>
                <a:moveTo>
                  <a:pt x="917446" y="3591145"/>
                </a:moveTo>
                <a:lnTo>
                  <a:pt x="917446" y="3722208"/>
                </a:lnTo>
                <a:moveTo>
                  <a:pt x="917446" y="3722208"/>
                </a:moveTo>
                <a:lnTo>
                  <a:pt x="1048509" y="3722208"/>
                </a:lnTo>
                <a:moveTo>
                  <a:pt x="917446" y="3722208"/>
                </a:moveTo>
                <a:lnTo>
                  <a:pt x="917446" y="3853272"/>
                </a:lnTo>
                <a:moveTo>
                  <a:pt x="917446" y="3853272"/>
                </a:moveTo>
                <a:lnTo>
                  <a:pt x="1048509" y="3853272"/>
                </a:lnTo>
                <a:moveTo>
                  <a:pt x="917446" y="3853272"/>
                </a:moveTo>
                <a:lnTo>
                  <a:pt x="917446" y="3984336"/>
                </a:lnTo>
                <a:moveTo>
                  <a:pt x="917446" y="3984336"/>
                </a:moveTo>
                <a:lnTo>
                  <a:pt x="1048509" y="3984336"/>
                </a:lnTo>
                <a:moveTo>
                  <a:pt x="917446" y="3984336"/>
                </a:moveTo>
                <a:lnTo>
                  <a:pt x="917446" y="4115399"/>
                </a:lnTo>
                <a:moveTo>
                  <a:pt x="917446" y="4115399"/>
                </a:moveTo>
                <a:lnTo>
                  <a:pt x="1048509" y="4115399"/>
                </a:lnTo>
                <a:moveTo>
                  <a:pt x="917446" y="4115399"/>
                </a:moveTo>
                <a:lnTo>
                  <a:pt x="917446" y="4246463"/>
                </a:lnTo>
                <a:moveTo>
                  <a:pt x="917446" y="4246463"/>
                </a:moveTo>
                <a:lnTo>
                  <a:pt x="1048509" y="4246463"/>
                </a:lnTo>
                <a:moveTo>
                  <a:pt x="917446" y="4246463"/>
                </a:moveTo>
                <a:lnTo>
                  <a:pt x="917446" y="4377527"/>
                </a:lnTo>
                <a:moveTo>
                  <a:pt x="917446" y="4377527"/>
                </a:moveTo>
                <a:lnTo>
                  <a:pt x="1048509" y="4377527"/>
                </a:lnTo>
                <a:moveTo>
                  <a:pt x="917446" y="4377527"/>
                </a:moveTo>
                <a:lnTo>
                  <a:pt x="917446" y="4508590"/>
                </a:lnTo>
                <a:moveTo>
                  <a:pt x="917446" y="4508590"/>
                </a:moveTo>
                <a:lnTo>
                  <a:pt x="1048509" y="4508590"/>
                </a:lnTo>
                <a:moveTo>
                  <a:pt x="917446" y="4508590"/>
                </a:moveTo>
                <a:lnTo>
                  <a:pt x="917446" y="4639654"/>
                </a:lnTo>
                <a:moveTo>
                  <a:pt x="917446" y="4639654"/>
                </a:moveTo>
                <a:lnTo>
                  <a:pt x="1048509" y="4639654"/>
                </a:lnTo>
                <a:moveTo>
                  <a:pt x="917446" y="4639654"/>
                </a:moveTo>
                <a:lnTo>
                  <a:pt x="917446" y="4770718"/>
                </a:lnTo>
                <a:moveTo>
                  <a:pt x="917446" y="4770718"/>
                </a:moveTo>
                <a:lnTo>
                  <a:pt x="1048509" y="4770718"/>
                </a:lnTo>
                <a:moveTo>
                  <a:pt x="917446" y="4770718"/>
                </a:moveTo>
                <a:lnTo>
                  <a:pt x="917446" y="4901781"/>
                </a:lnTo>
                <a:moveTo>
                  <a:pt x="917446" y="4901781"/>
                </a:moveTo>
                <a:lnTo>
                  <a:pt x="1048509" y="4901781"/>
                </a:lnTo>
                <a:moveTo>
                  <a:pt x="917446" y="4901781"/>
                </a:moveTo>
                <a:lnTo>
                  <a:pt x="917446" y="4967313"/>
                </a:lnTo>
                <a:moveTo>
                  <a:pt x="1048509" y="0"/>
                </a:moveTo>
                <a:lnTo>
                  <a:pt x="1048509" y="52425"/>
                </a:lnTo>
                <a:moveTo>
                  <a:pt x="1048509" y="52425"/>
                </a:moveTo>
                <a:lnTo>
                  <a:pt x="1179573" y="52425"/>
                </a:lnTo>
                <a:moveTo>
                  <a:pt x="1048509" y="52425"/>
                </a:moveTo>
                <a:lnTo>
                  <a:pt x="1048509" y="183489"/>
                </a:lnTo>
                <a:moveTo>
                  <a:pt x="1048509" y="183489"/>
                </a:moveTo>
                <a:lnTo>
                  <a:pt x="1179573" y="183489"/>
                </a:lnTo>
                <a:moveTo>
                  <a:pt x="1048509" y="183489"/>
                </a:moveTo>
                <a:lnTo>
                  <a:pt x="1048509" y="314553"/>
                </a:lnTo>
                <a:moveTo>
                  <a:pt x="1048509" y="314553"/>
                </a:moveTo>
                <a:lnTo>
                  <a:pt x="1179573" y="314553"/>
                </a:lnTo>
                <a:moveTo>
                  <a:pt x="1048509" y="314553"/>
                </a:moveTo>
                <a:lnTo>
                  <a:pt x="1048509" y="445616"/>
                </a:lnTo>
                <a:moveTo>
                  <a:pt x="1048509" y="445616"/>
                </a:moveTo>
                <a:lnTo>
                  <a:pt x="1179573" y="445616"/>
                </a:lnTo>
                <a:moveTo>
                  <a:pt x="1048509" y="445616"/>
                </a:moveTo>
                <a:lnTo>
                  <a:pt x="1048509" y="576680"/>
                </a:lnTo>
                <a:moveTo>
                  <a:pt x="1048509" y="576680"/>
                </a:moveTo>
                <a:lnTo>
                  <a:pt x="1179573" y="576680"/>
                </a:lnTo>
                <a:moveTo>
                  <a:pt x="1048509" y="576680"/>
                </a:moveTo>
                <a:lnTo>
                  <a:pt x="1048509" y="707744"/>
                </a:lnTo>
                <a:moveTo>
                  <a:pt x="1048509" y="707744"/>
                </a:moveTo>
                <a:lnTo>
                  <a:pt x="1179573" y="707744"/>
                </a:lnTo>
                <a:moveTo>
                  <a:pt x="1048509" y="707744"/>
                </a:moveTo>
                <a:lnTo>
                  <a:pt x="1048509" y="838808"/>
                </a:lnTo>
                <a:moveTo>
                  <a:pt x="1048509" y="838808"/>
                </a:moveTo>
                <a:lnTo>
                  <a:pt x="1179573" y="838808"/>
                </a:lnTo>
                <a:moveTo>
                  <a:pt x="1048509" y="838808"/>
                </a:moveTo>
                <a:lnTo>
                  <a:pt x="1048509" y="969871"/>
                </a:lnTo>
                <a:moveTo>
                  <a:pt x="1048509" y="969871"/>
                </a:moveTo>
                <a:lnTo>
                  <a:pt x="1179573" y="969871"/>
                </a:lnTo>
                <a:moveTo>
                  <a:pt x="1048509" y="969871"/>
                </a:moveTo>
                <a:lnTo>
                  <a:pt x="1048509" y="1100935"/>
                </a:lnTo>
                <a:moveTo>
                  <a:pt x="1048509" y="1100935"/>
                </a:moveTo>
                <a:lnTo>
                  <a:pt x="1179573" y="1100935"/>
                </a:lnTo>
                <a:moveTo>
                  <a:pt x="1048509" y="1100935"/>
                </a:moveTo>
                <a:lnTo>
                  <a:pt x="1048509" y="1231999"/>
                </a:lnTo>
                <a:moveTo>
                  <a:pt x="1048509" y="1231999"/>
                </a:moveTo>
                <a:lnTo>
                  <a:pt x="1179573" y="1231999"/>
                </a:lnTo>
                <a:moveTo>
                  <a:pt x="1048509" y="1231999"/>
                </a:moveTo>
                <a:lnTo>
                  <a:pt x="1048509" y="1363062"/>
                </a:lnTo>
                <a:moveTo>
                  <a:pt x="1048509" y="1363062"/>
                </a:moveTo>
                <a:lnTo>
                  <a:pt x="1179573" y="1363062"/>
                </a:lnTo>
                <a:moveTo>
                  <a:pt x="1048509" y="1363062"/>
                </a:moveTo>
                <a:lnTo>
                  <a:pt x="1048509" y="1494126"/>
                </a:lnTo>
                <a:moveTo>
                  <a:pt x="1048509" y="1494126"/>
                </a:moveTo>
                <a:lnTo>
                  <a:pt x="1179573" y="1494126"/>
                </a:lnTo>
                <a:moveTo>
                  <a:pt x="1048509" y="1494126"/>
                </a:moveTo>
                <a:lnTo>
                  <a:pt x="1048509" y="1625190"/>
                </a:lnTo>
                <a:moveTo>
                  <a:pt x="1048509" y="1625190"/>
                </a:moveTo>
                <a:lnTo>
                  <a:pt x="1179573" y="1625190"/>
                </a:lnTo>
                <a:moveTo>
                  <a:pt x="1048509" y="1625190"/>
                </a:moveTo>
                <a:lnTo>
                  <a:pt x="1048509" y="1756253"/>
                </a:lnTo>
                <a:moveTo>
                  <a:pt x="1048509" y="1756253"/>
                </a:moveTo>
                <a:lnTo>
                  <a:pt x="1179573" y="1756253"/>
                </a:lnTo>
                <a:moveTo>
                  <a:pt x="1048509" y="1756253"/>
                </a:moveTo>
                <a:lnTo>
                  <a:pt x="1048509" y="1887317"/>
                </a:lnTo>
                <a:moveTo>
                  <a:pt x="1048509" y="1887317"/>
                </a:moveTo>
                <a:lnTo>
                  <a:pt x="1179573" y="1887317"/>
                </a:lnTo>
                <a:moveTo>
                  <a:pt x="1048509" y="1887317"/>
                </a:moveTo>
                <a:lnTo>
                  <a:pt x="1048509" y="2018381"/>
                </a:lnTo>
                <a:moveTo>
                  <a:pt x="1048509" y="2018381"/>
                </a:moveTo>
                <a:lnTo>
                  <a:pt x="1179573" y="2018381"/>
                </a:lnTo>
                <a:moveTo>
                  <a:pt x="1048509" y="2018381"/>
                </a:moveTo>
                <a:lnTo>
                  <a:pt x="1048509" y="2149444"/>
                </a:lnTo>
                <a:moveTo>
                  <a:pt x="1048509" y="2149444"/>
                </a:moveTo>
                <a:lnTo>
                  <a:pt x="1179573" y="2149444"/>
                </a:lnTo>
                <a:moveTo>
                  <a:pt x="1048509" y="2149444"/>
                </a:moveTo>
                <a:lnTo>
                  <a:pt x="1048509" y="2280508"/>
                </a:lnTo>
                <a:moveTo>
                  <a:pt x="1048509" y="2280508"/>
                </a:moveTo>
                <a:lnTo>
                  <a:pt x="1179573" y="2280508"/>
                </a:lnTo>
                <a:moveTo>
                  <a:pt x="1048509" y="2280508"/>
                </a:moveTo>
                <a:lnTo>
                  <a:pt x="1048509" y="2411572"/>
                </a:lnTo>
                <a:moveTo>
                  <a:pt x="1048509" y="2411572"/>
                </a:moveTo>
                <a:lnTo>
                  <a:pt x="1179573" y="2411572"/>
                </a:lnTo>
                <a:moveTo>
                  <a:pt x="1048509" y="2411572"/>
                </a:moveTo>
                <a:lnTo>
                  <a:pt x="1048509" y="2542635"/>
                </a:lnTo>
                <a:moveTo>
                  <a:pt x="1048509" y="2542635"/>
                </a:moveTo>
                <a:lnTo>
                  <a:pt x="1179573" y="2542635"/>
                </a:lnTo>
                <a:moveTo>
                  <a:pt x="1048509" y="2542635"/>
                </a:moveTo>
                <a:lnTo>
                  <a:pt x="1048509" y="2673699"/>
                </a:lnTo>
                <a:moveTo>
                  <a:pt x="1048509" y="2673699"/>
                </a:moveTo>
                <a:lnTo>
                  <a:pt x="1179573" y="2673699"/>
                </a:lnTo>
                <a:moveTo>
                  <a:pt x="1048509" y="2673699"/>
                </a:moveTo>
                <a:lnTo>
                  <a:pt x="1048509" y="2804763"/>
                </a:lnTo>
                <a:moveTo>
                  <a:pt x="1048509" y="2804763"/>
                </a:moveTo>
                <a:lnTo>
                  <a:pt x="1179573" y="2804763"/>
                </a:lnTo>
                <a:moveTo>
                  <a:pt x="1048509" y="2804763"/>
                </a:moveTo>
                <a:lnTo>
                  <a:pt x="1048509" y="2935826"/>
                </a:lnTo>
                <a:moveTo>
                  <a:pt x="1048509" y="2935826"/>
                </a:moveTo>
                <a:lnTo>
                  <a:pt x="1179573" y="2935826"/>
                </a:lnTo>
                <a:moveTo>
                  <a:pt x="1048509" y="2935826"/>
                </a:moveTo>
                <a:lnTo>
                  <a:pt x="1048509" y="3066890"/>
                </a:lnTo>
                <a:moveTo>
                  <a:pt x="1048509" y="3066890"/>
                </a:moveTo>
                <a:lnTo>
                  <a:pt x="1179573" y="3066890"/>
                </a:lnTo>
                <a:moveTo>
                  <a:pt x="1048509" y="3066890"/>
                </a:moveTo>
                <a:lnTo>
                  <a:pt x="1048509" y="3197954"/>
                </a:lnTo>
                <a:moveTo>
                  <a:pt x="1048509" y="3197954"/>
                </a:moveTo>
                <a:lnTo>
                  <a:pt x="1179573" y="3197954"/>
                </a:lnTo>
                <a:moveTo>
                  <a:pt x="1048509" y="3197954"/>
                </a:moveTo>
                <a:lnTo>
                  <a:pt x="1048509" y="3329017"/>
                </a:lnTo>
                <a:moveTo>
                  <a:pt x="1048509" y="3329017"/>
                </a:moveTo>
                <a:lnTo>
                  <a:pt x="1179573" y="3329017"/>
                </a:lnTo>
                <a:moveTo>
                  <a:pt x="1048509" y="3329017"/>
                </a:moveTo>
                <a:lnTo>
                  <a:pt x="1048509" y="3460081"/>
                </a:lnTo>
                <a:moveTo>
                  <a:pt x="1048509" y="3460081"/>
                </a:moveTo>
                <a:lnTo>
                  <a:pt x="1179573" y="3460081"/>
                </a:lnTo>
                <a:moveTo>
                  <a:pt x="1048509" y="3460081"/>
                </a:moveTo>
                <a:lnTo>
                  <a:pt x="1048509" y="3591145"/>
                </a:lnTo>
                <a:moveTo>
                  <a:pt x="1048509" y="3591145"/>
                </a:moveTo>
                <a:lnTo>
                  <a:pt x="1179573" y="3591145"/>
                </a:lnTo>
                <a:moveTo>
                  <a:pt x="1048509" y="3591145"/>
                </a:moveTo>
                <a:lnTo>
                  <a:pt x="1048509" y="3722208"/>
                </a:lnTo>
                <a:moveTo>
                  <a:pt x="1048509" y="3722208"/>
                </a:moveTo>
                <a:lnTo>
                  <a:pt x="1179573" y="3722208"/>
                </a:lnTo>
                <a:moveTo>
                  <a:pt x="1048509" y="3722208"/>
                </a:moveTo>
                <a:lnTo>
                  <a:pt x="1048509" y="3853272"/>
                </a:lnTo>
                <a:moveTo>
                  <a:pt x="1048509" y="3853272"/>
                </a:moveTo>
                <a:lnTo>
                  <a:pt x="1179573" y="3853272"/>
                </a:lnTo>
                <a:moveTo>
                  <a:pt x="1048509" y="3853272"/>
                </a:moveTo>
                <a:lnTo>
                  <a:pt x="1048509" y="3984336"/>
                </a:lnTo>
                <a:moveTo>
                  <a:pt x="1048509" y="3984336"/>
                </a:moveTo>
                <a:lnTo>
                  <a:pt x="1179573" y="3984336"/>
                </a:lnTo>
                <a:moveTo>
                  <a:pt x="1048509" y="3984336"/>
                </a:moveTo>
                <a:lnTo>
                  <a:pt x="1048509" y="4115399"/>
                </a:lnTo>
                <a:moveTo>
                  <a:pt x="1048509" y="4115399"/>
                </a:moveTo>
                <a:lnTo>
                  <a:pt x="1179573" y="4115399"/>
                </a:lnTo>
                <a:moveTo>
                  <a:pt x="1048509" y="4115399"/>
                </a:moveTo>
                <a:lnTo>
                  <a:pt x="1048509" y="4246463"/>
                </a:lnTo>
                <a:moveTo>
                  <a:pt x="1048509" y="4246463"/>
                </a:moveTo>
                <a:lnTo>
                  <a:pt x="1179573" y="4246463"/>
                </a:lnTo>
                <a:moveTo>
                  <a:pt x="1048509" y="4246463"/>
                </a:moveTo>
                <a:lnTo>
                  <a:pt x="1048509" y="4377527"/>
                </a:lnTo>
                <a:moveTo>
                  <a:pt x="1048509" y="4377527"/>
                </a:moveTo>
                <a:lnTo>
                  <a:pt x="1179573" y="4377527"/>
                </a:lnTo>
                <a:moveTo>
                  <a:pt x="1048509" y="4377527"/>
                </a:moveTo>
                <a:lnTo>
                  <a:pt x="1048509" y="4508590"/>
                </a:lnTo>
                <a:moveTo>
                  <a:pt x="1048509" y="4508590"/>
                </a:moveTo>
                <a:lnTo>
                  <a:pt x="1179573" y="4508590"/>
                </a:lnTo>
                <a:moveTo>
                  <a:pt x="1048509" y="4508590"/>
                </a:moveTo>
                <a:lnTo>
                  <a:pt x="1048509" y="4639654"/>
                </a:lnTo>
                <a:moveTo>
                  <a:pt x="1048509" y="4639654"/>
                </a:moveTo>
                <a:lnTo>
                  <a:pt x="1179573" y="4639654"/>
                </a:lnTo>
                <a:moveTo>
                  <a:pt x="1048509" y="4639654"/>
                </a:moveTo>
                <a:lnTo>
                  <a:pt x="1048509" y="4770718"/>
                </a:lnTo>
                <a:moveTo>
                  <a:pt x="1048509" y="4770718"/>
                </a:moveTo>
                <a:lnTo>
                  <a:pt x="1179573" y="4770718"/>
                </a:lnTo>
                <a:moveTo>
                  <a:pt x="1048509" y="4770718"/>
                </a:moveTo>
                <a:lnTo>
                  <a:pt x="1048509" y="4901781"/>
                </a:lnTo>
                <a:moveTo>
                  <a:pt x="1048509" y="4901781"/>
                </a:moveTo>
                <a:lnTo>
                  <a:pt x="1179573" y="4901781"/>
                </a:lnTo>
                <a:moveTo>
                  <a:pt x="1048509" y="4901781"/>
                </a:moveTo>
                <a:lnTo>
                  <a:pt x="1048509" y="4967313"/>
                </a:lnTo>
                <a:moveTo>
                  <a:pt x="1179573" y="0"/>
                </a:moveTo>
                <a:lnTo>
                  <a:pt x="1179573" y="52425"/>
                </a:lnTo>
                <a:moveTo>
                  <a:pt x="1179573" y="52425"/>
                </a:moveTo>
                <a:lnTo>
                  <a:pt x="1310637" y="52425"/>
                </a:lnTo>
                <a:moveTo>
                  <a:pt x="1179573" y="52425"/>
                </a:moveTo>
                <a:lnTo>
                  <a:pt x="1179573" y="183489"/>
                </a:lnTo>
                <a:moveTo>
                  <a:pt x="1179573" y="183489"/>
                </a:moveTo>
                <a:lnTo>
                  <a:pt x="1310637" y="183489"/>
                </a:lnTo>
                <a:moveTo>
                  <a:pt x="1179573" y="183489"/>
                </a:moveTo>
                <a:lnTo>
                  <a:pt x="1179573" y="314553"/>
                </a:lnTo>
                <a:moveTo>
                  <a:pt x="1179573" y="314553"/>
                </a:moveTo>
                <a:lnTo>
                  <a:pt x="1310637" y="314553"/>
                </a:lnTo>
                <a:moveTo>
                  <a:pt x="1179573" y="314553"/>
                </a:moveTo>
                <a:lnTo>
                  <a:pt x="1179573" y="445616"/>
                </a:lnTo>
                <a:moveTo>
                  <a:pt x="1179573" y="445616"/>
                </a:moveTo>
                <a:lnTo>
                  <a:pt x="1310637" y="445616"/>
                </a:lnTo>
                <a:moveTo>
                  <a:pt x="1179573" y="445616"/>
                </a:moveTo>
                <a:lnTo>
                  <a:pt x="1179573" y="576680"/>
                </a:lnTo>
                <a:moveTo>
                  <a:pt x="1179573" y="576680"/>
                </a:moveTo>
                <a:lnTo>
                  <a:pt x="1310637" y="576680"/>
                </a:lnTo>
                <a:moveTo>
                  <a:pt x="1179573" y="576680"/>
                </a:moveTo>
                <a:lnTo>
                  <a:pt x="1179573" y="707744"/>
                </a:lnTo>
                <a:moveTo>
                  <a:pt x="1179573" y="707744"/>
                </a:moveTo>
                <a:lnTo>
                  <a:pt x="1310637" y="707744"/>
                </a:lnTo>
                <a:moveTo>
                  <a:pt x="1179573" y="707744"/>
                </a:moveTo>
                <a:lnTo>
                  <a:pt x="1179573" y="838808"/>
                </a:lnTo>
                <a:moveTo>
                  <a:pt x="1179573" y="838808"/>
                </a:moveTo>
                <a:lnTo>
                  <a:pt x="1310637" y="838808"/>
                </a:lnTo>
                <a:moveTo>
                  <a:pt x="1179573" y="838808"/>
                </a:moveTo>
                <a:lnTo>
                  <a:pt x="1179573" y="969871"/>
                </a:lnTo>
                <a:moveTo>
                  <a:pt x="1179573" y="969871"/>
                </a:moveTo>
                <a:lnTo>
                  <a:pt x="1310637" y="969871"/>
                </a:lnTo>
                <a:moveTo>
                  <a:pt x="1179573" y="969871"/>
                </a:moveTo>
                <a:lnTo>
                  <a:pt x="1179573" y="1100935"/>
                </a:lnTo>
                <a:moveTo>
                  <a:pt x="1179573" y="1100935"/>
                </a:moveTo>
                <a:lnTo>
                  <a:pt x="1310637" y="1100935"/>
                </a:lnTo>
                <a:moveTo>
                  <a:pt x="1179573" y="1100935"/>
                </a:moveTo>
                <a:lnTo>
                  <a:pt x="1179573" y="1231999"/>
                </a:lnTo>
                <a:moveTo>
                  <a:pt x="1179573" y="1231999"/>
                </a:moveTo>
                <a:lnTo>
                  <a:pt x="1310637" y="1231999"/>
                </a:lnTo>
                <a:moveTo>
                  <a:pt x="1179573" y="1231999"/>
                </a:moveTo>
                <a:lnTo>
                  <a:pt x="1179573" y="1363062"/>
                </a:lnTo>
                <a:moveTo>
                  <a:pt x="1179573" y="1363062"/>
                </a:moveTo>
                <a:lnTo>
                  <a:pt x="1310637" y="1363062"/>
                </a:lnTo>
                <a:moveTo>
                  <a:pt x="1179573" y="1363062"/>
                </a:moveTo>
                <a:lnTo>
                  <a:pt x="1179573" y="1494126"/>
                </a:lnTo>
                <a:moveTo>
                  <a:pt x="1179573" y="1494126"/>
                </a:moveTo>
                <a:lnTo>
                  <a:pt x="1310637" y="1494126"/>
                </a:lnTo>
                <a:moveTo>
                  <a:pt x="1179573" y="1494126"/>
                </a:moveTo>
                <a:lnTo>
                  <a:pt x="1179573" y="1625190"/>
                </a:lnTo>
                <a:moveTo>
                  <a:pt x="1179573" y="1625190"/>
                </a:moveTo>
                <a:lnTo>
                  <a:pt x="1310637" y="1625190"/>
                </a:lnTo>
                <a:moveTo>
                  <a:pt x="1179573" y="1625190"/>
                </a:moveTo>
                <a:lnTo>
                  <a:pt x="1179573" y="1756253"/>
                </a:lnTo>
                <a:moveTo>
                  <a:pt x="1179573" y="1756253"/>
                </a:moveTo>
                <a:lnTo>
                  <a:pt x="1310637" y="1756253"/>
                </a:lnTo>
                <a:moveTo>
                  <a:pt x="1179573" y="1756253"/>
                </a:moveTo>
                <a:lnTo>
                  <a:pt x="1179573" y="1887317"/>
                </a:lnTo>
                <a:moveTo>
                  <a:pt x="1179573" y="1887317"/>
                </a:moveTo>
                <a:lnTo>
                  <a:pt x="1310637" y="1887317"/>
                </a:lnTo>
                <a:moveTo>
                  <a:pt x="1179573" y="1887317"/>
                </a:moveTo>
                <a:lnTo>
                  <a:pt x="1179573" y="2018381"/>
                </a:lnTo>
                <a:moveTo>
                  <a:pt x="1179573" y="2018381"/>
                </a:moveTo>
                <a:lnTo>
                  <a:pt x="1310637" y="2018381"/>
                </a:lnTo>
                <a:moveTo>
                  <a:pt x="1179573" y="2018381"/>
                </a:moveTo>
                <a:lnTo>
                  <a:pt x="1179573" y="2149444"/>
                </a:lnTo>
                <a:moveTo>
                  <a:pt x="1179573" y="2149444"/>
                </a:moveTo>
                <a:lnTo>
                  <a:pt x="1310637" y="2149444"/>
                </a:lnTo>
                <a:moveTo>
                  <a:pt x="1179573" y="2149444"/>
                </a:moveTo>
                <a:lnTo>
                  <a:pt x="1179573" y="2280508"/>
                </a:lnTo>
                <a:moveTo>
                  <a:pt x="1179573" y="2280508"/>
                </a:moveTo>
                <a:lnTo>
                  <a:pt x="1310637" y="2280508"/>
                </a:lnTo>
                <a:moveTo>
                  <a:pt x="1179573" y="2280508"/>
                </a:moveTo>
                <a:lnTo>
                  <a:pt x="1179573" y="2411572"/>
                </a:lnTo>
                <a:moveTo>
                  <a:pt x="1179573" y="2411572"/>
                </a:moveTo>
                <a:lnTo>
                  <a:pt x="1310637" y="2411572"/>
                </a:lnTo>
                <a:moveTo>
                  <a:pt x="1179573" y="2411572"/>
                </a:moveTo>
                <a:lnTo>
                  <a:pt x="1179573" y="2542635"/>
                </a:lnTo>
                <a:moveTo>
                  <a:pt x="1179573" y="2542635"/>
                </a:moveTo>
                <a:lnTo>
                  <a:pt x="1310637" y="2542635"/>
                </a:lnTo>
                <a:moveTo>
                  <a:pt x="1179573" y="2542635"/>
                </a:moveTo>
                <a:lnTo>
                  <a:pt x="1179573" y="2673699"/>
                </a:lnTo>
                <a:moveTo>
                  <a:pt x="1179573" y="2673699"/>
                </a:moveTo>
                <a:lnTo>
                  <a:pt x="1310637" y="2673699"/>
                </a:lnTo>
                <a:moveTo>
                  <a:pt x="1179573" y="2673699"/>
                </a:moveTo>
                <a:lnTo>
                  <a:pt x="1179573" y="2804763"/>
                </a:lnTo>
                <a:moveTo>
                  <a:pt x="1179573" y="2804763"/>
                </a:moveTo>
                <a:lnTo>
                  <a:pt x="1310637" y="2804763"/>
                </a:lnTo>
                <a:moveTo>
                  <a:pt x="1179573" y="2804763"/>
                </a:moveTo>
                <a:lnTo>
                  <a:pt x="1179573" y="2935826"/>
                </a:lnTo>
                <a:moveTo>
                  <a:pt x="1179573" y="2935826"/>
                </a:moveTo>
                <a:lnTo>
                  <a:pt x="1310637" y="2935826"/>
                </a:lnTo>
                <a:moveTo>
                  <a:pt x="1179573" y="2935826"/>
                </a:moveTo>
                <a:lnTo>
                  <a:pt x="1179573" y="3066890"/>
                </a:lnTo>
                <a:moveTo>
                  <a:pt x="1179573" y="3066890"/>
                </a:moveTo>
                <a:lnTo>
                  <a:pt x="1310637" y="3066890"/>
                </a:lnTo>
                <a:moveTo>
                  <a:pt x="1179573" y="3066890"/>
                </a:moveTo>
                <a:lnTo>
                  <a:pt x="1179573" y="3197954"/>
                </a:lnTo>
                <a:moveTo>
                  <a:pt x="1179573" y="3197954"/>
                </a:moveTo>
                <a:lnTo>
                  <a:pt x="1310637" y="3197954"/>
                </a:lnTo>
                <a:moveTo>
                  <a:pt x="1179573" y="3197954"/>
                </a:moveTo>
                <a:lnTo>
                  <a:pt x="1179573" y="3329017"/>
                </a:lnTo>
                <a:moveTo>
                  <a:pt x="1179573" y="3329017"/>
                </a:moveTo>
                <a:lnTo>
                  <a:pt x="1310637" y="3329017"/>
                </a:lnTo>
                <a:moveTo>
                  <a:pt x="1179573" y="3329017"/>
                </a:moveTo>
                <a:lnTo>
                  <a:pt x="1179573" y="3460081"/>
                </a:lnTo>
                <a:moveTo>
                  <a:pt x="1179573" y="3460081"/>
                </a:moveTo>
                <a:lnTo>
                  <a:pt x="1310637" y="3460081"/>
                </a:lnTo>
                <a:moveTo>
                  <a:pt x="1179573" y="3460081"/>
                </a:moveTo>
                <a:lnTo>
                  <a:pt x="1179573" y="3591145"/>
                </a:lnTo>
                <a:moveTo>
                  <a:pt x="1179573" y="3591145"/>
                </a:moveTo>
                <a:lnTo>
                  <a:pt x="1310637" y="3591145"/>
                </a:lnTo>
                <a:moveTo>
                  <a:pt x="1179573" y="3591145"/>
                </a:moveTo>
                <a:lnTo>
                  <a:pt x="1179573" y="3722208"/>
                </a:lnTo>
                <a:moveTo>
                  <a:pt x="1179573" y="3722208"/>
                </a:moveTo>
                <a:lnTo>
                  <a:pt x="1310637" y="3722208"/>
                </a:lnTo>
                <a:moveTo>
                  <a:pt x="1179573" y="3722208"/>
                </a:moveTo>
                <a:lnTo>
                  <a:pt x="1179573" y="3853272"/>
                </a:lnTo>
                <a:moveTo>
                  <a:pt x="1179573" y="3853272"/>
                </a:moveTo>
                <a:lnTo>
                  <a:pt x="1310637" y="3853272"/>
                </a:lnTo>
                <a:moveTo>
                  <a:pt x="1179573" y="3853272"/>
                </a:moveTo>
                <a:lnTo>
                  <a:pt x="1179573" y="3984336"/>
                </a:lnTo>
                <a:moveTo>
                  <a:pt x="1179573" y="3984336"/>
                </a:moveTo>
                <a:lnTo>
                  <a:pt x="1310637" y="3984336"/>
                </a:lnTo>
                <a:moveTo>
                  <a:pt x="1179573" y="3984336"/>
                </a:moveTo>
                <a:lnTo>
                  <a:pt x="1179573" y="4115399"/>
                </a:lnTo>
                <a:moveTo>
                  <a:pt x="1179573" y="4115399"/>
                </a:moveTo>
                <a:lnTo>
                  <a:pt x="1310637" y="4115399"/>
                </a:lnTo>
                <a:moveTo>
                  <a:pt x="1179573" y="4115399"/>
                </a:moveTo>
                <a:lnTo>
                  <a:pt x="1179573" y="4246463"/>
                </a:lnTo>
                <a:moveTo>
                  <a:pt x="1179573" y="4246463"/>
                </a:moveTo>
                <a:lnTo>
                  <a:pt x="1310637" y="4246463"/>
                </a:lnTo>
                <a:moveTo>
                  <a:pt x="1179573" y="4246463"/>
                </a:moveTo>
                <a:lnTo>
                  <a:pt x="1179573" y="4377527"/>
                </a:lnTo>
                <a:moveTo>
                  <a:pt x="1179573" y="4377527"/>
                </a:moveTo>
                <a:lnTo>
                  <a:pt x="1310637" y="4377527"/>
                </a:lnTo>
                <a:moveTo>
                  <a:pt x="1179573" y="4377527"/>
                </a:moveTo>
                <a:lnTo>
                  <a:pt x="1179573" y="4508590"/>
                </a:lnTo>
                <a:moveTo>
                  <a:pt x="1179573" y="4508590"/>
                </a:moveTo>
                <a:lnTo>
                  <a:pt x="1310637" y="4508590"/>
                </a:lnTo>
                <a:moveTo>
                  <a:pt x="1179573" y="4508590"/>
                </a:moveTo>
                <a:lnTo>
                  <a:pt x="1179573" y="4639654"/>
                </a:lnTo>
                <a:moveTo>
                  <a:pt x="1179573" y="4639654"/>
                </a:moveTo>
                <a:lnTo>
                  <a:pt x="1310637" y="4639654"/>
                </a:lnTo>
                <a:moveTo>
                  <a:pt x="1179573" y="4639654"/>
                </a:moveTo>
                <a:lnTo>
                  <a:pt x="1179573" y="4770718"/>
                </a:lnTo>
                <a:moveTo>
                  <a:pt x="1179573" y="4770718"/>
                </a:moveTo>
                <a:lnTo>
                  <a:pt x="1310637" y="4770718"/>
                </a:lnTo>
                <a:moveTo>
                  <a:pt x="1179573" y="4770718"/>
                </a:moveTo>
                <a:lnTo>
                  <a:pt x="1179573" y="4901781"/>
                </a:lnTo>
                <a:moveTo>
                  <a:pt x="1179573" y="4901781"/>
                </a:moveTo>
                <a:lnTo>
                  <a:pt x="1310637" y="4901781"/>
                </a:lnTo>
                <a:moveTo>
                  <a:pt x="1179573" y="4901781"/>
                </a:moveTo>
                <a:lnTo>
                  <a:pt x="1179573" y="4967313"/>
                </a:lnTo>
                <a:moveTo>
                  <a:pt x="1310637" y="0"/>
                </a:moveTo>
                <a:lnTo>
                  <a:pt x="1310637" y="52425"/>
                </a:lnTo>
                <a:moveTo>
                  <a:pt x="1310637" y="52425"/>
                </a:moveTo>
                <a:lnTo>
                  <a:pt x="1441700" y="52425"/>
                </a:lnTo>
                <a:moveTo>
                  <a:pt x="1310637" y="52425"/>
                </a:moveTo>
                <a:lnTo>
                  <a:pt x="1310637" y="183489"/>
                </a:lnTo>
                <a:moveTo>
                  <a:pt x="1310637" y="183489"/>
                </a:moveTo>
                <a:lnTo>
                  <a:pt x="1441700" y="183489"/>
                </a:lnTo>
                <a:moveTo>
                  <a:pt x="1310637" y="183489"/>
                </a:moveTo>
                <a:lnTo>
                  <a:pt x="1310637" y="314553"/>
                </a:lnTo>
                <a:moveTo>
                  <a:pt x="1310637" y="314553"/>
                </a:moveTo>
                <a:lnTo>
                  <a:pt x="1441700" y="314553"/>
                </a:lnTo>
                <a:moveTo>
                  <a:pt x="1310637" y="314553"/>
                </a:moveTo>
                <a:lnTo>
                  <a:pt x="1310637" y="445616"/>
                </a:lnTo>
                <a:moveTo>
                  <a:pt x="1310637" y="445616"/>
                </a:moveTo>
                <a:lnTo>
                  <a:pt x="1441700" y="445616"/>
                </a:lnTo>
                <a:moveTo>
                  <a:pt x="1310637" y="445616"/>
                </a:moveTo>
                <a:lnTo>
                  <a:pt x="1310637" y="576680"/>
                </a:lnTo>
                <a:moveTo>
                  <a:pt x="1310637" y="576680"/>
                </a:moveTo>
                <a:lnTo>
                  <a:pt x="1441700" y="576680"/>
                </a:lnTo>
                <a:moveTo>
                  <a:pt x="1310637" y="576680"/>
                </a:moveTo>
                <a:lnTo>
                  <a:pt x="1310637" y="707744"/>
                </a:lnTo>
                <a:moveTo>
                  <a:pt x="1310637" y="707744"/>
                </a:moveTo>
                <a:lnTo>
                  <a:pt x="1441700" y="707744"/>
                </a:lnTo>
                <a:moveTo>
                  <a:pt x="1310637" y="707744"/>
                </a:moveTo>
                <a:lnTo>
                  <a:pt x="1310637" y="838808"/>
                </a:lnTo>
                <a:moveTo>
                  <a:pt x="1310637" y="838808"/>
                </a:moveTo>
                <a:lnTo>
                  <a:pt x="1441700" y="838808"/>
                </a:lnTo>
                <a:moveTo>
                  <a:pt x="1310637" y="838808"/>
                </a:moveTo>
                <a:lnTo>
                  <a:pt x="1310637" y="969871"/>
                </a:lnTo>
                <a:moveTo>
                  <a:pt x="1310637" y="969871"/>
                </a:moveTo>
                <a:lnTo>
                  <a:pt x="1441700" y="969871"/>
                </a:lnTo>
                <a:moveTo>
                  <a:pt x="1310637" y="969871"/>
                </a:moveTo>
                <a:lnTo>
                  <a:pt x="1310637" y="1100935"/>
                </a:lnTo>
                <a:moveTo>
                  <a:pt x="1310637" y="1100935"/>
                </a:moveTo>
                <a:lnTo>
                  <a:pt x="1441700" y="1100935"/>
                </a:lnTo>
                <a:moveTo>
                  <a:pt x="1310637" y="1100935"/>
                </a:moveTo>
                <a:lnTo>
                  <a:pt x="1310637" y="1231999"/>
                </a:lnTo>
                <a:moveTo>
                  <a:pt x="1310637" y="1231999"/>
                </a:moveTo>
                <a:lnTo>
                  <a:pt x="1441700" y="1231999"/>
                </a:lnTo>
                <a:moveTo>
                  <a:pt x="1310637" y="1231999"/>
                </a:moveTo>
                <a:lnTo>
                  <a:pt x="1310637" y="1363062"/>
                </a:lnTo>
                <a:moveTo>
                  <a:pt x="1310637" y="1363062"/>
                </a:moveTo>
                <a:lnTo>
                  <a:pt x="1441700" y="1363062"/>
                </a:lnTo>
                <a:moveTo>
                  <a:pt x="1310637" y="1363062"/>
                </a:moveTo>
                <a:lnTo>
                  <a:pt x="1310637" y="1494126"/>
                </a:lnTo>
                <a:moveTo>
                  <a:pt x="1310637" y="1494126"/>
                </a:moveTo>
                <a:lnTo>
                  <a:pt x="1441700" y="1494126"/>
                </a:lnTo>
                <a:moveTo>
                  <a:pt x="1310637" y="1494126"/>
                </a:moveTo>
                <a:lnTo>
                  <a:pt x="1310637" y="1625190"/>
                </a:lnTo>
                <a:moveTo>
                  <a:pt x="1310637" y="1625190"/>
                </a:moveTo>
                <a:lnTo>
                  <a:pt x="1441700" y="1625190"/>
                </a:lnTo>
                <a:moveTo>
                  <a:pt x="1310637" y="1625190"/>
                </a:moveTo>
                <a:lnTo>
                  <a:pt x="1310637" y="1756253"/>
                </a:lnTo>
                <a:moveTo>
                  <a:pt x="1310637" y="1756253"/>
                </a:moveTo>
                <a:lnTo>
                  <a:pt x="1441700" y="1756253"/>
                </a:lnTo>
                <a:moveTo>
                  <a:pt x="1310637" y="1756253"/>
                </a:moveTo>
                <a:lnTo>
                  <a:pt x="1310637" y="1887317"/>
                </a:lnTo>
                <a:moveTo>
                  <a:pt x="1310637" y="1887317"/>
                </a:moveTo>
                <a:lnTo>
                  <a:pt x="1441700" y="1887317"/>
                </a:lnTo>
                <a:moveTo>
                  <a:pt x="1310637" y="1887317"/>
                </a:moveTo>
                <a:lnTo>
                  <a:pt x="1310637" y="2018381"/>
                </a:lnTo>
                <a:moveTo>
                  <a:pt x="1310637" y="2018381"/>
                </a:moveTo>
                <a:lnTo>
                  <a:pt x="1441700" y="2018381"/>
                </a:lnTo>
                <a:moveTo>
                  <a:pt x="1310637" y="2018381"/>
                </a:moveTo>
                <a:lnTo>
                  <a:pt x="1310637" y="2149444"/>
                </a:lnTo>
                <a:moveTo>
                  <a:pt x="1310637" y="2149444"/>
                </a:moveTo>
                <a:lnTo>
                  <a:pt x="1441700" y="2149444"/>
                </a:lnTo>
                <a:moveTo>
                  <a:pt x="1310637" y="2149444"/>
                </a:moveTo>
                <a:lnTo>
                  <a:pt x="1310637" y="2280508"/>
                </a:lnTo>
                <a:moveTo>
                  <a:pt x="1310637" y="2280508"/>
                </a:moveTo>
                <a:lnTo>
                  <a:pt x="1441700" y="2280508"/>
                </a:lnTo>
                <a:moveTo>
                  <a:pt x="1310637" y="2280508"/>
                </a:moveTo>
                <a:lnTo>
                  <a:pt x="1310637" y="2411572"/>
                </a:lnTo>
                <a:moveTo>
                  <a:pt x="1310637" y="2411572"/>
                </a:moveTo>
                <a:lnTo>
                  <a:pt x="1441700" y="2411572"/>
                </a:lnTo>
                <a:moveTo>
                  <a:pt x="1310637" y="2411572"/>
                </a:moveTo>
                <a:lnTo>
                  <a:pt x="1310637" y="2542635"/>
                </a:lnTo>
                <a:moveTo>
                  <a:pt x="1310637" y="2542635"/>
                </a:moveTo>
                <a:lnTo>
                  <a:pt x="1441700" y="2542635"/>
                </a:lnTo>
                <a:moveTo>
                  <a:pt x="1310637" y="2542635"/>
                </a:moveTo>
                <a:lnTo>
                  <a:pt x="1310637" y="2673699"/>
                </a:lnTo>
                <a:moveTo>
                  <a:pt x="1310637" y="2673699"/>
                </a:moveTo>
                <a:lnTo>
                  <a:pt x="1441700" y="2673699"/>
                </a:lnTo>
                <a:moveTo>
                  <a:pt x="1310637" y="2673699"/>
                </a:moveTo>
                <a:lnTo>
                  <a:pt x="1310637" y="2804763"/>
                </a:lnTo>
                <a:moveTo>
                  <a:pt x="1310637" y="2804763"/>
                </a:moveTo>
                <a:lnTo>
                  <a:pt x="1441700" y="2804763"/>
                </a:lnTo>
                <a:moveTo>
                  <a:pt x="1310637" y="2804763"/>
                </a:moveTo>
                <a:lnTo>
                  <a:pt x="1310637" y="2935826"/>
                </a:lnTo>
                <a:moveTo>
                  <a:pt x="1310637" y="2935826"/>
                </a:moveTo>
                <a:lnTo>
                  <a:pt x="1441700" y="2935826"/>
                </a:lnTo>
                <a:moveTo>
                  <a:pt x="1310637" y="2935826"/>
                </a:moveTo>
                <a:lnTo>
                  <a:pt x="1310637" y="3066890"/>
                </a:lnTo>
                <a:moveTo>
                  <a:pt x="1310637" y="3066890"/>
                </a:moveTo>
                <a:lnTo>
                  <a:pt x="1441700" y="3066890"/>
                </a:lnTo>
                <a:moveTo>
                  <a:pt x="1310637" y="3066890"/>
                </a:moveTo>
                <a:lnTo>
                  <a:pt x="1310637" y="3197954"/>
                </a:lnTo>
                <a:moveTo>
                  <a:pt x="1310637" y="3197954"/>
                </a:moveTo>
                <a:lnTo>
                  <a:pt x="1441700" y="3197954"/>
                </a:lnTo>
                <a:moveTo>
                  <a:pt x="1310637" y="3197954"/>
                </a:moveTo>
                <a:lnTo>
                  <a:pt x="1310637" y="3329017"/>
                </a:lnTo>
                <a:moveTo>
                  <a:pt x="1310637" y="3329017"/>
                </a:moveTo>
                <a:lnTo>
                  <a:pt x="1441700" y="3329017"/>
                </a:lnTo>
                <a:moveTo>
                  <a:pt x="1310637" y="3329017"/>
                </a:moveTo>
                <a:lnTo>
                  <a:pt x="1310637" y="3460081"/>
                </a:lnTo>
                <a:moveTo>
                  <a:pt x="1310637" y="3460081"/>
                </a:moveTo>
                <a:lnTo>
                  <a:pt x="1441700" y="3460081"/>
                </a:lnTo>
                <a:moveTo>
                  <a:pt x="1310637" y="3460081"/>
                </a:moveTo>
                <a:lnTo>
                  <a:pt x="1310637" y="3591145"/>
                </a:lnTo>
                <a:moveTo>
                  <a:pt x="1310637" y="3591145"/>
                </a:moveTo>
                <a:lnTo>
                  <a:pt x="1441700" y="3591145"/>
                </a:lnTo>
                <a:moveTo>
                  <a:pt x="1310637" y="3591145"/>
                </a:moveTo>
                <a:lnTo>
                  <a:pt x="1310637" y="3722208"/>
                </a:lnTo>
                <a:moveTo>
                  <a:pt x="1310637" y="3722208"/>
                </a:moveTo>
                <a:lnTo>
                  <a:pt x="1441700" y="3722208"/>
                </a:lnTo>
                <a:moveTo>
                  <a:pt x="1310637" y="3722208"/>
                </a:moveTo>
                <a:lnTo>
                  <a:pt x="1310637" y="3853272"/>
                </a:lnTo>
                <a:moveTo>
                  <a:pt x="1310637" y="3853272"/>
                </a:moveTo>
                <a:lnTo>
                  <a:pt x="1441700" y="3853272"/>
                </a:lnTo>
                <a:moveTo>
                  <a:pt x="1310637" y="3853272"/>
                </a:moveTo>
                <a:lnTo>
                  <a:pt x="1310637" y="3984336"/>
                </a:lnTo>
                <a:moveTo>
                  <a:pt x="1310637" y="3984336"/>
                </a:moveTo>
                <a:lnTo>
                  <a:pt x="1441700" y="3984336"/>
                </a:lnTo>
                <a:moveTo>
                  <a:pt x="1310637" y="3984336"/>
                </a:moveTo>
                <a:lnTo>
                  <a:pt x="1310637" y="4115399"/>
                </a:lnTo>
                <a:moveTo>
                  <a:pt x="1310637" y="4115399"/>
                </a:moveTo>
                <a:lnTo>
                  <a:pt x="1441700" y="4115399"/>
                </a:lnTo>
                <a:moveTo>
                  <a:pt x="1310637" y="4115399"/>
                </a:moveTo>
                <a:lnTo>
                  <a:pt x="1310637" y="4246463"/>
                </a:lnTo>
                <a:moveTo>
                  <a:pt x="1310637" y="4246463"/>
                </a:moveTo>
                <a:lnTo>
                  <a:pt x="1441700" y="4246463"/>
                </a:lnTo>
                <a:moveTo>
                  <a:pt x="1310637" y="4246463"/>
                </a:moveTo>
                <a:lnTo>
                  <a:pt x="1310637" y="4377527"/>
                </a:lnTo>
                <a:moveTo>
                  <a:pt x="1310637" y="4377527"/>
                </a:moveTo>
                <a:lnTo>
                  <a:pt x="1441700" y="4377527"/>
                </a:lnTo>
                <a:moveTo>
                  <a:pt x="1310637" y="4377527"/>
                </a:moveTo>
                <a:lnTo>
                  <a:pt x="1310637" y="4508590"/>
                </a:lnTo>
                <a:moveTo>
                  <a:pt x="1310637" y="4508590"/>
                </a:moveTo>
                <a:lnTo>
                  <a:pt x="1441700" y="4508590"/>
                </a:lnTo>
                <a:moveTo>
                  <a:pt x="1310637" y="4508590"/>
                </a:moveTo>
                <a:lnTo>
                  <a:pt x="1310637" y="4639654"/>
                </a:lnTo>
                <a:moveTo>
                  <a:pt x="1310637" y="4639654"/>
                </a:moveTo>
                <a:lnTo>
                  <a:pt x="1441700" y="4639654"/>
                </a:lnTo>
                <a:moveTo>
                  <a:pt x="1310637" y="4639654"/>
                </a:moveTo>
                <a:lnTo>
                  <a:pt x="1310637" y="4770718"/>
                </a:lnTo>
                <a:moveTo>
                  <a:pt x="1310637" y="4770718"/>
                </a:moveTo>
                <a:lnTo>
                  <a:pt x="1441700" y="4770718"/>
                </a:lnTo>
                <a:moveTo>
                  <a:pt x="1310637" y="4770718"/>
                </a:moveTo>
                <a:lnTo>
                  <a:pt x="1310637" y="4901781"/>
                </a:lnTo>
                <a:moveTo>
                  <a:pt x="1310637" y="4901781"/>
                </a:moveTo>
                <a:lnTo>
                  <a:pt x="1441700" y="4901781"/>
                </a:lnTo>
                <a:moveTo>
                  <a:pt x="1310637" y="4901781"/>
                </a:moveTo>
                <a:lnTo>
                  <a:pt x="1310637" y="4967313"/>
                </a:lnTo>
                <a:moveTo>
                  <a:pt x="1441700" y="0"/>
                </a:moveTo>
                <a:lnTo>
                  <a:pt x="1441700" y="52425"/>
                </a:lnTo>
                <a:moveTo>
                  <a:pt x="1441700" y="52425"/>
                </a:moveTo>
                <a:lnTo>
                  <a:pt x="1572764" y="52425"/>
                </a:lnTo>
                <a:moveTo>
                  <a:pt x="1441700" y="52425"/>
                </a:moveTo>
                <a:lnTo>
                  <a:pt x="1441700" y="183489"/>
                </a:lnTo>
                <a:moveTo>
                  <a:pt x="1441700" y="183489"/>
                </a:moveTo>
                <a:lnTo>
                  <a:pt x="1572764" y="183489"/>
                </a:lnTo>
                <a:moveTo>
                  <a:pt x="1441700" y="183489"/>
                </a:moveTo>
                <a:lnTo>
                  <a:pt x="1441700" y="314553"/>
                </a:lnTo>
                <a:moveTo>
                  <a:pt x="1441700" y="314553"/>
                </a:moveTo>
                <a:lnTo>
                  <a:pt x="1572764" y="314553"/>
                </a:lnTo>
                <a:moveTo>
                  <a:pt x="1441700" y="314553"/>
                </a:moveTo>
                <a:lnTo>
                  <a:pt x="1441700" y="445616"/>
                </a:lnTo>
                <a:moveTo>
                  <a:pt x="1441700" y="445616"/>
                </a:moveTo>
                <a:lnTo>
                  <a:pt x="1572764" y="445616"/>
                </a:lnTo>
                <a:moveTo>
                  <a:pt x="1441700" y="445616"/>
                </a:moveTo>
                <a:lnTo>
                  <a:pt x="1441700" y="576680"/>
                </a:lnTo>
                <a:moveTo>
                  <a:pt x="1441700" y="576680"/>
                </a:moveTo>
                <a:lnTo>
                  <a:pt x="1572764" y="576680"/>
                </a:lnTo>
                <a:moveTo>
                  <a:pt x="1441700" y="576680"/>
                </a:moveTo>
                <a:lnTo>
                  <a:pt x="1441700" y="707744"/>
                </a:lnTo>
                <a:moveTo>
                  <a:pt x="1441700" y="707744"/>
                </a:moveTo>
                <a:lnTo>
                  <a:pt x="1572764" y="707744"/>
                </a:lnTo>
                <a:moveTo>
                  <a:pt x="1441700" y="707744"/>
                </a:moveTo>
                <a:lnTo>
                  <a:pt x="1441700" y="838808"/>
                </a:lnTo>
                <a:moveTo>
                  <a:pt x="1441700" y="838808"/>
                </a:moveTo>
                <a:lnTo>
                  <a:pt x="1572764" y="838808"/>
                </a:lnTo>
                <a:moveTo>
                  <a:pt x="1441700" y="838808"/>
                </a:moveTo>
                <a:lnTo>
                  <a:pt x="1441700" y="969871"/>
                </a:lnTo>
                <a:moveTo>
                  <a:pt x="1441700" y="969871"/>
                </a:moveTo>
                <a:lnTo>
                  <a:pt x="1572764" y="969871"/>
                </a:lnTo>
                <a:moveTo>
                  <a:pt x="1441700" y="969871"/>
                </a:moveTo>
                <a:lnTo>
                  <a:pt x="1441700" y="1100935"/>
                </a:lnTo>
                <a:moveTo>
                  <a:pt x="1441700" y="1100935"/>
                </a:moveTo>
                <a:lnTo>
                  <a:pt x="1572764" y="1100935"/>
                </a:lnTo>
                <a:moveTo>
                  <a:pt x="1441700" y="1100935"/>
                </a:moveTo>
                <a:lnTo>
                  <a:pt x="1441700" y="1231999"/>
                </a:lnTo>
                <a:moveTo>
                  <a:pt x="1441700" y="1231999"/>
                </a:moveTo>
                <a:lnTo>
                  <a:pt x="1572764" y="1231999"/>
                </a:lnTo>
                <a:moveTo>
                  <a:pt x="1441700" y="1231999"/>
                </a:moveTo>
                <a:lnTo>
                  <a:pt x="1441700" y="1363062"/>
                </a:lnTo>
                <a:moveTo>
                  <a:pt x="1441700" y="1363062"/>
                </a:moveTo>
                <a:lnTo>
                  <a:pt x="1572764" y="1363062"/>
                </a:lnTo>
                <a:moveTo>
                  <a:pt x="1441700" y="1363062"/>
                </a:moveTo>
                <a:lnTo>
                  <a:pt x="1441700" y="1494126"/>
                </a:lnTo>
                <a:moveTo>
                  <a:pt x="1441700" y="1494126"/>
                </a:moveTo>
                <a:lnTo>
                  <a:pt x="1572764" y="1494126"/>
                </a:lnTo>
                <a:moveTo>
                  <a:pt x="1441700" y="1494126"/>
                </a:moveTo>
                <a:lnTo>
                  <a:pt x="1441700" y="1625190"/>
                </a:lnTo>
                <a:moveTo>
                  <a:pt x="1441700" y="1625190"/>
                </a:moveTo>
                <a:lnTo>
                  <a:pt x="1572764" y="1625190"/>
                </a:lnTo>
                <a:moveTo>
                  <a:pt x="1441700" y="1625190"/>
                </a:moveTo>
                <a:lnTo>
                  <a:pt x="1441700" y="1756253"/>
                </a:lnTo>
                <a:moveTo>
                  <a:pt x="1441700" y="1756253"/>
                </a:moveTo>
                <a:lnTo>
                  <a:pt x="1572764" y="1756253"/>
                </a:lnTo>
                <a:moveTo>
                  <a:pt x="1441700" y="1756253"/>
                </a:moveTo>
                <a:lnTo>
                  <a:pt x="1441700" y="1887317"/>
                </a:lnTo>
                <a:moveTo>
                  <a:pt x="1441700" y="1887317"/>
                </a:moveTo>
                <a:lnTo>
                  <a:pt x="1572764" y="1887317"/>
                </a:lnTo>
                <a:moveTo>
                  <a:pt x="1441700" y="1887317"/>
                </a:moveTo>
                <a:lnTo>
                  <a:pt x="1441700" y="2018381"/>
                </a:lnTo>
                <a:moveTo>
                  <a:pt x="1441700" y="2018381"/>
                </a:moveTo>
                <a:lnTo>
                  <a:pt x="1572764" y="2018381"/>
                </a:lnTo>
                <a:moveTo>
                  <a:pt x="1441700" y="2018381"/>
                </a:moveTo>
                <a:lnTo>
                  <a:pt x="1441700" y="2149444"/>
                </a:lnTo>
                <a:moveTo>
                  <a:pt x="1441700" y="2149444"/>
                </a:moveTo>
                <a:lnTo>
                  <a:pt x="1572764" y="2149444"/>
                </a:lnTo>
                <a:moveTo>
                  <a:pt x="1441700" y="2149444"/>
                </a:moveTo>
                <a:lnTo>
                  <a:pt x="1441700" y="2280508"/>
                </a:lnTo>
                <a:moveTo>
                  <a:pt x="1441700" y="2280508"/>
                </a:moveTo>
                <a:lnTo>
                  <a:pt x="1572764" y="2280508"/>
                </a:lnTo>
                <a:moveTo>
                  <a:pt x="1441700" y="2280508"/>
                </a:moveTo>
                <a:lnTo>
                  <a:pt x="1441700" y="2411572"/>
                </a:lnTo>
                <a:moveTo>
                  <a:pt x="1441700" y="2411572"/>
                </a:moveTo>
                <a:lnTo>
                  <a:pt x="1572764" y="2411572"/>
                </a:lnTo>
                <a:moveTo>
                  <a:pt x="1441700" y="2411572"/>
                </a:moveTo>
                <a:lnTo>
                  <a:pt x="1441700" y="2542635"/>
                </a:lnTo>
                <a:moveTo>
                  <a:pt x="1441700" y="2542635"/>
                </a:moveTo>
                <a:lnTo>
                  <a:pt x="1572764" y="2542635"/>
                </a:lnTo>
                <a:moveTo>
                  <a:pt x="1441700" y="2542635"/>
                </a:moveTo>
                <a:lnTo>
                  <a:pt x="1441700" y="2673699"/>
                </a:lnTo>
                <a:moveTo>
                  <a:pt x="1441700" y="2673699"/>
                </a:moveTo>
                <a:lnTo>
                  <a:pt x="1572764" y="2673699"/>
                </a:lnTo>
                <a:moveTo>
                  <a:pt x="1441700" y="2673699"/>
                </a:moveTo>
                <a:lnTo>
                  <a:pt x="1441700" y="2804763"/>
                </a:lnTo>
                <a:moveTo>
                  <a:pt x="1441700" y="2804763"/>
                </a:moveTo>
                <a:lnTo>
                  <a:pt x="1572764" y="2804763"/>
                </a:lnTo>
                <a:moveTo>
                  <a:pt x="1441700" y="2804763"/>
                </a:moveTo>
                <a:lnTo>
                  <a:pt x="1441700" y="2935826"/>
                </a:lnTo>
                <a:moveTo>
                  <a:pt x="1441700" y="2935826"/>
                </a:moveTo>
                <a:lnTo>
                  <a:pt x="1572764" y="2935826"/>
                </a:lnTo>
                <a:moveTo>
                  <a:pt x="1441700" y="2935826"/>
                </a:moveTo>
                <a:lnTo>
                  <a:pt x="1441700" y="3066890"/>
                </a:lnTo>
                <a:moveTo>
                  <a:pt x="1441700" y="3066890"/>
                </a:moveTo>
                <a:lnTo>
                  <a:pt x="1572764" y="3066890"/>
                </a:lnTo>
                <a:moveTo>
                  <a:pt x="1441700" y="3066890"/>
                </a:moveTo>
                <a:lnTo>
                  <a:pt x="1441700" y="3197954"/>
                </a:lnTo>
                <a:moveTo>
                  <a:pt x="1441700" y="3197954"/>
                </a:moveTo>
                <a:lnTo>
                  <a:pt x="1572764" y="3197954"/>
                </a:lnTo>
                <a:moveTo>
                  <a:pt x="1441700" y="3197954"/>
                </a:moveTo>
                <a:lnTo>
                  <a:pt x="1441700" y="3329017"/>
                </a:lnTo>
                <a:moveTo>
                  <a:pt x="1441700" y="3329017"/>
                </a:moveTo>
                <a:lnTo>
                  <a:pt x="1572764" y="3329017"/>
                </a:lnTo>
                <a:moveTo>
                  <a:pt x="1441700" y="3329017"/>
                </a:moveTo>
                <a:lnTo>
                  <a:pt x="1441700" y="3460081"/>
                </a:lnTo>
                <a:moveTo>
                  <a:pt x="1441700" y="3460081"/>
                </a:moveTo>
                <a:lnTo>
                  <a:pt x="1572764" y="3460081"/>
                </a:lnTo>
                <a:moveTo>
                  <a:pt x="1441700" y="3460081"/>
                </a:moveTo>
                <a:lnTo>
                  <a:pt x="1441700" y="3591145"/>
                </a:lnTo>
                <a:moveTo>
                  <a:pt x="1441700" y="3591145"/>
                </a:moveTo>
                <a:lnTo>
                  <a:pt x="1572764" y="3591145"/>
                </a:lnTo>
                <a:moveTo>
                  <a:pt x="1441700" y="3591145"/>
                </a:moveTo>
                <a:lnTo>
                  <a:pt x="1441700" y="3722208"/>
                </a:lnTo>
                <a:moveTo>
                  <a:pt x="1441700" y="3722208"/>
                </a:moveTo>
                <a:lnTo>
                  <a:pt x="1572764" y="3722208"/>
                </a:lnTo>
                <a:moveTo>
                  <a:pt x="1441700" y="3722208"/>
                </a:moveTo>
                <a:lnTo>
                  <a:pt x="1441700" y="3853272"/>
                </a:lnTo>
                <a:moveTo>
                  <a:pt x="1441700" y="3853272"/>
                </a:moveTo>
                <a:lnTo>
                  <a:pt x="1572764" y="3853272"/>
                </a:lnTo>
                <a:moveTo>
                  <a:pt x="1441700" y="3853272"/>
                </a:moveTo>
                <a:lnTo>
                  <a:pt x="1441700" y="3984336"/>
                </a:lnTo>
                <a:moveTo>
                  <a:pt x="1441700" y="3984336"/>
                </a:moveTo>
                <a:lnTo>
                  <a:pt x="1572764" y="3984336"/>
                </a:lnTo>
                <a:moveTo>
                  <a:pt x="1441700" y="3984336"/>
                </a:moveTo>
                <a:lnTo>
                  <a:pt x="1441700" y="4115399"/>
                </a:lnTo>
                <a:moveTo>
                  <a:pt x="1441700" y="4115399"/>
                </a:moveTo>
                <a:lnTo>
                  <a:pt x="1572764" y="4115399"/>
                </a:lnTo>
                <a:moveTo>
                  <a:pt x="1441700" y="4115399"/>
                </a:moveTo>
                <a:lnTo>
                  <a:pt x="1441700" y="4246463"/>
                </a:lnTo>
                <a:moveTo>
                  <a:pt x="1441700" y="4246463"/>
                </a:moveTo>
                <a:lnTo>
                  <a:pt x="1572764" y="4246463"/>
                </a:lnTo>
                <a:moveTo>
                  <a:pt x="1441700" y="4246463"/>
                </a:moveTo>
                <a:lnTo>
                  <a:pt x="1441700" y="4377527"/>
                </a:lnTo>
                <a:moveTo>
                  <a:pt x="1441700" y="4377527"/>
                </a:moveTo>
                <a:lnTo>
                  <a:pt x="1572764" y="4377527"/>
                </a:lnTo>
                <a:moveTo>
                  <a:pt x="1441700" y="4377527"/>
                </a:moveTo>
                <a:lnTo>
                  <a:pt x="1441700" y="4508590"/>
                </a:lnTo>
                <a:moveTo>
                  <a:pt x="1441700" y="4508590"/>
                </a:moveTo>
                <a:lnTo>
                  <a:pt x="1572764" y="4508590"/>
                </a:lnTo>
                <a:moveTo>
                  <a:pt x="1441700" y="4508590"/>
                </a:moveTo>
                <a:lnTo>
                  <a:pt x="1441700" y="4639654"/>
                </a:lnTo>
                <a:moveTo>
                  <a:pt x="1441700" y="4639654"/>
                </a:moveTo>
                <a:lnTo>
                  <a:pt x="1572764" y="4639654"/>
                </a:lnTo>
                <a:moveTo>
                  <a:pt x="1441700" y="4639654"/>
                </a:moveTo>
                <a:lnTo>
                  <a:pt x="1441700" y="4770718"/>
                </a:lnTo>
                <a:moveTo>
                  <a:pt x="1441700" y="4770718"/>
                </a:moveTo>
                <a:lnTo>
                  <a:pt x="1572764" y="4770718"/>
                </a:lnTo>
                <a:moveTo>
                  <a:pt x="1441700" y="4770718"/>
                </a:moveTo>
                <a:lnTo>
                  <a:pt x="1441700" y="4901781"/>
                </a:lnTo>
                <a:moveTo>
                  <a:pt x="1441700" y="4901781"/>
                </a:moveTo>
                <a:lnTo>
                  <a:pt x="1572764" y="4901781"/>
                </a:lnTo>
                <a:moveTo>
                  <a:pt x="1441700" y="4901781"/>
                </a:moveTo>
                <a:lnTo>
                  <a:pt x="1441700" y="4967313"/>
                </a:lnTo>
                <a:moveTo>
                  <a:pt x="1572764" y="0"/>
                </a:moveTo>
                <a:lnTo>
                  <a:pt x="1572764" y="52425"/>
                </a:lnTo>
                <a:moveTo>
                  <a:pt x="1572764" y="52425"/>
                </a:moveTo>
                <a:lnTo>
                  <a:pt x="1703828" y="52425"/>
                </a:lnTo>
                <a:moveTo>
                  <a:pt x="1572764" y="52425"/>
                </a:moveTo>
                <a:lnTo>
                  <a:pt x="1572764" y="183489"/>
                </a:lnTo>
                <a:moveTo>
                  <a:pt x="1572764" y="183489"/>
                </a:moveTo>
                <a:lnTo>
                  <a:pt x="1703828" y="183489"/>
                </a:lnTo>
                <a:moveTo>
                  <a:pt x="1572764" y="183489"/>
                </a:moveTo>
                <a:lnTo>
                  <a:pt x="1572764" y="314553"/>
                </a:lnTo>
                <a:moveTo>
                  <a:pt x="1572764" y="314553"/>
                </a:moveTo>
                <a:lnTo>
                  <a:pt x="1703828" y="314553"/>
                </a:lnTo>
                <a:moveTo>
                  <a:pt x="1572764" y="314553"/>
                </a:moveTo>
                <a:lnTo>
                  <a:pt x="1572764" y="445616"/>
                </a:lnTo>
                <a:moveTo>
                  <a:pt x="1572764" y="445616"/>
                </a:moveTo>
                <a:lnTo>
                  <a:pt x="1703828" y="445616"/>
                </a:lnTo>
                <a:moveTo>
                  <a:pt x="1572764" y="445616"/>
                </a:moveTo>
                <a:lnTo>
                  <a:pt x="1572764" y="576680"/>
                </a:lnTo>
                <a:moveTo>
                  <a:pt x="1572764" y="576680"/>
                </a:moveTo>
                <a:lnTo>
                  <a:pt x="1703828" y="576680"/>
                </a:lnTo>
                <a:moveTo>
                  <a:pt x="1572764" y="576680"/>
                </a:moveTo>
                <a:lnTo>
                  <a:pt x="1572764" y="707744"/>
                </a:lnTo>
                <a:moveTo>
                  <a:pt x="1572764" y="707744"/>
                </a:moveTo>
                <a:lnTo>
                  <a:pt x="1703828" y="707744"/>
                </a:lnTo>
                <a:moveTo>
                  <a:pt x="1572764" y="707744"/>
                </a:moveTo>
                <a:lnTo>
                  <a:pt x="1572764" y="838808"/>
                </a:lnTo>
                <a:moveTo>
                  <a:pt x="1572764" y="838808"/>
                </a:moveTo>
                <a:lnTo>
                  <a:pt x="1703828" y="838808"/>
                </a:lnTo>
                <a:moveTo>
                  <a:pt x="1572764" y="838808"/>
                </a:moveTo>
                <a:lnTo>
                  <a:pt x="1572764" y="969871"/>
                </a:lnTo>
                <a:moveTo>
                  <a:pt x="1572764" y="969871"/>
                </a:moveTo>
                <a:lnTo>
                  <a:pt x="1703828" y="969871"/>
                </a:lnTo>
                <a:moveTo>
                  <a:pt x="1572764" y="969871"/>
                </a:moveTo>
                <a:lnTo>
                  <a:pt x="1572764" y="1100935"/>
                </a:lnTo>
                <a:moveTo>
                  <a:pt x="1572764" y="1100935"/>
                </a:moveTo>
                <a:lnTo>
                  <a:pt x="1703828" y="1100935"/>
                </a:lnTo>
                <a:moveTo>
                  <a:pt x="1572764" y="1100935"/>
                </a:moveTo>
                <a:lnTo>
                  <a:pt x="1572764" y="1231999"/>
                </a:lnTo>
                <a:moveTo>
                  <a:pt x="1572764" y="1231999"/>
                </a:moveTo>
                <a:lnTo>
                  <a:pt x="1703828" y="1231999"/>
                </a:lnTo>
                <a:moveTo>
                  <a:pt x="1572764" y="1231999"/>
                </a:moveTo>
                <a:lnTo>
                  <a:pt x="1572764" y="1363062"/>
                </a:lnTo>
                <a:moveTo>
                  <a:pt x="1572764" y="1363062"/>
                </a:moveTo>
                <a:lnTo>
                  <a:pt x="1703828" y="1363062"/>
                </a:lnTo>
                <a:moveTo>
                  <a:pt x="1572764" y="1363062"/>
                </a:moveTo>
                <a:lnTo>
                  <a:pt x="1572764" y="1494126"/>
                </a:lnTo>
                <a:moveTo>
                  <a:pt x="1572764" y="1494126"/>
                </a:moveTo>
                <a:lnTo>
                  <a:pt x="1703828" y="1494126"/>
                </a:lnTo>
                <a:moveTo>
                  <a:pt x="1572764" y="1494126"/>
                </a:moveTo>
                <a:lnTo>
                  <a:pt x="1572764" y="1625190"/>
                </a:lnTo>
                <a:moveTo>
                  <a:pt x="1572764" y="1625190"/>
                </a:moveTo>
                <a:lnTo>
                  <a:pt x="1703828" y="1625190"/>
                </a:lnTo>
                <a:moveTo>
                  <a:pt x="1572764" y="1625190"/>
                </a:moveTo>
                <a:lnTo>
                  <a:pt x="1572764" y="1756253"/>
                </a:lnTo>
                <a:moveTo>
                  <a:pt x="1572764" y="1756253"/>
                </a:moveTo>
                <a:lnTo>
                  <a:pt x="1703828" y="1756253"/>
                </a:lnTo>
                <a:moveTo>
                  <a:pt x="1572764" y="1756253"/>
                </a:moveTo>
                <a:lnTo>
                  <a:pt x="1572764" y="1887317"/>
                </a:lnTo>
                <a:moveTo>
                  <a:pt x="1572764" y="1887317"/>
                </a:moveTo>
                <a:lnTo>
                  <a:pt x="1703828" y="1887317"/>
                </a:lnTo>
                <a:moveTo>
                  <a:pt x="1572764" y="1887317"/>
                </a:moveTo>
                <a:lnTo>
                  <a:pt x="1572764" y="2018381"/>
                </a:lnTo>
                <a:moveTo>
                  <a:pt x="1572764" y="2018381"/>
                </a:moveTo>
                <a:lnTo>
                  <a:pt x="1703828" y="2018381"/>
                </a:lnTo>
                <a:moveTo>
                  <a:pt x="1572764" y="2018381"/>
                </a:moveTo>
                <a:lnTo>
                  <a:pt x="1572764" y="2149444"/>
                </a:lnTo>
                <a:moveTo>
                  <a:pt x="1572764" y="2149444"/>
                </a:moveTo>
                <a:lnTo>
                  <a:pt x="1703828" y="2149444"/>
                </a:lnTo>
                <a:moveTo>
                  <a:pt x="1572764" y="2149444"/>
                </a:moveTo>
                <a:lnTo>
                  <a:pt x="1572764" y="2280508"/>
                </a:lnTo>
                <a:moveTo>
                  <a:pt x="1572764" y="2280508"/>
                </a:moveTo>
                <a:lnTo>
                  <a:pt x="1703828" y="2280508"/>
                </a:lnTo>
                <a:moveTo>
                  <a:pt x="1572764" y="2280508"/>
                </a:moveTo>
                <a:lnTo>
                  <a:pt x="1572764" y="2411572"/>
                </a:lnTo>
                <a:moveTo>
                  <a:pt x="1572764" y="2411572"/>
                </a:moveTo>
                <a:lnTo>
                  <a:pt x="1703828" y="2411572"/>
                </a:lnTo>
                <a:moveTo>
                  <a:pt x="1572764" y="2411572"/>
                </a:moveTo>
                <a:lnTo>
                  <a:pt x="1572764" y="2542635"/>
                </a:lnTo>
                <a:moveTo>
                  <a:pt x="1572764" y="2542635"/>
                </a:moveTo>
                <a:lnTo>
                  <a:pt x="1703828" y="2542635"/>
                </a:lnTo>
                <a:moveTo>
                  <a:pt x="1572764" y="2542635"/>
                </a:moveTo>
                <a:lnTo>
                  <a:pt x="1572764" y="2673699"/>
                </a:lnTo>
                <a:moveTo>
                  <a:pt x="1572764" y="2673699"/>
                </a:moveTo>
                <a:lnTo>
                  <a:pt x="1703828" y="2673699"/>
                </a:lnTo>
                <a:moveTo>
                  <a:pt x="1572764" y="2673699"/>
                </a:moveTo>
                <a:lnTo>
                  <a:pt x="1572764" y="2804763"/>
                </a:lnTo>
                <a:moveTo>
                  <a:pt x="1572764" y="2804763"/>
                </a:moveTo>
                <a:lnTo>
                  <a:pt x="1703828" y="2804763"/>
                </a:lnTo>
                <a:moveTo>
                  <a:pt x="1572764" y="2804763"/>
                </a:moveTo>
                <a:lnTo>
                  <a:pt x="1572764" y="2935826"/>
                </a:lnTo>
                <a:moveTo>
                  <a:pt x="1572764" y="2935826"/>
                </a:moveTo>
                <a:lnTo>
                  <a:pt x="1703828" y="2935826"/>
                </a:lnTo>
                <a:moveTo>
                  <a:pt x="1572764" y="2935826"/>
                </a:moveTo>
                <a:lnTo>
                  <a:pt x="1572764" y="3066890"/>
                </a:lnTo>
                <a:moveTo>
                  <a:pt x="1572764" y="3066890"/>
                </a:moveTo>
                <a:lnTo>
                  <a:pt x="1703828" y="3066890"/>
                </a:lnTo>
                <a:moveTo>
                  <a:pt x="1572764" y="3066890"/>
                </a:moveTo>
                <a:lnTo>
                  <a:pt x="1572764" y="3197954"/>
                </a:lnTo>
                <a:moveTo>
                  <a:pt x="1572764" y="3197954"/>
                </a:moveTo>
                <a:lnTo>
                  <a:pt x="1703828" y="3197954"/>
                </a:lnTo>
                <a:moveTo>
                  <a:pt x="1572764" y="3197954"/>
                </a:moveTo>
                <a:lnTo>
                  <a:pt x="1572764" y="3329017"/>
                </a:lnTo>
                <a:moveTo>
                  <a:pt x="1572764" y="3329017"/>
                </a:moveTo>
                <a:lnTo>
                  <a:pt x="1703828" y="3329017"/>
                </a:lnTo>
                <a:moveTo>
                  <a:pt x="1572764" y="3329017"/>
                </a:moveTo>
                <a:lnTo>
                  <a:pt x="1572764" y="3460081"/>
                </a:lnTo>
                <a:moveTo>
                  <a:pt x="1572764" y="3460081"/>
                </a:moveTo>
                <a:lnTo>
                  <a:pt x="1703828" y="3460081"/>
                </a:lnTo>
                <a:moveTo>
                  <a:pt x="1572764" y="3460081"/>
                </a:moveTo>
                <a:lnTo>
                  <a:pt x="1572764" y="3591145"/>
                </a:lnTo>
                <a:moveTo>
                  <a:pt x="1572764" y="3591145"/>
                </a:moveTo>
                <a:lnTo>
                  <a:pt x="1703828" y="3591145"/>
                </a:lnTo>
                <a:moveTo>
                  <a:pt x="1572764" y="3591145"/>
                </a:moveTo>
                <a:lnTo>
                  <a:pt x="1572764" y="3722208"/>
                </a:lnTo>
                <a:moveTo>
                  <a:pt x="1572764" y="3722208"/>
                </a:moveTo>
                <a:lnTo>
                  <a:pt x="1703828" y="3722208"/>
                </a:lnTo>
                <a:moveTo>
                  <a:pt x="1572764" y="3722208"/>
                </a:moveTo>
                <a:lnTo>
                  <a:pt x="1572764" y="3853272"/>
                </a:lnTo>
                <a:moveTo>
                  <a:pt x="1572764" y="3853272"/>
                </a:moveTo>
                <a:lnTo>
                  <a:pt x="1703828" y="3853272"/>
                </a:lnTo>
                <a:moveTo>
                  <a:pt x="1572764" y="3853272"/>
                </a:moveTo>
                <a:lnTo>
                  <a:pt x="1572764" y="3984336"/>
                </a:lnTo>
                <a:moveTo>
                  <a:pt x="1572764" y="3984336"/>
                </a:moveTo>
                <a:lnTo>
                  <a:pt x="1703828" y="3984336"/>
                </a:lnTo>
                <a:moveTo>
                  <a:pt x="1572764" y="3984336"/>
                </a:moveTo>
                <a:lnTo>
                  <a:pt x="1572764" y="4115399"/>
                </a:lnTo>
                <a:moveTo>
                  <a:pt x="1572764" y="4115399"/>
                </a:moveTo>
                <a:lnTo>
                  <a:pt x="1703828" y="4115399"/>
                </a:lnTo>
                <a:moveTo>
                  <a:pt x="1572764" y="4115399"/>
                </a:moveTo>
                <a:lnTo>
                  <a:pt x="1572764" y="4246463"/>
                </a:lnTo>
                <a:moveTo>
                  <a:pt x="1572764" y="4246463"/>
                </a:moveTo>
                <a:lnTo>
                  <a:pt x="1703828" y="4246463"/>
                </a:lnTo>
                <a:moveTo>
                  <a:pt x="1572764" y="4246463"/>
                </a:moveTo>
                <a:lnTo>
                  <a:pt x="1572764" y="4377527"/>
                </a:lnTo>
                <a:moveTo>
                  <a:pt x="1572764" y="4377527"/>
                </a:moveTo>
                <a:lnTo>
                  <a:pt x="1703828" y="4377527"/>
                </a:lnTo>
                <a:moveTo>
                  <a:pt x="1572764" y="4377527"/>
                </a:moveTo>
                <a:lnTo>
                  <a:pt x="1572764" y="4508590"/>
                </a:lnTo>
                <a:moveTo>
                  <a:pt x="1572764" y="4508590"/>
                </a:moveTo>
                <a:lnTo>
                  <a:pt x="1703828" y="4508590"/>
                </a:lnTo>
                <a:moveTo>
                  <a:pt x="1572764" y="4508590"/>
                </a:moveTo>
                <a:lnTo>
                  <a:pt x="1572764" y="4639654"/>
                </a:lnTo>
                <a:moveTo>
                  <a:pt x="1572764" y="4639654"/>
                </a:moveTo>
                <a:lnTo>
                  <a:pt x="1703828" y="4639654"/>
                </a:lnTo>
                <a:moveTo>
                  <a:pt x="1572764" y="4639654"/>
                </a:moveTo>
                <a:lnTo>
                  <a:pt x="1572764" y="4770718"/>
                </a:lnTo>
                <a:moveTo>
                  <a:pt x="1572764" y="4770718"/>
                </a:moveTo>
                <a:lnTo>
                  <a:pt x="1703828" y="4770718"/>
                </a:lnTo>
                <a:moveTo>
                  <a:pt x="1572764" y="4770718"/>
                </a:moveTo>
                <a:lnTo>
                  <a:pt x="1572764" y="4901781"/>
                </a:lnTo>
                <a:moveTo>
                  <a:pt x="1572764" y="4901781"/>
                </a:moveTo>
                <a:lnTo>
                  <a:pt x="1703828" y="4901781"/>
                </a:lnTo>
                <a:moveTo>
                  <a:pt x="1572764" y="4901781"/>
                </a:moveTo>
                <a:lnTo>
                  <a:pt x="1572764" y="4967313"/>
                </a:lnTo>
                <a:moveTo>
                  <a:pt x="1703828" y="0"/>
                </a:moveTo>
                <a:lnTo>
                  <a:pt x="1703828" y="52425"/>
                </a:lnTo>
                <a:moveTo>
                  <a:pt x="1703828" y="52425"/>
                </a:moveTo>
                <a:lnTo>
                  <a:pt x="1834891" y="52425"/>
                </a:lnTo>
                <a:moveTo>
                  <a:pt x="1703828" y="52425"/>
                </a:moveTo>
                <a:lnTo>
                  <a:pt x="1703828" y="183489"/>
                </a:lnTo>
                <a:moveTo>
                  <a:pt x="1703828" y="183489"/>
                </a:moveTo>
                <a:lnTo>
                  <a:pt x="1834891" y="183489"/>
                </a:lnTo>
                <a:moveTo>
                  <a:pt x="1703828" y="183489"/>
                </a:moveTo>
                <a:lnTo>
                  <a:pt x="1703828" y="314553"/>
                </a:lnTo>
                <a:moveTo>
                  <a:pt x="1703828" y="314553"/>
                </a:moveTo>
                <a:lnTo>
                  <a:pt x="1834891" y="314553"/>
                </a:lnTo>
                <a:moveTo>
                  <a:pt x="1703828" y="314553"/>
                </a:moveTo>
                <a:lnTo>
                  <a:pt x="1703828" y="445616"/>
                </a:lnTo>
                <a:moveTo>
                  <a:pt x="1703828" y="445616"/>
                </a:moveTo>
                <a:lnTo>
                  <a:pt x="1834891" y="445616"/>
                </a:lnTo>
                <a:moveTo>
                  <a:pt x="1703828" y="445616"/>
                </a:moveTo>
                <a:lnTo>
                  <a:pt x="1703828" y="576680"/>
                </a:lnTo>
                <a:moveTo>
                  <a:pt x="1703828" y="576680"/>
                </a:moveTo>
                <a:lnTo>
                  <a:pt x="1834891" y="576680"/>
                </a:lnTo>
                <a:moveTo>
                  <a:pt x="1703828" y="576680"/>
                </a:moveTo>
                <a:lnTo>
                  <a:pt x="1703828" y="707744"/>
                </a:lnTo>
                <a:moveTo>
                  <a:pt x="1703828" y="707744"/>
                </a:moveTo>
                <a:lnTo>
                  <a:pt x="1834891" y="707744"/>
                </a:lnTo>
                <a:moveTo>
                  <a:pt x="1703828" y="707744"/>
                </a:moveTo>
                <a:lnTo>
                  <a:pt x="1703828" y="838808"/>
                </a:lnTo>
                <a:moveTo>
                  <a:pt x="1703828" y="838808"/>
                </a:moveTo>
                <a:lnTo>
                  <a:pt x="1834891" y="838808"/>
                </a:lnTo>
                <a:moveTo>
                  <a:pt x="1703828" y="838808"/>
                </a:moveTo>
                <a:lnTo>
                  <a:pt x="1703828" y="969871"/>
                </a:lnTo>
                <a:moveTo>
                  <a:pt x="1703828" y="969871"/>
                </a:moveTo>
                <a:lnTo>
                  <a:pt x="1834891" y="969871"/>
                </a:lnTo>
                <a:moveTo>
                  <a:pt x="1703828" y="969871"/>
                </a:moveTo>
                <a:lnTo>
                  <a:pt x="1703828" y="1100935"/>
                </a:lnTo>
                <a:moveTo>
                  <a:pt x="1703828" y="1100935"/>
                </a:moveTo>
                <a:lnTo>
                  <a:pt x="1834891" y="1100935"/>
                </a:lnTo>
                <a:moveTo>
                  <a:pt x="1703828" y="1100935"/>
                </a:moveTo>
                <a:lnTo>
                  <a:pt x="1703828" y="1231999"/>
                </a:lnTo>
                <a:moveTo>
                  <a:pt x="1703828" y="1231999"/>
                </a:moveTo>
                <a:lnTo>
                  <a:pt x="1834891" y="1231999"/>
                </a:lnTo>
                <a:moveTo>
                  <a:pt x="1703828" y="1231999"/>
                </a:moveTo>
                <a:lnTo>
                  <a:pt x="1703828" y="1363062"/>
                </a:lnTo>
                <a:moveTo>
                  <a:pt x="1703828" y="1363062"/>
                </a:moveTo>
                <a:lnTo>
                  <a:pt x="1834891" y="1363062"/>
                </a:lnTo>
                <a:moveTo>
                  <a:pt x="1703828" y="1363062"/>
                </a:moveTo>
                <a:lnTo>
                  <a:pt x="1703828" y="1494126"/>
                </a:lnTo>
                <a:moveTo>
                  <a:pt x="1703828" y="1494126"/>
                </a:moveTo>
                <a:lnTo>
                  <a:pt x="1834891" y="1494126"/>
                </a:lnTo>
                <a:moveTo>
                  <a:pt x="1703828" y="1494126"/>
                </a:moveTo>
                <a:lnTo>
                  <a:pt x="1703828" y="1625190"/>
                </a:lnTo>
                <a:moveTo>
                  <a:pt x="1703828" y="1625190"/>
                </a:moveTo>
                <a:lnTo>
                  <a:pt x="1834891" y="1625190"/>
                </a:lnTo>
                <a:moveTo>
                  <a:pt x="1703828" y="1625190"/>
                </a:moveTo>
                <a:lnTo>
                  <a:pt x="1703828" y="1756253"/>
                </a:lnTo>
                <a:moveTo>
                  <a:pt x="1703828" y="1756253"/>
                </a:moveTo>
                <a:lnTo>
                  <a:pt x="1834891" y="1756253"/>
                </a:lnTo>
                <a:moveTo>
                  <a:pt x="1703828" y="1756253"/>
                </a:moveTo>
                <a:lnTo>
                  <a:pt x="1703828" y="1887317"/>
                </a:lnTo>
                <a:moveTo>
                  <a:pt x="1703828" y="1887317"/>
                </a:moveTo>
                <a:lnTo>
                  <a:pt x="1834891" y="1887317"/>
                </a:lnTo>
                <a:moveTo>
                  <a:pt x="1703828" y="1887317"/>
                </a:moveTo>
                <a:lnTo>
                  <a:pt x="1703828" y="2018381"/>
                </a:lnTo>
                <a:moveTo>
                  <a:pt x="1703828" y="2018381"/>
                </a:moveTo>
                <a:lnTo>
                  <a:pt x="1834891" y="2018381"/>
                </a:lnTo>
                <a:moveTo>
                  <a:pt x="1703828" y="2018381"/>
                </a:moveTo>
                <a:lnTo>
                  <a:pt x="1703828" y="2149444"/>
                </a:lnTo>
                <a:moveTo>
                  <a:pt x="1703828" y="2149444"/>
                </a:moveTo>
                <a:lnTo>
                  <a:pt x="1834891" y="2149444"/>
                </a:lnTo>
                <a:moveTo>
                  <a:pt x="1703828" y="2149444"/>
                </a:moveTo>
                <a:lnTo>
                  <a:pt x="1703828" y="2280508"/>
                </a:lnTo>
                <a:moveTo>
                  <a:pt x="1703828" y="2280508"/>
                </a:moveTo>
                <a:lnTo>
                  <a:pt x="1834891" y="2280508"/>
                </a:lnTo>
                <a:moveTo>
                  <a:pt x="1703828" y="2280508"/>
                </a:moveTo>
                <a:lnTo>
                  <a:pt x="1703828" y="2411572"/>
                </a:lnTo>
                <a:moveTo>
                  <a:pt x="1703828" y="2411572"/>
                </a:moveTo>
                <a:lnTo>
                  <a:pt x="1834891" y="2411572"/>
                </a:lnTo>
                <a:moveTo>
                  <a:pt x="1703828" y="2411572"/>
                </a:moveTo>
                <a:lnTo>
                  <a:pt x="1703828" y="2542635"/>
                </a:lnTo>
                <a:moveTo>
                  <a:pt x="1703828" y="2542635"/>
                </a:moveTo>
                <a:lnTo>
                  <a:pt x="1834891" y="2542635"/>
                </a:lnTo>
                <a:moveTo>
                  <a:pt x="1703828" y="2542635"/>
                </a:moveTo>
                <a:lnTo>
                  <a:pt x="1703828" y="2673699"/>
                </a:lnTo>
                <a:moveTo>
                  <a:pt x="1703828" y="2673699"/>
                </a:moveTo>
                <a:lnTo>
                  <a:pt x="1834891" y="2673699"/>
                </a:lnTo>
                <a:moveTo>
                  <a:pt x="1703828" y="2673699"/>
                </a:moveTo>
                <a:lnTo>
                  <a:pt x="1703828" y="2804763"/>
                </a:lnTo>
                <a:moveTo>
                  <a:pt x="1703828" y="2804763"/>
                </a:moveTo>
                <a:lnTo>
                  <a:pt x="1834891" y="2804763"/>
                </a:lnTo>
                <a:moveTo>
                  <a:pt x="1703828" y="2804763"/>
                </a:moveTo>
                <a:lnTo>
                  <a:pt x="1703828" y="2935826"/>
                </a:lnTo>
                <a:moveTo>
                  <a:pt x="1703828" y="2935826"/>
                </a:moveTo>
                <a:lnTo>
                  <a:pt x="1834891" y="2935826"/>
                </a:lnTo>
                <a:moveTo>
                  <a:pt x="1703828" y="2935826"/>
                </a:moveTo>
                <a:lnTo>
                  <a:pt x="1703828" y="3066890"/>
                </a:lnTo>
                <a:moveTo>
                  <a:pt x="1703828" y="3066890"/>
                </a:moveTo>
                <a:lnTo>
                  <a:pt x="1834891" y="3066890"/>
                </a:lnTo>
                <a:moveTo>
                  <a:pt x="1703828" y="3066890"/>
                </a:moveTo>
                <a:lnTo>
                  <a:pt x="1703828" y="3197954"/>
                </a:lnTo>
                <a:moveTo>
                  <a:pt x="1703828" y="3197954"/>
                </a:moveTo>
                <a:lnTo>
                  <a:pt x="1834891" y="3197954"/>
                </a:lnTo>
                <a:moveTo>
                  <a:pt x="1703828" y="3197954"/>
                </a:moveTo>
                <a:lnTo>
                  <a:pt x="1703828" y="3329017"/>
                </a:lnTo>
                <a:moveTo>
                  <a:pt x="1703828" y="3329017"/>
                </a:moveTo>
                <a:lnTo>
                  <a:pt x="1834891" y="3329017"/>
                </a:lnTo>
                <a:moveTo>
                  <a:pt x="1703828" y="3329017"/>
                </a:moveTo>
                <a:lnTo>
                  <a:pt x="1703828" y="3460081"/>
                </a:lnTo>
                <a:moveTo>
                  <a:pt x="1703828" y="3460081"/>
                </a:moveTo>
                <a:lnTo>
                  <a:pt x="1834891" y="3460081"/>
                </a:lnTo>
                <a:moveTo>
                  <a:pt x="1703828" y="3460081"/>
                </a:moveTo>
                <a:lnTo>
                  <a:pt x="1703828" y="3591145"/>
                </a:lnTo>
                <a:moveTo>
                  <a:pt x="1703828" y="3591145"/>
                </a:moveTo>
                <a:lnTo>
                  <a:pt x="1834891" y="3591145"/>
                </a:lnTo>
                <a:moveTo>
                  <a:pt x="1703828" y="3591145"/>
                </a:moveTo>
                <a:lnTo>
                  <a:pt x="1703828" y="3722208"/>
                </a:lnTo>
                <a:moveTo>
                  <a:pt x="1703828" y="3722208"/>
                </a:moveTo>
                <a:lnTo>
                  <a:pt x="1834891" y="3722208"/>
                </a:lnTo>
                <a:moveTo>
                  <a:pt x="1703828" y="3722208"/>
                </a:moveTo>
                <a:lnTo>
                  <a:pt x="1703828" y="3853272"/>
                </a:lnTo>
                <a:moveTo>
                  <a:pt x="1703828" y="3853272"/>
                </a:moveTo>
                <a:lnTo>
                  <a:pt x="1834891" y="3853272"/>
                </a:lnTo>
                <a:moveTo>
                  <a:pt x="1703828" y="3853272"/>
                </a:moveTo>
                <a:lnTo>
                  <a:pt x="1703828" y="3984336"/>
                </a:lnTo>
                <a:moveTo>
                  <a:pt x="1703828" y="3984336"/>
                </a:moveTo>
                <a:lnTo>
                  <a:pt x="1834891" y="3984336"/>
                </a:lnTo>
                <a:moveTo>
                  <a:pt x="1703828" y="3984336"/>
                </a:moveTo>
                <a:lnTo>
                  <a:pt x="1703828" y="4115399"/>
                </a:lnTo>
                <a:moveTo>
                  <a:pt x="1703828" y="4115399"/>
                </a:moveTo>
                <a:lnTo>
                  <a:pt x="1834891" y="4115399"/>
                </a:lnTo>
                <a:moveTo>
                  <a:pt x="1703828" y="4115399"/>
                </a:moveTo>
                <a:lnTo>
                  <a:pt x="1703828" y="4246463"/>
                </a:lnTo>
                <a:moveTo>
                  <a:pt x="1703828" y="4246463"/>
                </a:moveTo>
                <a:lnTo>
                  <a:pt x="1834891" y="4246463"/>
                </a:lnTo>
                <a:moveTo>
                  <a:pt x="1703828" y="4246463"/>
                </a:moveTo>
                <a:lnTo>
                  <a:pt x="1703828" y="4377527"/>
                </a:lnTo>
                <a:moveTo>
                  <a:pt x="1703828" y="4377527"/>
                </a:moveTo>
                <a:lnTo>
                  <a:pt x="1834891" y="4377527"/>
                </a:lnTo>
                <a:moveTo>
                  <a:pt x="1703828" y="4377527"/>
                </a:moveTo>
                <a:lnTo>
                  <a:pt x="1703828" y="4508590"/>
                </a:lnTo>
                <a:moveTo>
                  <a:pt x="1703828" y="4508590"/>
                </a:moveTo>
                <a:lnTo>
                  <a:pt x="1834891" y="4508590"/>
                </a:lnTo>
                <a:moveTo>
                  <a:pt x="1703828" y="4508590"/>
                </a:moveTo>
                <a:lnTo>
                  <a:pt x="1703828" y="4639654"/>
                </a:lnTo>
                <a:moveTo>
                  <a:pt x="1703828" y="4639654"/>
                </a:moveTo>
                <a:lnTo>
                  <a:pt x="1834891" y="4639654"/>
                </a:lnTo>
                <a:moveTo>
                  <a:pt x="1703828" y="4639654"/>
                </a:moveTo>
                <a:lnTo>
                  <a:pt x="1703828" y="4770718"/>
                </a:lnTo>
                <a:moveTo>
                  <a:pt x="1703828" y="4770718"/>
                </a:moveTo>
                <a:lnTo>
                  <a:pt x="1834891" y="4770718"/>
                </a:lnTo>
                <a:moveTo>
                  <a:pt x="1703828" y="4770718"/>
                </a:moveTo>
                <a:lnTo>
                  <a:pt x="1703828" y="4901781"/>
                </a:lnTo>
                <a:moveTo>
                  <a:pt x="1703828" y="4901781"/>
                </a:moveTo>
                <a:lnTo>
                  <a:pt x="1834891" y="4901781"/>
                </a:lnTo>
                <a:moveTo>
                  <a:pt x="1703828" y="4901781"/>
                </a:moveTo>
                <a:lnTo>
                  <a:pt x="1703828" y="4967313"/>
                </a:lnTo>
                <a:moveTo>
                  <a:pt x="1834891" y="0"/>
                </a:moveTo>
                <a:lnTo>
                  <a:pt x="1834891" y="52425"/>
                </a:lnTo>
                <a:moveTo>
                  <a:pt x="1834891" y="52425"/>
                </a:moveTo>
                <a:lnTo>
                  <a:pt x="1965955" y="52425"/>
                </a:lnTo>
                <a:moveTo>
                  <a:pt x="1834891" y="52425"/>
                </a:moveTo>
                <a:lnTo>
                  <a:pt x="1834891" y="183489"/>
                </a:lnTo>
                <a:moveTo>
                  <a:pt x="1834891" y="183489"/>
                </a:moveTo>
                <a:lnTo>
                  <a:pt x="1965955" y="183489"/>
                </a:lnTo>
                <a:moveTo>
                  <a:pt x="1834891" y="183489"/>
                </a:moveTo>
                <a:lnTo>
                  <a:pt x="1834891" y="314553"/>
                </a:lnTo>
                <a:moveTo>
                  <a:pt x="1834891" y="314553"/>
                </a:moveTo>
                <a:lnTo>
                  <a:pt x="1965955" y="314553"/>
                </a:lnTo>
                <a:moveTo>
                  <a:pt x="1834891" y="314553"/>
                </a:moveTo>
                <a:lnTo>
                  <a:pt x="1834891" y="445616"/>
                </a:lnTo>
                <a:moveTo>
                  <a:pt x="1834891" y="445616"/>
                </a:moveTo>
                <a:lnTo>
                  <a:pt x="1965955" y="445616"/>
                </a:lnTo>
                <a:moveTo>
                  <a:pt x="1834891" y="445616"/>
                </a:moveTo>
                <a:lnTo>
                  <a:pt x="1834891" y="576680"/>
                </a:lnTo>
                <a:moveTo>
                  <a:pt x="1834891" y="576680"/>
                </a:moveTo>
                <a:lnTo>
                  <a:pt x="1965955" y="576680"/>
                </a:lnTo>
                <a:moveTo>
                  <a:pt x="1834891" y="576680"/>
                </a:moveTo>
                <a:lnTo>
                  <a:pt x="1834891" y="707744"/>
                </a:lnTo>
                <a:moveTo>
                  <a:pt x="1834891" y="707744"/>
                </a:moveTo>
                <a:lnTo>
                  <a:pt x="1965955" y="707744"/>
                </a:lnTo>
                <a:moveTo>
                  <a:pt x="1834891" y="707744"/>
                </a:moveTo>
                <a:lnTo>
                  <a:pt x="1834891" y="838808"/>
                </a:lnTo>
                <a:moveTo>
                  <a:pt x="1834891" y="838808"/>
                </a:moveTo>
                <a:lnTo>
                  <a:pt x="1965955" y="838808"/>
                </a:lnTo>
                <a:moveTo>
                  <a:pt x="1834891" y="838808"/>
                </a:moveTo>
                <a:lnTo>
                  <a:pt x="1834891" y="969871"/>
                </a:lnTo>
                <a:moveTo>
                  <a:pt x="1834891" y="969871"/>
                </a:moveTo>
                <a:lnTo>
                  <a:pt x="1965955" y="969871"/>
                </a:lnTo>
                <a:moveTo>
                  <a:pt x="1834891" y="969871"/>
                </a:moveTo>
                <a:lnTo>
                  <a:pt x="1834891" y="1100935"/>
                </a:lnTo>
                <a:moveTo>
                  <a:pt x="1834891" y="1100935"/>
                </a:moveTo>
                <a:lnTo>
                  <a:pt x="1965955" y="1100935"/>
                </a:lnTo>
                <a:moveTo>
                  <a:pt x="1834891" y="1100935"/>
                </a:moveTo>
                <a:lnTo>
                  <a:pt x="1834891" y="1231999"/>
                </a:lnTo>
                <a:moveTo>
                  <a:pt x="1834891" y="1231999"/>
                </a:moveTo>
                <a:lnTo>
                  <a:pt x="1965955" y="1231999"/>
                </a:lnTo>
                <a:moveTo>
                  <a:pt x="1834891" y="1231999"/>
                </a:moveTo>
                <a:lnTo>
                  <a:pt x="1834891" y="1363062"/>
                </a:lnTo>
                <a:moveTo>
                  <a:pt x="1834891" y="1363062"/>
                </a:moveTo>
                <a:lnTo>
                  <a:pt x="1965955" y="1363062"/>
                </a:lnTo>
                <a:moveTo>
                  <a:pt x="1834891" y="1363062"/>
                </a:moveTo>
                <a:lnTo>
                  <a:pt x="1834891" y="1494126"/>
                </a:lnTo>
                <a:moveTo>
                  <a:pt x="1834891" y="1494126"/>
                </a:moveTo>
                <a:lnTo>
                  <a:pt x="1965955" y="1494126"/>
                </a:lnTo>
                <a:moveTo>
                  <a:pt x="1834891" y="1494126"/>
                </a:moveTo>
                <a:lnTo>
                  <a:pt x="1834891" y="1625190"/>
                </a:lnTo>
                <a:moveTo>
                  <a:pt x="1834891" y="1625190"/>
                </a:moveTo>
                <a:lnTo>
                  <a:pt x="1965955" y="1625190"/>
                </a:lnTo>
                <a:moveTo>
                  <a:pt x="1834891" y="1625190"/>
                </a:moveTo>
                <a:lnTo>
                  <a:pt x="1834891" y="1756253"/>
                </a:lnTo>
                <a:moveTo>
                  <a:pt x="1834891" y="1756253"/>
                </a:moveTo>
                <a:lnTo>
                  <a:pt x="1965955" y="1756253"/>
                </a:lnTo>
                <a:moveTo>
                  <a:pt x="1834891" y="1756253"/>
                </a:moveTo>
                <a:lnTo>
                  <a:pt x="1834891" y="1887317"/>
                </a:lnTo>
                <a:moveTo>
                  <a:pt x="1834891" y="1887317"/>
                </a:moveTo>
                <a:lnTo>
                  <a:pt x="1965955" y="1887317"/>
                </a:lnTo>
                <a:moveTo>
                  <a:pt x="1834891" y="1887317"/>
                </a:moveTo>
                <a:lnTo>
                  <a:pt x="1834891" y="2018381"/>
                </a:lnTo>
                <a:moveTo>
                  <a:pt x="1834891" y="2018381"/>
                </a:moveTo>
                <a:lnTo>
                  <a:pt x="1965955" y="2018381"/>
                </a:lnTo>
                <a:moveTo>
                  <a:pt x="1834891" y="2018381"/>
                </a:moveTo>
                <a:lnTo>
                  <a:pt x="1834891" y="2149444"/>
                </a:lnTo>
                <a:moveTo>
                  <a:pt x="1834891" y="2149444"/>
                </a:moveTo>
                <a:lnTo>
                  <a:pt x="1965955" y="2149444"/>
                </a:lnTo>
                <a:moveTo>
                  <a:pt x="1834891" y="2149444"/>
                </a:moveTo>
                <a:lnTo>
                  <a:pt x="1834891" y="2280508"/>
                </a:lnTo>
                <a:moveTo>
                  <a:pt x="1834891" y="2280508"/>
                </a:moveTo>
                <a:lnTo>
                  <a:pt x="1965955" y="2280508"/>
                </a:lnTo>
                <a:moveTo>
                  <a:pt x="1834891" y="2280508"/>
                </a:moveTo>
                <a:lnTo>
                  <a:pt x="1834891" y="2411572"/>
                </a:lnTo>
                <a:moveTo>
                  <a:pt x="1834891" y="2411572"/>
                </a:moveTo>
                <a:lnTo>
                  <a:pt x="1965955" y="2411572"/>
                </a:lnTo>
                <a:moveTo>
                  <a:pt x="1834891" y="2411572"/>
                </a:moveTo>
                <a:lnTo>
                  <a:pt x="1834891" y="2542635"/>
                </a:lnTo>
                <a:moveTo>
                  <a:pt x="1834891" y="2542635"/>
                </a:moveTo>
                <a:lnTo>
                  <a:pt x="1965955" y="2542635"/>
                </a:lnTo>
                <a:moveTo>
                  <a:pt x="1834891" y="2542635"/>
                </a:moveTo>
                <a:lnTo>
                  <a:pt x="1834891" y="2673699"/>
                </a:lnTo>
                <a:moveTo>
                  <a:pt x="1834891" y="2673699"/>
                </a:moveTo>
                <a:lnTo>
                  <a:pt x="1965955" y="2673699"/>
                </a:lnTo>
                <a:moveTo>
                  <a:pt x="1834891" y="2673699"/>
                </a:moveTo>
                <a:lnTo>
                  <a:pt x="1834891" y="2804763"/>
                </a:lnTo>
                <a:moveTo>
                  <a:pt x="1834891" y="2804763"/>
                </a:moveTo>
                <a:lnTo>
                  <a:pt x="1965955" y="2804763"/>
                </a:lnTo>
                <a:moveTo>
                  <a:pt x="1834891" y="2804763"/>
                </a:moveTo>
                <a:lnTo>
                  <a:pt x="1834891" y="2935826"/>
                </a:lnTo>
                <a:moveTo>
                  <a:pt x="1834891" y="2935826"/>
                </a:moveTo>
                <a:lnTo>
                  <a:pt x="1965955" y="2935826"/>
                </a:lnTo>
                <a:moveTo>
                  <a:pt x="1834891" y="2935826"/>
                </a:moveTo>
                <a:lnTo>
                  <a:pt x="1834891" y="3066890"/>
                </a:lnTo>
                <a:moveTo>
                  <a:pt x="1834891" y="3066890"/>
                </a:moveTo>
                <a:lnTo>
                  <a:pt x="1965955" y="3066890"/>
                </a:lnTo>
                <a:moveTo>
                  <a:pt x="1834891" y="3066890"/>
                </a:moveTo>
                <a:lnTo>
                  <a:pt x="1834891" y="3197954"/>
                </a:lnTo>
                <a:moveTo>
                  <a:pt x="1834891" y="3197954"/>
                </a:moveTo>
                <a:lnTo>
                  <a:pt x="1965955" y="3197954"/>
                </a:lnTo>
                <a:moveTo>
                  <a:pt x="1834891" y="3197954"/>
                </a:moveTo>
                <a:lnTo>
                  <a:pt x="1834891" y="3329017"/>
                </a:lnTo>
                <a:moveTo>
                  <a:pt x="1834891" y="3329017"/>
                </a:moveTo>
                <a:lnTo>
                  <a:pt x="1965955" y="3329017"/>
                </a:lnTo>
                <a:moveTo>
                  <a:pt x="1834891" y="3329017"/>
                </a:moveTo>
                <a:lnTo>
                  <a:pt x="1834891" y="3460081"/>
                </a:lnTo>
                <a:moveTo>
                  <a:pt x="1834891" y="3460081"/>
                </a:moveTo>
                <a:lnTo>
                  <a:pt x="1965955" y="3460081"/>
                </a:lnTo>
                <a:moveTo>
                  <a:pt x="1834891" y="3460081"/>
                </a:moveTo>
                <a:lnTo>
                  <a:pt x="1834891" y="3591145"/>
                </a:lnTo>
                <a:moveTo>
                  <a:pt x="1834891" y="3591145"/>
                </a:moveTo>
                <a:lnTo>
                  <a:pt x="1965955" y="3591145"/>
                </a:lnTo>
                <a:moveTo>
                  <a:pt x="1834891" y="3591145"/>
                </a:moveTo>
                <a:lnTo>
                  <a:pt x="1834891" y="3722208"/>
                </a:lnTo>
                <a:moveTo>
                  <a:pt x="1834891" y="3722208"/>
                </a:moveTo>
                <a:lnTo>
                  <a:pt x="1965955" y="3722208"/>
                </a:lnTo>
                <a:moveTo>
                  <a:pt x="1834891" y="3722208"/>
                </a:moveTo>
                <a:lnTo>
                  <a:pt x="1834891" y="3853272"/>
                </a:lnTo>
                <a:moveTo>
                  <a:pt x="1834891" y="3853272"/>
                </a:moveTo>
                <a:lnTo>
                  <a:pt x="1965955" y="3853272"/>
                </a:lnTo>
                <a:moveTo>
                  <a:pt x="1834891" y="3853272"/>
                </a:moveTo>
                <a:lnTo>
                  <a:pt x="1834891" y="3984336"/>
                </a:lnTo>
                <a:moveTo>
                  <a:pt x="1834891" y="3984336"/>
                </a:moveTo>
                <a:lnTo>
                  <a:pt x="1965955" y="3984336"/>
                </a:lnTo>
                <a:moveTo>
                  <a:pt x="1834891" y="3984336"/>
                </a:moveTo>
                <a:lnTo>
                  <a:pt x="1834891" y="4115399"/>
                </a:lnTo>
                <a:moveTo>
                  <a:pt x="1834891" y="4115399"/>
                </a:moveTo>
                <a:lnTo>
                  <a:pt x="1965955" y="4115399"/>
                </a:lnTo>
                <a:moveTo>
                  <a:pt x="1834891" y="4115399"/>
                </a:moveTo>
                <a:lnTo>
                  <a:pt x="1834891" y="4246463"/>
                </a:lnTo>
                <a:moveTo>
                  <a:pt x="1834891" y="4246463"/>
                </a:moveTo>
                <a:lnTo>
                  <a:pt x="1965955" y="4246463"/>
                </a:lnTo>
                <a:moveTo>
                  <a:pt x="1834891" y="4246463"/>
                </a:moveTo>
                <a:lnTo>
                  <a:pt x="1834891" y="4377527"/>
                </a:lnTo>
                <a:moveTo>
                  <a:pt x="1834891" y="4377527"/>
                </a:moveTo>
                <a:lnTo>
                  <a:pt x="1965955" y="4377527"/>
                </a:lnTo>
                <a:moveTo>
                  <a:pt x="1834891" y="4377527"/>
                </a:moveTo>
                <a:lnTo>
                  <a:pt x="1834891" y="4508590"/>
                </a:lnTo>
                <a:moveTo>
                  <a:pt x="1834891" y="4508590"/>
                </a:moveTo>
                <a:lnTo>
                  <a:pt x="1965955" y="4508590"/>
                </a:lnTo>
                <a:moveTo>
                  <a:pt x="1834891" y="4508590"/>
                </a:moveTo>
                <a:lnTo>
                  <a:pt x="1834891" y="4639654"/>
                </a:lnTo>
                <a:moveTo>
                  <a:pt x="1834891" y="4639654"/>
                </a:moveTo>
                <a:lnTo>
                  <a:pt x="1965955" y="4639654"/>
                </a:lnTo>
                <a:moveTo>
                  <a:pt x="1834891" y="4639654"/>
                </a:moveTo>
                <a:lnTo>
                  <a:pt x="1834891" y="4770718"/>
                </a:lnTo>
                <a:moveTo>
                  <a:pt x="1834891" y="4770718"/>
                </a:moveTo>
                <a:lnTo>
                  <a:pt x="1965955" y="4770718"/>
                </a:lnTo>
                <a:moveTo>
                  <a:pt x="1834891" y="4770718"/>
                </a:moveTo>
                <a:lnTo>
                  <a:pt x="1834891" y="4901781"/>
                </a:lnTo>
                <a:moveTo>
                  <a:pt x="1834891" y="4901781"/>
                </a:moveTo>
                <a:lnTo>
                  <a:pt x="1965955" y="4901781"/>
                </a:lnTo>
                <a:moveTo>
                  <a:pt x="1834891" y="4901781"/>
                </a:moveTo>
                <a:lnTo>
                  <a:pt x="1834891" y="4967313"/>
                </a:lnTo>
                <a:moveTo>
                  <a:pt x="1965955" y="0"/>
                </a:moveTo>
                <a:lnTo>
                  <a:pt x="1965955" y="52425"/>
                </a:lnTo>
                <a:moveTo>
                  <a:pt x="1965955" y="52425"/>
                </a:moveTo>
                <a:lnTo>
                  <a:pt x="2097019" y="52425"/>
                </a:lnTo>
                <a:moveTo>
                  <a:pt x="1965955" y="52425"/>
                </a:moveTo>
                <a:lnTo>
                  <a:pt x="1965955" y="183489"/>
                </a:lnTo>
                <a:moveTo>
                  <a:pt x="1965955" y="183489"/>
                </a:moveTo>
                <a:lnTo>
                  <a:pt x="2097019" y="183489"/>
                </a:lnTo>
                <a:moveTo>
                  <a:pt x="1965955" y="183489"/>
                </a:moveTo>
                <a:lnTo>
                  <a:pt x="1965955" y="314553"/>
                </a:lnTo>
                <a:moveTo>
                  <a:pt x="1965955" y="314553"/>
                </a:moveTo>
                <a:lnTo>
                  <a:pt x="2097019" y="314553"/>
                </a:lnTo>
                <a:moveTo>
                  <a:pt x="1965955" y="314553"/>
                </a:moveTo>
                <a:lnTo>
                  <a:pt x="1965955" y="445616"/>
                </a:lnTo>
                <a:moveTo>
                  <a:pt x="1965955" y="445616"/>
                </a:moveTo>
                <a:lnTo>
                  <a:pt x="2097019" y="445616"/>
                </a:lnTo>
                <a:moveTo>
                  <a:pt x="1965955" y="445616"/>
                </a:moveTo>
                <a:lnTo>
                  <a:pt x="1965955" y="576680"/>
                </a:lnTo>
                <a:moveTo>
                  <a:pt x="1965955" y="576680"/>
                </a:moveTo>
                <a:lnTo>
                  <a:pt x="2097019" y="576680"/>
                </a:lnTo>
                <a:moveTo>
                  <a:pt x="1965955" y="576680"/>
                </a:moveTo>
                <a:lnTo>
                  <a:pt x="1965955" y="707744"/>
                </a:lnTo>
                <a:moveTo>
                  <a:pt x="1965955" y="707744"/>
                </a:moveTo>
                <a:lnTo>
                  <a:pt x="2097019" y="707744"/>
                </a:lnTo>
                <a:moveTo>
                  <a:pt x="1965955" y="707744"/>
                </a:moveTo>
                <a:lnTo>
                  <a:pt x="1965955" y="838808"/>
                </a:lnTo>
                <a:moveTo>
                  <a:pt x="1965955" y="838808"/>
                </a:moveTo>
                <a:lnTo>
                  <a:pt x="2097019" y="838808"/>
                </a:lnTo>
                <a:moveTo>
                  <a:pt x="1965955" y="838808"/>
                </a:moveTo>
                <a:lnTo>
                  <a:pt x="1965955" y="969871"/>
                </a:lnTo>
                <a:moveTo>
                  <a:pt x="1965955" y="969871"/>
                </a:moveTo>
                <a:lnTo>
                  <a:pt x="2097019" y="969871"/>
                </a:lnTo>
                <a:moveTo>
                  <a:pt x="1965955" y="969871"/>
                </a:moveTo>
                <a:lnTo>
                  <a:pt x="1965955" y="1100935"/>
                </a:lnTo>
                <a:moveTo>
                  <a:pt x="1965955" y="1100935"/>
                </a:moveTo>
                <a:lnTo>
                  <a:pt x="2097019" y="1100935"/>
                </a:lnTo>
                <a:moveTo>
                  <a:pt x="1965955" y="1100935"/>
                </a:moveTo>
                <a:lnTo>
                  <a:pt x="1965955" y="1231999"/>
                </a:lnTo>
                <a:moveTo>
                  <a:pt x="1965955" y="1231999"/>
                </a:moveTo>
                <a:lnTo>
                  <a:pt x="2097019" y="1231999"/>
                </a:lnTo>
                <a:moveTo>
                  <a:pt x="1965955" y="1231999"/>
                </a:moveTo>
                <a:lnTo>
                  <a:pt x="1965955" y="1363062"/>
                </a:lnTo>
                <a:moveTo>
                  <a:pt x="1965955" y="1363062"/>
                </a:moveTo>
                <a:lnTo>
                  <a:pt x="2097019" y="1363062"/>
                </a:lnTo>
                <a:moveTo>
                  <a:pt x="1965955" y="1363062"/>
                </a:moveTo>
                <a:lnTo>
                  <a:pt x="1965955" y="1494126"/>
                </a:lnTo>
                <a:moveTo>
                  <a:pt x="1965955" y="1494126"/>
                </a:moveTo>
                <a:lnTo>
                  <a:pt x="2097019" y="1494126"/>
                </a:lnTo>
                <a:moveTo>
                  <a:pt x="1965955" y="1494126"/>
                </a:moveTo>
                <a:lnTo>
                  <a:pt x="1965955" y="1625190"/>
                </a:lnTo>
                <a:moveTo>
                  <a:pt x="1965955" y="1625190"/>
                </a:moveTo>
                <a:lnTo>
                  <a:pt x="2097019" y="1625190"/>
                </a:lnTo>
                <a:moveTo>
                  <a:pt x="1965955" y="1625190"/>
                </a:moveTo>
                <a:lnTo>
                  <a:pt x="1965955" y="1756253"/>
                </a:lnTo>
                <a:moveTo>
                  <a:pt x="1965955" y="1756253"/>
                </a:moveTo>
                <a:lnTo>
                  <a:pt x="2097019" y="1756253"/>
                </a:lnTo>
                <a:moveTo>
                  <a:pt x="1965955" y="1756253"/>
                </a:moveTo>
                <a:lnTo>
                  <a:pt x="1965955" y="1887317"/>
                </a:lnTo>
                <a:moveTo>
                  <a:pt x="1965955" y="1887317"/>
                </a:moveTo>
                <a:lnTo>
                  <a:pt x="2097019" y="1887317"/>
                </a:lnTo>
                <a:moveTo>
                  <a:pt x="1965955" y="1887317"/>
                </a:moveTo>
                <a:lnTo>
                  <a:pt x="1965955" y="2018381"/>
                </a:lnTo>
                <a:moveTo>
                  <a:pt x="1965955" y="2018381"/>
                </a:moveTo>
                <a:lnTo>
                  <a:pt x="2097019" y="2018381"/>
                </a:lnTo>
                <a:moveTo>
                  <a:pt x="1965955" y="2018381"/>
                </a:moveTo>
                <a:lnTo>
                  <a:pt x="1965955" y="2149444"/>
                </a:lnTo>
                <a:moveTo>
                  <a:pt x="1965955" y="2149444"/>
                </a:moveTo>
                <a:lnTo>
                  <a:pt x="2097019" y="2149444"/>
                </a:lnTo>
                <a:moveTo>
                  <a:pt x="1965955" y="2149444"/>
                </a:moveTo>
                <a:lnTo>
                  <a:pt x="1965955" y="2280508"/>
                </a:lnTo>
                <a:moveTo>
                  <a:pt x="1965955" y="2280508"/>
                </a:moveTo>
                <a:lnTo>
                  <a:pt x="2097019" y="2280508"/>
                </a:lnTo>
                <a:moveTo>
                  <a:pt x="1965955" y="2280508"/>
                </a:moveTo>
                <a:lnTo>
                  <a:pt x="1965955" y="2411572"/>
                </a:lnTo>
                <a:moveTo>
                  <a:pt x="1965955" y="2411572"/>
                </a:moveTo>
                <a:lnTo>
                  <a:pt x="2097019" y="2411572"/>
                </a:lnTo>
                <a:moveTo>
                  <a:pt x="1965955" y="2411572"/>
                </a:moveTo>
                <a:lnTo>
                  <a:pt x="1965955" y="2542635"/>
                </a:lnTo>
                <a:moveTo>
                  <a:pt x="1965955" y="2542635"/>
                </a:moveTo>
                <a:lnTo>
                  <a:pt x="2097019" y="2542635"/>
                </a:lnTo>
                <a:moveTo>
                  <a:pt x="1965955" y="2542635"/>
                </a:moveTo>
                <a:lnTo>
                  <a:pt x="1965955" y="2673699"/>
                </a:lnTo>
                <a:moveTo>
                  <a:pt x="1965955" y="2673699"/>
                </a:moveTo>
                <a:lnTo>
                  <a:pt x="2097019" y="2673699"/>
                </a:lnTo>
                <a:moveTo>
                  <a:pt x="1965955" y="2673699"/>
                </a:moveTo>
                <a:lnTo>
                  <a:pt x="1965955" y="2804763"/>
                </a:lnTo>
                <a:moveTo>
                  <a:pt x="1965955" y="2804763"/>
                </a:moveTo>
                <a:lnTo>
                  <a:pt x="2097019" y="2804763"/>
                </a:lnTo>
                <a:moveTo>
                  <a:pt x="1965955" y="2804763"/>
                </a:moveTo>
                <a:lnTo>
                  <a:pt x="1965955" y="2935826"/>
                </a:lnTo>
                <a:moveTo>
                  <a:pt x="1965955" y="2935826"/>
                </a:moveTo>
                <a:lnTo>
                  <a:pt x="2097019" y="2935826"/>
                </a:lnTo>
                <a:moveTo>
                  <a:pt x="1965955" y="2935826"/>
                </a:moveTo>
                <a:lnTo>
                  <a:pt x="1965955" y="3066890"/>
                </a:lnTo>
                <a:moveTo>
                  <a:pt x="1965955" y="3066890"/>
                </a:moveTo>
                <a:lnTo>
                  <a:pt x="2097019" y="3066890"/>
                </a:lnTo>
                <a:moveTo>
                  <a:pt x="1965955" y="3066890"/>
                </a:moveTo>
                <a:lnTo>
                  <a:pt x="1965955" y="3197954"/>
                </a:lnTo>
                <a:moveTo>
                  <a:pt x="1965955" y="3197954"/>
                </a:moveTo>
                <a:lnTo>
                  <a:pt x="2097019" y="3197954"/>
                </a:lnTo>
                <a:moveTo>
                  <a:pt x="1965955" y="3197954"/>
                </a:moveTo>
                <a:lnTo>
                  <a:pt x="1965955" y="3329017"/>
                </a:lnTo>
                <a:moveTo>
                  <a:pt x="1965955" y="3329017"/>
                </a:moveTo>
                <a:lnTo>
                  <a:pt x="2097019" y="3329017"/>
                </a:lnTo>
                <a:moveTo>
                  <a:pt x="1965955" y="3329017"/>
                </a:moveTo>
                <a:lnTo>
                  <a:pt x="1965955" y="3460081"/>
                </a:lnTo>
                <a:moveTo>
                  <a:pt x="1965955" y="3460081"/>
                </a:moveTo>
                <a:lnTo>
                  <a:pt x="2097019" y="3460081"/>
                </a:lnTo>
                <a:moveTo>
                  <a:pt x="1965955" y="3460081"/>
                </a:moveTo>
                <a:lnTo>
                  <a:pt x="1965955" y="3591145"/>
                </a:lnTo>
                <a:moveTo>
                  <a:pt x="1965955" y="3591145"/>
                </a:moveTo>
                <a:lnTo>
                  <a:pt x="2097019" y="3591145"/>
                </a:lnTo>
                <a:moveTo>
                  <a:pt x="1965955" y="3591145"/>
                </a:moveTo>
                <a:lnTo>
                  <a:pt x="1965955" y="3722208"/>
                </a:lnTo>
                <a:moveTo>
                  <a:pt x="1965955" y="3722208"/>
                </a:moveTo>
                <a:lnTo>
                  <a:pt x="2097019" y="3722208"/>
                </a:lnTo>
                <a:moveTo>
                  <a:pt x="1965955" y="3722208"/>
                </a:moveTo>
                <a:lnTo>
                  <a:pt x="1965955" y="3853272"/>
                </a:lnTo>
                <a:moveTo>
                  <a:pt x="1965955" y="3853272"/>
                </a:moveTo>
                <a:lnTo>
                  <a:pt x="2097019" y="3853272"/>
                </a:lnTo>
                <a:moveTo>
                  <a:pt x="1965955" y="3853272"/>
                </a:moveTo>
                <a:lnTo>
                  <a:pt x="1965955" y="3984336"/>
                </a:lnTo>
                <a:moveTo>
                  <a:pt x="1965955" y="3984336"/>
                </a:moveTo>
                <a:lnTo>
                  <a:pt x="2097019" y="3984336"/>
                </a:lnTo>
                <a:moveTo>
                  <a:pt x="1965955" y="3984336"/>
                </a:moveTo>
                <a:lnTo>
                  <a:pt x="1965955" y="4115399"/>
                </a:lnTo>
                <a:moveTo>
                  <a:pt x="1965955" y="4115399"/>
                </a:moveTo>
                <a:lnTo>
                  <a:pt x="2097019" y="4115399"/>
                </a:lnTo>
                <a:moveTo>
                  <a:pt x="1965955" y="4115399"/>
                </a:moveTo>
                <a:lnTo>
                  <a:pt x="1965955" y="4246463"/>
                </a:lnTo>
                <a:moveTo>
                  <a:pt x="1965955" y="4246463"/>
                </a:moveTo>
                <a:lnTo>
                  <a:pt x="2097019" y="4246463"/>
                </a:lnTo>
                <a:moveTo>
                  <a:pt x="1965955" y="4246463"/>
                </a:moveTo>
                <a:lnTo>
                  <a:pt x="1965955" y="4377527"/>
                </a:lnTo>
                <a:moveTo>
                  <a:pt x="1965955" y="4377527"/>
                </a:moveTo>
                <a:lnTo>
                  <a:pt x="2097019" y="4377527"/>
                </a:lnTo>
                <a:moveTo>
                  <a:pt x="1965955" y="4377527"/>
                </a:moveTo>
                <a:lnTo>
                  <a:pt x="1965955" y="4508590"/>
                </a:lnTo>
                <a:moveTo>
                  <a:pt x="1965955" y="4508590"/>
                </a:moveTo>
                <a:lnTo>
                  <a:pt x="2097019" y="4508590"/>
                </a:lnTo>
                <a:moveTo>
                  <a:pt x="1965955" y="4508590"/>
                </a:moveTo>
                <a:lnTo>
                  <a:pt x="1965955" y="4639654"/>
                </a:lnTo>
                <a:moveTo>
                  <a:pt x="1965955" y="4639654"/>
                </a:moveTo>
                <a:lnTo>
                  <a:pt x="2097019" y="4639654"/>
                </a:lnTo>
                <a:moveTo>
                  <a:pt x="1965955" y="4639654"/>
                </a:moveTo>
                <a:lnTo>
                  <a:pt x="1965955" y="4770718"/>
                </a:lnTo>
                <a:moveTo>
                  <a:pt x="1965955" y="4770718"/>
                </a:moveTo>
                <a:lnTo>
                  <a:pt x="2097019" y="4770718"/>
                </a:lnTo>
                <a:moveTo>
                  <a:pt x="1965955" y="4770718"/>
                </a:moveTo>
                <a:lnTo>
                  <a:pt x="1965955" y="4901781"/>
                </a:lnTo>
                <a:moveTo>
                  <a:pt x="1965955" y="4901781"/>
                </a:moveTo>
                <a:lnTo>
                  <a:pt x="2097019" y="4901781"/>
                </a:lnTo>
                <a:moveTo>
                  <a:pt x="1965955" y="4901781"/>
                </a:moveTo>
                <a:lnTo>
                  <a:pt x="1965955" y="4967313"/>
                </a:lnTo>
                <a:moveTo>
                  <a:pt x="2097019" y="0"/>
                </a:moveTo>
                <a:lnTo>
                  <a:pt x="2097019" y="52425"/>
                </a:lnTo>
                <a:moveTo>
                  <a:pt x="2097019" y="52425"/>
                </a:moveTo>
                <a:lnTo>
                  <a:pt x="2228082" y="52425"/>
                </a:lnTo>
                <a:moveTo>
                  <a:pt x="2097019" y="52425"/>
                </a:moveTo>
                <a:lnTo>
                  <a:pt x="2097019" y="183489"/>
                </a:lnTo>
                <a:moveTo>
                  <a:pt x="2097019" y="183489"/>
                </a:moveTo>
                <a:lnTo>
                  <a:pt x="2228082" y="183489"/>
                </a:lnTo>
                <a:moveTo>
                  <a:pt x="2097019" y="183489"/>
                </a:moveTo>
                <a:lnTo>
                  <a:pt x="2097019" y="314553"/>
                </a:lnTo>
                <a:moveTo>
                  <a:pt x="2097019" y="314553"/>
                </a:moveTo>
                <a:lnTo>
                  <a:pt x="2228082" y="314553"/>
                </a:lnTo>
                <a:moveTo>
                  <a:pt x="2097019" y="314553"/>
                </a:moveTo>
                <a:lnTo>
                  <a:pt x="2097019" y="445616"/>
                </a:lnTo>
                <a:moveTo>
                  <a:pt x="2097019" y="445616"/>
                </a:moveTo>
                <a:lnTo>
                  <a:pt x="2228082" y="445616"/>
                </a:lnTo>
                <a:moveTo>
                  <a:pt x="2097019" y="445616"/>
                </a:moveTo>
                <a:lnTo>
                  <a:pt x="2097019" y="576680"/>
                </a:lnTo>
                <a:moveTo>
                  <a:pt x="2097019" y="576680"/>
                </a:moveTo>
                <a:lnTo>
                  <a:pt x="2228082" y="576680"/>
                </a:lnTo>
                <a:moveTo>
                  <a:pt x="2097019" y="576680"/>
                </a:moveTo>
                <a:lnTo>
                  <a:pt x="2097019" y="707744"/>
                </a:lnTo>
                <a:moveTo>
                  <a:pt x="2097019" y="707744"/>
                </a:moveTo>
                <a:lnTo>
                  <a:pt x="2228082" y="707744"/>
                </a:lnTo>
                <a:moveTo>
                  <a:pt x="2097019" y="707744"/>
                </a:moveTo>
                <a:lnTo>
                  <a:pt x="2097019" y="838808"/>
                </a:lnTo>
                <a:moveTo>
                  <a:pt x="2097019" y="838808"/>
                </a:moveTo>
                <a:lnTo>
                  <a:pt x="2228082" y="838808"/>
                </a:lnTo>
                <a:moveTo>
                  <a:pt x="2097019" y="838808"/>
                </a:moveTo>
                <a:lnTo>
                  <a:pt x="2097019" y="969871"/>
                </a:lnTo>
                <a:moveTo>
                  <a:pt x="2097019" y="969871"/>
                </a:moveTo>
                <a:lnTo>
                  <a:pt x="2228082" y="969871"/>
                </a:lnTo>
                <a:moveTo>
                  <a:pt x="2097019" y="969871"/>
                </a:moveTo>
                <a:lnTo>
                  <a:pt x="2097019" y="1100935"/>
                </a:lnTo>
                <a:moveTo>
                  <a:pt x="2097019" y="1100935"/>
                </a:moveTo>
                <a:lnTo>
                  <a:pt x="2228082" y="1100935"/>
                </a:lnTo>
                <a:moveTo>
                  <a:pt x="2097019" y="1100935"/>
                </a:moveTo>
                <a:lnTo>
                  <a:pt x="2097019" y="1231999"/>
                </a:lnTo>
                <a:moveTo>
                  <a:pt x="2097019" y="1231999"/>
                </a:moveTo>
                <a:lnTo>
                  <a:pt x="2228082" y="1231999"/>
                </a:lnTo>
                <a:moveTo>
                  <a:pt x="2097019" y="1231999"/>
                </a:moveTo>
                <a:lnTo>
                  <a:pt x="2097019" y="1363062"/>
                </a:lnTo>
                <a:moveTo>
                  <a:pt x="2097019" y="1363062"/>
                </a:moveTo>
                <a:lnTo>
                  <a:pt x="2228082" y="1363062"/>
                </a:lnTo>
                <a:moveTo>
                  <a:pt x="2097019" y="1363062"/>
                </a:moveTo>
                <a:lnTo>
                  <a:pt x="2097019" y="1494126"/>
                </a:lnTo>
                <a:moveTo>
                  <a:pt x="2097019" y="1494126"/>
                </a:moveTo>
                <a:lnTo>
                  <a:pt x="2228082" y="1494126"/>
                </a:lnTo>
                <a:moveTo>
                  <a:pt x="2097019" y="1494126"/>
                </a:moveTo>
                <a:lnTo>
                  <a:pt x="2097019" y="1625190"/>
                </a:lnTo>
                <a:moveTo>
                  <a:pt x="2097019" y="1625190"/>
                </a:moveTo>
                <a:lnTo>
                  <a:pt x="2228082" y="1625190"/>
                </a:lnTo>
                <a:moveTo>
                  <a:pt x="2097019" y="1625190"/>
                </a:moveTo>
                <a:lnTo>
                  <a:pt x="2097019" y="1756253"/>
                </a:lnTo>
                <a:moveTo>
                  <a:pt x="2097019" y="1756253"/>
                </a:moveTo>
                <a:lnTo>
                  <a:pt x="2228082" y="1756253"/>
                </a:lnTo>
                <a:moveTo>
                  <a:pt x="2097019" y="1756253"/>
                </a:moveTo>
                <a:lnTo>
                  <a:pt x="2097019" y="1887317"/>
                </a:lnTo>
                <a:moveTo>
                  <a:pt x="2097019" y="1887317"/>
                </a:moveTo>
                <a:lnTo>
                  <a:pt x="2228082" y="1887317"/>
                </a:lnTo>
                <a:moveTo>
                  <a:pt x="2097019" y="1887317"/>
                </a:moveTo>
                <a:lnTo>
                  <a:pt x="2097019" y="2018381"/>
                </a:lnTo>
                <a:moveTo>
                  <a:pt x="2097019" y="2018381"/>
                </a:moveTo>
                <a:lnTo>
                  <a:pt x="2228082" y="2018381"/>
                </a:lnTo>
                <a:moveTo>
                  <a:pt x="2097019" y="2018381"/>
                </a:moveTo>
                <a:lnTo>
                  <a:pt x="2097019" y="2149444"/>
                </a:lnTo>
                <a:moveTo>
                  <a:pt x="2097019" y="2149444"/>
                </a:moveTo>
                <a:lnTo>
                  <a:pt x="2228082" y="2149444"/>
                </a:lnTo>
                <a:moveTo>
                  <a:pt x="2097019" y="2149444"/>
                </a:moveTo>
                <a:lnTo>
                  <a:pt x="2097019" y="2280508"/>
                </a:lnTo>
                <a:moveTo>
                  <a:pt x="2097019" y="2280508"/>
                </a:moveTo>
                <a:lnTo>
                  <a:pt x="2228082" y="2280508"/>
                </a:lnTo>
                <a:moveTo>
                  <a:pt x="2097019" y="2280508"/>
                </a:moveTo>
                <a:lnTo>
                  <a:pt x="2097019" y="2411572"/>
                </a:lnTo>
                <a:moveTo>
                  <a:pt x="2097019" y="2411572"/>
                </a:moveTo>
                <a:lnTo>
                  <a:pt x="2228082" y="2411572"/>
                </a:lnTo>
                <a:moveTo>
                  <a:pt x="2097019" y="2411572"/>
                </a:moveTo>
                <a:lnTo>
                  <a:pt x="2097019" y="2542635"/>
                </a:lnTo>
                <a:moveTo>
                  <a:pt x="2097019" y="2542635"/>
                </a:moveTo>
                <a:lnTo>
                  <a:pt x="2228082" y="2542635"/>
                </a:lnTo>
                <a:moveTo>
                  <a:pt x="2097019" y="2542635"/>
                </a:moveTo>
                <a:lnTo>
                  <a:pt x="2097019" y="2673699"/>
                </a:lnTo>
                <a:moveTo>
                  <a:pt x="2097019" y="2673699"/>
                </a:moveTo>
                <a:lnTo>
                  <a:pt x="2228082" y="2673699"/>
                </a:lnTo>
                <a:moveTo>
                  <a:pt x="2097019" y="2673699"/>
                </a:moveTo>
                <a:lnTo>
                  <a:pt x="2097019" y="2804763"/>
                </a:lnTo>
                <a:moveTo>
                  <a:pt x="2097019" y="2804763"/>
                </a:moveTo>
                <a:lnTo>
                  <a:pt x="2228082" y="2804763"/>
                </a:lnTo>
                <a:moveTo>
                  <a:pt x="2097019" y="2804763"/>
                </a:moveTo>
                <a:lnTo>
                  <a:pt x="2097019" y="2935826"/>
                </a:lnTo>
                <a:moveTo>
                  <a:pt x="2097019" y="2935826"/>
                </a:moveTo>
                <a:lnTo>
                  <a:pt x="2228082" y="2935826"/>
                </a:lnTo>
                <a:moveTo>
                  <a:pt x="2097019" y="2935826"/>
                </a:moveTo>
                <a:lnTo>
                  <a:pt x="2097019" y="3066890"/>
                </a:lnTo>
                <a:moveTo>
                  <a:pt x="2097019" y="3066890"/>
                </a:moveTo>
                <a:lnTo>
                  <a:pt x="2228082" y="3066890"/>
                </a:lnTo>
                <a:moveTo>
                  <a:pt x="2097019" y="3066890"/>
                </a:moveTo>
                <a:lnTo>
                  <a:pt x="2097019" y="3197954"/>
                </a:lnTo>
                <a:moveTo>
                  <a:pt x="2097019" y="3197954"/>
                </a:moveTo>
                <a:lnTo>
                  <a:pt x="2228082" y="3197954"/>
                </a:lnTo>
                <a:moveTo>
                  <a:pt x="2097019" y="3197954"/>
                </a:moveTo>
                <a:lnTo>
                  <a:pt x="2097019" y="3329017"/>
                </a:lnTo>
                <a:moveTo>
                  <a:pt x="2097019" y="3329017"/>
                </a:moveTo>
                <a:lnTo>
                  <a:pt x="2228082" y="3329017"/>
                </a:lnTo>
                <a:moveTo>
                  <a:pt x="2097019" y="3329017"/>
                </a:moveTo>
                <a:lnTo>
                  <a:pt x="2097019" y="3460081"/>
                </a:lnTo>
                <a:moveTo>
                  <a:pt x="2097019" y="3460081"/>
                </a:moveTo>
                <a:lnTo>
                  <a:pt x="2228082" y="3460081"/>
                </a:lnTo>
                <a:moveTo>
                  <a:pt x="2097019" y="3460081"/>
                </a:moveTo>
                <a:lnTo>
                  <a:pt x="2097019" y="3591145"/>
                </a:lnTo>
                <a:moveTo>
                  <a:pt x="2097019" y="3591145"/>
                </a:moveTo>
                <a:lnTo>
                  <a:pt x="2228082" y="3591145"/>
                </a:lnTo>
                <a:moveTo>
                  <a:pt x="2097019" y="3591145"/>
                </a:moveTo>
                <a:lnTo>
                  <a:pt x="2097019" y="3722208"/>
                </a:lnTo>
                <a:moveTo>
                  <a:pt x="2097019" y="3722208"/>
                </a:moveTo>
                <a:lnTo>
                  <a:pt x="2228082" y="3722208"/>
                </a:lnTo>
                <a:moveTo>
                  <a:pt x="2097019" y="3722208"/>
                </a:moveTo>
                <a:lnTo>
                  <a:pt x="2097019" y="3853272"/>
                </a:lnTo>
                <a:moveTo>
                  <a:pt x="2097019" y="3853272"/>
                </a:moveTo>
                <a:lnTo>
                  <a:pt x="2228082" y="3853272"/>
                </a:lnTo>
                <a:moveTo>
                  <a:pt x="2097019" y="3853272"/>
                </a:moveTo>
                <a:lnTo>
                  <a:pt x="2097019" y="3984336"/>
                </a:lnTo>
                <a:moveTo>
                  <a:pt x="2097019" y="3984336"/>
                </a:moveTo>
                <a:lnTo>
                  <a:pt x="2228082" y="3984336"/>
                </a:lnTo>
                <a:moveTo>
                  <a:pt x="2097019" y="3984336"/>
                </a:moveTo>
                <a:lnTo>
                  <a:pt x="2097019" y="4115399"/>
                </a:lnTo>
                <a:moveTo>
                  <a:pt x="2097019" y="4115399"/>
                </a:moveTo>
                <a:lnTo>
                  <a:pt x="2228082" y="4115399"/>
                </a:lnTo>
                <a:moveTo>
                  <a:pt x="2097019" y="4115399"/>
                </a:moveTo>
                <a:lnTo>
                  <a:pt x="2097019" y="4246463"/>
                </a:lnTo>
                <a:moveTo>
                  <a:pt x="2097019" y="4246463"/>
                </a:moveTo>
                <a:lnTo>
                  <a:pt x="2228082" y="4246463"/>
                </a:lnTo>
                <a:moveTo>
                  <a:pt x="2097019" y="4246463"/>
                </a:moveTo>
                <a:lnTo>
                  <a:pt x="2097019" y="4377527"/>
                </a:lnTo>
                <a:moveTo>
                  <a:pt x="2097019" y="4377527"/>
                </a:moveTo>
                <a:lnTo>
                  <a:pt x="2228082" y="4377527"/>
                </a:lnTo>
                <a:moveTo>
                  <a:pt x="2097019" y="4377527"/>
                </a:moveTo>
                <a:lnTo>
                  <a:pt x="2097019" y="4508590"/>
                </a:lnTo>
                <a:moveTo>
                  <a:pt x="2097019" y="4508590"/>
                </a:moveTo>
                <a:lnTo>
                  <a:pt x="2228082" y="4508590"/>
                </a:lnTo>
                <a:moveTo>
                  <a:pt x="2097019" y="4508590"/>
                </a:moveTo>
                <a:lnTo>
                  <a:pt x="2097019" y="4639654"/>
                </a:lnTo>
                <a:moveTo>
                  <a:pt x="2097019" y="4639654"/>
                </a:moveTo>
                <a:lnTo>
                  <a:pt x="2228082" y="4639654"/>
                </a:lnTo>
                <a:moveTo>
                  <a:pt x="2097019" y="4639654"/>
                </a:moveTo>
                <a:lnTo>
                  <a:pt x="2097019" y="4770718"/>
                </a:lnTo>
                <a:moveTo>
                  <a:pt x="2097019" y="4770718"/>
                </a:moveTo>
                <a:lnTo>
                  <a:pt x="2228082" y="4770718"/>
                </a:lnTo>
                <a:moveTo>
                  <a:pt x="2097019" y="4770718"/>
                </a:moveTo>
                <a:lnTo>
                  <a:pt x="2097019" y="4901781"/>
                </a:lnTo>
                <a:moveTo>
                  <a:pt x="2097019" y="4901781"/>
                </a:moveTo>
                <a:lnTo>
                  <a:pt x="2228082" y="4901781"/>
                </a:lnTo>
                <a:moveTo>
                  <a:pt x="2097019" y="4901781"/>
                </a:moveTo>
                <a:lnTo>
                  <a:pt x="2097019" y="4967313"/>
                </a:lnTo>
                <a:moveTo>
                  <a:pt x="2228082" y="0"/>
                </a:moveTo>
                <a:lnTo>
                  <a:pt x="2228082" y="52425"/>
                </a:lnTo>
                <a:moveTo>
                  <a:pt x="2228082" y="52425"/>
                </a:moveTo>
                <a:lnTo>
                  <a:pt x="2359146" y="52425"/>
                </a:lnTo>
                <a:moveTo>
                  <a:pt x="2228082" y="52425"/>
                </a:moveTo>
                <a:lnTo>
                  <a:pt x="2228082" y="183489"/>
                </a:lnTo>
                <a:moveTo>
                  <a:pt x="2228082" y="183489"/>
                </a:moveTo>
                <a:lnTo>
                  <a:pt x="2359146" y="183489"/>
                </a:lnTo>
                <a:moveTo>
                  <a:pt x="2228082" y="183489"/>
                </a:moveTo>
                <a:lnTo>
                  <a:pt x="2228082" y="314553"/>
                </a:lnTo>
                <a:moveTo>
                  <a:pt x="2228082" y="314553"/>
                </a:moveTo>
                <a:lnTo>
                  <a:pt x="2359146" y="314553"/>
                </a:lnTo>
                <a:moveTo>
                  <a:pt x="2228082" y="314553"/>
                </a:moveTo>
                <a:lnTo>
                  <a:pt x="2228082" y="445616"/>
                </a:lnTo>
                <a:moveTo>
                  <a:pt x="2228082" y="445616"/>
                </a:moveTo>
                <a:lnTo>
                  <a:pt x="2359146" y="445616"/>
                </a:lnTo>
                <a:moveTo>
                  <a:pt x="2228082" y="445616"/>
                </a:moveTo>
                <a:lnTo>
                  <a:pt x="2228082" y="576680"/>
                </a:lnTo>
                <a:moveTo>
                  <a:pt x="2228082" y="576680"/>
                </a:moveTo>
                <a:lnTo>
                  <a:pt x="2359146" y="576680"/>
                </a:lnTo>
                <a:moveTo>
                  <a:pt x="2228082" y="576680"/>
                </a:moveTo>
                <a:lnTo>
                  <a:pt x="2228082" y="707744"/>
                </a:lnTo>
                <a:moveTo>
                  <a:pt x="2228082" y="707744"/>
                </a:moveTo>
                <a:lnTo>
                  <a:pt x="2359146" y="707744"/>
                </a:lnTo>
                <a:moveTo>
                  <a:pt x="2228082" y="707744"/>
                </a:moveTo>
                <a:lnTo>
                  <a:pt x="2228082" y="838808"/>
                </a:lnTo>
                <a:moveTo>
                  <a:pt x="2228082" y="838808"/>
                </a:moveTo>
                <a:lnTo>
                  <a:pt x="2359146" y="838808"/>
                </a:lnTo>
                <a:moveTo>
                  <a:pt x="2228082" y="838808"/>
                </a:moveTo>
                <a:lnTo>
                  <a:pt x="2228082" y="969871"/>
                </a:lnTo>
                <a:moveTo>
                  <a:pt x="2228082" y="969871"/>
                </a:moveTo>
                <a:lnTo>
                  <a:pt x="2359146" y="969871"/>
                </a:lnTo>
                <a:moveTo>
                  <a:pt x="2228082" y="969871"/>
                </a:moveTo>
                <a:lnTo>
                  <a:pt x="2228082" y="1100935"/>
                </a:lnTo>
                <a:moveTo>
                  <a:pt x="2228082" y="1100935"/>
                </a:moveTo>
                <a:lnTo>
                  <a:pt x="2359146" y="1100935"/>
                </a:lnTo>
                <a:moveTo>
                  <a:pt x="2228082" y="1100935"/>
                </a:moveTo>
                <a:lnTo>
                  <a:pt x="2228082" y="1231999"/>
                </a:lnTo>
                <a:moveTo>
                  <a:pt x="2228082" y="1231999"/>
                </a:moveTo>
                <a:lnTo>
                  <a:pt x="2359146" y="1231999"/>
                </a:lnTo>
                <a:moveTo>
                  <a:pt x="2228082" y="1231999"/>
                </a:moveTo>
                <a:lnTo>
                  <a:pt x="2228082" y="1363062"/>
                </a:lnTo>
                <a:moveTo>
                  <a:pt x="2228082" y="1363062"/>
                </a:moveTo>
                <a:lnTo>
                  <a:pt x="2359146" y="1363062"/>
                </a:lnTo>
                <a:moveTo>
                  <a:pt x="2228082" y="1363062"/>
                </a:moveTo>
                <a:lnTo>
                  <a:pt x="2228082" y="1494126"/>
                </a:lnTo>
                <a:moveTo>
                  <a:pt x="2228082" y="1494126"/>
                </a:moveTo>
                <a:lnTo>
                  <a:pt x="2359146" y="1494126"/>
                </a:lnTo>
                <a:moveTo>
                  <a:pt x="2228082" y="1494126"/>
                </a:moveTo>
                <a:lnTo>
                  <a:pt x="2228082" y="1625190"/>
                </a:lnTo>
                <a:moveTo>
                  <a:pt x="2228082" y="1625190"/>
                </a:moveTo>
                <a:lnTo>
                  <a:pt x="2359146" y="1625190"/>
                </a:lnTo>
                <a:moveTo>
                  <a:pt x="2228082" y="1625190"/>
                </a:moveTo>
                <a:lnTo>
                  <a:pt x="2228082" y="1756253"/>
                </a:lnTo>
                <a:moveTo>
                  <a:pt x="2228082" y="1756253"/>
                </a:moveTo>
                <a:lnTo>
                  <a:pt x="2359146" y="1756253"/>
                </a:lnTo>
                <a:moveTo>
                  <a:pt x="2228082" y="1756253"/>
                </a:moveTo>
                <a:lnTo>
                  <a:pt x="2228082" y="1887317"/>
                </a:lnTo>
                <a:moveTo>
                  <a:pt x="2228082" y="1887317"/>
                </a:moveTo>
                <a:lnTo>
                  <a:pt x="2359146" y="1887317"/>
                </a:lnTo>
                <a:moveTo>
                  <a:pt x="2228082" y="1887317"/>
                </a:moveTo>
                <a:lnTo>
                  <a:pt x="2228082" y="2018381"/>
                </a:lnTo>
                <a:moveTo>
                  <a:pt x="2228082" y="2018381"/>
                </a:moveTo>
                <a:lnTo>
                  <a:pt x="2359146" y="2018381"/>
                </a:lnTo>
                <a:moveTo>
                  <a:pt x="2228082" y="2018381"/>
                </a:moveTo>
                <a:lnTo>
                  <a:pt x="2228082" y="2149444"/>
                </a:lnTo>
                <a:moveTo>
                  <a:pt x="2228082" y="2149444"/>
                </a:moveTo>
                <a:lnTo>
                  <a:pt x="2359146" y="2149444"/>
                </a:lnTo>
                <a:moveTo>
                  <a:pt x="2228082" y="2149444"/>
                </a:moveTo>
                <a:lnTo>
                  <a:pt x="2228082" y="2280508"/>
                </a:lnTo>
                <a:moveTo>
                  <a:pt x="2228082" y="2280508"/>
                </a:moveTo>
                <a:lnTo>
                  <a:pt x="2359146" y="2280508"/>
                </a:lnTo>
                <a:moveTo>
                  <a:pt x="2228082" y="2280508"/>
                </a:moveTo>
                <a:lnTo>
                  <a:pt x="2228082" y="2411572"/>
                </a:lnTo>
                <a:moveTo>
                  <a:pt x="2228082" y="2411572"/>
                </a:moveTo>
                <a:lnTo>
                  <a:pt x="2359146" y="2411572"/>
                </a:lnTo>
                <a:moveTo>
                  <a:pt x="2228082" y="2411572"/>
                </a:moveTo>
                <a:lnTo>
                  <a:pt x="2228082" y="2542635"/>
                </a:lnTo>
                <a:moveTo>
                  <a:pt x="2228082" y="2542635"/>
                </a:moveTo>
                <a:lnTo>
                  <a:pt x="2359146" y="2542635"/>
                </a:lnTo>
                <a:moveTo>
                  <a:pt x="2228082" y="2542635"/>
                </a:moveTo>
                <a:lnTo>
                  <a:pt x="2228082" y="2673699"/>
                </a:lnTo>
                <a:moveTo>
                  <a:pt x="2228082" y="2673699"/>
                </a:moveTo>
                <a:lnTo>
                  <a:pt x="2359146" y="2673699"/>
                </a:lnTo>
                <a:moveTo>
                  <a:pt x="2228082" y="2673699"/>
                </a:moveTo>
                <a:lnTo>
                  <a:pt x="2228082" y="2804763"/>
                </a:lnTo>
                <a:moveTo>
                  <a:pt x="2228082" y="2804763"/>
                </a:moveTo>
                <a:lnTo>
                  <a:pt x="2359146" y="2804763"/>
                </a:lnTo>
                <a:moveTo>
                  <a:pt x="2228082" y="2804763"/>
                </a:moveTo>
                <a:lnTo>
                  <a:pt x="2228082" y="2935826"/>
                </a:lnTo>
                <a:moveTo>
                  <a:pt x="2228082" y="2935826"/>
                </a:moveTo>
                <a:lnTo>
                  <a:pt x="2359146" y="2935826"/>
                </a:lnTo>
                <a:moveTo>
                  <a:pt x="2228082" y="2935826"/>
                </a:moveTo>
                <a:lnTo>
                  <a:pt x="2228082" y="3066890"/>
                </a:lnTo>
                <a:moveTo>
                  <a:pt x="2228082" y="3066890"/>
                </a:moveTo>
                <a:lnTo>
                  <a:pt x="2359146" y="3066890"/>
                </a:lnTo>
                <a:moveTo>
                  <a:pt x="2228082" y="3066890"/>
                </a:moveTo>
                <a:lnTo>
                  <a:pt x="2228082" y="3197954"/>
                </a:lnTo>
                <a:moveTo>
                  <a:pt x="2228082" y="3197954"/>
                </a:moveTo>
                <a:lnTo>
                  <a:pt x="2359146" y="3197954"/>
                </a:lnTo>
                <a:moveTo>
                  <a:pt x="2228082" y="3197954"/>
                </a:moveTo>
                <a:lnTo>
                  <a:pt x="2228082" y="3329017"/>
                </a:lnTo>
                <a:moveTo>
                  <a:pt x="2228082" y="3329017"/>
                </a:moveTo>
                <a:lnTo>
                  <a:pt x="2359146" y="3329017"/>
                </a:lnTo>
                <a:moveTo>
                  <a:pt x="2228082" y="3329017"/>
                </a:moveTo>
                <a:lnTo>
                  <a:pt x="2228082" y="3460081"/>
                </a:lnTo>
                <a:moveTo>
                  <a:pt x="2228082" y="3460081"/>
                </a:moveTo>
                <a:lnTo>
                  <a:pt x="2359146" y="3460081"/>
                </a:lnTo>
                <a:moveTo>
                  <a:pt x="2228082" y="3460081"/>
                </a:moveTo>
                <a:lnTo>
                  <a:pt x="2228082" y="3591145"/>
                </a:lnTo>
                <a:moveTo>
                  <a:pt x="2228082" y="3591145"/>
                </a:moveTo>
                <a:lnTo>
                  <a:pt x="2359146" y="3591145"/>
                </a:lnTo>
                <a:moveTo>
                  <a:pt x="2228082" y="3591145"/>
                </a:moveTo>
                <a:lnTo>
                  <a:pt x="2228082" y="3722208"/>
                </a:lnTo>
                <a:moveTo>
                  <a:pt x="2228082" y="3722208"/>
                </a:moveTo>
                <a:lnTo>
                  <a:pt x="2359146" y="3722208"/>
                </a:lnTo>
                <a:moveTo>
                  <a:pt x="2228082" y="3722208"/>
                </a:moveTo>
                <a:lnTo>
                  <a:pt x="2228082" y="3853272"/>
                </a:lnTo>
                <a:moveTo>
                  <a:pt x="2228082" y="3853272"/>
                </a:moveTo>
                <a:lnTo>
                  <a:pt x="2359146" y="3853272"/>
                </a:lnTo>
                <a:moveTo>
                  <a:pt x="2228082" y="3853272"/>
                </a:moveTo>
                <a:lnTo>
                  <a:pt x="2228082" y="3984336"/>
                </a:lnTo>
                <a:moveTo>
                  <a:pt x="2228082" y="3984336"/>
                </a:moveTo>
                <a:lnTo>
                  <a:pt x="2359146" y="3984336"/>
                </a:lnTo>
                <a:moveTo>
                  <a:pt x="2228082" y="3984336"/>
                </a:moveTo>
                <a:lnTo>
                  <a:pt x="2228082" y="4115399"/>
                </a:lnTo>
                <a:moveTo>
                  <a:pt x="2228082" y="4115399"/>
                </a:moveTo>
                <a:lnTo>
                  <a:pt x="2359146" y="4115399"/>
                </a:lnTo>
                <a:moveTo>
                  <a:pt x="2228082" y="4115399"/>
                </a:moveTo>
                <a:lnTo>
                  <a:pt x="2228082" y="4246463"/>
                </a:lnTo>
                <a:moveTo>
                  <a:pt x="2228082" y="4246463"/>
                </a:moveTo>
                <a:lnTo>
                  <a:pt x="2359146" y="4246463"/>
                </a:lnTo>
                <a:moveTo>
                  <a:pt x="2228082" y="4246463"/>
                </a:moveTo>
                <a:lnTo>
                  <a:pt x="2228082" y="4377527"/>
                </a:lnTo>
                <a:moveTo>
                  <a:pt x="2228082" y="4377527"/>
                </a:moveTo>
                <a:lnTo>
                  <a:pt x="2359146" y="4377527"/>
                </a:lnTo>
                <a:moveTo>
                  <a:pt x="2228082" y="4377527"/>
                </a:moveTo>
                <a:lnTo>
                  <a:pt x="2228082" y="4508590"/>
                </a:lnTo>
                <a:moveTo>
                  <a:pt x="2228082" y="4508590"/>
                </a:moveTo>
                <a:lnTo>
                  <a:pt x="2359146" y="4508590"/>
                </a:lnTo>
                <a:moveTo>
                  <a:pt x="2228082" y="4508590"/>
                </a:moveTo>
                <a:lnTo>
                  <a:pt x="2228082" y="4639654"/>
                </a:lnTo>
                <a:moveTo>
                  <a:pt x="2228082" y="4639654"/>
                </a:moveTo>
                <a:lnTo>
                  <a:pt x="2359146" y="4639654"/>
                </a:lnTo>
                <a:moveTo>
                  <a:pt x="2228082" y="4639654"/>
                </a:moveTo>
                <a:lnTo>
                  <a:pt x="2228082" y="4770718"/>
                </a:lnTo>
                <a:moveTo>
                  <a:pt x="2228082" y="4770718"/>
                </a:moveTo>
                <a:lnTo>
                  <a:pt x="2359146" y="4770718"/>
                </a:lnTo>
                <a:moveTo>
                  <a:pt x="2228082" y="4770718"/>
                </a:moveTo>
                <a:lnTo>
                  <a:pt x="2228082" y="4901781"/>
                </a:lnTo>
                <a:moveTo>
                  <a:pt x="2228082" y="4901781"/>
                </a:moveTo>
                <a:lnTo>
                  <a:pt x="2359146" y="4901781"/>
                </a:lnTo>
                <a:moveTo>
                  <a:pt x="2228082" y="4901781"/>
                </a:moveTo>
                <a:lnTo>
                  <a:pt x="2228082" y="4967313"/>
                </a:lnTo>
                <a:moveTo>
                  <a:pt x="2359146" y="0"/>
                </a:moveTo>
                <a:lnTo>
                  <a:pt x="2359146" y="52425"/>
                </a:lnTo>
                <a:moveTo>
                  <a:pt x="2359146" y="52425"/>
                </a:moveTo>
                <a:lnTo>
                  <a:pt x="2490210" y="52425"/>
                </a:lnTo>
                <a:moveTo>
                  <a:pt x="2359146" y="52425"/>
                </a:moveTo>
                <a:lnTo>
                  <a:pt x="2359146" y="183489"/>
                </a:lnTo>
                <a:moveTo>
                  <a:pt x="2359146" y="183489"/>
                </a:moveTo>
                <a:lnTo>
                  <a:pt x="2490210" y="183489"/>
                </a:lnTo>
                <a:moveTo>
                  <a:pt x="2359146" y="183489"/>
                </a:moveTo>
                <a:lnTo>
                  <a:pt x="2359146" y="314553"/>
                </a:lnTo>
                <a:moveTo>
                  <a:pt x="2359146" y="314553"/>
                </a:moveTo>
                <a:lnTo>
                  <a:pt x="2490210" y="314553"/>
                </a:lnTo>
                <a:moveTo>
                  <a:pt x="2359146" y="314553"/>
                </a:moveTo>
                <a:lnTo>
                  <a:pt x="2359146" y="445616"/>
                </a:lnTo>
                <a:moveTo>
                  <a:pt x="2359146" y="445616"/>
                </a:moveTo>
                <a:lnTo>
                  <a:pt x="2490210" y="445616"/>
                </a:lnTo>
                <a:moveTo>
                  <a:pt x="2359146" y="445616"/>
                </a:moveTo>
                <a:lnTo>
                  <a:pt x="2359146" y="576680"/>
                </a:lnTo>
                <a:moveTo>
                  <a:pt x="2359146" y="576680"/>
                </a:moveTo>
                <a:lnTo>
                  <a:pt x="2490210" y="576680"/>
                </a:lnTo>
                <a:moveTo>
                  <a:pt x="2359146" y="576680"/>
                </a:moveTo>
                <a:lnTo>
                  <a:pt x="2359146" y="707744"/>
                </a:lnTo>
                <a:moveTo>
                  <a:pt x="2359146" y="707744"/>
                </a:moveTo>
                <a:lnTo>
                  <a:pt x="2490210" y="707744"/>
                </a:lnTo>
                <a:moveTo>
                  <a:pt x="2359146" y="707744"/>
                </a:moveTo>
                <a:lnTo>
                  <a:pt x="2359146" y="838808"/>
                </a:lnTo>
                <a:moveTo>
                  <a:pt x="2359146" y="838808"/>
                </a:moveTo>
                <a:lnTo>
                  <a:pt x="2490210" y="838808"/>
                </a:lnTo>
                <a:moveTo>
                  <a:pt x="2359146" y="838808"/>
                </a:moveTo>
                <a:lnTo>
                  <a:pt x="2359146" y="969871"/>
                </a:lnTo>
                <a:moveTo>
                  <a:pt x="2359146" y="969871"/>
                </a:moveTo>
                <a:lnTo>
                  <a:pt x="2490210" y="969871"/>
                </a:lnTo>
                <a:moveTo>
                  <a:pt x="2359146" y="969871"/>
                </a:moveTo>
                <a:lnTo>
                  <a:pt x="2359146" y="1100935"/>
                </a:lnTo>
                <a:moveTo>
                  <a:pt x="2359146" y="1100935"/>
                </a:moveTo>
                <a:lnTo>
                  <a:pt x="2490210" y="1100935"/>
                </a:lnTo>
                <a:moveTo>
                  <a:pt x="2359146" y="1100935"/>
                </a:moveTo>
                <a:lnTo>
                  <a:pt x="2359146" y="1231999"/>
                </a:lnTo>
                <a:moveTo>
                  <a:pt x="2359146" y="1231999"/>
                </a:moveTo>
                <a:lnTo>
                  <a:pt x="2490210" y="1231999"/>
                </a:lnTo>
                <a:moveTo>
                  <a:pt x="2359146" y="1231999"/>
                </a:moveTo>
                <a:lnTo>
                  <a:pt x="2359146" y="1363062"/>
                </a:lnTo>
                <a:moveTo>
                  <a:pt x="2359146" y="1363062"/>
                </a:moveTo>
                <a:lnTo>
                  <a:pt x="2490210" y="1363062"/>
                </a:lnTo>
                <a:moveTo>
                  <a:pt x="2359146" y="1363062"/>
                </a:moveTo>
                <a:lnTo>
                  <a:pt x="2359146" y="1494126"/>
                </a:lnTo>
                <a:moveTo>
                  <a:pt x="2359146" y="1494126"/>
                </a:moveTo>
                <a:lnTo>
                  <a:pt x="2490210" y="1494126"/>
                </a:lnTo>
                <a:moveTo>
                  <a:pt x="2359146" y="1494126"/>
                </a:moveTo>
                <a:lnTo>
                  <a:pt x="2359146" y="1625190"/>
                </a:lnTo>
                <a:moveTo>
                  <a:pt x="2359146" y="1625190"/>
                </a:moveTo>
                <a:lnTo>
                  <a:pt x="2490210" y="1625190"/>
                </a:lnTo>
                <a:moveTo>
                  <a:pt x="2359146" y="1625190"/>
                </a:moveTo>
                <a:lnTo>
                  <a:pt x="2359146" y="1756253"/>
                </a:lnTo>
                <a:moveTo>
                  <a:pt x="2359146" y="1756253"/>
                </a:moveTo>
                <a:lnTo>
                  <a:pt x="2490210" y="1756253"/>
                </a:lnTo>
                <a:moveTo>
                  <a:pt x="2359146" y="1756253"/>
                </a:moveTo>
                <a:lnTo>
                  <a:pt x="2359146" y="1887317"/>
                </a:lnTo>
                <a:moveTo>
                  <a:pt x="2359146" y="1887317"/>
                </a:moveTo>
                <a:lnTo>
                  <a:pt x="2490210" y="1887317"/>
                </a:lnTo>
                <a:moveTo>
                  <a:pt x="2359146" y="1887317"/>
                </a:moveTo>
                <a:lnTo>
                  <a:pt x="2359146" y="2018381"/>
                </a:lnTo>
                <a:moveTo>
                  <a:pt x="2359146" y="2018381"/>
                </a:moveTo>
                <a:lnTo>
                  <a:pt x="2490210" y="2018381"/>
                </a:lnTo>
                <a:moveTo>
                  <a:pt x="2359146" y="2018381"/>
                </a:moveTo>
                <a:lnTo>
                  <a:pt x="2359146" y="2149444"/>
                </a:lnTo>
                <a:moveTo>
                  <a:pt x="2359146" y="2149444"/>
                </a:moveTo>
                <a:lnTo>
                  <a:pt x="2490210" y="2149444"/>
                </a:lnTo>
                <a:moveTo>
                  <a:pt x="2359146" y="2149444"/>
                </a:moveTo>
                <a:lnTo>
                  <a:pt x="2359146" y="2280508"/>
                </a:lnTo>
                <a:moveTo>
                  <a:pt x="2359146" y="2280508"/>
                </a:moveTo>
                <a:lnTo>
                  <a:pt x="2490210" y="2280508"/>
                </a:lnTo>
                <a:moveTo>
                  <a:pt x="2359146" y="2280508"/>
                </a:moveTo>
                <a:lnTo>
                  <a:pt x="2359146" y="2411572"/>
                </a:lnTo>
                <a:moveTo>
                  <a:pt x="2359146" y="2411572"/>
                </a:moveTo>
                <a:lnTo>
                  <a:pt x="2490210" y="2411572"/>
                </a:lnTo>
                <a:moveTo>
                  <a:pt x="2359146" y="2411572"/>
                </a:moveTo>
                <a:lnTo>
                  <a:pt x="2359146" y="2542635"/>
                </a:lnTo>
                <a:moveTo>
                  <a:pt x="2359146" y="2542635"/>
                </a:moveTo>
                <a:lnTo>
                  <a:pt x="2490210" y="2542635"/>
                </a:lnTo>
                <a:moveTo>
                  <a:pt x="2359146" y="2542635"/>
                </a:moveTo>
                <a:lnTo>
                  <a:pt x="2359146" y="2673699"/>
                </a:lnTo>
                <a:moveTo>
                  <a:pt x="2359146" y="2673699"/>
                </a:moveTo>
                <a:lnTo>
                  <a:pt x="2490210" y="2673699"/>
                </a:lnTo>
                <a:moveTo>
                  <a:pt x="2359146" y="2673699"/>
                </a:moveTo>
                <a:lnTo>
                  <a:pt x="2359146" y="2804763"/>
                </a:lnTo>
                <a:moveTo>
                  <a:pt x="2359146" y="2804763"/>
                </a:moveTo>
                <a:lnTo>
                  <a:pt x="2490210" y="2804763"/>
                </a:lnTo>
                <a:moveTo>
                  <a:pt x="2359146" y="2804763"/>
                </a:moveTo>
                <a:lnTo>
                  <a:pt x="2359146" y="2935826"/>
                </a:lnTo>
                <a:moveTo>
                  <a:pt x="2359146" y="2935826"/>
                </a:moveTo>
                <a:lnTo>
                  <a:pt x="2490210" y="2935826"/>
                </a:lnTo>
                <a:moveTo>
                  <a:pt x="2359146" y="2935826"/>
                </a:moveTo>
                <a:lnTo>
                  <a:pt x="2359146" y="3066890"/>
                </a:lnTo>
                <a:moveTo>
                  <a:pt x="2359146" y="3066890"/>
                </a:moveTo>
                <a:lnTo>
                  <a:pt x="2490210" y="3066890"/>
                </a:lnTo>
                <a:moveTo>
                  <a:pt x="2359146" y="3066890"/>
                </a:moveTo>
                <a:lnTo>
                  <a:pt x="2359146" y="3197954"/>
                </a:lnTo>
                <a:moveTo>
                  <a:pt x="2359146" y="3197954"/>
                </a:moveTo>
                <a:lnTo>
                  <a:pt x="2490210" y="3197954"/>
                </a:lnTo>
                <a:moveTo>
                  <a:pt x="2359146" y="3197954"/>
                </a:moveTo>
                <a:lnTo>
                  <a:pt x="2359146" y="3329017"/>
                </a:lnTo>
                <a:moveTo>
                  <a:pt x="2359146" y="3329017"/>
                </a:moveTo>
                <a:lnTo>
                  <a:pt x="2490210" y="3329017"/>
                </a:lnTo>
                <a:moveTo>
                  <a:pt x="2359146" y="3329017"/>
                </a:moveTo>
                <a:lnTo>
                  <a:pt x="2359146" y="3460081"/>
                </a:lnTo>
                <a:moveTo>
                  <a:pt x="2359146" y="3460081"/>
                </a:moveTo>
                <a:lnTo>
                  <a:pt x="2490210" y="3460081"/>
                </a:lnTo>
                <a:moveTo>
                  <a:pt x="2359146" y="3460081"/>
                </a:moveTo>
                <a:lnTo>
                  <a:pt x="2359146" y="3591145"/>
                </a:lnTo>
                <a:moveTo>
                  <a:pt x="2359146" y="3591145"/>
                </a:moveTo>
                <a:lnTo>
                  <a:pt x="2490210" y="3591145"/>
                </a:lnTo>
                <a:moveTo>
                  <a:pt x="2359146" y="3591145"/>
                </a:moveTo>
                <a:lnTo>
                  <a:pt x="2359146" y="3722208"/>
                </a:lnTo>
                <a:moveTo>
                  <a:pt x="2359146" y="3722208"/>
                </a:moveTo>
                <a:lnTo>
                  <a:pt x="2490210" y="3722208"/>
                </a:lnTo>
                <a:moveTo>
                  <a:pt x="2359146" y="3722208"/>
                </a:moveTo>
                <a:lnTo>
                  <a:pt x="2359146" y="3853272"/>
                </a:lnTo>
                <a:moveTo>
                  <a:pt x="2359146" y="3853272"/>
                </a:moveTo>
                <a:lnTo>
                  <a:pt x="2490210" y="3853272"/>
                </a:lnTo>
                <a:moveTo>
                  <a:pt x="2359146" y="3853272"/>
                </a:moveTo>
                <a:lnTo>
                  <a:pt x="2359146" y="3984336"/>
                </a:lnTo>
                <a:moveTo>
                  <a:pt x="2359146" y="3984336"/>
                </a:moveTo>
                <a:lnTo>
                  <a:pt x="2490210" y="3984336"/>
                </a:lnTo>
                <a:moveTo>
                  <a:pt x="2359146" y="3984336"/>
                </a:moveTo>
                <a:lnTo>
                  <a:pt x="2359146" y="4115399"/>
                </a:lnTo>
                <a:moveTo>
                  <a:pt x="2359146" y="4115399"/>
                </a:moveTo>
                <a:lnTo>
                  <a:pt x="2490210" y="4115399"/>
                </a:lnTo>
                <a:moveTo>
                  <a:pt x="2359146" y="4115399"/>
                </a:moveTo>
                <a:lnTo>
                  <a:pt x="2359146" y="4246463"/>
                </a:lnTo>
                <a:moveTo>
                  <a:pt x="2359146" y="4246463"/>
                </a:moveTo>
                <a:lnTo>
                  <a:pt x="2490210" y="4246463"/>
                </a:lnTo>
                <a:moveTo>
                  <a:pt x="2359146" y="4246463"/>
                </a:moveTo>
                <a:lnTo>
                  <a:pt x="2359146" y="4377527"/>
                </a:lnTo>
                <a:moveTo>
                  <a:pt x="2359146" y="4377527"/>
                </a:moveTo>
                <a:lnTo>
                  <a:pt x="2490210" y="4377527"/>
                </a:lnTo>
                <a:moveTo>
                  <a:pt x="2359146" y="4377527"/>
                </a:moveTo>
                <a:lnTo>
                  <a:pt x="2359146" y="4508590"/>
                </a:lnTo>
                <a:moveTo>
                  <a:pt x="2359146" y="4508590"/>
                </a:moveTo>
                <a:lnTo>
                  <a:pt x="2490210" y="4508590"/>
                </a:lnTo>
                <a:moveTo>
                  <a:pt x="2359146" y="4508590"/>
                </a:moveTo>
                <a:lnTo>
                  <a:pt x="2359146" y="4639654"/>
                </a:lnTo>
                <a:moveTo>
                  <a:pt x="2359146" y="4639654"/>
                </a:moveTo>
                <a:lnTo>
                  <a:pt x="2490210" y="4639654"/>
                </a:lnTo>
                <a:moveTo>
                  <a:pt x="2359146" y="4639654"/>
                </a:moveTo>
                <a:lnTo>
                  <a:pt x="2359146" y="4770718"/>
                </a:lnTo>
                <a:moveTo>
                  <a:pt x="2359146" y="4770718"/>
                </a:moveTo>
                <a:lnTo>
                  <a:pt x="2490210" y="4770718"/>
                </a:lnTo>
                <a:moveTo>
                  <a:pt x="2359146" y="4770718"/>
                </a:moveTo>
                <a:lnTo>
                  <a:pt x="2359146" y="4901781"/>
                </a:lnTo>
                <a:moveTo>
                  <a:pt x="2359146" y="4901781"/>
                </a:moveTo>
                <a:lnTo>
                  <a:pt x="2490210" y="4901781"/>
                </a:lnTo>
                <a:moveTo>
                  <a:pt x="2359146" y="4901781"/>
                </a:moveTo>
                <a:lnTo>
                  <a:pt x="2359146" y="4967313"/>
                </a:lnTo>
                <a:moveTo>
                  <a:pt x="2490210" y="0"/>
                </a:moveTo>
                <a:lnTo>
                  <a:pt x="2490210" y="52425"/>
                </a:lnTo>
                <a:moveTo>
                  <a:pt x="2490210" y="52425"/>
                </a:moveTo>
                <a:lnTo>
                  <a:pt x="2621274" y="52425"/>
                </a:lnTo>
                <a:moveTo>
                  <a:pt x="2490210" y="52425"/>
                </a:moveTo>
                <a:lnTo>
                  <a:pt x="2490210" y="183489"/>
                </a:lnTo>
                <a:moveTo>
                  <a:pt x="2490210" y="183489"/>
                </a:moveTo>
                <a:lnTo>
                  <a:pt x="2621274" y="183489"/>
                </a:lnTo>
                <a:moveTo>
                  <a:pt x="2490210" y="183489"/>
                </a:moveTo>
                <a:lnTo>
                  <a:pt x="2490210" y="314553"/>
                </a:lnTo>
                <a:moveTo>
                  <a:pt x="2490210" y="314553"/>
                </a:moveTo>
                <a:lnTo>
                  <a:pt x="2621274" y="314553"/>
                </a:lnTo>
                <a:moveTo>
                  <a:pt x="2490210" y="314553"/>
                </a:moveTo>
                <a:lnTo>
                  <a:pt x="2490210" y="445616"/>
                </a:lnTo>
                <a:moveTo>
                  <a:pt x="2490210" y="445616"/>
                </a:moveTo>
                <a:lnTo>
                  <a:pt x="2621274" y="445616"/>
                </a:lnTo>
                <a:moveTo>
                  <a:pt x="2490210" y="445616"/>
                </a:moveTo>
                <a:lnTo>
                  <a:pt x="2490210" y="576680"/>
                </a:lnTo>
                <a:moveTo>
                  <a:pt x="2490210" y="576680"/>
                </a:moveTo>
                <a:lnTo>
                  <a:pt x="2621274" y="576680"/>
                </a:lnTo>
                <a:moveTo>
                  <a:pt x="2490210" y="576680"/>
                </a:moveTo>
                <a:lnTo>
                  <a:pt x="2490210" y="707744"/>
                </a:lnTo>
                <a:moveTo>
                  <a:pt x="2490210" y="707744"/>
                </a:moveTo>
                <a:lnTo>
                  <a:pt x="2621274" y="707744"/>
                </a:lnTo>
                <a:moveTo>
                  <a:pt x="2490210" y="707744"/>
                </a:moveTo>
                <a:lnTo>
                  <a:pt x="2490210" y="838808"/>
                </a:lnTo>
                <a:moveTo>
                  <a:pt x="2490210" y="838808"/>
                </a:moveTo>
                <a:lnTo>
                  <a:pt x="2621274" y="838808"/>
                </a:lnTo>
                <a:moveTo>
                  <a:pt x="2490210" y="838808"/>
                </a:moveTo>
                <a:lnTo>
                  <a:pt x="2490210" y="969871"/>
                </a:lnTo>
                <a:moveTo>
                  <a:pt x="2490210" y="969871"/>
                </a:moveTo>
                <a:lnTo>
                  <a:pt x="2621274" y="969871"/>
                </a:lnTo>
                <a:moveTo>
                  <a:pt x="2490210" y="969871"/>
                </a:moveTo>
                <a:lnTo>
                  <a:pt x="2490210" y="1100935"/>
                </a:lnTo>
                <a:moveTo>
                  <a:pt x="2490210" y="1100935"/>
                </a:moveTo>
                <a:lnTo>
                  <a:pt x="2621274" y="1100935"/>
                </a:lnTo>
                <a:moveTo>
                  <a:pt x="2490210" y="1100935"/>
                </a:moveTo>
                <a:lnTo>
                  <a:pt x="2490210" y="1231999"/>
                </a:lnTo>
                <a:moveTo>
                  <a:pt x="2490210" y="1231999"/>
                </a:moveTo>
                <a:lnTo>
                  <a:pt x="2621274" y="1231999"/>
                </a:lnTo>
                <a:moveTo>
                  <a:pt x="2490210" y="1231999"/>
                </a:moveTo>
                <a:lnTo>
                  <a:pt x="2490210" y="1363062"/>
                </a:lnTo>
                <a:moveTo>
                  <a:pt x="2490210" y="1363062"/>
                </a:moveTo>
                <a:lnTo>
                  <a:pt x="2621274" y="1363062"/>
                </a:lnTo>
                <a:moveTo>
                  <a:pt x="2490210" y="1363062"/>
                </a:moveTo>
                <a:lnTo>
                  <a:pt x="2490210" y="1494126"/>
                </a:lnTo>
                <a:moveTo>
                  <a:pt x="2490210" y="1494126"/>
                </a:moveTo>
                <a:lnTo>
                  <a:pt x="2621274" y="1494126"/>
                </a:lnTo>
                <a:moveTo>
                  <a:pt x="2490210" y="1494126"/>
                </a:moveTo>
                <a:lnTo>
                  <a:pt x="2490210" y="1625190"/>
                </a:lnTo>
                <a:moveTo>
                  <a:pt x="2490210" y="1625190"/>
                </a:moveTo>
                <a:lnTo>
                  <a:pt x="2621274" y="1625190"/>
                </a:lnTo>
                <a:moveTo>
                  <a:pt x="2490210" y="1625190"/>
                </a:moveTo>
                <a:lnTo>
                  <a:pt x="2490210" y="1756253"/>
                </a:lnTo>
                <a:moveTo>
                  <a:pt x="2490210" y="1756253"/>
                </a:moveTo>
                <a:lnTo>
                  <a:pt x="2621274" y="1756253"/>
                </a:lnTo>
                <a:moveTo>
                  <a:pt x="2490210" y="1756253"/>
                </a:moveTo>
                <a:lnTo>
                  <a:pt x="2490210" y="1887317"/>
                </a:lnTo>
                <a:moveTo>
                  <a:pt x="2490210" y="1887317"/>
                </a:moveTo>
                <a:lnTo>
                  <a:pt x="2621274" y="1887317"/>
                </a:lnTo>
                <a:moveTo>
                  <a:pt x="2490210" y="1887317"/>
                </a:moveTo>
                <a:lnTo>
                  <a:pt x="2490210" y="2018381"/>
                </a:lnTo>
                <a:moveTo>
                  <a:pt x="2490210" y="2018381"/>
                </a:moveTo>
                <a:lnTo>
                  <a:pt x="2621274" y="2018381"/>
                </a:lnTo>
                <a:moveTo>
                  <a:pt x="2490210" y="2018381"/>
                </a:moveTo>
                <a:lnTo>
                  <a:pt x="2490210" y="2149444"/>
                </a:lnTo>
                <a:moveTo>
                  <a:pt x="2490210" y="2149444"/>
                </a:moveTo>
                <a:lnTo>
                  <a:pt x="2621274" y="2149444"/>
                </a:lnTo>
                <a:moveTo>
                  <a:pt x="2490210" y="2149444"/>
                </a:moveTo>
                <a:lnTo>
                  <a:pt x="2490210" y="2280508"/>
                </a:lnTo>
                <a:moveTo>
                  <a:pt x="2490210" y="2280508"/>
                </a:moveTo>
                <a:lnTo>
                  <a:pt x="2621274" y="2280508"/>
                </a:lnTo>
                <a:moveTo>
                  <a:pt x="2490210" y="2280508"/>
                </a:moveTo>
                <a:lnTo>
                  <a:pt x="2490210" y="2411572"/>
                </a:lnTo>
                <a:moveTo>
                  <a:pt x="2490210" y="2411572"/>
                </a:moveTo>
                <a:lnTo>
                  <a:pt x="2621274" y="2411572"/>
                </a:lnTo>
                <a:moveTo>
                  <a:pt x="2490210" y="2411572"/>
                </a:moveTo>
                <a:lnTo>
                  <a:pt x="2490210" y="2542635"/>
                </a:lnTo>
                <a:moveTo>
                  <a:pt x="2490210" y="2542635"/>
                </a:moveTo>
                <a:lnTo>
                  <a:pt x="2621274" y="2542635"/>
                </a:lnTo>
                <a:moveTo>
                  <a:pt x="2490210" y="2542635"/>
                </a:moveTo>
                <a:lnTo>
                  <a:pt x="2490210" y="2673699"/>
                </a:lnTo>
                <a:moveTo>
                  <a:pt x="2490210" y="2673699"/>
                </a:moveTo>
                <a:lnTo>
                  <a:pt x="2621274" y="2673699"/>
                </a:lnTo>
                <a:moveTo>
                  <a:pt x="2490210" y="2673699"/>
                </a:moveTo>
                <a:lnTo>
                  <a:pt x="2490210" y="2804763"/>
                </a:lnTo>
                <a:moveTo>
                  <a:pt x="2490210" y="2804763"/>
                </a:moveTo>
                <a:lnTo>
                  <a:pt x="2621274" y="2804763"/>
                </a:lnTo>
                <a:moveTo>
                  <a:pt x="2490210" y="2804763"/>
                </a:moveTo>
                <a:lnTo>
                  <a:pt x="2490210" y="2935826"/>
                </a:lnTo>
                <a:moveTo>
                  <a:pt x="2490210" y="2935826"/>
                </a:moveTo>
                <a:lnTo>
                  <a:pt x="2621274" y="2935826"/>
                </a:lnTo>
                <a:moveTo>
                  <a:pt x="2490210" y="2935826"/>
                </a:moveTo>
                <a:lnTo>
                  <a:pt x="2490210" y="3066890"/>
                </a:lnTo>
                <a:moveTo>
                  <a:pt x="2490210" y="3066890"/>
                </a:moveTo>
                <a:lnTo>
                  <a:pt x="2621274" y="3066890"/>
                </a:lnTo>
                <a:moveTo>
                  <a:pt x="2490210" y="3066890"/>
                </a:moveTo>
                <a:lnTo>
                  <a:pt x="2490210" y="3197954"/>
                </a:lnTo>
                <a:moveTo>
                  <a:pt x="2490210" y="3197954"/>
                </a:moveTo>
                <a:lnTo>
                  <a:pt x="2621274" y="3197954"/>
                </a:lnTo>
                <a:moveTo>
                  <a:pt x="2490210" y="3197954"/>
                </a:moveTo>
                <a:lnTo>
                  <a:pt x="2490210" y="3329017"/>
                </a:lnTo>
                <a:moveTo>
                  <a:pt x="2490210" y="3329017"/>
                </a:moveTo>
                <a:lnTo>
                  <a:pt x="2621274" y="3329017"/>
                </a:lnTo>
                <a:moveTo>
                  <a:pt x="2490210" y="3329017"/>
                </a:moveTo>
                <a:lnTo>
                  <a:pt x="2490210" y="3460081"/>
                </a:lnTo>
                <a:moveTo>
                  <a:pt x="2490210" y="3460081"/>
                </a:moveTo>
                <a:lnTo>
                  <a:pt x="2621274" y="3460081"/>
                </a:lnTo>
                <a:moveTo>
                  <a:pt x="2490210" y="3460081"/>
                </a:moveTo>
                <a:lnTo>
                  <a:pt x="2490210" y="3591145"/>
                </a:lnTo>
                <a:moveTo>
                  <a:pt x="2490210" y="3591145"/>
                </a:moveTo>
                <a:lnTo>
                  <a:pt x="2621274" y="3591145"/>
                </a:lnTo>
                <a:moveTo>
                  <a:pt x="2490210" y="3591145"/>
                </a:moveTo>
                <a:lnTo>
                  <a:pt x="2490210" y="3722208"/>
                </a:lnTo>
                <a:moveTo>
                  <a:pt x="2490210" y="3722208"/>
                </a:moveTo>
                <a:lnTo>
                  <a:pt x="2621274" y="3722208"/>
                </a:lnTo>
                <a:moveTo>
                  <a:pt x="2490210" y="3722208"/>
                </a:moveTo>
                <a:lnTo>
                  <a:pt x="2490210" y="3853272"/>
                </a:lnTo>
                <a:moveTo>
                  <a:pt x="2490210" y="3853272"/>
                </a:moveTo>
                <a:lnTo>
                  <a:pt x="2621274" y="3853272"/>
                </a:lnTo>
                <a:moveTo>
                  <a:pt x="2490210" y="3853272"/>
                </a:moveTo>
                <a:lnTo>
                  <a:pt x="2490210" y="3984336"/>
                </a:lnTo>
                <a:moveTo>
                  <a:pt x="2490210" y="3984336"/>
                </a:moveTo>
                <a:lnTo>
                  <a:pt x="2621274" y="3984336"/>
                </a:lnTo>
                <a:moveTo>
                  <a:pt x="2490210" y="3984336"/>
                </a:moveTo>
                <a:lnTo>
                  <a:pt x="2490210" y="4115399"/>
                </a:lnTo>
                <a:moveTo>
                  <a:pt x="2490210" y="4115399"/>
                </a:moveTo>
                <a:lnTo>
                  <a:pt x="2621274" y="4115399"/>
                </a:lnTo>
                <a:moveTo>
                  <a:pt x="2490210" y="4115399"/>
                </a:moveTo>
                <a:lnTo>
                  <a:pt x="2490210" y="4246463"/>
                </a:lnTo>
                <a:moveTo>
                  <a:pt x="2490210" y="4246463"/>
                </a:moveTo>
                <a:lnTo>
                  <a:pt x="2621274" y="4246463"/>
                </a:lnTo>
                <a:moveTo>
                  <a:pt x="2490210" y="4246463"/>
                </a:moveTo>
                <a:lnTo>
                  <a:pt x="2490210" y="4377527"/>
                </a:lnTo>
                <a:moveTo>
                  <a:pt x="2490210" y="4377527"/>
                </a:moveTo>
                <a:lnTo>
                  <a:pt x="2621274" y="4377527"/>
                </a:lnTo>
                <a:moveTo>
                  <a:pt x="2490210" y="4377527"/>
                </a:moveTo>
                <a:lnTo>
                  <a:pt x="2490210" y="4508590"/>
                </a:lnTo>
                <a:moveTo>
                  <a:pt x="2490210" y="4508590"/>
                </a:moveTo>
                <a:lnTo>
                  <a:pt x="2621274" y="4508590"/>
                </a:lnTo>
                <a:moveTo>
                  <a:pt x="2490210" y="4508590"/>
                </a:moveTo>
                <a:lnTo>
                  <a:pt x="2490210" y="4639654"/>
                </a:lnTo>
                <a:moveTo>
                  <a:pt x="2490210" y="4639654"/>
                </a:moveTo>
                <a:lnTo>
                  <a:pt x="2621274" y="4639654"/>
                </a:lnTo>
                <a:moveTo>
                  <a:pt x="2490210" y="4639654"/>
                </a:moveTo>
                <a:lnTo>
                  <a:pt x="2490210" y="4770718"/>
                </a:lnTo>
                <a:moveTo>
                  <a:pt x="2490210" y="4770718"/>
                </a:moveTo>
                <a:lnTo>
                  <a:pt x="2621274" y="4770718"/>
                </a:lnTo>
                <a:moveTo>
                  <a:pt x="2490210" y="4770718"/>
                </a:moveTo>
                <a:lnTo>
                  <a:pt x="2490210" y="4901781"/>
                </a:lnTo>
                <a:moveTo>
                  <a:pt x="2490210" y="4901781"/>
                </a:moveTo>
                <a:lnTo>
                  <a:pt x="2621274" y="4901781"/>
                </a:lnTo>
                <a:moveTo>
                  <a:pt x="2490210" y="4901781"/>
                </a:moveTo>
                <a:lnTo>
                  <a:pt x="2490210" y="4967313"/>
                </a:lnTo>
                <a:moveTo>
                  <a:pt x="2621274" y="0"/>
                </a:moveTo>
                <a:lnTo>
                  <a:pt x="2621274" y="52425"/>
                </a:lnTo>
                <a:moveTo>
                  <a:pt x="2621274" y="52425"/>
                </a:moveTo>
                <a:lnTo>
                  <a:pt x="2752337" y="52425"/>
                </a:lnTo>
                <a:moveTo>
                  <a:pt x="2621274" y="52425"/>
                </a:moveTo>
                <a:lnTo>
                  <a:pt x="2621274" y="183489"/>
                </a:lnTo>
                <a:moveTo>
                  <a:pt x="2621274" y="183489"/>
                </a:moveTo>
                <a:lnTo>
                  <a:pt x="2752337" y="183489"/>
                </a:lnTo>
                <a:moveTo>
                  <a:pt x="2621274" y="183489"/>
                </a:moveTo>
                <a:lnTo>
                  <a:pt x="2621274" y="314553"/>
                </a:lnTo>
                <a:moveTo>
                  <a:pt x="2621274" y="314553"/>
                </a:moveTo>
                <a:lnTo>
                  <a:pt x="2752337" y="314553"/>
                </a:lnTo>
                <a:moveTo>
                  <a:pt x="2621274" y="314553"/>
                </a:moveTo>
                <a:lnTo>
                  <a:pt x="2621274" y="445616"/>
                </a:lnTo>
                <a:moveTo>
                  <a:pt x="2621274" y="445616"/>
                </a:moveTo>
                <a:lnTo>
                  <a:pt x="2752337" y="445616"/>
                </a:lnTo>
                <a:moveTo>
                  <a:pt x="2621274" y="445616"/>
                </a:moveTo>
                <a:lnTo>
                  <a:pt x="2621274" y="576680"/>
                </a:lnTo>
                <a:moveTo>
                  <a:pt x="2621274" y="576680"/>
                </a:moveTo>
                <a:lnTo>
                  <a:pt x="2752337" y="576680"/>
                </a:lnTo>
                <a:moveTo>
                  <a:pt x="2621274" y="576680"/>
                </a:moveTo>
                <a:lnTo>
                  <a:pt x="2621274" y="707744"/>
                </a:lnTo>
                <a:moveTo>
                  <a:pt x="2621274" y="707744"/>
                </a:moveTo>
                <a:lnTo>
                  <a:pt x="2752337" y="707744"/>
                </a:lnTo>
                <a:moveTo>
                  <a:pt x="2621274" y="707744"/>
                </a:moveTo>
                <a:lnTo>
                  <a:pt x="2621274" y="838808"/>
                </a:lnTo>
                <a:moveTo>
                  <a:pt x="2621274" y="838808"/>
                </a:moveTo>
                <a:lnTo>
                  <a:pt x="2752337" y="838808"/>
                </a:lnTo>
                <a:moveTo>
                  <a:pt x="2621274" y="838808"/>
                </a:moveTo>
                <a:lnTo>
                  <a:pt x="2621274" y="969871"/>
                </a:lnTo>
                <a:moveTo>
                  <a:pt x="2621274" y="969871"/>
                </a:moveTo>
                <a:lnTo>
                  <a:pt x="2752337" y="969871"/>
                </a:lnTo>
                <a:moveTo>
                  <a:pt x="2621274" y="969871"/>
                </a:moveTo>
                <a:lnTo>
                  <a:pt x="2621274" y="1100935"/>
                </a:lnTo>
                <a:moveTo>
                  <a:pt x="2621274" y="1100935"/>
                </a:moveTo>
                <a:lnTo>
                  <a:pt x="2752337" y="1100935"/>
                </a:lnTo>
                <a:moveTo>
                  <a:pt x="2621274" y="1100935"/>
                </a:moveTo>
                <a:lnTo>
                  <a:pt x="2621274" y="1231999"/>
                </a:lnTo>
                <a:moveTo>
                  <a:pt x="2621274" y="1231999"/>
                </a:moveTo>
                <a:lnTo>
                  <a:pt x="2752337" y="1231999"/>
                </a:lnTo>
                <a:moveTo>
                  <a:pt x="2621274" y="1231999"/>
                </a:moveTo>
                <a:lnTo>
                  <a:pt x="2621274" y="1363062"/>
                </a:lnTo>
                <a:moveTo>
                  <a:pt x="2621274" y="1363062"/>
                </a:moveTo>
                <a:lnTo>
                  <a:pt x="2752337" y="1363062"/>
                </a:lnTo>
                <a:moveTo>
                  <a:pt x="2621274" y="1363062"/>
                </a:moveTo>
                <a:lnTo>
                  <a:pt x="2621274" y="1494126"/>
                </a:lnTo>
                <a:moveTo>
                  <a:pt x="2621274" y="1494126"/>
                </a:moveTo>
                <a:lnTo>
                  <a:pt x="2752337" y="1494126"/>
                </a:lnTo>
                <a:moveTo>
                  <a:pt x="2621274" y="1494126"/>
                </a:moveTo>
                <a:lnTo>
                  <a:pt x="2621274" y="1625190"/>
                </a:lnTo>
                <a:moveTo>
                  <a:pt x="2621274" y="1625190"/>
                </a:moveTo>
                <a:lnTo>
                  <a:pt x="2752337" y="1625190"/>
                </a:lnTo>
                <a:moveTo>
                  <a:pt x="2621274" y="1625190"/>
                </a:moveTo>
                <a:lnTo>
                  <a:pt x="2621274" y="1756253"/>
                </a:lnTo>
                <a:moveTo>
                  <a:pt x="2621274" y="1756253"/>
                </a:moveTo>
                <a:lnTo>
                  <a:pt x="2752337" y="1756253"/>
                </a:lnTo>
                <a:moveTo>
                  <a:pt x="2621274" y="1756253"/>
                </a:moveTo>
                <a:lnTo>
                  <a:pt x="2621274" y="1887317"/>
                </a:lnTo>
                <a:moveTo>
                  <a:pt x="2621274" y="1887317"/>
                </a:moveTo>
                <a:lnTo>
                  <a:pt x="2752337" y="1887317"/>
                </a:lnTo>
                <a:moveTo>
                  <a:pt x="2621274" y="1887317"/>
                </a:moveTo>
                <a:lnTo>
                  <a:pt x="2621274" y="2018381"/>
                </a:lnTo>
                <a:moveTo>
                  <a:pt x="2621274" y="2018381"/>
                </a:moveTo>
                <a:lnTo>
                  <a:pt x="2752337" y="2018381"/>
                </a:lnTo>
                <a:moveTo>
                  <a:pt x="2621274" y="2018381"/>
                </a:moveTo>
                <a:lnTo>
                  <a:pt x="2621274" y="2149444"/>
                </a:lnTo>
                <a:moveTo>
                  <a:pt x="2621274" y="2149444"/>
                </a:moveTo>
                <a:lnTo>
                  <a:pt x="2752337" y="2149444"/>
                </a:lnTo>
                <a:moveTo>
                  <a:pt x="2621274" y="2149444"/>
                </a:moveTo>
                <a:lnTo>
                  <a:pt x="2621274" y="2280508"/>
                </a:lnTo>
                <a:moveTo>
                  <a:pt x="2621274" y="2280508"/>
                </a:moveTo>
                <a:lnTo>
                  <a:pt x="2752337" y="2280508"/>
                </a:lnTo>
                <a:moveTo>
                  <a:pt x="2621274" y="2280508"/>
                </a:moveTo>
                <a:lnTo>
                  <a:pt x="2621274" y="2411572"/>
                </a:lnTo>
                <a:moveTo>
                  <a:pt x="2621274" y="2411572"/>
                </a:moveTo>
                <a:lnTo>
                  <a:pt x="2752337" y="2411572"/>
                </a:lnTo>
                <a:moveTo>
                  <a:pt x="2621274" y="2411572"/>
                </a:moveTo>
                <a:lnTo>
                  <a:pt x="2621274" y="2542635"/>
                </a:lnTo>
                <a:moveTo>
                  <a:pt x="2621274" y="2542635"/>
                </a:moveTo>
                <a:lnTo>
                  <a:pt x="2752337" y="2542635"/>
                </a:lnTo>
                <a:moveTo>
                  <a:pt x="2621274" y="2542635"/>
                </a:moveTo>
                <a:lnTo>
                  <a:pt x="2621274" y="2673699"/>
                </a:lnTo>
                <a:moveTo>
                  <a:pt x="2621274" y="2673699"/>
                </a:moveTo>
                <a:lnTo>
                  <a:pt x="2752337" y="2673699"/>
                </a:lnTo>
                <a:moveTo>
                  <a:pt x="2621274" y="2673699"/>
                </a:moveTo>
                <a:lnTo>
                  <a:pt x="2621274" y="2804763"/>
                </a:lnTo>
                <a:moveTo>
                  <a:pt x="2621274" y="2804763"/>
                </a:moveTo>
                <a:lnTo>
                  <a:pt x="2752337" y="2804763"/>
                </a:lnTo>
                <a:moveTo>
                  <a:pt x="2621274" y="2804763"/>
                </a:moveTo>
                <a:lnTo>
                  <a:pt x="2621274" y="2935826"/>
                </a:lnTo>
                <a:moveTo>
                  <a:pt x="2621274" y="2935826"/>
                </a:moveTo>
                <a:lnTo>
                  <a:pt x="2752337" y="2935826"/>
                </a:lnTo>
                <a:moveTo>
                  <a:pt x="2621274" y="2935826"/>
                </a:moveTo>
                <a:lnTo>
                  <a:pt x="2621274" y="3066890"/>
                </a:lnTo>
                <a:moveTo>
                  <a:pt x="2621274" y="3066890"/>
                </a:moveTo>
                <a:lnTo>
                  <a:pt x="2752337" y="3066890"/>
                </a:lnTo>
                <a:moveTo>
                  <a:pt x="2621274" y="3066890"/>
                </a:moveTo>
                <a:lnTo>
                  <a:pt x="2621274" y="3197954"/>
                </a:lnTo>
                <a:moveTo>
                  <a:pt x="2621274" y="3197954"/>
                </a:moveTo>
                <a:lnTo>
                  <a:pt x="2752337" y="3197954"/>
                </a:lnTo>
                <a:moveTo>
                  <a:pt x="2621274" y="3197954"/>
                </a:moveTo>
                <a:lnTo>
                  <a:pt x="2621274" y="3329017"/>
                </a:lnTo>
                <a:moveTo>
                  <a:pt x="2621274" y="3329017"/>
                </a:moveTo>
                <a:lnTo>
                  <a:pt x="2752337" y="3329017"/>
                </a:lnTo>
                <a:moveTo>
                  <a:pt x="2621274" y="3329017"/>
                </a:moveTo>
                <a:lnTo>
                  <a:pt x="2621274" y="3460081"/>
                </a:lnTo>
                <a:moveTo>
                  <a:pt x="2621274" y="3460081"/>
                </a:moveTo>
                <a:lnTo>
                  <a:pt x="2752337" y="3460081"/>
                </a:lnTo>
                <a:moveTo>
                  <a:pt x="2621274" y="3460081"/>
                </a:moveTo>
                <a:lnTo>
                  <a:pt x="2621274" y="3591145"/>
                </a:lnTo>
                <a:moveTo>
                  <a:pt x="2621274" y="3591145"/>
                </a:moveTo>
                <a:lnTo>
                  <a:pt x="2752337" y="3591145"/>
                </a:lnTo>
                <a:moveTo>
                  <a:pt x="2621274" y="3591145"/>
                </a:moveTo>
                <a:lnTo>
                  <a:pt x="2621274" y="3722208"/>
                </a:lnTo>
                <a:moveTo>
                  <a:pt x="2621274" y="3722208"/>
                </a:moveTo>
                <a:lnTo>
                  <a:pt x="2752337" y="3722208"/>
                </a:lnTo>
                <a:moveTo>
                  <a:pt x="2621274" y="3722208"/>
                </a:moveTo>
                <a:lnTo>
                  <a:pt x="2621274" y="3853272"/>
                </a:lnTo>
                <a:moveTo>
                  <a:pt x="2621274" y="3853272"/>
                </a:moveTo>
                <a:lnTo>
                  <a:pt x="2752337" y="3853272"/>
                </a:lnTo>
                <a:moveTo>
                  <a:pt x="2621274" y="3853272"/>
                </a:moveTo>
                <a:lnTo>
                  <a:pt x="2621274" y="3984336"/>
                </a:lnTo>
                <a:moveTo>
                  <a:pt x="2621274" y="3984336"/>
                </a:moveTo>
                <a:lnTo>
                  <a:pt x="2752337" y="3984336"/>
                </a:lnTo>
                <a:moveTo>
                  <a:pt x="2621274" y="3984336"/>
                </a:moveTo>
                <a:lnTo>
                  <a:pt x="2621274" y="4115399"/>
                </a:lnTo>
                <a:moveTo>
                  <a:pt x="2621274" y="4115399"/>
                </a:moveTo>
                <a:lnTo>
                  <a:pt x="2752337" y="4115399"/>
                </a:lnTo>
                <a:moveTo>
                  <a:pt x="2621274" y="4115399"/>
                </a:moveTo>
                <a:lnTo>
                  <a:pt x="2621274" y="4246463"/>
                </a:lnTo>
                <a:moveTo>
                  <a:pt x="2621274" y="4246463"/>
                </a:moveTo>
                <a:lnTo>
                  <a:pt x="2752337" y="4246463"/>
                </a:lnTo>
                <a:moveTo>
                  <a:pt x="2621274" y="4246463"/>
                </a:moveTo>
                <a:lnTo>
                  <a:pt x="2621274" y="4377527"/>
                </a:lnTo>
                <a:moveTo>
                  <a:pt x="2621274" y="4377527"/>
                </a:moveTo>
                <a:lnTo>
                  <a:pt x="2752337" y="4377527"/>
                </a:lnTo>
                <a:moveTo>
                  <a:pt x="2621274" y="4377527"/>
                </a:moveTo>
                <a:lnTo>
                  <a:pt x="2621274" y="4508590"/>
                </a:lnTo>
                <a:moveTo>
                  <a:pt x="2621274" y="4508590"/>
                </a:moveTo>
                <a:lnTo>
                  <a:pt x="2752337" y="4508590"/>
                </a:lnTo>
                <a:moveTo>
                  <a:pt x="2621274" y="4508590"/>
                </a:moveTo>
                <a:lnTo>
                  <a:pt x="2621274" y="4639654"/>
                </a:lnTo>
                <a:moveTo>
                  <a:pt x="2621274" y="4639654"/>
                </a:moveTo>
                <a:lnTo>
                  <a:pt x="2752337" y="4639654"/>
                </a:lnTo>
                <a:moveTo>
                  <a:pt x="2621274" y="4639654"/>
                </a:moveTo>
                <a:lnTo>
                  <a:pt x="2621274" y="4770718"/>
                </a:lnTo>
                <a:moveTo>
                  <a:pt x="2621274" y="4770718"/>
                </a:moveTo>
                <a:lnTo>
                  <a:pt x="2752337" y="4770718"/>
                </a:lnTo>
                <a:moveTo>
                  <a:pt x="2621274" y="4770718"/>
                </a:moveTo>
                <a:lnTo>
                  <a:pt x="2621274" y="4901781"/>
                </a:lnTo>
                <a:moveTo>
                  <a:pt x="2621274" y="4901781"/>
                </a:moveTo>
                <a:lnTo>
                  <a:pt x="2752337" y="4901781"/>
                </a:lnTo>
                <a:moveTo>
                  <a:pt x="2621274" y="4901781"/>
                </a:moveTo>
                <a:lnTo>
                  <a:pt x="2621274" y="4967313"/>
                </a:lnTo>
                <a:moveTo>
                  <a:pt x="2752337" y="0"/>
                </a:moveTo>
                <a:lnTo>
                  <a:pt x="2752337" y="52425"/>
                </a:lnTo>
                <a:moveTo>
                  <a:pt x="2752337" y="52425"/>
                </a:moveTo>
                <a:lnTo>
                  <a:pt x="2883401" y="52425"/>
                </a:lnTo>
                <a:moveTo>
                  <a:pt x="2752337" y="52425"/>
                </a:moveTo>
                <a:lnTo>
                  <a:pt x="2752337" y="183489"/>
                </a:lnTo>
                <a:moveTo>
                  <a:pt x="2752337" y="183489"/>
                </a:moveTo>
                <a:lnTo>
                  <a:pt x="2883401" y="183489"/>
                </a:lnTo>
                <a:moveTo>
                  <a:pt x="2752337" y="183489"/>
                </a:moveTo>
                <a:lnTo>
                  <a:pt x="2752337" y="314553"/>
                </a:lnTo>
                <a:moveTo>
                  <a:pt x="2752337" y="314553"/>
                </a:moveTo>
                <a:lnTo>
                  <a:pt x="2883401" y="314553"/>
                </a:lnTo>
                <a:moveTo>
                  <a:pt x="2752337" y="314553"/>
                </a:moveTo>
                <a:lnTo>
                  <a:pt x="2752337" y="445616"/>
                </a:lnTo>
                <a:moveTo>
                  <a:pt x="2752337" y="445616"/>
                </a:moveTo>
                <a:lnTo>
                  <a:pt x="2883401" y="445616"/>
                </a:lnTo>
                <a:moveTo>
                  <a:pt x="2752337" y="445616"/>
                </a:moveTo>
                <a:lnTo>
                  <a:pt x="2752337" y="576680"/>
                </a:lnTo>
                <a:moveTo>
                  <a:pt x="2752337" y="576680"/>
                </a:moveTo>
                <a:lnTo>
                  <a:pt x="2883401" y="576680"/>
                </a:lnTo>
                <a:moveTo>
                  <a:pt x="2752337" y="576680"/>
                </a:moveTo>
                <a:lnTo>
                  <a:pt x="2752337" y="707744"/>
                </a:lnTo>
                <a:moveTo>
                  <a:pt x="2752337" y="707744"/>
                </a:moveTo>
                <a:lnTo>
                  <a:pt x="2883401" y="707744"/>
                </a:lnTo>
                <a:moveTo>
                  <a:pt x="2752337" y="707744"/>
                </a:moveTo>
                <a:lnTo>
                  <a:pt x="2752337" y="838808"/>
                </a:lnTo>
                <a:moveTo>
                  <a:pt x="2752337" y="838808"/>
                </a:moveTo>
                <a:lnTo>
                  <a:pt x="2883401" y="838808"/>
                </a:lnTo>
                <a:moveTo>
                  <a:pt x="2752337" y="838808"/>
                </a:moveTo>
                <a:lnTo>
                  <a:pt x="2752337" y="969871"/>
                </a:lnTo>
                <a:moveTo>
                  <a:pt x="2752337" y="969871"/>
                </a:moveTo>
                <a:lnTo>
                  <a:pt x="2883401" y="969871"/>
                </a:lnTo>
                <a:moveTo>
                  <a:pt x="2752337" y="969871"/>
                </a:moveTo>
                <a:lnTo>
                  <a:pt x="2752337" y="1100935"/>
                </a:lnTo>
                <a:moveTo>
                  <a:pt x="2752337" y="1100935"/>
                </a:moveTo>
                <a:lnTo>
                  <a:pt x="2883401" y="1100935"/>
                </a:lnTo>
                <a:moveTo>
                  <a:pt x="2752337" y="1100935"/>
                </a:moveTo>
                <a:lnTo>
                  <a:pt x="2752337" y="1231999"/>
                </a:lnTo>
                <a:moveTo>
                  <a:pt x="2752337" y="1231999"/>
                </a:moveTo>
                <a:lnTo>
                  <a:pt x="2883401" y="1231999"/>
                </a:lnTo>
                <a:moveTo>
                  <a:pt x="2752337" y="1231999"/>
                </a:moveTo>
                <a:lnTo>
                  <a:pt x="2752337" y="1363062"/>
                </a:lnTo>
                <a:moveTo>
                  <a:pt x="2752337" y="1363062"/>
                </a:moveTo>
                <a:lnTo>
                  <a:pt x="2883401" y="1363062"/>
                </a:lnTo>
                <a:moveTo>
                  <a:pt x="2752337" y="1363062"/>
                </a:moveTo>
                <a:lnTo>
                  <a:pt x="2752337" y="1494126"/>
                </a:lnTo>
                <a:moveTo>
                  <a:pt x="2752337" y="1494126"/>
                </a:moveTo>
                <a:lnTo>
                  <a:pt x="2883401" y="1494126"/>
                </a:lnTo>
                <a:moveTo>
                  <a:pt x="2752337" y="1494126"/>
                </a:moveTo>
                <a:lnTo>
                  <a:pt x="2752337" y="1625190"/>
                </a:lnTo>
                <a:moveTo>
                  <a:pt x="2752337" y="1625190"/>
                </a:moveTo>
                <a:lnTo>
                  <a:pt x="2883401" y="1625190"/>
                </a:lnTo>
                <a:moveTo>
                  <a:pt x="2752337" y="1625190"/>
                </a:moveTo>
                <a:lnTo>
                  <a:pt x="2752337" y="1756253"/>
                </a:lnTo>
                <a:moveTo>
                  <a:pt x="2752337" y="1756253"/>
                </a:moveTo>
                <a:lnTo>
                  <a:pt x="2883401" y="1756253"/>
                </a:lnTo>
                <a:moveTo>
                  <a:pt x="2752337" y="1756253"/>
                </a:moveTo>
                <a:lnTo>
                  <a:pt x="2752337" y="1887317"/>
                </a:lnTo>
                <a:moveTo>
                  <a:pt x="2752337" y="1887317"/>
                </a:moveTo>
                <a:lnTo>
                  <a:pt x="2883401" y="1887317"/>
                </a:lnTo>
                <a:moveTo>
                  <a:pt x="2752337" y="1887317"/>
                </a:moveTo>
                <a:lnTo>
                  <a:pt x="2752337" y="2018381"/>
                </a:lnTo>
                <a:moveTo>
                  <a:pt x="2752337" y="2018381"/>
                </a:moveTo>
                <a:lnTo>
                  <a:pt x="2883401" y="2018381"/>
                </a:lnTo>
                <a:moveTo>
                  <a:pt x="2752337" y="2018381"/>
                </a:moveTo>
                <a:lnTo>
                  <a:pt x="2752337" y="2149444"/>
                </a:lnTo>
                <a:moveTo>
                  <a:pt x="2752337" y="2149444"/>
                </a:moveTo>
                <a:lnTo>
                  <a:pt x="2883401" y="2149444"/>
                </a:lnTo>
                <a:moveTo>
                  <a:pt x="2752337" y="2149444"/>
                </a:moveTo>
                <a:lnTo>
                  <a:pt x="2752337" y="2280508"/>
                </a:lnTo>
                <a:moveTo>
                  <a:pt x="2752337" y="2280508"/>
                </a:moveTo>
                <a:lnTo>
                  <a:pt x="2883401" y="2280508"/>
                </a:lnTo>
                <a:moveTo>
                  <a:pt x="2752337" y="2280508"/>
                </a:moveTo>
                <a:lnTo>
                  <a:pt x="2752337" y="2411572"/>
                </a:lnTo>
                <a:moveTo>
                  <a:pt x="2752337" y="2411572"/>
                </a:moveTo>
                <a:lnTo>
                  <a:pt x="2883401" y="2411572"/>
                </a:lnTo>
                <a:moveTo>
                  <a:pt x="2752337" y="2411572"/>
                </a:moveTo>
                <a:lnTo>
                  <a:pt x="2752337" y="2542635"/>
                </a:lnTo>
                <a:moveTo>
                  <a:pt x="2752337" y="2542635"/>
                </a:moveTo>
                <a:lnTo>
                  <a:pt x="2883401" y="2542635"/>
                </a:lnTo>
                <a:moveTo>
                  <a:pt x="2752337" y="2542635"/>
                </a:moveTo>
                <a:lnTo>
                  <a:pt x="2752337" y="2673699"/>
                </a:lnTo>
                <a:moveTo>
                  <a:pt x="2752337" y="2673699"/>
                </a:moveTo>
                <a:lnTo>
                  <a:pt x="2883401" y="2673699"/>
                </a:lnTo>
                <a:moveTo>
                  <a:pt x="2752337" y="2673699"/>
                </a:moveTo>
                <a:lnTo>
                  <a:pt x="2752337" y="2804763"/>
                </a:lnTo>
                <a:moveTo>
                  <a:pt x="2752337" y="2804763"/>
                </a:moveTo>
                <a:lnTo>
                  <a:pt x="2883401" y="2804763"/>
                </a:lnTo>
                <a:moveTo>
                  <a:pt x="2752337" y="2804763"/>
                </a:moveTo>
                <a:lnTo>
                  <a:pt x="2752337" y="2935826"/>
                </a:lnTo>
                <a:moveTo>
                  <a:pt x="2752337" y="2935826"/>
                </a:moveTo>
                <a:lnTo>
                  <a:pt x="2883401" y="2935826"/>
                </a:lnTo>
                <a:moveTo>
                  <a:pt x="2752337" y="2935826"/>
                </a:moveTo>
                <a:lnTo>
                  <a:pt x="2752337" y="3066890"/>
                </a:lnTo>
                <a:moveTo>
                  <a:pt x="2752337" y="3066890"/>
                </a:moveTo>
                <a:lnTo>
                  <a:pt x="2883401" y="3066890"/>
                </a:lnTo>
                <a:moveTo>
                  <a:pt x="2752337" y="3066890"/>
                </a:moveTo>
                <a:lnTo>
                  <a:pt x="2752337" y="3197954"/>
                </a:lnTo>
                <a:moveTo>
                  <a:pt x="2752337" y="3197954"/>
                </a:moveTo>
                <a:lnTo>
                  <a:pt x="2883401" y="3197954"/>
                </a:lnTo>
                <a:moveTo>
                  <a:pt x="2752337" y="3197954"/>
                </a:moveTo>
                <a:lnTo>
                  <a:pt x="2752337" y="3329017"/>
                </a:lnTo>
                <a:moveTo>
                  <a:pt x="2752337" y="3329017"/>
                </a:moveTo>
                <a:lnTo>
                  <a:pt x="2883401" y="3329017"/>
                </a:lnTo>
                <a:moveTo>
                  <a:pt x="2752337" y="3329017"/>
                </a:moveTo>
                <a:lnTo>
                  <a:pt x="2752337" y="3460081"/>
                </a:lnTo>
                <a:moveTo>
                  <a:pt x="2752337" y="3460081"/>
                </a:moveTo>
                <a:lnTo>
                  <a:pt x="2883401" y="3460081"/>
                </a:lnTo>
                <a:moveTo>
                  <a:pt x="2752337" y="3460081"/>
                </a:moveTo>
                <a:lnTo>
                  <a:pt x="2752337" y="3591145"/>
                </a:lnTo>
                <a:moveTo>
                  <a:pt x="2752337" y="3591145"/>
                </a:moveTo>
                <a:lnTo>
                  <a:pt x="2883401" y="3591145"/>
                </a:lnTo>
                <a:moveTo>
                  <a:pt x="2752337" y="3591145"/>
                </a:moveTo>
                <a:lnTo>
                  <a:pt x="2752337" y="3722208"/>
                </a:lnTo>
                <a:moveTo>
                  <a:pt x="2752337" y="3722208"/>
                </a:moveTo>
                <a:lnTo>
                  <a:pt x="2883401" y="3722208"/>
                </a:lnTo>
                <a:moveTo>
                  <a:pt x="2752337" y="3722208"/>
                </a:moveTo>
                <a:lnTo>
                  <a:pt x="2752337" y="3853272"/>
                </a:lnTo>
                <a:moveTo>
                  <a:pt x="2752337" y="3853272"/>
                </a:moveTo>
                <a:lnTo>
                  <a:pt x="2883401" y="3853272"/>
                </a:lnTo>
                <a:moveTo>
                  <a:pt x="2752337" y="3853272"/>
                </a:moveTo>
                <a:lnTo>
                  <a:pt x="2752337" y="3984336"/>
                </a:lnTo>
                <a:moveTo>
                  <a:pt x="2752337" y="3984336"/>
                </a:moveTo>
                <a:lnTo>
                  <a:pt x="2883401" y="3984336"/>
                </a:lnTo>
                <a:moveTo>
                  <a:pt x="2752337" y="3984336"/>
                </a:moveTo>
                <a:lnTo>
                  <a:pt x="2752337" y="4115399"/>
                </a:lnTo>
                <a:moveTo>
                  <a:pt x="2752337" y="4115399"/>
                </a:moveTo>
                <a:lnTo>
                  <a:pt x="2883401" y="4115399"/>
                </a:lnTo>
                <a:moveTo>
                  <a:pt x="2752337" y="4115399"/>
                </a:moveTo>
                <a:lnTo>
                  <a:pt x="2752337" y="4246463"/>
                </a:lnTo>
                <a:moveTo>
                  <a:pt x="2752337" y="4246463"/>
                </a:moveTo>
                <a:lnTo>
                  <a:pt x="2883401" y="4246463"/>
                </a:lnTo>
                <a:moveTo>
                  <a:pt x="2752337" y="4246463"/>
                </a:moveTo>
                <a:lnTo>
                  <a:pt x="2752337" y="4377527"/>
                </a:lnTo>
                <a:moveTo>
                  <a:pt x="2752337" y="4377527"/>
                </a:moveTo>
                <a:lnTo>
                  <a:pt x="2883401" y="4377527"/>
                </a:lnTo>
                <a:moveTo>
                  <a:pt x="2752337" y="4377527"/>
                </a:moveTo>
                <a:lnTo>
                  <a:pt x="2752337" y="4508590"/>
                </a:lnTo>
                <a:moveTo>
                  <a:pt x="2752337" y="4508590"/>
                </a:moveTo>
                <a:lnTo>
                  <a:pt x="2883401" y="4508590"/>
                </a:lnTo>
                <a:moveTo>
                  <a:pt x="2752337" y="4508590"/>
                </a:moveTo>
                <a:lnTo>
                  <a:pt x="2752337" y="4639654"/>
                </a:lnTo>
                <a:moveTo>
                  <a:pt x="2752337" y="4639654"/>
                </a:moveTo>
                <a:lnTo>
                  <a:pt x="2883401" y="4639654"/>
                </a:lnTo>
                <a:moveTo>
                  <a:pt x="2752337" y="4639654"/>
                </a:moveTo>
                <a:lnTo>
                  <a:pt x="2752337" y="4770718"/>
                </a:lnTo>
                <a:moveTo>
                  <a:pt x="2752337" y="4770718"/>
                </a:moveTo>
                <a:lnTo>
                  <a:pt x="2883401" y="4770718"/>
                </a:lnTo>
                <a:moveTo>
                  <a:pt x="2752337" y="4770718"/>
                </a:moveTo>
                <a:lnTo>
                  <a:pt x="2752337" y="4901781"/>
                </a:lnTo>
                <a:moveTo>
                  <a:pt x="2752337" y="4901781"/>
                </a:moveTo>
                <a:lnTo>
                  <a:pt x="2883401" y="4901781"/>
                </a:lnTo>
                <a:moveTo>
                  <a:pt x="2752337" y="4901781"/>
                </a:moveTo>
                <a:lnTo>
                  <a:pt x="2752337" y="4967313"/>
                </a:lnTo>
                <a:moveTo>
                  <a:pt x="2883401" y="0"/>
                </a:moveTo>
                <a:lnTo>
                  <a:pt x="2883401" y="52425"/>
                </a:lnTo>
                <a:moveTo>
                  <a:pt x="2883401" y="52425"/>
                </a:moveTo>
                <a:lnTo>
                  <a:pt x="3014465" y="52425"/>
                </a:lnTo>
                <a:moveTo>
                  <a:pt x="2883401" y="52425"/>
                </a:moveTo>
                <a:lnTo>
                  <a:pt x="2883401" y="183489"/>
                </a:lnTo>
                <a:moveTo>
                  <a:pt x="2883401" y="183489"/>
                </a:moveTo>
                <a:lnTo>
                  <a:pt x="3014465" y="183489"/>
                </a:lnTo>
                <a:moveTo>
                  <a:pt x="2883401" y="183489"/>
                </a:moveTo>
                <a:lnTo>
                  <a:pt x="2883401" y="314553"/>
                </a:lnTo>
                <a:moveTo>
                  <a:pt x="2883401" y="314553"/>
                </a:moveTo>
                <a:lnTo>
                  <a:pt x="3014465" y="314553"/>
                </a:lnTo>
                <a:moveTo>
                  <a:pt x="2883401" y="314553"/>
                </a:moveTo>
                <a:lnTo>
                  <a:pt x="2883401" y="445616"/>
                </a:lnTo>
                <a:moveTo>
                  <a:pt x="2883401" y="445616"/>
                </a:moveTo>
                <a:lnTo>
                  <a:pt x="3014465" y="445616"/>
                </a:lnTo>
                <a:moveTo>
                  <a:pt x="2883401" y="445616"/>
                </a:moveTo>
                <a:lnTo>
                  <a:pt x="2883401" y="576680"/>
                </a:lnTo>
                <a:moveTo>
                  <a:pt x="2883401" y="576680"/>
                </a:moveTo>
                <a:lnTo>
                  <a:pt x="3014465" y="576680"/>
                </a:lnTo>
                <a:moveTo>
                  <a:pt x="2883401" y="576680"/>
                </a:moveTo>
                <a:lnTo>
                  <a:pt x="2883401" y="707744"/>
                </a:lnTo>
                <a:moveTo>
                  <a:pt x="2883401" y="707744"/>
                </a:moveTo>
                <a:lnTo>
                  <a:pt x="3014465" y="707744"/>
                </a:lnTo>
                <a:moveTo>
                  <a:pt x="2883401" y="707744"/>
                </a:moveTo>
                <a:lnTo>
                  <a:pt x="2883401" y="838808"/>
                </a:lnTo>
                <a:moveTo>
                  <a:pt x="2883401" y="838808"/>
                </a:moveTo>
                <a:lnTo>
                  <a:pt x="3014465" y="838808"/>
                </a:lnTo>
                <a:moveTo>
                  <a:pt x="2883401" y="838808"/>
                </a:moveTo>
                <a:lnTo>
                  <a:pt x="2883401" y="969871"/>
                </a:lnTo>
                <a:moveTo>
                  <a:pt x="2883401" y="969871"/>
                </a:moveTo>
                <a:lnTo>
                  <a:pt x="3014465" y="969871"/>
                </a:lnTo>
                <a:moveTo>
                  <a:pt x="2883401" y="969871"/>
                </a:moveTo>
                <a:lnTo>
                  <a:pt x="2883401" y="1100935"/>
                </a:lnTo>
                <a:moveTo>
                  <a:pt x="2883401" y="1100935"/>
                </a:moveTo>
                <a:lnTo>
                  <a:pt x="3014465" y="1100935"/>
                </a:lnTo>
                <a:moveTo>
                  <a:pt x="2883401" y="1100935"/>
                </a:moveTo>
                <a:lnTo>
                  <a:pt x="2883401" y="1231999"/>
                </a:lnTo>
                <a:moveTo>
                  <a:pt x="2883401" y="1231999"/>
                </a:moveTo>
                <a:lnTo>
                  <a:pt x="3014465" y="1231999"/>
                </a:lnTo>
                <a:moveTo>
                  <a:pt x="2883401" y="1231999"/>
                </a:moveTo>
                <a:lnTo>
                  <a:pt x="2883401" y="1363062"/>
                </a:lnTo>
                <a:moveTo>
                  <a:pt x="2883401" y="1363062"/>
                </a:moveTo>
                <a:lnTo>
                  <a:pt x="3014465" y="1363062"/>
                </a:lnTo>
                <a:moveTo>
                  <a:pt x="2883401" y="1363062"/>
                </a:moveTo>
                <a:lnTo>
                  <a:pt x="2883401" y="1494126"/>
                </a:lnTo>
                <a:moveTo>
                  <a:pt x="2883401" y="1494126"/>
                </a:moveTo>
                <a:lnTo>
                  <a:pt x="3014465" y="1494126"/>
                </a:lnTo>
                <a:moveTo>
                  <a:pt x="2883401" y="1494126"/>
                </a:moveTo>
                <a:lnTo>
                  <a:pt x="2883401" y="1625190"/>
                </a:lnTo>
                <a:moveTo>
                  <a:pt x="2883401" y="1625190"/>
                </a:moveTo>
                <a:lnTo>
                  <a:pt x="3014465" y="1625190"/>
                </a:lnTo>
                <a:moveTo>
                  <a:pt x="2883401" y="1625190"/>
                </a:moveTo>
                <a:lnTo>
                  <a:pt x="2883401" y="1756253"/>
                </a:lnTo>
                <a:moveTo>
                  <a:pt x="2883401" y="1756253"/>
                </a:moveTo>
                <a:lnTo>
                  <a:pt x="3014465" y="1756253"/>
                </a:lnTo>
                <a:moveTo>
                  <a:pt x="2883401" y="1756253"/>
                </a:moveTo>
                <a:lnTo>
                  <a:pt x="2883401" y="1887317"/>
                </a:lnTo>
                <a:moveTo>
                  <a:pt x="2883401" y="1887317"/>
                </a:moveTo>
                <a:lnTo>
                  <a:pt x="3014465" y="1887317"/>
                </a:lnTo>
                <a:moveTo>
                  <a:pt x="2883401" y="1887317"/>
                </a:moveTo>
                <a:lnTo>
                  <a:pt x="2883401" y="2018381"/>
                </a:lnTo>
                <a:moveTo>
                  <a:pt x="2883401" y="2018381"/>
                </a:moveTo>
                <a:lnTo>
                  <a:pt x="3014465" y="2018381"/>
                </a:lnTo>
                <a:moveTo>
                  <a:pt x="2883401" y="2018381"/>
                </a:moveTo>
                <a:lnTo>
                  <a:pt x="2883401" y="2149444"/>
                </a:lnTo>
                <a:moveTo>
                  <a:pt x="2883401" y="2149444"/>
                </a:moveTo>
                <a:lnTo>
                  <a:pt x="3014465" y="2149444"/>
                </a:lnTo>
                <a:moveTo>
                  <a:pt x="2883401" y="2149444"/>
                </a:moveTo>
                <a:lnTo>
                  <a:pt x="2883401" y="2280508"/>
                </a:lnTo>
                <a:moveTo>
                  <a:pt x="2883401" y="2280508"/>
                </a:moveTo>
                <a:lnTo>
                  <a:pt x="3014465" y="2280508"/>
                </a:lnTo>
                <a:moveTo>
                  <a:pt x="2883401" y="2280508"/>
                </a:moveTo>
                <a:lnTo>
                  <a:pt x="2883401" y="2411572"/>
                </a:lnTo>
                <a:moveTo>
                  <a:pt x="2883401" y="2411572"/>
                </a:moveTo>
                <a:lnTo>
                  <a:pt x="3014465" y="2411572"/>
                </a:lnTo>
                <a:moveTo>
                  <a:pt x="2883401" y="2411572"/>
                </a:moveTo>
                <a:lnTo>
                  <a:pt x="2883401" y="2542635"/>
                </a:lnTo>
                <a:moveTo>
                  <a:pt x="2883401" y="2542635"/>
                </a:moveTo>
                <a:lnTo>
                  <a:pt x="3014465" y="2542635"/>
                </a:lnTo>
                <a:moveTo>
                  <a:pt x="2883401" y="2542635"/>
                </a:moveTo>
                <a:lnTo>
                  <a:pt x="2883401" y="2673699"/>
                </a:lnTo>
                <a:moveTo>
                  <a:pt x="2883401" y="2673699"/>
                </a:moveTo>
                <a:lnTo>
                  <a:pt x="3014465" y="2673699"/>
                </a:lnTo>
                <a:moveTo>
                  <a:pt x="2883401" y="2673699"/>
                </a:moveTo>
                <a:lnTo>
                  <a:pt x="2883401" y="2804763"/>
                </a:lnTo>
                <a:moveTo>
                  <a:pt x="2883401" y="2804763"/>
                </a:moveTo>
                <a:lnTo>
                  <a:pt x="3014465" y="2804763"/>
                </a:lnTo>
                <a:moveTo>
                  <a:pt x="2883401" y="2804763"/>
                </a:moveTo>
                <a:lnTo>
                  <a:pt x="2883401" y="2935826"/>
                </a:lnTo>
                <a:moveTo>
                  <a:pt x="2883401" y="2935826"/>
                </a:moveTo>
                <a:lnTo>
                  <a:pt x="3014465" y="2935826"/>
                </a:lnTo>
                <a:moveTo>
                  <a:pt x="2883401" y="2935826"/>
                </a:moveTo>
                <a:lnTo>
                  <a:pt x="2883401" y="3066890"/>
                </a:lnTo>
                <a:moveTo>
                  <a:pt x="2883401" y="3066890"/>
                </a:moveTo>
                <a:lnTo>
                  <a:pt x="3014465" y="3066890"/>
                </a:lnTo>
                <a:moveTo>
                  <a:pt x="2883401" y="3066890"/>
                </a:moveTo>
                <a:lnTo>
                  <a:pt x="2883401" y="3197954"/>
                </a:lnTo>
                <a:moveTo>
                  <a:pt x="2883401" y="3197954"/>
                </a:moveTo>
                <a:lnTo>
                  <a:pt x="3014465" y="3197954"/>
                </a:lnTo>
                <a:moveTo>
                  <a:pt x="2883401" y="3197954"/>
                </a:moveTo>
                <a:lnTo>
                  <a:pt x="2883401" y="3329017"/>
                </a:lnTo>
                <a:moveTo>
                  <a:pt x="2883401" y="3329017"/>
                </a:moveTo>
                <a:lnTo>
                  <a:pt x="3014465" y="3329017"/>
                </a:lnTo>
                <a:moveTo>
                  <a:pt x="2883401" y="3329017"/>
                </a:moveTo>
                <a:lnTo>
                  <a:pt x="2883401" y="3460081"/>
                </a:lnTo>
                <a:moveTo>
                  <a:pt x="2883401" y="3460081"/>
                </a:moveTo>
                <a:lnTo>
                  <a:pt x="3014465" y="3460081"/>
                </a:lnTo>
                <a:moveTo>
                  <a:pt x="2883401" y="3460081"/>
                </a:moveTo>
                <a:lnTo>
                  <a:pt x="2883401" y="3591145"/>
                </a:lnTo>
                <a:moveTo>
                  <a:pt x="2883401" y="3591145"/>
                </a:moveTo>
                <a:lnTo>
                  <a:pt x="3014465" y="3591145"/>
                </a:lnTo>
                <a:moveTo>
                  <a:pt x="2883401" y="3591145"/>
                </a:moveTo>
                <a:lnTo>
                  <a:pt x="2883401" y="3722208"/>
                </a:lnTo>
                <a:moveTo>
                  <a:pt x="2883401" y="3722208"/>
                </a:moveTo>
                <a:lnTo>
                  <a:pt x="3014465" y="3722208"/>
                </a:lnTo>
                <a:moveTo>
                  <a:pt x="2883401" y="3722208"/>
                </a:moveTo>
                <a:lnTo>
                  <a:pt x="2883401" y="3853272"/>
                </a:lnTo>
                <a:moveTo>
                  <a:pt x="2883401" y="3853272"/>
                </a:moveTo>
                <a:lnTo>
                  <a:pt x="3014465" y="3853272"/>
                </a:lnTo>
                <a:moveTo>
                  <a:pt x="2883401" y="3853272"/>
                </a:moveTo>
                <a:lnTo>
                  <a:pt x="2883401" y="3984336"/>
                </a:lnTo>
                <a:moveTo>
                  <a:pt x="2883401" y="3984336"/>
                </a:moveTo>
                <a:lnTo>
                  <a:pt x="3014465" y="3984336"/>
                </a:lnTo>
                <a:moveTo>
                  <a:pt x="2883401" y="3984336"/>
                </a:moveTo>
                <a:lnTo>
                  <a:pt x="2883401" y="4115399"/>
                </a:lnTo>
                <a:moveTo>
                  <a:pt x="2883401" y="4115399"/>
                </a:moveTo>
                <a:lnTo>
                  <a:pt x="3014465" y="4115399"/>
                </a:lnTo>
                <a:moveTo>
                  <a:pt x="2883401" y="4115399"/>
                </a:moveTo>
                <a:lnTo>
                  <a:pt x="2883401" y="4246463"/>
                </a:lnTo>
                <a:moveTo>
                  <a:pt x="2883401" y="4246463"/>
                </a:moveTo>
                <a:lnTo>
                  <a:pt x="3014465" y="4246463"/>
                </a:lnTo>
                <a:moveTo>
                  <a:pt x="2883401" y="4246463"/>
                </a:moveTo>
                <a:lnTo>
                  <a:pt x="2883401" y="4377527"/>
                </a:lnTo>
                <a:moveTo>
                  <a:pt x="2883401" y="4377527"/>
                </a:moveTo>
                <a:lnTo>
                  <a:pt x="3014465" y="4377527"/>
                </a:lnTo>
                <a:moveTo>
                  <a:pt x="2883401" y="4377527"/>
                </a:moveTo>
                <a:lnTo>
                  <a:pt x="2883401" y="4508590"/>
                </a:lnTo>
                <a:moveTo>
                  <a:pt x="2883401" y="4508590"/>
                </a:moveTo>
                <a:lnTo>
                  <a:pt x="3014465" y="4508590"/>
                </a:lnTo>
                <a:moveTo>
                  <a:pt x="2883401" y="4508590"/>
                </a:moveTo>
                <a:lnTo>
                  <a:pt x="2883401" y="4639654"/>
                </a:lnTo>
                <a:moveTo>
                  <a:pt x="2883401" y="4639654"/>
                </a:moveTo>
                <a:lnTo>
                  <a:pt x="3014465" y="4639654"/>
                </a:lnTo>
                <a:moveTo>
                  <a:pt x="2883401" y="4639654"/>
                </a:moveTo>
                <a:lnTo>
                  <a:pt x="2883401" y="4770718"/>
                </a:lnTo>
                <a:moveTo>
                  <a:pt x="2883401" y="4770718"/>
                </a:moveTo>
                <a:lnTo>
                  <a:pt x="3014465" y="4770718"/>
                </a:lnTo>
                <a:moveTo>
                  <a:pt x="2883401" y="4770718"/>
                </a:moveTo>
                <a:lnTo>
                  <a:pt x="2883401" y="4901781"/>
                </a:lnTo>
                <a:moveTo>
                  <a:pt x="2883401" y="4901781"/>
                </a:moveTo>
                <a:lnTo>
                  <a:pt x="3014465" y="4901781"/>
                </a:lnTo>
                <a:moveTo>
                  <a:pt x="2883401" y="4901781"/>
                </a:moveTo>
                <a:lnTo>
                  <a:pt x="2883401" y="4967313"/>
                </a:lnTo>
                <a:moveTo>
                  <a:pt x="3014465" y="0"/>
                </a:moveTo>
                <a:lnTo>
                  <a:pt x="3014465" y="52425"/>
                </a:lnTo>
                <a:moveTo>
                  <a:pt x="3014465" y="52425"/>
                </a:moveTo>
                <a:lnTo>
                  <a:pt x="3040677" y="52425"/>
                </a:lnTo>
                <a:moveTo>
                  <a:pt x="3014465" y="52425"/>
                </a:moveTo>
                <a:lnTo>
                  <a:pt x="3014465" y="183489"/>
                </a:lnTo>
                <a:moveTo>
                  <a:pt x="3014465" y="183489"/>
                </a:moveTo>
                <a:lnTo>
                  <a:pt x="3040677" y="183489"/>
                </a:lnTo>
                <a:moveTo>
                  <a:pt x="3014465" y="183489"/>
                </a:moveTo>
                <a:lnTo>
                  <a:pt x="3014465" y="314553"/>
                </a:lnTo>
                <a:moveTo>
                  <a:pt x="3014465" y="314553"/>
                </a:moveTo>
                <a:lnTo>
                  <a:pt x="3040677" y="314553"/>
                </a:lnTo>
                <a:moveTo>
                  <a:pt x="3014465" y="314553"/>
                </a:moveTo>
                <a:lnTo>
                  <a:pt x="3014465" y="445616"/>
                </a:lnTo>
                <a:moveTo>
                  <a:pt x="3014465" y="445616"/>
                </a:moveTo>
                <a:lnTo>
                  <a:pt x="3040677" y="445616"/>
                </a:lnTo>
                <a:moveTo>
                  <a:pt x="3014465" y="445616"/>
                </a:moveTo>
                <a:lnTo>
                  <a:pt x="3014465" y="576680"/>
                </a:lnTo>
                <a:moveTo>
                  <a:pt x="3014465" y="576680"/>
                </a:moveTo>
                <a:lnTo>
                  <a:pt x="3040677" y="576680"/>
                </a:lnTo>
                <a:moveTo>
                  <a:pt x="3014465" y="576680"/>
                </a:moveTo>
                <a:lnTo>
                  <a:pt x="3014465" y="707744"/>
                </a:lnTo>
                <a:moveTo>
                  <a:pt x="3014465" y="707744"/>
                </a:moveTo>
                <a:lnTo>
                  <a:pt x="3040677" y="707744"/>
                </a:lnTo>
                <a:moveTo>
                  <a:pt x="3014465" y="707744"/>
                </a:moveTo>
                <a:lnTo>
                  <a:pt x="3014465" y="838808"/>
                </a:lnTo>
                <a:moveTo>
                  <a:pt x="3014465" y="838808"/>
                </a:moveTo>
                <a:lnTo>
                  <a:pt x="3040677" y="838808"/>
                </a:lnTo>
                <a:moveTo>
                  <a:pt x="3014465" y="838808"/>
                </a:moveTo>
                <a:lnTo>
                  <a:pt x="3014465" y="969871"/>
                </a:lnTo>
                <a:moveTo>
                  <a:pt x="3014465" y="969871"/>
                </a:moveTo>
                <a:lnTo>
                  <a:pt x="3040677" y="969871"/>
                </a:lnTo>
                <a:moveTo>
                  <a:pt x="3014465" y="969871"/>
                </a:moveTo>
                <a:lnTo>
                  <a:pt x="3014465" y="1100935"/>
                </a:lnTo>
                <a:moveTo>
                  <a:pt x="3014465" y="1100935"/>
                </a:moveTo>
                <a:lnTo>
                  <a:pt x="3040677" y="1100935"/>
                </a:lnTo>
                <a:moveTo>
                  <a:pt x="3014465" y="1100935"/>
                </a:moveTo>
                <a:lnTo>
                  <a:pt x="3014465" y="1231999"/>
                </a:lnTo>
                <a:moveTo>
                  <a:pt x="3014465" y="1231999"/>
                </a:moveTo>
                <a:lnTo>
                  <a:pt x="3040677" y="1231999"/>
                </a:lnTo>
                <a:moveTo>
                  <a:pt x="3014465" y="1231999"/>
                </a:moveTo>
                <a:lnTo>
                  <a:pt x="3014465" y="1363062"/>
                </a:lnTo>
                <a:moveTo>
                  <a:pt x="3014465" y="1363062"/>
                </a:moveTo>
                <a:lnTo>
                  <a:pt x="3040677" y="1363062"/>
                </a:lnTo>
                <a:moveTo>
                  <a:pt x="3014465" y="1363062"/>
                </a:moveTo>
                <a:lnTo>
                  <a:pt x="3014465" y="1494126"/>
                </a:lnTo>
                <a:moveTo>
                  <a:pt x="3014465" y="1494126"/>
                </a:moveTo>
                <a:lnTo>
                  <a:pt x="3040677" y="1494126"/>
                </a:lnTo>
                <a:moveTo>
                  <a:pt x="3014465" y="1494126"/>
                </a:moveTo>
                <a:lnTo>
                  <a:pt x="3014465" y="1625190"/>
                </a:lnTo>
                <a:moveTo>
                  <a:pt x="3014465" y="1625190"/>
                </a:moveTo>
                <a:lnTo>
                  <a:pt x="3040677" y="1625190"/>
                </a:lnTo>
                <a:moveTo>
                  <a:pt x="3014465" y="1625190"/>
                </a:moveTo>
                <a:lnTo>
                  <a:pt x="3014465" y="1756253"/>
                </a:lnTo>
                <a:moveTo>
                  <a:pt x="3014465" y="1756253"/>
                </a:moveTo>
                <a:lnTo>
                  <a:pt x="3040677" y="1756253"/>
                </a:lnTo>
                <a:moveTo>
                  <a:pt x="3014465" y="1756253"/>
                </a:moveTo>
                <a:lnTo>
                  <a:pt x="3014465" y="1887317"/>
                </a:lnTo>
                <a:moveTo>
                  <a:pt x="3014465" y="1887317"/>
                </a:moveTo>
                <a:lnTo>
                  <a:pt x="3040677" y="1887317"/>
                </a:lnTo>
                <a:moveTo>
                  <a:pt x="3014465" y="1887317"/>
                </a:moveTo>
                <a:lnTo>
                  <a:pt x="3014465" y="2018381"/>
                </a:lnTo>
                <a:moveTo>
                  <a:pt x="3014465" y="2018381"/>
                </a:moveTo>
                <a:lnTo>
                  <a:pt x="3040677" y="2018381"/>
                </a:lnTo>
                <a:moveTo>
                  <a:pt x="3014465" y="2018381"/>
                </a:moveTo>
                <a:lnTo>
                  <a:pt x="3014465" y="2149444"/>
                </a:lnTo>
                <a:moveTo>
                  <a:pt x="3014465" y="2149444"/>
                </a:moveTo>
                <a:lnTo>
                  <a:pt x="3040677" y="2149444"/>
                </a:lnTo>
                <a:moveTo>
                  <a:pt x="3014465" y="2149444"/>
                </a:moveTo>
                <a:lnTo>
                  <a:pt x="3014465" y="2280508"/>
                </a:lnTo>
                <a:moveTo>
                  <a:pt x="3014465" y="2280508"/>
                </a:moveTo>
                <a:lnTo>
                  <a:pt x="3040677" y="2280508"/>
                </a:lnTo>
                <a:moveTo>
                  <a:pt x="3014465" y="2280508"/>
                </a:moveTo>
                <a:lnTo>
                  <a:pt x="3014465" y="2411572"/>
                </a:lnTo>
                <a:moveTo>
                  <a:pt x="3014465" y="2411572"/>
                </a:moveTo>
                <a:lnTo>
                  <a:pt x="3040677" y="2411572"/>
                </a:lnTo>
                <a:moveTo>
                  <a:pt x="3014465" y="2411572"/>
                </a:moveTo>
                <a:lnTo>
                  <a:pt x="3014465" y="2542635"/>
                </a:lnTo>
                <a:moveTo>
                  <a:pt x="3014465" y="2542635"/>
                </a:moveTo>
                <a:lnTo>
                  <a:pt x="3040677" y="2542635"/>
                </a:lnTo>
                <a:moveTo>
                  <a:pt x="3014465" y="2542635"/>
                </a:moveTo>
                <a:lnTo>
                  <a:pt x="3014465" y="2673699"/>
                </a:lnTo>
                <a:moveTo>
                  <a:pt x="3014465" y="2673699"/>
                </a:moveTo>
                <a:lnTo>
                  <a:pt x="3040677" y="2673699"/>
                </a:lnTo>
                <a:moveTo>
                  <a:pt x="3014465" y="2673699"/>
                </a:moveTo>
                <a:lnTo>
                  <a:pt x="3014465" y="2804763"/>
                </a:lnTo>
                <a:moveTo>
                  <a:pt x="3014465" y="2804763"/>
                </a:moveTo>
                <a:lnTo>
                  <a:pt x="3040677" y="2804763"/>
                </a:lnTo>
                <a:moveTo>
                  <a:pt x="3014465" y="2804763"/>
                </a:moveTo>
                <a:lnTo>
                  <a:pt x="3014465" y="2935826"/>
                </a:lnTo>
                <a:moveTo>
                  <a:pt x="3014465" y="2935826"/>
                </a:moveTo>
                <a:lnTo>
                  <a:pt x="3040677" y="2935826"/>
                </a:lnTo>
                <a:moveTo>
                  <a:pt x="3014465" y="2935826"/>
                </a:moveTo>
                <a:lnTo>
                  <a:pt x="3014465" y="3066890"/>
                </a:lnTo>
                <a:moveTo>
                  <a:pt x="3014465" y="3066890"/>
                </a:moveTo>
                <a:lnTo>
                  <a:pt x="3040677" y="3066890"/>
                </a:lnTo>
                <a:moveTo>
                  <a:pt x="3014465" y="3066890"/>
                </a:moveTo>
                <a:lnTo>
                  <a:pt x="3014465" y="3197954"/>
                </a:lnTo>
                <a:moveTo>
                  <a:pt x="3014465" y="3197954"/>
                </a:moveTo>
                <a:lnTo>
                  <a:pt x="3040677" y="3197954"/>
                </a:lnTo>
                <a:moveTo>
                  <a:pt x="3014465" y="3197954"/>
                </a:moveTo>
                <a:lnTo>
                  <a:pt x="3014465" y="3329017"/>
                </a:lnTo>
                <a:moveTo>
                  <a:pt x="3014465" y="3329017"/>
                </a:moveTo>
                <a:lnTo>
                  <a:pt x="3040677" y="3329017"/>
                </a:lnTo>
                <a:moveTo>
                  <a:pt x="3014465" y="3329017"/>
                </a:moveTo>
                <a:lnTo>
                  <a:pt x="3014465" y="3460081"/>
                </a:lnTo>
                <a:moveTo>
                  <a:pt x="3014465" y="3460081"/>
                </a:moveTo>
                <a:lnTo>
                  <a:pt x="3040677" y="3460081"/>
                </a:lnTo>
                <a:moveTo>
                  <a:pt x="3014465" y="3460081"/>
                </a:moveTo>
                <a:lnTo>
                  <a:pt x="3014465" y="3591145"/>
                </a:lnTo>
                <a:moveTo>
                  <a:pt x="3014465" y="3591145"/>
                </a:moveTo>
                <a:lnTo>
                  <a:pt x="3040677" y="3591145"/>
                </a:lnTo>
                <a:moveTo>
                  <a:pt x="3014465" y="3591145"/>
                </a:moveTo>
                <a:lnTo>
                  <a:pt x="3014465" y="3722208"/>
                </a:lnTo>
                <a:moveTo>
                  <a:pt x="3014465" y="3722208"/>
                </a:moveTo>
                <a:lnTo>
                  <a:pt x="3040677" y="3722208"/>
                </a:lnTo>
                <a:moveTo>
                  <a:pt x="3014465" y="3722208"/>
                </a:moveTo>
                <a:lnTo>
                  <a:pt x="3014465" y="3853272"/>
                </a:lnTo>
                <a:moveTo>
                  <a:pt x="3014465" y="3853272"/>
                </a:moveTo>
                <a:lnTo>
                  <a:pt x="3040677" y="3853272"/>
                </a:lnTo>
                <a:moveTo>
                  <a:pt x="3014465" y="3853272"/>
                </a:moveTo>
                <a:lnTo>
                  <a:pt x="3014465" y="3984336"/>
                </a:lnTo>
                <a:moveTo>
                  <a:pt x="3014465" y="3984336"/>
                </a:moveTo>
                <a:lnTo>
                  <a:pt x="3040677" y="3984336"/>
                </a:lnTo>
                <a:moveTo>
                  <a:pt x="3014465" y="3984336"/>
                </a:moveTo>
                <a:lnTo>
                  <a:pt x="3014465" y="4115399"/>
                </a:lnTo>
                <a:moveTo>
                  <a:pt x="3014465" y="4115399"/>
                </a:moveTo>
                <a:lnTo>
                  <a:pt x="3040677" y="4115399"/>
                </a:lnTo>
                <a:moveTo>
                  <a:pt x="3014465" y="4115399"/>
                </a:moveTo>
                <a:lnTo>
                  <a:pt x="3014465" y="4246463"/>
                </a:lnTo>
                <a:moveTo>
                  <a:pt x="3014465" y="4246463"/>
                </a:moveTo>
                <a:lnTo>
                  <a:pt x="3040677" y="4246463"/>
                </a:lnTo>
                <a:moveTo>
                  <a:pt x="3014465" y="4246463"/>
                </a:moveTo>
                <a:lnTo>
                  <a:pt x="3014465" y="4377527"/>
                </a:lnTo>
                <a:moveTo>
                  <a:pt x="3014465" y="4377527"/>
                </a:moveTo>
                <a:lnTo>
                  <a:pt x="3040677" y="4377527"/>
                </a:lnTo>
                <a:moveTo>
                  <a:pt x="3014465" y="4377527"/>
                </a:moveTo>
                <a:lnTo>
                  <a:pt x="3014465" y="4508590"/>
                </a:lnTo>
                <a:moveTo>
                  <a:pt x="3014465" y="4508590"/>
                </a:moveTo>
                <a:lnTo>
                  <a:pt x="3040677" y="4508590"/>
                </a:lnTo>
                <a:moveTo>
                  <a:pt x="3014465" y="4508590"/>
                </a:moveTo>
                <a:lnTo>
                  <a:pt x="3014465" y="4639654"/>
                </a:lnTo>
                <a:moveTo>
                  <a:pt x="3014465" y="4639654"/>
                </a:moveTo>
                <a:lnTo>
                  <a:pt x="3040677" y="4639654"/>
                </a:lnTo>
                <a:moveTo>
                  <a:pt x="3014465" y="4639654"/>
                </a:moveTo>
                <a:lnTo>
                  <a:pt x="3014465" y="4770718"/>
                </a:lnTo>
                <a:moveTo>
                  <a:pt x="3014465" y="4770718"/>
                </a:moveTo>
                <a:lnTo>
                  <a:pt x="3040677" y="4770718"/>
                </a:lnTo>
                <a:moveTo>
                  <a:pt x="3014465" y="4770718"/>
                </a:moveTo>
                <a:lnTo>
                  <a:pt x="3014465" y="4901781"/>
                </a:lnTo>
                <a:moveTo>
                  <a:pt x="3014465" y="4901781"/>
                </a:moveTo>
                <a:lnTo>
                  <a:pt x="3040677" y="4901781"/>
                </a:lnTo>
                <a:moveTo>
                  <a:pt x="3014465" y="4901781"/>
                </a:moveTo>
                <a:lnTo>
                  <a:pt x="3014465" y="4967313"/>
                </a:lnTo>
              </a:path>
            </a:pathLst>
          </a:custGeom>
          <a:noFill/>
          <a:ln w="3277" cap="flat">
            <a:solidFill>
              <a:srgbClr val="627D8D">
                <a:alpha val="14000"/>
              </a:srgbClr>
            </a:solidFill>
            <a:prstDash val="solid"/>
            <a:miter lim="800000"/>
          </a:ln>
        </p:spPr>
      </p:sp>
      <p:sp>
        <p:nvSpPr>
          <p:cNvPr id="166" name="!!path-326"/>
          <p:cNvSpPr/>
          <p:nvPr/>
        </p:nvSpPr>
        <p:spPr>
          <a:xfrm>
            <a:off x="4688747" y="1119447"/>
            <a:ext cx="2621274" cy="4718292"/>
          </a:xfrm>
          <a:custGeom>
            <a:avLst/>
            <a:gdLst/>
            <a:ahLst/>
            <a:cxnLst/>
            <a:rect l="l" t="t" r="r" b="b"/>
            <a:pathLst>
              <a:path w="2621274" h="4718292" fill="none">
                <a:moveTo>
                  <a:pt x="32766" y="0"/>
                </a:moveTo>
                <a:lnTo>
                  <a:pt x="2588508" y="0"/>
                </a:lnTo>
                <a:cubicBezTo>
                  <a:pt x="2606607" y="0"/>
                  <a:pt x="2621274" y="14673"/>
                  <a:pt x="2621274" y="32766"/>
                </a:cubicBezTo>
                <a:lnTo>
                  <a:pt x="2621274" y="4685526"/>
                </a:lnTo>
                <a:cubicBezTo>
                  <a:pt x="2621274" y="4703626"/>
                  <a:pt x="2606607" y="4718292"/>
                  <a:pt x="2588508" y="4718292"/>
                </a:cubicBezTo>
                <a:lnTo>
                  <a:pt x="32766" y="4718292"/>
                </a:lnTo>
                <a:cubicBezTo>
                  <a:pt x="14673" y="4718292"/>
                  <a:pt x="0" y="4703626"/>
                  <a:pt x="0" y="4685526"/>
                </a:cubicBezTo>
                <a:lnTo>
                  <a:pt x="0" y="32766"/>
                </a:lnTo>
                <a:cubicBezTo>
                  <a:pt x="0" y="14673"/>
                  <a:pt x="14673" y="0"/>
                  <a:pt x="32766" y="0"/>
                </a:cubicBezTo>
                <a:close/>
              </a:path>
            </a:pathLst>
          </a:custGeom>
          <a:noFill/>
          <a:ln w="9174" cap="rnd">
            <a:solidFill>
              <a:srgbClr val="627D8D"/>
            </a:solidFill>
            <a:prstDash val="solid"/>
            <a:round/>
          </a:ln>
        </p:spPr>
      </p:sp>
      <p:sp>
        <p:nvSpPr>
          <p:cNvPr id="167" name="!!path-329"/>
          <p:cNvSpPr/>
          <p:nvPr/>
        </p:nvSpPr>
        <p:spPr>
          <a:xfrm>
            <a:off x="5354550" y="1263617"/>
            <a:ext cx="1289667" cy="1667130"/>
          </a:xfrm>
          <a:custGeom>
            <a:avLst/>
            <a:gdLst/>
            <a:ahLst/>
            <a:cxnLst/>
            <a:rect l="l" t="t" r="r" b="b"/>
            <a:pathLst>
              <a:path w="1289667" h="1667130" fill="none">
                <a:moveTo>
                  <a:pt x="91745" y="0"/>
                </a:moveTo>
                <a:lnTo>
                  <a:pt x="1197922" y="0"/>
                </a:lnTo>
                <a:cubicBezTo>
                  <a:pt x="1248591" y="0"/>
                  <a:pt x="1289667" y="41075"/>
                  <a:pt x="1289667" y="91745"/>
                </a:cubicBezTo>
                <a:lnTo>
                  <a:pt x="1289667" y="1575385"/>
                </a:lnTo>
                <a:cubicBezTo>
                  <a:pt x="1289667" y="1626055"/>
                  <a:pt x="1248591" y="1667130"/>
                  <a:pt x="1197922" y="1667130"/>
                </a:cubicBezTo>
                <a:lnTo>
                  <a:pt x="91745" y="1667130"/>
                </a:lnTo>
                <a:cubicBezTo>
                  <a:pt x="41075" y="1667130"/>
                  <a:pt x="0" y="1626055"/>
                  <a:pt x="0" y="1575385"/>
                </a:cubicBezTo>
                <a:lnTo>
                  <a:pt x="0" y="91745"/>
                </a:lnTo>
                <a:cubicBezTo>
                  <a:pt x="0" y="41075"/>
                  <a:pt x="41075" y="0"/>
                  <a:pt x="91745" y="0"/>
                </a:cubicBezTo>
                <a:close/>
              </a:path>
            </a:pathLst>
          </a:custGeom>
          <a:noFill/>
          <a:ln w="10485" cap="rnd">
            <a:solidFill>
              <a:srgbClr val="627D8D"/>
            </a:solidFill>
            <a:prstDash val="solid"/>
            <a:round/>
          </a:ln>
        </p:spPr>
      </p:sp>
      <p:sp>
        <p:nvSpPr>
          <p:cNvPr id="168" name="!!path-32c"/>
          <p:cNvSpPr/>
          <p:nvPr/>
        </p:nvSpPr>
        <p:spPr>
          <a:xfrm>
            <a:off x="4806704" y="3281997"/>
            <a:ext cx="1140254" cy="1153360"/>
          </a:xfrm>
          <a:custGeom>
            <a:avLst/>
            <a:gdLst/>
            <a:ahLst/>
            <a:cxnLst/>
            <a:rect l="l" t="t" r="r" b="b"/>
            <a:pathLst>
              <a:path w="1140254" h="1153360" fill="none">
                <a:moveTo>
                  <a:pt x="45872" y="0"/>
                </a:moveTo>
                <a:lnTo>
                  <a:pt x="1094382" y="0"/>
                </a:lnTo>
                <a:cubicBezTo>
                  <a:pt x="1119716" y="0"/>
                  <a:pt x="1140254" y="20538"/>
                  <a:pt x="1140254" y="45872"/>
                </a:cubicBezTo>
                <a:lnTo>
                  <a:pt x="1140254" y="1107488"/>
                </a:lnTo>
                <a:cubicBezTo>
                  <a:pt x="1140254" y="1132823"/>
                  <a:pt x="1119716" y="1153360"/>
                  <a:pt x="1094382" y="1153360"/>
                </a:cubicBezTo>
                <a:lnTo>
                  <a:pt x="45872" y="1153360"/>
                </a:lnTo>
                <a:cubicBezTo>
                  <a:pt x="20538" y="1153360"/>
                  <a:pt x="0" y="1132823"/>
                  <a:pt x="0" y="1107488"/>
                </a:cubicBezTo>
                <a:lnTo>
                  <a:pt x="0" y="45872"/>
                </a:lnTo>
                <a:cubicBezTo>
                  <a:pt x="0" y="20538"/>
                  <a:pt x="20538" y="0"/>
                  <a:pt x="45872" y="0"/>
                </a:cubicBezTo>
                <a:close/>
              </a:path>
            </a:pathLst>
          </a:custGeom>
          <a:noFill/>
          <a:ln w="7864" cap="flat">
            <a:solidFill>
              <a:srgbClr val="627D8D">
                <a:alpha val="35000"/>
              </a:srgbClr>
            </a:solidFill>
            <a:custDash>
              <a:ds d="416667" sp="416667"/>
            </a:custDash>
            <a:miter lim="800000"/>
          </a:ln>
        </p:spPr>
      </p:sp>
      <p:sp>
        <p:nvSpPr>
          <p:cNvPr id="169" name="!!path-32d"/>
          <p:cNvSpPr/>
          <p:nvPr/>
        </p:nvSpPr>
        <p:spPr>
          <a:xfrm>
            <a:off x="6051809" y="3281997"/>
            <a:ext cx="1140254" cy="1153360"/>
          </a:xfrm>
          <a:custGeom>
            <a:avLst/>
            <a:gdLst/>
            <a:ahLst/>
            <a:cxnLst/>
            <a:rect l="l" t="t" r="r" b="b"/>
            <a:pathLst>
              <a:path w="1140254" h="1153360" fill="none">
                <a:moveTo>
                  <a:pt x="45872" y="0"/>
                </a:moveTo>
                <a:lnTo>
                  <a:pt x="1094382" y="0"/>
                </a:lnTo>
                <a:cubicBezTo>
                  <a:pt x="1119716" y="0"/>
                  <a:pt x="1140254" y="20538"/>
                  <a:pt x="1140254" y="45872"/>
                </a:cubicBezTo>
                <a:lnTo>
                  <a:pt x="1140254" y="1107488"/>
                </a:lnTo>
                <a:cubicBezTo>
                  <a:pt x="1140254" y="1132823"/>
                  <a:pt x="1119716" y="1153360"/>
                  <a:pt x="1094382" y="1153360"/>
                </a:cubicBezTo>
                <a:lnTo>
                  <a:pt x="45872" y="1153360"/>
                </a:lnTo>
                <a:cubicBezTo>
                  <a:pt x="20538" y="1153360"/>
                  <a:pt x="0" y="1132823"/>
                  <a:pt x="0" y="1107488"/>
                </a:cubicBezTo>
                <a:lnTo>
                  <a:pt x="0" y="45872"/>
                </a:lnTo>
                <a:cubicBezTo>
                  <a:pt x="0" y="20538"/>
                  <a:pt x="20538" y="0"/>
                  <a:pt x="45872" y="0"/>
                </a:cubicBezTo>
                <a:close/>
              </a:path>
            </a:pathLst>
          </a:custGeom>
          <a:noFill/>
          <a:ln w="7864" cap="flat">
            <a:solidFill>
              <a:srgbClr val="627D8D">
                <a:alpha val="35000"/>
              </a:srgbClr>
            </a:solidFill>
            <a:custDash>
              <a:ds d="416667" sp="416667"/>
            </a:custDash>
            <a:miter lim="800000"/>
          </a:ln>
        </p:spPr>
      </p:sp>
      <p:sp>
        <p:nvSpPr>
          <p:cNvPr id="170" name="!!path-32e"/>
          <p:cNvSpPr/>
          <p:nvPr/>
        </p:nvSpPr>
        <p:spPr>
          <a:xfrm>
            <a:off x="4806704" y="4527102"/>
            <a:ext cx="1140254" cy="1153360"/>
          </a:xfrm>
          <a:custGeom>
            <a:avLst/>
            <a:gdLst/>
            <a:ahLst/>
            <a:cxnLst/>
            <a:rect l="l" t="t" r="r" b="b"/>
            <a:pathLst>
              <a:path w="1140254" h="1153360" fill="none">
                <a:moveTo>
                  <a:pt x="45872" y="0"/>
                </a:moveTo>
                <a:lnTo>
                  <a:pt x="1094382" y="0"/>
                </a:lnTo>
                <a:cubicBezTo>
                  <a:pt x="1119716" y="0"/>
                  <a:pt x="1140254" y="20538"/>
                  <a:pt x="1140254" y="45872"/>
                </a:cubicBezTo>
                <a:lnTo>
                  <a:pt x="1140254" y="1107488"/>
                </a:lnTo>
                <a:cubicBezTo>
                  <a:pt x="1140254" y="1132823"/>
                  <a:pt x="1119716" y="1153360"/>
                  <a:pt x="1094382" y="1153360"/>
                </a:cubicBezTo>
                <a:lnTo>
                  <a:pt x="45872" y="1153360"/>
                </a:lnTo>
                <a:cubicBezTo>
                  <a:pt x="20538" y="1153360"/>
                  <a:pt x="0" y="1132823"/>
                  <a:pt x="0" y="1107488"/>
                </a:cubicBezTo>
                <a:lnTo>
                  <a:pt x="0" y="45872"/>
                </a:lnTo>
                <a:cubicBezTo>
                  <a:pt x="0" y="20538"/>
                  <a:pt x="20538" y="0"/>
                  <a:pt x="45872" y="0"/>
                </a:cubicBezTo>
                <a:close/>
              </a:path>
            </a:pathLst>
          </a:custGeom>
          <a:noFill/>
          <a:ln w="7864" cap="flat">
            <a:solidFill>
              <a:srgbClr val="627D8D">
                <a:alpha val="35000"/>
              </a:srgbClr>
            </a:solidFill>
            <a:custDash>
              <a:ds d="416667" sp="416667"/>
            </a:custDash>
            <a:miter lim="800000"/>
          </a:ln>
        </p:spPr>
      </p:sp>
      <p:sp>
        <p:nvSpPr>
          <p:cNvPr id="171" name="!!path-32f"/>
          <p:cNvSpPr/>
          <p:nvPr/>
        </p:nvSpPr>
        <p:spPr>
          <a:xfrm>
            <a:off x="6051809" y="4527102"/>
            <a:ext cx="1140254" cy="1153360"/>
          </a:xfrm>
          <a:custGeom>
            <a:avLst/>
            <a:gdLst/>
            <a:ahLst/>
            <a:cxnLst/>
            <a:rect l="l" t="t" r="r" b="b"/>
            <a:pathLst>
              <a:path w="1140254" h="1153360" fill="none">
                <a:moveTo>
                  <a:pt x="45872" y="0"/>
                </a:moveTo>
                <a:lnTo>
                  <a:pt x="1094382" y="0"/>
                </a:lnTo>
                <a:cubicBezTo>
                  <a:pt x="1119716" y="0"/>
                  <a:pt x="1140254" y="20538"/>
                  <a:pt x="1140254" y="45872"/>
                </a:cubicBezTo>
                <a:lnTo>
                  <a:pt x="1140254" y="1107488"/>
                </a:lnTo>
                <a:cubicBezTo>
                  <a:pt x="1140254" y="1132823"/>
                  <a:pt x="1119716" y="1153360"/>
                  <a:pt x="1094382" y="1153360"/>
                </a:cubicBezTo>
                <a:lnTo>
                  <a:pt x="45872" y="1153360"/>
                </a:lnTo>
                <a:cubicBezTo>
                  <a:pt x="20538" y="1153360"/>
                  <a:pt x="0" y="1132823"/>
                  <a:pt x="0" y="1107488"/>
                </a:cubicBezTo>
                <a:lnTo>
                  <a:pt x="0" y="45872"/>
                </a:lnTo>
                <a:cubicBezTo>
                  <a:pt x="0" y="20538"/>
                  <a:pt x="20538" y="0"/>
                  <a:pt x="45872" y="0"/>
                </a:cubicBezTo>
                <a:close/>
              </a:path>
            </a:pathLst>
          </a:custGeom>
          <a:noFill/>
          <a:ln w="7864" cap="flat">
            <a:solidFill>
              <a:srgbClr val="627D8D">
                <a:alpha val="35000"/>
              </a:srgbClr>
            </a:solidFill>
            <a:custDash>
              <a:ds d="416667" sp="416667"/>
            </a:custDash>
            <a:miter lim="800000"/>
          </a:ln>
        </p:spPr>
      </p:sp>
      <p:sp>
        <p:nvSpPr>
          <p:cNvPr id="172" name="!!path-32g"/>
          <p:cNvSpPr/>
          <p:nvPr/>
        </p:nvSpPr>
        <p:spPr>
          <a:xfrm>
            <a:off x="5016406" y="1211191"/>
            <a:ext cx="1795572" cy="209702"/>
          </a:xfrm>
          <a:custGeom>
            <a:avLst/>
            <a:gdLst/>
            <a:ahLst/>
            <a:cxnLst/>
            <a:rect l="l" t="t" r="r" b="b"/>
            <a:pathLst>
              <a:path w="1795572" h="209702" fill="none">
                <a:moveTo>
                  <a:pt x="1795572" y="209702"/>
                </a:moveTo>
                <a:lnTo>
                  <a:pt x="1795572" y="0"/>
                </a:lnTo>
                <a:lnTo>
                  <a:pt x="0" y="0"/>
                </a:lnTo>
                <a:lnTo>
                  <a:pt x="0" y="209702"/>
                </a:lnTo>
              </a:path>
            </a:pathLst>
          </a:custGeom>
          <a:noFill/>
          <a:ln w="11796" cap="rnd">
            <a:solidFill>
              <a:srgbClr val="627D8D"/>
            </a:solidFill>
            <a:prstDash val="solid"/>
            <a:round/>
          </a:ln>
        </p:spPr>
      </p:sp>
      <p:sp>
        <p:nvSpPr>
          <p:cNvPr id="173" name="!!path-32m"/>
          <p:cNvSpPr/>
          <p:nvPr/>
        </p:nvSpPr>
        <p:spPr>
          <a:xfrm>
            <a:off x="5016406" y="1722340"/>
            <a:ext cx="982978" cy="3394549"/>
          </a:xfrm>
          <a:custGeom>
            <a:avLst/>
            <a:gdLst/>
            <a:ahLst/>
            <a:cxnLst/>
            <a:rect l="l" t="t" r="r" b="b"/>
            <a:pathLst>
              <a:path w="982978" h="3394549" fill="none">
                <a:moveTo>
                  <a:pt x="0" y="0"/>
                </a:moveTo>
                <a:lnTo>
                  <a:pt x="0" y="1651402"/>
                </a:lnTo>
                <a:lnTo>
                  <a:pt x="982978" y="1651402"/>
                </a:lnTo>
                <a:lnTo>
                  <a:pt x="982978" y="3394549"/>
                </a:lnTo>
              </a:path>
            </a:pathLst>
          </a:custGeom>
          <a:noFill/>
          <a:ln w="11796" cap="rnd">
            <a:solidFill>
              <a:srgbClr val="627D8D"/>
            </a:solidFill>
            <a:prstDash val="solid"/>
            <a:round/>
          </a:ln>
        </p:spPr>
      </p:sp>
      <p:sp>
        <p:nvSpPr>
          <p:cNvPr id="174" name="!!path-32s"/>
          <p:cNvSpPr/>
          <p:nvPr/>
        </p:nvSpPr>
        <p:spPr>
          <a:xfrm>
            <a:off x="6195979" y="1696127"/>
            <a:ext cx="917446" cy="3722208"/>
          </a:xfrm>
          <a:custGeom>
            <a:avLst/>
            <a:gdLst/>
            <a:ahLst/>
            <a:cxnLst/>
            <a:rect l="l" t="t" r="r" b="b"/>
            <a:pathLst>
              <a:path w="917446" h="3722208" fill="none">
                <a:moveTo>
                  <a:pt x="0" y="3722208"/>
                </a:moveTo>
                <a:lnTo>
                  <a:pt x="0" y="1677615"/>
                </a:lnTo>
                <a:lnTo>
                  <a:pt x="917446" y="1677615"/>
                </a:lnTo>
                <a:lnTo>
                  <a:pt x="917446" y="0"/>
                </a:lnTo>
              </a:path>
            </a:pathLst>
          </a:custGeom>
          <a:noFill/>
          <a:ln w="11796" cap="rnd">
            <a:solidFill>
              <a:srgbClr val="627D8D"/>
            </a:solidFill>
            <a:prstDash val="solid"/>
            <a:round/>
          </a:ln>
        </p:spPr>
      </p:sp>
      <p:sp>
        <p:nvSpPr>
          <p:cNvPr id="175" name="!!path-32y"/>
          <p:cNvSpPr/>
          <p:nvPr/>
        </p:nvSpPr>
        <p:spPr>
          <a:xfrm>
            <a:off x="6644217" y="2102424"/>
            <a:ext cx="115336" cy="1"/>
          </a:xfrm>
          <a:custGeom>
            <a:avLst/>
            <a:gdLst/>
            <a:ahLst/>
            <a:cxnLst/>
            <a:rect l="l" t="t" r="r" b="b"/>
            <a:pathLst>
              <a:path w="115336" h="1" fill="none">
                <a:moveTo>
                  <a:pt x="115336" y="0"/>
                </a:moveTo>
                <a:lnTo>
                  <a:pt x="0" y="0"/>
                </a:lnTo>
              </a:path>
            </a:pathLst>
          </a:custGeom>
          <a:noFill/>
          <a:ln w="11796" cap="rnd">
            <a:solidFill>
              <a:srgbClr val="627D8D"/>
            </a:solidFill>
            <a:prstDash val="solid"/>
            <a:round/>
          </a:ln>
        </p:spPr>
      </p:sp>
      <p:sp>
        <p:nvSpPr>
          <p:cNvPr id="176" name="!!path-334"/>
          <p:cNvSpPr/>
          <p:nvPr/>
        </p:nvSpPr>
        <p:spPr>
          <a:xfrm>
            <a:off x="6644217" y="2154850"/>
            <a:ext cx="115336" cy="1"/>
          </a:xfrm>
          <a:custGeom>
            <a:avLst/>
            <a:gdLst/>
            <a:ahLst/>
            <a:cxnLst/>
            <a:rect l="l" t="t" r="r" b="b"/>
            <a:pathLst>
              <a:path w="115336" h="1" fill="none">
                <a:moveTo>
                  <a:pt x="115336" y="0"/>
                </a:moveTo>
                <a:lnTo>
                  <a:pt x="0" y="0"/>
                </a:lnTo>
              </a:path>
            </a:pathLst>
          </a:custGeom>
          <a:noFill/>
          <a:ln w="11796" cap="rnd">
            <a:solidFill>
              <a:srgbClr val="627D8D"/>
            </a:solidFill>
            <a:prstDash val="solid"/>
            <a:round/>
          </a:ln>
        </p:spPr>
      </p:sp>
      <p:sp>
        <p:nvSpPr>
          <p:cNvPr id="177" name="!!path-33a"/>
          <p:cNvSpPr/>
          <p:nvPr/>
        </p:nvSpPr>
        <p:spPr>
          <a:xfrm>
            <a:off x="6644217" y="2207275"/>
            <a:ext cx="115336" cy="1"/>
          </a:xfrm>
          <a:custGeom>
            <a:avLst/>
            <a:gdLst/>
            <a:ahLst/>
            <a:cxnLst/>
            <a:rect l="l" t="t" r="r" b="b"/>
            <a:pathLst>
              <a:path w="115336" h="1" fill="none">
                <a:moveTo>
                  <a:pt x="115336" y="0"/>
                </a:moveTo>
                <a:lnTo>
                  <a:pt x="0" y="0"/>
                </a:lnTo>
              </a:path>
            </a:pathLst>
          </a:custGeom>
          <a:noFill/>
          <a:ln w="11796" cap="rnd">
            <a:solidFill>
              <a:srgbClr val="627D8D"/>
            </a:solidFill>
            <a:prstDash val="solid"/>
            <a:round/>
          </a:ln>
        </p:spPr>
      </p:sp>
      <p:sp>
        <p:nvSpPr>
          <p:cNvPr id="178" name="!!rect-33g"/>
          <p:cNvSpPr/>
          <p:nvPr/>
        </p:nvSpPr>
        <p:spPr>
          <a:xfrm>
            <a:off x="4806704" y="1420893"/>
            <a:ext cx="419404" cy="301446"/>
          </a:xfrm>
          <a:prstGeom prst="roundRect">
            <a:avLst>
              <a:gd name="adj" fmla="val 8696"/>
            </a:avLst>
          </a:prstGeom>
          <a:solidFill>
            <a:srgbClr val="627D8D">
              <a:alpha val="12000"/>
            </a:srgbClr>
          </a:solidFill>
          <a:ln>
            <a:noFill/>
          </a:ln>
        </p:spPr>
      </p:sp>
      <p:sp>
        <p:nvSpPr>
          <p:cNvPr id="179" name="!!path-33i"/>
          <p:cNvSpPr/>
          <p:nvPr/>
        </p:nvSpPr>
        <p:spPr>
          <a:xfrm>
            <a:off x="4806704" y="1420893"/>
            <a:ext cx="419404" cy="301446"/>
          </a:xfrm>
          <a:custGeom>
            <a:avLst/>
            <a:gdLst/>
            <a:ahLst/>
            <a:cxnLst/>
            <a:rect l="l" t="t" r="r" b="b"/>
            <a:pathLst>
              <a:path w="419404" h="301446" fill="none">
                <a:moveTo>
                  <a:pt x="26213" y="0"/>
                </a:moveTo>
                <a:lnTo>
                  <a:pt x="393191" y="0"/>
                </a:lnTo>
                <a:cubicBezTo>
                  <a:pt x="407667" y="0"/>
                  <a:pt x="419404" y="11737"/>
                  <a:pt x="419404" y="26213"/>
                </a:cubicBezTo>
                <a:lnTo>
                  <a:pt x="419404" y="275234"/>
                </a:lnTo>
                <a:cubicBezTo>
                  <a:pt x="419404" y="289710"/>
                  <a:pt x="407667" y="301446"/>
                  <a:pt x="393191" y="301446"/>
                </a:cubicBezTo>
                <a:lnTo>
                  <a:pt x="26213" y="301446"/>
                </a:lnTo>
                <a:cubicBezTo>
                  <a:pt x="11737" y="301446"/>
                  <a:pt x="0" y="289710"/>
                  <a:pt x="0" y="275234"/>
                </a:cubicBezTo>
                <a:lnTo>
                  <a:pt x="0" y="26213"/>
                </a:lnTo>
                <a:cubicBezTo>
                  <a:pt x="0" y="11737"/>
                  <a:pt x="11737" y="0"/>
                  <a:pt x="26213" y="0"/>
                </a:cubicBezTo>
                <a:close/>
              </a:path>
            </a:pathLst>
          </a:custGeom>
          <a:noFill/>
          <a:ln w="13106" cap="rnd">
            <a:solidFill>
              <a:srgbClr val="627D8D"/>
            </a:solidFill>
            <a:prstDash val="solid"/>
            <a:round/>
          </a:ln>
        </p:spPr>
      </p:sp>
      <p:sp>
        <p:nvSpPr>
          <p:cNvPr id="180" name="!!path-33l"/>
          <p:cNvSpPr/>
          <p:nvPr/>
        </p:nvSpPr>
        <p:spPr>
          <a:xfrm>
            <a:off x="4839470" y="1460212"/>
            <a:ext cx="72085" cy="104851"/>
          </a:xfrm>
          <a:custGeom>
            <a:avLst/>
            <a:gdLst/>
            <a:ahLst/>
            <a:cxnLst/>
            <a:rect l="l" t="t" r="r" b="b"/>
            <a:pathLst>
              <a:path w="72085" h="104851" fill="none">
                <a:moveTo>
                  <a:pt x="13106" y="0"/>
                </a:moveTo>
                <a:lnTo>
                  <a:pt x="58979" y="0"/>
                </a:lnTo>
                <a:cubicBezTo>
                  <a:pt x="66220" y="0"/>
                  <a:pt x="72085" y="5865"/>
                  <a:pt x="72085" y="13106"/>
                </a:cubicBezTo>
                <a:lnTo>
                  <a:pt x="72085" y="91745"/>
                </a:lnTo>
                <a:cubicBezTo>
                  <a:pt x="72085" y="98986"/>
                  <a:pt x="66220" y="104851"/>
                  <a:pt x="58979" y="104851"/>
                </a:cubicBezTo>
                <a:lnTo>
                  <a:pt x="13106" y="104851"/>
                </a:lnTo>
                <a:cubicBezTo>
                  <a:pt x="5865" y="104851"/>
                  <a:pt x="0" y="98986"/>
                  <a:pt x="0" y="91745"/>
                </a:cubicBezTo>
                <a:lnTo>
                  <a:pt x="0" y="13106"/>
                </a:lnTo>
                <a:cubicBezTo>
                  <a:pt x="0" y="5865"/>
                  <a:pt x="5865" y="0"/>
                  <a:pt x="13106" y="0"/>
                </a:cubicBezTo>
                <a:close/>
              </a:path>
            </a:pathLst>
          </a:custGeom>
          <a:noFill/>
          <a:ln w="9830" cap="rnd">
            <a:solidFill>
              <a:srgbClr val="627D8D"/>
            </a:solidFill>
            <a:prstDash val="solid"/>
            <a:round/>
          </a:ln>
        </p:spPr>
      </p:sp>
      <p:sp>
        <p:nvSpPr>
          <p:cNvPr id="181" name="!!path-33o"/>
          <p:cNvSpPr/>
          <p:nvPr/>
        </p:nvSpPr>
        <p:spPr>
          <a:xfrm>
            <a:off x="4934491" y="1460212"/>
            <a:ext cx="72085" cy="104851"/>
          </a:xfrm>
          <a:custGeom>
            <a:avLst/>
            <a:gdLst/>
            <a:ahLst/>
            <a:cxnLst/>
            <a:rect l="l" t="t" r="r" b="b"/>
            <a:pathLst>
              <a:path w="72085" h="104851" fill="none">
                <a:moveTo>
                  <a:pt x="13106" y="0"/>
                </a:moveTo>
                <a:lnTo>
                  <a:pt x="58979" y="0"/>
                </a:lnTo>
                <a:cubicBezTo>
                  <a:pt x="66220" y="0"/>
                  <a:pt x="72085" y="5865"/>
                  <a:pt x="72085" y="13106"/>
                </a:cubicBezTo>
                <a:lnTo>
                  <a:pt x="72085" y="91745"/>
                </a:lnTo>
                <a:cubicBezTo>
                  <a:pt x="72085" y="98986"/>
                  <a:pt x="66220" y="104851"/>
                  <a:pt x="58979" y="104851"/>
                </a:cubicBezTo>
                <a:lnTo>
                  <a:pt x="13106" y="104851"/>
                </a:lnTo>
                <a:cubicBezTo>
                  <a:pt x="5865" y="104851"/>
                  <a:pt x="0" y="98986"/>
                  <a:pt x="0" y="91745"/>
                </a:cubicBezTo>
                <a:lnTo>
                  <a:pt x="0" y="13106"/>
                </a:lnTo>
                <a:cubicBezTo>
                  <a:pt x="0" y="5865"/>
                  <a:pt x="5865" y="0"/>
                  <a:pt x="13106" y="0"/>
                </a:cubicBezTo>
                <a:close/>
              </a:path>
            </a:pathLst>
          </a:custGeom>
          <a:noFill/>
          <a:ln w="9830" cap="rnd">
            <a:solidFill>
              <a:srgbClr val="627D8D"/>
            </a:solidFill>
            <a:prstDash val="solid"/>
            <a:round/>
          </a:ln>
        </p:spPr>
      </p:sp>
      <p:sp>
        <p:nvSpPr>
          <p:cNvPr id="182" name="!!path-33r"/>
          <p:cNvSpPr/>
          <p:nvPr/>
        </p:nvSpPr>
        <p:spPr>
          <a:xfrm>
            <a:off x="5029512" y="1460212"/>
            <a:ext cx="72085" cy="104851"/>
          </a:xfrm>
          <a:custGeom>
            <a:avLst/>
            <a:gdLst/>
            <a:ahLst/>
            <a:cxnLst/>
            <a:rect l="l" t="t" r="r" b="b"/>
            <a:pathLst>
              <a:path w="72085" h="104851" fill="none">
                <a:moveTo>
                  <a:pt x="13106" y="0"/>
                </a:moveTo>
                <a:lnTo>
                  <a:pt x="58979" y="0"/>
                </a:lnTo>
                <a:cubicBezTo>
                  <a:pt x="66220" y="0"/>
                  <a:pt x="72085" y="5865"/>
                  <a:pt x="72085" y="13106"/>
                </a:cubicBezTo>
                <a:lnTo>
                  <a:pt x="72085" y="91745"/>
                </a:lnTo>
                <a:cubicBezTo>
                  <a:pt x="72085" y="98986"/>
                  <a:pt x="66220" y="104851"/>
                  <a:pt x="58979" y="104851"/>
                </a:cubicBezTo>
                <a:lnTo>
                  <a:pt x="13106" y="104851"/>
                </a:lnTo>
                <a:cubicBezTo>
                  <a:pt x="5865" y="104851"/>
                  <a:pt x="0" y="98986"/>
                  <a:pt x="0" y="91745"/>
                </a:cubicBezTo>
                <a:lnTo>
                  <a:pt x="0" y="13106"/>
                </a:lnTo>
                <a:cubicBezTo>
                  <a:pt x="0" y="5865"/>
                  <a:pt x="5865" y="0"/>
                  <a:pt x="13106" y="0"/>
                </a:cubicBezTo>
                <a:close/>
              </a:path>
            </a:pathLst>
          </a:custGeom>
          <a:noFill/>
          <a:ln w="9830" cap="rnd">
            <a:solidFill>
              <a:srgbClr val="627D8D"/>
            </a:solidFill>
            <a:prstDash val="solid"/>
            <a:round/>
          </a:ln>
        </p:spPr>
      </p:sp>
      <p:sp>
        <p:nvSpPr>
          <p:cNvPr id="183" name="!!path-33u"/>
          <p:cNvSpPr/>
          <p:nvPr/>
        </p:nvSpPr>
        <p:spPr>
          <a:xfrm>
            <a:off x="5124533" y="1460212"/>
            <a:ext cx="72085" cy="104851"/>
          </a:xfrm>
          <a:custGeom>
            <a:avLst/>
            <a:gdLst/>
            <a:ahLst/>
            <a:cxnLst/>
            <a:rect l="l" t="t" r="r" b="b"/>
            <a:pathLst>
              <a:path w="72085" h="104851" fill="none">
                <a:moveTo>
                  <a:pt x="13106" y="0"/>
                </a:moveTo>
                <a:lnTo>
                  <a:pt x="58979" y="0"/>
                </a:lnTo>
                <a:cubicBezTo>
                  <a:pt x="66220" y="0"/>
                  <a:pt x="72085" y="5865"/>
                  <a:pt x="72085" y="13106"/>
                </a:cubicBezTo>
                <a:lnTo>
                  <a:pt x="72085" y="91745"/>
                </a:lnTo>
                <a:cubicBezTo>
                  <a:pt x="72085" y="98986"/>
                  <a:pt x="66220" y="104851"/>
                  <a:pt x="58979" y="104851"/>
                </a:cubicBezTo>
                <a:lnTo>
                  <a:pt x="13106" y="104851"/>
                </a:lnTo>
                <a:cubicBezTo>
                  <a:pt x="5865" y="104851"/>
                  <a:pt x="0" y="98986"/>
                  <a:pt x="0" y="91745"/>
                </a:cubicBezTo>
                <a:lnTo>
                  <a:pt x="0" y="13106"/>
                </a:lnTo>
                <a:cubicBezTo>
                  <a:pt x="0" y="5865"/>
                  <a:pt x="5865" y="0"/>
                  <a:pt x="13106" y="0"/>
                </a:cubicBezTo>
                <a:close/>
              </a:path>
            </a:pathLst>
          </a:custGeom>
          <a:noFill/>
          <a:ln w="9830" cap="rnd">
            <a:solidFill>
              <a:srgbClr val="627D8D"/>
            </a:solidFill>
            <a:prstDash val="solid"/>
            <a:round/>
          </a:ln>
        </p:spPr>
      </p:sp>
      <p:sp>
        <p:nvSpPr>
          <p:cNvPr id="184" name="!!rect-33x"/>
          <p:cNvSpPr/>
          <p:nvPr/>
        </p:nvSpPr>
        <p:spPr>
          <a:xfrm>
            <a:off x="6759553" y="1420893"/>
            <a:ext cx="432510" cy="275234"/>
          </a:xfrm>
          <a:prstGeom prst="roundRect">
            <a:avLst>
              <a:gd name="adj" fmla="val 9524"/>
            </a:avLst>
          </a:prstGeom>
          <a:solidFill>
            <a:srgbClr val="627D8D">
              <a:alpha val="12000"/>
            </a:srgbClr>
          </a:solidFill>
          <a:ln>
            <a:noFill/>
          </a:ln>
        </p:spPr>
      </p:sp>
      <p:sp>
        <p:nvSpPr>
          <p:cNvPr id="185" name="!!path-33z"/>
          <p:cNvSpPr/>
          <p:nvPr/>
        </p:nvSpPr>
        <p:spPr>
          <a:xfrm>
            <a:off x="6759553" y="1420893"/>
            <a:ext cx="432510" cy="275234"/>
          </a:xfrm>
          <a:custGeom>
            <a:avLst/>
            <a:gdLst/>
            <a:ahLst/>
            <a:cxnLst/>
            <a:rect l="l" t="t" r="r" b="b"/>
            <a:pathLst>
              <a:path w="432510" h="275234" fill="none">
                <a:moveTo>
                  <a:pt x="26213" y="0"/>
                </a:moveTo>
                <a:lnTo>
                  <a:pt x="406297" y="0"/>
                </a:lnTo>
                <a:cubicBezTo>
                  <a:pt x="420773" y="0"/>
                  <a:pt x="432510" y="11737"/>
                  <a:pt x="432510" y="26213"/>
                </a:cubicBezTo>
                <a:lnTo>
                  <a:pt x="432510" y="249021"/>
                </a:lnTo>
                <a:cubicBezTo>
                  <a:pt x="432510" y="263497"/>
                  <a:pt x="420773" y="275234"/>
                  <a:pt x="406297" y="275234"/>
                </a:cubicBezTo>
                <a:lnTo>
                  <a:pt x="26213" y="275234"/>
                </a:lnTo>
                <a:cubicBezTo>
                  <a:pt x="11737" y="275234"/>
                  <a:pt x="0" y="263497"/>
                  <a:pt x="0" y="249021"/>
                </a:cubicBezTo>
                <a:lnTo>
                  <a:pt x="0" y="26213"/>
                </a:lnTo>
                <a:cubicBezTo>
                  <a:pt x="0" y="11737"/>
                  <a:pt x="11737" y="0"/>
                  <a:pt x="26213" y="0"/>
                </a:cubicBezTo>
                <a:close/>
              </a:path>
            </a:pathLst>
          </a:custGeom>
          <a:noFill/>
          <a:ln w="13106" cap="rnd">
            <a:solidFill>
              <a:srgbClr val="627D8D"/>
            </a:solidFill>
            <a:prstDash val="solid"/>
            <a:round/>
          </a:ln>
        </p:spPr>
      </p:sp>
      <p:sp>
        <p:nvSpPr>
          <p:cNvPr id="186" name="!!path-342"/>
          <p:cNvSpPr/>
          <p:nvPr/>
        </p:nvSpPr>
        <p:spPr>
          <a:xfrm>
            <a:off x="6838191" y="1473319"/>
            <a:ext cx="196596" cy="157276"/>
          </a:xfrm>
          <a:custGeom>
            <a:avLst/>
            <a:gdLst/>
            <a:ahLst/>
            <a:cxnLst/>
            <a:rect l="l" t="t" r="r" b="b"/>
            <a:pathLst>
              <a:path w="196596" h="157276" fill="none">
                <a:moveTo>
                  <a:pt x="13106" y="0"/>
                </a:moveTo>
                <a:lnTo>
                  <a:pt x="183489" y="0"/>
                </a:lnTo>
                <a:cubicBezTo>
                  <a:pt x="190730" y="0"/>
                  <a:pt x="196596" y="5865"/>
                  <a:pt x="196596" y="13106"/>
                </a:cubicBezTo>
                <a:lnTo>
                  <a:pt x="196596" y="144170"/>
                </a:lnTo>
                <a:cubicBezTo>
                  <a:pt x="196596" y="151411"/>
                  <a:pt x="190730" y="157276"/>
                  <a:pt x="183489" y="157276"/>
                </a:cubicBezTo>
                <a:lnTo>
                  <a:pt x="13106" y="157276"/>
                </a:lnTo>
                <a:cubicBezTo>
                  <a:pt x="5865" y="157276"/>
                  <a:pt x="0" y="151411"/>
                  <a:pt x="0" y="144170"/>
                </a:cubicBezTo>
                <a:lnTo>
                  <a:pt x="0" y="13106"/>
                </a:lnTo>
                <a:cubicBezTo>
                  <a:pt x="0" y="5865"/>
                  <a:pt x="5865" y="0"/>
                  <a:pt x="13106" y="0"/>
                </a:cubicBezTo>
                <a:close/>
              </a:path>
            </a:pathLst>
          </a:custGeom>
          <a:noFill/>
          <a:ln w="10485" cap="rnd">
            <a:solidFill>
              <a:srgbClr val="627D8D"/>
            </a:solidFill>
            <a:prstDash val="solid"/>
            <a:round/>
          </a:ln>
        </p:spPr>
      </p:sp>
      <p:sp>
        <p:nvSpPr>
          <p:cNvPr id="187" name="!!path-345"/>
          <p:cNvSpPr/>
          <p:nvPr/>
        </p:nvSpPr>
        <p:spPr>
          <a:xfrm>
            <a:off x="7074106" y="1486425"/>
            <a:ext cx="65532" cy="131064"/>
          </a:xfrm>
          <a:custGeom>
            <a:avLst/>
            <a:gdLst/>
            <a:ahLst/>
            <a:cxnLst/>
            <a:rect l="l" t="t" r="r" b="b"/>
            <a:pathLst>
              <a:path w="65532" h="131064" fill="none">
                <a:moveTo>
                  <a:pt x="0" y="131064"/>
                </a:moveTo>
                <a:lnTo>
                  <a:pt x="0" y="0"/>
                </a:lnTo>
                <a:lnTo>
                  <a:pt x="32766" y="0"/>
                </a:lnTo>
                <a:lnTo>
                  <a:pt x="32766" y="91745"/>
                </a:lnTo>
                <a:lnTo>
                  <a:pt x="65532" y="91745"/>
                </a:lnTo>
                <a:lnTo>
                  <a:pt x="65532" y="0"/>
                </a:lnTo>
              </a:path>
            </a:pathLst>
          </a:custGeom>
          <a:noFill/>
          <a:ln w="9174" cap="rnd">
            <a:solidFill>
              <a:srgbClr val="627D8D"/>
            </a:solidFill>
            <a:prstDash val="solid"/>
            <a:round/>
          </a:ln>
        </p:spPr>
      </p:sp>
      <p:sp>
        <p:nvSpPr>
          <p:cNvPr id="188" name="!!rect-348"/>
          <p:cNvSpPr/>
          <p:nvPr/>
        </p:nvSpPr>
        <p:spPr>
          <a:xfrm>
            <a:off x="5671724" y="5418335"/>
            <a:ext cx="655318" cy="262127"/>
          </a:xfrm>
          <a:prstGeom prst="roundRect">
            <a:avLst>
              <a:gd name="adj" fmla="val 10000"/>
            </a:avLst>
          </a:prstGeom>
          <a:solidFill>
            <a:srgbClr val="627D8D">
              <a:alpha val="12000"/>
            </a:srgbClr>
          </a:solidFill>
          <a:ln>
            <a:noFill/>
          </a:ln>
        </p:spPr>
      </p:sp>
      <p:sp>
        <p:nvSpPr>
          <p:cNvPr id="189" name="!!path-34a"/>
          <p:cNvSpPr/>
          <p:nvPr/>
        </p:nvSpPr>
        <p:spPr>
          <a:xfrm>
            <a:off x="5671724" y="5418335"/>
            <a:ext cx="655318" cy="262127"/>
          </a:xfrm>
          <a:custGeom>
            <a:avLst/>
            <a:gdLst/>
            <a:ahLst/>
            <a:cxnLst/>
            <a:rect l="l" t="t" r="r" b="b"/>
            <a:pathLst>
              <a:path w="655318" h="262127" fill="none">
                <a:moveTo>
                  <a:pt x="26213" y="0"/>
                </a:moveTo>
                <a:lnTo>
                  <a:pt x="629106" y="0"/>
                </a:lnTo>
                <a:cubicBezTo>
                  <a:pt x="643582" y="0"/>
                  <a:pt x="655318" y="11737"/>
                  <a:pt x="655318" y="26213"/>
                </a:cubicBezTo>
                <a:lnTo>
                  <a:pt x="655318" y="235915"/>
                </a:lnTo>
                <a:cubicBezTo>
                  <a:pt x="655318" y="250391"/>
                  <a:pt x="643582" y="262127"/>
                  <a:pt x="629106" y="262127"/>
                </a:cubicBezTo>
                <a:lnTo>
                  <a:pt x="26213" y="262127"/>
                </a:lnTo>
                <a:cubicBezTo>
                  <a:pt x="11737" y="262127"/>
                  <a:pt x="0" y="250391"/>
                  <a:pt x="0" y="235915"/>
                </a:cubicBezTo>
                <a:lnTo>
                  <a:pt x="0" y="26213"/>
                </a:lnTo>
                <a:cubicBezTo>
                  <a:pt x="0" y="11737"/>
                  <a:pt x="11737" y="0"/>
                  <a:pt x="26213" y="0"/>
                </a:cubicBezTo>
                <a:close/>
              </a:path>
            </a:pathLst>
          </a:custGeom>
          <a:noFill/>
          <a:ln w="13106" cap="rnd">
            <a:solidFill>
              <a:srgbClr val="627D8D"/>
            </a:solidFill>
            <a:prstDash val="solid"/>
            <a:round/>
          </a:ln>
        </p:spPr>
      </p:sp>
      <p:sp>
        <p:nvSpPr>
          <p:cNvPr id="190" name="!!path-34d"/>
          <p:cNvSpPr/>
          <p:nvPr/>
        </p:nvSpPr>
        <p:spPr>
          <a:xfrm>
            <a:off x="5763469" y="5483867"/>
            <a:ext cx="1" cy="131064"/>
          </a:xfrm>
          <a:custGeom>
            <a:avLst/>
            <a:gdLst/>
            <a:ahLst/>
            <a:cxnLst/>
            <a:rect l="l" t="t" r="r" b="b"/>
            <a:pathLst>
              <a:path w="1" h="131064" fill="none">
                <a:moveTo>
                  <a:pt x="0" y="0"/>
                </a:moveTo>
                <a:lnTo>
                  <a:pt x="0" y="131064"/>
                </a:lnTo>
              </a:path>
            </a:pathLst>
          </a:custGeom>
          <a:noFill/>
          <a:ln w="9174" cap="rnd">
            <a:solidFill>
              <a:srgbClr val="627D8D"/>
            </a:solidFill>
            <a:prstDash val="solid"/>
            <a:round/>
          </a:ln>
        </p:spPr>
      </p:sp>
      <p:sp>
        <p:nvSpPr>
          <p:cNvPr id="191" name="!!path-34g"/>
          <p:cNvSpPr/>
          <p:nvPr/>
        </p:nvSpPr>
        <p:spPr>
          <a:xfrm>
            <a:off x="5868320" y="5483867"/>
            <a:ext cx="1" cy="131064"/>
          </a:xfrm>
          <a:custGeom>
            <a:avLst/>
            <a:gdLst/>
            <a:ahLst/>
            <a:cxnLst/>
            <a:rect l="l" t="t" r="r" b="b"/>
            <a:pathLst>
              <a:path w="1" h="131064" fill="none">
                <a:moveTo>
                  <a:pt x="0" y="0"/>
                </a:moveTo>
                <a:lnTo>
                  <a:pt x="0" y="131064"/>
                </a:lnTo>
              </a:path>
            </a:pathLst>
          </a:custGeom>
          <a:noFill/>
          <a:ln w="9174" cap="rnd">
            <a:solidFill>
              <a:srgbClr val="627D8D"/>
            </a:solidFill>
            <a:prstDash val="solid"/>
            <a:round/>
          </a:ln>
        </p:spPr>
      </p:sp>
      <p:sp>
        <p:nvSpPr>
          <p:cNvPr id="192" name="!!path-34j"/>
          <p:cNvSpPr/>
          <p:nvPr/>
        </p:nvSpPr>
        <p:spPr>
          <a:xfrm>
            <a:off x="5973171" y="5483867"/>
            <a:ext cx="1" cy="131064"/>
          </a:xfrm>
          <a:custGeom>
            <a:avLst/>
            <a:gdLst/>
            <a:ahLst/>
            <a:cxnLst/>
            <a:rect l="l" t="t" r="r" b="b"/>
            <a:pathLst>
              <a:path w="1" h="131064" fill="none">
                <a:moveTo>
                  <a:pt x="0" y="0"/>
                </a:moveTo>
                <a:lnTo>
                  <a:pt x="0" y="131064"/>
                </a:lnTo>
              </a:path>
            </a:pathLst>
          </a:custGeom>
          <a:noFill/>
          <a:ln w="9174" cap="rnd">
            <a:solidFill>
              <a:srgbClr val="627D8D"/>
            </a:solidFill>
            <a:prstDash val="solid"/>
            <a:round/>
          </a:ln>
        </p:spPr>
      </p:sp>
      <p:sp>
        <p:nvSpPr>
          <p:cNvPr id="193" name="!!path-34m"/>
          <p:cNvSpPr/>
          <p:nvPr/>
        </p:nvSpPr>
        <p:spPr>
          <a:xfrm>
            <a:off x="6078022" y="5483867"/>
            <a:ext cx="1" cy="131064"/>
          </a:xfrm>
          <a:custGeom>
            <a:avLst/>
            <a:gdLst/>
            <a:ahLst/>
            <a:cxnLst/>
            <a:rect l="l" t="t" r="r" b="b"/>
            <a:pathLst>
              <a:path w="1" h="131064" fill="none">
                <a:moveTo>
                  <a:pt x="0" y="0"/>
                </a:moveTo>
                <a:lnTo>
                  <a:pt x="0" y="131064"/>
                </a:lnTo>
              </a:path>
            </a:pathLst>
          </a:custGeom>
          <a:noFill/>
          <a:ln w="9174" cap="rnd">
            <a:solidFill>
              <a:srgbClr val="627D8D"/>
            </a:solidFill>
            <a:prstDash val="solid"/>
            <a:round/>
          </a:ln>
        </p:spPr>
      </p:sp>
      <p:sp>
        <p:nvSpPr>
          <p:cNvPr id="194" name="!!path-34p"/>
          <p:cNvSpPr/>
          <p:nvPr/>
        </p:nvSpPr>
        <p:spPr>
          <a:xfrm>
            <a:off x="6182873" y="5483867"/>
            <a:ext cx="1" cy="131064"/>
          </a:xfrm>
          <a:custGeom>
            <a:avLst/>
            <a:gdLst/>
            <a:ahLst/>
            <a:cxnLst/>
            <a:rect l="l" t="t" r="r" b="b"/>
            <a:pathLst>
              <a:path w="1" h="131064" fill="none">
                <a:moveTo>
                  <a:pt x="0" y="0"/>
                </a:moveTo>
                <a:lnTo>
                  <a:pt x="0" y="131064"/>
                </a:lnTo>
              </a:path>
            </a:pathLst>
          </a:custGeom>
          <a:noFill/>
          <a:ln w="9174" cap="rnd">
            <a:solidFill>
              <a:srgbClr val="627D8D"/>
            </a:solidFill>
            <a:prstDash val="solid"/>
            <a:round/>
          </a:ln>
        </p:spPr>
      </p:sp>
      <p:sp>
        <p:nvSpPr>
          <p:cNvPr id="195" name="!!rect-34s"/>
          <p:cNvSpPr/>
          <p:nvPr/>
        </p:nvSpPr>
        <p:spPr>
          <a:xfrm>
            <a:off x="6418787" y="5483867"/>
            <a:ext cx="235915" cy="144170"/>
          </a:xfrm>
          <a:prstGeom prst="roundRect">
            <a:avLst>
              <a:gd name="adj" fmla="val 18182"/>
            </a:avLst>
          </a:prstGeom>
          <a:solidFill>
            <a:srgbClr val="627D8D">
              <a:alpha val="12000"/>
            </a:srgbClr>
          </a:solidFill>
          <a:ln>
            <a:noFill/>
          </a:ln>
        </p:spPr>
      </p:sp>
      <p:sp>
        <p:nvSpPr>
          <p:cNvPr id="196" name="!!path-34u"/>
          <p:cNvSpPr/>
          <p:nvPr/>
        </p:nvSpPr>
        <p:spPr>
          <a:xfrm>
            <a:off x="6418787" y="5483867"/>
            <a:ext cx="235915" cy="144170"/>
          </a:xfrm>
          <a:custGeom>
            <a:avLst/>
            <a:gdLst/>
            <a:ahLst/>
            <a:cxnLst/>
            <a:rect l="l" t="t" r="r" b="b"/>
            <a:pathLst>
              <a:path w="235915" h="144170" fill="none">
                <a:moveTo>
                  <a:pt x="26213" y="0"/>
                </a:moveTo>
                <a:lnTo>
                  <a:pt x="209702" y="0"/>
                </a:lnTo>
                <a:cubicBezTo>
                  <a:pt x="224178" y="0"/>
                  <a:pt x="235915" y="11737"/>
                  <a:pt x="235915" y="26213"/>
                </a:cubicBezTo>
                <a:lnTo>
                  <a:pt x="235915" y="117957"/>
                </a:lnTo>
                <a:cubicBezTo>
                  <a:pt x="235915" y="132433"/>
                  <a:pt x="224178" y="144170"/>
                  <a:pt x="209702" y="144170"/>
                </a:cubicBezTo>
                <a:lnTo>
                  <a:pt x="26213" y="144170"/>
                </a:lnTo>
                <a:cubicBezTo>
                  <a:pt x="11737" y="144170"/>
                  <a:pt x="0" y="132433"/>
                  <a:pt x="0" y="117957"/>
                </a:cubicBezTo>
                <a:lnTo>
                  <a:pt x="0" y="26213"/>
                </a:lnTo>
                <a:cubicBezTo>
                  <a:pt x="0" y="11737"/>
                  <a:pt x="11737" y="0"/>
                  <a:pt x="26213" y="0"/>
                </a:cubicBezTo>
                <a:close/>
              </a:path>
            </a:pathLst>
          </a:custGeom>
          <a:noFill/>
          <a:ln w="13106" cap="rnd">
            <a:solidFill>
              <a:srgbClr val="627D8D"/>
            </a:solidFill>
            <a:prstDash val="solid"/>
            <a:round/>
          </a:ln>
        </p:spPr>
      </p:sp>
      <p:sp>
        <p:nvSpPr>
          <p:cNvPr id="197" name="!!rect-34x"/>
          <p:cNvSpPr/>
          <p:nvPr/>
        </p:nvSpPr>
        <p:spPr>
          <a:xfrm>
            <a:off x="5953511" y="3727614"/>
            <a:ext cx="45872" cy="262127"/>
          </a:xfrm>
          <a:prstGeom prst="roundRect">
            <a:avLst>
              <a:gd name="adj" fmla="val 50000"/>
            </a:avLst>
          </a:prstGeom>
          <a:solidFill>
            <a:srgbClr val="627D8D">
              <a:alpha val="12000"/>
            </a:srgbClr>
          </a:solidFill>
          <a:ln>
            <a:noFill/>
          </a:ln>
        </p:spPr>
      </p:sp>
      <p:sp>
        <p:nvSpPr>
          <p:cNvPr id="198" name="!!path-34z"/>
          <p:cNvSpPr/>
          <p:nvPr/>
        </p:nvSpPr>
        <p:spPr>
          <a:xfrm>
            <a:off x="5953511" y="3727614"/>
            <a:ext cx="45872" cy="262127"/>
          </a:xfrm>
          <a:custGeom>
            <a:avLst/>
            <a:gdLst/>
            <a:ahLst/>
            <a:cxnLst/>
            <a:rect l="l" t="t" r="r" b="b"/>
            <a:pathLst>
              <a:path w="45872" h="262127" fill="none">
                <a:moveTo>
                  <a:pt x="26213" y="0"/>
                </a:moveTo>
                <a:lnTo>
                  <a:pt x="19660" y="0"/>
                </a:lnTo>
                <a:cubicBezTo>
                  <a:pt x="34136" y="0"/>
                  <a:pt x="45872" y="11737"/>
                  <a:pt x="45872" y="26213"/>
                </a:cubicBezTo>
                <a:lnTo>
                  <a:pt x="45872" y="235915"/>
                </a:lnTo>
                <a:cubicBezTo>
                  <a:pt x="45872" y="250391"/>
                  <a:pt x="34136" y="262127"/>
                  <a:pt x="19660" y="262127"/>
                </a:cubicBezTo>
                <a:lnTo>
                  <a:pt x="26213" y="262127"/>
                </a:lnTo>
                <a:cubicBezTo>
                  <a:pt x="11737" y="262127"/>
                  <a:pt x="0" y="250391"/>
                  <a:pt x="0" y="235915"/>
                </a:cubicBezTo>
                <a:lnTo>
                  <a:pt x="0" y="26213"/>
                </a:lnTo>
                <a:cubicBezTo>
                  <a:pt x="0" y="11737"/>
                  <a:pt x="11737" y="0"/>
                  <a:pt x="26213" y="0"/>
                </a:cubicBezTo>
                <a:close/>
              </a:path>
            </a:pathLst>
          </a:custGeom>
          <a:noFill/>
          <a:ln w="13106" cap="rnd">
            <a:solidFill>
              <a:srgbClr val="627D8D"/>
            </a:solidFill>
            <a:prstDash val="solid"/>
            <a:round/>
          </a:ln>
        </p:spPr>
      </p:sp>
      <p:sp>
        <p:nvSpPr>
          <p:cNvPr id="199" name="!!rect-352"/>
          <p:cNvSpPr/>
          <p:nvPr/>
        </p:nvSpPr>
        <p:spPr>
          <a:xfrm>
            <a:off x="6005937" y="3727614"/>
            <a:ext cx="45872" cy="262127"/>
          </a:xfrm>
          <a:prstGeom prst="roundRect">
            <a:avLst>
              <a:gd name="adj" fmla="val 50000"/>
            </a:avLst>
          </a:prstGeom>
          <a:solidFill>
            <a:srgbClr val="627D8D">
              <a:alpha val="12000"/>
            </a:srgbClr>
          </a:solidFill>
          <a:ln>
            <a:noFill/>
          </a:ln>
        </p:spPr>
      </p:sp>
      <p:sp>
        <p:nvSpPr>
          <p:cNvPr id="200" name="!!path-354"/>
          <p:cNvSpPr/>
          <p:nvPr/>
        </p:nvSpPr>
        <p:spPr>
          <a:xfrm>
            <a:off x="6005937" y="3727614"/>
            <a:ext cx="45872" cy="262127"/>
          </a:xfrm>
          <a:custGeom>
            <a:avLst/>
            <a:gdLst/>
            <a:ahLst/>
            <a:cxnLst/>
            <a:rect l="l" t="t" r="r" b="b"/>
            <a:pathLst>
              <a:path w="45872" h="262127" fill="none">
                <a:moveTo>
                  <a:pt x="26213" y="0"/>
                </a:moveTo>
                <a:lnTo>
                  <a:pt x="19660" y="0"/>
                </a:lnTo>
                <a:cubicBezTo>
                  <a:pt x="34136" y="0"/>
                  <a:pt x="45872" y="11737"/>
                  <a:pt x="45872" y="26213"/>
                </a:cubicBezTo>
                <a:lnTo>
                  <a:pt x="45872" y="235915"/>
                </a:lnTo>
                <a:cubicBezTo>
                  <a:pt x="45872" y="250391"/>
                  <a:pt x="34136" y="262127"/>
                  <a:pt x="19660" y="262127"/>
                </a:cubicBezTo>
                <a:lnTo>
                  <a:pt x="26213" y="262127"/>
                </a:lnTo>
                <a:cubicBezTo>
                  <a:pt x="11737" y="262127"/>
                  <a:pt x="0" y="250391"/>
                  <a:pt x="0" y="235915"/>
                </a:cubicBezTo>
                <a:lnTo>
                  <a:pt x="0" y="26213"/>
                </a:lnTo>
                <a:cubicBezTo>
                  <a:pt x="0" y="11737"/>
                  <a:pt x="11737" y="0"/>
                  <a:pt x="26213" y="0"/>
                </a:cubicBezTo>
                <a:close/>
              </a:path>
            </a:pathLst>
          </a:custGeom>
          <a:noFill/>
          <a:ln w="13106" cap="rnd">
            <a:solidFill>
              <a:srgbClr val="627D8D"/>
            </a:solidFill>
            <a:prstDash val="solid"/>
            <a:round/>
          </a:ln>
        </p:spPr>
      </p:sp>
      <p:sp>
        <p:nvSpPr>
          <p:cNvPr id="201" name="!!rect-357"/>
          <p:cNvSpPr/>
          <p:nvPr/>
        </p:nvSpPr>
        <p:spPr>
          <a:xfrm>
            <a:off x="5953511" y="4972719"/>
            <a:ext cx="45872" cy="262127"/>
          </a:xfrm>
          <a:prstGeom prst="roundRect">
            <a:avLst>
              <a:gd name="adj" fmla="val 50000"/>
            </a:avLst>
          </a:prstGeom>
          <a:solidFill>
            <a:srgbClr val="627D8D">
              <a:alpha val="12000"/>
            </a:srgbClr>
          </a:solidFill>
          <a:ln>
            <a:noFill/>
          </a:ln>
        </p:spPr>
      </p:sp>
      <p:sp>
        <p:nvSpPr>
          <p:cNvPr id="202" name="!!path-359"/>
          <p:cNvSpPr/>
          <p:nvPr/>
        </p:nvSpPr>
        <p:spPr>
          <a:xfrm>
            <a:off x="5953511" y="4972719"/>
            <a:ext cx="45872" cy="262127"/>
          </a:xfrm>
          <a:custGeom>
            <a:avLst/>
            <a:gdLst/>
            <a:ahLst/>
            <a:cxnLst/>
            <a:rect l="l" t="t" r="r" b="b"/>
            <a:pathLst>
              <a:path w="45872" h="262127" fill="none">
                <a:moveTo>
                  <a:pt x="26213" y="0"/>
                </a:moveTo>
                <a:lnTo>
                  <a:pt x="19660" y="0"/>
                </a:lnTo>
                <a:cubicBezTo>
                  <a:pt x="34136" y="0"/>
                  <a:pt x="45872" y="11737"/>
                  <a:pt x="45872" y="26213"/>
                </a:cubicBezTo>
                <a:lnTo>
                  <a:pt x="45872" y="235915"/>
                </a:lnTo>
                <a:cubicBezTo>
                  <a:pt x="45872" y="250391"/>
                  <a:pt x="34136" y="262127"/>
                  <a:pt x="19660" y="262127"/>
                </a:cubicBezTo>
                <a:lnTo>
                  <a:pt x="26213" y="262127"/>
                </a:lnTo>
                <a:cubicBezTo>
                  <a:pt x="11737" y="262127"/>
                  <a:pt x="0" y="250391"/>
                  <a:pt x="0" y="235915"/>
                </a:cubicBezTo>
                <a:lnTo>
                  <a:pt x="0" y="26213"/>
                </a:lnTo>
                <a:cubicBezTo>
                  <a:pt x="0" y="11737"/>
                  <a:pt x="11737" y="0"/>
                  <a:pt x="26213" y="0"/>
                </a:cubicBezTo>
                <a:close/>
              </a:path>
            </a:pathLst>
          </a:custGeom>
          <a:noFill/>
          <a:ln w="13106" cap="rnd">
            <a:solidFill>
              <a:srgbClr val="627D8D"/>
            </a:solidFill>
            <a:prstDash val="solid"/>
            <a:round/>
          </a:ln>
        </p:spPr>
      </p:sp>
      <p:sp>
        <p:nvSpPr>
          <p:cNvPr id="203" name="!!rect-35c"/>
          <p:cNvSpPr/>
          <p:nvPr/>
        </p:nvSpPr>
        <p:spPr>
          <a:xfrm>
            <a:off x="6005937" y="4972719"/>
            <a:ext cx="45872" cy="262127"/>
          </a:xfrm>
          <a:prstGeom prst="roundRect">
            <a:avLst>
              <a:gd name="adj" fmla="val 50000"/>
            </a:avLst>
          </a:prstGeom>
          <a:solidFill>
            <a:srgbClr val="627D8D">
              <a:alpha val="12000"/>
            </a:srgbClr>
          </a:solidFill>
          <a:ln>
            <a:noFill/>
          </a:ln>
        </p:spPr>
      </p:sp>
      <p:sp>
        <p:nvSpPr>
          <p:cNvPr id="204" name="!!path-35e"/>
          <p:cNvSpPr/>
          <p:nvPr/>
        </p:nvSpPr>
        <p:spPr>
          <a:xfrm>
            <a:off x="6005937" y="4972719"/>
            <a:ext cx="45872" cy="262127"/>
          </a:xfrm>
          <a:custGeom>
            <a:avLst/>
            <a:gdLst/>
            <a:ahLst/>
            <a:cxnLst/>
            <a:rect l="l" t="t" r="r" b="b"/>
            <a:pathLst>
              <a:path w="45872" h="262127" fill="none">
                <a:moveTo>
                  <a:pt x="26213" y="0"/>
                </a:moveTo>
                <a:lnTo>
                  <a:pt x="19660" y="0"/>
                </a:lnTo>
                <a:cubicBezTo>
                  <a:pt x="34136" y="0"/>
                  <a:pt x="45872" y="11737"/>
                  <a:pt x="45872" y="26213"/>
                </a:cubicBezTo>
                <a:lnTo>
                  <a:pt x="45872" y="235915"/>
                </a:lnTo>
                <a:cubicBezTo>
                  <a:pt x="45872" y="250391"/>
                  <a:pt x="34136" y="262127"/>
                  <a:pt x="19660" y="262127"/>
                </a:cubicBezTo>
                <a:lnTo>
                  <a:pt x="26213" y="262127"/>
                </a:lnTo>
                <a:cubicBezTo>
                  <a:pt x="11737" y="262127"/>
                  <a:pt x="0" y="250391"/>
                  <a:pt x="0" y="235915"/>
                </a:cubicBezTo>
                <a:lnTo>
                  <a:pt x="0" y="26213"/>
                </a:lnTo>
                <a:cubicBezTo>
                  <a:pt x="0" y="11737"/>
                  <a:pt x="11737" y="0"/>
                  <a:pt x="26213" y="0"/>
                </a:cubicBezTo>
                <a:close/>
              </a:path>
            </a:pathLst>
          </a:custGeom>
          <a:noFill/>
          <a:ln w="13106" cap="rnd">
            <a:solidFill>
              <a:srgbClr val="627D8D"/>
            </a:solidFill>
            <a:prstDash val="solid"/>
            <a:round/>
          </a:ln>
        </p:spPr>
      </p:sp>
      <p:sp>
        <p:nvSpPr>
          <p:cNvPr id="205" name="!!rect-35h"/>
          <p:cNvSpPr/>
          <p:nvPr/>
        </p:nvSpPr>
        <p:spPr>
          <a:xfrm>
            <a:off x="4878789" y="3354082"/>
            <a:ext cx="327659" cy="157276"/>
          </a:xfrm>
          <a:prstGeom prst="roundRect">
            <a:avLst>
              <a:gd name="adj" fmla="val 29167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206" name="!!text-35i" descr="A01"/>
          <p:cNvSpPr txBox="1"/>
          <p:nvPr/>
        </p:nvSpPr>
        <p:spPr>
          <a:xfrm>
            <a:off x="4959085" y="3359063"/>
            <a:ext cx="194590" cy="13284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22" b="1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A01</a:t>
            </a:r>
            <a:endParaRPr lang="zh-TW" sz="722"/>
          </a:p>
        </p:txBody>
      </p:sp>
      <p:sp>
        <p:nvSpPr>
          <p:cNvPr id="207" name="!!rect-35m"/>
          <p:cNvSpPr/>
          <p:nvPr/>
        </p:nvSpPr>
        <p:spPr>
          <a:xfrm>
            <a:off x="6123894" y="3354082"/>
            <a:ext cx="327659" cy="157276"/>
          </a:xfrm>
          <a:prstGeom prst="roundRect">
            <a:avLst>
              <a:gd name="adj" fmla="val 29167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208" name="!!text-35n" descr="A02"/>
          <p:cNvSpPr txBox="1"/>
          <p:nvPr/>
        </p:nvSpPr>
        <p:spPr>
          <a:xfrm>
            <a:off x="6204190" y="3359063"/>
            <a:ext cx="194590" cy="13284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22" b="1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A02</a:t>
            </a:r>
            <a:endParaRPr lang="zh-TW" sz="722"/>
          </a:p>
        </p:txBody>
      </p:sp>
      <p:sp>
        <p:nvSpPr>
          <p:cNvPr id="209" name="!!rect-35r"/>
          <p:cNvSpPr/>
          <p:nvPr/>
        </p:nvSpPr>
        <p:spPr>
          <a:xfrm>
            <a:off x="4878789" y="4599187"/>
            <a:ext cx="327659" cy="157276"/>
          </a:xfrm>
          <a:prstGeom prst="roundRect">
            <a:avLst>
              <a:gd name="adj" fmla="val 29167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210" name="!!text-35s" descr="A03"/>
          <p:cNvSpPr txBox="1"/>
          <p:nvPr/>
        </p:nvSpPr>
        <p:spPr>
          <a:xfrm>
            <a:off x="4959085" y="4604168"/>
            <a:ext cx="194590" cy="13284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22" b="1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A03</a:t>
            </a:r>
            <a:endParaRPr lang="zh-TW" sz="722"/>
          </a:p>
        </p:txBody>
      </p:sp>
      <p:sp>
        <p:nvSpPr>
          <p:cNvPr id="211" name="!!rect-35w"/>
          <p:cNvSpPr/>
          <p:nvPr/>
        </p:nvSpPr>
        <p:spPr>
          <a:xfrm>
            <a:off x="6123894" y="4599187"/>
            <a:ext cx="327659" cy="157276"/>
          </a:xfrm>
          <a:prstGeom prst="roundRect">
            <a:avLst>
              <a:gd name="adj" fmla="val 29167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212" name="!!text-35x" descr="A04"/>
          <p:cNvSpPr txBox="1"/>
          <p:nvPr/>
        </p:nvSpPr>
        <p:spPr>
          <a:xfrm>
            <a:off x="6204190" y="4604168"/>
            <a:ext cx="194590" cy="13284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22" b="1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A04</a:t>
            </a:r>
            <a:endParaRPr lang="zh-TW" sz="722"/>
          </a:p>
        </p:txBody>
      </p:sp>
      <p:sp>
        <p:nvSpPr>
          <p:cNvPr id="213" name="!!text-6hw" descr="智慧書櫃"/>
          <p:cNvSpPr txBox="1"/>
          <p:nvPr/>
        </p:nvSpPr>
        <p:spPr>
          <a:xfrm>
            <a:off x="711200" y="1918716"/>
            <a:ext cx="710184" cy="2206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00" b="1" kern="0" spc="144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智慧書</a:t>
            </a:r>
            <a:r>
              <a:rPr lang="zh-TW" altLang="en-US" sz="12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櫃</a:t>
            </a:r>
            <a:endParaRPr lang="zh-TW" sz="1200"/>
          </a:p>
        </p:txBody>
      </p:sp>
      <p:sp>
        <p:nvSpPr>
          <p:cNvPr id="214" name="!!text-6i2" descr="一片 ESP32，"/>
          <p:cNvSpPr txBox="1"/>
          <p:nvPr/>
        </p:nvSpPr>
        <p:spPr>
          <a:xfrm>
            <a:off x="711200" y="2187448"/>
            <a:ext cx="2906421" cy="66202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3600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一片 ESP3</a:t>
            </a:r>
            <a:r>
              <a:rPr lang="zh-TW" altLang="en-US" sz="3600" kern="0" spc="-108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2</a:t>
            </a:r>
            <a:r>
              <a:rPr lang="zh-TW" altLang="en-US" sz="3600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，</a:t>
            </a:r>
            <a:endParaRPr lang="zh-TW" sz="3600"/>
          </a:p>
        </p:txBody>
      </p:sp>
      <p:sp>
        <p:nvSpPr>
          <p:cNvPr id="215" name="!!text-6j8" descr="控制四扇櫃門"/>
          <p:cNvSpPr txBox="1"/>
          <p:nvPr/>
        </p:nvSpPr>
        <p:spPr>
          <a:xfrm>
            <a:off x="711200" y="2736088"/>
            <a:ext cx="2880360" cy="66202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3600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控制四扇櫃門</a:t>
            </a:r>
            <a:endParaRPr lang="zh-TW" sz="3600"/>
          </a:p>
        </p:txBody>
      </p:sp>
      <p:sp>
        <p:nvSpPr>
          <p:cNvPr id="216" name="!!text-6k7" descr="以 HTTPS 定時與伺服器同步，"/>
          <p:cNvSpPr txBox="1"/>
          <p:nvPr/>
        </p:nvSpPr>
        <p:spPr>
          <a:xfrm>
            <a:off x="711200" y="3451860"/>
            <a:ext cx="2658237" cy="27584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500" kern="0" dirty="0">
                <a:solidFill>
                  <a:srgbClr val="3F4A54"/>
                </a:solidFill>
                <a:latin typeface="Noto Sans TC Medium"/>
                <a:ea typeface="Noto Sans TC Medium"/>
                <a:cs typeface="Noto Sans TC Medium"/>
              </a:rPr>
              <a:t>以 HTT</a:t>
            </a:r>
            <a:r>
              <a:rPr lang="zh-TW" altLang="en-US" sz="1500" kern="0" spc="-23" dirty="0">
                <a:solidFill>
                  <a:srgbClr val="3F4A54"/>
                </a:solidFill>
                <a:latin typeface="Noto Sans TC Medium"/>
                <a:ea typeface="Noto Sans TC Medium"/>
                <a:cs typeface="Noto Sans TC Medium"/>
              </a:rPr>
              <a:t>P</a:t>
            </a:r>
            <a:r>
              <a:rPr lang="zh-TW" altLang="en-US" sz="1500" kern="0" dirty="0">
                <a:solidFill>
                  <a:srgbClr val="3F4A54"/>
                </a:solidFill>
                <a:latin typeface="Noto Sans TC Medium"/>
                <a:ea typeface="Noto Sans TC Medium"/>
                <a:cs typeface="Noto Sans TC Medium"/>
              </a:rPr>
              <a:t>S 定時與伺服器同步，</a:t>
            </a:r>
            <a:endParaRPr lang="zh-TW" sz="1500"/>
          </a:p>
        </p:txBody>
      </p:sp>
      <p:sp>
        <p:nvSpPr>
          <p:cNvPr id="217" name="!!text-6kr" descr="接收開鎖指令並回報開關門。"/>
          <p:cNvSpPr txBox="1"/>
          <p:nvPr/>
        </p:nvSpPr>
        <p:spPr>
          <a:xfrm>
            <a:off x="711200" y="3743960"/>
            <a:ext cx="2533650" cy="27584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500" kern="0" dirty="0">
                <a:solidFill>
                  <a:srgbClr val="3F4A54"/>
                </a:solidFill>
                <a:latin typeface="Noto Sans TC Medium"/>
                <a:ea typeface="Noto Sans TC Medium"/>
                <a:cs typeface="Noto Sans TC Medium"/>
              </a:rPr>
              <a:t>接收開鎖指令並回報開關門。</a:t>
            </a:r>
            <a:endParaRPr lang="zh-TW" sz="1500"/>
          </a:p>
        </p:txBody>
      </p:sp>
      <p:sp>
        <p:nvSpPr>
          <p:cNvPr id="218" name="!!circle-6l7"/>
          <p:cNvSpPr/>
          <p:nvPr/>
        </p:nvSpPr>
        <p:spPr>
          <a:xfrm>
            <a:off x="6858273" y="1559998"/>
            <a:ext cx="57150" cy="57150"/>
          </a:xfrm>
          <a:prstGeom prst="ellipse">
            <a:avLst/>
          </a:prstGeom>
          <a:solidFill>
            <a:srgbClr val="627D8D"/>
          </a:solidFill>
          <a:ln>
            <a:noFill/>
          </a:ln>
        </p:spPr>
      </p:sp>
      <p:sp>
        <p:nvSpPr>
          <p:cNvPr id="219" name="!!circle-6l8"/>
          <p:cNvSpPr/>
          <p:nvPr/>
        </p:nvSpPr>
        <p:spPr>
          <a:xfrm>
            <a:off x="6823348" y="1525073"/>
            <a:ext cx="127000" cy="127000"/>
          </a:xfrm>
          <a:prstGeom prst="ellipse">
            <a:avLst/>
          </a:prstGeom>
          <a:noFill/>
          <a:ln w="9525" cap="flat">
            <a:solidFill>
              <a:srgbClr val="627D8D">
                <a:alpha val="50000"/>
              </a:srgbClr>
            </a:solidFill>
            <a:prstDash val="solid"/>
            <a:miter lim="800000"/>
          </a:ln>
        </p:spPr>
      </p:sp>
      <p:sp>
        <p:nvSpPr>
          <p:cNvPr id="220" name="!!path-6l9"/>
          <p:cNvSpPr/>
          <p:nvPr/>
        </p:nvSpPr>
        <p:spPr>
          <a:xfrm>
            <a:off x="6886848" y="1588573"/>
            <a:ext cx="1469752" cy="17977"/>
          </a:xfrm>
          <a:custGeom>
            <a:avLst/>
            <a:gdLst/>
            <a:ahLst/>
            <a:cxnLst/>
            <a:rect l="l" t="t" r="r" b="b"/>
            <a:pathLst>
              <a:path w="1469752" h="17977" fill="none">
                <a:moveTo>
                  <a:pt x="0" y="0"/>
                </a:moveTo>
                <a:lnTo>
                  <a:pt x="1304652" y="17977"/>
                </a:lnTo>
                <a:lnTo>
                  <a:pt x="1469752" y="17977"/>
                </a:lnTo>
              </a:path>
            </a:pathLst>
          </a:custGeom>
          <a:noFill/>
          <a:ln w="10160" cap="rnd">
            <a:solidFill>
              <a:srgbClr val="627D8D"/>
            </a:solidFill>
            <a:prstDash val="solid"/>
            <a:round/>
          </a:ln>
        </p:spPr>
      </p:sp>
      <p:sp>
        <p:nvSpPr>
          <p:cNvPr id="221" name="!!text-6lg" descr="ESP32 控制板"/>
          <p:cNvSpPr txBox="1"/>
          <p:nvPr/>
        </p:nvSpPr>
        <p:spPr>
          <a:xfrm>
            <a:off x="8445500" y="1472184"/>
            <a:ext cx="1091806" cy="23906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ESP32 控制板</a:t>
            </a:r>
            <a:endParaRPr lang="zh-TW" sz="1300"/>
          </a:p>
        </p:txBody>
      </p:sp>
      <p:sp>
        <p:nvSpPr>
          <p:cNvPr id="222" name="!!text-6lp" descr="Wi-Fi 連線・HTTPS 同步"/>
          <p:cNvSpPr txBox="1"/>
          <p:nvPr/>
        </p:nvSpPr>
        <p:spPr>
          <a:xfrm>
            <a:off x="8445500" y="1717548"/>
            <a:ext cx="1585176" cy="20228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00" kern="0" dirty="0">
                <a:solidFill>
                  <a:srgbClr val="5B6770"/>
                </a:solidFill>
                <a:latin typeface="Noto Sans TC Medium"/>
                <a:ea typeface="Noto Sans TC Medium"/>
                <a:cs typeface="Noto Sans TC Medium"/>
              </a:rPr>
              <a:t>Wi-Fi 連線・HTT</a:t>
            </a:r>
            <a:r>
              <a:rPr lang="zh-TW" altLang="en-US" sz="1100" kern="0" spc="-17" dirty="0">
                <a:solidFill>
                  <a:srgbClr val="5B6770"/>
                </a:solidFill>
                <a:latin typeface="Noto Sans TC Medium"/>
                <a:ea typeface="Noto Sans TC Medium"/>
                <a:cs typeface="Noto Sans TC Medium"/>
              </a:rPr>
              <a:t>P</a:t>
            </a:r>
            <a:r>
              <a:rPr lang="zh-TW" altLang="en-US" sz="1100" kern="0" dirty="0">
                <a:solidFill>
                  <a:srgbClr val="5B6770"/>
                </a:solidFill>
                <a:latin typeface="Noto Sans TC Medium"/>
                <a:ea typeface="Noto Sans TC Medium"/>
                <a:cs typeface="Noto Sans TC Medium"/>
              </a:rPr>
              <a:t>S 同步</a:t>
            </a:r>
            <a:endParaRPr lang="zh-TW" sz="1100"/>
          </a:p>
        </p:txBody>
      </p:sp>
      <p:sp>
        <p:nvSpPr>
          <p:cNvPr id="223" name="!!circle-6m7"/>
          <p:cNvSpPr/>
          <p:nvPr/>
        </p:nvSpPr>
        <p:spPr>
          <a:xfrm>
            <a:off x="6535407" y="2051317"/>
            <a:ext cx="57150" cy="57150"/>
          </a:xfrm>
          <a:prstGeom prst="ellipse">
            <a:avLst/>
          </a:prstGeom>
          <a:solidFill>
            <a:srgbClr val="627D8D"/>
          </a:solidFill>
          <a:ln>
            <a:noFill/>
          </a:ln>
        </p:spPr>
      </p:sp>
      <p:sp>
        <p:nvSpPr>
          <p:cNvPr id="224" name="!!circle-6m8"/>
          <p:cNvSpPr/>
          <p:nvPr/>
        </p:nvSpPr>
        <p:spPr>
          <a:xfrm>
            <a:off x="6500482" y="2016392"/>
            <a:ext cx="127000" cy="127000"/>
          </a:xfrm>
          <a:prstGeom prst="ellipse">
            <a:avLst/>
          </a:prstGeom>
          <a:noFill/>
          <a:ln w="9525" cap="flat">
            <a:solidFill>
              <a:srgbClr val="627D8D">
                <a:alpha val="50000"/>
              </a:srgbClr>
            </a:solidFill>
            <a:prstDash val="solid"/>
            <a:miter lim="800000"/>
          </a:ln>
        </p:spPr>
      </p:sp>
      <p:sp>
        <p:nvSpPr>
          <p:cNvPr id="225" name="!!path-6m9"/>
          <p:cNvSpPr/>
          <p:nvPr/>
        </p:nvSpPr>
        <p:spPr>
          <a:xfrm>
            <a:off x="6563982" y="2079892"/>
            <a:ext cx="1792618" cy="352158"/>
          </a:xfrm>
          <a:custGeom>
            <a:avLst/>
            <a:gdLst/>
            <a:ahLst/>
            <a:cxnLst/>
            <a:rect l="l" t="t" r="r" b="b"/>
            <a:pathLst>
              <a:path w="1792618" h="352158" fill="none">
                <a:moveTo>
                  <a:pt x="0" y="0"/>
                </a:moveTo>
                <a:lnTo>
                  <a:pt x="1627518" y="352158"/>
                </a:lnTo>
                <a:lnTo>
                  <a:pt x="1792618" y="352158"/>
                </a:lnTo>
              </a:path>
            </a:pathLst>
          </a:custGeom>
          <a:noFill/>
          <a:ln w="10160" cap="rnd">
            <a:solidFill>
              <a:srgbClr val="627D8D"/>
            </a:solidFill>
            <a:prstDash val="solid"/>
            <a:round/>
          </a:ln>
        </p:spPr>
      </p:sp>
      <p:sp>
        <p:nvSpPr>
          <p:cNvPr id="226" name="!!text-6mg" descr="2.4 吋 TFT 螢幕"/>
          <p:cNvSpPr txBox="1"/>
          <p:nvPr/>
        </p:nvSpPr>
        <p:spPr>
          <a:xfrm>
            <a:off x="8445500" y="2297684"/>
            <a:ext cx="1208697" cy="23906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2.4 吋 TFT 螢幕</a:t>
            </a:r>
            <a:endParaRPr lang="zh-TW" sz="1300"/>
          </a:p>
        </p:txBody>
      </p:sp>
      <p:sp>
        <p:nvSpPr>
          <p:cNvPr id="227" name="!!text-6mq" descr="240 × 320，顯示 QR Code 與數字"/>
          <p:cNvSpPr txBox="1"/>
          <p:nvPr/>
        </p:nvSpPr>
        <p:spPr>
          <a:xfrm>
            <a:off x="8445500" y="2543048"/>
            <a:ext cx="2194967" cy="20228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00" kern="0" dirty="0">
                <a:solidFill>
                  <a:srgbClr val="5B6770"/>
                </a:solidFill>
                <a:latin typeface="Noto Sans TC Medium"/>
                <a:ea typeface="Noto Sans TC Medium"/>
                <a:cs typeface="Noto Sans TC Medium"/>
              </a:rPr>
              <a:t>240 × 320，顯示 QR Code 與數字</a:t>
            </a:r>
            <a:endParaRPr lang="zh-TW" sz="1100"/>
          </a:p>
        </p:txBody>
      </p:sp>
      <p:sp>
        <p:nvSpPr>
          <p:cNvPr id="228" name="!!circle-6nc"/>
          <p:cNvSpPr/>
          <p:nvPr/>
        </p:nvSpPr>
        <p:spPr>
          <a:xfrm>
            <a:off x="5907551" y="3799630"/>
            <a:ext cx="57150" cy="57150"/>
          </a:xfrm>
          <a:prstGeom prst="ellipse">
            <a:avLst/>
          </a:prstGeom>
          <a:solidFill>
            <a:srgbClr val="627D8D"/>
          </a:solidFill>
          <a:ln>
            <a:noFill/>
          </a:ln>
        </p:spPr>
      </p:sp>
      <p:sp>
        <p:nvSpPr>
          <p:cNvPr id="229" name="!!circle-6nd"/>
          <p:cNvSpPr/>
          <p:nvPr/>
        </p:nvSpPr>
        <p:spPr>
          <a:xfrm>
            <a:off x="5872626" y="3764705"/>
            <a:ext cx="127000" cy="127000"/>
          </a:xfrm>
          <a:prstGeom prst="ellipse">
            <a:avLst/>
          </a:prstGeom>
          <a:noFill/>
          <a:ln w="9525" cap="flat">
            <a:solidFill>
              <a:srgbClr val="627D8D">
                <a:alpha val="50000"/>
              </a:srgbClr>
            </a:solidFill>
            <a:prstDash val="solid"/>
            <a:miter lim="800000"/>
          </a:ln>
        </p:spPr>
      </p:sp>
      <p:sp>
        <p:nvSpPr>
          <p:cNvPr id="230" name="!!path-6ne"/>
          <p:cNvSpPr/>
          <p:nvPr/>
        </p:nvSpPr>
        <p:spPr>
          <a:xfrm>
            <a:off x="5936126" y="3828205"/>
            <a:ext cx="2420474" cy="64345"/>
          </a:xfrm>
          <a:custGeom>
            <a:avLst/>
            <a:gdLst/>
            <a:ahLst/>
            <a:cxnLst/>
            <a:rect l="l" t="t" r="r" b="b"/>
            <a:pathLst>
              <a:path w="2420474" h="64345" fill="none">
                <a:moveTo>
                  <a:pt x="0" y="0"/>
                </a:moveTo>
                <a:lnTo>
                  <a:pt x="2255374" y="64345"/>
                </a:lnTo>
                <a:lnTo>
                  <a:pt x="2420474" y="64345"/>
                </a:lnTo>
              </a:path>
            </a:pathLst>
          </a:custGeom>
          <a:noFill/>
          <a:ln w="10160" cap="rnd">
            <a:solidFill>
              <a:srgbClr val="627D8D"/>
            </a:solidFill>
            <a:prstDash val="solid"/>
            <a:round/>
          </a:ln>
        </p:spPr>
      </p:sp>
      <p:sp>
        <p:nvSpPr>
          <p:cNvPr id="231" name="!!text-6nl" descr="電磁鎖 ×4"/>
          <p:cNvSpPr txBox="1"/>
          <p:nvPr/>
        </p:nvSpPr>
        <p:spPr>
          <a:xfrm>
            <a:off x="8445500" y="3758184"/>
            <a:ext cx="844817" cy="23906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電磁鎖 ×4</a:t>
            </a:r>
            <a:endParaRPr lang="zh-TW" sz="1300"/>
          </a:p>
        </p:txBody>
      </p:sp>
      <p:sp>
        <p:nvSpPr>
          <p:cNvPr id="232" name="!!text-6nr" descr="A01–A04，逐一開鎖"/>
          <p:cNvSpPr txBox="1"/>
          <p:nvPr/>
        </p:nvSpPr>
        <p:spPr>
          <a:xfrm>
            <a:off x="8445500" y="4003548"/>
            <a:ext cx="1308151" cy="20228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00" kern="0" dirty="0">
                <a:solidFill>
                  <a:srgbClr val="5B6770"/>
                </a:solidFill>
                <a:latin typeface="Noto Sans TC Medium"/>
                <a:ea typeface="Noto Sans TC Medium"/>
                <a:cs typeface="Noto Sans TC Medium"/>
              </a:rPr>
              <a:t>A01–A04，逐一開鎖</a:t>
            </a:r>
            <a:endParaRPr lang="zh-TW" sz="1100"/>
          </a:p>
        </p:txBody>
      </p:sp>
      <p:sp>
        <p:nvSpPr>
          <p:cNvPr id="233" name="!!circle-6o6"/>
          <p:cNvSpPr/>
          <p:nvPr/>
        </p:nvSpPr>
        <p:spPr>
          <a:xfrm>
            <a:off x="5907551" y="5445849"/>
            <a:ext cx="57150" cy="57150"/>
          </a:xfrm>
          <a:prstGeom prst="ellipse">
            <a:avLst/>
          </a:prstGeom>
          <a:solidFill>
            <a:srgbClr val="627D8D"/>
          </a:solidFill>
          <a:ln>
            <a:noFill/>
          </a:ln>
        </p:spPr>
      </p:sp>
      <p:sp>
        <p:nvSpPr>
          <p:cNvPr id="234" name="!!circle-6o7"/>
          <p:cNvSpPr/>
          <p:nvPr/>
        </p:nvSpPr>
        <p:spPr>
          <a:xfrm>
            <a:off x="5872626" y="5410924"/>
            <a:ext cx="127000" cy="127000"/>
          </a:xfrm>
          <a:prstGeom prst="ellipse">
            <a:avLst/>
          </a:prstGeom>
          <a:noFill/>
          <a:ln w="9525" cap="flat">
            <a:solidFill>
              <a:srgbClr val="627D8D">
                <a:alpha val="50000"/>
              </a:srgbClr>
            </a:solidFill>
            <a:prstDash val="solid"/>
            <a:miter lim="800000"/>
          </a:ln>
        </p:spPr>
      </p:sp>
      <p:sp>
        <p:nvSpPr>
          <p:cNvPr id="235" name="!!path-6o8"/>
          <p:cNvSpPr/>
          <p:nvPr/>
        </p:nvSpPr>
        <p:spPr>
          <a:xfrm>
            <a:off x="5936126" y="5314950"/>
            <a:ext cx="2420474" cy="159474"/>
          </a:xfrm>
          <a:custGeom>
            <a:avLst/>
            <a:gdLst/>
            <a:ahLst/>
            <a:cxnLst/>
            <a:rect l="l" t="t" r="r" b="b"/>
            <a:pathLst>
              <a:path w="2420474" h="159474" fill="none">
                <a:moveTo>
                  <a:pt x="0" y="159474"/>
                </a:moveTo>
                <a:lnTo>
                  <a:pt x="2255374" y="0"/>
                </a:lnTo>
                <a:lnTo>
                  <a:pt x="2420474" y="0"/>
                </a:lnTo>
              </a:path>
            </a:pathLst>
          </a:custGeom>
          <a:noFill/>
          <a:ln w="10160" cap="rnd">
            <a:solidFill>
              <a:srgbClr val="627D8D"/>
            </a:solidFill>
            <a:prstDash val="solid"/>
            <a:round/>
          </a:ln>
        </p:spPr>
      </p:sp>
      <p:sp>
        <p:nvSpPr>
          <p:cNvPr id="236" name="!!text-6of" descr="12V 電源"/>
          <p:cNvSpPr txBox="1"/>
          <p:nvPr/>
        </p:nvSpPr>
        <p:spPr>
          <a:xfrm>
            <a:off x="8445500" y="5180584"/>
            <a:ext cx="714223" cy="23906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12V 電源</a:t>
            </a:r>
            <a:endParaRPr lang="zh-TW" sz="1300"/>
          </a:p>
        </p:txBody>
      </p:sp>
      <p:sp>
        <p:nvSpPr>
          <p:cNvPr id="237" name="!!text-6ol" descr="降壓 5V 供應控制板"/>
          <p:cNvSpPr txBox="1"/>
          <p:nvPr/>
        </p:nvSpPr>
        <p:spPr>
          <a:xfrm>
            <a:off x="8445500" y="5425948"/>
            <a:ext cx="1245286" cy="20228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00" kern="0" dirty="0">
                <a:solidFill>
                  <a:srgbClr val="5B6770"/>
                </a:solidFill>
                <a:latin typeface="Noto Sans TC Medium"/>
                <a:ea typeface="Noto Sans TC Medium"/>
                <a:cs typeface="Noto Sans TC Medium"/>
              </a:rPr>
              <a:t>降壓 5V 供應控制板</a:t>
            </a:r>
            <a:endParaRPr lang="zh-TW" sz="1100"/>
          </a:p>
        </p:txBody>
      </p:sp>
      <p:sp>
        <p:nvSpPr>
          <p:cNvPr id="238" name="!!circle-6ox"/>
          <p:cNvSpPr/>
          <p:nvPr/>
        </p:nvSpPr>
        <p:spPr>
          <a:xfrm>
            <a:off x="4950441" y="1572762"/>
            <a:ext cx="57150" cy="57150"/>
          </a:xfrm>
          <a:prstGeom prst="ellipse">
            <a:avLst/>
          </a:prstGeom>
          <a:solidFill>
            <a:srgbClr val="627D8D"/>
          </a:solidFill>
          <a:ln>
            <a:noFill/>
          </a:ln>
        </p:spPr>
      </p:sp>
      <p:sp>
        <p:nvSpPr>
          <p:cNvPr id="239" name="!!circle-6oy"/>
          <p:cNvSpPr/>
          <p:nvPr/>
        </p:nvSpPr>
        <p:spPr>
          <a:xfrm>
            <a:off x="4915516" y="1537837"/>
            <a:ext cx="127000" cy="127000"/>
          </a:xfrm>
          <a:prstGeom prst="ellipse">
            <a:avLst/>
          </a:prstGeom>
          <a:noFill/>
          <a:ln w="9525" cap="flat">
            <a:solidFill>
              <a:srgbClr val="627D8D">
                <a:alpha val="50000"/>
              </a:srgbClr>
            </a:solidFill>
            <a:prstDash val="solid"/>
            <a:miter lim="800000"/>
          </a:ln>
        </p:spPr>
      </p:sp>
      <p:sp>
        <p:nvSpPr>
          <p:cNvPr id="240" name="!!path-6oz"/>
          <p:cNvSpPr/>
          <p:nvPr/>
        </p:nvSpPr>
        <p:spPr>
          <a:xfrm>
            <a:off x="4470400" y="1301750"/>
            <a:ext cx="508616" cy="299587"/>
          </a:xfrm>
          <a:custGeom>
            <a:avLst/>
            <a:gdLst/>
            <a:ahLst/>
            <a:cxnLst/>
            <a:rect l="l" t="t" r="r" b="b"/>
            <a:pathLst>
              <a:path w="508616" h="299587" fill="none">
                <a:moveTo>
                  <a:pt x="508616" y="299587"/>
                </a:moveTo>
                <a:lnTo>
                  <a:pt x="165100" y="0"/>
                </a:lnTo>
                <a:lnTo>
                  <a:pt x="0" y="0"/>
                </a:lnTo>
              </a:path>
            </a:pathLst>
          </a:custGeom>
          <a:noFill/>
          <a:ln w="10160" cap="rnd">
            <a:solidFill>
              <a:srgbClr val="627D8D"/>
            </a:solidFill>
            <a:prstDash val="solid"/>
            <a:round/>
          </a:ln>
        </p:spPr>
      </p:sp>
      <p:sp>
        <p:nvSpPr>
          <p:cNvPr id="241" name="!!text-6p6" descr="四路繼電器"/>
          <p:cNvSpPr txBox="1"/>
          <p:nvPr/>
        </p:nvSpPr>
        <p:spPr>
          <a:xfrm>
            <a:off x="3556000" y="1167384"/>
            <a:ext cx="875030" cy="23906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四路繼電器</a:t>
            </a:r>
            <a:endParaRPr lang="zh-TW" sz="1300"/>
          </a:p>
        </p:txBody>
      </p:sp>
      <p:sp>
        <p:nvSpPr>
          <p:cNvPr id="242" name="!!text-6pc" descr="驅動電磁鎖"/>
          <p:cNvSpPr txBox="1"/>
          <p:nvPr/>
        </p:nvSpPr>
        <p:spPr>
          <a:xfrm>
            <a:off x="3683000" y="1412748"/>
            <a:ext cx="740410" cy="20228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00" kern="0" dirty="0">
                <a:solidFill>
                  <a:srgbClr val="5B6770"/>
                </a:solidFill>
                <a:latin typeface="Noto Sans TC Medium"/>
                <a:ea typeface="Noto Sans TC Medium"/>
                <a:cs typeface="Noto Sans TC Medium"/>
              </a:rPr>
              <a:t>驅動電磁鎖</a:t>
            </a:r>
            <a:endParaRPr lang="zh-TW" sz="1100"/>
          </a:p>
        </p:txBody>
      </p:sp>
      <p:sp>
        <p:nvSpPr>
          <p:cNvPr id="243" name="!!path-9ic"/>
          <p:cNvSpPr/>
          <p:nvPr/>
        </p:nvSpPr>
        <p:spPr>
          <a:xfrm>
            <a:off x="381000" y="306527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244" name="!!path-9id"/>
          <p:cNvSpPr/>
          <p:nvPr/>
        </p:nvSpPr>
        <p:spPr>
          <a:xfrm>
            <a:off x="381000" y="308153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245" name="!!path-9ie"/>
          <p:cNvSpPr/>
          <p:nvPr/>
        </p:nvSpPr>
        <p:spPr>
          <a:xfrm>
            <a:off x="381000" y="309778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246" name="!!path-9if"/>
          <p:cNvSpPr/>
          <p:nvPr/>
        </p:nvSpPr>
        <p:spPr>
          <a:xfrm>
            <a:off x="381000" y="311404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247" name="!!path-9ig"/>
          <p:cNvSpPr/>
          <p:nvPr/>
        </p:nvSpPr>
        <p:spPr>
          <a:xfrm>
            <a:off x="381000" y="313030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248" name="!!path-9ih"/>
          <p:cNvSpPr/>
          <p:nvPr/>
        </p:nvSpPr>
        <p:spPr>
          <a:xfrm>
            <a:off x="381000" y="314655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249" name="!!path-9ii"/>
          <p:cNvSpPr/>
          <p:nvPr/>
        </p:nvSpPr>
        <p:spPr>
          <a:xfrm>
            <a:off x="381000" y="316281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250" name="!!path-9ij"/>
          <p:cNvSpPr/>
          <p:nvPr/>
        </p:nvSpPr>
        <p:spPr>
          <a:xfrm>
            <a:off x="381000" y="317906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251" name="!!path-9ik"/>
          <p:cNvSpPr/>
          <p:nvPr/>
        </p:nvSpPr>
        <p:spPr>
          <a:xfrm>
            <a:off x="419608" y="269342"/>
            <a:ext cx="128422" cy="122936"/>
          </a:xfrm>
          <a:custGeom>
            <a:avLst/>
            <a:gdLst/>
            <a:ahLst/>
            <a:cxnLst/>
            <a:rect l="l" t="t" r="r" b="b"/>
            <a:pathLst>
              <a:path w="128422" h="122936">
                <a:moveTo>
                  <a:pt x="0" y="17678"/>
                </a:moveTo>
                <a:lnTo>
                  <a:pt x="8128" y="5080"/>
                </a:lnTo>
                <a:cubicBezTo>
                  <a:pt x="32512" y="0"/>
                  <a:pt x="73152" y="7112"/>
                  <a:pt x="101600" y="26416"/>
                </a:cubicBezTo>
                <a:cubicBezTo>
                  <a:pt x="116840" y="37186"/>
                  <a:pt x="124968" y="49784"/>
                  <a:pt x="128422" y="62992"/>
                </a:cubicBezTo>
                <a:lnTo>
                  <a:pt x="128422" y="122936"/>
                </a:lnTo>
                <a:lnTo>
                  <a:pt x="0" y="1229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252" name="!!path-9il"/>
          <p:cNvSpPr/>
          <p:nvPr/>
        </p:nvSpPr>
        <p:spPr>
          <a:xfrm>
            <a:off x="419608" y="269342"/>
            <a:ext cx="128422" cy="62992"/>
          </a:xfrm>
          <a:custGeom>
            <a:avLst/>
            <a:gdLst/>
            <a:ahLst/>
            <a:cxnLst/>
            <a:rect l="l" t="t" r="r" b="b"/>
            <a:pathLst>
              <a:path w="128422" h="62992" fill="none">
                <a:moveTo>
                  <a:pt x="128422" y="62992"/>
                </a:moveTo>
                <a:cubicBezTo>
                  <a:pt x="124968" y="49784"/>
                  <a:pt x="116840" y="37186"/>
                  <a:pt x="101600" y="26416"/>
                </a:cubicBezTo>
                <a:cubicBezTo>
                  <a:pt x="73152" y="7112"/>
                  <a:pt x="32512" y="0"/>
                  <a:pt x="8128" y="5080"/>
                </a:cubicBezTo>
                <a:lnTo>
                  <a:pt x="0" y="1767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253" name="!!path-9im"/>
          <p:cNvSpPr/>
          <p:nvPr/>
        </p:nvSpPr>
        <p:spPr>
          <a:xfrm>
            <a:off x="407010" y="281534"/>
            <a:ext cx="141021" cy="110744"/>
          </a:xfrm>
          <a:custGeom>
            <a:avLst/>
            <a:gdLst/>
            <a:ahLst/>
            <a:cxnLst/>
            <a:rect l="l" t="t" r="r" b="b"/>
            <a:pathLst>
              <a:path w="141021" h="110744">
                <a:moveTo>
                  <a:pt x="0" y="22352"/>
                </a:moveTo>
                <a:lnTo>
                  <a:pt x="6502" y="6502"/>
                </a:lnTo>
                <a:cubicBezTo>
                  <a:pt x="36982" y="0"/>
                  <a:pt x="79654" y="7112"/>
                  <a:pt x="110134" y="25400"/>
                </a:cubicBezTo>
                <a:cubicBezTo>
                  <a:pt x="126390" y="35154"/>
                  <a:pt x="136550" y="49784"/>
                  <a:pt x="141021" y="62992"/>
                </a:cubicBezTo>
                <a:lnTo>
                  <a:pt x="141021" y="110744"/>
                </a:lnTo>
                <a:lnTo>
                  <a:pt x="0" y="110744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254" name="!!path-9in"/>
          <p:cNvSpPr/>
          <p:nvPr/>
        </p:nvSpPr>
        <p:spPr>
          <a:xfrm>
            <a:off x="407010" y="281534"/>
            <a:ext cx="141021" cy="62992"/>
          </a:xfrm>
          <a:custGeom>
            <a:avLst/>
            <a:gdLst/>
            <a:ahLst/>
            <a:cxnLst/>
            <a:rect l="l" t="t" r="r" b="b"/>
            <a:pathLst>
              <a:path w="141021" h="62992" fill="none">
                <a:moveTo>
                  <a:pt x="141021" y="62992"/>
                </a:moveTo>
                <a:cubicBezTo>
                  <a:pt x="136550" y="49784"/>
                  <a:pt x="126390" y="35154"/>
                  <a:pt x="110134" y="25400"/>
                </a:cubicBezTo>
                <a:cubicBezTo>
                  <a:pt x="79654" y="7112"/>
                  <a:pt x="36982" y="0"/>
                  <a:pt x="6502" y="6502"/>
                </a:cubicBezTo>
                <a:lnTo>
                  <a:pt x="0" y="22352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255" name="!!path-9io"/>
          <p:cNvSpPr/>
          <p:nvPr/>
        </p:nvSpPr>
        <p:spPr>
          <a:xfrm>
            <a:off x="395834" y="294742"/>
            <a:ext cx="151790" cy="97536"/>
          </a:xfrm>
          <a:custGeom>
            <a:avLst/>
            <a:gdLst/>
            <a:ahLst/>
            <a:cxnLst/>
            <a:rect l="l" t="t" r="r" b="b"/>
            <a:pathLst>
              <a:path w="151790" h="97536">
                <a:moveTo>
                  <a:pt x="0" y="23165"/>
                </a:moveTo>
                <a:lnTo>
                  <a:pt x="3861" y="12598"/>
                </a:lnTo>
                <a:cubicBezTo>
                  <a:pt x="37998" y="0"/>
                  <a:pt x="84734" y="5080"/>
                  <a:pt x="117246" y="21946"/>
                </a:cubicBezTo>
                <a:cubicBezTo>
                  <a:pt x="135534" y="31496"/>
                  <a:pt x="146710" y="43688"/>
                  <a:pt x="151790" y="55270"/>
                </a:cubicBezTo>
                <a:lnTo>
                  <a:pt x="151790" y="97536"/>
                </a:lnTo>
                <a:lnTo>
                  <a:pt x="0" y="975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256" name="!!path-9ip"/>
          <p:cNvSpPr/>
          <p:nvPr/>
        </p:nvSpPr>
        <p:spPr>
          <a:xfrm>
            <a:off x="395834" y="294742"/>
            <a:ext cx="151790" cy="55270"/>
          </a:xfrm>
          <a:custGeom>
            <a:avLst/>
            <a:gdLst/>
            <a:ahLst/>
            <a:cxnLst/>
            <a:rect l="l" t="t" r="r" b="b"/>
            <a:pathLst>
              <a:path w="151790" h="55270" fill="none">
                <a:moveTo>
                  <a:pt x="151790" y="55270"/>
                </a:moveTo>
                <a:cubicBezTo>
                  <a:pt x="146710" y="43688"/>
                  <a:pt x="135534" y="31496"/>
                  <a:pt x="117246" y="21946"/>
                </a:cubicBezTo>
                <a:cubicBezTo>
                  <a:pt x="84734" y="5080"/>
                  <a:pt x="37998" y="0"/>
                  <a:pt x="3861" y="12598"/>
                </a:cubicBezTo>
                <a:lnTo>
                  <a:pt x="0" y="23165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257" name="!!path-9iq"/>
          <p:cNvSpPr/>
          <p:nvPr/>
        </p:nvSpPr>
        <p:spPr>
          <a:xfrm>
            <a:off x="548234" y="264262"/>
            <a:ext cx="120294" cy="128016"/>
          </a:xfrm>
          <a:custGeom>
            <a:avLst/>
            <a:gdLst/>
            <a:ahLst/>
            <a:cxnLst/>
            <a:rect l="l" t="t" r="r" b="b"/>
            <a:pathLst>
              <a:path w="120294" h="128016">
                <a:moveTo>
                  <a:pt x="120294" y="18288"/>
                </a:moveTo>
                <a:lnTo>
                  <a:pt x="113589" y="4470"/>
                </a:lnTo>
                <a:cubicBezTo>
                  <a:pt x="86766" y="0"/>
                  <a:pt x="44094" y="10160"/>
                  <a:pt x="17678" y="30480"/>
                </a:cubicBezTo>
                <a:cubicBezTo>
                  <a:pt x="6502" y="39624"/>
                  <a:pt x="1422" y="52832"/>
                  <a:pt x="0" y="67056"/>
                </a:cubicBezTo>
                <a:lnTo>
                  <a:pt x="0" y="128016"/>
                </a:lnTo>
                <a:lnTo>
                  <a:pt x="120294" y="12801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258" name="!!path-9ir"/>
          <p:cNvSpPr/>
          <p:nvPr/>
        </p:nvSpPr>
        <p:spPr>
          <a:xfrm>
            <a:off x="548234" y="264262"/>
            <a:ext cx="120294" cy="67056"/>
          </a:xfrm>
          <a:custGeom>
            <a:avLst/>
            <a:gdLst/>
            <a:ahLst/>
            <a:cxnLst/>
            <a:rect l="l" t="t" r="r" b="b"/>
            <a:pathLst>
              <a:path w="120294" h="67056" fill="none">
                <a:moveTo>
                  <a:pt x="0" y="67056"/>
                </a:moveTo>
                <a:cubicBezTo>
                  <a:pt x="1422" y="52832"/>
                  <a:pt x="6502" y="39624"/>
                  <a:pt x="17678" y="30480"/>
                </a:cubicBezTo>
                <a:cubicBezTo>
                  <a:pt x="44094" y="10160"/>
                  <a:pt x="86766" y="0"/>
                  <a:pt x="113589" y="4470"/>
                </a:cubicBezTo>
                <a:lnTo>
                  <a:pt x="120294" y="1828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259" name="!!path-9is"/>
          <p:cNvSpPr/>
          <p:nvPr/>
        </p:nvSpPr>
        <p:spPr>
          <a:xfrm>
            <a:off x="548437" y="279502"/>
            <a:ext cx="133299" cy="112776"/>
          </a:xfrm>
          <a:custGeom>
            <a:avLst/>
            <a:gdLst/>
            <a:ahLst/>
            <a:cxnLst/>
            <a:rect l="l" t="t" r="r" b="b"/>
            <a:pathLst>
              <a:path w="133299" h="112776">
                <a:moveTo>
                  <a:pt x="133299" y="19710"/>
                </a:moveTo>
                <a:lnTo>
                  <a:pt x="127203" y="3048"/>
                </a:lnTo>
                <a:cubicBezTo>
                  <a:pt x="94691" y="0"/>
                  <a:pt x="54051" y="11176"/>
                  <a:pt x="27635" y="30683"/>
                </a:cubicBezTo>
                <a:cubicBezTo>
                  <a:pt x="13411" y="41250"/>
                  <a:pt x="4267" y="53848"/>
                  <a:pt x="0" y="65024"/>
                </a:cubicBezTo>
                <a:lnTo>
                  <a:pt x="0" y="112776"/>
                </a:lnTo>
                <a:lnTo>
                  <a:pt x="133299" y="11277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260" name="!!path-9it"/>
          <p:cNvSpPr/>
          <p:nvPr/>
        </p:nvSpPr>
        <p:spPr>
          <a:xfrm>
            <a:off x="548437" y="279502"/>
            <a:ext cx="133299" cy="65024"/>
          </a:xfrm>
          <a:custGeom>
            <a:avLst/>
            <a:gdLst/>
            <a:ahLst/>
            <a:cxnLst/>
            <a:rect l="l" t="t" r="r" b="b"/>
            <a:pathLst>
              <a:path w="133299" h="65024" fill="none">
                <a:moveTo>
                  <a:pt x="0" y="65024"/>
                </a:moveTo>
                <a:cubicBezTo>
                  <a:pt x="4267" y="53848"/>
                  <a:pt x="13411" y="41250"/>
                  <a:pt x="27635" y="30683"/>
                </a:cubicBezTo>
                <a:cubicBezTo>
                  <a:pt x="54051" y="11176"/>
                  <a:pt x="94691" y="0"/>
                  <a:pt x="127203" y="3048"/>
                </a:cubicBezTo>
                <a:lnTo>
                  <a:pt x="133299" y="19710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261" name="!!path-9iu"/>
          <p:cNvSpPr/>
          <p:nvPr/>
        </p:nvSpPr>
        <p:spPr>
          <a:xfrm>
            <a:off x="548843" y="293726"/>
            <a:ext cx="142646" cy="98552"/>
          </a:xfrm>
          <a:custGeom>
            <a:avLst/>
            <a:gdLst/>
            <a:ahLst/>
            <a:cxnLst/>
            <a:rect l="l" t="t" r="r" b="b"/>
            <a:pathLst>
              <a:path w="142646" h="98552">
                <a:moveTo>
                  <a:pt x="142646" y="18898"/>
                </a:moveTo>
                <a:lnTo>
                  <a:pt x="139802" y="8738"/>
                </a:lnTo>
                <a:cubicBezTo>
                  <a:pt x="106477" y="0"/>
                  <a:pt x="63805" y="5080"/>
                  <a:pt x="35357" y="19304"/>
                </a:cubicBezTo>
                <a:cubicBezTo>
                  <a:pt x="17069" y="28448"/>
                  <a:pt x="5893" y="42672"/>
                  <a:pt x="0" y="56286"/>
                </a:cubicBezTo>
                <a:lnTo>
                  <a:pt x="0" y="98552"/>
                </a:lnTo>
                <a:lnTo>
                  <a:pt x="142646" y="98552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262" name="!!path-9iv"/>
          <p:cNvSpPr/>
          <p:nvPr/>
        </p:nvSpPr>
        <p:spPr>
          <a:xfrm>
            <a:off x="548843" y="293726"/>
            <a:ext cx="142646" cy="56286"/>
          </a:xfrm>
          <a:custGeom>
            <a:avLst/>
            <a:gdLst/>
            <a:ahLst/>
            <a:cxnLst/>
            <a:rect l="l" t="t" r="r" b="b"/>
            <a:pathLst>
              <a:path w="142646" h="56286" fill="none">
                <a:moveTo>
                  <a:pt x="0" y="56286"/>
                </a:moveTo>
                <a:cubicBezTo>
                  <a:pt x="5893" y="42672"/>
                  <a:pt x="17069" y="28448"/>
                  <a:pt x="35357" y="19304"/>
                </a:cubicBezTo>
                <a:cubicBezTo>
                  <a:pt x="63805" y="5080"/>
                  <a:pt x="106477" y="0"/>
                  <a:pt x="139802" y="8738"/>
                </a:cubicBezTo>
                <a:lnTo>
                  <a:pt x="142646" y="1889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263" name="!!path-9iw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627D8D"/>
              </a:gs>
              <a:gs pos="21794">
                <a:srgbClr val="627D8D"/>
              </a:gs>
              <a:gs pos="55376">
                <a:srgbClr val="627D8D"/>
              </a:gs>
              <a:gs pos="96421">
                <a:srgbClr val="98ABB7"/>
              </a:gs>
              <a:gs pos="100000">
                <a:srgbClr val="98ABB7"/>
              </a:gs>
            </a:gsLst>
            <a:lin ang="1983350" scaled="0"/>
          </a:gradFill>
          <a:ln>
            <a:noFill/>
          </a:ln>
        </p:spPr>
      </p:sp>
      <p:sp>
        <p:nvSpPr>
          <p:cNvPr id="264" name="!!path-9ix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0000"/>
                </a:srgbClr>
              </a:gs>
              <a:gs pos="4764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83333" t="79291" r="16667" b="20709"/>
            </a:path>
          </a:gradFill>
          <a:ln>
            <a:noFill/>
          </a:ln>
        </p:spPr>
      </p:sp>
      <p:sp>
        <p:nvSpPr>
          <p:cNvPr id="265" name="!!line-9iy"/>
          <p:cNvSpPr/>
          <p:nvPr/>
        </p:nvSpPr>
        <p:spPr>
          <a:xfrm>
            <a:off x="549046" y="363017"/>
            <a:ext cx="1" cy="153619"/>
          </a:xfrm>
          <a:custGeom>
            <a:avLst/>
            <a:gdLst/>
            <a:ahLst/>
            <a:cxnLst/>
            <a:rect l="l" t="t" r="r" b="b"/>
            <a:pathLst>
              <a:path w="1" h="153619">
                <a:moveTo>
                  <a:pt x="0" y="0"/>
                </a:moveTo>
                <a:lnTo>
                  <a:pt x="0" y="153619"/>
                </a:lnTo>
              </a:path>
            </a:pathLst>
          </a:custGeom>
          <a:solidFill>
            <a:srgbClr val="000000"/>
          </a:solidFill>
          <a:ln w="6909" cap="rnd">
            <a:solidFill>
              <a:srgbClr val="C9D3D9"/>
            </a:solidFill>
            <a:prstDash val="solid"/>
            <a:miter lim="800000"/>
          </a:ln>
        </p:spPr>
      </p:sp>
      <p:sp>
        <p:nvSpPr>
          <p:cNvPr id="266" name="!!path-9iz"/>
          <p:cNvSpPr/>
          <p:nvPr/>
        </p:nvSpPr>
        <p:spPr>
          <a:xfrm>
            <a:off x="657962" y="442062"/>
            <a:ext cx="25400" cy="37998"/>
          </a:xfrm>
          <a:custGeom>
            <a:avLst/>
            <a:gdLst/>
            <a:ahLst/>
            <a:cxnLst/>
            <a:rect l="l" t="t" r="r" b="b"/>
            <a:pathLst>
              <a:path w="25400" h="37998">
                <a:moveTo>
                  <a:pt x="0" y="2642"/>
                </a:moveTo>
                <a:lnTo>
                  <a:pt x="15240" y="0"/>
                </a:lnTo>
                <a:lnTo>
                  <a:pt x="25400" y="37186"/>
                </a:lnTo>
                <a:lnTo>
                  <a:pt x="7518" y="37998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 w="1016" cap="flat">
            <a:solidFill>
              <a:srgbClr val="FFFFFF">
                <a:alpha val="55000"/>
              </a:srgbClr>
            </a:solidFill>
            <a:prstDash val="solid"/>
            <a:round/>
          </a:ln>
        </p:spPr>
      </p:sp>
      <p:sp>
        <p:nvSpPr>
          <p:cNvPr id="267" name="!!text-9j0" descr="救「舊」我的書"/>
          <p:cNvSpPr txBox="1"/>
          <p:nvPr/>
        </p:nvSpPr>
        <p:spPr>
          <a:xfrm>
            <a:off x="805879" y="251460"/>
            <a:ext cx="1120140" cy="25745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400" b="1" kern="0" spc="-70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救</a:t>
            </a:r>
            <a:r>
              <a:rPr lang="zh-TW" altLang="en-US" sz="14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「舊</a:t>
            </a:r>
            <a:r>
              <a:rPr lang="zh-TW" altLang="en-US" sz="1400" b="1" kern="0" spc="-70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」</a:t>
            </a:r>
            <a:r>
              <a:rPr lang="zh-TW" altLang="en-US" sz="14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我的書</a:t>
            </a:r>
            <a:endParaRPr lang="zh-TW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fast" p14:dur="300" advTm="100">
        <p159:morph option="byObject"/>
      </p:transition>
    </mc:Choice>
    <mc:Fallback>
      <p:transition spd="fast" advTm="100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28.6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rect-1q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7"/>
          </a:solidFill>
          <a:ln>
            <a:noFill/>
          </a:ln>
        </p:spPr>
      </p:sp>
      <p:sp>
        <p:nvSpPr>
          <p:cNvPr id="3" name="!!ellipse-1q2"/>
          <p:cNvSpPr/>
          <p:nvPr/>
        </p:nvSpPr>
        <p:spPr>
          <a:xfrm>
            <a:off x="-889000" y="-952500"/>
            <a:ext cx="13970000" cy="7874000"/>
          </a:xfrm>
          <a:prstGeom prst="ellipse">
            <a:avLst/>
          </a:prstGeom>
          <a:gradFill rotWithShape="1">
            <a:gsLst>
              <a:gs pos="0">
                <a:srgbClr val="FFFFFF">
                  <a:alpha val="95000"/>
                </a:srgbClr>
              </a:gs>
              <a:gs pos="40865">
                <a:srgbClr val="FFFFFF">
                  <a:alpha val="35000"/>
                </a:srgbClr>
              </a:gs>
              <a:gs pos="68108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!!rect-1q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P1"/>
            <a:srcRect/>
            <a:tile tx="168586" ty="148387" sx="16667" sy="16667" flip="none" algn="tl"/>
          </a:blipFill>
          <a:ln>
            <a:noFill/>
          </a:ln>
        </p:spPr>
      </p:sp>
      <p:sp>
        <p:nvSpPr>
          <p:cNvPr id="5" name="!!circle-1qb"/>
          <p:cNvSpPr/>
          <p:nvPr/>
        </p:nvSpPr>
        <p:spPr>
          <a:xfrm>
            <a:off x="482251" y="2848229"/>
            <a:ext cx="2046732" cy="2046732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" name="!!circle-1qg"/>
          <p:cNvSpPr/>
          <p:nvPr/>
        </p:nvSpPr>
        <p:spPr>
          <a:xfrm>
            <a:off x="3344570" y="4653534"/>
            <a:ext cx="1987309" cy="1987309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7" name="!!circle-1rf"/>
          <p:cNvSpPr/>
          <p:nvPr/>
        </p:nvSpPr>
        <p:spPr>
          <a:xfrm>
            <a:off x="1413707" y="3689032"/>
            <a:ext cx="1614653" cy="1614653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8" name="!!circle-1ro"/>
          <p:cNvSpPr/>
          <p:nvPr/>
        </p:nvSpPr>
        <p:spPr>
          <a:xfrm>
            <a:off x="5961462" y="4799965"/>
            <a:ext cx="1641335" cy="1641335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9" name="!!circle-1rq"/>
          <p:cNvSpPr/>
          <p:nvPr/>
        </p:nvSpPr>
        <p:spPr>
          <a:xfrm>
            <a:off x="-337750" y="1357928"/>
            <a:ext cx="1404252" cy="1404252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0" name="!!circle-1s5"/>
          <p:cNvSpPr/>
          <p:nvPr/>
        </p:nvSpPr>
        <p:spPr>
          <a:xfrm>
            <a:off x="4547940" y="5948489"/>
            <a:ext cx="905091" cy="905091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1" name="!!circle-1sg"/>
          <p:cNvSpPr/>
          <p:nvPr/>
        </p:nvSpPr>
        <p:spPr>
          <a:xfrm>
            <a:off x="-317487" y="697992"/>
            <a:ext cx="1615783" cy="1615783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2" name="!!rect-1sh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5F7">
                  <a:alpha val="0"/>
                </a:srgbClr>
              </a:gs>
              <a:gs pos="20428">
                <a:srgbClr val="F3F5F7">
                  <a:alpha val="0"/>
                </a:srgbClr>
              </a:gs>
              <a:gs pos="66730">
                <a:srgbClr val="F3F5F7"/>
              </a:gs>
              <a:gs pos="100000">
                <a:srgbClr val="F3F5F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3" name="!!circle-1sj"/>
          <p:cNvSpPr/>
          <p:nvPr/>
        </p:nvSpPr>
        <p:spPr>
          <a:xfrm>
            <a:off x="115450" y="359461"/>
            <a:ext cx="50038" cy="50038"/>
          </a:xfrm>
          <a:prstGeom prst="ellipse">
            <a:avLst/>
          </a:prstGeom>
          <a:solidFill>
            <a:srgbClr val="627D8D">
              <a:alpha val="25400"/>
            </a:srgbClr>
          </a:solidFill>
          <a:ln>
            <a:noFill/>
          </a:ln>
        </p:spPr>
      </p:sp>
      <p:sp>
        <p:nvSpPr>
          <p:cNvPr id="14" name="!!circle-1sm"/>
          <p:cNvSpPr/>
          <p:nvPr/>
        </p:nvSpPr>
        <p:spPr>
          <a:xfrm>
            <a:off x="5658146" y="1599417"/>
            <a:ext cx="36055" cy="36055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15" name="!!circle-1sp"/>
          <p:cNvSpPr/>
          <p:nvPr/>
        </p:nvSpPr>
        <p:spPr>
          <a:xfrm>
            <a:off x="9304460" y="3513422"/>
            <a:ext cx="24295" cy="24295"/>
          </a:xfrm>
          <a:prstGeom prst="ellipse">
            <a:avLst/>
          </a:prstGeom>
          <a:solidFill>
            <a:srgbClr val="627D8D">
              <a:alpha val="18100"/>
            </a:srgbClr>
          </a:solidFill>
          <a:ln>
            <a:noFill/>
          </a:ln>
        </p:spPr>
      </p:sp>
      <p:sp>
        <p:nvSpPr>
          <p:cNvPr id="16" name="!!circle-1ss"/>
          <p:cNvSpPr/>
          <p:nvPr/>
        </p:nvSpPr>
        <p:spPr>
          <a:xfrm>
            <a:off x="3591451" y="6668986"/>
            <a:ext cx="25959" cy="25959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17" name="!!circle-1sv"/>
          <p:cNvSpPr/>
          <p:nvPr/>
        </p:nvSpPr>
        <p:spPr>
          <a:xfrm>
            <a:off x="1877250" y="1958112"/>
            <a:ext cx="35878" cy="35878"/>
          </a:xfrm>
          <a:prstGeom prst="ellipse">
            <a:avLst/>
          </a:prstGeom>
          <a:solidFill>
            <a:srgbClr val="627D8D">
              <a:alpha val="26800"/>
            </a:srgbClr>
          </a:solidFill>
          <a:ln>
            <a:noFill/>
          </a:ln>
        </p:spPr>
      </p:sp>
      <p:sp>
        <p:nvSpPr>
          <p:cNvPr id="18" name="!!circle-1sy"/>
          <p:cNvSpPr/>
          <p:nvPr/>
        </p:nvSpPr>
        <p:spPr>
          <a:xfrm>
            <a:off x="6740688" y="4197688"/>
            <a:ext cx="40234" cy="40234"/>
          </a:xfrm>
          <a:prstGeom prst="ellipse">
            <a:avLst/>
          </a:prstGeom>
          <a:solidFill>
            <a:srgbClr val="627D8D">
              <a:alpha val="31300"/>
            </a:srgbClr>
          </a:solidFill>
          <a:ln>
            <a:noFill/>
          </a:ln>
        </p:spPr>
      </p:sp>
      <p:sp>
        <p:nvSpPr>
          <p:cNvPr id="19" name="!!circle-1t1"/>
          <p:cNvSpPr/>
          <p:nvPr/>
        </p:nvSpPr>
        <p:spPr>
          <a:xfrm>
            <a:off x="10067322" y="226511"/>
            <a:ext cx="23559" cy="23559"/>
          </a:xfrm>
          <a:prstGeom prst="ellipse">
            <a:avLst/>
          </a:prstGeom>
          <a:solidFill>
            <a:srgbClr val="627D8D">
              <a:alpha val="17900"/>
            </a:srgbClr>
          </a:solidFill>
          <a:ln>
            <a:noFill/>
          </a:ln>
        </p:spPr>
      </p:sp>
      <p:sp>
        <p:nvSpPr>
          <p:cNvPr id="20" name="!!circle-1t4"/>
          <p:cNvSpPr/>
          <p:nvPr/>
        </p:nvSpPr>
        <p:spPr>
          <a:xfrm>
            <a:off x="1069765" y="5214138"/>
            <a:ext cx="29959" cy="29959"/>
          </a:xfrm>
          <a:prstGeom prst="ellipse">
            <a:avLst/>
          </a:prstGeom>
          <a:solidFill>
            <a:srgbClr val="627D8D">
              <a:alpha val="19400"/>
            </a:srgbClr>
          </a:solidFill>
          <a:ln>
            <a:noFill/>
          </a:ln>
        </p:spPr>
      </p:sp>
      <p:sp>
        <p:nvSpPr>
          <p:cNvPr id="21" name="!!circle-1t7"/>
          <p:cNvSpPr/>
          <p:nvPr/>
        </p:nvSpPr>
        <p:spPr>
          <a:xfrm>
            <a:off x="8551382" y="4683660"/>
            <a:ext cx="28702" cy="28702"/>
          </a:xfrm>
          <a:prstGeom prst="ellipse">
            <a:avLst/>
          </a:prstGeom>
          <a:solidFill>
            <a:srgbClr val="627D8D">
              <a:alpha val="17800"/>
            </a:srgbClr>
          </a:solidFill>
          <a:ln>
            <a:noFill/>
          </a:ln>
        </p:spPr>
      </p:sp>
      <p:sp>
        <p:nvSpPr>
          <p:cNvPr id="22" name="!!circle-1ta"/>
          <p:cNvSpPr/>
          <p:nvPr/>
        </p:nvSpPr>
        <p:spPr>
          <a:xfrm>
            <a:off x="11108895" y="2167475"/>
            <a:ext cx="24066" cy="24066"/>
          </a:xfrm>
          <a:prstGeom prst="ellipse">
            <a:avLst/>
          </a:prstGeom>
          <a:solidFill>
            <a:srgbClr val="627D8D">
              <a:alpha val="23900"/>
            </a:srgbClr>
          </a:solidFill>
          <a:ln>
            <a:noFill/>
          </a:ln>
        </p:spPr>
      </p:sp>
      <p:sp>
        <p:nvSpPr>
          <p:cNvPr id="23" name="!!circle-1td"/>
          <p:cNvSpPr/>
          <p:nvPr/>
        </p:nvSpPr>
        <p:spPr>
          <a:xfrm>
            <a:off x="8334418" y="6254079"/>
            <a:ext cx="35865" cy="35865"/>
          </a:xfrm>
          <a:prstGeom prst="ellipse">
            <a:avLst/>
          </a:prstGeom>
          <a:solidFill>
            <a:srgbClr val="627D8D">
              <a:alpha val="28200"/>
            </a:srgbClr>
          </a:solidFill>
          <a:ln>
            <a:noFill/>
          </a:ln>
        </p:spPr>
      </p:sp>
      <p:sp>
        <p:nvSpPr>
          <p:cNvPr id="24" name="!!circle-1tg"/>
          <p:cNvSpPr/>
          <p:nvPr/>
        </p:nvSpPr>
        <p:spPr>
          <a:xfrm>
            <a:off x="1415349" y="3553445"/>
            <a:ext cx="39218" cy="39218"/>
          </a:xfrm>
          <a:prstGeom prst="ellipse">
            <a:avLst/>
          </a:prstGeom>
          <a:solidFill>
            <a:srgbClr val="627D8D">
              <a:alpha val="29600"/>
            </a:srgbClr>
          </a:solidFill>
          <a:ln>
            <a:noFill/>
          </a:ln>
        </p:spPr>
      </p:sp>
      <p:sp>
        <p:nvSpPr>
          <p:cNvPr id="25" name="!!circle-1tj"/>
          <p:cNvSpPr/>
          <p:nvPr/>
        </p:nvSpPr>
        <p:spPr>
          <a:xfrm>
            <a:off x="7208349" y="6530875"/>
            <a:ext cx="49733" cy="49733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6" name="!!circle-1tm"/>
          <p:cNvSpPr/>
          <p:nvPr/>
        </p:nvSpPr>
        <p:spPr>
          <a:xfrm>
            <a:off x="6282400" y="2177467"/>
            <a:ext cx="41694" cy="41694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7" name="!!circle-1tp"/>
          <p:cNvSpPr/>
          <p:nvPr/>
        </p:nvSpPr>
        <p:spPr>
          <a:xfrm>
            <a:off x="6782921" y="5578538"/>
            <a:ext cx="31979" cy="31979"/>
          </a:xfrm>
          <a:prstGeom prst="ellipse">
            <a:avLst/>
          </a:prstGeom>
          <a:solidFill>
            <a:srgbClr val="627D8D">
              <a:alpha val="24100"/>
            </a:srgbClr>
          </a:solidFill>
          <a:ln>
            <a:noFill/>
          </a:ln>
        </p:spPr>
      </p:sp>
      <p:sp>
        <p:nvSpPr>
          <p:cNvPr id="28" name="!!circle-1ts"/>
          <p:cNvSpPr/>
          <p:nvPr/>
        </p:nvSpPr>
        <p:spPr>
          <a:xfrm>
            <a:off x="3807425" y="1554785"/>
            <a:ext cx="18085" cy="18085"/>
          </a:xfrm>
          <a:prstGeom prst="ellipse">
            <a:avLst/>
          </a:prstGeom>
          <a:solidFill>
            <a:srgbClr val="627D8D">
              <a:alpha val="10500"/>
            </a:srgbClr>
          </a:solidFill>
          <a:ln>
            <a:noFill/>
          </a:ln>
        </p:spPr>
      </p:sp>
      <p:sp>
        <p:nvSpPr>
          <p:cNvPr id="29" name="!!circle-1tv"/>
          <p:cNvSpPr/>
          <p:nvPr/>
        </p:nvSpPr>
        <p:spPr>
          <a:xfrm>
            <a:off x="7680891" y="29982"/>
            <a:ext cx="38214" cy="38214"/>
          </a:xfrm>
          <a:prstGeom prst="ellipse">
            <a:avLst/>
          </a:prstGeom>
          <a:solidFill>
            <a:srgbClr val="627D8D">
              <a:alpha val="23100"/>
            </a:srgbClr>
          </a:solidFill>
          <a:ln>
            <a:noFill/>
          </a:ln>
        </p:spPr>
      </p:sp>
      <p:sp>
        <p:nvSpPr>
          <p:cNvPr id="30" name="!!circle-1ty"/>
          <p:cNvSpPr/>
          <p:nvPr/>
        </p:nvSpPr>
        <p:spPr>
          <a:xfrm>
            <a:off x="3377530" y="6698952"/>
            <a:ext cx="39243" cy="39243"/>
          </a:xfrm>
          <a:prstGeom prst="ellipse">
            <a:avLst/>
          </a:prstGeom>
          <a:solidFill>
            <a:srgbClr val="627D8D">
              <a:alpha val="27700"/>
            </a:srgbClr>
          </a:solidFill>
          <a:ln>
            <a:noFill/>
          </a:ln>
        </p:spPr>
      </p:sp>
      <p:sp>
        <p:nvSpPr>
          <p:cNvPr id="31" name="!!circle-1u1"/>
          <p:cNvSpPr/>
          <p:nvPr/>
        </p:nvSpPr>
        <p:spPr>
          <a:xfrm>
            <a:off x="1675754" y="6777582"/>
            <a:ext cx="34519" cy="34519"/>
          </a:xfrm>
          <a:prstGeom prst="ellipse">
            <a:avLst/>
          </a:prstGeom>
          <a:solidFill>
            <a:srgbClr val="627D8D">
              <a:alpha val="22500"/>
            </a:srgbClr>
          </a:solidFill>
          <a:ln>
            <a:noFill/>
          </a:ln>
        </p:spPr>
      </p:sp>
      <p:sp>
        <p:nvSpPr>
          <p:cNvPr id="32" name="!!circle-1u4"/>
          <p:cNvSpPr/>
          <p:nvPr/>
        </p:nvSpPr>
        <p:spPr>
          <a:xfrm>
            <a:off x="2556960" y="5509250"/>
            <a:ext cx="46228" cy="46228"/>
          </a:xfrm>
          <a:prstGeom prst="ellipse">
            <a:avLst/>
          </a:prstGeom>
          <a:solidFill>
            <a:srgbClr val="627D8D">
              <a:alpha val="26200"/>
            </a:srgbClr>
          </a:solidFill>
          <a:ln>
            <a:noFill/>
          </a:ln>
        </p:spPr>
      </p:sp>
      <p:sp>
        <p:nvSpPr>
          <p:cNvPr id="33" name="!!circle-1u7"/>
          <p:cNvSpPr/>
          <p:nvPr/>
        </p:nvSpPr>
        <p:spPr>
          <a:xfrm>
            <a:off x="7406029" y="4999314"/>
            <a:ext cx="49327" cy="49327"/>
          </a:xfrm>
          <a:prstGeom prst="ellipse">
            <a:avLst/>
          </a:prstGeom>
          <a:solidFill>
            <a:srgbClr val="627D8D">
              <a:alpha val="20800"/>
            </a:srgbClr>
          </a:solidFill>
          <a:ln>
            <a:noFill/>
          </a:ln>
        </p:spPr>
      </p:sp>
      <p:sp>
        <p:nvSpPr>
          <p:cNvPr id="34" name="!!circle-1ua"/>
          <p:cNvSpPr/>
          <p:nvPr/>
        </p:nvSpPr>
        <p:spPr>
          <a:xfrm>
            <a:off x="9689532" y="5805791"/>
            <a:ext cx="24054" cy="24054"/>
          </a:xfrm>
          <a:prstGeom prst="ellipse">
            <a:avLst/>
          </a:prstGeom>
          <a:solidFill>
            <a:srgbClr val="627D8D">
              <a:alpha val="22200"/>
            </a:srgbClr>
          </a:solidFill>
          <a:ln>
            <a:noFill/>
          </a:ln>
        </p:spPr>
      </p:sp>
      <p:sp>
        <p:nvSpPr>
          <p:cNvPr id="35" name="!!circle-1ud"/>
          <p:cNvSpPr/>
          <p:nvPr/>
        </p:nvSpPr>
        <p:spPr>
          <a:xfrm>
            <a:off x="2169184" y="1678855"/>
            <a:ext cx="32271" cy="32271"/>
          </a:xfrm>
          <a:prstGeom prst="ellipse">
            <a:avLst/>
          </a:prstGeom>
          <a:solidFill>
            <a:srgbClr val="627D8D">
              <a:alpha val="20500"/>
            </a:srgbClr>
          </a:solidFill>
          <a:ln>
            <a:noFill/>
          </a:ln>
        </p:spPr>
      </p:sp>
      <p:sp>
        <p:nvSpPr>
          <p:cNvPr id="36" name="!!circle-1ug"/>
          <p:cNvSpPr/>
          <p:nvPr/>
        </p:nvSpPr>
        <p:spPr>
          <a:xfrm>
            <a:off x="2090012" y="92401"/>
            <a:ext cx="21323" cy="21323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37" name="!!circle-1uj"/>
          <p:cNvSpPr/>
          <p:nvPr/>
        </p:nvSpPr>
        <p:spPr>
          <a:xfrm>
            <a:off x="2106515" y="2727434"/>
            <a:ext cx="34252" cy="34252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38" name="!!circle-1um"/>
          <p:cNvSpPr/>
          <p:nvPr/>
        </p:nvSpPr>
        <p:spPr>
          <a:xfrm>
            <a:off x="9626110" y="4798591"/>
            <a:ext cx="44196" cy="44196"/>
          </a:xfrm>
          <a:prstGeom prst="ellipse">
            <a:avLst/>
          </a:prstGeom>
          <a:solidFill>
            <a:srgbClr val="627D8D">
              <a:alpha val="21700"/>
            </a:srgbClr>
          </a:solidFill>
          <a:ln>
            <a:noFill/>
          </a:ln>
        </p:spPr>
      </p:sp>
      <p:sp>
        <p:nvSpPr>
          <p:cNvPr id="39" name="!!circle-1up"/>
          <p:cNvSpPr/>
          <p:nvPr/>
        </p:nvSpPr>
        <p:spPr>
          <a:xfrm>
            <a:off x="6836207" y="1969821"/>
            <a:ext cx="35192" cy="35192"/>
          </a:xfrm>
          <a:prstGeom prst="ellipse">
            <a:avLst/>
          </a:prstGeom>
          <a:solidFill>
            <a:srgbClr val="627D8D">
              <a:alpha val="27100"/>
            </a:srgbClr>
          </a:solidFill>
          <a:ln>
            <a:noFill/>
          </a:ln>
        </p:spPr>
      </p:sp>
      <p:sp>
        <p:nvSpPr>
          <p:cNvPr id="40" name="!!circle-1us"/>
          <p:cNvSpPr/>
          <p:nvPr/>
        </p:nvSpPr>
        <p:spPr>
          <a:xfrm>
            <a:off x="10069128" y="5619805"/>
            <a:ext cx="43358" cy="43358"/>
          </a:xfrm>
          <a:prstGeom prst="ellipse">
            <a:avLst/>
          </a:prstGeom>
          <a:solidFill>
            <a:srgbClr val="627D8D">
              <a:alpha val="19500"/>
            </a:srgbClr>
          </a:solidFill>
          <a:ln>
            <a:noFill/>
          </a:ln>
        </p:spPr>
      </p:sp>
      <p:sp>
        <p:nvSpPr>
          <p:cNvPr id="41" name="!!circle-1uv"/>
          <p:cNvSpPr/>
          <p:nvPr/>
        </p:nvSpPr>
        <p:spPr>
          <a:xfrm>
            <a:off x="3058703" y="2426910"/>
            <a:ext cx="33528" cy="33528"/>
          </a:xfrm>
          <a:prstGeom prst="ellipse">
            <a:avLst/>
          </a:prstGeom>
          <a:solidFill>
            <a:srgbClr val="627D8D">
              <a:alpha val="28300"/>
            </a:srgbClr>
          </a:solidFill>
          <a:ln>
            <a:noFill/>
          </a:ln>
        </p:spPr>
      </p:sp>
      <p:sp>
        <p:nvSpPr>
          <p:cNvPr id="42" name="!!circle-1uy"/>
          <p:cNvSpPr/>
          <p:nvPr/>
        </p:nvSpPr>
        <p:spPr>
          <a:xfrm>
            <a:off x="6715829" y="2948132"/>
            <a:ext cx="28956" cy="28956"/>
          </a:xfrm>
          <a:prstGeom prst="ellipse">
            <a:avLst/>
          </a:prstGeom>
          <a:solidFill>
            <a:srgbClr val="627D8D">
              <a:alpha val="21800"/>
            </a:srgbClr>
          </a:solidFill>
          <a:ln>
            <a:noFill/>
          </a:ln>
        </p:spPr>
      </p:sp>
      <p:sp>
        <p:nvSpPr>
          <p:cNvPr id="43" name="!!circle-1v1"/>
          <p:cNvSpPr/>
          <p:nvPr/>
        </p:nvSpPr>
        <p:spPr>
          <a:xfrm>
            <a:off x="6958878" y="6703056"/>
            <a:ext cx="45555" cy="45555"/>
          </a:xfrm>
          <a:prstGeom prst="ellipse">
            <a:avLst/>
          </a:prstGeom>
          <a:solidFill>
            <a:srgbClr val="627D8D">
              <a:alpha val="20900"/>
            </a:srgbClr>
          </a:solidFill>
          <a:ln>
            <a:noFill/>
          </a:ln>
        </p:spPr>
      </p:sp>
      <p:sp>
        <p:nvSpPr>
          <p:cNvPr id="44" name="!!circle-1v4"/>
          <p:cNvSpPr/>
          <p:nvPr/>
        </p:nvSpPr>
        <p:spPr>
          <a:xfrm>
            <a:off x="11329227" y="3708088"/>
            <a:ext cx="39484" cy="39484"/>
          </a:xfrm>
          <a:prstGeom prst="ellipse">
            <a:avLst/>
          </a:prstGeom>
          <a:solidFill>
            <a:srgbClr val="627D8D">
              <a:alpha val="13600"/>
            </a:srgbClr>
          </a:solidFill>
          <a:ln>
            <a:noFill/>
          </a:ln>
        </p:spPr>
      </p:sp>
      <p:sp>
        <p:nvSpPr>
          <p:cNvPr id="45" name="!!circle-1v7"/>
          <p:cNvSpPr/>
          <p:nvPr/>
        </p:nvSpPr>
        <p:spPr>
          <a:xfrm>
            <a:off x="7422726" y="5835369"/>
            <a:ext cx="30455" cy="30455"/>
          </a:xfrm>
          <a:prstGeom prst="ellipse">
            <a:avLst/>
          </a:prstGeom>
          <a:solidFill>
            <a:srgbClr val="627D8D">
              <a:alpha val="16500"/>
            </a:srgbClr>
          </a:solidFill>
          <a:ln>
            <a:noFill/>
          </a:ln>
        </p:spPr>
      </p:sp>
      <p:sp>
        <p:nvSpPr>
          <p:cNvPr id="46" name="!!circle-1va"/>
          <p:cNvSpPr/>
          <p:nvPr/>
        </p:nvSpPr>
        <p:spPr>
          <a:xfrm>
            <a:off x="8917189" y="6582347"/>
            <a:ext cx="28257" cy="28257"/>
          </a:xfrm>
          <a:prstGeom prst="ellipse">
            <a:avLst/>
          </a:prstGeom>
          <a:solidFill>
            <a:srgbClr val="627D8D">
              <a:alpha val="15700"/>
            </a:srgbClr>
          </a:solidFill>
          <a:ln>
            <a:noFill/>
          </a:ln>
        </p:spPr>
      </p:sp>
      <p:sp>
        <p:nvSpPr>
          <p:cNvPr id="47" name="!!circle-1vd"/>
          <p:cNvSpPr/>
          <p:nvPr/>
        </p:nvSpPr>
        <p:spPr>
          <a:xfrm>
            <a:off x="11280807" y="5328900"/>
            <a:ext cx="45149" cy="45149"/>
          </a:xfrm>
          <a:prstGeom prst="ellipse">
            <a:avLst/>
          </a:prstGeom>
          <a:solidFill>
            <a:srgbClr val="627D8D">
              <a:alpha val="31200"/>
            </a:srgbClr>
          </a:solidFill>
          <a:ln>
            <a:noFill/>
          </a:ln>
        </p:spPr>
      </p:sp>
      <p:sp>
        <p:nvSpPr>
          <p:cNvPr id="48" name="!!circle-1vg"/>
          <p:cNvSpPr/>
          <p:nvPr/>
        </p:nvSpPr>
        <p:spPr>
          <a:xfrm>
            <a:off x="3432942" y="3625497"/>
            <a:ext cx="30696" cy="30696"/>
          </a:xfrm>
          <a:prstGeom prst="ellipse">
            <a:avLst/>
          </a:prstGeom>
          <a:solidFill>
            <a:srgbClr val="627D8D">
              <a:alpha val="25700"/>
            </a:srgbClr>
          </a:solidFill>
          <a:ln>
            <a:noFill/>
          </a:ln>
        </p:spPr>
      </p:sp>
      <p:sp>
        <p:nvSpPr>
          <p:cNvPr id="49" name="!!circle-1vj"/>
          <p:cNvSpPr/>
          <p:nvPr/>
        </p:nvSpPr>
        <p:spPr>
          <a:xfrm>
            <a:off x="8826476" y="4188455"/>
            <a:ext cx="37401" cy="37401"/>
          </a:xfrm>
          <a:prstGeom prst="ellipse">
            <a:avLst/>
          </a:prstGeom>
          <a:solidFill>
            <a:srgbClr val="627D8D">
              <a:alpha val="16000"/>
            </a:srgbClr>
          </a:solidFill>
          <a:ln>
            <a:noFill/>
          </a:ln>
        </p:spPr>
      </p:sp>
      <p:sp>
        <p:nvSpPr>
          <p:cNvPr id="50" name="!!circle-1vm"/>
          <p:cNvSpPr/>
          <p:nvPr/>
        </p:nvSpPr>
        <p:spPr>
          <a:xfrm>
            <a:off x="1697337" y="4896781"/>
            <a:ext cx="33096" cy="33096"/>
          </a:xfrm>
          <a:prstGeom prst="ellipse">
            <a:avLst/>
          </a:prstGeom>
          <a:solidFill>
            <a:srgbClr val="627D8D">
              <a:alpha val="22300"/>
            </a:srgbClr>
          </a:solidFill>
          <a:ln>
            <a:noFill/>
          </a:ln>
        </p:spPr>
      </p:sp>
      <p:sp>
        <p:nvSpPr>
          <p:cNvPr id="51" name="!!circle-1vp"/>
          <p:cNvSpPr/>
          <p:nvPr/>
        </p:nvSpPr>
        <p:spPr>
          <a:xfrm>
            <a:off x="11606273" y="1000182"/>
            <a:ext cx="21145" cy="21145"/>
          </a:xfrm>
          <a:prstGeom prst="ellipse">
            <a:avLst/>
          </a:prstGeom>
          <a:solidFill>
            <a:srgbClr val="627D8D">
              <a:alpha val="16300"/>
            </a:srgbClr>
          </a:solidFill>
          <a:ln>
            <a:noFill/>
          </a:ln>
        </p:spPr>
      </p:sp>
      <p:sp>
        <p:nvSpPr>
          <p:cNvPr id="52" name="!!circle-1vs"/>
          <p:cNvSpPr/>
          <p:nvPr/>
        </p:nvSpPr>
        <p:spPr>
          <a:xfrm>
            <a:off x="11077616" y="5832532"/>
            <a:ext cx="35281" cy="35281"/>
          </a:xfrm>
          <a:prstGeom prst="ellipse">
            <a:avLst/>
          </a:prstGeom>
          <a:solidFill>
            <a:srgbClr val="627D8D">
              <a:alpha val="30000"/>
            </a:srgbClr>
          </a:solidFill>
          <a:ln>
            <a:noFill/>
          </a:ln>
        </p:spPr>
      </p:sp>
      <p:sp>
        <p:nvSpPr>
          <p:cNvPr id="53" name="!!ellipse-2q8"/>
          <p:cNvSpPr/>
          <p:nvPr/>
        </p:nvSpPr>
        <p:spPr>
          <a:xfrm>
            <a:off x="4053669" y="5673464"/>
            <a:ext cx="4392168" cy="452526"/>
          </a:xfrm>
          <a:prstGeom prst="ellipse">
            <a:avLst/>
          </a:prstGeom>
          <a:gradFill rotWithShape="1">
            <a:gsLst>
              <a:gs pos="0">
                <a:srgbClr val="0B1A26">
                  <a:alpha val="22000"/>
                </a:srgbClr>
              </a:gs>
              <a:gs pos="27431">
                <a:srgbClr val="0B1A26">
                  <a:alpha val="9000"/>
                </a:srgbClr>
              </a:gs>
              <a:gs pos="54861">
                <a:srgbClr val="0B1A26">
                  <a:alpha val="0"/>
                </a:srgbClr>
              </a:gs>
              <a:gs pos="100000">
                <a:srgbClr val="0B1A2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4" name="!!path-2q9"/>
          <p:cNvSpPr/>
          <p:nvPr/>
        </p:nvSpPr>
        <p:spPr>
          <a:xfrm>
            <a:off x="7367759" y="842080"/>
            <a:ext cx="425907" cy="5044338"/>
          </a:xfrm>
          <a:custGeom>
            <a:avLst/>
            <a:gdLst/>
            <a:ahLst/>
            <a:cxnLst/>
            <a:rect l="l" t="t" r="r" b="b"/>
            <a:pathLst>
              <a:path w="425907" h="5044338">
                <a:moveTo>
                  <a:pt x="0" y="252882"/>
                </a:moveTo>
                <a:lnTo>
                  <a:pt x="425907" y="0"/>
                </a:lnTo>
                <a:lnTo>
                  <a:pt x="425907" y="4791456"/>
                </a:lnTo>
                <a:lnTo>
                  <a:pt x="0" y="5044338"/>
                </a:lnTo>
                <a:close/>
              </a:path>
            </a:pathLst>
          </a:custGeom>
          <a:gradFill rotWithShape="1">
            <a:gsLst>
              <a:gs pos="0">
                <a:srgbClr val="DCE3E8"/>
              </a:gs>
              <a:gs pos="100000">
                <a:srgbClr val="C3CDD4"/>
              </a:gs>
            </a:gsLst>
            <a:lin ang="5400000" scaled="0"/>
          </a:gradFill>
          <a:ln>
            <a:noFill/>
          </a:ln>
        </p:spPr>
      </p:sp>
      <p:sp>
        <p:nvSpPr>
          <p:cNvPr id="55" name="!!path-2qa"/>
          <p:cNvSpPr/>
          <p:nvPr/>
        </p:nvSpPr>
        <p:spPr>
          <a:xfrm>
            <a:off x="4705839" y="842080"/>
            <a:ext cx="3087827" cy="252882"/>
          </a:xfrm>
          <a:custGeom>
            <a:avLst/>
            <a:gdLst/>
            <a:ahLst/>
            <a:cxnLst/>
            <a:rect l="l" t="t" r="r" b="b"/>
            <a:pathLst>
              <a:path w="3087827" h="252882">
                <a:moveTo>
                  <a:pt x="0" y="252882"/>
                </a:moveTo>
                <a:lnTo>
                  <a:pt x="2661920" y="252882"/>
                </a:lnTo>
                <a:lnTo>
                  <a:pt x="3087827" y="0"/>
                </a:lnTo>
                <a:lnTo>
                  <a:pt x="425907" y="0"/>
                </a:lnTo>
                <a:close/>
              </a:path>
            </a:pathLst>
          </a:custGeom>
          <a:gradFill rotWithShape="1">
            <a:gsLst>
              <a:gs pos="0">
                <a:srgbClr val="F9FAFB"/>
              </a:gs>
              <a:gs pos="100000">
                <a:srgbClr val="E7ECEF"/>
              </a:gs>
            </a:gsLst>
            <a:lin ang="5400000" scaled="0"/>
          </a:gradFill>
          <a:ln>
            <a:noFill/>
          </a:ln>
        </p:spPr>
      </p:sp>
      <p:sp>
        <p:nvSpPr>
          <p:cNvPr id="56" name="!!path-2qb"/>
          <p:cNvSpPr/>
          <p:nvPr/>
        </p:nvSpPr>
        <p:spPr>
          <a:xfrm>
            <a:off x="4705839" y="1094962"/>
            <a:ext cx="2661920" cy="4791456"/>
          </a:xfrm>
          <a:custGeom>
            <a:avLst/>
            <a:gdLst/>
            <a:ahLst/>
            <a:cxnLst/>
            <a:rect l="l" t="t" r="r" b="b"/>
            <a:pathLst>
              <a:path w="2661920" h="4791456">
                <a:moveTo>
                  <a:pt x="33274" y="0"/>
                </a:moveTo>
                <a:lnTo>
                  <a:pt x="2628646" y="0"/>
                </a:lnTo>
                <a:cubicBezTo>
                  <a:pt x="2647027" y="0"/>
                  <a:pt x="2661920" y="14900"/>
                  <a:pt x="2661920" y="33274"/>
                </a:cubicBezTo>
                <a:lnTo>
                  <a:pt x="2661920" y="4758182"/>
                </a:lnTo>
                <a:cubicBezTo>
                  <a:pt x="2661920" y="4776562"/>
                  <a:pt x="2647027" y="4791456"/>
                  <a:pt x="2628646" y="4791456"/>
                </a:cubicBezTo>
                <a:lnTo>
                  <a:pt x="33274" y="4791456"/>
                </a:lnTo>
                <a:cubicBezTo>
                  <a:pt x="14900" y="4791456"/>
                  <a:pt x="0" y="4776562"/>
                  <a:pt x="0" y="4758182"/>
                </a:cubicBezTo>
                <a:lnTo>
                  <a:pt x="0" y="33274"/>
                </a:lnTo>
                <a:cubicBezTo>
                  <a:pt x="0" y="14900"/>
                  <a:pt x="14900" y="0"/>
                  <a:pt x="33274" y="0"/>
                </a:cubicBez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55000">
                <a:srgbClr val="F8FAFB"/>
              </a:gs>
              <a:gs pos="100000">
                <a:srgbClr val="ECF0F3"/>
              </a:gs>
            </a:gsLst>
            <a:lin ang="5400000" scaled="0"/>
          </a:gradFill>
          <a:ln>
            <a:noFill/>
          </a:ln>
        </p:spPr>
      </p:sp>
      <p:sp>
        <p:nvSpPr>
          <p:cNvPr id="57" name="!!path-2qc"/>
          <p:cNvSpPr/>
          <p:nvPr/>
        </p:nvSpPr>
        <p:spPr>
          <a:xfrm>
            <a:off x="4705839" y="1094962"/>
            <a:ext cx="2661920" cy="4791456"/>
          </a:xfrm>
          <a:custGeom>
            <a:avLst/>
            <a:gdLst/>
            <a:ahLst/>
            <a:cxnLst/>
            <a:rect l="l" t="t" r="r" b="b"/>
            <a:pathLst>
              <a:path w="2661920" h="4791456" fill="none">
                <a:moveTo>
                  <a:pt x="33274" y="0"/>
                </a:moveTo>
                <a:lnTo>
                  <a:pt x="2628646" y="0"/>
                </a:lnTo>
                <a:cubicBezTo>
                  <a:pt x="2647027" y="0"/>
                  <a:pt x="2661920" y="14900"/>
                  <a:pt x="2661920" y="33274"/>
                </a:cubicBezTo>
                <a:lnTo>
                  <a:pt x="2661920" y="4758182"/>
                </a:lnTo>
                <a:cubicBezTo>
                  <a:pt x="2661920" y="4776562"/>
                  <a:pt x="2647027" y="4791456"/>
                  <a:pt x="2628646" y="4791456"/>
                </a:cubicBezTo>
                <a:lnTo>
                  <a:pt x="33274" y="4791456"/>
                </a:lnTo>
                <a:cubicBezTo>
                  <a:pt x="14900" y="4791456"/>
                  <a:pt x="0" y="4776562"/>
                  <a:pt x="0" y="4758182"/>
                </a:cubicBezTo>
                <a:lnTo>
                  <a:pt x="0" y="33274"/>
                </a:lnTo>
                <a:cubicBezTo>
                  <a:pt x="0" y="14900"/>
                  <a:pt x="14900" y="0"/>
                  <a:pt x="33274" y="0"/>
                </a:cubicBezTo>
                <a:close/>
              </a:path>
            </a:pathLst>
          </a:custGeom>
          <a:noFill/>
          <a:ln w="6655" cap="flat">
            <a:solidFill>
              <a:srgbClr val="D3DBE0"/>
            </a:solidFill>
            <a:prstDash val="solid"/>
            <a:miter lim="800000"/>
          </a:ln>
        </p:spPr>
      </p:sp>
      <p:sp>
        <p:nvSpPr>
          <p:cNvPr id="58" name="!!rect-2qd"/>
          <p:cNvSpPr/>
          <p:nvPr/>
        </p:nvSpPr>
        <p:spPr>
          <a:xfrm>
            <a:off x="4705839" y="5793251"/>
            <a:ext cx="2661920" cy="93167"/>
          </a:xfrm>
          <a:prstGeom prst="rect">
            <a:avLst/>
          </a:prstGeom>
          <a:solidFill>
            <a:srgbClr val="E1E7EB"/>
          </a:solidFill>
          <a:ln>
            <a:noFill/>
          </a:ln>
        </p:spPr>
      </p:sp>
      <p:sp>
        <p:nvSpPr>
          <p:cNvPr id="59" name="!!path-2qe"/>
          <p:cNvSpPr/>
          <p:nvPr/>
        </p:nvSpPr>
        <p:spPr>
          <a:xfrm>
            <a:off x="7367759" y="842080"/>
            <a:ext cx="425907" cy="252882"/>
          </a:xfrm>
          <a:custGeom>
            <a:avLst/>
            <a:gdLst/>
            <a:ahLst/>
            <a:cxnLst/>
            <a:rect l="l" t="t" r="r" b="b"/>
            <a:pathLst>
              <a:path w="425907" h="252882">
                <a:moveTo>
                  <a:pt x="0" y="252882"/>
                </a:moveTo>
                <a:lnTo>
                  <a:pt x="425907" y="0"/>
                </a:lnTo>
              </a:path>
            </a:pathLst>
          </a:custGeom>
          <a:solidFill>
            <a:srgbClr val="000000"/>
          </a:solidFill>
          <a:ln w="9317" cap="flat">
            <a:solidFill>
              <a:srgbClr val="FFFFFF"/>
            </a:solidFill>
            <a:prstDash val="solid"/>
            <a:miter lim="800000"/>
          </a:ln>
        </p:spPr>
      </p:sp>
      <p:sp>
        <p:nvSpPr>
          <p:cNvPr id="60" name="!!rect-2r7"/>
          <p:cNvSpPr/>
          <p:nvPr/>
        </p:nvSpPr>
        <p:spPr>
          <a:xfrm>
            <a:off x="5381967" y="1241368"/>
            <a:ext cx="1309665" cy="1692981"/>
          </a:xfrm>
          <a:prstGeom prst="roundRect">
            <a:avLst>
              <a:gd name="adj" fmla="val 7114"/>
            </a:avLst>
          </a:prstGeom>
          <a:solidFill>
            <a:srgbClr val="20282F"/>
          </a:solidFill>
          <a:ln>
            <a:noFill/>
          </a:ln>
        </p:spPr>
      </p:sp>
      <p:sp>
        <p:nvSpPr>
          <p:cNvPr id="61" name="!!rect-2r8"/>
          <p:cNvSpPr/>
          <p:nvPr/>
        </p:nvSpPr>
        <p:spPr>
          <a:xfrm>
            <a:off x="5388621" y="1248023"/>
            <a:ext cx="1296355" cy="1679671"/>
          </a:xfrm>
          <a:prstGeom prst="roundRect">
            <a:avLst>
              <a:gd name="adj" fmla="val 6674"/>
            </a:avLst>
          </a:prstGeom>
          <a:noFill/>
          <a:ln w="6655" cap="flat">
            <a:solidFill>
              <a:srgbClr val="FFFFFF">
                <a:alpha val="12000"/>
              </a:srgbClr>
            </a:solidFill>
            <a:prstDash val="solid"/>
            <a:miter lim="800000"/>
          </a:ln>
        </p:spPr>
      </p:sp>
      <p:sp>
        <p:nvSpPr>
          <p:cNvPr id="62" name="!!rect-2rd"/>
          <p:cNvSpPr/>
          <p:nvPr/>
        </p:nvSpPr>
        <p:spPr>
          <a:xfrm>
            <a:off x="5461824" y="1321225"/>
            <a:ext cx="1149949" cy="1533266"/>
          </a:xfrm>
          <a:custGeom>
            <a:avLst/>
            <a:gdLst/>
            <a:ahLst/>
            <a:cxnLst/>
            <a:rect l="l" t="t" r="r" b="b"/>
            <a:pathLst>
              <a:path w="1149949" h="1533266">
                <a:moveTo>
                  <a:pt x="28749" y="0"/>
                </a:moveTo>
                <a:lnTo>
                  <a:pt x="1121201" y="0"/>
                </a:lnTo>
                <a:cubicBezTo>
                  <a:pt x="1137078" y="0"/>
                  <a:pt x="1149949" y="12871"/>
                  <a:pt x="1149949" y="28749"/>
                </a:cubicBezTo>
                <a:lnTo>
                  <a:pt x="1149949" y="1504517"/>
                </a:lnTo>
                <a:cubicBezTo>
                  <a:pt x="1149949" y="1520395"/>
                  <a:pt x="1137078" y="1533266"/>
                  <a:pt x="1121201" y="1533266"/>
                </a:cubicBezTo>
                <a:lnTo>
                  <a:pt x="28749" y="1533266"/>
                </a:lnTo>
                <a:cubicBezTo>
                  <a:pt x="12871" y="1533266"/>
                  <a:pt x="0" y="1520395"/>
                  <a:pt x="0" y="1504517"/>
                </a:cubicBezTo>
                <a:lnTo>
                  <a:pt x="0" y="28749"/>
                </a:lnTo>
                <a:cubicBezTo>
                  <a:pt x="0" y="12871"/>
                  <a:pt x="12871" y="0"/>
                  <a:pt x="28749" y="0"/>
                </a:cubicBezTo>
                <a:close/>
              </a:path>
            </a:pathLst>
          </a:custGeom>
          <a:solidFill>
            <a:srgbClr val="0E1318"/>
          </a:solidFill>
          <a:ln>
            <a:noFill/>
          </a:ln>
        </p:spPr>
      </p:sp>
      <p:sp>
        <p:nvSpPr>
          <p:cNvPr id="63" name="!!rect-2rg"/>
          <p:cNvSpPr/>
          <p:nvPr/>
        </p:nvSpPr>
        <p:spPr>
          <a:xfrm>
            <a:off x="5461824" y="1321225"/>
            <a:ext cx="1149949" cy="134161"/>
          </a:xfrm>
          <a:custGeom>
            <a:avLst/>
            <a:gdLst/>
            <a:ahLst/>
            <a:cxnLst/>
            <a:rect l="l" t="t" r="r" b="b"/>
            <a:pathLst>
              <a:path w="1149949" h="134161">
                <a:moveTo>
                  <a:pt x="28749" y="0"/>
                </a:moveTo>
                <a:lnTo>
                  <a:pt x="1121201" y="0"/>
                </a:lnTo>
                <a:cubicBezTo>
                  <a:pt x="1137078" y="0"/>
                  <a:pt x="1149949" y="12871"/>
                  <a:pt x="1149949" y="28749"/>
                </a:cubicBezTo>
                <a:lnTo>
                  <a:pt x="1149949" y="134161"/>
                </a:lnTo>
                <a:lnTo>
                  <a:pt x="0" y="134161"/>
                </a:lnTo>
                <a:lnTo>
                  <a:pt x="0" y="28749"/>
                </a:lnTo>
                <a:cubicBezTo>
                  <a:pt x="0" y="12871"/>
                  <a:pt x="12871" y="0"/>
                  <a:pt x="28749" y="0"/>
                </a:cubicBezTo>
                <a:close/>
              </a:path>
            </a:pathLst>
          </a:custGeom>
          <a:solidFill>
            <a:srgbClr val="18212A"/>
          </a:solidFill>
          <a:ln>
            <a:noFill/>
          </a:ln>
        </p:spPr>
      </p:sp>
      <p:sp>
        <p:nvSpPr>
          <p:cNvPr id="64" name="!!text-2rh" descr="智慧書櫃"/>
          <p:cNvSpPr txBox="1"/>
          <p:nvPr/>
        </p:nvSpPr>
        <p:spPr>
          <a:xfrm>
            <a:off x="5509739" y="1340774"/>
            <a:ext cx="288446" cy="971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528" b="1" kern="0" dirty="0">
                <a:solidFill>
                  <a:srgbClr val="EEF2F5"/>
                </a:solidFill>
                <a:latin typeface="Noto Sans TC"/>
                <a:ea typeface="Noto Sans TC"/>
                <a:cs typeface="Noto Sans TC"/>
              </a:rPr>
              <a:t>智慧書櫃</a:t>
            </a:r>
            <a:endParaRPr lang="zh-TW" sz="528"/>
          </a:p>
        </p:txBody>
      </p:sp>
      <p:sp>
        <p:nvSpPr>
          <p:cNvPr id="65" name="!!circle-2rm"/>
          <p:cNvSpPr/>
          <p:nvPr/>
        </p:nvSpPr>
        <p:spPr>
          <a:xfrm>
            <a:off x="6525527" y="1369140"/>
            <a:ext cx="38332" cy="38332"/>
          </a:xfrm>
          <a:prstGeom prst="ellipse">
            <a:avLst/>
          </a:prstGeom>
          <a:solidFill>
            <a:srgbClr val="3CCF8E"/>
          </a:solidFill>
          <a:ln>
            <a:noFill/>
          </a:ln>
        </p:spPr>
      </p:sp>
      <p:sp>
        <p:nvSpPr>
          <p:cNvPr id="66" name="!!rect-2rq"/>
          <p:cNvSpPr/>
          <p:nvPr/>
        </p:nvSpPr>
        <p:spPr>
          <a:xfrm>
            <a:off x="5557653" y="1503301"/>
            <a:ext cx="958291" cy="95829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67" name="!!path-2rr"/>
          <p:cNvSpPr/>
          <p:nvPr/>
        </p:nvSpPr>
        <p:spPr>
          <a:xfrm>
            <a:off x="5677440" y="1623087"/>
            <a:ext cx="718718" cy="718718"/>
          </a:xfrm>
          <a:custGeom>
            <a:avLst/>
            <a:gdLst/>
            <a:ahLst/>
            <a:cxnLst/>
            <a:rect l="l" t="t" r="r" b="b"/>
            <a:pathLst>
              <a:path w="718718" h="718718">
                <a:moveTo>
                  <a:pt x="0" y="0"/>
                </a:moveTo>
                <a:lnTo>
                  <a:pt x="201241" y="0"/>
                </a:lnTo>
                <a:lnTo>
                  <a:pt x="201241" y="28749"/>
                </a:lnTo>
                <a:lnTo>
                  <a:pt x="0" y="28749"/>
                </a:lnTo>
                <a:close/>
                <a:moveTo>
                  <a:pt x="316236" y="0"/>
                </a:moveTo>
                <a:lnTo>
                  <a:pt x="402482" y="0"/>
                </a:lnTo>
                <a:lnTo>
                  <a:pt x="402482" y="28749"/>
                </a:lnTo>
                <a:lnTo>
                  <a:pt x="316236" y="28749"/>
                </a:lnTo>
                <a:close/>
                <a:moveTo>
                  <a:pt x="431231" y="0"/>
                </a:moveTo>
                <a:lnTo>
                  <a:pt x="459980" y="0"/>
                </a:lnTo>
                <a:lnTo>
                  <a:pt x="459980" y="28749"/>
                </a:lnTo>
                <a:lnTo>
                  <a:pt x="431231" y="28749"/>
                </a:lnTo>
                <a:close/>
                <a:moveTo>
                  <a:pt x="517477" y="0"/>
                </a:moveTo>
                <a:lnTo>
                  <a:pt x="718718" y="0"/>
                </a:lnTo>
                <a:lnTo>
                  <a:pt x="718718" y="28749"/>
                </a:lnTo>
                <a:lnTo>
                  <a:pt x="517477" y="28749"/>
                </a:lnTo>
                <a:close/>
                <a:moveTo>
                  <a:pt x="0" y="28749"/>
                </a:moveTo>
                <a:lnTo>
                  <a:pt x="28749" y="28749"/>
                </a:lnTo>
                <a:lnTo>
                  <a:pt x="28749" y="57497"/>
                </a:lnTo>
                <a:lnTo>
                  <a:pt x="0" y="57497"/>
                </a:lnTo>
                <a:close/>
                <a:moveTo>
                  <a:pt x="172492" y="28749"/>
                </a:moveTo>
                <a:lnTo>
                  <a:pt x="201241" y="28749"/>
                </a:lnTo>
                <a:lnTo>
                  <a:pt x="201241" y="57497"/>
                </a:lnTo>
                <a:lnTo>
                  <a:pt x="172492" y="57497"/>
                </a:lnTo>
                <a:close/>
                <a:moveTo>
                  <a:pt x="287487" y="28749"/>
                </a:moveTo>
                <a:lnTo>
                  <a:pt x="344985" y="28749"/>
                </a:lnTo>
                <a:lnTo>
                  <a:pt x="344985" y="57497"/>
                </a:lnTo>
                <a:lnTo>
                  <a:pt x="287487" y="57497"/>
                </a:lnTo>
                <a:close/>
                <a:moveTo>
                  <a:pt x="373734" y="28749"/>
                </a:moveTo>
                <a:lnTo>
                  <a:pt x="488728" y="28749"/>
                </a:lnTo>
                <a:lnTo>
                  <a:pt x="488728" y="57497"/>
                </a:lnTo>
                <a:lnTo>
                  <a:pt x="373734" y="57497"/>
                </a:lnTo>
                <a:close/>
                <a:moveTo>
                  <a:pt x="517477" y="28749"/>
                </a:moveTo>
                <a:lnTo>
                  <a:pt x="546226" y="28749"/>
                </a:lnTo>
                <a:lnTo>
                  <a:pt x="546226" y="57497"/>
                </a:lnTo>
                <a:lnTo>
                  <a:pt x="517477" y="57497"/>
                </a:lnTo>
                <a:close/>
                <a:moveTo>
                  <a:pt x="689970" y="28749"/>
                </a:moveTo>
                <a:lnTo>
                  <a:pt x="718718" y="28749"/>
                </a:lnTo>
                <a:lnTo>
                  <a:pt x="718718" y="57497"/>
                </a:lnTo>
                <a:lnTo>
                  <a:pt x="689970" y="57497"/>
                </a:lnTo>
                <a:close/>
                <a:moveTo>
                  <a:pt x="0" y="57497"/>
                </a:moveTo>
                <a:lnTo>
                  <a:pt x="28749" y="57497"/>
                </a:lnTo>
                <a:lnTo>
                  <a:pt x="28749" y="86246"/>
                </a:lnTo>
                <a:lnTo>
                  <a:pt x="0" y="86246"/>
                </a:lnTo>
                <a:close/>
                <a:moveTo>
                  <a:pt x="57497" y="57497"/>
                </a:moveTo>
                <a:lnTo>
                  <a:pt x="143744" y="57497"/>
                </a:lnTo>
                <a:lnTo>
                  <a:pt x="143744" y="86246"/>
                </a:lnTo>
                <a:lnTo>
                  <a:pt x="57497" y="86246"/>
                </a:lnTo>
                <a:close/>
                <a:moveTo>
                  <a:pt x="172492" y="57497"/>
                </a:moveTo>
                <a:lnTo>
                  <a:pt x="201241" y="57497"/>
                </a:lnTo>
                <a:lnTo>
                  <a:pt x="201241" y="86246"/>
                </a:lnTo>
                <a:lnTo>
                  <a:pt x="172492" y="86246"/>
                </a:lnTo>
                <a:close/>
                <a:moveTo>
                  <a:pt x="229990" y="57497"/>
                </a:moveTo>
                <a:lnTo>
                  <a:pt x="258739" y="57497"/>
                </a:lnTo>
                <a:lnTo>
                  <a:pt x="258739" y="86246"/>
                </a:lnTo>
                <a:lnTo>
                  <a:pt x="229990" y="86246"/>
                </a:lnTo>
                <a:close/>
                <a:moveTo>
                  <a:pt x="287487" y="57497"/>
                </a:moveTo>
                <a:lnTo>
                  <a:pt x="344985" y="57497"/>
                </a:lnTo>
                <a:lnTo>
                  <a:pt x="344985" y="86246"/>
                </a:lnTo>
                <a:lnTo>
                  <a:pt x="287487" y="86246"/>
                </a:lnTo>
                <a:close/>
                <a:moveTo>
                  <a:pt x="373734" y="57497"/>
                </a:moveTo>
                <a:lnTo>
                  <a:pt x="402482" y="57497"/>
                </a:lnTo>
                <a:lnTo>
                  <a:pt x="402482" y="86246"/>
                </a:lnTo>
                <a:lnTo>
                  <a:pt x="373734" y="86246"/>
                </a:lnTo>
                <a:close/>
                <a:moveTo>
                  <a:pt x="431231" y="57497"/>
                </a:moveTo>
                <a:lnTo>
                  <a:pt x="488728" y="57497"/>
                </a:lnTo>
                <a:lnTo>
                  <a:pt x="488728" y="86246"/>
                </a:lnTo>
                <a:lnTo>
                  <a:pt x="431231" y="86246"/>
                </a:lnTo>
                <a:close/>
                <a:moveTo>
                  <a:pt x="517477" y="57497"/>
                </a:moveTo>
                <a:lnTo>
                  <a:pt x="546226" y="57497"/>
                </a:lnTo>
                <a:lnTo>
                  <a:pt x="546226" y="86246"/>
                </a:lnTo>
                <a:lnTo>
                  <a:pt x="517477" y="86246"/>
                </a:lnTo>
                <a:close/>
                <a:moveTo>
                  <a:pt x="574975" y="57497"/>
                </a:moveTo>
                <a:lnTo>
                  <a:pt x="661221" y="57497"/>
                </a:lnTo>
                <a:lnTo>
                  <a:pt x="661221" y="86246"/>
                </a:lnTo>
                <a:lnTo>
                  <a:pt x="574975" y="86246"/>
                </a:lnTo>
                <a:close/>
                <a:moveTo>
                  <a:pt x="689970" y="57497"/>
                </a:moveTo>
                <a:lnTo>
                  <a:pt x="718718" y="57497"/>
                </a:lnTo>
                <a:lnTo>
                  <a:pt x="718718" y="86246"/>
                </a:lnTo>
                <a:lnTo>
                  <a:pt x="689970" y="86246"/>
                </a:lnTo>
                <a:close/>
                <a:moveTo>
                  <a:pt x="0" y="86246"/>
                </a:moveTo>
                <a:lnTo>
                  <a:pt x="28749" y="86246"/>
                </a:lnTo>
                <a:lnTo>
                  <a:pt x="28749" y="114995"/>
                </a:lnTo>
                <a:lnTo>
                  <a:pt x="0" y="114995"/>
                </a:lnTo>
                <a:close/>
                <a:moveTo>
                  <a:pt x="57497" y="86246"/>
                </a:moveTo>
                <a:lnTo>
                  <a:pt x="143744" y="86246"/>
                </a:lnTo>
                <a:lnTo>
                  <a:pt x="143744" y="114995"/>
                </a:lnTo>
                <a:lnTo>
                  <a:pt x="57497" y="114995"/>
                </a:lnTo>
                <a:close/>
                <a:moveTo>
                  <a:pt x="172492" y="86246"/>
                </a:moveTo>
                <a:lnTo>
                  <a:pt x="201241" y="86246"/>
                </a:lnTo>
                <a:lnTo>
                  <a:pt x="201241" y="114995"/>
                </a:lnTo>
                <a:lnTo>
                  <a:pt x="172492" y="114995"/>
                </a:lnTo>
                <a:close/>
                <a:moveTo>
                  <a:pt x="229990" y="86246"/>
                </a:moveTo>
                <a:lnTo>
                  <a:pt x="258739" y="86246"/>
                </a:lnTo>
                <a:lnTo>
                  <a:pt x="258739" y="114995"/>
                </a:lnTo>
                <a:lnTo>
                  <a:pt x="229990" y="114995"/>
                </a:lnTo>
                <a:close/>
                <a:moveTo>
                  <a:pt x="287487" y="86246"/>
                </a:moveTo>
                <a:lnTo>
                  <a:pt x="344985" y="86246"/>
                </a:lnTo>
                <a:lnTo>
                  <a:pt x="344985" y="114995"/>
                </a:lnTo>
                <a:lnTo>
                  <a:pt x="287487" y="114995"/>
                </a:lnTo>
                <a:close/>
                <a:moveTo>
                  <a:pt x="402482" y="86246"/>
                </a:moveTo>
                <a:lnTo>
                  <a:pt x="488728" y="86246"/>
                </a:lnTo>
                <a:lnTo>
                  <a:pt x="488728" y="114995"/>
                </a:lnTo>
                <a:lnTo>
                  <a:pt x="402482" y="114995"/>
                </a:lnTo>
                <a:close/>
                <a:moveTo>
                  <a:pt x="517477" y="86246"/>
                </a:moveTo>
                <a:lnTo>
                  <a:pt x="546226" y="86246"/>
                </a:lnTo>
                <a:lnTo>
                  <a:pt x="546226" y="114995"/>
                </a:lnTo>
                <a:lnTo>
                  <a:pt x="517477" y="114995"/>
                </a:lnTo>
                <a:close/>
                <a:moveTo>
                  <a:pt x="574975" y="86246"/>
                </a:moveTo>
                <a:lnTo>
                  <a:pt x="661221" y="86246"/>
                </a:lnTo>
                <a:lnTo>
                  <a:pt x="661221" y="114995"/>
                </a:lnTo>
                <a:lnTo>
                  <a:pt x="574975" y="114995"/>
                </a:lnTo>
                <a:close/>
                <a:moveTo>
                  <a:pt x="689970" y="86246"/>
                </a:moveTo>
                <a:lnTo>
                  <a:pt x="718718" y="86246"/>
                </a:lnTo>
                <a:lnTo>
                  <a:pt x="718718" y="114995"/>
                </a:lnTo>
                <a:lnTo>
                  <a:pt x="689970" y="114995"/>
                </a:lnTo>
                <a:close/>
                <a:moveTo>
                  <a:pt x="0" y="114995"/>
                </a:moveTo>
                <a:lnTo>
                  <a:pt x="28749" y="114995"/>
                </a:lnTo>
                <a:lnTo>
                  <a:pt x="28749" y="143744"/>
                </a:lnTo>
                <a:lnTo>
                  <a:pt x="0" y="143744"/>
                </a:lnTo>
                <a:close/>
                <a:moveTo>
                  <a:pt x="57497" y="114995"/>
                </a:moveTo>
                <a:lnTo>
                  <a:pt x="143744" y="114995"/>
                </a:lnTo>
                <a:lnTo>
                  <a:pt x="143744" y="143744"/>
                </a:lnTo>
                <a:lnTo>
                  <a:pt x="57497" y="143744"/>
                </a:lnTo>
                <a:close/>
                <a:moveTo>
                  <a:pt x="172492" y="114995"/>
                </a:moveTo>
                <a:lnTo>
                  <a:pt x="201241" y="114995"/>
                </a:lnTo>
                <a:lnTo>
                  <a:pt x="201241" y="143744"/>
                </a:lnTo>
                <a:lnTo>
                  <a:pt x="172492" y="143744"/>
                </a:lnTo>
                <a:close/>
                <a:moveTo>
                  <a:pt x="229990" y="114995"/>
                </a:moveTo>
                <a:lnTo>
                  <a:pt x="258739" y="114995"/>
                </a:lnTo>
                <a:lnTo>
                  <a:pt x="258739" y="143744"/>
                </a:lnTo>
                <a:lnTo>
                  <a:pt x="229990" y="143744"/>
                </a:lnTo>
                <a:close/>
                <a:moveTo>
                  <a:pt x="316236" y="114995"/>
                </a:moveTo>
                <a:lnTo>
                  <a:pt x="373734" y="114995"/>
                </a:lnTo>
                <a:lnTo>
                  <a:pt x="373734" y="143744"/>
                </a:lnTo>
                <a:lnTo>
                  <a:pt x="316236" y="143744"/>
                </a:lnTo>
                <a:close/>
                <a:moveTo>
                  <a:pt x="517477" y="114995"/>
                </a:moveTo>
                <a:lnTo>
                  <a:pt x="546226" y="114995"/>
                </a:lnTo>
                <a:lnTo>
                  <a:pt x="546226" y="143744"/>
                </a:lnTo>
                <a:lnTo>
                  <a:pt x="517477" y="143744"/>
                </a:lnTo>
                <a:close/>
                <a:moveTo>
                  <a:pt x="574975" y="114995"/>
                </a:moveTo>
                <a:lnTo>
                  <a:pt x="661221" y="114995"/>
                </a:lnTo>
                <a:lnTo>
                  <a:pt x="661221" y="143744"/>
                </a:lnTo>
                <a:lnTo>
                  <a:pt x="574975" y="143744"/>
                </a:lnTo>
                <a:close/>
                <a:moveTo>
                  <a:pt x="689970" y="114995"/>
                </a:moveTo>
                <a:lnTo>
                  <a:pt x="718718" y="114995"/>
                </a:lnTo>
                <a:lnTo>
                  <a:pt x="718718" y="143744"/>
                </a:lnTo>
                <a:lnTo>
                  <a:pt x="689970" y="143744"/>
                </a:lnTo>
                <a:close/>
                <a:moveTo>
                  <a:pt x="0" y="143744"/>
                </a:moveTo>
                <a:lnTo>
                  <a:pt x="28749" y="143744"/>
                </a:lnTo>
                <a:lnTo>
                  <a:pt x="28749" y="172492"/>
                </a:lnTo>
                <a:lnTo>
                  <a:pt x="0" y="172492"/>
                </a:lnTo>
                <a:close/>
                <a:moveTo>
                  <a:pt x="172492" y="143744"/>
                </a:moveTo>
                <a:lnTo>
                  <a:pt x="201241" y="143744"/>
                </a:lnTo>
                <a:lnTo>
                  <a:pt x="201241" y="172492"/>
                </a:lnTo>
                <a:lnTo>
                  <a:pt x="172492" y="172492"/>
                </a:lnTo>
                <a:close/>
                <a:moveTo>
                  <a:pt x="229990" y="143744"/>
                </a:moveTo>
                <a:lnTo>
                  <a:pt x="316236" y="143744"/>
                </a:lnTo>
                <a:lnTo>
                  <a:pt x="316236" y="172492"/>
                </a:lnTo>
                <a:lnTo>
                  <a:pt x="229990" y="172492"/>
                </a:lnTo>
                <a:close/>
                <a:moveTo>
                  <a:pt x="431231" y="143744"/>
                </a:moveTo>
                <a:lnTo>
                  <a:pt x="459980" y="143744"/>
                </a:lnTo>
                <a:lnTo>
                  <a:pt x="459980" y="172492"/>
                </a:lnTo>
                <a:lnTo>
                  <a:pt x="431231" y="172492"/>
                </a:lnTo>
                <a:close/>
                <a:moveTo>
                  <a:pt x="517477" y="143744"/>
                </a:moveTo>
                <a:lnTo>
                  <a:pt x="546226" y="143744"/>
                </a:lnTo>
                <a:lnTo>
                  <a:pt x="546226" y="172492"/>
                </a:lnTo>
                <a:lnTo>
                  <a:pt x="517477" y="172492"/>
                </a:lnTo>
                <a:close/>
                <a:moveTo>
                  <a:pt x="689970" y="143744"/>
                </a:moveTo>
                <a:lnTo>
                  <a:pt x="718718" y="143744"/>
                </a:lnTo>
                <a:lnTo>
                  <a:pt x="718718" y="172492"/>
                </a:lnTo>
                <a:lnTo>
                  <a:pt x="689970" y="172492"/>
                </a:lnTo>
                <a:close/>
                <a:moveTo>
                  <a:pt x="0" y="172492"/>
                </a:moveTo>
                <a:lnTo>
                  <a:pt x="201241" y="172492"/>
                </a:lnTo>
                <a:lnTo>
                  <a:pt x="201241" y="201241"/>
                </a:lnTo>
                <a:lnTo>
                  <a:pt x="0" y="201241"/>
                </a:lnTo>
                <a:close/>
                <a:moveTo>
                  <a:pt x="229990" y="172492"/>
                </a:moveTo>
                <a:lnTo>
                  <a:pt x="258739" y="172492"/>
                </a:lnTo>
                <a:lnTo>
                  <a:pt x="258739" y="201241"/>
                </a:lnTo>
                <a:lnTo>
                  <a:pt x="229990" y="201241"/>
                </a:lnTo>
                <a:close/>
                <a:moveTo>
                  <a:pt x="287487" y="172492"/>
                </a:moveTo>
                <a:lnTo>
                  <a:pt x="316236" y="172492"/>
                </a:lnTo>
                <a:lnTo>
                  <a:pt x="316236" y="201241"/>
                </a:lnTo>
                <a:lnTo>
                  <a:pt x="287487" y="201241"/>
                </a:lnTo>
                <a:close/>
                <a:moveTo>
                  <a:pt x="344985" y="172492"/>
                </a:moveTo>
                <a:lnTo>
                  <a:pt x="373734" y="172492"/>
                </a:lnTo>
                <a:lnTo>
                  <a:pt x="373734" y="201241"/>
                </a:lnTo>
                <a:lnTo>
                  <a:pt x="344985" y="201241"/>
                </a:lnTo>
                <a:close/>
                <a:moveTo>
                  <a:pt x="402482" y="172492"/>
                </a:moveTo>
                <a:lnTo>
                  <a:pt x="431231" y="172492"/>
                </a:lnTo>
                <a:lnTo>
                  <a:pt x="431231" y="201241"/>
                </a:lnTo>
                <a:lnTo>
                  <a:pt x="402482" y="201241"/>
                </a:lnTo>
                <a:close/>
                <a:moveTo>
                  <a:pt x="459980" y="172492"/>
                </a:moveTo>
                <a:lnTo>
                  <a:pt x="488728" y="172492"/>
                </a:lnTo>
                <a:lnTo>
                  <a:pt x="488728" y="201241"/>
                </a:lnTo>
                <a:lnTo>
                  <a:pt x="459980" y="201241"/>
                </a:lnTo>
                <a:close/>
                <a:moveTo>
                  <a:pt x="517477" y="172492"/>
                </a:moveTo>
                <a:lnTo>
                  <a:pt x="718718" y="172492"/>
                </a:lnTo>
                <a:lnTo>
                  <a:pt x="718718" y="201241"/>
                </a:lnTo>
                <a:lnTo>
                  <a:pt x="517477" y="201241"/>
                </a:lnTo>
                <a:close/>
                <a:moveTo>
                  <a:pt x="229990" y="201241"/>
                </a:moveTo>
                <a:lnTo>
                  <a:pt x="287487" y="201241"/>
                </a:lnTo>
                <a:lnTo>
                  <a:pt x="287487" y="229990"/>
                </a:lnTo>
                <a:lnTo>
                  <a:pt x="229990" y="229990"/>
                </a:lnTo>
                <a:close/>
                <a:moveTo>
                  <a:pt x="402482" y="201241"/>
                </a:moveTo>
                <a:lnTo>
                  <a:pt x="431231" y="201241"/>
                </a:lnTo>
                <a:lnTo>
                  <a:pt x="431231" y="229990"/>
                </a:lnTo>
                <a:lnTo>
                  <a:pt x="402482" y="229990"/>
                </a:lnTo>
                <a:close/>
                <a:moveTo>
                  <a:pt x="0" y="229990"/>
                </a:moveTo>
                <a:lnTo>
                  <a:pt x="28749" y="229990"/>
                </a:lnTo>
                <a:lnTo>
                  <a:pt x="28749" y="258739"/>
                </a:lnTo>
                <a:lnTo>
                  <a:pt x="0" y="258739"/>
                </a:lnTo>
                <a:close/>
                <a:moveTo>
                  <a:pt x="57497" y="229990"/>
                </a:moveTo>
                <a:lnTo>
                  <a:pt x="201241" y="229990"/>
                </a:lnTo>
                <a:lnTo>
                  <a:pt x="201241" y="258739"/>
                </a:lnTo>
                <a:lnTo>
                  <a:pt x="57497" y="258739"/>
                </a:lnTo>
                <a:close/>
                <a:moveTo>
                  <a:pt x="431231" y="229990"/>
                </a:moveTo>
                <a:lnTo>
                  <a:pt x="488728" y="229990"/>
                </a:lnTo>
                <a:lnTo>
                  <a:pt x="488728" y="258739"/>
                </a:lnTo>
                <a:lnTo>
                  <a:pt x="431231" y="258739"/>
                </a:lnTo>
                <a:close/>
                <a:moveTo>
                  <a:pt x="517477" y="229990"/>
                </a:moveTo>
                <a:lnTo>
                  <a:pt x="661221" y="229990"/>
                </a:lnTo>
                <a:lnTo>
                  <a:pt x="661221" y="258739"/>
                </a:lnTo>
                <a:lnTo>
                  <a:pt x="517477" y="258739"/>
                </a:lnTo>
                <a:close/>
                <a:moveTo>
                  <a:pt x="0" y="258739"/>
                </a:moveTo>
                <a:lnTo>
                  <a:pt x="28749" y="258739"/>
                </a:lnTo>
                <a:lnTo>
                  <a:pt x="28749" y="287487"/>
                </a:lnTo>
                <a:lnTo>
                  <a:pt x="0" y="287487"/>
                </a:lnTo>
                <a:close/>
                <a:moveTo>
                  <a:pt x="57497" y="258739"/>
                </a:moveTo>
                <a:lnTo>
                  <a:pt x="172492" y="258739"/>
                </a:lnTo>
                <a:lnTo>
                  <a:pt x="172492" y="287487"/>
                </a:lnTo>
                <a:lnTo>
                  <a:pt x="57497" y="287487"/>
                </a:lnTo>
                <a:close/>
                <a:moveTo>
                  <a:pt x="201241" y="258739"/>
                </a:moveTo>
                <a:lnTo>
                  <a:pt x="229990" y="258739"/>
                </a:lnTo>
                <a:lnTo>
                  <a:pt x="229990" y="287487"/>
                </a:lnTo>
                <a:lnTo>
                  <a:pt x="201241" y="287487"/>
                </a:lnTo>
                <a:close/>
                <a:moveTo>
                  <a:pt x="287487" y="258739"/>
                </a:moveTo>
                <a:lnTo>
                  <a:pt x="344985" y="258739"/>
                </a:lnTo>
                <a:lnTo>
                  <a:pt x="344985" y="287487"/>
                </a:lnTo>
                <a:lnTo>
                  <a:pt x="287487" y="287487"/>
                </a:lnTo>
                <a:close/>
                <a:moveTo>
                  <a:pt x="373734" y="258739"/>
                </a:moveTo>
                <a:lnTo>
                  <a:pt x="431231" y="258739"/>
                </a:lnTo>
                <a:lnTo>
                  <a:pt x="431231" y="287487"/>
                </a:lnTo>
                <a:lnTo>
                  <a:pt x="373734" y="287487"/>
                </a:lnTo>
                <a:close/>
                <a:moveTo>
                  <a:pt x="488728" y="258739"/>
                </a:moveTo>
                <a:lnTo>
                  <a:pt x="574975" y="258739"/>
                </a:lnTo>
                <a:lnTo>
                  <a:pt x="574975" y="287487"/>
                </a:lnTo>
                <a:lnTo>
                  <a:pt x="488728" y="287487"/>
                </a:lnTo>
                <a:close/>
                <a:moveTo>
                  <a:pt x="603723" y="258739"/>
                </a:moveTo>
                <a:lnTo>
                  <a:pt x="661221" y="258739"/>
                </a:lnTo>
                <a:lnTo>
                  <a:pt x="661221" y="287487"/>
                </a:lnTo>
                <a:lnTo>
                  <a:pt x="603723" y="287487"/>
                </a:lnTo>
                <a:close/>
                <a:moveTo>
                  <a:pt x="689970" y="258739"/>
                </a:moveTo>
                <a:lnTo>
                  <a:pt x="718718" y="258739"/>
                </a:lnTo>
                <a:lnTo>
                  <a:pt x="718718" y="287487"/>
                </a:lnTo>
                <a:lnTo>
                  <a:pt x="689970" y="287487"/>
                </a:lnTo>
                <a:close/>
                <a:moveTo>
                  <a:pt x="28749" y="287487"/>
                </a:moveTo>
                <a:lnTo>
                  <a:pt x="86246" y="287487"/>
                </a:lnTo>
                <a:lnTo>
                  <a:pt x="86246" y="316236"/>
                </a:lnTo>
                <a:lnTo>
                  <a:pt x="28749" y="316236"/>
                </a:lnTo>
                <a:close/>
                <a:moveTo>
                  <a:pt x="172492" y="287487"/>
                </a:moveTo>
                <a:lnTo>
                  <a:pt x="201241" y="287487"/>
                </a:lnTo>
                <a:lnTo>
                  <a:pt x="201241" y="316236"/>
                </a:lnTo>
                <a:lnTo>
                  <a:pt x="172492" y="316236"/>
                </a:lnTo>
                <a:close/>
                <a:moveTo>
                  <a:pt x="316236" y="287487"/>
                </a:moveTo>
                <a:lnTo>
                  <a:pt x="459980" y="287487"/>
                </a:lnTo>
                <a:lnTo>
                  <a:pt x="459980" y="316236"/>
                </a:lnTo>
                <a:lnTo>
                  <a:pt x="316236" y="316236"/>
                </a:lnTo>
                <a:close/>
                <a:moveTo>
                  <a:pt x="488728" y="287487"/>
                </a:moveTo>
                <a:lnTo>
                  <a:pt x="574975" y="287487"/>
                </a:lnTo>
                <a:lnTo>
                  <a:pt x="574975" y="316236"/>
                </a:lnTo>
                <a:lnTo>
                  <a:pt x="488728" y="316236"/>
                </a:lnTo>
                <a:close/>
                <a:moveTo>
                  <a:pt x="661221" y="287487"/>
                </a:moveTo>
                <a:lnTo>
                  <a:pt x="718718" y="287487"/>
                </a:lnTo>
                <a:lnTo>
                  <a:pt x="718718" y="316236"/>
                </a:lnTo>
                <a:lnTo>
                  <a:pt x="661221" y="316236"/>
                </a:lnTo>
                <a:close/>
                <a:moveTo>
                  <a:pt x="0" y="316236"/>
                </a:moveTo>
                <a:lnTo>
                  <a:pt x="86246" y="316236"/>
                </a:lnTo>
                <a:lnTo>
                  <a:pt x="86246" y="344985"/>
                </a:lnTo>
                <a:lnTo>
                  <a:pt x="0" y="344985"/>
                </a:lnTo>
                <a:close/>
                <a:moveTo>
                  <a:pt x="143744" y="316236"/>
                </a:moveTo>
                <a:lnTo>
                  <a:pt x="172492" y="316236"/>
                </a:lnTo>
                <a:lnTo>
                  <a:pt x="172492" y="344985"/>
                </a:lnTo>
                <a:lnTo>
                  <a:pt x="143744" y="344985"/>
                </a:lnTo>
                <a:close/>
                <a:moveTo>
                  <a:pt x="258739" y="316236"/>
                </a:moveTo>
                <a:lnTo>
                  <a:pt x="402482" y="316236"/>
                </a:lnTo>
                <a:lnTo>
                  <a:pt x="402482" y="344985"/>
                </a:lnTo>
                <a:lnTo>
                  <a:pt x="258739" y="344985"/>
                </a:lnTo>
                <a:close/>
                <a:moveTo>
                  <a:pt x="488728" y="316236"/>
                </a:moveTo>
                <a:lnTo>
                  <a:pt x="517477" y="316236"/>
                </a:lnTo>
                <a:lnTo>
                  <a:pt x="517477" y="344985"/>
                </a:lnTo>
                <a:lnTo>
                  <a:pt x="488728" y="344985"/>
                </a:lnTo>
                <a:close/>
                <a:moveTo>
                  <a:pt x="546226" y="316236"/>
                </a:moveTo>
                <a:lnTo>
                  <a:pt x="574975" y="316236"/>
                </a:lnTo>
                <a:lnTo>
                  <a:pt x="574975" y="344985"/>
                </a:lnTo>
                <a:lnTo>
                  <a:pt x="546226" y="344985"/>
                </a:lnTo>
                <a:close/>
                <a:moveTo>
                  <a:pt x="661221" y="316236"/>
                </a:moveTo>
                <a:lnTo>
                  <a:pt x="718718" y="316236"/>
                </a:lnTo>
                <a:lnTo>
                  <a:pt x="718718" y="344985"/>
                </a:lnTo>
                <a:lnTo>
                  <a:pt x="661221" y="344985"/>
                </a:lnTo>
                <a:close/>
                <a:moveTo>
                  <a:pt x="57497" y="344985"/>
                </a:moveTo>
                <a:lnTo>
                  <a:pt x="201241" y="344985"/>
                </a:lnTo>
                <a:lnTo>
                  <a:pt x="201241" y="373734"/>
                </a:lnTo>
                <a:lnTo>
                  <a:pt x="57497" y="373734"/>
                </a:lnTo>
                <a:close/>
                <a:moveTo>
                  <a:pt x="258739" y="344985"/>
                </a:moveTo>
                <a:lnTo>
                  <a:pt x="316236" y="344985"/>
                </a:lnTo>
                <a:lnTo>
                  <a:pt x="316236" y="373734"/>
                </a:lnTo>
                <a:lnTo>
                  <a:pt x="258739" y="373734"/>
                </a:lnTo>
                <a:close/>
                <a:moveTo>
                  <a:pt x="344985" y="344985"/>
                </a:moveTo>
                <a:lnTo>
                  <a:pt x="373734" y="344985"/>
                </a:lnTo>
                <a:lnTo>
                  <a:pt x="373734" y="373734"/>
                </a:lnTo>
                <a:lnTo>
                  <a:pt x="344985" y="373734"/>
                </a:lnTo>
                <a:close/>
                <a:moveTo>
                  <a:pt x="402482" y="344985"/>
                </a:moveTo>
                <a:lnTo>
                  <a:pt x="546226" y="344985"/>
                </a:lnTo>
                <a:lnTo>
                  <a:pt x="546226" y="373734"/>
                </a:lnTo>
                <a:lnTo>
                  <a:pt x="402482" y="373734"/>
                </a:lnTo>
                <a:close/>
                <a:moveTo>
                  <a:pt x="661221" y="344985"/>
                </a:moveTo>
                <a:lnTo>
                  <a:pt x="689970" y="344985"/>
                </a:lnTo>
                <a:lnTo>
                  <a:pt x="689970" y="373734"/>
                </a:lnTo>
                <a:lnTo>
                  <a:pt x="661221" y="373734"/>
                </a:lnTo>
                <a:close/>
                <a:moveTo>
                  <a:pt x="0" y="373734"/>
                </a:moveTo>
                <a:lnTo>
                  <a:pt x="57497" y="373734"/>
                </a:lnTo>
                <a:lnTo>
                  <a:pt x="57497" y="402482"/>
                </a:lnTo>
                <a:lnTo>
                  <a:pt x="0" y="402482"/>
                </a:lnTo>
                <a:close/>
                <a:moveTo>
                  <a:pt x="114995" y="373734"/>
                </a:moveTo>
                <a:lnTo>
                  <a:pt x="172492" y="373734"/>
                </a:lnTo>
                <a:lnTo>
                  <a:pt x="172492" y="402482"/>
                </a:lnTo>
                <a:lnTo>
                  <a:pt x="114995" y="402482"/>
                </a:lnTo>
                <a:close/>
                <a:moveTo>
                  <a:pt x="229990" y="373734"/>
                </a:moveTo>
                <a:lnTo>
                  <a:pt x="258739" y="373734"/>
                </a:lnTo>
                <a:lnTo>
                  <a:pt x="258739" y="402482"/>
                </a:lnTo>
                <a:lnTo>
                  <a:pt x="229990" y="402482"/>
                </a:lnTo>
                <a:close/>
                <a:moveTo>
                  <a:pt x="287487" y="373734"/>
                </a:moveTo>
                <a:lnTo>
                  <a:pt x="316236" y="373734"/>
                </a:lnTo>
                <a:lnTo>
                  <a:pt x="316236" y="402482"/>
                </a:lnTo>
                <a:lnTo>
                  <a:pt x="287487" y="402482"/>
                </a:lnTo>
                <a:close/>
                <a:moveTo>
                  <a:pt x="517477" y="373734"/>
                </a:moveTo>
                <a:lnTo>
                  <a:pt x="574975" y="373734"/>
                </a:lnTo>
                <a:lnTo>
                  <a:pt x="574975" y="402482"/>
                </a:lnTo>
                <a:lnTo>
                  <a:pt x="517477" y="402482"/>
                </a:lnTo>
                <a:close/>
                <a:moveTo>
                  <a:pt x="603723" y="373734"/>
                </a:moveTo>
                <a:lnTo>
                  <a:pt x="661221" y="373734"/>
                </a:lnTo>
                <a:lnTo>
                  <a:pt x="661221" y="402482"/>
                </a:lnTo>
                <a:lnTo>
                  <a:pt x="603723" y="402482"/>
                </a:lnTo>
                <a:close/>
                <a:moveTo>
                  <a:pt x="689970" y="373734"/>
                </a:moveTo>
                <a:lnTo>
                  <a:pt x="718718" y="373734"/>
                </a:lnTo>
                <a:lnTo>
                  <a:pt x="718718" y="402482"/>
                </a:lnTo>
                <a:lnTo>
                  <a:pt x="689970" y="402482"/>
                </a:lnTo>
                <a:close/>
                <a:moveTo>
                  <a:pt x="0" y="402482"/>
                </a:moveTo>
                <a:lnTo>
                  <a:pt x="28749" y="402482"/>
                </a:lnTo>
                <a:lnTo>
                  <a:pt x="28749" y="431231"/>
                </a:lnTo>
                <a:lnTo>
                  <a:pt x="0" y="431231"/>
                </a:lnTo>
                <a:close/>
                <a:moveTo>
                  <a:pt x="86246" y="402482"/>
                </a:moveTo>
                <a:lnTo>
                  <a:pt x="143744" y="402482"/>
                </a:lnTo>
                <a:lnTo>
                  <a:pt x="143744" y="431231"/>
                </a:lnTo>
                <a:lnTo>
                  <a:pt x="86246" y="431231"/>
                </a:lnTo>
                <a:close/>
                <a:moveTo>
                  <a:pt x="172492" y="402482"/>
                </a:moveTo>
                <a:lnTo>
                  <a:pt x="229990" y="402482"/>
                </a:lnTo>
                <a:lnTo>
                  <a:pt x="229990" y="431231"/>
                </a:lnTo>
                <a:lnTo>
                  <a:pt x="172492" y="431231"/>
                </a:lnTo>
                <a:close/>
                <a:moveTo>
                  <a:pt x="258739" y="402482"/>
                </a:moveTo>
                <a:lnTo>
                  <a:pt x="373734" y="402482"/>
                </a:lnTo>
                <a:lnTo>
                  <a:pt x="373734" y="431231"/>
                </a:lnTo>
                <a:lnTo>
                  <a:pt x="258739" y="431231"/>
                </a:lnTo>
                <a:close/>
                <a:moveTo>
                  <a:pt x="431231" y="402482"/>
                </a:moveTo>
                <a:lnTo>
                  <a:pt x="459980" y="402482"/>
                </a:lnTo>
                <a:lnTo>
                  <a:pt x="459980" y="431231"/>
                </a:lnTo>
                <a:lnTo>
                  <a:pt x="431231" y="431231"/>
                </a:lnTo>
                <a:close/>
                <a:moveTo>
                  <a:pt x="488728" y="402482"/>
                </a:moveTo>
                <a:lnTo>
                  <a:pt x="517477" y="402482"/>
                </a:lnTo>
                <a:lnTo>
                  <a:pt x="517477" y="431231"/>
                </a:lnTo>
                <a:lnTo>
                  <a:pt x="488728" y="431231"/>
                </a:lnTo>
                <a:close/>
                <a:moveTo>
                  <a:pt x="546226" y="402482"/>
                </a:moveTo>
                <a:lnTo>
                  <a:pt x="574975" y="402482"/>
                </a:lnTo>
                <a:lnTo>
                  <a:pt x="574975" y="431231"/>
                </a:lnTo>
                <a:lnTo>
                  <a:pt x="546226" y="431231"/>
                </a:lnTo>
                <a:close/>
                <a:moveTo>
                  <a:pt x="603723" y="402482"/>
                </a:moveTo>
                <a:lnTo>
                  <a:pt x="632472" y="402482"/>
                </a:lnTo>
                <a:lnTo>
                  <a:pt x="632472" y="431231"/>
                </a:lnTo>
                <a:lnTo>
                  <a:pt x="603723" y="431231"/>
                </a:lnTo>
                <a:close/>
                <a:moveTo>
                  <a:pt x="661221" y="402482"/>
                </a:moveTo>
                <a:lnTo>
                  <a:pt x="718718" y="402482"/>
                </a:lnTo>
                <a:lnTo>
                  <a:pt x="718718" y="431231"/>
                </a:lnTo>
                <a:lnTo>
                  <a:pt x="661221" y="431231"/>
                </a:lnTo>
                <a:close/>
                <a:moveTo>
                  <a:pt x="0" y="431231"/>
                </a:moveTo>
                <a:lnTo>
                  <a:pt x="28749" y="431231"/>
                </a:lnTo>
                <a:lnTo>
                  <a:pt x="28749" y="459980"/>
                </a:lnTo>
                <a:lnTo>
                  <a:pt x="0" y="459980"/>
                </a:lnTo>
                <a:close/>
                <a:moveTo>
                  <a:pt x="57497" y="431231"/>
                </a:moveTo>
                <a:lnTo>
                  <a:pt x="114995" y="431231"/>
                </a:lnTo>
                <a:lnTo>
                  <a:pt x="114995" y="459980"/>
                </a:lnTo>
                <a:lnTo>
                  <a:pt x="57497" y="459980"/>
                </a:lnTo>
                <a:close/>
                <a:moveTo>
                  <a:pt x="229990" y="431231"/>
                </a:moveTo>
                <a:lnTo>
                  <a:pt x="344985" y="431231"/>
                </a:lnTo>
                <a:lnTo>
                  <a:pt x="344985" y="459980"/>
                </a:lnTo>
                <a:lnTo>
                  <a:pt x="229990" y="459980"/>
                </a:lnTo>
                <a:close/>
                <a:moveTo>
                  <a:pt x="402482" y="431231"/>
                </a:moveTo>
                <a:lnTo>
                  <a:pt x="459980" y="431231"/>
                </a:lnTo>
                <a:lnTo>
                  <a:pt x="459980" y="459980"/>
                </a:lnTo>
                <a:lnTo>
                  <a:pt x="402482" y="459980"/>
                </a:lnTo>
                <a:close/>
                <a:moveTo>
                  <a:pt x="488728" y="431231"/>
                </a:moveTo>
                <a:lnTo>
                  <a:pt x="517477" y="431231"/>
                </a:lnTo>
                <a:lnTo>
                  <a:pt x="517477" y="459980"/>
                </a:lnTo>
                <a:lnTo>
                  <a:pt x="488728" y="459980"/>
                </a:lnTo>
                <a:close/>
                <a:moveTo>
                  <a:pt x="0" y="459980"/>
                </a:moveTo>
                <a:lnTo>
                  <a:pt x="28749" y="459980"/>
                </a:lnTo>
                <a:lnTo>
                  <a:pt x="28749" y="488728"/>
                </a:lnTo>
                <a:lnTo>
                  <a:pt x="0" y="488728"/>
                </a:lnTo>
                <a:close/>
                <a:moveTo>
                  <a:pt x="114995" y="459980"/>
                </a:moveTo>
                <a:lnTo>
                  <a:pt x="143744" y="459980"/>
                </a:lnTo>
                <a:lnTo>
                  <a:pt x="143744" y="488728"/>
                </a:lnTo>
                <a:lnTo>
                  <a:pt x="114995" y="488728"/>
                </a:lnTo>
                <a:close/>
                <a:moveTo>
                  <a:pt x="172492" y="459980"/>
                </a:moveTo>
                <a:lnTo>
                  <a:pt x="201241" y="459980"/>
                </a:lnTo>
                <a:lnTo>
                  <a:pt x="201241" y="488728"/>
                </a:lnTo>
                <a:lnTo>
                  <a:pt x="172492" y="488728"/>
                </a:lnTo>
                <a:close/>
                <a:moveTo>
                  <a:pt x="229990" y="459980"/>
                </a:moveTo>
                <a:lnTo>
                  <a:pt x="344985" y="459980"/>
                </a:lnTo>
                <a:lnTo>
                  <a:pt x="344985" y="488728"/>
                </a:lnTo>
                <a:lnTo>
                  <a:pt x="229990" y="488728"/>
                </a:lnTo>
                <a:close/>
                <a:moveTo>
                  <a:pt x="431231" y="459980"/>
                </a:moveTo>
                <a:lnTo>
                  <a:pt x="603723" y="459980"/>
                </a:lnTo>
                <a:lnTo>
                  <a:pt x="603723" y="488728"/>
                </a:lnTo>
                <a:lnTo>
                  <a:pt x="431231" y="488728"/>
                </a:lnTo>
                <a:close/>
                <a:moveTo>
                  <a:pt x="661221" y="459980"/>
                </a:moveTo>
                <a:lnTo>
                  <a:pt x="689970" y="459980"/>
                </a:lnTo>
                <a:lnTo>
                  <a:pt x="689970" y="488728"/>
                </a:lnTo>
                <a:lnTo>
                  <a:pt x="661221" y="488728"/>
                </a:lnTo>
                <a:close/>
                <a:moveTo>
                  <a:pt x="229990" y="488728"/>
                </a:moveTo>
                <a:lnTo>
                  <a:pt x="258739" y="488728"/>
                </a:lnTo>
                <a:lnTo>
                  <a:pt x="258739" y="517477"/>
                </a:lnTo>
                <a:lnTo>
                  <a:pt x="229990" y="517477"/>
                </a:lnTo>
                <a:close/>
                <a:moveTo>
                  <a:pt x="287487" y="488728"/>
                </a:moveTo>
                <a:lnTo>
                  <a:pt x="316236" y="488728"/>
                </a:lnTo>
                <a:lnTo>
                  <a:pt x="316236" y="517477"/>
                </a:lnTo>
                <a:lnTo>
                  <a:pt x="287487" y="517477"/>
                </a:lnTo>
                <a:close/>
                <a:moveTo>
                  <a:pt x="344985" y="488728"/>
                </a:moveTo>
                <a:lnTo>
                  <a:pt x="431231" y="488728"/>
                </a:lnTo>
                <a:lnTo>
                  <a:pt x="431231" y="517477"/>
                </a:lnTo>
                <a:lnTo>
                  <a:pt x="344985" y="517477"/>
                </a:lnTo>
                <a:close/>
                <a:moveTo>
                  <a:pt x="459980" y="488728"/>
                </a:moveTo>
                <a:lnTo>
                  <a:pt x="488728" y="488728"/>
                </a:lnTo>
                <a:lnTo>
                  <a:pt x="488728" y="517477"/>
                </a:lnTo>
                <a:lnTo>
                  <a:pt x="459980" y="517477"/>
                </a:lnTo>
                <a:close/>
                <a:moveTo>
                  <a:pt x="574975" y="488728"/>
                </a:moveTo>
                <a:lnTo>
                  <a:pt x="661221" y="488728"/>
                </a:lnTo>
                <a:lnTo>
                  <a:pt x="661221" y="517477"/>
                </a:lnTo>
                <a:lnTo>
                  <a:pt x="574975" y="517477"/>
                </a:lnTo>
                <a:close/>
                <a:moveTo>
                  <a:pt x="689970" y="488728"/>
                </a:moveTo>
                <a:lnTo>
                  <a:pt x="718718" y="488728"/>
                </a:lnTo>
                <a:lnTo>
                  <a:pt x="718718" y="517477"/>
                </a:lnTo>
                <a:lnTo>
                  <a:pt x="689970" y="517477"/>
                </a:lnTo>
                <a:close/>
                <a:moveTo>
                  <a:pt x="0" y="517477"/>
                </a:moveTo>
                <a:lnTo>
                  <a:pt x="201241" y="517477"/>
                </a:lnTo>
                <a:lnTo>
                  <a:pt x="201241" y="546226"/>
                </a:lnTo>
                <a:lnTo>
                  <a:pt x="0" y="546226"/>
                </a:lnTo>
                <a:close/>
                <a:moveTo>
                  <a:pt x="373734" y="517477"/>
                </a:moveTo>
                <a:lnTo>
                  <a:pt x="431231" y="517477"/>
                </a:lnTo>
                <a:lnTo>
                  <a:pt x="431231" y="546226"/>
                </a:lnTo>
                <a:lnTo>
                  <a:pt x="373734" y="546226"/>
                </a:lnTo>
                <a:close/>
                <a:moveTo>
                  <a:pt x="459980" y="517477"/>
                </a:moveTo>
                <a:lnTo>
                  <a:pt x="488728" y="517477"/>
                </a:lnTo>
                <a:lnTo>
                  <a:pt x="488728" y="546226"/>
                </a:lnTo>
                <a:lnTo>
                  <a:pt x="459980" y="546226"/>
                </a:lnTo>
                <a:close/>
                <a:moveTo>
                  <a:pt x="517477" y="517477"/>
                </a:moveTo>
                <a:lnTo>
                  <a:pt x="546226" y="517477"/>
                </a:lnTo>
                <a:lnTo>
                  <a:pt x="546226" y="546226"/>
                </a:lnTo>
                <a:lnTo>
                  <a:pt x="517477" y="546226"/>
                </a:lnTo>
                <a:close/>
                <a:moveTo>
                  <a:pt x="574975" y="517477"/>
                </a:moveTo>
                <a:lnTo>
                  <a:pt x="632472" y="517477"/>
                </a:lnTo>
                <a:lnTo>
                  <a:pt x="632472" y="546226"/>
                </a:lnTo>
                <a:lnTo>
                  <a:pt x="574975" y="546226"/>
                </a:lnTo>
                <a:close/>
                <a:moveTo>
                  <a:pt x="661221" y="517477"/>
                </a:moveTo>
                <a:lnTo>
                  <a:pt x="718718" y="517477"/>
                </a:lnTo>
                <a:lnTo>
                  <a:pt x="718718" y="546226"/>
                </a:lnTo>
                <a:lnTo>
                  <a:pt x="661221" y="546226"/>
                </a:lnTo>
                <a:close/>
                <a:moveTo>
                  <a:pt x="0" y="546226"/>
                </a:moveTo>
                <a:lnTo>
                  <a:pt x="28749" y="546226"/>
                </a:lnTo>
                <a:lnTo>
                  <a:pt x="28749" y="574975"/>
                </a:lnTo>
                <a:lnTo>
                  <a:pt x="0" y="574975"/>
                </a:lnTo>
                <a:close/>
                <a:moveTo>
                  <a:pt x="172492" y="546226"/>
                </a:moveTo>
                <a:lnTo>
                  <a:pt x="201241" y="546226"/>
                </a:lnTo>
                <a:lnTo>
                  <a:pt x="201241" y="574975"/>
                </a:lnTo>
                <a:lnTo>
                  <a:pt x="172492" y="574975"/>
                </a:lnTo>
                <a:close/>
                <a:moveTo>
                  <a:pt x="229990" y="546226"/>
                </a:moveTo>
                <a:lnTo>
                  <a:pt x="287487" y="546226"/>
                </a:lnTo>
                <a:lnTo>
                  <a:pt x="287487" y="574975"/>
                </a:lnTo>
                <a:lnTo>
                  <a:pt x="229990" y="574975"/>
                </a:lnTo>
                <a:close/>
                <a:moveTo>
                  <a:pt x="344985" y="546226"/>
                </a:moveTo>
                <a:lnTo>
                  <a:pt x="402482" y="546226"/>
                </a:lnTo>
                <a:lnTo>
                  <a:pt x="402482" y="574975"/>
                </a:lnTo>
                <a:lnTo>
                  <a:pt x="344985" y="574975"/>
                </a:lnTo>
                <a:close/>
                <a:moveTo>
                  <a:pt x="431231" y="546226"/>
                </a:moveTo>
                <a:lnTo>
                  <a:pt x="488728" y="546226"/>
                </a:lnTo>
                <a:lnTo>
                  <a:pt x="488728" y="574975"/>
                </a:lnTo>
                <a:lnTo>
                  <a:pt x="431231" y="574975"/>
                </a:lnTo>
                <a:close/>
                <a:moveTo>
                  <a:pt x="574975" y="546226"/>
                </a:moveTo>
                <a:lnTo>
                  <a:pt x="632472" y="546226"/>
                </a:lnTo>
                <a:lnTo>
                  <a:pt x="632472" y="574975"/>
                </a:lnTo>
                <a:lnTo>
                  <a:pt x="574975" y="574975"/>
                </a:lnTo>
                <a:close/>
                <a:moveTo>
                  <a:pt x="661221" y="546226"/>
                </a:moveTo>
                <a:lnTo>
                  <a:pt x="718718" y="546226"/>
                </a:lnTo>
                <a:lnTo>
                  <a:pt x="718718" y="574975"/>
                </a:lnTo>
                <a:lnTo>
                  <a:pt x="661221" y="574975"/>
                </a:lnTo>
                <a:close/>
                <a:moveTo>
                  <a:pt x="0" y="574975"/>
                </a:moveTo>
                <a:lnTo>
                  <a:pt x="28749" y="574975"/>
                </a:lnTo>
                <a:lnTo>
                  <a:pt x="28749" y="603723"/>
                </a:lnTo>
                <a:lnTo>
                  <a:pt x="0" y="603723"/>
                </a:lnTo>
                <a:close/>
                <a:moveTo>
                  <a:pt x="57497" y="574975"/>
                </a:moveTo>
                <a:lnTo>
                  <a:pt x="143744" y="574975"/>
                </a:lnTo>
                <a:lnTo>
                  <a:pt x="143744" y="603723"/>
                </a:lnTo>
                <a:lnTo>
                  <a:pt x="57497" y="603723"/>
                </a:lnTo>
                <a:close/>
                <a:moveTo>
                  <a:pt x="172492" y="574975"/>
                </a:moveTo>
                <a:lnTo>
                  <a:pt x="201241" y="574975"/>
                </a:lnTo>
                <a:lnTo>
                  <a:pt x="201241" y="603723"/>
                </a:lnTo>
                <a:lnTo>
                  <a:pt x="172492" y="603723"/>
                </a:lnTo>
                <a:close/>
                <a:moveTo>
                  <a:pt x="229990" y="574975"/>
                </a:moveTo>
                <a:lnTo>
                  <a:pt x="316236" y="574975"/>
                </a:lnTo>
                <a:lnTo>
                  <a:pt x="316236" y="603723"/>
                </a:lnTo>
                <a:lnTo>
                  <a:pt x="229990" y="603723"/>
                </a:lnTo>
                <a:close/>
                <a:moveTo>
                  <a:pt x="344985" y="574975"/>
                </a:moveTo>
                <a:lnTo>
                  <a:pt x="373734" y="574975"/>
                </a:lnTo>
                <a:lnTo>
                  <a:pt x="373734" y="603723"/>
                </a:lnTo>
                <a:lnTo>
                  <a:pt x="344985" y="603723"/>
                </a:lnTo>
                <a:close/>
                <a:moveTo>
                  <a:pt x="402482" y="574975"/>
                </a:moveTo>
                <a:lnTo>
                  <a:pt x="661221" y="574975"/>
                </a:lnTo>
                <a:lnTo>
                  <a:pt x="661221" y="603723"/>
                </a:lnTo>
                <a:lnTo>
                  <a:pt x="402482" y="603723"/>
                </a:lnTo>
                <a:close/>
                <a:moveTo>
                  <a:pt x="689970" y="574975"/>
                </a:moveTo>
                <a:lnTo>
                  <a:pt x="718718" y="574975"/>
                </a:lnTo>
                <a:lnTo>
                  <a:pt x="718718" y="603723"/>
                </a:lnTo>
                <a:lnTo>
                  <a:pt x="689970" y="603723"/>
                </a:lnTo>
                <a:close/>
                <a:moveTo>
                  <a:pt x="0" y="603723"/>
                </a:moveTo>
                <a:lnTo>
                  <a:pt x="28749" y="603723"/>
                </a:lnTo>
                <a:lnTo>
                  <a:pt x="28749" y="632472"/>
                </a:lnTo>
                <a:lnTo>
                  <a:pt x="0" y="632472"/>
                </a:lnTo>
                <a:close/>
                <a:moveTo>
                  <a:pt x="57497" y="603723"/>
                </a:moveTo>
                <a:lnTo>
                  <a:pt x="143744" y="603723"/>
                </a:lnTo>
                <a:lnTo>
                  <a:pt x="143744" y="632472"/>
                </a:lnTo>
                <a:lnTo>
                  <a:pt x="57497" y="632472"/>
                </a:lnTo>
                <a:close/>
                <a:moveTo>
                  <a:pt x="172492" y="603723"/>
                </a:moveTo>
                <a:lnTo>
                  <a:pt x="201241" y="603723"/>
                </a:lnTo>
                <a:lnTo>
                  <a:pt x="201241" y="632472"/>
                </a:lnTo>
                <a:lnTo>
                  <a:pt x="172492" y="632472"/>
                </a:lnTo>
                <a:close/>
                <a:moveTo>
                  <a:pt x="229990" y="603723"/>
                </a:moveTo>
                <a:lnTo>
                  <a:pt x="287487" y="603723"/>
                </a:lnTo>
                <a:lnTo>
                  <a:pt x="287487" y="632472"/>
                </a:lnTo>
                <a:lnTo>
                  <a:pt x="229990" y="632472"/>
                </a:lnTo>
                <a:close/>
                <a:moveTo>
                  <a:pt x="431231" y="603723"/>
                </a:moveTo>
                <a:lnTo>
                  <a:pt x="459980" y="603723"/>
                </a:lnTo>
                <a:lnTo>
                  <a:pt x="459980" y="632472"/>
                </a:lnTo>
                <a:lnTo>
                  <a:pt x="431231" y="632472"/>
                </a:lnTo>
                <a:close/>
                <a:moveTo>
                  <a:pt x="488728" y="603723"/>
                </a:moveTo>
                <a:lnTo>
                  <a:pt x="546226" y="603723"/>
                </a:lnTo>
                <a:lnTo>
                  <a:pt x="546226" y="632472"/>
                </a:lnTo>
                <a:lnTo>
                  <a:pt x="488728" y="632472"/>
                </a:lnTo>
                <a:close/>
                <a:moveTo>
                  <a:pt x="603723" y="603723"/>
                </a:moveTo>
                <a:lnTo>
                  <a:pt x="632472" y="603723"/>
                </a:lnTo>
                <a:lnTo>
                  <a:pt x="632472" y="632472"/>
                </a:lnTo>
                <a:lnTo>
                  <a:pt x="603723" y="632472"/>
                </a:lnTo>
                <a:close/>
                <a:moveTo>
                  <a:pt x="661221" y="603723"/>
                </a:moveTo>
                <a:lnTo>
                  <a:pt x="718718" y="603723"/>
                </a:lnTo>
                <a:lnTo>
                  <a:pt x="718718" y="632472"/>
                </a:lnTo>
                <a:lnTo>
                  <a:pt x="661221" y="632472"/>
                </a:lnTo>
                <a:close/>
                <a:moveTo>
                  <a:pt x="0" y="632472"/>
                </a:moveTo>
                <a:lnTo>
                  <a:pt x="28749" y="632472"/>
                </a:lnTo>
                <a:lnTo>
                  <a:pt x="28749" y="661221"/>
                </a:lnTo>
                <a:lnTo>
                  <a:pt x="0" y="661221"/>
                </a:lnTo>
                <a:close/>
                <a:moveTo>
                  <a:pt x="57497" y="632472"/>
                </a:moveTo>
                <a:lnTo>
                  <a:pt x="143744" y="632472"/>
                </a:lnTo>
                <a:lnTo>
                  <a:pt x="143744" y="661221"/>
                </a:lnTo>
                <a:lnTo>
                  <a:pt x="57497" y="661221"/>
                </a:lnTo>
                <a:close/>
                <a:moveTo>
                  <a:pt x="172492" y="632472"/>
                </a:moveTo>
                <a:lnTo>
                  <a:pt x="201241" y="632472"/>
                </a:lnTo>
                <a:lnTo>
                  <a:pt x="201241" y="661221"/>
                </a:lnTo>
                <a:lnTo>
                  <a:pt x="172492" y="661221"/>
                </a:lnTo>
                <a:close/>
                <a:moveTo>
                  <a:pt x="229990" y="632472"/>
                </a:moveTo>
                <a:lnTo>
                  <a:pt x="373734" y="632472"/>
                </a:lnTo>
                <a:lnTo>
                  <a:pt x="373734" y="661221"/>
                </a:lnTo>
                <a:lnTo>
                  <a:pt x="229990" y="661221"/>
                </a:lnTo>
                <a:close/>
                <a:moveTo>
                  <a:pt x="431231" y="632472"/>
                </a:moveTo>
                <a:lnTo>
                  <a:pt x="459980" y="632472"/>
                </a:lnTo>
                <a:lnTo>
                  <a:pt x="459980" y="661221"/>
                </a:lnTo>
                <a:lnTo>
                  <a:pt x="431231" y="661221"/>
                </a:lnTo>
                <a:close/>
                <a:moveTo>
                  <a:pt x="517477" y="632472"/>
                </a:moveTo>
                <a:lnTo>
                  <a:pt x="574975" y="632472"/>
                </a:lnTo>
                <a:lnTo>
                  <a:pt x="574975" y="661221"/>
                </a:lnTo>
                <a:lnTo>
                  <a:pt x="517477" y="661221"/>
                </a:lnTo>
                <a:close/>
                <a:moveTo>
                  <a:pt x="603723" y="632472"/>
                </a:moveTo>
                <a:lnTo>
                  <a:pt x="632472" y="632472"/>
                </a:lnTo>
                <a:lnTo>
                  <a:pt x="632472" y="661221"/>
                </a:lnTo>
                <a:lnTo>
                  <a:pt x="603723" y="661221"/>
                </a:lnTo>
                <a:close/>
                <a:moveTo>
                  <a:pt x="689970" y="632472"/>
                </a:moveTo>
                <a:lnTo>
                  <a:pt x="718718" y="632472"/>
                </a:lnTo>
                <a:lnTo>
                  <a:pt x="718718" y="661221"/>
                </a:lnTo>
                <a:lnTo>
                  <a:pt x="689970" y="661221"/>
                </a:lnTo>
                <a:close/>
                <a:moveTo>
                  <a:pt x="0" y="661221"/>
                </a:moveTo>
                <a:lnTo>
                  <a:pt x="28749" y="661221"/>
                </a:lnTo>
                <a:lnTo>
                  <a:pt x="28749" y="689970"/>
                </a:lnTo>
                <a:lnTo>
                  <a:pt x="0" y="689970"/>
                </a:lnTo>
                <a:close/>
                <a:moveTo>
                  <a:pt x="172492" y="661221"/>
                </a:moveTo>
                <a:lnTo>
                  <a:pt x="201241" y="661221"/>
                </a:lnTo>
                <a:lnTo>
                  <a:pt x="201241" y="689970"/>
                </a:lnTo>
                <a:lnTo>
                  <a:pt x="172492" y="689970"/>
                </a:lnTo>
                <a:close/>
                <a:moveTo>
                  <a:pt x="258739" y="661221"/>
                </a:moveTo>
                <a:lnTo>
                  <a:pt x="287487" y="661221"/>
                </a:lnTo>
                <a:lnTo>
                  <a:pt x="287487" y="689970"/>
                </a:lnTo>
                <a:lnTo>
                  <a:pt x="258739" y="689970"/>
                </a:lnTo>
                <a:close/>
                <a:moveTo>
                  <a:pt x="316236" y="661221"/>
                </a:moveTo>
                <a:lnTo>
                  <a:pt x="344985" y="661221"/>
                </a:lnTo>
                <a:lnTo>
                  <a:pt x="344985" y="689970"/>
                </a:lnTo>
                <a:lnTo>
                  <a:pt x="316236" y="689970"/>
                </a:lnTo>
                <a:close/>
                <a:moveTo>
                  <a:pt x="402482" y="661221"/>
                </a:moveTo>
                <a:lnTo>
                  <a:pt x="517477" y="661221"/>
                </a:lnTo>
                <a:lnTo>
                  <a:pt x="517477" y="689970"/>
                </a:lnTo>
                <a:lnTo>
                  <a:pt x="402482" y="689970"/>
                </a:lnTo>
                <a:close/>
                <a:moveTo>
                  <a:pt x="689970" y="661221"/>
                </a:moveTo>
                <a:lnTo>
                  <a:pt x="718718" y="661221"/>
                </a:lnTo>
                <a:lnTo>
                  <a:pt x="718718" y="689970"/>
                </a:lnTo>
                <a:lnTo>
                  <a:pt x="689970" y="689970"/>
                </a:lnTo>
                <a:close/>
                <a:moveTo>
                  <a:pt x="0" y="689970"/>
                </a:moveTo>
                <a:lnTo>
                  <a:pt x="201241" y="689970"/>
                </a:lnTo>
                <a:lnTo>
                  <a:pt x="201241" y="718718"/>
                </a:lnTo>
                <a:lnTo>
                  <a:pt x="0" y="718718"/>
                </a:lnTo>
                <a:close/>
                <a:moveTo>
                  <a:pt x="229990" y="689970"/>
                </a:moveTo>
                <a:lnTo>
                  <a:pt x="287487" y="689970"/>
                </a:lnTo>
                <a:lnTo>
                  <a:pt x="287487" y="718718"/>
                </a:lnTo>
                <a:lnTo>
                  <a:pt x="229990" y="718718"/>
                </a:lnTo>
                <a:close/>
                <a:moveTo>
                  <a:pt x="316236" y="689970"/>
                </a:moveTo>
                <a:lnTo>
                  <a:pt x="344985" y="689970"/>
                </a:lnTo>
                <a:lnTo>
                  <a:pt x="344985" y="718718"/>
                </a:lnTo>
                <a:lnTo>
                  <a:pt x="316236" y="718718"/>
                </a:lnTo>
                <a:close/>
                <a:moveTo>
                  <a:pt x="431231" y="689970"/>
                </a:moveTo>
                <a:lnTo>
                  <a:pt x="459980" y="689970"/>
                </a:lnTo>
                <a:lnTo>
                  <a:pt x="459980" y="718718"/>
                </a:lnTo>
                <a:lnTo>
                  <a:pt x="431231" y="718718"/>
                </a:lnTo>
                <a:close/>
                <a:moveTo>
                  <a:pt x="574975" y="689970"/>
                </a:moveTo>
                <a:lnTo>
                  <a:pt x="632472" y="689970"/>
                </a:lnTo>
                <a:lnTo>
                  <a:pt x="632472" y="718718"/>
                </a:lnTo>
                <a:lnTo>
                  <a:pt x="574975" y="718718"/>
                </a:lnTo>
                <a:close/>
                <a:moveTo>
                  <a:pt x="661221" y="689970"/>
                </a:moveTo>
                <a:lnTo>
                  <a:pt x="718718" y="689970"/>
                </a:lnTo>
                <a:lnTo>
                  <a:pt x="718718" y="718718"/>
                </a:lnTo>
                <a:lnTo>
                  <a:pt x="661221" y="71871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68" name="!!rect-2ru"/>
          <p:cNvSpPr/>
          <p:nvPr/>
        </p:nvSpPr>
        <p:spPr>
          <a:xfrm>
            <a:off x="5557653" y="2499923"/>
            <a:ext cx="958291" cy="19166"/>
          </a:xfrm>
          <a:prstGeom prst="rect">
            <a:avLst/>
          </a:prstGeom>
          <a:solidFill>
            <a:srgbClr val="2A3540"/>
          </a:solidFill>
          <a:ln>
            <a:noFill/>
          </a:ln>
        </p:spPr>
      </p:sp>
      <p:sp>
        <p:nvSpPr>
          <p:cNvPr id="69" name="!!rect-2rv"/>
          <p:cNvSpPr/>
          <p:nvPr/>
        </p:nvSpPr>
        <p:spPr>
          <a:xfrm>
            <a:off x="5557653" y="2499923"/>
            <a:ext cx="625884" cy="19166"/>
          </a:xfrm>
          <a:prstGeom prst="rect">
            <a:avLst/>
          </a:prstGeom>
          <a:solidFill>
            <a:srgbClr val="46B59C"/>
          </a:solidFill>
          <a:ln>
            <a:noFill/>
          </a:ln>
        </p:spPr>
      </p:sp>
      <p:sp>
        <p:nvSpPr>
          <p:cNvPr id="70" name="!!text-2rx" descr="請使用 SaveMyBook App 掃描"/>
          <p:cNvSpPr txBox="1"/>
          <p:nvPr/>
        </p:nvSpPr>
        <p:spPr>
          <a:xfrm>
            <a:off x="5583973" y="2557804"/>
            <a:ext cx="925776" cy="971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528" kern="0" dirty="0">
                <a:solidFill>
                  <a:srgbClr val="EEF2F5"/>
                </a:solidFill>
                <a:latin typeface="Noto Sans TC"/>
                <a:ea typeface="Noto Sans TC"/>
                <a:cs typeface="Noto Sans TC"/>
              </a:rPr>
              <a:t>請使用 Sa</a:t>
            </a:r>
            <a:r>
              <a:rPr lang="zh-TW" altLang="en-US" sz="528" kern="0" spc="-4" dirty="0">
                <a:solidFill>
                  <a:srgbClr val="EEF2F5"/>
                </a:solidFill>
                <a:latin typeface="Noto Sans TC"/>
                <a:ea typeface="Noto Sans TC"/>
                <a:cs typeface="Noto Sans TC"/>
              </a:rPr>
              <a:t>v</a:t>
            </a:r>
            <a:r>
              <a:rPr lang="zh-TW" altLang="en-US" sz="528" kern="0" dirty="0">
                <a:solidFill>
                  <a:srgbClr val="EEF2F5"/>
                </a:solidFill>
                <a:latin typeface="Noto Sans TC"/>
                <a:ea typeface="Noto Sans TC"/>
                <a:cs typeface="Noto Sans TC"/>
              </a:rPr>
              <a:t>eMyBook App 掃描</a:t>
            </a:r>
            <a:endParaRPr lang="zh-TW" sz="528"/>
          </a:p>
        </p:txBody>
      </p:sp>
      <p:sp>
        <p:nvSpPr>
          <p:cNvPr id="71" name="!!path-2x0"/>
          <p:cNvSpPr/>
          <p:nvPr/>
        </p:nvSpPr>
        <p:spPr>
          <a:xfrm>
            <a:off x="5591087" y="3114734"/>
            <a:ext cx="172492" cy="114143"/>
          </a:xfrm>
          <a:custGeom>
            <a:avLst/>
            <a:gdLst/>
            <a:ahLst/>
            <a:cxnLst/>
            <a:rect l="l" t="t" r="r" b="b"/>
            <a:pathLst>
              <a:path w="172492" h="114143">
                <a:moveTo>
                  <a:pt x="0" y="11180"/>
                </a:moveTo>
                <a:cubicBezTo>
                  <a:pt x="9583" y="4259"/>
                  <a:pt x="33008" y="2130"/>
                  <a:pt x="52174" y="7240"/>
                </a:cubicBezTo>
                <a:cubicBezTo>
                  <a:pt x="68145" y="11712"/>
                  <a:pt x="79858" y="18101"/>
                  <a:pt x="87311" y="24490"/>
                </a:cubicBezTo>
                <a:cubicBezTo>
                  <a:pt x="95829" y="17036"/>
                  <a:pt x="110736" y="7453"/>
                  <a:pt x="128837" y="2981"/>
                </a:cubicBezTo>
                <a:cubicBezTo>
                  <a:pt x="145873" y="0"/>
                  <a:pt x="162910" y="1597"/>
                  <a:pt x="172492" y="9051"/>
                </a:cubicBezTo>
                <a:lnTo>
                  <a:pt x="172279" y="93487"/>
                </a:lnTo>
                <a:cubicBezTo>
                  <a:pt x="153327" y="91038"/>
                  <a:pt x="116060" y="92635"/>
                  <a:pt x="87950" y="113504"/>
                </a:cubicBezTo>
                <a:quadBezTo>
                  <a:pt x="87311" y="114143"/>
                  <a:pt x="86672" y="113504"/>
                </a:quadBezTo>
                <a:cubicBezTo>
                  <a:pt x="58562" y="92635"/>
                  <a:pt x="22360" y="91038"/>
                  <a:pt x="3194" y="94551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2" name="!!path-2x1"/>
          <p:cNvSpPr/>
          <p:nvPr/>
        </p:nvSpPr>
        <p:spPr>
          <a:xfrm>
            <a:off x="5591087" y="3115586"/>
            <a:ext cx="172492" cy="114143"/>
          </a:xfrm>
          <a:custGeom>
            <a:avLst/>
            <a:gdLst/>
            <a:ahLst/>
            <a:cxnLst/>
            <a:rect l="l" t="t" r="r" b="b"/>
            <a:pathLst>
              <a:path w="172492" h="114143">
                <a:moveTo>
                  <a:pt x="0" y="11180"/>
                </a:moveTo>
                <a:cubicBezTo>
                  <a:pt x="9583" y="4259"/>
                  <a:pt x="33008" y="2130"/>
                  <a:pt x="52174" y="7240"/>
                </a:cubicBezTo>
                <a:cubicBezTo>
                  <a:pt x="68145" y="11712"/>
                  <a:pt x="79858" y="18101"/>
                  <a:pt x="87311" y="24490"/>
                </a:cubicBezTo>
                <a:cubicBezTo>
                  <a:pt x="95829" y="17036"/>
                  <a:pt x="110736" y="7453"/>
                  <a:pt x="128837" y="2981"/>
                </a:cubicBezTo>
                <a:cubicBezTo>
                  <a:pt x="145873" y="0"/>
                  <a:pt x="162910" y="1597"/>
                  <a:pt x="172492" y="9051"/>
                </a:cubicBezTo>
                <a:lnTo>
                  <a:pt x="172279" y="93487"/>
                </a:lnTo>
                <a:cubicBezTo>
                  <a:pt x="153327" y="91038"/>
                  <a:pt x="116060" y="92635"/>
                  <a:pt x="87950" y="113504"/>
                </a:cubicBezTo>
                <a:quadBezTo>
                  <a:pt x="87311" y="114143"/>
                  <a:pt x="86672" y="113504"/>
                </a:quadBezTo>
                <a:cubicBezTo>
                  <a:pt x="58562" y="92635"/>
                  <a:pt x="22360" y="91038"/>
                  <a:pt x="3194" y="94551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3" name="!!path-2x2"/>
          <p:cNvSpPr/>
          <p:nvPr/>
        </p:nvSpPr>
        <p:spPr>
          <a:xfrm>
            <a:off x="5591087" y="3116437"/>
            <a:ext cx="172492" cy="114143"/>
          </a:xfrm>
          <a:custGeom>
            <a:avLst/>
            <a:gdLst/>
            <a:ahLst/>
            <a:cxnLst/>
            <a:rect l="l" t="t" r="r" b="b"/>
            <a:pathLst>
              <a:path w="172492" h="114143">
                <a:moveTo>
                  <a:pt x="0" y="11180"/>
                </a:moveTo>
                <a:cubicBezTo>
                  <a:pt x="9583" y="4259"/>
                  <a:pt x="33008" y="2130"/>
                  <a:pt x="52174" y="7240"/>
                </a:cubicBezTo>
                <a:cubicBezTo>
                  <a:pt x="68145" y="11712"/>
                  <a:pt x="79858" y="18101"/>
                  <a:pt x="87311" y="24490"/>
                </a:cubicBezTo>
                <a:cubicBezTo>
                  <a:pt x="95829" y="17036"/>
                  <a:pt x="110736" y="7453"/>
                  <a:pt x="128837" y="2981"/>
                </a:cubicBezTo>
                <a:cubicBezTo>
                  <a:pt x="145873" y="0"/>
                  <a:pt x="162910" y="1597"/>
                  <a:pt x="172492" y="9051"/>
                </a:cubicBezTo>
                <a:lnTo>
                  <a:pt x="172279" y="93487"/>
                </a:lnTo>
                <a:cubicBezTo>
                  <a:pt x="153327" y="91038"/>
                  <a:pt x="116060" y="92635"/>
                  <a:pt x="87950" y="113504"/>
                </a:cubicBezTo>
                <a:quadBezTo>
                  <a:pt x="87311" y="114143"/>
                  <a:pt x="86672" y="113504"/>
                </a:quadBezTo>
                <a:cubicBezTo>
                  <a:pt x="58562" y="92635"/>
                  <a:pt x="22360" y="91038"/>
                  <a:pt x="3194" y="94551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4" name="!!path-2x3"/>
          <p:cNvSpPr/>
          <p:nvPr/>
        </p:nvSpPr>
        <p:spPr>
          <a:xfrm>
            <a:off x="5591087" y="3117289"/>
            <a:ext cx="172492" cy="114143"/>
          </a:xfrm>
          <a:custGeom>
            <a:avLst/>
            <a:gdLst/>
            <a:ahLst/>
            <a:cxnLst/>
            <a:rect l="l" t="t" r="r" b="b"/>
            <a:pathLst>
              <a:path w="172492" h="114143">
                <a:moveTo>
                  <a:pt x="0" y="11180"/>
                </a:moveTo>
                <a:cubicBezTo>
                  <a:pt x="9583" y="4259"/>
                  <a:pt x="33008" y="2130"/>
                  <a:pt x="52174" y="7240"/>
                </a:cubicBezTo>
                <a:cubicBezTo>
                  <a:pt x="68145" y="11712"/>
                  <a:pt x="79858" y="18101"/>
                  <a:pt x="87311" y="24490"/>
                </a:cubicBezTo>
                <a:cubicBezTo>
                  <a:pt x="95829" y="17036"/>
                  <a:pt x="110736" y="7453"/>
                  <a:pt x="128837" y="2981"/>
                </a:cubicBezTo>
                <a:cubicBezTo>
                  <a:pt x="145873" y="0"/>
                  <a:pt x="162910" y="1597"/>
                  <a:pt x="172492" y="9051"/>
                </a:cubicBezTo>
                <a:lnTo>
                  <a:pt x="172279" y="93487"/>
                </a:lnTo>
                <a:cubicBezTo>
                  <a:pt x="153327" y="91038"/>
                  <a:pt x="116060" y="92635"/>
                  <a:pt x="87950" y="113504"/>
                </a:cubicBezTo>
                <a:quadBezTo>
                  <a:pt x="87311" y="114143"/>
                  <a:pt x="86672" y="113504"/>
                </a:quadBezTo>
                <a:cubicBezTo>
                  <a:pt x="58562" y="92635"/>
                  <a:pt x="22360" y="91038"/>
                  <a:pt x="3194" y="94551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5" name="!!path-2x4"/>
          <p:cNvSpPr/>
          <p:nvPr/>
        </p:nvSpPr>
        <p:spPr>
          <a:xfrm>
            <a:off x="5591087" y="3118141"/>
            <a:ext cx="172492" cy="114143"/>
          </a:xfrm>
          <a:custGeom>
            <a:avLst/>
            <a:gdLst/>
            <a:ahLst/>
            <a:cxnLst/>
            <a:rect l="l" t="t" r="r" b="b"/>
            <a:pathLst>
              <a:path w="172492" h="114143">
                <a:moveTo>
                  <a:pt x="0" y="11180"/>
                </a:moveTo>
                <a:cubicBezTo>
                  <a:pt x="9583" y="4259"/>
                  <a:pt x="33008" y="2130"/>
                  <a:pt x="52174" y="7240"/>
                </a:cubicBezTo>
                <a:cubicBezTo>
                  <a:pt x="68145" y="11712"/>
                  <a:pt x="79858" y="18101"/>
                  <a:pt x="87311" y="24490"/>
                </a:cubicBezTo>
                <a:cubicBezTo>
                  <a:pt x="95829" y="17036"/>
                  <a:pt x="110736" y="7453"/>
                  <a:pt x="128837" y="2981"/>
                </a:cubicBezTo>
                <a:cubicBezTo>
                  <a:pt x="145873" y="0"/>
                  <a:pt x="162910" y="1597"/>
                  <a:pt x="172492" y="9051"/>
                </a:cubicBezTo>
                <a:lnTo>
                  <a:pt x="172279" y="93487"/>
                </a:lnTo>
                <a:cubicBezTo>
                  <a:pt x="153327" y="91038"/>
                  <a:pt x="116060" y="92635"/>
                  <a:pt x="87950" y="113504"/>
                </a:cubicBezTo>
                <a:quadBezTo>
                  <a:pt x="87311" y="114143"/>
                  <a:pt x="86672" y="113504"/>
                </a:quadBezTo>
                <a:cubicBezTo>
                  <a:pt x="58562" y="92635"/>
                  <a:pt x="22360" y="91038"/>
                  <a:pt x="3194" y="94551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6" name="!!path-2x5"/>
          <p:cNvSpPr/>
          <p:nvPr/>
        </p:nvSpPr>
        <p:spPr>
          <a:xfrm>
            <a:off x="5591087" y="3118993"/>
            <a:ext cx="172492" cy="114143"/>
          </a:xfrm>
          <a:custGeom>
            <a:avLst/>
            <a:gdLst/>
            <a:ahLst/>
            <a:cxnLst/>
            <a:rect l="l" t="t" r="r" b="b"/>
            <a:pathLst>
              <a:path w="172492" h="114143">
                <a:moveTo>
                  <a:pt x="0" y="11180"/>
                </a:moveTo>
                <a:cubicBezTo>
                  <a:pt x="9583" y="4259"/>
                  <a:pt x="33008" y="2130"/>
                  <a:pt x="52174" y="7240"/>
                </a:cubicBezTo>
                <a:cubicBezTo>
                  <a:pt x="68145" y="11712"/>
                  <a:pt x="79858" y="18101"/>
                  <a:pt x="87311" y="24490"/>
                </a:cubicBezTo>
                <a:cubicBezTo>
                  <a:pt x="95829" y="17036"/>
                  <a:pt x="110736" y="7453"/>
                  <a:pt x="128837" y="2981"/>
                </a:cubicBezTo>
                <a:cubicBezTo>
                  <a:pt x="145873" y="0"/>
                  <a:pt x="162910" y="1597"/>
                  <a:pt x="172492" y="9051"/>
                </a:cubicBezTo>
                <a:lnTo>
                  <a:pt x="172279" y="93487"/>
                </a:lnTo>
                <a:cubicBezTo>
                  <a:pt x="153327" y="91038"/>
                  <a:pt x="116060" y="92635"/>
                  <a:pt x="87950" y="113504"/>
                </a:cubicBezTo>
                <a:quadBezTo>
                  <a:pt x="87311" y="114143"/>
                  <a:pt x="86672" y="113504"/>
                </a:quadBezTo>
                <a:cubicBezTo>
                  <a:pt x="58562" y="92635"/>
                  <a:pt x="22360" y="91038"/>
                  <a:pt x="3194" y="94551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7" name="!!path-2x6"/>
          <p:cNvSpPr/>
          <p:nvPr/>
        </p:nvSpPr>
        <p:spPr>
          <a:xfrm>
            <a:off x="5591087" y="3119845"/>
            <a:ext cx="172492" cy="114143"/>
          </a:xfrm>
          <a:custGeom>
            <a:avLst/>
            <a:gdLst/>
            <a:ahLst/>
            <a:cxnLst/>
            <a:rect l="l" t="t" r="r" b="b"/>
            <a:pathLst>
              <a:path w="172492" h="114143">
                <a:moveTo>
                  <a:pt x="0" y="11180"/>
                </a:moveTo>
                <a:cubicBezTo>
                  <a:pt x="9583" y="4259"/>
                  <a:pt x="33008" y="2130"/>
                  <a:pt x="52174" y="7240"/>
                </a:cubicBezTo>
                <a:cubicBezTo>
                  <a:pt x="68145" y="11712"/>
                  <a:pt x="79858" y="18101"/>
                  <a:pt x="87311" y="24490"/>
                </a:cubicBezTo>
                <a:cubicBezTo>
                  <a:pt x="95829" y="17036"/>
                  <a:pt x="110736" y="7453"/>
                  <a:pt x="128837" y="2981"/>
                </a:cubicBezTo>
                <a:cubicBezTo>
                  <a:pt x="145873" y="0"/>
                  <a:pt x="162910" y="1597"/>
                  <a:pt x="172492" y="9051"/>
                </a:cubicBezTo>
                <a:lnTo>
                  <a:pt x="172279" y="93487"/>
                </a:lnTo>
                <a:cubicBezTo>
                  <a:pt x="153327" y="91038"/>
                  <a:pt x="116060" y="92635"/>
                  <a:pt x="87950" y="113504"/>
                </a:cubicBezTo>
                <a:quadBezTo>
                  <a:pt x="87311" y="114143"/>
                  <a:pt x="86672" y="113504"/>
                </a:quadBezTo>
                <a:cubicBezTo>
                  <a:pt x="58562" y="92635"/>
                  <a:pt x="22360" y="91038"/>
                  <a:pt x="3194" y="94551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8" name="!!path-2x7"/>
          <p:cNvSpPr/>
          <p:nvPr/>
        </p:nvSpPr>
        <p:spPr>
          <a:xfrm>
            <a:off x="5591087" y="3120697"/>
            <a:ext cx="172492" cy="114143"/>
          </a:xfrm>
          <a:custGeom>
            <a:avLst/>
            <a:gdLst/>
            <a:ahLst/>
            <a:cxnLst/>
            <a:rect l="l" t="t" r="r" b="b"/>
            <a:pathLst>
              <a:path w="172492" h="114143">
                <a:moveTo>
                  <a:pt x="0" y="11180"/>
                </a:moveTo>
                <a:cubicBezTo>
                  <a:pt x="9583" y="4259"/>
                  <a:pt x="33008" y="2130"/>
                  <a:pt x="52174" y="7240"/>
                </a:cubicBezTo>
                <a:cubicBezTo>
                  <a:pt x="68145" y="11712"/>
                  <a:pt x="79858" y="18101"/>
                  <a:pt x="87311" y="24490"/>
                </a:cubicBezTo>
                <a:cubicBezTo>
                  <a:pt x="95829" y="17036"/>
                  <a:pt x="110736" y="7453"/>
                  <a:pt x="128837" y="2981"/>
                </a:cubicBezTo>
                <a:cubicBezTo>
                  <a:pt x="145873" y="0"/>
                  <a:pt x="162910" y="1597"/>
                  <a:pt x="172492" y="9051"/>
                </a:cubicBezTo>
                <a:lnTo>
                  <a:pt x="172279" y="93487"/>
                </a:lnTo>
                <a:cubicBezTo>
                  <a:pt x="153327" y="91038"/>
                  <a:pt x="116060" y="92635"/>
                  <a:pt x="87950" y="113504"/>
                </a:cubicBezTo>
                <a:quadBezTo>
                  <a:pt x="87311" y="114143"/>
                  <a:pt x="86672" y="113504"/>
                </a:quadBezTo>
                <a:cubicBezTo>
                  <a:pt x="58562" y="92635"/>
                  <a:pt x="22360" y="91038"/>
                  <a:pt x="3194" y="94551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9" name="!!path-2x8"/>
          <p:cNvSpPr/>
          <p:nvPr/>
        </p:nvSpPr>
        <p:spPr>
          <a:xfrm>
            <a:off x="5611318" y="3095249"/>
            <a:ext cx="67293" cy="64418"/>
          </a:xfrm>
          <a:custGeom>
            <a:avLst/>
            <a:gdLst/>
            <a:ahLst/>
            <a:cxnLst/>
            <a:rect l="l" t="t" r="r" b="b"/>
            <a:pathLst>
              <a:path w="67293" h="64418">
                <a:moveTo>
                  <a:pt x="0" y="9263"/>
                </a:moveTo>
                <a:lnTo>
                  <a:pt x="4259" y="2662"/>
                </a:lnTo>
                <a:cubicBezTo>
                  <a:pt x="17036" y="0"/>
                  <a:pt x="38332" y="3727"/>
                  <a:pt x="53238" y="13842"/>
                </a:cubicBezTo>
                <a:cubicBezTo>
                  <a:pt x="61224" y="19485"/>
                  <a:pt x="65483" y="26087"/>
                  <a:pt x="67293" y="33008"/>
                </a:cubicBezTo>
                <a:lnTo>
                  <a:pt x="67293" y="64418"/>
                </a:lnTo>
                <a:lnTo>
                  <a:pt x="0" y="64418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80" name="!!path-2x9"/>
          <p:cNvSpPr/>
          <p:nvPr/>
        </p:nvSpPr>
        <p:spPr>
          <a:xfrm>
            <a:off x="5611318" y="3095249"/>
            <a:ext cx="67293" cy="33008"/>
          </a:xfrm>
          <a:custGeom>
            <a:avLst/>
            <a:gdLst/>
            <a:ahLst/>
            <a:cxnLst/>
            <a:rect l="l" t="t" r="r" b="b"/>
            <a:pathLst>
              <a:path w="67293" h="33008" fill="none">
                <a:moveTo>
                  <a:pt x="67293" y="33008"/>
                </a:moveTo>
                <a:cubicBezTo>
                  <a:pt x="65483" y="26087"/>
                  <a:pt x="61224" y="19485"/>
                  <a:pt x="53238" y="13842"/>
                </a:cubicBezTo>
                <a:cubicBezTo>
                  <a:pt x="38332" y="3727"/>
                  <a:pt x="17036" y="0"/>
                  <a:pt x="4259" y="2662"/>
                </a:cubicBezTo>
                <a:lnTo>
                  <a:pt x="0" y="9263"/>
                </a:lnTo>
              </a:path>
            </a:pathLst>
          </a:custGeom>
          <a:noFill/>
          <a:ln w="2555" cap="rnd">
            <a:solidFill>
              <a:srgbClr val="627D8D"/>
            </a:solidFill>
            <a:prstDash val="solid"/>
            <a:round/>
          </a:ln>
        </p:spPr>
      </p:sp>
      <p:sp>
        <p:nvSpPr>
          <p:cNvPr id="81" name="!!path-2xa"/>
          <p:cNvSpPr/>
          <p:nvPr/>
        </p:nvSpPr>
        <p:spPr>
          <a:xfrm>
            <a:off x="5604716" y="3101637"/>
            <a:ext cx="73895" cy="58030"/>
          </a:xfrm>
          <a:custGeom>
            <a:avLst/>
            <a:gdLst/>
            <a:ahLst/>
            <a:cxnLst/>
            <a:rect l="l" t="t" r="r" b="b"/>
            <a:pathLst>
              <a:path w="73895" h="58030">
                <a:moveTo>
                  <a:pt x="0" y="11712"/>
                </a:moveTo>
                <a:lnTo>
                  <a:pt x="3407" y="3407"/>
                </a:lnTo>
                <a:cubicBezTo>
                  <a:pt x="19379" y="0"/>
                  <a:pt x="41739" y="3727"/>
                  <a:pt x="57710" y="13310"/>
                </a:cubicBezTo>
                <a:cubicBezTo>
                  <a:pt x="66229" y="18420"/>
                  <a:pt x="71552" y="26087"/>
                  <a:pt x="73895" y="33008"/>
                </a:cubicBezTo>
                <a:lnTo>
                  <a:pt x="73895" y="58030"/>
                </a:lnTo>
                <a:lnTo>
                  <a:pt x="0" y="58030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82" name="!!path-2xb"/>
          <p:cNvSpPr/>
          <p:nvPr/>
        </p:nvSpPr>
        <p:spPr>
          <a:xfrm>
            <a:off x="5604716" y="3101637"/>
            <a:ext cx="73895" cy="33008"/>
          </a:xfrm>
          <a:custGeom>
            <a:avLst/>
            <a:gdLst/>
            <a:ahLst/>
            <a:cxnLst/>
            <a:rect l="l" t="t" r="r" b="b"/>
            <a:pathLst>
              <a:path w="73895" h="33008" fill="none">
                <a:moveTo>
                  <a:pt x="73895" y="33008"/>
                </a:moveTo>
                <a:cubicBezTo>
                  <a:pt x="71552" y="26087"/>
                  <a:pt x="66229" y="18420"/>
                  <a:pt x="57710" y="13310"/>
                </a:cubicBezTo>
                <a:cubicBezTo>
                  <a:pt x="41739" y="3727"/>
                  <a:pt x="19379" y="0"/>
                  <a:pt x="3407" y="3407"/>
                </a:cubicBezTo>
                <a:lnTo>
                  <a:pt x="0" y="11712"/>
                </a:lnTo>
              </a:path>
            </a:pathLst>
          </a:custGeom>
          <a:noFill/>
          <a:ln w="2555" cap="rnd">
            <a:solidFill>
              <a:srgbClr val="627D8D"/>
            </a:solidFill>
            <a:prstDash val="solid"/>
            <a:round/>
          </a:ln>
        </p:spPr>
      </p:sp>
      <p:sp>
        <p:nvSpPr>
          <p:cNvPr id="83" name="!!path-2xc"/>
          <p:cNvSpPr/>
          <p:nvPr/>
        </p:nvSpPr>
        <p:spPr>
          <a:xfrm>
            <a:off x="5598860" y="3108558"/>
            <a:ext cx="79538" cy="51109"/>
          </a:xfrm>
          <a:custGeom>
            <a:avLst/>
            <a:gdLst/>
            <a:ahLst/>
            <a:cxnLst/>
            <a:rect l="l" t="t" r="r" b="b"/>
            <a:pathLst>
              <a:path w="79538" h="51109">
                <a:moveTo>
                  <a:pt x="0" y="12138"/>
                </a:moveTo>
                <a:lnTo>
                  <a:pt x="2023" y="6602"/>
                </a:lnTo>
                <a:cubicBezTo>
                  <a:pt x="19911" y="0"/>
                  <a:pt x="44401" y="2662"/>
                  <a:pt x="61437" y="11499"/>
                </a:cubicBezTo>
                <a:cubicBezTo>
                  <a:pt x="71020" y="16504"/>
                  <a:pt x="76876" y="22893"/>
                  <a:pt x="79538" y="28962"/>
                </a:cubicBezTo>
                <a:lnTo>
                  <a:pt x="79538" y="51109"/>
                </a:lnTo>
                <a:lnTo>
                  <a:pt x="0" y="51109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84" name="!!path-2xd"/>
          <p:cNvSpPr/>
          <p:nvPr/>
        </p:nvSpPr>
        <p:spPr>
          <a:xfrm>
            <a:off x="5598860" y="3108558"/>
            <a:ext cx="79538" cy="28962"/>
          </a:xfrm>
          <a:custGeom>
            <a:avLst/>
            <a:gdLst/>
            <a:ahLst/>
            <a:cxnLst/>
            <a:rect l="l" t="t" r="r" b="b"/>
            <a:pathLst>
              <a:path w="79538" h="28962" fill="none">
                <a:moveTo>
                  <a:pt x="79538" y="28962"/>
                </a:moveTo>
                <a:cubicBezTo>
                  <a:pt x="76876" y="22893"/>
                  <a:pt x="71020" y="16504"/>
                  <a:pt x="61437" y="11499"/>
                </a:cubicBezTo>
                <a:cubicBezTo>
                  <a:pt x="44401" y="2662"/>
                  <a:pt x="19911" y="0"/>
                  <a:pt x="2023" y="6602"/>
                </a:cubicBezTo>
                <a:lnTo>
                  <a:pt x="0" y="12138"/>
                </a:lnTo>
              </a:path>
            </a:pathLst>
          </a:custGeom>
          <a:noFill/>
          <a:ln w="2555" cap="rnd">
            <a:solidFill>
              <a:srgbClr val="627D8D"/>
            </a:solidFill>
            <a:prstDash val="solid"/>
            <a:round/>
          </a:ln>
        </p:spPr>
      </p:sp>
      <p:sp>
        <p:nvSpPr>
          <p:cNvPr id="85" name="!!path-2xe"/>
          <p:cNvSpPr/>
          <p:nvPr/>
        </p:nvSpPr>
        <p:spPr>
          <a:xfrm>
            <a:off x="5678718" y="3092587"/>
            <a:ext cx="63034" cy="67080"/>
          </a:xfrm>
          <a:custGeom>
            <a:avLst/>
            <a:gdLst/>
            <a:ahLst/>
            <a:cxnLst/>
            <a:rect l="l" t="t" r="r" b="b"/>
            <a:pathLst>
              <a:path w="63034" h="67080">
                <a:moveTo>
                  <a:pt x="63034" y="9583"/>
                </a:moveTo>
                <a:lnTo>
                  <a:pt x="59521" y="2342"/>
                </a:lnTo>
                <a:cubicBezTo>
                  <a:pt x="45466" y="0"/>
                  <a:pt x="23105" y="5324"/>
                  <a:pt x="9263" y="15972"/>
                </a:cubicBezTo>
                <a:cubicBezTo>
                  <a:pt x="3407" y="20763"/>
                  <a:pt x="745" y="27684"/>
                  <a:pt x="0" y="35137"/>
                </a:cubicBezTo>
                <a:lnTo>
                  <a:pt x="0" y="67080"/>
                </a:lnTo>
                <a:lnTo>
                  <a:pt x="63034" y="67080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86" name="!!path-2xf"/>
          <p:cNvSpPr/>
          <p:nvPr/>
        </p:nvSpPr>
        <p:spPr>
          <a:xfrm>
            <a:off x="5678718" y="3092587"/>
            <a:ext cx="63034" cy="35137"/>
          </a:xfrm>
          <a:custGeom>
            <a:avLst/>
            <a:gdLst/>
            <a:ahLst/>
            <a:cxnLst/>
            <a:rect l="l" t="t" r="r" b="b"/>
            <a:pathLst>
              <a:path w="63034" h="35137" fill="none">
                <a:moveTo>
                  <a:pt x="0" y="35137"/>
                </a:moveTo>
                <a:cubicBezTo>
                  <a:pt x="745" y="27684"/>
                  <a:pt x="3407" y="20763"/>
                  <a:pt x="9263" y="15972"/>
                </a:cubicBezTo>
                <a:cubicBezTo>
                  <a:pt x="23105" y="5324"/>
                  <a:pt x="45466" y="0"/>
                  <a:pt x="59521" y="2342"/>
                </a:cubicBezTo>
                <a:lnTo>
                  <a:pt x="63034" y="9583"/>
                </a:lnTo>
              </a:path>
            </a:pathLst>
          </a:custGeom>
          <a:noFill/>
          <a:ln w="2555" cap="rnd">
            <a:solidFill>
              <a:srgbClr val="627D8D"/>
            </a:solidFill>
            <a:prstDash val="solid"/>
            <a:round/>
          </a:ln>
        </p:spPr>
      </p:sp>
      <p:sp>
        <p:nvSpPr>
          <p:cNvPr id="87" name="!!path-2xg"/>
          <p:cNvSpPr/>
          <p:nvPr/>
        </p:nvSpPr>
        <p:spPr>
          <a:xfrm>
            <a:off x="5678824" y="3100572"/>
            <a:ext cx="69849" cy="59095"/>
          </a:xfrm>
          <a:custGeom>
            <a:avLst/>
            <a:gdLst/>
            <a:ahLst/>
            <a:cxnLst/>
            <a:rect l="l" t="t" r="r" b="b"/>
            <a:pathLst>
              <a:path w="69849" h="59095">
                <a:moveTo>
                  <a:pt x="69849" y="10328"/>
                </a:moveTo>
                <a:lnTo>
                  <a:pt x="66654" y="1597"/>
                </a:lnTo>
                <a:cubicBezTo>
                  <a:pt x="49618" y="0"/>
                  <a:pt x="28323" y="5856"/>
                  <a:pt x="14481" y="16078"/>
                </a:cubicBezTo>
                <a:cubicBezTo>
                  <a:pt x="7027" y="21615"/>
                  <a:pt x="2236" y="28216"/>
                  <a:pt x="0" y="34073"/>
                </a:cubicBezTo>
                <a:lnTo>
                  <a:pt x="0" y="59095"/>
                </a:lnTo>
                <a:lnTo>
                  <a:pt x="69849" y="59095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88" name="!!path-2xh"/>
          <p:cNvSpPr/>
          <p:nvPr/>
        </p:nvSpPr>
        <p:spPr>
          <a:xfrm>
            <a:off x="5678824" y="3100572"/>
            <a:ext cx="69849" cy="34073"/>
          </a:xfrm>
          <a:custGeom>
            <a:avLst/>
            <a:gdLst/>
            <a:ahLst/>
            <a:cxnLst/>
            <a:rect l="l" t="t" r="r" b="b"/>
            <a:pathLst>
              <a:path w="69849" h="34073" fill="none">
                <a:moveTo>
                  <a:pt x="0" y="34073"/>
                </a:moveTo>
                <a:cubicBezTo>
                  <a:pt x="2236" y="28216"/>
                  <a:pt x="7027" y="21615"/>
                  <a:pt x="14481" y="16078"/>
                </a:cubicBezTo>
                <a:cubicBezTo>
                  <a:pt x="28323" y="5856"/>
                  <a:pt x="49618" y="0"/>
                  <a:pt x="66654" y="1597"/>
                </a:cubicBezTo>
                <a:lnTo>
                  <a:pt x="69849" y="10328"/>
                </a:lnTo>
              </a:path>
            </a:pathLst>
          </a:custGeom>
          <a:noFill/>
          <a:ln w="2555" cap="rnd">
            <a:solidFill>
              <a:srgbClr val="627D8D"/>
            </a:solidFill>
            <a:prstDash val="solid"/>
            <a:round/>
          </a:ln>
        </p:spPr>
      </p:sp>
      <p:sp>
        <p:nvSpPr>
          <p:cNvPr id="89" name="!!path-2xi"/>
          <p:cNvSpPr/>
          <p:nvPr/>
        </p:nvSpPr>
        <p:spPr>
          <a:xfrm>
            <a:off x="5679037" y="3108026"/>
            <a:ext cx="74747" cy="51641"/>
          </a:xfrm>
          <a:custGeom>
            <a:avLst/>
            <a:gdLst/>
            <a:ahLst/>
            <a:cxnLst/>
            <a:rect l="l" t="t" r="r" b="b"/>
            <a:pathLst>
              <a:path w="74747" h="51641">
                <a:moveTo>
                  <a:pt x="74747" y="9902"/>
                </a:moveTo>
                <a:lnTo>
                  <a:pt x="73256" y="4579"/>
                </a:lnTo>
                <a:cubicBezTo>
                  <a:pt x="55794" y="0"/>
                  <a:pt x="33434" y="2662"/>
                  <a:pt x="18527" y="10115"/>
                </a:cubicBezTo>
                <a:cubicBezTo>
                  <a:pt x="8944" y="14907"/>
                  <a:pt x="3088" y="22360"/>
                  <a:pt x="0" y="29494"/>
                </a:cubicBezTo>
                <a:lnTo>
                  <a:pt x="0" y="51641"/>
                </a:lnTo>
                <a:lnTo>
                  <a:pt x="74747" y="51641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90" name="!!path-2xj"/>
          <p:cNvSpPr/>
          <p:nvPr/>
        </p:nvSpPr>
        <p:spPr>
          <a:xfrm>
            <a:off x="5679037" y="3108026"/>
            <a:ext cx="74747" cy="29494"/>
          </a:xfrm>
          <a:custGeom>
            <a:avLst/>
            <a:gdLst/>
            <a:ahLst/>
            <a:cxnLst/>
            <a:rect l="l" t="t" r="r" b="b"/>
            <a:pathLst>
              <a:path w="74747" h="29494" fill="none">
                <a:moveTo>
                  <a:pt x="0" y="29494"/>
                </a:moveTo>
                <a:cubicBezTo>
                  <a:pt x="3088" y="22360"/>
                  <a:pt x="8944" y="14907"/>
                  <a:pt x="18527" y="10115"/>
                </a:cubicBezTo>
                <a:cubicBezTo>
                  <a:pt x="33434" y="2662"/>
                  <a:pt x="55794" y="0"/>
                  <a:pt x="73256" y="4579"/>
                </a:cubicBezTo>
                <a:lnTo>
                  <a:pt x="74747" y="9902"/>
                </a:lnTo>
              </a:path>
            </a:pathLst>
          </a:custGeom>
          <a:noFill/>
          <a:ln w="2555" cap="rnd">
            <a:solidFill>
              <a:srgbClr val="627D8D"/>
            </a:solidFill>
            <a:prstDash val="solid"/>
            <a:round/>
          </a:ln>
        </p:spPr>
      </p:sp>
      <p:sp>
        <p:nvSpPr>
          <p:cNvPr id="91" name="!!path-2xk"/>
          <p:cNvSpPr/>
          <p:nvPr/>
        </p:nvSpPr>
        <p:spPr>
          <a:xfrm>
            <a:off x="5591087" y="3113882"/>
            <a:ext cx="172492" cy="114143"/>
          </a:xfrm>
          <a:custGeom>
            <a:avLst/>
            <a:gdLst/>
            <a:ahLst/>
            <a:cxnLst/>
            <a:rect l="l" t="t" r="r" b="b"/>
            <a:pathLst>
              <a:path w="172492" h="114143">
                <a:moveTo>
                  <a:pt x="0" y="11180"/>
                </a:moveTo>
                <a:cubicBezTo>
                  <a:pt x="9583" y="4259"/>
                  <a:pt x="33008" y="2130"/>
                  <a:pt x="52174" y="7240"/>
                </a:cubicBezTo>
                <a:cubicBezTo>
                  <a:pt x="68145" y="11712"/>
                  <a:pt x="79858" y="18101"/>
                  <a:pt x="87311" y="24490"/>
                </a:cubicBezTo>
                <a:cubicBezTo>
                  <a:pt x="95829" y="17036"/>
                  <a:pt x="110736" y="7453"/>
                  <a:pt x="128837" y="2981"/>
                </a:cubicBezTo>
                <a:cubicBezTo>
                  <a:pt x="145873" y="0"/>
                  <a:pt x="162910" y="1597"/>
                  <a:pt x="172492" y="9051"/>
                </a:cubicBezTo>
                <a:lnTo>
                  <a:pt x="172279" y="93487"/>
                </a:lnTo>
                <a:cubicBezTo>
                  <a:pt x="153327" y="91038"/>
                  <a:pt x="116060" y="92635"/>
                  <a:pt x="87950" y="113504"/>
                </a:cubicBezTo>
                <a:quadBezTo>
                  <a:pt x="87311" y="114143"/>
                  <a:pt x="86672" y="113504"/>
                </a:quadBezTo>
                <a:cubicBezTo>
                  <a:pt x="58562" y="92635"/>
                  <a:pt x="22360" y="91038"/>
                  <a:pt x="3194" y="94551"/>
                </a:cubicBezTo>
                <a:close/>
              </a:path>
            </a:pathLst>
          </a:custGeom>
          <a:gradFill rotWithShape="1">
            <a:gsLst>
              <a:gs pos="0">
                <a:srgbClr val="627D8D"/>
              </a:gs>
              <a:gs pos="21794">
                <a:srgbClr val="627D8D"/>
              </a:gs>
              <a:gs pos="55376">
                <a:srgbClr val="627D8D"/>
              </a:gs>
              <a:gs pos="96421">
                <a:srgbClr val="98ABB7"/>
              </a:gs>
              <a:gs pos="100000">
                <a:srgbClr val="98ABB7"/>
              </a:gs>
            </a:gsLst>
            <a:lin ang="1983350" scaled="0"/>
          </a:gradFill>
          <a:ln>
            <a:noFill/>
          </a:ln>
        </p:spPr>
      </p:sp>
      <p:sp>
        <p:nvSpPr>
          <p:cNvPr id="92" name="!!path-2xl"/>
          <p:cNvSpPr/>
          <p:nvPr/>
        </p:nvSpPr>
        <p:spPr>
          <a:xfrm>
            <a:off x="5591087" y="3113882"/>
            <a:ext cx="172492" cy="114143"/>
          </a:xfrm>
          <a:custGeom>
            <a:avLst/>
            <a:gdLst/>
            <a:ahLst/>
            <a:cxnLst/>
            <a:rect l="l" t="t" r="r" b="b"/>
            <a:pathLst>
              <a:path w="172492" h="114143">
                <a:moveTo>
                  <a:pt x="0" y="11180"/>
                </a:moveTo>
                <a:cubicBezTo>
                  <a:pt x="9583" y="4259"/>
                  <a:pt x="33008" y="2130"/>
                  <a:pt x="52174" y="7240"/>
                </a:cubicBezTo>
                <a:cubicBezTo>
                  <a:pt x="68145" y="11712"/>
                  <a:pt x="79858" y="18101"/>
                  <a:pt x="87311" y="24490"/>
                </a:cubicBezTo>
                <a:cubicBezTo>
                  <a:pt x="95829" y="17036"/>
                  <a:pt x="110736" y="7453"/>
                  <a:pt x="128837" y="2981"/>
                </a:cubicBezTo>
                <a:cubicBezTo>
                  <a:pt x="145873" y="0"/>
                  <a:pt x="162910" y="1597"/>
                  <a:pt x="172492" y="9051"/>
                </a:cubicBezTo>
                <a:lnTo>
                  <a:pt x="172279" y="93487"/>
                </a:lnTo>
                <a:cubicBezTo>
                  <a:pt x="153327" y="91038"/>
                  <a:pt x="116060" y="92635"/>
                  <a:pt x="87950" y="113504"/>
                </a:cubicBezTo>
                <a:quadBezTo>
                  <a:pt x="87311" y="114143"/>
                  <a:pt x="86672" y="113504"/>
                </a:quadBezTo>
                <a:cubicBezTo>
                  <a:pt x="58562" y="92635"/>
                  <a:pt x="22360" y="91038"/>
                  <a:pt x="3194" y="94551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0000"/>
                </a:srgbClr>
              </a:gs>
              <a:gs pos="4764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83333" t="79291" r="16667" b="20709"/>
            </a:path>
          </a:gradFill>
          <a:ln>
            <a:noFill/>
          </a:ln>
        </p:spPr>
      </p:sp>
      <p:sp>
        <p:nvSpPr>
          <p:cNvPr id="93" name="!!line-2xm"/>
          <p:cNvSpPr/>
          <p:nvPr/>
        </p:nvSpPr>
        <p:spPr>
          <a:xfrm>
            <a:off x="5679143" y="3144334"/>
            <a:ext cx="1" cy="80496"/>
          </a:xfrm>
          <a:custGeom>
            <a:avLst/>
            <a:gdLst/>
            <a:ahLst/>
            <a:cxnLst/>
            <a:rect l="l" t="t" r="r" b="b"/>
            <a:pathLst>
              <a:path w="1" h="80496">
                <a:moveTo>
                  <a:pt x="0" y="0"/>
                </a:moveTo>
                <a:lnTo>
                  <a:pt x="0" y="80496"/>
                </a:lnTo>
              </a:path>
            </a:pathLst>
          </a:custGeom>
          <a:solidFill>
            <a:srgbClr val="000000"/>
          </a:solidFill>
          <a:ln w="3620" cap="rnd">
            <a:solidFill>
              <a:srgbClr val="C9D3D9"/>
            </a:solidFill>
            <a:prstDash val="solid"/>
            <a:miter lim="800000"/>
          </a:ln>
        </p:spPr>
      </p:sp>
      <p:sp>
        <p:nvSpPr>
          <p:cNvPr id="94" name="!!path-2xn"/>
          <p:cNvSpPr/>
          <p:nvPr/>
        </p:nvSpPr>
        <p:spPr>
          <a:xfrm>
            <a:off x="5736215" y="3185754"/>
            <a:ext cx="13310" cy="19911"/>
          </a:xfrm>
          <a:custGeom>
            <a:avLst/>
            <a:gdLst/>
            <a:ahLst/>
            <a:cxnLst/>
            <a:rect l="l" t="t" r="r" b="b"/>
            <a:pathLst>
              <a:path w="13310" h="19911">
                <a:moveTo>
                  <a:pt x="0" y="1384"/>
                </a:moveTo>
                <a:lnTo>
                  <a:pt x="7986" y="0"/>
                </a:lnTo>
                <a:lnTo>
                  <a:pt x="13310" y="19485"/>
                </a:lnTo>
                <a:lnTo>
                  <a:pt x="3940" y="19911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 w="532" cap="flat">
            <a:solidFill>
              <a:srgbClr val="FFFFFF">
                <a:alpha val="55000"/>
              </a:srgbClr>
            </a:solidFill>
            <a:prstDash val="solid"/>
            <a:round/>
          </a:ln>
        </p:spPr>
      </p:sp>
      <p:sp>
        <p:nvSpPr>
          <p:cNvPr id="95" name="!!text-2xo" descr="救「舊」我的書"/>
          <p:cNvSpPr txBox="1"/>
          <p:nvPr/>
        </p:nvSpPr>
        <p:spPr>
          <a:xfrm>
            <a:off x="5803721" y="3072369"/>
            <a:ext cx="712729" cy="16381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91" b="1" kern="0" spc="-445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救</a:t>
            </a:r>
            <a:r>
              <a:rPr lang="zh-TW" altLang="en-US" sz="891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「舊</a:t>
            </a:r>
            <a:r>
              <a:rPr lang="zh-TW" altLang="en-US" sz="891" b="1" kern="0" spc="-445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」</a:t>
            </a:r>
            <a:r>
              <a:rPr lang="zh-TW" altLang="en-US" sz="891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我的書</a:t>
            </a:r>
            <a:endParaRPr lang="zh-TW" sz="891"/>
          </a:p>
        </p:txBody>
      </p:sp>
      <p:sp>
        <p:nvSpPr>
          <p:cNvPr id="96" name="!!rect-2y2"/>
          <p:cNvSpPr/>
          <p:nvPr/>
        </p:nvSpPr>
        <p:spPr>
          <a:xfrm>
            <a:off x="5157833" y="3291046"/>
            <a:ext cx="825728" cy="973996"/>
          </a:xfrm>
          <a:custGeom>
            <a:avLst/>
            <a:gdLst/>
            <a:ahLst/>
            <a:cxnLst/>
            <a:rect l="l" t="t" r="r" b="b"/>
            <a:pathLst>
              <a:path w="825728" h="973996">
                <a:moveTo>
                  <a:pt x="0" y="0"/>
                </a:moveTo>
                <a:lnTo>
                  <a:pt x="779144" y="0"/>
                </a:lnTo>
                <a:cubicBezTo>
                  <a:pt x="804871" y="0"/>
                  <a:pt x="825728" y="20856"/>
                  <a:pt x="825728" y="46584"/>
                </a:cubicBezTo>
                <a:lnTo>
                  <a:pt x="825728" y="973996"/>
                </a:lnTo>
                <a:lnTo>
                  <a:pt x="0" y="973996"/>
                </a:lnTo>
                <a:lnTo>
                  <a:pt x="0" y="0"/>
                </a:lnTo>
                <a:close/>
              </a:path>
            </a:pathLst>
          </a:custGeom>
          <a:solidFill>
            <a:srgbClr val="D5DDE2"/>
          </a:solidFill>
          <a:ln>
            <a:noFill/>
          </a:ln>
        </p:spPr>
      </p:sp>
      <p:sp>
        <p:nvSpPr>
          <p:cNvPr id="97" name="!!path-2y3"/>
          <p:cNvSpPr/>
          <p:nvPr/>
        </p:nvSpPr>
        <p:spPr>
          <a:xfrm>
            <a:off x="4825625" y="3291046"/>
            <a:ext cx="332208" cy="1160817"/>
          </a:xfrm>
          <a:custGeom>
            <a:avLst/>
            <a:gdLst/>
            <a:ahLst/>
            <a:cxnLst/>
            <a:rect l="l" t="t" r="r" b="b"/>
            <a:pathLst>
              <a:path w="332208" h="1160817">
                <a:moveTo>
                  <a:pt x="13644" y="1157601"/>
                </a:moveTo>
                <a:lnTo>
                  <a:pt x="7851" y="1150542"/>
                </a:lnTo>
                <a:lnTo>
                  <a:pt x="3546" y="1142488"/>
                </a:lnTo>
                <a:lnTo>
                  <a:pt x="895" y="1133749"/>
                </a:lnTo>
                <a:lnTo>
                  <a:pt x="0" y="1124661"/>
                </a:lnTo>
                <a:lnTo>
                  <a:pt x="0" y="46584"/>
                </a:lnTo>
                <a:lnTo>
                  <a:pt x="895" y="37496"/>
                </a:lnTo>
                <a:lnTo>
                  <a:pt x="3546" y="28757"/>
                </a:lnTo>
                <a:lnTo>
                  <a:pt x="7851" y="20703"/>
                </a:lnTo>
                <a:lnTo>
                  <a:pt x="13644" y="13644"/>
                </a:lnTo>
                <a:lnTo>
                  <a:pt x="20703" y="7851"/>
                </a:lnTo>
                <a:lnTo>
                  <a:pt x="28757" y="3546"/>
                </a:lnTo>
                <a:lnTo>
                  <a:pt x="37496" y="895"/>
                </a:lnTo>
                <a:lnTo>
                  <a:pt x="46584" y="0"/>
                </a:lnTo>
                <a:lnTo>
                  <a:pt x="332208" y="0"/>
                </a:lnTo>
                <a:lnTo>
                  <a:pt x="332208" y="973997"/>
                </a:lnTo>
                <a:lnTo>
                  <a:pt x="17563" y="1160817"/>
                </a:lnTo>
                <a:close/>
              </a:path>
            </a:pathLst>
          </a:custGeom>
          <a:solidFill>
            <a:srgbClr val="C4CED5"/>
          </a:solidFill>
          <a:ln>
            <a:noFill/>
          </a:ln>
        </p:spPr>
      </p:sp>
      <p:sp>
        <p:nvSpPr>
          <p:cNvPr id="98" name="!!path-2y4"/>
          <p:cNvSpPr/>
          <p:nvPr/>
        </p:nvSpPr>
        <p:spPr>
          <a:xfrm>
            <a:off x="4843188" y="4265043"/>
            <a:ext cx="1140372" cy="197248"/>
          </a:xfrm>
          <a:custGeom>
            <a:avLst/>
            <a:gdLst/>
            <a:ahLst/>
            <a:cxnLst/>
            <a:rect l="l" t="t" r="r" b="b"/>
            <a:pathLst>
              <a:path w="1140372" h="197248">
                <a:moveTo>
                  <a:pt x="0" y="186820"/>
                </a:moveTo>
                <a:lnTo>
                  <a:pt x="3140" y="189398"/>
                </a:lnTo>
                <a:lnTo>
                  <a:pt x="11194" y="193702"/>
                </a:lnTo>
                <a:lnTo>
                  <a:pt x="19933" y="196353"/>
                </a:lnTo>
                <a:lnTo>
                  <a:pt x="29021" y="197248"/>
                </a:lnTo>
                <a:lnTo>
                  <a:pt x="1093789" y="197248"/>
                </a:lnTo>
                <a:lnTo>
                  <a:pt x="1102877" y="196353"/>
                </a:lnTo>
                <a:lnTo>
                  <a:pt x="1111616" y="193702"/>
                </a:lnTo>
                <a:lnTo>
                  <a:pt x="1119669" y="189398"/>
                </a:lnTo>
                <a:lnTo>
                  <a:pt x="1126728" y="183604"/>
                </a:lnTo>
                <a:lnTo>
                  <a:pt x="1132522" y="176545"/>
                </a:lnTo>
                <a:lnTo>
                  <a:pt x="1136826" y="168491"/>
                </a:lnTo>
                <a:lnTo>
                  <a:pt x="1139477" y="159753"/>
                </a:lnTo>
                <a:lnTo>
                  <a:pt x="1140372" y="150665"/>
                </a:lnTo>
                <a:lnTo>
                  <a:pt x="1140372" y="0"/>
                </a:lnTo>
                <a:lnTo>
                  <a:pt x="314645" y="0"/>
                </a:lnTo>
                <a:close/>
              </a:path>
            </a:pathLst>
          </a:custGeom>
          <a:solidFill>
            <a:srgbClr val="E8EDF0"/>
          </a:solidFill>
          <a:ln>
            <a:noFill/>
          </a:ln>
        </p:spPr>
      </p:sp>
      <p:sp>
        <p:nvSpPr>
          <p:cNvPr id="99" name="!!rect-2yl"/>
          <p:cNvSpPr/>
          <p:nvPr/>
        </p:nvSpPr>
        <p:spPr>
          <a:xfrm>
            <a:off x="4825625" y="3291046"/>
            <a:ext cx="1157935" cy="585622"/>
          </a:xfrm>
          <a:custGeom>
            <a:avLst/>
            <a:gdLst/>
            <a:ahLst/>
            <a:cxnLst/>
            <a:rect l="l" t="t" r="r" b="b"/>
            <a:pathLst>
              <a:path w="1157935" h="585622">
                <a:moveTo>
                  <a:pt x="46584" y="0"/>
                </a:moveTo>
                <a:lnTo>
                  <a:pt x="1111352" y="0"/>
                </a:lnTo>
                <a:cubicBezTo>
                  <a:pt x="1137079" y="0"/>
                  <a:pt x="1157935" y="20856"/>
                  <a:pt x="1157935" y="46584"/>
                </a:cubicBezTo>
                <a:lnTo>
                  <a:pt x="1157935" y="585622"/>
                </a:lnTo>
                <a:lnTo>
                  <a:pt x="0" y="585622"/>
                </a:lnTo>
                <a:lnTo>
                  <a:pt x="0" y="46584"/>
                </a:lnTo>
                <a:cubicBezTo>
                  <a:pt x="0" y="20856"/>
                  <a:pt x="20856" y="0"/>
                  <a:pt x="46584" y="0"/>
                </a:cubicBezTo>
                <a:close/>
              </a:path>
            </a:pathLst>
          </a:custGeom>
          <a:gradFill rotWithShape="1">
            <a:gsLst>
              <a:gs pos="0">
                <a:srgbClr val="0B1A26">
                  <a:alpha val="20000"/>
                </a:srgbClr>
              </a:gs>
              <a:gs pos="100000">
                <a:srgbClr val="0B1A26">
                  <a:alpha val="0"/>
                </a:srgbClr>
              </a:gs>
            </a:gsLst>
            <a:lin ang="5400000" scaled="0"/>
          </a:gradFill>
          <a:ln>
            <a:noFill/>
          </a:ln>
        </p:spPr>
      </p:sp>
      <p:sp>
        <p:nvSpPr>
          <p:cNvPr id="100" name="!!circle-2ym"/>
          <p:cNvSpPr/>
          <p:nvPr/>
        </p:nvSpPr>
        <p:spPr>
          <a:xfrm>
            <a:off x="6014173" y="3794149"/>
            <a:ext cx="45253" cy="45253"/>
          </a:xfrm>
          <a:prstGeom prst="ellipse">
            <a:avLst/>
          </a:prstGeom>
          <a:solidFill>
            <a:srgbClr val="AEB9C1"/>
          </a:solidFill>
          <a:ln>
            <a:noFill/>
          </a:ln>
        </p:spPr>
      </p:sp>
      <p:sp>
        <p:nvSpPr>
          <p:cNvPr id="101" name="!!rect-2yy"/>
          <p:cNvSpPr/>
          <p:nvPr/>
        </p:nvSpPr>
        <p:spPr>
          <a:xfrm>
            <a:off x="4825625" y="3291046"/>
            <a:ext cx="1157935" cy="1171245"/>
          </a:xfrm>
          <a:prstGeom prst="roundRect">
            <a:avLst>
              <a:gd name="adj" fmla="val 4023"/>
            </a:avLst>
          </a:prstGeom>
          <a:solidFill>
            <a:srgbClr val="F4F8FA">
              <a:alpha val="40000"/>
            </a:srgbClr>
          </a:solidFill>
          <a:ln>
            <a:noFill/>
          </a:ln>
        </p:spPr>
      </p:sp>
      <p:sp>
        <p:nvSpPr>
          <p:cNvPr id="102" name="!!path-2yz"/>
          <p:cNvSpPr/>
          <p:nvPr/>
        </p:nvSpPr>
        <p:spPr>
          <a:xfrm>
            <a:off x="5080371" y="3291046"/>
            <a:ext cx="509491" cy="1171245"/>
          </a:xfrm>
          <a:custGeom>
            <a:avLst/>
            <a:gdLst/>
            <a:ahLst/>
            <a:cxnLst/>
            <a:rect l="l" t="t" r="r" b="b"/>
            <a:pathLst>
              <a:path w="509491" h="1171245">
                <a:moveTo>
                  <a:pt x="324222" y="0"/>
                </a:moveTo>
                <a:lnTo>
                  <a:pt x="509491" y="0"/>
                </a:lnTo>
                <a:lnTo>
                  <a:pt x="185270" y="1171245"/>
                </a:lnTo>
                <a:lnTo>
                  <a:pt x="0" y="1171245"/>
                </a:lnTo>
                <a:close/>
              </a:path>
            </a:pathLst>
          </a:custGeom>
          <a:solidFill>
            <a:srgbClr val="FFFFFF">
              <a:alpha val="34000"/>
            </a:srgbClr>
          </a:solidFill>
          <a:ln>
            <a:noFill/>
          </a:ln>
        </p:spPr>
      </p:sp>
      <p:sp>
        <p:nvSpPr>
          <p:cNvPr id="103" name="!!path-2z0"/>
          <p:cNvSpPr/>
          <p:nvPr/>
        </p:nvSpPr>
        <p:spPr>
          <a:xfrm>
            <a:off x="5323538" y="3291046"/>
            <a:ext cx="370539" cy="1171245"/>
          </a:xfrm>
          <a:custGeom>
            <a:avLst/>
            <a:gdLst/>
            <a:ahLst/>
            <a:cxnLst/>
            <a:rect l="l" t="t" r="r" b="b"/>
            <a:pathLst>
              <a:path w="370539" h="1171245">
                <a:moveTo>
                  <a:pt x="324222" y="0"/>
                </a:moveTo>
                <a:lnTo>
                  <a:pt x="370539" y="0"/>
                </a:lnTo>
                <a:lnTo>
                  <a:pt x="46317" y="1171245"/>
                </a:lnTo>
                <a:lnTo>
                  <a:pt x="0" y="1171245"/>
                </a:lnTo>
                <a:close/>
              </a:path>
            </a:pathLst>
          </a:custGeom>
          <a:solidFill>
            <a:srgbClr val="FFFFFF">
              <a:alpha val="28000"/>
            </a:srgbClr>
          </a:solidFill>
          <a:ln>
            <a:noFill/>
          </a:ln>
        </p:spPr>
      </p:sp>
      <p:sp>
        <p:nvSpPr>
          <p:cNvPr id="104" name="!!rect-2z1"/>
          <p:cNvSpPr/>
          <p:nvPr/>
        </p:nvSpPr>
        <p:spPr>
          <a:xfrm>
            <a:off x="4830949" y="3296370"/>
            <a:ext cx="1147287" cy="1160597"/>
          </a:xfrm>
          <a:prstGeom prst="roundRect">
            <a:avLst>
              <a:gd name="adj" fmla="val 3770"/>
            </a:avLst>
          </a:prstGeom>
          <a:noFill/>
          <a:ln w="10648" cap="flat">
            <a:solidFill>
              <a:srgbClr val="FFFFFF">
                <a:alpha val="95000"/>
              </a:srgbClr>
            </a:solidFill>
            <a:prstDash val="solid"/>
            <a:miter lim="800000"/>
          </a:ln>
        </p:spPr>
      </p:sp>
      <p:sp>
        <p:nvSpPr>
          <p:cNvPr id="105" name="!!rect-2z2"/>
          <p:cNvSpPr/>
          <p:nvPr/>
        </p:nvSpPr>
        <p:spPr>
          <a:xfrm>
            <a:off x="4825625" y="3291046"/>
            <a:ext cx="1157935" cy="1171245"/>
          </a:xfrm>
          <a:prstGeom prst="roundRect">
            <a:avLst>
              <a:gd name="adj" fmla="val 4023"/>
            </a:avLst>
          </a:prstGeom>
          <a:noFill/>
          <a:ln w="6655" cap="flat">
            <a:solidFill>
              <a:srgbClr val="8FA0AB">
                <a:alpha val="50000"/>
              </a:srgbClr>
            </a:solidFill>
            <a:prstDash val="solid"/>
            <a:miter lim="800000"/>
          </a:ln>
        </p:spPr>
      </p:sp>
      <p:sp>
        <p:nvSpPr>
          <p:cNvPr id="106" name="!!rect-2z3"/>
          <p:cNvSpPr/>
          <p:nvPr/>
        </p:nvSpPr>
        <p:spPr>
          <a:xfrm>
            <a:off x="4898828" y="3364249"/>
            <a:ext cx="332740" cy="159715"/>
          </a:xfrm>
          <a:prstGeom prst="roundRect">
            <a:avLst>
              <a:gd name="adj" fmla="val 29167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107" name="!!text-2z6" descr="A01"/>
          <p:cNvSpPr txBox="1"/>
          <p:nvPr/>
        </p:nvSpPr>
        <p:spPr>
          <a:xfrm>
            <a:off x="4980370" y="3369307"/>
            <a:ext cx="197608" cy="13490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34" b="1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A01</a:t>
            </a:r>
            <a:endParaRPr lang="zh-TW" sz="734"/>
          </a:p>
        </p:txBody>
      </p:sp>
      <p:sp>
        <p:nvSpPr>
          <p:cNvPr id="108" name="!!rect-2zw"/>
          <p:cNvSpPr/>
          <p:nvPr/>
        </p:nvSpPr>
        <p:spPr>
          <a:xfrm>
            <a:off x="6422245" y="3291046"/>
            <a:ext cx="825727" cy="973996"/>
          </a:xfrm>
          <a:custGeom>
            <a:avLst/>
            <a:gdLst/>
            <a:ahLst/>
            <a:cxnLst/>
            <a:rect l="l" t="t" r="r" b="b"/>
            <a:pathLst>
              <a:path w="825727" h="973996">
                <a:moveTo>
                  <a:pt x="0" y="0"/>
                </a:moveTo>
                <a:lnTo>
                  <a:pt x="779144" y="0"/>
                </a:lnTo>
                <a:cubicBezTo>
                  <a:pt x="804871" y="0"/>
                  <a:pt x="825727" y="20856"/>
                  <a:pt x="825727" y="46584"/>
                </a:cubicBezTo>
                <a:lnTo>
                  <a:pt x="825727" y="973996"/>
                </a:lnTo>
                <a:lnTo>
                  <a:pt x="0" y="973996"/>
                </a:lnTo>
                <a:lnTo>
                  <a:pt x="0" y="0"/>
                </a:lnTo>
                <a:close/>
              </a:path>
            </a:pathLst>
          </a:custGeom>
          <a:solidFill>
            <a:srgbClr val="D5DDE2"/>
          </a:solidFill>
          <a:ln>
            <a:noFill/>
          </a:ln>
        </p:spPr>
      </p:sp>
      <p:sp>
        <p:nvSpPr>
          <p:cNvPr id="109" name="!!path-2zx"/>
          <p:cNvSpPr/>
          <p:nvPr/>
        </p:nvSpPr>
        <p:spPr>
          <a:xfrm>
            <a:off x="6090037" y="3291046"/>
            <a:ext cx="332208" cy="1160817"/>
          </a:xfrm>
          <a:custGeom>
            <a:avLst/>
            <a:gdLst/>
            <a:ahLst/>
            <a:cxnLst/>
            <a:rect l="l" t="t" r="r" b="b"/>
            <a:pathLst>
              <a:path w="332208" h="1160817">
                <a:moveTo>
                  <a:pt x="13644" y="1157601"/>
                </a:moveTo>
                <a:lnTo>
                  <a:pt x="7851" y="1150542"/>
                </a:lnTo>
                <a:lnTo>
                  <a:pt x="3546" y="1142488"/>
                </a:lnTo>
                <a:lnTo>
                  <a:pt x="895" y="1133749"/>
                </a:lnTo>
                <a:lnTo>
                  <a:pt x="0" y="1124661"/>
                </a:lnTo>
                <a:lnTo>
                  <a:pt x="0" y="46584"/>
                </a:lnTo>
                <a:lnTo>
                  <a:pt x="895" y="37496"/>
                </a:lnTo>
                <a:lnTo>
                  <a:pt x="3546" y="28757"/>
                </a:lnTo>
                <a:lnTo>
                  <a:pt x="7851" y="20703"/>
                </a:lnTo>
                <a:lnTo>
                  <a:pt x="13644" y="13644"/>
                </a:lnTo>
                <a:lnTo>
                  <a:pt x="20703" y="7851"/>
                </a:lnTo>
                <a:lnTo>
                  <a:pt x="28757" y="3546"/>
                </a:lnTo>
                <a:lnTo>
                  <a:pt x="37496" y="895"/>
                </a:lnTo>
                <a:lnTo>
                  <a:pt x="46584" y="0"/>
                </a:lnTo>
                <a:lnTo>
                  <a:pt x="332208" y="0"/>
                </a:lnTo>
                <a:lnTo>
                  <a:pt x="332208" y="973997"/>
                </a:lnTo>
                <a:lnTo>
                  <a:pt x="17563" y="1160817"/>
                </a:lnTo>
                <a:close/>
              </a:path>
            </a:pathLst>
          </a:custGeom>
          <a:solidFill>
            <a:srgbClr val="C4CED5"/>
          </a:solidFill>
          <a:ln>
            <a:noFill/>
          </a:ln>
        </p:spPr>
      </p:sp>
      <p:sp>
        <p:nvSpPr>
          <p:cNvPr id="110" name="!!path-2zy"/>
          <p:cNvSpPr/>
          <p:nvPr/>
        </p:nvSpPr>
        <p:spPr>
          <a:xfrm>
            <a:off x="6107600" y="4265043"/>
            <a:ext cx="1140372" cy="197248"/>
          </a:xfrm>
          <a:custGeom>
            <a:avLst/>
            <a:gdLst/>
            <a:ahLst/>
            <a:cxnLst/>
            <a:rect l="l" t="t" r="r" b="b"/>
            <a:pathLst>
              <a:path w="1140372" h="197248">
                <a:moveTo>
                  <a:pt x="0" y="186820"/>
                </a:moveTo>
                <a:lnTo>
                  <a:pt x="3140" y="189398"/>
                </a:lnTo>
                <a:lnTo>
                  <a:pt x="11194" y="193702"/>
                </a:lnTo>
                <a:lnTo>
                  <a:pt x="19933" y="196353"/>
                </a:lnTo>
                <a:lnTo>
                  <a:pt x="29021" y="197248"/>
                </a:lnTo>
                <a:lnTo>
                  <a:pt x="1093789" y="197248"/>
                </a:lnTo>
                <a:lnTo>
                  <a:pt x="1102877" y="196353"/>
                </a:lnTo>
                <a:lnTo>
                  <a:pt x="1111616" y="193702"/>
                </a:lnTo>
                <a:lnTo>
                  <a:pt x="1119669" y="189398"/>
                </a:lnTo>
                <a:lnTo>
                  <a:pt x="1126728" y="183604"/>
                </a:lnTo>
                <a:lnTo>
                  <a:pt x="1132522" y="176545"/>
                </a:lnTo>
                <a:lnTo>
                  <a:pt x="1136826" y="168491"/>
                </a:lnTo>
                <a:lnTo>
                  <a:pt x="1139477" y="159753"/>
                </a:lnTo>
                <a:lnTo>
                  <a:pt x="1140372" y="150665"/>
                </a:lnTo>
                <a:lnTo>
                  <a:pt x="1140372" y="0"/>
                </a:lnTo>
                <a:lnTo>
                  <a:pt x="314645" y="0"/>
                </a:lnTo>
                <a:close/>
              </a:path>
            </a:pathLst>
          </a:custGeom>
          <a:solidFill>
            <a:srgbClr val="E8EDF0"/>
          </a:solidFill>
          <a:ln>
            <a:noFill/>
          </a:ln>
        </p:spPr>
      </p:sp>
      <p:sp>
        <p:nvSpPr>
          <p:cNvPr id="111" name="!!ellipse-2zz"/>
          <p:cNvSpPr/>
          <p:nvPr/>
        </p:nvSpPr>
        <p:spPr>
          <a:xfrm>
            <a:off x="6683486" y="4327185"/>
            <a:ext cx="577637" cy="66548"/>
          </a:xfrm>
          <a:prstGeom prst="ellipse">
            <a:avLst/>
          </a:prstGeom>
          <a:solidFill>
            <a:srgbClr val="0B1A26">
              <a:alpha val="14000"/>
            </a:srgbClr>
          </a:solidFill>
          <a:ln>
            <a:noFill/>
          </a:ln>
        </p:spPr>
      </p:sp>
      <p:sp>
        <p:nvSpPr>
          <p:cNvPr id="112" name="!!rect-301"/>
          <p:cNvSpPr/>
          <p:nvPr/>
        </p:nvSpPr>
        <p:spPr>
          <a:xfrm>
            <a:off x="6712767" y="3701634"/>
            <a:ext cx="465836" cy="652170"/>
          </a:xfrm>
          <a:prstGeom prst="roundRect">
            <a:avLst>
              <a:gd name="adj" fmla="val 4286"/>
            </a:avLst>
          </a:prstGeom>
          <a:gradFill rotWithShape="1">
            <a:gsLst>
              <a:gs pos="0">
                <a:srgbClr val="AB6C59"/>
              </a:gs>
              <a:gs pos="100000">
                <a:srgbClr val="834C3C"/>
              </a:gs>
            </a:gsLst>
            <a:lin ang="3267739" scaled="0"/>
          </a:gradFill>
          <a:ln>
            <a:noFill/>
          </a:ln>
        </p:spPr>
      </p:sp>
      <p:sp>
        <p:nvSpPr>
          <p:cNvPr id="113" name="!!rect-302"/>
          <p:cNvSpPr/>
          <p:nvPr/>
        </p:nvSpPr>
        <p:spPr>
          <a:xfrm>
            <a:off x="6754692" y="3701634"/>
            <a:ext cx="23292" cy="652170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</p:spPr>
      </p:sp>
      <p:sp>
        <p:nvSpPr>
          <p:cNvPr id="114" name="!!rect-303"/>
          <p:cNvSpPr/>
          <p:nvPr/>
        </p:nvSpPr>
        <p:spPr>
          <a:xfrm>
            <a:off x="6829226" y="3819025"/>
            <a:ext cx="260868" cy="45652"/>
          </a:xfrm>
          <a:prstGeom prst="roundRect">
            <a:avLst>
              <a:gd name="adj" fmla="val 28571"/>
            </a:avLst>
          </a:prstGeom>
          <a:solidFill>
            <a:srgbClr val="F1E3C8"/>
          </a:solidFill>
          <a:ln>
            <a:noFill/>
          </a:ln>
        </p:spPr>
      </p:sp>
      <p:sp>
        <p:nvSpPr>
          <p:cNvPr id="115" name="!!rect-304"/>
          <p:cNvSpPr/>
          <p:nvPr/>
        </p:nvSpPr>
        <p:spPr>
          <a:xfrm>
            <a:off x="6829226" y="3897285"/>
            <a:ext cx="177018" cy="29348"/>
          </a:xfrm>
          <a:prstGeom prst="roundRect">
            <a:avLst>
              <a:gd name="adj" fmla="val 44444"/>
            </a:avLst>
          </a:prstGeom>
          <a:solidFill>
            <a:srgbClr val="F1E3C8">
              <a:alpha val="72000"/>
            </a:srgbClr>
          </a:solidFill>
          <a:ln>
            <a:noFill/>
          </a:ln>
        </p:spPr>
      </p:sp>
      <p:sp>
        <p:nvSpPr>
          <p:cNvPr id="116" name="!!rect-305"/>
          <p:cNvSpPr/>
          <p:nvPr/>
        </p:nvSpPr>
        <p:spPr>
          <a:xfrm>
            <a:off x="6829226" y="4223370"/>
            <a:ext cx="130434" cy="26087"/>
          </a:xfrm>
          <a:prstGeom prst="roundRect">
            <a:avLst>
              <a:gd name="adj" fmla="val 50000"/>
            </a:avLst>
          </a:prstGeom>
          <a:solidFill>
            <a:srgbClr val="F1E3C8">
              <a:alpha val="55000"/>
            </a:srgbClr>
          </a:solidFill>
          <a:ln>
            <a:noFill/>
          </a:ln>
        </p:spPr>
      </p:sp>
      <p:sp>
        <p:nvSpPr>
          <p:cNvPr id="117" name="!!rect-306"/>
          <p:cNvSpPr/>
          <p:nvPr/>
        </p:nvSpPr>
        <p:spPr>
          <a:xfrm>
            <a:off x="6090037" y="3291046"/>
            <a:ext cx="1157935" cy="585622"/>
          </a:xfrm>
          <a:custGeom>
            <a:avLst/>
            <a:gdLst/>
            <a:ahLst/>
            <a:cxnLst/>
            <a:rect l="l" t="t" r="r" b="b"/>
            <a:pathLst>
              <a:path w="1157935" h="585622">
                <a:moveTo>
                  <a:pt x="46584" y="0"/>
                </a:moveTo>
                <a:lnTo>
                  <a:pt x="1111352" y="0"/>
                </a:lnTo>
                <a:cubicBezTo>
                  <a:pt x="1137079" y="0"/>
                  <a:pt x="1157935" y="20856"/>
                  <a:pt x="1157935" y="46584"/>
                </a:cubicBezTo>
                <a:lnTo>
                  <a:pt x="1157935" y="585622"/>
                </a:lnTo>
                <a:lnTo>
                  <a:pt x="0" y="585622"/>
                </a:lnTo>
                <a:lnTo>
                  <a:pt x="0" y="46584"/>
                </a:lnTo>
                <a:cubicBezTo>
                  <a:pt x="0" y="20856"/>
                  <a:pt x="20856" y="0"/>
                  <a:pt x="46584" y="0"/>
                </a:cubicBezTo>
                <a:close/>
              </a:path>
            </a:pathLst>
          </a:custGeom>
          <a:gradFill rotWithShape="1">
            <a:gsLst>
              <a:gs pos="0">
                <a:srgbClr val="0B1A26">
                  <a:alpha val="20000"/>
                </a:srgbClr>
              </a:gs>
              <a:gs pos="100000">
                <a:srgbClr val="0B1A26">
                  <a:alpha val="0"/>
                </a:srgbClr>
              </a:gs>
            </a:gsLst>
            <a:lin ang="5400000" scaled="0"/>
          </a:gradFill>
          <a:ln>
            <a:noFill/>
          </a:ln>
        </p:spPr>
      </p:sp>
      <p:sp>
        <p:nvSpPr>
          <p:cNvPr id="118" name="!!circle-307"/>
          <p:cNvSpPr/>
          <p:nvPr/>
        </p:nvSpPr>
        <p:spPr>
          <a:xfrm>
            <a:off x="6014173" y="3913935"/>
            <a:ext cx="45253" cy="45253"/>
          </a:xfrm>
          <a:prstGeom prst="ellipse">
            <a:avLst/>
          </a:prstGeom>
          <a:solidFill>
            <a:srgbClr val="AEB9C1"/>
          </a:solidFill>
          <a:ln>
            <a:noFill/>
          </a:ln>
        </p:spPr>
      </p:sp>
      <p:sp>
        <p:nvSpPr>
          <p:cNvPr id="119" name="!!rect-309"/>
          <p:cNvSpPr/>
          <p:nvPr/>
        </p:nvSpPr>
        <p:spPr>
          <a:xfrm>
            <a:off x="6090037" y="3291046"/>
            <a:ext cx="1157935" cy="1171245"/>
          </a:xfrm>
          <a:prstGeom prst="roundRect">
            <a:avLst>
              <a:gd name="adj" fmla="val 4023"/>
            </a:avLst>
          </a:prstGeom>
          <a:solidFill>
            <a:srgbClr val="F4F8FA">
              <a:alpha val="40000"/>
            </a:srgbClr>
          </a:solidFill>
          <a:ln>
            <a:noFill/>
          </a:ln>
        </p:spPr>
      </p:sp>
      <p:sp>
        <p:nvSpPr>
          <p:cNvPr id="120" name="!!path-30a"/>
          <p:cNvSpPr/>
          <p:nvPr/>
        </p:nvSpPr>
        <p:spPr>
          <a:xfrm>
            <a:off x="6344783" y="3291046"/>
            <a:ext cx="509491" cy="1171245"/>
          </a:xfrm>
          <a:custGeom>
            <a:avLst/>
            <a:gdLst/>
            <a:ahLst/>
            <a:cxnLst/>
            <a:rect l="l" t="t" r="r" b="b"/>
            <a:pathLst>
              <a:path w="509491" h="1171245">
                <a:moveTo>
                  <a:pt x="324222" y="0"/>
                </a:moveTo>
                <a:lnTo>
                  <a:pt x="509491" y="0"/>
                </a:lnTo>
                <a:lnTo>
                  <a:pt x="185270" y="1171245"/>
                </a:lnTo>
                <a:lnTo>
                  <a:pt x="0" y="1171245"/>
                </a:lnTo>
                <a:close/>
              </a:path>
            </a:pathLst>
          </a:custGeom>
          <a:solidFill>
            <a:srgbClr val="FFFFFF">
              <a:alpha val="34000"/>
            </a:srgbClr>
          </a:solidFill>
          <a:ln>
            <a:noFill/>
          </a:ln>
        </p:spPr>
      </p:sp>
      <p:sp>
        <p:nvSpPr>
          <p:cNvPr id="121" name="!!path-30b"/>
          <p:cNvSpPr/>
          <p:nvPr/>
        </p:nvSpPr>
        <p:spPr>
          <a:xfrm>
            <a:off x="6587950" y="3291046"/>
            <a:ext cx="370539" cy="1171245"/>
          </a:xfrm>
          <a:custGeom>
            <a:avLst/>
            <a:gdLst/>
            <a:ahLst/>
            <a:cxnLst/>
            <a:rect l="l" t="t" r="r" b="b"/>
            <a:pathLst>
              <a:path w="370539" h="1171245">
                <a:moveTo>
                  <a:pt x="324222" y="0"/>
                </a:moveTo>
                <a:lnTo>
                  <a:pt x="370539" y="0"/>
                </a:lnTo>
                <a:lnTo>
                  <a:pt x="46317" y="1171245"/>
                </a:lnTo>
                <a:lnTo>
                  <a:pt x="0" y="1171245"/>
                </a:lnTo>
                <a:close/>
              </a:path>
            </a:pathLst>
          </a:custGeom>
          <a:solidFill>
            <a:srgbClr val="FFFFFF">
              <a:alpha val="28000"/>
            </a:srgbClr>
          </a:solidFill>
          <a:ln>
            <a:noFill/>
          </a:ln>
        </p:spPr>
      </p:sp>
      <p:sp>
        <p:nvSpPr>
          <p:cNvPr id="122" name="!!rect-30c"/>
          <p:cNvSpPr/>
          <p:nvPr/>
        </p:nvSpPr>
        <p:spPr>
          <a:xfrm>
            <a:off x="6095361" y="3296370"/>
            <a:ext cx="1147287" cy="1160597"/>
          </a:xfrm>
          <a:prstGeom prst="roundRect">
            <a:avLst>
              <a:gd name="adj" fmla="val 3770"/>
            </a:avLst>
          </a:prstGeom>
          <a:noFill/>
          <a:ln w="10648" cap="flat">
            <a:solidFill>
              <a:srgbClr val="FFFFFF">
                <a:alpha val="95000"/>
              </a:srgbClr>
            </a:solidFill>
            <a:prstDash val="solid"/>
            <a:miter lim="800000"/>
          </a:ln>
        </p:spPr>
      </p:sp>
      <p:sp>
        <p:nvSpPr>
          <p:cNvPr id="123" name="!!rect-30d"/>
          <p:cNvSpPr/>
          <p:nvPr/>
        </p:nvSpPr>
        <p:spPr>
          <a:xfrm>
            <a:off x="6090037" y="3291046"/>
            <a:ext cx="1157935" cy="1171245"/>
          </a:xfrm>
          <a:prstGeom prst="roundRect">
            <a:avLst>
              <a:gd name="adj" fmla="val 4023"/>
            </a:avLst>
          </a:prstGeom>
          <a:noFill/>
          <a:ln w="6655" cap="flat">
            <a:solidFill>
              <a:srgbClr val="8FA0AB">
                <a:alpha val="50000"/>
              </a:srgbClr>
            </a:solidFill>
            <a:prstDash val="solid"/>
            <a:miter lim="800000"/>
          </a:ln>
        </p:spPr>
      </p:sp>
      <p:sp>
        <p:nvSpPr>
          <p:cNvPr id="124" name="!!rect-30e"/>
          <p:cNvSpPr/>
          <p:nvPr/>
        </p:nvSpPr>
        <p:spPr>
          <a:xfrm>
            <a:off x="6163240" y="3364249"/>
            <a:ext cx="332740" cy="159715"/>
          </a:xfrm>
          <a:prstGeom prst="roundRect">
            <a:avLst>
              <a:gd name="adj" fmla="val 29167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125" name="!!text-30f" descr="A02"/>
          <p:cNvSpPr txBox="1"/>
          <p:nvPr/>
        </p:nvSpPr>
        <p:spPr>
          <a:xfrm>
            <a:off x="6244781" y="3369307"/>
            <a:ext cx="197608" cy="13490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34" b="1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A02</a:t>
            </a:r>
            <a:endParaRPr lang="zh-TW" sz="734"/>
          </a:p>
        </p:txBody>
      </p:sp>
      <p:sp>
        <p:nvSpPr>
          <p:cNvPr id="126" name="!!rect-30m"/>
          <p:cNvSpPr/>
          <p:nvPr/>
        </p:nvSpPr>
        <p:spPr>
          <a:xfrm>
            <a:off x="5157833" y="4555458"/>
            <a:ext cx="825728" cy="973996"/>
          </a:xfrm>
          <a:custGeom>
            <a:avLst/>
            <a:gdLst/>
            <a:ahLst/>
            <a:cxnLst/>
            <a:rect l="l" t="t" r="r" b="b"/>
            <a:pathLst>
              <a:path w="825728" h="973996">
                <a:moveTo>
                  <a:pt x="0" y="0"/>
                </a:moveTo>
                <a:lnTo>
                  <a:pt x="779144" y="0"/>
                </a:lnTo>
                <a:cubicBezTo>
                  <a:pt x="804871" y="0"/>
                  <a:pt x="825728" y="20856"/>
                  <a:pt x="825728" y="46584"/>
                </a:cubicBezTo>
                <a:lnTo>
                  <a:pt x="825728" y="973996"/>
                </a:lnTo>
                <a:lnTo>
                  <a:pt x="0" y="973996"/>
                </a:lnTo>
                <a:lnTo>
                  <a:pt x="0" y="0"/>
                </a:lnTo>
                <a:close/>
              </a:path>
            </a:pathLst>
          </a:custGeom>
          <a:solidFill>
            <a:srgbClr val="D5DDE2"/>
          </a:solidFill>
          <a:ln>
            <a:noFill/>
          </a:ln>
        </p:spPr>
      </p:sp>
      <p:sp>
        <p:nvSpPr>
          <p:cNvPr id="127" name="!!path-30n"/>
          <p:cNvSpPr/>
          <p:nvPr/>
        </p:nvSpPr>
        <p:spPr>
          <a:xfrm>
            <a:off x="4825625" y="4555458"/>
            <a:ext cx="332208" cy="1160817"/>
          </a:xfrm>
          <a:custGeom>
            <a:avLst/>
            <a:gdLst/>
            <a:ahLst/>
            <a:cxnLst/>
            <a:rect l="l" t="t" r="r" b="b"/>
            <a:pathLst>
              <a:path w="332208" h="1160817">
                <a:moveTo>
                  <a:pt x="13644" y="1157601"/>
                </a:moveTo>
                <a:lnTo>
                  <a:pt x="7851" y="1150542"/>
                </a:lnTo>
                <a:lnTo>
                  <a:pt x="3546" y="1142488"/>
                </a:lnTo>
                <a:lnTo>
                  <a:pt x="895" y="1133749"/>
                </a:lnTo>
                <a:lnTo>
                  <a:pt x="0" y="1124661"/>
                </a:lnTo>
                <a:lnTo>
                  <a:pt x="0" y="46584"/>
                </a:lnTo>
                <a:lnTo>
                  <a:pt x="895" y="37496"/>
                </a:lnTo>
                <a:lnTo>
                  <a:pt x="3546" y="28757"/>
                </a:lnTo>
                <a:lnTo>
                  <a:pt x="7851" y="20703"/>
                </a:lnTo>
                <a:lnTo>
                  <a:pt x="13644" y="13644"/>
                </a:lnTo>
                <a:lnTo>
                  <a:pt x="20703" y="7851"/>
                </a:lnTo>
                <a:lnTo>
                  <a:pt x="28757" y="3546"/>
                </a:lnTo>
                <a:lnTo>
                  <a:pt x="37496" y="895"/>
                </a:lnTo>
                <a:lnTo>
                  <a:pt x="46584" y="0"/>
                </a:lnTo>
                <a:lnTo>
                  <a:pt x="332208" y="0"/>
                </a:lnTo>
                <a:lnTo>
                  <a:pt x="332208" y="973997"/>
                </a:lnTo>
                <a:lnTo>
                  <a:pt x="17563" y="1160817"/>
                </a:lnTo>
                <a:close/>
              </a:path>
            </a:pathLst>
          </a:custGeom>
          <a:solidFill>
            <a:srgbClr val="C4CED5"/>
          </a:solidFill>
          <a:ln>
            <a:noFill/>
          </a:ln>
        </p:spPr>
      </p:sp>
      <p:sp>
        <p:nvSpPr>
          <p:cNvPr id="128" name="!!path-30o"/>
          <p:cNvSpPr/>
          <p:nvPr/>
        </p:nvSpPr>
        <p:spPr>
          <a:xfrm>
            <a:off x="4843188" y="5529455"/>
            <a:ext cx="1140372" cy="197248"/>
          </a:xfrm>
          <a:custGeom>
            <a:avLst/>
            <a:gdLst/>
            <a:ahLst/>
            <a:cxnLst/>
            <a:rect l="l" t="t" r="r" b="b"/>
            <a:pathLst>
              <a:path w="1140372" h="197248">
                <a:moveTo>
                  <a:pt x="0" y="186820"/>
                </a:moveTo>
                <a:lnTo>
                  <a:pt x="3140" y="189398"/>
                </a:lnTo>
                <a:lnTo>
                  <a:pt x="11194" y="193702"/>
                </a:lnTo>
                <a:lnTo>
                  <a:pt x="19933" y="196353"/>
                </a:lnTo>
                <a:lnTo>
                  <a:pt x="29021" y="197248"/>
                </a:lnTo>
                <a:lnTo>
                  <a:pt x="1093789" y="197248"/>
                </a:lnTo>
                <a:lnTo>
                  <a:pt x="1102877" y="196353"/>
                </a:lnTo>
                <a:lnTo>
                  <a:pt x="1111616" y="193702"/>
                </a:lnTo>
                <a:lnTo>
                  <a:pt x="1119669" y="189398"/>
                </a:lnTo>
                <a:lnTo>
                  <a:pt x="1126728" y="183604"/>
                </a:lnTo>
                <a:lnTo>
                  <a:pt x="1132522" y="176545"/>
                </a:lnTo>
                <a:lnTo>
                  <a:pt x="1136826" y="168491"/>
                </a:lnTo>
                <a:lnTo>
                  <a:pt x="1139477" y="159753"/>
                </a:lnTo>
                <a:lnTo>
                  <a:pt x="1140372" y="150665"/>
                </a:lnTo>
                <a:lnTo>
                  <a:pt x="1140372" y="0"/>
                </a:lnTo>
                <a:lnTo>
                  <a:pt x="314645" y="0"/>
                </a:lnTo>
                <a:close/>
              </a:path>
            </a:pathLst>
          </a:custGeom>
          <a:solidFill>
            <a:srgbClr val="E8EDF0"/>
          </a:solidFill>
          <a:ln>
            <a:noFill/>
          </a:ln>
        </p:spPr>
      </p:sp>
      <p:sp>
        <p:nvSpPr>
          <p:cNvPr id="129" name="!!ellipse-30p"/>
          <p:cNvSpPr/>
          <p:nvPr/>
        </p:nvSpPr>
        <p:spPr>
          <a:xfrm>
            <a:off x="5326439" y="5591597"/>
            <a:ext cx="577637" cy="66548"/>
          </a:xfrm>
          <a:prstGeom prst="ellipse">
            <a:avLst/>
          </a:prstGeom>
          <a:solidFill>
            <a:srgbClr val="0B1A26">
              <a:alpha val="14000"/>
            </a:srgbClr>
          </a:solidFill>
          <a:ln>
            <a:noFill/>
          </a:ln>
        </p:spPr>
      </p:sp>
      <p:sp>
        <p:nvSpPr>
          <p:cNvPr id="130" name="!!rect-30r"/>
          <p:cNvSpPr/>
          <p:nvPr/>
        </p:nvSpPr>
        <p:spPr>
          <a:xfrm>
            <a:off x="5355720" y="4966046"/>
            <a:ext cx="465836" cy="652170"/>
          </a:xfrm>
          <a:prstGeom prst="roundRect">
            <a:avLst>
              <a:gd name="adj" fmla="val 4286"/>
            </a:avLst>
          </a:prstGeom>
          <a:gradFill rotWithShape="1">
            <a:gsLst>
              <a:gs pos="0">
                <a:srgbClr val="4D76A6"/>
              </a:gs>
              <a:gs pos="100000">
                <a:srgbClr val="32557E"/>
              </a:gs>
            </a:gsLst>
            <a:lin ang="3267739" scaled="0"/>
          </a:gradFill>
          <a:ln>
            <a:noFill/>
          </a:ln>
        </p:spPr>
      </p:sp>
      <p:sp>
        <p:nvSpPr>
          <p:cNvPr id="131" name="!!rect-30s"/>
          <p:cNvSpPr/>
          <p:nvPr/>
        </p:nvSpPr>
        <p:spPr>
          <a:xfrm>
            <a:off x="5397645" y="4966046"/>
            <a:ext cx="23292" cy="652170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</p:spPr>
      </p:sp>
      <p:sp>
        <p:nvSpPr>
          <p:cNvPr id="132" name="!!rect-30t"/>
          <p:cNvSpPr/>
          <p:nvPr/>
        </p:nvSpPr>
        <p:spPr>
          <a:xfrm>
            <a:off x="5472179" y="5083437"/>
            <a:ext cx="260868" cy="45652"/>
          </a:xfrm>
          <a:prstGeom prst="roundRect">
            <a:avLst>
              <a:gd name="adj" fmla="val 28571"/>
            </a:avLst>
          </a:prstGeom>
          <a:solidFill>
            <a:srgbClr val="E9EEF1"/>
          </a:solidFill>
          <a:ln>
            <a:noFill/>
          </a:ln>
        </p:spPr>
      </p:sp>
      <p:sp>
        <p:nvSpPr>
          <p:cNvPr id="133" name="!!rect-30u"/>
          <p:cNvSpPr/>
          <p:nvPr/>
        </p:nvSpPr>
        <p:spPr>
          <a:xfrm>
            <a:off x="5472179" y="5161697"/>
            <a:ext cx="177018" cy="29348"/>
          </a:xfrm>
          <a:prstGeom prst="roundRect">
            <a:avLst>
              <a:gd name="adj" fmla="val 44444"/>
            </a:avLst>
          </a:prstGeom>
          <a:solidFill>
            <a:srgbClr val="E9EEF1">
              <a:alpha val="72000"/>
            </a:srgbClr>
          </a:solidFill>
          <a:ln>
            <a:noFill/>
          </a:ln>
        </p:spPr>
      </p:sp>
      <p:sp>
        <p:nvSpPr>
          <p:cNvPr id="134" name="!!rect-30v"/>
          <p:cNvSpPr/>
          <p:nvPr/>
        </p:nvSpPr>
        <p:spPr>
          <a:xfrm>
            <a:off x="5472179" y="5487782"/>
            <a:ext cx="130434" cy="26087"/>
          </a:xfrm>
          <a:prstGeom prst="roundRect">
            <a:avLst>
              <a:gd name="adj" fmla="val 50000"/>
            </a:avLst>
          </a:prstGeom>
          <a:solidFill>
            <a:srgbClr val="E9EEF1">
              <a:alpha val="55000"/>
            </a:srgbClr>
          </a:solidFill>
          <a:ln>
            <a:noFill/>
          </a:ln>
        </p:spPr>
      </p:sp>
      <p:sp>
        <p:nvSpPr>
          <p:cNvPr id="135" name="!!rect-30w"/>
          <p:cNvSpPr/>
          <p:nvPr/>
        </p:nvSpPr>
        <p:spPr>
          <a:xfrm>
            <a:off x="4825625" y="4555458"/>
            <a:ext cx="1157935" cy="585622"/>
          </a:xfrm>
          <a:custGeom>
            <a:avLst/>
            <a:gdLst/>
            <a:ahLst/>
            <a:cxnLst/>
            <a:rect l="l" t="t" r="r" b="b"/>
            <a:pathLst>
              <a:path w="1157935" h="585622">
                <a:moveTo>
                  <a:pt x="46584" y="0"/>
                </a:moveTo>
                <a:lnTo>
                  <a:pt x="1111352" y="0"/>
                </a:lnTo>
                <a:cubicBezTo>
                  <a:pt x="1137079" y="0"/>
                  <a:pt x="1157935" y="20856"/>
                  <a:pt x="1157935" y="46584"/>
                </a:cubicBezTo>
                <a:lnTo>
                  <a:pt x="1157935" y="585622"/>
                </a:lnTo>
                <a:lnTo>
                  <a:pt x="0" y="585622"/>
                </a:lnTo>
                <a:lnTo>
                  <a:pt x="0" y="46584"/>
                </a:lnTo>
                <a:cubicBezTo>
                  <a:pt x="0" y="20856"/>
                  <a:pt x="20856" y="0"/>
                  <a:pt x="46584" y="0"/>
                </a:cubicBezTo>
                <a:close/>
              </a:path>
            </a:pathLst>
          </a:custGeom>
          <a:gradFill rotWithShape="1">
            <a:gsLst>
              <a:gs pos="0">
                <a:srgbClr val="0B1A26">
                  <a:alpha val="20000"/>
                </a:srgbClr>
              </a:gs>
              <a:gs pos="100000">
                <a:srgbClr val="0B1A26">
                  <a:alpha val="0"/>
                </a:srgbClr>
              </a:gs>
            </a:gsLst>
            <a:lin ang="5400000" scaled="0"/>
          </a:gradFill>
          <a:ln>
            <a:noFill/>
          </a:ln>
        </p:spPr>
      </p:sp>
      <p:sp>
        <p:nvSpPr>
          <p:cNvPr id="136" name="!!circle-30x"/>
          <p:cNvSpPr/>
          <p:nvPr/>
        </p:nvSpPr>
        <p:spPr>
          <a:xfrm>
            <a:off x="6014173" y="5058561"/>
            <a:ext cx="45253" cy="45253"/>
          </a:xfrm>
          <a:prstGeom prst="ellipse">
            <a:avLst/>
          </a:prstGeom>
          <a:solidFill>
            <a:srgbClr val="AEB9C1"/>
          </a:solidFill>
          <a:ln>
            <a:noFill/>
          </a:ln>
        </p:spPr>
      </p:sp>
      <p:sp>
        <p:nvSpPr>
          <p:cNvPr id="137" name="!!rect-30z"/>
          <p:cNvSpPr/>
          <p:nvPr/>
        </p:nvSpPr>
        <p:spPr>
          <a:xfrm>
            <a:off x="4825625" y="4555458"/>
            <a:ext cx="1157935" cy="1171245"/>
          </a:xfrm>
          <a:prstGeom prst="roundRect">
            <a:avLst>
              <a:gd name="adj" fmla="val 4023"/>
            </a:avLst>
          </a:prstGeom>
          <a:solidFill>
            <a:srgbClr val="F4F8FA">
              <a:alpha val="40000"/>
            </a:srgbClr>
          </a:solidFill>
          <a:ln>
            <a:noFill/>
          </a:ln>
        </p:spPr>
      </p:sp>
      <p:sp>
        <p:nvSpPr>
          <p:cNvPr id="138" name="!!path-310"/>
          <p:cNvSpPr/>
          <p:nvPr/>
        </p:nvSpPr>
        <p:spPr>
          <a:xfrm>
            <a:off x="5080371" y="4555458"/>
            <a:ext cx="509491" cy="1171245"/>
          </a:xfrm>
          <a:custGeom>
            <a:avLst/>
            <a:gdLst/>
            <a:ahLst/>
            <a:cxnLst/>
            <a:rect l="l" t="t" r="r" b="b"/>
            <a:pathLst>
              <a:path w="509491" h="1171245">
                <a:moveTo>
                  <a:pt x="324222" y="0"/>
                </a:moveTo>
                <a:lnTo>
                  <a:pt x="509491" y="0"/>
                </a:lnTo>
                <a:lnTo>
                  <a:pt x="185270" y="1171245"/>
                </a:lnTo>
                <a:lnTo>
                  <a:pt x="0" y="1171245"/>
                </a:lnTo>
                <a:close/>
              </a:path>
            </a:pathLst>
          </a:custGeom>
          <a:solidFill>
            <a:srgbClr val="FFFFFF">
              <a:alpha val="34000"/>
            </a:srgbClr>
          </a:solidFill>
          <a:ln>
            <a:noFill/>
          </a:ln>
        </p:spPr>
      </p:sp>
      <p:sp>
        <p:nvSpPr>
          <p:cNvPr id="139" name="!!path-311"/>
          <p:cNvSpPr/>
          <p:nvPr/>
        </p:nvSpPr>
        <p:spPr>
          <a:xfrm>
            <a:off x="5323538" y="4555458"/>
            <a:ext cx="370539" cy="1171245"/>
          </a:xfrm>
          <a:custGeom>
            <a:avLst/>
            <a:gdLst/>
            <a:ahLst/>
            <a:cxnLst/>
            <a:rect l="l" t="t" r="r" b="b"/>
            <a:pathLst>
              <a:path w="370539" h="1171245">
                <a:moveTo>
                  <a:pt x="324222" y="0"/>
                </a:moveTo>
                <a:lnTo>
                  <a:pt x="370539" y="0"/>
                </a:lnTo>
                <a:lnTo>
                  <a:pt x="46317" y="1171245"/>
                </a:lnTo>
                <a:lnTo>
                  <a:pt x="0" y="1171245"/>
                </a:lnTo>
                <a:close/>
              </a:path>
            </a:pathLst>
          </a:custGeom>
          <a:solidFill>
            <a:srgbClr val="FFFFFF">
              <a:alpha val="28000"/>
            </a:srgbClr>
          </a:solidFill>
          <a:ln>
            <a:noFill/>
          </a:ln>
        </p:spPr>
      </p:sp>
      <p:sp>
        <p:nvSpPr>
          <p:cNvPr id="140" name="!!rect-312"/>
          <p:cNvSpPr/>
          <p:nvPr/>
        </p:nvSpPr>
        <p:spPr>
          <a:xfrm>
            <a:off x="4830949" y="4560782"/>
            <a:ext cx="1147287" cy="1160597"/>
          </a:xfrm>
          <a:prstGeom prst="roundRect">
            <a:avLst>
              <a:gd name="adj" fmla="val 3770"/>
            </a:avLst>
          </a:prstGeom>
          <a:noFill/>
          <a:ln w="10648" cap="flat">
            <a:solidFill>
              <a:srgbClr val="FFFFFF">
                <a:alpha val="95000"/>
              </a:srgbClr>
            </a:solidFill>
            <a:prstDash val="solid"/>
            <a:miter lim="800000"/>
          </a:ln>
        </p:spPr>
      </p:sp>
      <p:sp>
        <p:nvSpPr>
          <p:cNvPr id="141" name="!!rect-313"/>
          <p:cNvSpPr/>
          <p:nvPr/>
        </p:nvSpPr>
        <p:spPr>
          <a:xfrm>
            <a:off x="4825625" y="4555458"/>
            <a:ext cx="1157935" cy="1171245"/>
          </a:xfrm>
          <a:prstGeom prst="roundRect">
            <a:avLst>
              <a:gd name="adj" fmla="val 4023"/>
            </a:avLst>
          </a:prstGeom>
          <a:noFill/>
          <a:ln w="6655" cap="flat">
            <a:solidFill>
              <a:srgbClr val="8FA0AB">
                <a:alpha val="50000"/>
              </a:srgbClr>
            </a:solidFill>
            <a:prstDash val="solid"/>
            <a:miter lim="800000"/>
          </a:ln>
        </p:spPr>
      </p:sp>
      <p:sp>
        <p:nvSpPr>
          <p:cNvPr id="142" name="!!rect-314"/>
          <p:cNvSpPr/>
          <p:nvPr/>
        </p:nvSpPr>
        <p:spPr>
          <a:xfrm>
            <a:off x="4898828" y="4628661"/>
            <a:ext cx="332740" cy="159715"/>
          </a:xfrm>
          <a:prstGeom prst="roundRect">
            <a:avLst>
              <a:gd name="adj" fmla="val 29167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143" name="!!text-315" descr="A03"/>
          <p:cNvSpPr txBox="1"/>
          <p:nvPr/>
        </p:nvSpPr>
        <p:spPr>
          <a:xfrm>
            <a:off x="4980370" y="4633719"/>
            <a:ext cx="197608" cy="13490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34" b="1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A03</a:t>
            </a:r>
            <a:endParaRPr lang="zh-TW" sz="734"/>
          </a:p>
        </p:txBody>
      </p:sp>
      <p:sp>
        <p:nvSpPr>
          <p:cNvPr id="144" name="!!rect-31c"/>
          <p:cNvSpPr/>
          <p:nvPr/>
        </p:nvSpPr>
        <p:spPr>
          <a:xfrm>
            <a:off x="6422245" y="4555458"/>
            <a:ext cx="825727" cy="973996"/>
          </a:xfrm>
          <a:custGeom>
            <a:avLst/>
            <a:gdLst/>
            <a:ahLst/>
            <a:cxnLst/>
            <a:rect l="l" t="t" r="r" b="b"/>
            <a:pathLst>
              <a:path w="825727" h="973996">
                <a:moveTo>
                  <a:pt x="0" y="0"/>
                </a:moveTo>
                <a:lnTo>
                  <a:pt x="779144" y="0"/>
                </a:lnTo>
                <a:cubicBezTo>
                  <a:pt x="804871" y="0"/>
                  <a:pt x="825727" y="20856"/>
                  <a:pt x="825727" y="46584"/>
                </a:cubicBezTo>
                <a:lnTo>
                  <a:pt x="825727" y="973996"/>
                </a:lnTo>
                <a:lnTo>
                  <a:pt x="0" y="973996"/>
                </a:lnTo>
                <a:lnTo>
                  <a:pt x="0" y="0"/>
                </a:lnTo>
                <a:close/>
              </a:path>
            </a:pathLst>
          </a:custGeom>
          <a:solidFill>
            <a:srgbClr val="D5DDE2"/>
          </a:solidFill>
          <a:ln>
            <a:noFill/>
          </a:ln>
        </p:spPr>
      </p:sp>
      <p:sp>
        <p:nvSpPr>
          <p:cNvPr id="145" name="!!path-31d"/>
          <p:cNvSpPr/>
          <p:nvPr/>
        </p:nvSpPr>
        <p:spPr>
          <a:xfrm>
            <a:off x="6090037" y="4555458"/>
            <a:ext cx="332208" cy="1160817"/>
          </a:xfrm>
          <a:custGeom>
            <a:avLst/>
            <a:gdLst/>
            <a:ahLst/>
            <a:cxnLst/>
            <a:rect l="l" t="t" r="r" b="b"/>
            <a:pathLst>
              <a:path w="332208" h="1160817">
                <a:moveTo>
                  <a:pt x="13644" y="1157601"/>
                </a:moveTo>
                <a:lnTo>
                  <a:pt x="7851" y="1150542"/>
                </a:lnTo>
                <a:lnTo>
                  <a:pt x="3546" y="1142488"/>
                </a:lnTo>
                <a:lnTo>
                  <a:pt x="895" y="1133749"/>
                </a:lnTo>
                <a:lnTo>
                  <a:pt x="0" y="1124661"/>
                </a:lnTo>
                <a:lnTo>
                  <a:pt x="0" y="46584"/>
                </a:lnTo>
                <a:lnTo>
                  <a:pt x="895" y="37496"/>
                </a:lnTo>
                <a:lnTo>
                  <a:pt x="3546" y="28757"/>
                </a:lnTo>
                <a:lnTo>
                  <a:pt x="7851" y="20703"/>
                </a:lnTo>
                <a:lnTo>
                  <a:pt x="13644" y="13644"/>
                </a:lnTo>
                <a:lnTo>
                  <a:pt x="20703" y="7851"/>
                </a:lnTo>
                <a:lnTo>
                  <a:pt x="28757" y="3546"/>
                </a:lnTo>
                <a:lnTo>
                  <a:pt x="37496" y="895"/>
                </a:lnTo>
                <a:lnTo>
                  <a:pt x="46584" y="0"/>
                </a:lnTo>
                <a:lnTo>
                  <a:pt x="332208" y="0"/>
                </a:lnTo>
                <a:lnTo>
                  <a:pt x="332208" y="973997"/>
                </a:lnTo>
                <a:lnTo>
                  <a:pt x="17563" y="1160817"/>
                </a:lnTo>
                <a:close/>
              </a:path>
            </a:pathLst>
          </a:custGeom>
          <a:solidFill>
            <a:srgbClr val="C4CED5"/>
          </a:solidFill>
          <a:ln>
            <a:noFill/>
          </a:ln>
        </p:spPr>
      </p:sp>
      <p:sp>
        <p:nvSpPr>
          <p:cNvPr id="146" name="!!path-31e"/>
          <p:cNvSpPr/>
          <p:nvPr/>
        </p:nvSpPr>
        <p:spPr>
          <a:xfrm>
            <a:off x="6107600" y="5529455"/>
            <a:ext cx="1140372" cy="197248"/>
          </a:xfrm>
          <a:custGeom>
            <a:avLst/>
            <a:gdLst/>
            <a:ahLst/>
            <a:cxnLst/>
            <a:rect l="l" t="t" r="r" b="b"/>
            <a:pathLst>
              <a:path w="1140372" h="197248">
                <a:moveTo>
                  <a:pt x="0" y="186820"/>
                </a:moveTo>
                <a:lnTo>
                  <a:pt x="3140" y="189398"/>
                </a:lnTo>
                <a:lnTo>
                  <a:pt x="11194" y="193702"/>
                </a:lnTo>
                <a:lnTo>
                  <a:pt x="19933" y="196353"/>
                </a:lnTo>
                <a:lnTo>
                  <a:pt x="29021" y="197248"/>
                </a:lnTo>
                <a:lnTo>
                  <a:pt x="1093789" y="197248"/>
                </a:lnTo>
                <a:lnTo>
                  <a:pt x="1102877" y="196353"/>
                </a:lnTo>
                <a:lnTo>
                  <a:pt x="1111616" y="193702"/>
                </a:lnTo>
                <a:lnTo>
                  <a:pt x="1119669" y="189398"/>
                </a:lnTo>
                <a:lnTo>
                  <a:pt x="1126728" y="183604"/>
                </a:lnTo>
                <a:lnTo>
                  <a:pt x="1132522" y="176545"/>
                </a:lnTo>
                <a:lnTo>
                  <a:pt x="1136826" y="168491"/>
                </a:lnTo>
                <a:lnTo>
                  <a:pt x="1139477" y="159753"/>
                </a:lnTo>
                <a:lnTo>
                  <a:pt x="1140372" y="150665"/>
                </a:lnTo>
                <a:lnTo>
                  <a:pt x="1140372" y="0"/>
                </a:lnTo>
                <a:lnTo>
                  <a:pt x="314645" y="0"/>
                </a:lnTo>
                <a:close/>
              </a:path>
            </a:pathLst>
          </a:custGeom>
          <a:solidFill>
            <a:srgbClr val="E8EDF0"/>
          </a:solidFill>
          <a:ln>
            <a:noFill/>
          </a:ln>
        </p:spPr>
      </p:sp>
      <p:sp>
        <p:nvSpPr>
          <p:cNvPr id="147" name="!!ellipse-31f"/>
          <p:cNvSpPr/>
          <p:nvPr/>
        </p:nvSpPr>
        <p:spPr>
          <a:xfrm>
            <a:off x="6776120" y="5591597"/>
            <a:ext cx="577637" cy="66548"/>
          </a:xfrm>
          <a:prstGeom prst="ellipse">
            <a:avLst/>
          </a:prstGeom>
          <a:solidFill>
            <a:srgbClr val="0B1A26">
              <a:alpha val="14000"/>
            </a:srgbClr>
          </a:solidFill>
          <a:ln>
            <a:noFill/>
          </a:ln>
        </p:spPr>
      </p:sp>
      <p:sp>
        <p:nvSpPr>
          <p:cNvPr id="148" name="!!rect-31h"/>
          <p:cNvSpPr/>
          <p:nvPr/>
        </p:nvSpPr>
        <p:spPr>
          <a:xfrm>
            <a:off x="6805402" y="5005975"/>
            <a:ext cx="465836" cy="612242"/>
          </a:xfrm>
          <a:prstGeom prst="roundRect">
            <a:avLst>
              <a:gd name="adj" fmla="val 4286"/>
            </a:avLst>
          </a:prstGeom>
          <a:gradFill rotWithShape="1">
            <a:gsLst>
              <a:gs pos="0">
                <a:srgbClr val="8074A4"/>
              </a:gs>
              <a:gs pos="100000">
                <a:srgbClr val="5E537D"/>
              </a:gs>
            </a:gsLst>
            <a:lin ang="3164016" scaled="0"/>
          </a:gradFill>
          <a:ln>
            <a:noFill/>
          </a:ln>
        </p:spPr>
      </p:sp>
      <p:sp>
        <p:nvSpPr>
          <p:cNvPr id="149" name="!!rect-31i"/>
          <p:cNvSpPr/>
          <p:nvPr/>
        </p:nvSpPr>
        <p:spPr>
          <a:xfrm>
            <a:off x="6847327" y="5005975"/>
            <a:ext cx="23292" cy="612242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</p:spPr>
      </p:sp>
      <p:sp>
        <p:nvSpPr>
          <p:cNvPr id="150" name="!!rect-31j"/>
          <p:cNvSpPr/>
          <p:nvPr/>
        </p:nvSpPr>
        <p:spPr>
          <a:xfrm>
            <a:off x="6921861" y="5116178"/>
            <a:ext cx="260868" cy="42857"/>
          </a:xfrm>
          <a:prstGeom prst="roundRect">
            <a:avLst>
              <a:gd name="adj" fmla="val 28571"/>
            </a:avLst>
          </a:prstGeom>
          <a:solidFill>
            <a:srgbClr val="EDE7F6"/>
          </a:solidFill>
          <a:ln>
            <a:noFill/>
          </a:ln>
        </p:spPr>
      </p:sp>
      <p:sp>
        <p:nvSpPr>
          <p:cNvPr id="151" name="!!rect-31k"/>
          <p:cNvSpPr/>
          <p:nvPr/>
        </p:nvSpPr>
        <p:spPr>
          <a:xfrm>
            <a:off x="6921861" y="5189647"/>
            <a:ext cx="177018" cy="27551"/>
          </a:xfrm>
          <a:prstGeom prst="roundRect">
            <a:avLst>
              <a:gd name="adj" fmla="val 44444"/>
            </a:avLst>
          </a:prstGeom>
          <a:solidFill>
            <a:srgbClr val="EDE7F6">
              <a:alpha val="72000"/>
            </a:srgbClr>
          </a:solidFill>
          <a:ln>
            <a:noFill/>
          </a:ln>
        </p:spPr>
      </p:sp>
      <p:sp>
        <p:nvSpPr>
          <p:cNvPr id="152" name="!!rect-31l"/>
          <p:cNvSpPr/>
          <p:nvPr/>
        </p:nvSpPr>
        <p:spPr>
          <a:xfrm>
            <a:off x="6921861" y="5495768"/>
            <a:ext cx="130434" cy="24490"/>
          </a:xfrm>
          <a:prstGeom prst="roundRect">
            <a:avLst>
              <a:gd name="adj" fmla="val 50000"/>
            </a:avLst>
          </a:prstGeom>
          <a:solidFill>
            <a:srgbClr val="EDE7F6">
              <a:alpha val="55000"/>
            </a:srgbClr>
          </a:solidFill>
          <a:ln>
            <a:noFill/>
          </a:ln>
        </p:spPr>
      </p:sp>
      <p:sp>
        <p:nvSpPr>
          <p:cNvPr id="153" name="!!rect-31m"/>
          <p:cNvSpPr/>
          <p:nvPr/>
        </p:nvSpPr>
        <p:spPr>
          <a:xfrm>
            <a:off x="6090037" y="4555458"/>
            <a:ext cx="1157935" cy="585622"/>
          </a:xfrm>
          <a:custGeom>
            <a:avLst/>
            <a:gdLst/>
            <a:ahLst/>
            <a:cxnLst/>
            <a:rect l="l" t="t" r="r" b="b"/>
            <a:pathLst>
              <a:path w="1157935" h="585622">
                <a:moveTo>
                  <a:pt x="46584" y="0"/>
                </a:moveTo>
                <a:lnTo>
                  <a:pt x="1111352" y="0"/>
                </a:lnTo>
                <a:cubicBezTo>
                  <a:pt x="1137079" y="0"/>
                  <a:pt x="1157935" y="20856"/>
                  <a:pt x="1157935" y="46584"/>
                </a:cubicBezTo>
                <a:lnTo>
                  <a:pt x="1157935" y="585622"/>
                </a:lnTo>
                <a:lnTo>
                  <a:pt x="0" y="585622"/>
                </a:lnTo>
                <a:lnTo>
                  <a:pt x="0" y="46584"/>
                </a:lnTo>
                <a:cubicBezTo>
                  <a:pt x="0" y="20856"/>
                  <a:pt x="20856" y="0"/>
                  <a:pt x="46584" y="0"/>
                </a:cubicBezTo>
                <a:close/>
              </a:path>
            </a:pathLst>
          </a:custGeom>
          <a:gradFill rotWithShape="1">
            <a:gsLst>
              <a:gs pos="0">
                <a:srgbClr val="0B1A26">
                  <a:alpha val="20000"/>
                </a:srgbClr>
              </a:gs>
              <a:gs pos="100000">
                <a:srgbClr val="0B1A26">
                  <a:alpha val="0"/>
                </a:srgbClr>
              </a:gs>
            </a:gsLst>
            <a:lin ang="5400000" scaled="0"/>
          </a:gradFill>
          <a:ln>
            <a:noFill/>
          </a:ln>
        </p:spPr>
      </p:sp>
      <p:sp>
        <p:nvSpPr>
          <p:cNvPr id="154" name="!!circle-31n"/>
          <p:cNvSpPr/>
          <p:nvPr/>
        </p:nvSpPr>
        <p:spPr>
          <a:xfrm>
            <a:off x="6014173" y="5178347"/>
            <a:ext cx="45253" cy="45253"/>
          </a:xfrm>
          <a:prstGeom prst="ellipse">
            <a:avLst/>
          </a:prstGeom>
          <a:solidFill>
            <a:srgbClr val="AEB9C1"/>
          </a:solidFill>
          <a:ln>
            <a:noFill/>
          </a:ln>
        </p:spPr>
      </p:sp>
      <p:sp>
        <p:nvSpPr>
          <p:cNvPr id="155" name="!!rect-31p"/>
          <p:cNvSpPr/>
          <p:nvPr/>
        </p:nvSpPr>
        <p:spPr>
          <a:xfrm>
            <a:off x="6090037" y="4555458"/>
            <a:ext cx="1157935" cy="1171245"/>
          </a:xfrm>
          <a:prstGeom prst="roundRect">
            <a:avLst>
              <a:gd name="adj" fmla="val 4023"/>
            </a:avLst>
          </a:prstGeom>
          <a:solidFill>
            <a:srgbClr val="F4F8FA">
              <a:alpha val="40000"/>
            </a:srgbClr>
          </a:solidFill>
          <a:ln>
            <a:noFill/>
          </a:ln>
        </p:spPr>
      </p:sp>
      <p:sp>
        <p:nvSpPr>
          <p:cNvPr id="156" name="!!path-31q"/>
          <p:cNvSpPr/>
          <p:nvPr/>
        </p:nvSpPr>
        <p:spPr>
          <a:xfrm>
            <a:off x="6344783" y="4555458"/>
            <a:ext cx="509491" cy="1171245"/>
          </a:xfrm>
          <a:custGeom>
            <a:avLst/>
            <a:gdLst/>
            <a:ahLst/>
            <a:cxnLst/>
            <a:rect l="l" t="t" r="r" b="b"/>
            <a:pathLst>
              <a:path w="509491" h="1171245">
                <a:moveTo>
                  <a:pt x="324222" y="0"/>
                </a:moveTo>
                <a:lnTo>
                  <a:pt x="509491" y="0"/>
                </a:lnTo>
                <a:lnTo>
                  <a:pt x="185270" y="1171245"/>
                </a:lnTo>
                <a:lnTo>
                  <a:pt x="0" y="1171245"/>
                </a:lnTo>
                <a:close/>
              </a:path>
            </a:pathLst>
          </a:custGeom>
          <a:solidFill>
            <a:srgbClr val="FFFFFF">
              <a:alpha val="34000"/>
            </a:srgbClr>
          </a:solidFill>
          <a:ln>
            <a:noFill/>
          </a:ln>
        </p:spPr>
      </p:sp>
      <p:sp>
        <p:nvSpPr>
          <p:cNvPr id="157" name="!!path-31r"/>
          <p:cNvSpPr/>
          <p:nvPr/>
        </p:nvSpPr>
        <p:spPr>
          <a:xfrm>
            <a:off x="6587950" y="4555458"/>
            <a:ext cx="370539" cy="1171245"/>
          </a:xfrm>
          <a:custGeom>
            <a:avLst/>
            <a:gdLst/>
            <a:ahLst/>
            <a:cxnLst/>
            <a:rect l="l" t="t" r="r" b="b"/>
            <a:pathLst>
              <a:path w="370539" h="1171245">
                <a:moveTo>
                  <a:pt x="324222" y="0"/>
                </a:moveTo>
                <a:lnTo>
                  <a:pt x="370539" y="0"/>
                </a:lnTo>
                <a:lnTo>
                  <a:pt x="46317" y="1171245"/>
                </a:lnTo>
                <a:lnTo>
                  <a:pt x="0" y="1171245"/>
                </a:lnTo>
                <a:close/>
              </a:path>
            </a:pathLst>
          </a:custGeom>
          <a:solidFill>
            <a:srgbClr val="FFFFFF">
              <a:alpha val="28000"/>
            </a:srgbClr>
          </a:solidFill>
          <a:ln>
            <a:noFill/>
          </a:ln>
        </p:spPr>
      </p:sp>
      <p:sp>
        <p:nvSpPr>
          <p:cNvPr id="158" name="!!rect-31s"/>
          <p:cNvSpPr/>
          <p:nvPr/>
        </p:nvSpPr>
        <p:spPr>
          <a:xfrm>
            <a:off x="6095361" y="4560782"/>
            <a:ext cx="1147287" cy="1160597"/>
          </a:xfrm>
          <a:prstGeom prst="roundRect">
            <a:avLst>
              <a:gd name="adj" fmla="val 3770"/>
            </a:avLst>
          </a:prstGeom>
          <a:noFill/>
          <a:ln w="10648" cap="flat">
            <a:solidFill>
              <a:srgbClr val="FFFFFF">
                <a:alpha val="95000"/>
              </a:srgbClr>
            </a:solidFill>
            <a:prstDash val="solid"/>
            <a:miter lim="800000"/>
          </a:ln>
        </p:spPr>
      </p:sp>
      <p:sp>
        <p:nvSpPr>
          <p:cNvPr id="159" name="!!rect-31t"/>
          <p:cNvSpPr/>
          <p:nvPr/>
        </p:nvSpPr>
        <p:spPr>
          <a:xfrm>
            <a:off x="6090037" y="4555458"/>
            <a:ext cx="1157935" cy="1171245"/>
          </a:xfrm>
          <a:prstGeom prst="roundRect">
            <a:avLst>
              <a:gd name="adj" fmla="val 4023"/>
            </a:avLst>
          </a:prstGeom>
          <a:noFill/>
          <a:ln w="6655" cap="flat">
            <a:solidFill>
              <a:srgbClr val="8FA0AB">
                <a:alpha val="50000"/>
              </a:srgbClr>
            </a:solidFill>
            <a:prstDash val="solid"/>
            <a:miter lim="800000"/>
          </a:ln>
        </p:spPr>
      </p:sp>
      <p:sp>
        <p:nvSpPr>
          <p:cNvPr id="160" name="!!rect-31u"/>
          <p:cNvSpPr/>
          <p:nvPr/>
        </p:nvSpPr>
        <p:spPr>
          <a:xfrm>
            <a:off x="6163240" y="4628661"/>
            <a:ext cx="332740" cy="159715"/>
          </a:xfrm>
          <a:prstGeom prst="roundRect">
            <a:avLst>
              <a:gd name="adj" fmla="val 29167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161" name="!!text-31v" descr="A04"/>
          <p:cNvSpPr txBox="1"/>
          <p:nvPr/>
        </p:nvSpPr>
        <p:spPr>
          <a:xfrm>
            <a:off x="6244781" y="4633719"/>
            <a:ext cx="197608" cy="13490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34" b="1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A04</a:t>
            </a:r>
            <a:endParaRPr lang="zh-TW" sz="734"/>
          </a:p>
        </p:txBody>
      </p:sp>
      <p:sp>
        <p:nvSpPr>
          <p:cNvPr id="162" name="!!path-322"/>
          <p:cNvSpPr/>
          <p:nvPr/>
        </p:nvSpPr>
        <p:spPr>
          <a:xfrm>
            <a:off x="4705839" y="1094962"/>
            <a:ext cx="2661920" cy="4791456"/>
          </a:xfrm>
          <a:custGeom>
            <a:avLst/>
            <a:gdLst/>
            <a:ahLst/>
            <a:cxnLst/>
            <a:rect l="l" t="t" r="r" b="b"/>
            <a:pathLst>
              <a:path w="2661920" h="4791456">
                <a:moveTo>
                  <a:pt x="33274" y="0"/>
                </a:moveTo>
                <a:lnTo>
                  <a:pt x="2628646" y="0"/>
                </a:lnTo>
                <a:cubicBezTo>
                  <a:pt x="2647027" y="0"/>
                  <a:pt x="2661920" y="14900"/>
                  <a:pt x="2661920" y="33274"/>
                </a:cubicBezTo>
                <a:lnTo>
                  <a:pt x="2661920" y="4758182"/>
                </a:lnTo>
                <a:cubicBezTo>
                  <a:pt x="2661920" y="4776562"/>
                  <a:pt x="2647027" y="4791456"/>
                  <a:pt x="2628646" y="4791456"/>
                </a:cubicBezTo>
                <a:lnTo>
                  <a:pt x="33274" y="4791456"/>
                </a:lnTo>
                <a:cubicBezTo>
                  <a:pt x="14900" y="4791456"/>
                  <a:pt x="0" y="4776562"/>
                  <a:pt x="0" y="4758182"/>
                </a:cubicBezTo>
                <a:lnTo>
                  <a:pt x="0" y="33274"/>
                </a:lnTo>
                <a:cubicBezTo>
                  <a:pt x="0" y="14900"/>
                  <a:pt x="14900" y="0"/>
                  <a:pt x="33274" y="0"/>
                </a:cubicBezTo>
                <a:close/>
                <a:moveTo>
                  <a:pt x="762640" y="133096"/>
                </a:moveTo>
                <a:lnTo>
                  <a:pt x="1899280" y="133096"/>
                </a:lnTo>
                <a:cubicBezTo>
                  <a:pt x="1954415" y="133096"/>
                  <a:pt x="1999102" y="177790"/>
                  <a:pt x="1999102" y="232918"/>
                </a:cubicBezTo>
                <a:lnTo>
                  <a:pt x="1999102" y="1752874"/>
                </a:lnTo>
                <a:cubicBezTo>
                  <a:pt x="1999102" y="1808003"/>
                  <a:pt x="1954415" y="1852696"/>
                  <a:pt x="1899280" y="1852696"/>
                </a:cubicBezTo>
                <a:lnTo>
                  <a:pt x="762640" y="1852696"/>
                </a:lnTo>
                <a:cubicBezTo>
                  <a:pt x="707512" y="1852696"/>
                  <a:pt x="662818" y="1808003"/>
                  <a:pt x="662818" y="1752874"/>
                </a:cubicBezTo>
                <a:lnTo>
                  <a:pt x="662818" y="232918"/>
                </a:lnTo>
                <a:cubicBezTo>
                  <a:pt x="662818" y="177790"/>
                  <a:pt x="707512" y="133096"/>
                  <a:pt x="762640" y="133096"/>
                </a:cubicBezTo>
                <a:close/>
                <a:moveTo>
                  <a:pt x="871938" y="1945863"/>
                </a:moveTo>
                <a:lnTo>
                  <a:pt x="1789981" y="1945863"/>
                </a:lnTo>
                <a:cubicBezTo>
                  <a:pt x="1819389" y="1945863"/>
                  <a:pt x="1843220" y="1969701"/>
                  <a:pt x="1843220" y="1999102"/>
                </a:cubicBezTo>
                <a:lnTo>
                  <a:pt x="1843220" y="2132198"/>
                </a:lnTo>
                <a:cubicBezTo>
                  <a:pt x="1843220" y="2161599"/>
                  <a:pt x="1819389" y="2185436"/>
                  <a:pt x="1789981" y="2185436"/>
                </a:cubicBezTo>
                <a:lnTo>
                  <a:pt x="871938" y="2185436"/>
                </a:lnTo>
                <a:cubicBezTo>
                  <a:pt x="842531" y="2185436"/>
                  <a:pt x="818700" y="2161599"/>
                  <a:pt x="818700" y="2132198"/>
                </a:cubicBezTo>
                <a:lnTo>
                  <a:pt x="818700" y="1999102"/>
                </a:lnTo>
                <a:cubicBezTo>
                  <a:pt x="818700" y="1969701"/>
                  <a:pt x="842531" y="1945863"/>
                  <a:pt x="871938" y="1945863"/>
                </a:cubicBezTo>
                <a:close/>
              </a:path>
            </a:pathLst>
          </a:custGeom>
          <a:solidFill>
            <a:srgbClr val="F7FAFC">
              <a:alpha val="72000"/>
            </a:srgbClr>
          </a:solidFill>
          <a:ln>
            <a:noFill/>
          </a:ln>
        </p:spPr>
      </p:sp>
      <p:sp>
        <p:nvSpPr>
          <p:cNvPr id="163" name="!!path-323"/>
          <p:cNvSpPr/>
          <p:nvPr/>
        </p:nvSpPr>
        <p:spPr>
          <a:xfrm>
            <a:off x="7367759" y="842080"/>
            <a:ext cx="425907" cy="5044338"/>
          </a:xfrm>
          <a:custGeom>
            <a:avLst/>
            <a:gdLst/>
            <a:ahLst/>
            <a:cxnLst/>
            <a:rect l="l" t="t" r="r" b="b"/>
            <a:pathLst>
              <a:path w="425907" h="5044338">
                <a:moveTo>
                  <a:pt x="0" y="252882"/>
                </a:moveTo>
                <a:lnTo>
                  <a:pt x="425907" y="0"/>
                </a:lnTo>
                <a:lnTo>
                  <a:pt x="425907" y="4791456"/>
                </a:lnTo>
                <a:lnTo>
                  <a:pt x="0" y="5044338"/>
                </a:lnTo>
                <a:close/>
              </a:path>
            </a:pathLst>
          </a:custGeom>
          <a:solidFill>
            <a:srgbClr val="EEF3F6">
              <a:alpha val="72000"/>
            </a:srgbClr>
          </a:solidFill>
          <a:ln>
            <a:noFill/>
          </a:ln>
        </p:spPr>
      </p:sp>
      <p:sp>
        <p:nvSpPr>
          <p:cNvPr id="164" name="!!path-324"/>
          <p:cNvSpPr/>
          <p:nvPr/>
        </p:nvSpPr>
        <p:spPr>
          <a:xfrm>
            <a:off x="4705839" y="842080"/>
            <a:ext cx="3087827" cy="252882"/>
          </a:xfrm>
          <a:custGeom>
            <a:avLst/>
            <a:gdLst/>
            <a:ahLst/>
            <a:cxnLst/>
            <a:rect l="l" t="t" r="r" b="b"/>
            <a:pathLst>
              <a:path w="3087827" h="252882">
                <a:moveTo>
                  <a:pt x="0" y="252882"/>
                </a:moveTo>
                <a:lnTo>
                  <a:pt x="2661920" y="252882"/>
                </a:lnTo>
                <a:lnTo>
                  <a:pt x="3087827" y="0"/>
                </a:lnTo>
                <a:lnTo>
                  <a:pt x="425907" y="0"/>
                </a:lnTo>
                <a:close/>
              </a:path>
            </a:pathLst>
          </a:custGeom>
          <a:solidFill>
            <a:srgbClr val="F7FAFC">
              <a:alpha val="72000"/>
            </a:srgbClr>
          </a:solidFill>
          <a:ln>
            <a:noFill/>
          </a:ln>
        </p:spPr>
      </p:sp>
      <p:sp>
        <p:nvSpPr>
          <p:cNvPr id="165" name="!!grid-325"/>
          <p:cNvSpPr/>
          <p:nvPr/>
        </p:nvSpPr>
        <p:spPr>
          <a:xfrm>
            <a:off x="4705839" y="842080"/>
            <a:ext cx="3087827" cy="5044338"/>
          </a:xfrm>
          <a:custGeom>
            <a:avLst/>
            <a:gdLst/>
            <a:ahLst/>
            <a:cxnLst/>
            <a:rect l="l" t="t" r="r" b="b"/>
            <a:pathLst>
              <a:path w="3087827" h="5044338" fill="none">
                <a:moveTo>
                  <a:pt x="0" y="53238"/>
                </a:moveTo>
                <a:lnTo>
                  <a:pt x="0" y="53238"/>
                </a:lnTo>
                <a:moveTo>
                  <a:pt x="0" y="186334"/>
                </a:moveTo>
                <a:lnTo>
                  <a:pt x="0" y="186334"/>
                </a:lnTo>
                <a:moveTo>
                  <a:pt x="0" y="319430"/>
                </a:moveTo>
                <a:lnTo>
                  <a:pt x="0" y="319430"/>
                </a:lnTo>
                <a:moveTo>
                  <a:pt x="0" y="452526"/>
                </a:moveTo>
                <a:lnTo>
                  <a:pt x="0" y="452526"/>
                </a:lnTo>
                <a:moveTo>
                  <a:pt x="0" y="585622"/>
                </a:moveTo>
                <a:lnTo>
                  <a:pt x="0" y="585622"/>
                </a:lnTo>
                <a:moveTo>
                  <a:pt x="0" y="718718"/>
                </a:moveTo>
                <a:lnTo>
                  <a:pt x="0" y="718718"/>
                </a:lnTo>
                <a:moveTo>
                  <a:pt x="0" y="851814"/>
                </a:moveTo>
                <a:lnTo>
                  <a:pt x="0" y="851814"/>
                </a:lnTo>
                <a:moveTo>
                  <a:pt x="0" y="984910"/>
                </a:moveTo>
                <a:lnTo>
                  <a:pt x="0" y="984910"/>
                </a:lnTo>
                <a:moveTo>
                  <a:pt x="0" y="1118006"/>
                </a:moveTo>
                <a:lnTo>
                  <a:pt x="0" y="1118006"/>
                </a:lnTo>
                <a:moveTo>
                  <a:pt x="0" y="1251102"/>
                </a:moveTo>
                <a:lnTo>
                  <a:pt x="0" y="1251102"/>
                </a:lnTo>
                <a:moveTo>
                  <a:pt x="0" y="1384198"/>
                </a:moveTo>
                <a:lnTo>
                  <a:pt x="0" y="1384198"/>
                </a:lnTo>
                <a:moveTo>
                  <a:pt x="0" y="1517294"/>
                </a:moveTo>
                <a:lnTo>
                  <a:pt x="0" y="1517294"/>
                </a:lnTo>
                <a:moveTo>
                  <a:pt x="0" y="1650390"/>
                </a:moveTo>
                <a:lnTo>
                  <a:pt x="0" y="1650390"/>
                </a:lnTo>
                <a:moveTo>
                  <a:pt x="0" y="1783486"/>
                </a:moveTo>
                <a:lnTo>
                  <a:pt x="0" y="1783486"/>
                </a:lnTo>
                <a:moveTo>
                  <a:pt x="0" y="1916582"/>
                </a:moveTo>
                <a:lnTo>
                  <a:pt x="0" y="1916582"/>
                </a:lnTo>
                <a:moveTo>
                  <a:pt x="0" y="2049678"/>
                </a:moveTo>
                <a:lnTo>
                  <a:pt x="0" y="2049678"/>
                </a:lnTo>
                <a:moveTo>
                  <a:pt x="0" y="2182774"/>
                </a:moveTo>
                <a:lnTo>
                  <a:pt x="0" y="2182774"/>
                </a:lnTo>
                <a:moveTo>
                  <a:pt x="0" y="2315870"/>
                </a:moveTo>
                <a:lnTo>
                  <a:pt x="0" y="2315870"/>
                </a:lnTo>
                <a:moveTo>
                  <a:pt x="0" y="2448966"/>
                </a:moveTo>
                <a:lnTo>
                  <a:pt x="0" y="2448966"/>
                </a:lnTo>
                <a:moveTo>
                  <a:pt x="0" y="2582062"/>
                </a:moveTo>
                <a:lnTo>
                  <a:pt x="0" y="2582062"/>
                </a:lnTo>
                <a:moveTo>
                  <a:pt x="0" y="2715158"/>
                </a:moveTo>
                <a:lnTo>
                  <a:pt x="0" y="2715158"/>
                </a:lnTo>
                <a:moveTo>
                  <a:pt x="0" y="2848254"/>
                </a:moveTo>
                <a:lnTo>
                  <a:pt x="0" y="2848254"/>
                </a:lnTo>
                <a:moveTo>
                  <a:pt x="0" y="2981350"/>
                </a:moveTo>
                <a:lnTo>
                  <a:pt x="0" y="2981350"/>
                </a:lnTo>
                <a:moveTo>
                  <a:pt x="0" y="3114446"/>
                </a:moveTo>
                <a:lnTo>
                  <a:pt x="0" y="3114446"/>
                </a:lnTo>
                <a:moveTo>
                  <a:pt x="0" y="3247542"/>
                </a:moveTo>
                <a:lnTo>
                  <a:pt x="0" y="3247542"/>
                </a:lnTo>
                <a:moveTo>
                  <a:pt x="0" y="3380638"/>
                </a:moveTo>
                <a:lnTo>
                  <a:pt x="0" y="3380638"/>
                </a:lnTo>
                <a:moveTo>
                  <a:pt x="0" y="3513734"/>
                </a:moveTo>
                <a:lnTo>
                  <a:pt x="0" y="3513734"/>
                </a:lnTo>
                <a:moveTo>
                  <a:pt x="0" y="3646830"/>
                </a:moveTo>
                <a:lnTo>
                  <a:pt x="0" y="3646830"/>
                </a:lnTo>
                <a:moveTo>
                  <a:pt x="0" y="3779926"/>
                </a:moveTo>
                <a:lnTo>
                  <a:pt x="0" y="3779926"/>
                </a:lnTo>
                <a:moveTo>
                  <a:pt x="0" y="3913022"/>
                </a:moveTo>
                <a:lnTo>
                  <a:pt x="0" y="3913022"/>
                </a:lnTo>
                <a:moveTo>
                  <a:pt x="0" y="4046118"/>
                </a:moveTo>
                <a:lnTo>
                  <a:pt x="0" y="4046118"/>
                </a:lnTo>
                <a:moveTo>
                  <a:pt x="0" y="4179214"/>
                </a:moveTo>
                <a:lnTo>
                  <a:pt x="0" y="4179214"/>
                </a:lnTo>
                <a:moveTo>
                  <a:pt x="0" y="4312310"/>
                </a:moveTo>
                <a:lnTo>
                  <a:pt x="0" y="4312310"/>
                </a:lnTo>
                <a:moveTo>
                  <a:pt x="0" y="4445406"/>
                </a:moveTo>
                <a:lnTo>
                  <a:pt x="0" y="4445406"/>
                </a:lnTo>
                <a:moveTo>
                  <a:pt x="0" y="4578502"/>
                </a:moveTo>
                <a:lnTo>
                  <a:pt x="0" y="4578502"/>
                </a:lnTo>
                <a:moveTo>
                  <a:pt x="0" y="4711598"/>
                </a:moveTo>
                <a:lnTo>
                  <a:pt x="0" y="4711598"/>
                </a:lnTo>
                <a:moveTo>
                  <a:pt x="0" y="4844694"/>
                </a:moveTo>
                <a:lnTo>
                  <a:pt x="0" y="4844694"/>
                </a:lnTo>
                <a:moveTo>
                  <a:pt x="0" y="4977790"/>
                </a:moveTo>
                <a:lnTo>
                  <a:pt x="0" y="4977790"/>
                </a:lnTo>
                <a:moveTo>
                  <a:pt x="0" y="0"/>
                </a:moveTo>
                <a:lnTo>
                  <a:pt x="0" y="53238"/>
                </a:lnTo>
                <a:moveTo>
                  <a:pt x="0" y="53238"/>
                </a:moveTo>
                <a:lnTo>
                  <a:pt x="133096" y="53238"/>
                </a:lnTo>
                <a:moveTo>
                  <a:pt x="0" y="53238"/>
                </a:moveTo>
                <a:lnTo>
                  <a:pt x="0" y="186334"/>
                </a:lnTo>
                <a:moveTo>
                  <a:pt x="0" y="186334"/>
                </a:moveTo>
                <a:lnTo>
                  <a:pt x="133096" y="186334"/>
                </a:lnTo>
                <a:moveTo>
                  <a:pt x="0" y="186334"/>
                </a:moveTo>
                <a:lnTo>
                  <a:pt x="0" y="319430"/>
                </a:lnTo>
                <a:moveTo>
                  <a:pt x="0" y="319430"/>
                </a:moveTo>
                <a:lnTo>
                  <a:pt x="133096" y="319430"/>
                </a:lnTo>
                <a:moveTo>
                  <a:pt x="0" y="319430"/>
                </a:moveTo>
                <a:lnTo>
                  <a:pt x="0" y="452526"/>
                </a:lnTo>
                <a:moveTo>
                  <a:pt x="0" y="452526"/>
                </a:moveTo>
                <a:lnTo>
                  <a:pt x="133096" y="452526"/>
                </a:lnTo>
                <a:moveTo>
                  <a:pt x="0" y="452526"/>
                </a:moveTo>
                <a:lnTo>
                  <a:pt x="0" y="585622"/>
                </a:lnTo>
                <a:moveTo>
                  <a:pt x="0" y="585622"/>
                </a:moveTo>
                <a:lnTo>
                  <a:pt x="133096" y="585622"/>
                </a:lnTo>
                <a:moveTo>
                  <a:pt x="0" y="585622"/>
                </a:moveTo>
                <a:lnTo>
                  <a:pt x="0" y="718718"/>
                </a:lnTo>
                <a:moveTo>
                  <a:pt x="0" y="718718"/>
                </a:moveTo>
                <a:lnTo>
                  <a:pt x="133096" y="718718"/>
                </a:lnTo>
                <a:moveTo>
                  <a:pt x="0" y="718718"/>
                </a:moveTo>
                <a:lnTo>
                  <a:pt x="0" y="851814"/>
                </a:lnTo>
                <a:moveTo>
                  <a:pt x="0" y="851814"/>
                </a:moveTo>
                <a:lnTo>
                  <a:pt x="133096" y="851814"/>
                </a:lnTo>
                <a:moveTo>
                  <a:pt x="0" y="851814"/>
                </a:moveTo>
                <a:lnTo>
                  <a:pt x="0" y="984910"/>
                </a:lnTo>
                <a:moveTo>
                  <a:pt x="0" y="984910"/>
                </a:moveTo>
                <a:lnTo>
                  <a:pt x="133096" y="984910"/>
                </a:lnTo>
                <a:moveTo>
                  <a:pt x="0" y="984910"/>
                </a:moveTo>
                <a:lnTo>
                  <a:pt x="0" y="1118006"/>
                </a:lnTo>
                <a:moveTo>
                  <a:pt x="0" y="1118006"/>
                </a:moveTo>
                <a:lnTo>
                  <a:pt x="133096" y="1118006"/>
                </a:lnTo>
                <a:moveTo>
                  <a:pt x="0" y="1118006"/>
                </a:moveTo>
                <a:lnTo>
                  <a:pt x="0" y="1251102"/>
                </a:lnTo>
                <a:moveTo>
                  <a:pt x="0" y="1251102"/>
                </a:moveTo>
                <a:lnTo>
                  <a:pt x="133096" y="1251102"/>
                </a:lnTo>
                <a:moveTo>
                  <a:pt x="0" y="1251102"/>
                </a:moveTo>
                <a:lnTo>
                  <a:pt x="0" y="1384198"/>
                </a:lnTo>
                <a:moveTo>
                  <a:pt x="0" y="1384198"/>
                </a:moveTo>
                <a:lnTo>
                  <a:pt x="133096" y="1384198"/>
                </a:lnTo>
                <a:moveTo>
                  <a:pt x="0" y="1384198"/>
                </a:moveTo>
                <a:lnTo>
                  <a:pt x="0" y="1517294"/>
                </a:lnTo>
                <a:moveTo>
                  <a:pt x="0" y="1517294"/>
                </a:moveTo>
                <a:lnTo>
                  <a:pt x="133096" y="1517294"/>
                </a:lnTo>
                <a:moveTo>
                  <a:pt x="0" y="1517294"/>
                </a:moveTo>
                <a:lnTo>
                  <a:pt x="0" y="1650390"/>
                </a:lnTo>
                <a:moveTo>
                  <a:pt x="0" y="1650390"/>
                </a:moveTo>
                <a:lnTo>
                  <a:pt x="133096" y="1650390"/>
                </a:lnTo>
                <a:moveTo>
                  <a:pt x="0" y="1650390"/>
                </a:moveTo>
                <a:lnTo>
                  <a:pt x="0" y="1783486"/>
                </a:lnTo>
                <a:moveTo>
                  <a:pt x="0" y="1783486"/>
                </a:moveTo>
                <a:lnTo>
                  <a:pt x="133096" y="1783486"/>
                </a:lnTo>
                <a:moveTo>
                  <a:pt x="0" y="1783486"/>
                </a:moveTo>
                <a:lnTo>
                  <a:pt x="0" y="1916582"/>
                </a:lnTo>
                <a:moveTo>
                  <a:pt x="0" y="1916582"/>
                </a:moveTo>
                <a:lnTo>
                  <a:pt x="133096" y="1916582"/>
                </a:lnTo>
                <a:moveTo>
                  <a:pt x="0" y="1916582"/>
                </a:moveTo>
                <a:lnTo>
                  <a:pt x="0" y="2049678"/>
                </a:lnTo>
                <a:moveTo>
                  <a:pt x="0" y="2049678"/>
                </a:moveTo>
                <a:lnTo>
                  <a:pt x="133096" y="2049678"/>
                </a:lnTo>
                <a:moveTo>
                  <a:pt x="0" y="2049678"/>
                </a:moveTo>
                <a:lnTo>
                  <a:pt x="0" y="2182774"/>
                </a:lnTo>
                <a:moveTo>
                  <a:pt x="0" y="2182774"/>
                </a:moveTo>
                <a:lnTo>
                  <a:pt x="133096" y="2182774"/>
                </a:lnTo>
                <a:moveTo>
                  <a:pt x="0" y="2182774"/>
                </a:moveTo>
                <a:lnTo>
                  <a:pt x="0" y="2315870"/>
                </a:lnTo>
                <a:moveTo>
                  <a:pt x="0" y="2315870"/>
                </a:moveTo>
                <a:lnTo>
                  <a:pt x="133096" y="2315870"/>
                </a:lnTo>
                <a:moveTo>
                  <a:pt x="0" y="2315870"/>
                </a:moveTo>
                <a:lnTo>
                  <a:pt x="0" y="2448966"/>
                </a:lnTo>
                <a:moveTo>
                  <a:pt x="0" y="2448966"/>
                </a:moveTo>
                <a:lnTo>
                  <a:pt x="133096" y="2448966"/>
                </a:lnTo>
                <a:moveTo>
                  <a:pt x="0" y="2448966"/>
                </a:moveTo>
                <a:lnTo>
                  <a:pt x="0" y="2582062"/>
                </a:lnTo>
                <a:moveTo>
                  <a:pt x="0" y="2582062"/>
                </a:moveTo>
                <a:lnTo>
                  <a:pt x="133096" y="2582062"/>
                </a:lnTo>
                <a:moveTo>
                  <a:pt x="0" y="2582062"/>
                </a:moveTo>
                <a:lnTo>
                  <a:pt x="0" y="2715158"/>
                </a:lnTo>
                <a:moveTo>
                  <a:pt x="0" y="2715158"/>
                </a:moveTo>
                <a:lnTo>
                  <a:pt x="133096" y="2715158"/>
                </a:lnTo>
                <a:moveTo>
                  <a:pt x="0" y="2715158"/>
                </a:moveTo>
                <a:lnTo>
                  <a:pt x="0" y="2848254"/>
                </a:lnTo>
                <a:moveTo>
                  <a:pt x="0" y="2848254"/>
                </a:moveTo>
                <a:lnTo>
                  <a:pt x="133096" y="2848254"/>
                </a:lnTo>
                <a:moveTo>
                  <a:pt x="0" y="2848254"/>
                </a:moveTo>
                <a:lnTo>
                  <a:pt x="0" y="2981350"/>
                </a:lnTo>
                <a:moveTo>
                  <a:pt x="0" y="2981350"/>
                </a:moveTo>
                <a:lnTo>
                  <a:pt x="133096" y="2981350"/>
                </a:lnTo>
                <a:moveTo>
                  <a:pt x="0" y="2981350"/>
                </a:moveTo>
                <a:lnTo>
                  <a:pt x="0" y="3114446"/>
                </a:lnTo>
                <a:moveTo>
                  <a:pt x="0" y="3114446"/>
                </a:moveTo>
                <a:lnTo>
                  <a:pt x="133096" y="3114446"/>
                </a:lnTo>
                <a:moveTo>
                  <a:pt x="0" y="3114446"/>
                </a:moveTo>
                <a:lnTo>
                  <a:pt x="0" y="3247542"/>
                </a:lnTo>
                <a:moveTo>
                  <a:pt x="0" y="3247542"/>
                </a:moveTo>
                <a:lnTo>
                  <a:pt x="133096" y="3247542"/>
                </a:lnTo>
                <a:moveTo>
                  <a:pt x="0" y="3247542"/>
                </a:moveTo>
                <a:lnTo>
                  <a:pt x="0" y="3380638"/>
                </a:lnTo>
                <a:moveTo>
                  <a:pt x="0" y="3380638"/>
                </a:moveTo>
                <a:lnTo>
                  <a:pt x="133096" y="3380638"/>
                </a:lnTo>
                <a:moveTo>
                  <a:pt x="0" y="3380638"/>
                </a:moveTo>
                <a:lnTo>
                  <a:pt x="0" y="3513734"/>
                </a:lnTo>
                <a:moveTo>
                  <a:pt x="0" y="3513734"/>
                </a:moveTo>
                <a:lnTo>
                  <a:pt x="133096" y="3513734"/>
                </a:lnTo>
                <a:moveTo>
                  <a:pt x="0" y="3513734"/>
                </a:moveTo>
                <a:lnTo>
                  <a:pt x="0" y="3646830"/>
                </a:lnTo>
                <a:moveTo>
                  <a:pt x="0" y="3646830"/>
                </a:moveTo>
                <a:lnTo>
                  <a:pt x="133096" y="3646830"/>
                </a:lnTo>
                <a:moveTo>
                  <a:pt x="0" y="3646830"/>
                </a:moveTo>
                <a:lnTo>
                  <a:pt x="0" y="3779926"/>
                </a:lnTo>
                <a:moveTo>
                  <a:pt x="0" y="3779926"/>
                </a:moveTo>
                <a:lnTo>
                  <a:pt x="133096" y="3779926"/>
                </a:lnTo>
                <a:moveTo>
                  <a:pt x="0" y="3779926"/>
                </a:moveTo>
                <a:lnTo>
                  <a:pt x="0" y="3913022"/>
                </a:lnTo>
                <a:moveTo>
                  <a:pt x="0" y="3913022"/>
                </a:moveTo>
                <a:lnTo>
                  <a:pt x="133096" y="3913022"/>
                </a:lnTo>
                <a:moveTo>
                  <a:pt x="0" y="3913022"/>
                </a:moveTo>
                <a:lnTo>
                  <a:pt x="0" y="4046118"/>
                </a:lnTo>
                <a:moveTo>
                  <a:pt x="0" y="4046118"/>
                </a:moveTo>
                <a:lnTo>
                  <a:pt x="133096" y="4046118"/>
                </a:lnTo>
                <a:moveTo>
                  <a:pt x="0" y="4046118"/>
                </a:moveTo>
                <a:lnTo>
                  <a:pt x="0" y="4179214"/>
                </a:lnTo>
                <a:moveTo>
                  <a:pt x="0" y="4179214"/>
                </a:moveTo>
                <a:lnTo>
                  <a:pt x="133096" y="4179214"/>
                </a:lnTo>
                <a:moveTo>
                  <a:pt x="0" y="4179214"/>
                </a:moveTo>
                <a:lnTo>
                  <a:pt x="0" y="4312310"/>
                </a:lnTo>
                <a:moveTo>
                  <a:pt x="0" y="4312310"/>
                </a:moveTo>
                <a:lnTo>
                  <a:pt x="133096" y="4312310"/>
                </a:lnTo>
                <a:moveTo>
                  <a:pt x="0" y="4312310"/>
                </a:moveTo>
                <a:lnTo>
                  <a:pt x="0" y="4445406"/>
                </a:lnTo>
                <a:moveTo>
                  <a:pt x="0" y="4445406"/>
                </a:moveTo>
                <a:lnTo>
                  <a:pt x="133096" y="4445406"/>
                </a:lnTo>
                <a:moveTo>
                  <a:pt x="0" y="4445406"/>
                </a:moveTo>
                <a:lnTo>
                  <a:pt x="0" y="4578502"/>
                </a:lnTo>
                <a:moveTo>
                  <a:pt x="0" y="4578502"/>
                </a:moveTo>
                <a:lnTo>
                  <a:pt x="133096" y="4578502"/>
                </a:lnTo>
                <a:moveTo>
                  <a:pt x="0" y="4578502"/>
                </a:moveTo>
                <a:lnTo>
                  <a:pt x="0" y="4711598"/>
                </a:lnTo>
                <a:moveTo>
                  <a:pt x="0" y="4711598"/>
                </a:moveTo>
                <a:lnTo>
                  <a:pt x="133096" y="4711598"/>
                </a:lnTo>
                <a:moveTo>
                  <a:pt x="0" y="4711598"/>
                </a:moveTo>
                <a:lnTo>
                  <a:pt x="0" y="4844694"/>
                </a:lnTo>
                <a:moveTo>
                  <a:pt x="0" y="4844694"/>
                </a:moveTo>
                <a:lnTo>
                  <a:pt x="133096" y="4844694"/>
                </a:lnTo>
                <a:moveTo>
                  <a:pt x="0" y="4844694"/>
                </a:moveTo>
                <a:lnTo>
                  <a:pt x="0" y="4977790"/>
                </a:lnTo>
                <a:moveTo>
                  <a:pt x="0" y="4977790"/>
                </a:moveTo>
                <a:lnTo>
                  <a:pt x="133096" y="4977790"/>
                </a:lnTo>
                <a:moveTo>
                  <a:pt x="0" y="4977790"/>
                </a:moveTo>
                <a:lnTo>
                  <a:pt x="0" y="5044338"/>
                </a:lnTo>
                <a:moveTo>
                  <a:pt x="133096" y="0"/>
                </a:moveTo>
                <a:lnTo>
                  <a:pt x="133096" y="53238"/>
                </a:lnTo>
                <a:moveTo>
                  <a:pt x="133096" y="53238"/>
                </a:moveTo>
                <a:lnTo>
                  <a:pt x="266192" y="53238"/>
                </a:lnTo>
                <a:moveTo>
                  <a:pt x="133096" y="53238"/>
                </a:moveTo>
                <a:lnTo>
                  <a:pt x="133096" y="186334"/>
                </a:lnTo>
                <a:moveTo>
                  <a:pt x="133096" y="186334"/>
                </a:moveTo>
                <a:lnTo>
                  <a:pt x="266192" y="186334"/>
                </a:lnTo>
                <a:moveTo>
                  <a:pt x="133096" y="186334"/>
                </a:moveTo>
                <a:lnTo>
                  <a:pt x="133096" y="319430"/>
                </a:lnTo>
                <a:moveTo>
                  <a:pt x="133096" y="319430"/>
                </a:moveTo>
                <a:lnTo>
                  <a:pt x="266192" y="319430"/>
                </a:lnTo>
                <a:moveTo>
                  <a:pt x="133096" y="319430"/>
                </a:moveTo>
                <a:lnTo>
                  <a:pt x="133096" y="452526"/>
                </a:lnTo>
                <a:moveTo>
                  <a:pt x="133096" y="452526"/>
                </a:moveTo>
                <a:lnTo>
                  <a:pt x="266192" y="452526"/>
                </a:lnTo>
                <a:moveTo>
                  <a:pt x="133096" y="452526"/>
                </a:moveTo>
                <a:lnTo>
                  <a:pt x="133096" y="585622"/>
                </a:lnTo>
                <a:moveTo>
                  <a:pt x="133096" y="585622"/>
                </a:moveTo>
                <a:lnTo>
                  <a:pt x="266192" y="585622"/>
                </a:lnTo>
                <a:moveTo>
                  <a:pt x="133096" y="585622"/>
                </a:moveTo>
                <a:lnTo>
                  <a:pt x="133096" y="718718"/>
                </a:lnTo>
                <a:moveTo>
                  <a:pt x="133096" y="718718"/>
                </a:moveTo>
                <a:lnTo>
                  <a:pt x="266192" y="718718"/>
                </a:lnTo>
                <a:moveTo>
                  <a:pt x="133096" y="718718"/>
                </a:moveTo>
                <a:lnTo>
                  <a:pt x="133096" y="851814"/>
                </a:lnTo>
                <a:moveTo>
                  <a:pt x="133096" y="851814"/>
                </a:moveTo>
                <a:lnTo>
                  <a:pt x="266192" y="851814"/>
                </a:lnTo>
                <a:moveTo>
                  <a:pt x="133096" y="851814"/>
                </a:moveTo>
                <a:lnTo>
                  <a:pt x="133096" y="984910"/>
                </a:lnTo>
                <a:moveTo>
                  <a:pt x="133096" y="984910"/>
                </a:moveTo>
                <a:lnTo>
                  <a:pt x="266192" y="984910"/>
                </a:lnTo>
                <a:moveTo>
                  <a:pt x="133096" y="984910"/>
                </a:moveTo>
                <a:lnTo>
                  <a:pt x="133096" y="1118006"/>
                </a:lnTo>
                <a:moveTo>
                  <a:pt x="133096" y="1118006"/>
                </a:moveTo>
                <a:lnTo>
                  <a:pt x="266192" y="1118006"/>
                </a:lnTo>
                <a:moveTo>
                  <a:pt x="133096" y="1118006"/>
                </a:moveTo>
                <a:lnTo>
                  <a:pt x="133096" y="1251102"/>
                </a:lnTo>
                <a:moveTo>
                  <a:pt x="133096" y="1251102"/>
                </a:moveTo>
                <a:lnTo>
                  <a:pt x="266192" y="1251102"/>
                </a:lnTo>
                <a:moveTo>
                  <a:pt x="133096" y="1251102"/>
                </a:moveTo>
                <a:lnTo>
                  <a:pt x="133096" y="1384198"/>
                </a:lnTo>
                <a:moveTo>
                  <a:pt x="133096" y="1384198"/>
                </a:moveTo>
                <a:lnTo>
                  <a:pt x="266192" y="1384198"/>
                </a:lnTo>
                <a:moveTo>
                  <a:pt x="133096" y="1384198"/>
                </a:moveTo>
                <a:lnTo>
                  <a:pt x="133096" y="1517294"/>
                </a:lnTo>
                <a:moveTo>
                  <a:pt x="133096" y="1517294"/>
                </a:moveTo>
                <a:lnTo>
                  <a:pt x="266192" y="1517294"/>
                </a:lnTo>
                <a:moveTo>
                  <a:pt x="133096" y="1517294"/>
                </a:moveTo>
                <a:lnTo>
                  <a:pt x="133096" y="1650390"/>
                </a:lnTo>
                <a:moveTo>
                  <a:pt x="133096" y="1650390"/>
                </a:moveTo>
                <a:lnTo>
                  <a:pt x="266192" y="1650390"/>
                </a:lnTo>
                <a:moveTo>
                  <a:pt x="133096" y="1650390"/>
                </a:moveTo>
                <a:lnTo>
                  <a:pt x="133096" y="1783486"/>
                </a:lnTo>
                <a:moveTo>
                  <a:pt x="133096" y="1783486"/>
                </a:moveTo>
                <a:lnTo>
                  <a:pt x="266192" y="1783486"/>
                </a:lnTo>
                <a:moveTo>
                  <a:pt x="133096" y="1783486"/>
                </a:moveTo>
                <a:lnTo>
                  <a:pt x="133096" y="1916582"/>
                </a:lnTo>
                <a:moveTo>
                  <a:pt x="133096" y="1916582"/>
                </a:moveTo>
                <a:lnTo>
                  <a:pt x="266192" y="1916582"/>
                </a:lnTo>
                <a:moveTo>
                  <a:pt x="133096" y="1916582"/>
                </a:moveTo>
                <a:lnTo>
                  <a:pt x="133096" y="2049678"/>
                </a:lnTo>
                <a:moveTo>
                  <a:pt x="133096" y="2049678"/>
                </a:moveTo>
                <a:lnTo>
                  <a:pt x="266192" y="2049678"/>
                </a:lnTo>
                <a:moveTo>
                  <a:pt x="133096" y="2049678"/>
                </a:moveTo>
                <a:lnTo>
                  <a:pt x="133096" y="2182774"/>
                </a:lnTo>
                <a:moveTo>
                  <a:pt x="133096" y="2182774"/>
                </a:moveTo>
                <a:lnTo>
                  <a:pt x="266192" y="2182774"/>
                </a:lnTo>
                <a:moveTo>
                  <a:pt x="133096" y="2182774"/>
                </a:moveTo>
                <a:lnTo>
                  <a:pt x="133096" y="2315870"/>
                </a:lnTo>
                <a:moveTo>
                  <a:pt x="133096" y="2315870"/>
                </a:moveTo>
                <a:lnTo>
                  <a:pt x="266192" y="2315870"/>
                </a:lnTo>
                <a:moveTo>
                  <a:pt x="133096" y="2315870"/>
                </a:moveTo>
                <a:lnTo>
                  <a:pt x="133096" y="2448966"/>
                </a:lnTo>
                <a:moveTo>
                  <a:pt x="133096" y="2448966"/>
                </a:moveTo>
                <a:lnTo>
                  <a:pt x="266192" y="2448966"/>
                </a:lnTo>
                <a:moveTo>
                  <a:pt x="133096" y="2448966"/>
                </a:moveTo>
                <a:lnTo>
                  <a:pt x="133096" y="2582062"/>
                </a:lnTo>
                <a:moveTo>
                  <a:pt x="133096" y="2582062"/>
                </a:moveTo>
                <a:lnTo>
                  <a:pt x="266192" y="2582062"/>
                </a:lnTo>
                <a:moveTo>
                  <a:pt x="133096" y="2582062"/>
                </a:moveTo>
                <a:lnTo>
                  <a:pt x="133096" y="2715158"/>
                </a:lnTo>
                <a:moveTo>
                  <a:pt x="133096" y="2715158"/>
                </a:moveTo>
                <a:lnTo>
                  <a:pt x="266192" y="2715158"/>
                </a:lnTo>
                <a:moveTo>
                  <a:pt x="133096" y="2715158"/>
                </a:moveTo>
                <a:lnTo>
                  <a:pt x="133096" y="2848254"/>
                </a:lnTo>
                <a:moveTo>
                  <a:pt x="133096" y="2848254"/>
                </a:moveTo>
                <a:lnTo>
                  <a:pt x="266192" y="2848254"/>
                </a:lnTo>
                <a:moveTo>
                  <a:pt x="133096" y="2848254"/>
                </a:moveTo>
                <a:lnTo>
                  <a:pt x="133096" y="2981350"/>
                </a:lnTo>
                <a:moveTo>
                  <a:pt x="133096" y="2981350"/>
                </a:moveTo>
                <a:lnTo>
                  <a:pt x="266192" y="2981350"/>
                </a:lnTo>
                <a:moveTo>
                  <a:pt x="133096" y="2981350"/>
                </a:moveTo>
                <a:lnTo>
                  <a:pt x="133096" y="3114446"/>
                </a:lnTo>
                <a:moveTo>
                  <a:pt x="133096" y="3114446"/>
                </a:moveTo>
                <a:lnTo>
                  <a:pt x="266192" y="3114446"/>
                </a:lnTo>
                <a:moveTo>
                  <a:pt x="133096" y="3114446"/>
                </a:moveTo>
                <a:lnTo>
                  <a:pt x="133096" y="3247542"/>
                </a:lnTo>
                <a:moveTo>
                  <a:pt x="133096" y="3247542"/>
                </a:moveTo>
                <a:lnTo>
                  <a:pt x="266192" y="3247542"/>
                </a:lnTo>
                <a:moveTo>
                  <a:pt x="133096" y="3247542"/>
                </a:moveTo>
                <a:lnTo>
                  <a:pt x="133096" y="3380638"/>
                </a:lnTo>
                <a:moveTo>
                  <a:pt x="133096" y="3380638"/>
                </a:moveTo>
                <a:lnTo>
                  <a:pt x="266192" y="3380638"/>
                </a:lnTo>
                <a:moveTo>
                  <a:pt x="133096" y="3380638"/>
                </a:moveTo>
                <a:lnTo>
                  <a:pt x="133096" y="3513734"/>
                </a:lnTo>
                <a:moveTo>
                  <a:pt x="133096" y="3513734"/>
                </a:moveTo>
                <a:lnTo>
                  <a:pt x="266192" y="3513734"/>
                </a:lnTo>
                <a:moveTo>
                  <a:pt x="133096" y="3513734"/>
                </a:moveTo>
                <a:lnTo>
                  <a:pt x="133096" y="3646830"/>
                </a:lnTo>
                <a:moveTo>
                  <a:pt x="133096" y="3646830"/>
                </a:moveTo>
                <a:lnTo>
                  <a:pt x="266192" y="3646830"/>
                </a:lnTo>
                <a:moveTo>
                  <a:pt x="133096" y="3646830"/>
                </a:moveTo>
                <a:lnTo>
                  <a:pt x="133096" y="3779926"/>
                </a:lnTo>
                <a:moveTo>
                  <a:pt x="133096" y="3779926"/>
                </a:moveTo>
                <a:lnTo>
                  <a:pt x="266192" y="3779926"/>
                </a:lnTo>
                <a:moveTo>
                  <a:pt x="133096" y="3779926"/>
                </a:moveTo>
                <a:lnTo>
                  <a:pt x="133096" y="3913022"/>
                </a:lnTo>
                <a:moveTo>
                  <a:pt x="133096" y="3913022"/>
                </a:moveTo>
                <a:lnTo>
                  <a:pt x="266192" y="3913022"/>
                </a:lnTo>
                <a:moveTo>
                  <a:pt x="133096" y="3913022"/>
                </a:moveTo>
                <a:lnTo>
                  <a:pt x="133096" y="4046118"/>
                </a:lnTo>
                <a:moveTo>
                  <a:pt x="133096" y="4046118"/>
                </a:moveTo>
                <a:lnTo>
                  <a:pt x="266192" y="4046118"/>
                </a:lnTo>
                <a:moveTo>
                  <a:pt x="133096" y="4046118"/>
                </a:moveTo>
                <a:lnTo>
                  <a:pt x="133096" y="4179214"/>
                </a:lnTo>
                <a:moveTo>
                  <a:pt x="133096" y="4179214"/>
                </a:moveTo>
                <a:lnTo>
                  <a:pt x="266192" y="4179214"/>
                </a:lnTo>
                <a:moveTo>
                  <a:pt x="133096" y="4179214"/>
                </a:moveTo>
                <a:lnTo>
                  <a:pt x="133096" y="4312310"/>
                </a:lnTo>
                <a:moveTo>
                  <a:pt x="133096" y="4312310"/>
                </a:moveTo>
                <a:lnTo>
                  <a:pt x="266192" y="4312310"/>
                </a:lnTo>
                <a:moveTo>
                  <a:pt x="133096" y="4312310"/>
                </a:moveTo>
                <a:lnTo>
                  <a:pt x="133096" y="4445406"/>
                </a:lnTo>
                <a:moveTo>
                  <a:pt x="133096" y="4445406"/>
                </a:moveTo>
                <a:lnTo>
                  <a:pt x="266192" y="4445406"/>
                </a:lnTo>
                <a:moveTo>
                  <a:pt x="133096" y="4445406"/>
                </a:moveTo>
                <a:lnTo>
                  <a:pt x="133096" y="4578502"/>
                </a:lnTo>
                <a:moveTo>
                  <a:pt x="133096" y="4578502"/>
                </a:moveTo>
                <a:lnTo>
                  <a:pt x="266192" y="4578502"/>
                </a:lnTo>
                <a:moveTo>
                  <a:pt x="133096" y="4578502"/>
                </a:moveTo>
                <a:lnTo>
                  <a:pt x="133096" y="4711598"/>
                </a:lnTo>
                <a:moveTo>
                  <a:pt x="133096" y="4711598"/>
                </a:moveTo>
                <a:lnTo>
                  <a:pt x="266192" y="4711598"/>
                </a:lnTo>
                <a:moveTo>
                  <a:pt x="133096" y="4711598"/>
                </a:moveTo>
                <a:lnTo>
                  <a:pt x="133096" y="4844694"/>
                </a:lnTo>
                <a:moveTo>
                  <a:pt x="133096" y="4844694"/>
                </a:moveTo>
                <a:lnTo>
                  <a:pt x="266192" y="4844694"/>
                </a:lnTo>
                <a:moveTo>
                  <a:pt x="133096" y="4844694"/>
                </a:moveTo>
                <a:lnTo>
                  <a:pt x="133096" y="4977790"/>
                </a:lnTo>
                <a:moveTo>
                  <a:pt x="133096" y="4977790"/>
                </a:moveTo>
                <a:lnTo>
                  <a:pt x="266192" y="4977790"/>
                </a:lnTo>
                <a:moveTo>
                  <a:pt x="133096" y="4977790"/>
                </a:moveTo>
                <a:lnTo>
                  <a:pt x="133096" y="5044338"/>
                </a:lnTo>
                <a:moveTo>
                  <a:pt x="266192" y="0"/>
                </a:moveTo>
                <a:lnTo>
                  <a:pt x="266192" y="53238"/>
                </a:lnTo>
                <a:moveTo>
                  <a:pt x="266192" y="53238"/>
                </a:moveTo>
                <a:lnTo>
                  <a:pt x="399288" y="53238"/>
                </a:lnTo>
                <a:moveTo>
                  <a:pt x="266192" y="53238"/>
                </a:moveTo>
                <a:lnTo>
                  <a:pt x="266192" y="186334"/>
                </a:lnTo>
                <a:moveTo>
                  <a:pt x="266192" y="186334"/>
                </a:moveTo>
                <a:lnTo>
                  <a:pt x="399288" y="186334"/>
                </a:lnTo>
                <a:moveTo>
                  <a:pt x="266192" y="186334"/>
                </a:moveTo>
                <a:lnTo>
                  <a:pt x="266192" y="319430"/>
                </a:lnTo>
                <a:moveTo>
                  <a:pt x="266192" y="319430"/>
                </a:moveTo>
                <a:lnTo>
                  <a:pt x="399288" y="319430"/>
                </a:lnTo>
                <a:moveTo>
                  <a:pt x="266192" y="319430"/>
                </a:moveTo>
                <a:lnTo>
                  <a:pt x="266192" y="452526"/>
                </a:lnTo>
                <a:moveTo>
                  <a:pt x="266192" y="452526"/>
                </a:moveTo>
                <a:lnTo>
                  <a:pt x="399288" y="452526"/>
                </a:lnTo>
                <a:moveTo>
                  <a:pt x="266192" y="452526"/>
                </a:moveTo>
                <a:lnTo>
                  <a:pt x="266192" y="585622"/>
                </a:lnTo>
                <a:moveTo>
                  <a:pt x="266192" y="585622"/>
                </a:moveTo>
                <a:lnTo>
                  <a:pt x="399288" y="585622"/>
                </a:lnTo>
                <a:moveTo>
                  <a:pt x="266192" y="585622"/>
                </a:moveTo>
                <a:lnTo>
                  <a:pt x="266192" y="718718"/>
                </a:lnTo>
                <a:moveTo>
                  <a:pt x="266192" y="718718"/>
                </a:moveTo>
                <a:lnTo>
                  <a:pt x="399288" y="718718"/>
                </a:lnTo>
                <a:moveTo>
                  <a:pt x="266192" y="718718"/>
                </a:moveTo>
                <a:lnTo>
                  <a:pt x="266192" y="851814"/>
                </a:lnTo>
                <a:moveTo>
                  <a:pt x="266192" y="851814"/>
                </a:moveTo>
                <a:lnTo>
                  <a:pt x="399288" y="851814"/>
                </a:lnTo>
                <a:moveTo>
                  <a:pt x="266192" y="851814"/>
                </a:moveTo>
                <a:lnTo>
                  <a:pt x="266192" y="984910"/>
                </a:lnTo>
                <a:moveTo>
                  <a:pt x="266192" y="984910"/>
                </a:moveTo>
                <a:lnTo>
                  <a:pt x="399288" y="984910"/>
                </a:lnTo>
                <a:moveTo>
                  <a:pt x="266192" y="984910"/>
                </a:moveTo>
                <a:lnTo>
                  <a:pt x="266192" y="1118006"/>
                </a:lnTo>
                <a:moveTo>
                  <a:pt x="266192" y="1118006"/>
                </a:moveTo>
                <a:lnTo>
                  <a:pt x="399288" y="1118006"/>
                </a:lnTo>
                <a:moveTo>
                  <a:pt x="266192" y="1118006"/>
                </a:moveTo>
                <a:lnTo>
                  <a:pt x="266192" y="1251102"/>
                </a:lnTo>
                <a:moveTo>
                  <a:pt x="266192" y="1251102"/>
                </a:moveTo>
                <a:lnTo>
                  <a:pt x="399288" y="1251102"/>
                </a:lnTo>
                <a:moveTo>
                  <a:pt x="266192" y="1251102"/>
                </a:moveTo>
                <a:lnTo>
                  <a:pt x="266192" y="1384198"/>
                </a:lnTo>
                <a:moveTo>
                  <a:pt x="266192" y="1384198"/>
                </a:moveTo>
                <a:lnTo>
                  <a:pt x="399288" y="1384198"/>
                </a:lnTo>
                <a:moveTo>
                  <a:pt x="266192" y="1384198"/>
                </a:moveTo>
                <a:lnTo>
                  <a:pt x="266192" y="1517294"/>
                </a:lnTo>
                <a:moveTo>
                  <a:pt x="266192" y="1517294"/>
                </a:moveTo>
                <a:lnTo>
                  <a:pt x="399288" y="1517294"/>
                </a:lnTo>
                <a:moveTo>
                  <a:pt x="266192" y="1517294"/>
                </a:moveTo>
                <a:lnTo>
                  <a:pt x="266192" y="1650390"/>
                </a:lnTo>
                <a:moveTo>
                  <a:pt x="266192" y="1650390"/>
                </a:moveTo>
                <a:lnTo>
                  <a:pt x="399288" y="1650390"/>
                </a:lnTo>
                <a:moveTo>
                  <a:pt x="266192" y="1650390"/>
                </a:moveTo>
                <a:lnTo>
                  <a:pt x="266192" y="1783486"/>
                </a:lnTo>
                <a:moveTo>
                  <a:pt x="266192" y="1783486"/>
                </a:moveTo>
                <a:lnTo>
                  <a:pt x="399288" y="1783486"/>
                </a:lnTo>
                <a:moveTo>
                  <a:pt x="266192" y="1783486"/>
                </a:moveTo>
                <a:lnTo>
                  <a:pt x="266192" y="1916582"/>
                </a:lnTo>
                <a:moveTo>
                  <a:pt x="266192" y="1916582"/>
                </a:moveTo>
                <a:lnTo>
                  <a:pt x="399288" y="1916582"/>
                </a:lnTo>
                <a:moveTo>
                  <a:pt x="266192" y="1916582"/>
                </a:moveTo>
                <a:lnTo>
                  <a:pt x="266192" y="2049678"/>
                </a:lnTo>
                <a:moveTo>
                  <a:pt x="266192" y="2049678"/>
                </a:moveTo>
                <a:lnTo>
                  <a:pt x="399288" y="2049678"/>
                </a:lnTo>
                <a:moveTo>
                  <a:pt x="266192" y="2049678"/>
                </a:moveTo>
                <a:lnTo>
                  <a:pt x="266192" y="2182774"/>
                </a:lnTo>
                <a:moveTo>
                  <a:pt x="266192" y="2182774"/>
                </a:moveTo>
                <a:lnTo>
                  <a:pt x="399288" y="2182774"/>
                </a:lnTo>
                <a:moveTo>
                  <a:pt x="266192" y="2182774"/>
                </a:moveTo>
                <a:lnTo>
                  <a:pt x="266192" y="2315870"/>
                </a:lnTo>
                <a:moveTo>
                  <a:pt x="266192" y="2315870"/>
                </a:moveTo>
                <a:lnTo>
                  <a:pt x="399288" y="2315870"/>
                </a:lnTo>
                <a:moveTo>
                  <a:pt x="266192" y="2315870"/>
                </a:moveTo>
                <a:lnTo>
                  <a:pt x="266192" y="2448966"/>
                </a:lnTo>
                <a:moveTo>
                  <a:pt x="266192" y="2448966"/>
                </a:moveTo>
                <a:lnTo>
                  <a:pt x="399288" y="2448966"/>
                </a:lnTo>
                <a:moveTo>
                  <a:pt x="266192" y="2448966"/>
                </a:moveTo>
                <a:lnTo>
                  <a:pt x="266192" y="2582062"/>
                </a:lnTo>
                <a:moveTo>
                  <a:pt x="266192" y="2582062"/>
                </a:moveTo>
                <a:lnTo>
                  <a:pt x="399288" y="2582062"/>
                </a:lnTo>
                <a:moveTo>
                  <a:pt x="266192" y="2582062"/>
                </a:moveTo>
                <a:lnTo>
                  <a:pt x="266192" y="2715158"/>
                </a:lnTo>
                <a:moveTo>
                  <a:pt x="266192" y="2715158"/>
                </a:moveTo>
                <a:lnTo>
                  <a:pt x="399288" y="2715158"/>
                </a:lnTo>
                <a:moveTo>
                  <a:pt x="266192" y="2715158"/>
                </a:moveTo>
                <a:lnTo>
                  <a:pt x="266192" y="2848254"/>
                </a:lnTo>
                <a:moveTo>
                  <a:pt x="266192" y="2848254"/>
                </a:moveTo>
                <a:lnTo>
                  <a:pt x="399288" y="2848254"/>
                </a:lnTo>
                <a:moveTo>
                  <a:pt x="266192" y="2848254"/>
                </a:moveTo>
                <a:lnTo>
                  <a:pt x="266192" y="2981350"/>
                </a:lnTo>
                <a:moveTo>
                  <a:pt x="266192" y="2981350"/>
                </a:moveTo>
                <a:lnTo>
                  <a:pt x="399288" y="2981350"/>
                </a:lnTo>
                <a:moveTo>
                  <a:pt x="266192" y="2981350"/>
                </a:moveTo>
                <a:lnTo>
                  <a:pt x="266192" y="3114446"/>
                </a:lnTo>
                <a:moveTo>
                  <a:pt x="266192" y="3114446"/>
                </a:moveTo>
                <a:lnTo>
                  <a:pt x="399288" y="3114446"/>
                </a:lnTo>
                <a:moveTo>
                  <a:pt x="266192" y="3114446"/>
                </a:moveTo>
                <a:lnTo>
                  <a:pt x="266192" y="3247542"/>
                </a:lnTo>
                <a:moveTo>
                  <a:pt x="266192" y="3247542"/>
                </a:moveTo>
                <a:lnTo>
                  <a:pt x="399288" y="3247542"/>
                </a:lnTo>
                <a:moveTo>
                  <a:pt x="266192" y="3247542"/>
                </a:moveTo>
                <a:lnTo>
                  <a:pt x="266192" y="3380638"/>
                </a:lnTo>
                <a:moveTo>
                  <a:pt x="266192" y="3380638"/>
                </a:moveTo>
                <a:lnTo>
                  <a:pt x="399288" y="3380638"/>
                </a:lnTo>
                <a:moveTo>
                  <a:pt x="266192" y="3380638"/>
                </a:moveTo>
                <a:lnTo>
                  <a:pt x="266192" y="3513734"/>
                </a:lnTo>
                <a:moveTo>
                  <a:pt x="266192" y="3513734"/>
                </a:moveTo>
                <a:lnTo>
                  <a:pt x="399288" y="3513734"/>
                </a:lnTo>
                <a:moveTo>
                  <a:pt x="266192" y="3513734"/>
                </a:moveTo>
                <a:lnTo>
                  <a:pt x="266192" y="3646830"/>
                </a:lnTo>
                <a:moveTo>
                  <a:pt x="266192" y="3646830"/>
                </a:moveTo>
                <a:lnTo>
                  <a:pt x="399288" y="3646830"/>
                </a:lnTo>
                <a:moveTo>
                  <a:pt x="266192" y="3646830"/>
                </a:moveTo>
                <a:lnTo>
                  <a:pt x="266192" y="3779926"/>
                </a:lnTo>
                <a:moveTo>
                  <a:pt x="266192" y="3779926"/>
                </a:moveTo>
                <a:lnTo>
                  <a:pt x="399288" y="3779926"/>
                </a:lnTo>
                <a:moveTo>
                  <a:pt x="266192" y="3779926"/>
                </a:moveTo>
                <a:lnTo>
                  <a:pt x="266192" y="3913022"/>
                </a:lnTo>
                <a:moveTo>
                  <a:pt x="266192" y="3913022"/>
                </a:moveTo>
                <a:lnTo>
                  <a:pt x="399288" y="3913022"/>
                </a:lnTo>
                <a:moveTo>
                  <a:pt x="266192" y="3913022"/>
                </a:moveTo>
                <a:lnTo>
                  <a:pt x="266192" y="4046118"/>
                </a:lnTo>
                <a:moveTo>
                  <a:pt x="266192" y="4046118"/>
                </a:moveTo>
                <a:lnTo>
                  <a:pt x="399288" y="4046118"/>
                </a:lnTo>
                <a:moveTo>
                  <a:pt x="266192" y="4046118"/>
                </a:moveTo>
                <a:lnTo>
                  <a:pt x="266192" y="4179214"/>
                </a:lnTo>
                <a:moveTo>
                  <a:pt x="266192" y="4179214"/>
                </a:moveTo>
                <a:lnTo>
                  <a:pt x="399288" y="4179214"/>
                </a:lnTo>
                <a:moveTo>
                  <a:pt x="266192" y="4179214"/>
                </a:moveTo>
                <a:lnTo>
                  <a:pt x="266192" y="4312310"/>
                </a:lnTo>
                <a:moveTo>
                  <a:pt x="266192" y="4312310"/>
                </a:moveTo>
                <a:lnTo>
                  <a:pt x="399288" y="4312310"/>
                </a:lnTo>
                <a:moveTo>
                  <a:pt x="266192" y="4312310"/>
                </a:moveTo>
                <a:lnTo>
                  <a:pt x="266192" y="4445406"/>
                </a:lnTo>
                <a:moveTo>
                  <a:pt x="266192" y="4445406"/>
                </a:moveTo>
                <a:lnTo>
                  <a:pt x="399288" y="4445406"/>
                </a:lnTo>
                <a:moveTo>
                  <a:pt x="266192" y="4445406"/>
                </a:moveTo>
                <a:lnTo>
                  <a:pt x="266192" y="4578502"/>
                </a:lnTo>
                <a:moveTo>
                  <a:pt x="266192" y="4578502"/>
                </a:moveTo>
                <a:lnTo>
                  <a:pt x="399288" y="4578502"/>
                </a:lnTo>
                <a:moveTo>
                  <a:pt x="266192" y="4578502"/>
                </a:moveTo>
                <a:lnTo>
                  <a:pt x="266192" y="4711598"/>
                </a:lnTo>
                <a:moveTo>
                  <a:pt x="266192" y="4711598"/>
                </a:moveTo>
                <a:lnTo>
                  <a:pt x="399288" y="4711598"/>
                </a:lnTo>
                <a:moveTo>
                  <a:pt x="266192" y="4711598"/>
                </a:moveTo>
                <a:lnTo>
                  <a:pt x="266192" y="4844694"/>
                </a:lnTo>
                <a:moveTo>
                  <a:pt x="266192" y="4844694"/>
                </a:moveTo>
                <a:lnTo>
                  <a:pt x="399288" y="4844694"/>
                </a:lnTo>
                <a:moveTo>
                  <a:pt x="266192" y="4844694"/>
                </a:moveTo>
                <a:lnTo>
                  <a:pt x="266192" y="4977790"/>
                </a:lnTo>
                <a:moveTo>
                  <a:pt x="266192" y="4977790"/>
                </a:moveTo>
                <a:lnTo>
                  <a:pt x="399288" y="4977790"/>
                </a:lnTo>
                <a:moveTo>
                  <a:pt x="266192" y="4977790"/>
                </a:moveTo>
                <a:lnTo>
                  <a:pt x="266192" y="5044338"/>
                </a:lnTo>
                <a:moveTo>
                  <a:pt x="399288" y="0"/>
                </a:moveTo>
                <a:lnTo>
                  <a:pt x="399288" y="53238"/>
                </a:lnTo>
                <a:moveTo>
                  <a:pt x="399288" y="53238"/>
                </a:moveTo>
                <a:lnTo>
                  <a:pt x="532384" y="53238"/>
                </a:lnTo>
                <a:moveTo>
                  <a:pt x="399288" y="53238"/>
                </a:moveTo>
                <a:lnTo>
                  <a:pt x="399288" y="186334"/>
                </a:lnTo>
                <a:moveTo>
                  <a:pt x="399288" y="186334"/>
                </a:moveTo>
                <a:lnTo>
                  <a:pt x="532384" y="186334"/>
                </a:lnTo>
                <a:moveTo>
                  <a:pt x="399288" y="186334"/>
                </a:moveTo>
                <a:lnTo>
                  <a:pt x="399288" y="319430"/>
                </a:lnTo>
                <a:moveTo>
                  <a:pt x="399288" y="319430"/>
                </a:moveTo>
                <a:lnTo>
                  <a:pt x="532384" y="319430"/>
                </a:lnTo>
                <a:moveTo>
                  <a:pt x="399288" y="319430"/>
                </a:moveTo>
                <a:lnTo>
                  <a:pt x="399288" y="452526"/>
                </a:lnTo>
                <a:moveTo>
                  <a:pt x="399288" y="452526"/>
                </a:moveTo>
                <a:lnTo>
                  <a:pt x="532384" y="452526"/>
                </a:lnTo>
                <a:moveTo>
                  <a:pt x="399288" y="452526"/>
                </a:moveTo>
                <a:lnTo>
                  <a:pt x="399288" y="585622"/>
                </a:lnTo>
                <a:moveTo>
                  <a:pt x="399288" y="585622"/>
                </a:moveTo>
                <a:lnTo>
                  <a:pt x="532384" y="585622"/>
                </a:lnTo>
                <a:moveTo>
                  <a:pt x="399288" y="585622"/>
                </a:moveTo>
                <a:lnTo>
                  <a:pt x="399288" y="718718"/>
                </a:lnTo>
                <a:moveTo>
                  <a:pt x="399288" y="718718"/>
                </a:moveTo>
                <a:lnTo>
                  <a:pt x="532384" y="718718"/>
                </a:lnTo>
                <a:moveTo>
                  <a:pt x="399288" y="718718"/>
                </a:moveTo>
                <a:lnTo>
                  <a:pt x="399288" y="851814"/>
                </a:lnTo>
                <a:moveTo>
                  <a:pt x="399288" y="851814"/>
                </a:moveTo>
                <a:lnTo>
                  <a:pt x="532384" y="851814"/>
                </a:lnTo>
                <a:moveTo>
                  <a:pt x="399288" y="851814"/>
                </a:moveTo>
                <a:lnTo>
                  <a:pt x="399288" y="984910"/>
                </a:lnTo>
                <a:moveTo>
                  <a:pt x="399288" y="984910"/>
                </a:moveTo>
                <a:lnTo>
                  <a:pt x="532384" y="984910"/>
                </a:lnTo>
                <a:moveTo>
                  <a:pt x="399288" y="984910"/>
                </a:moveTo>
                <a:lnTo>
                  <a:pt x="399288" y="1118006"/>
                </a:lnTo>
                <a:moveTo>
                  <a:pt x="399288" y="1118006"/>
                </a:moveTo>
                <a:lnTo>
                  <a:pt x="532384" y="1118006"/>
                </a:lnTo>
                <a:moveTo>
                  <a:pt x="399288" y="1118006"/>
                </a:moveTo>
                <a:lnTo>
                  <a:pt x="399288" y="1251102"/>
                </a:lnTo>
                <a:moveTo>
                  <a:pt x="399288" y="1251102"/>
                </a:moveTo>
                <a:lnTo>
                  <a:pt x="532384" y="1251102"/>
                </a:lnTo>
                <a:moveTo>
                  <a:pt x="399288" y="1251102"/>
                </a:moveTo>
                <a:lnTo>
                  <a:pt x="399288" y="1384198"/>
                </a:lnTo>
                <a:moveTo>
                  <a:pt x="399288" y="1384198"/>
                </a:moveTo>
                <a:lnTo>
                  <a:pt x="532384" y="1384198"/>
                </a:lnTo>
                <a:moveTo>
                  <a:pt x="399288" y="1384198"/>
                </a:moveTo>
                <a:lnTo>
                  <a:pt x="399288" y="1517294"/>
                </a:lnTo>
                <a:moveTo>
                  <a:pt x="399288" y="1517294"/>
                </a:moveTo>
                <a:lnTo>
                  <a:pt x="532384" y="1517294"/>
                </a:lnTo>
                <a:moveTo>
                  <a:pt x="399288" y="1517294"/>
                </a:moveTo>
                <a:lnTo>
                  <a:pt x="399288" y="1650390"/>
                </a:lnTo>
                <a:moveTo>
                  <a:pt x="399288" y="1650390"/>
                </a:moveTo>
                <a:lnTo>
                  <a:pt x="532384" y="1650390"/>
                </a:lnTo>
                <a:moveTo>
                  <a:pt x="399288" y="1650390"/>
                </a:moveTo>
                <a:lnTo>
                  <a:pt x="399288" y="1783486"/>
                </a:lnTo>
                <a:moveTo>
                  <a:pt x="399288" y="1783486"/>
                </a:moveTo>
                <a:lnTo>
                  <a:pt x="532384" y="1783486"/>
                </a:lnTo>
                <a:moveTo>
                  <a:pt x="399288" y="1783486"/>
                </a:moveTo>
                <a:lnTo>
                  <a:pt x="399288" y="1916582"/>
                </a:lnTo>
                <a:moveTo>
                  <a:pt x="399288" y="1916582"/>
                </a:moveTo>
                <a:lnTo>
                  <a:pt x="532384" y="1916582"/>
                </a:lnTo>
                <a:moveTo>
                  <a:pt x="399288" y="1916582"/>
                </a:moveTo>
                <a:lnTo>
                  <a:pt x="399288" y="2049678"/>
                </a:lnTo>
                <a:moveTo>
                  <a:pt x="399288" y="2049678"/>
                </a:moveTo>
                <a:lnTo>
                  <a:pt x="532384" y="2049678"/>
                </a:lnTo>
                <a:moveTo>
                  <a:pt x="399288" y="2049678"/>
                </a:moveTo>
                <a:lnTo>
                  <a:pt x="399288" y="2182774"/>
                </a:lnTo>
                <a:moveTo>
                  <a:pt x="399288" y="2182774"/>
                </a:moveTo>
                <a:lnTo>
                  <a:pt x="532384" y="2182774"/>
                </a:lnTo>
                <a:moveTo>
                  <a:pt x="399288" y="2182774"/>
                </a:moveTo>
                <a:lnTo>
                  <a:pt x="399288" y="2315870"/>
                </a:lnTo>
                <a:moveTo>
                  <a:pt x="399288" y="2315870"/>
                </a:moveTo>
                <a:lnTo>
                  <a:pt x="532384" y="2315870"/>
                </a:lnTo>
                <a:moveTo>
                  <a:pt x="399288" y="2315870"/>
                </a:moveTo>
                <a:lnTo>
                  <a:pt x="399288" y="2448966"/>
                </a:lnTo>
                <a:moveTo>
                  <a:pt x="399288" y="2448966"/>
                </a:moveTo>
                <a:lnTo>
                  <a:pt x="532384" y="2448966"/>
                </a:lnTo>
                <a:moveTo>
                  <a:pt x="399288" y="2448966"/>
                </a:moveTo>
                <a:lnTo>
                  <a:pt x="399288" y="2582062"/>
                </a:lnTo>
                <a:moveTo>
                  <a:pt x="399288" y="2582062"/>
                </a:moveTo>
                <a:lnTo>
                  <a:pt x="532384" y="2582062"/>
                </a:lnTo>
                <a:moveTo>
                  <a:pt x="399288" y="2582062"/>
                </a:moveTo>
                <a:lnTo>
                  <a:pt x="399288" y="2715158"/>
                </a:lnTo>
                <a:moveTo>
                  <a:pt x="399288" y="2715158"/>
                </a:moveTo>
                <a:lnTo>
                  <a:pt x="532384" y="2715158"/>
                </a:lnTo>
                <a:moveTo>
                  <a:pt x="399288" y="2715158"/>
                </a:moveTo>
                <a:lnTo>
                  <a:pt x="399288" y="2848254"/>
                </a:lnTo>
                <a:moveTo>
                  <a:pt x="399288" y="2848254"/>
                </a:moveTo>
                <a:lnTo>
                  <a:pt x="532384" y="2848254"/>
                </a:lnTo>
                <a:moveTo>
                  <a:pt x="399288" y="2848254"/>
                </a:moveTo>
                <a:lnTo>
                  <a:pt x="399288" y="2981350"/>
                </a:lnTo>
                <a:moveTo>
                  <a:pt x="399288" y="2981350"/>
                </a:moveTo>
                <a:lnTo>
                  <a:pt x="532384" y="2981350"/>
                </a:lnTo>
                <a:moveTo>
                  <a:pt x="399288" y="2981350"/>
                </a:moveTo>
                <a:lnTo>
                  <a:pt x="399288" y="3114446"/>
                </a:lnTo>
                <a:moveTo>
                  <a:pt x="399288" y="3114446"/>
                </a:moveTo>
                <a:lnTo>
                  <a:pt x="532384" y="3114446"/>
                </a:lnTo>
                <a:moveTo>
                  <a:pt x="399288" y="3114446"/>
                </a:moveTo>
                <a:lnTo>
                  <a:pt x="399288" y="3247542"/>
                </a:lnTo>
                <a:moveTo>
                  <a:pt x="399288" y="3247542"/>
                </a:moveTo>
                <a:lnTo>
                  <a:pt x="532384" y="3247542"/>
                </a:lnTo>
                <a:moveTo>
                  <a:pt x="399288" y="3247542"/>
                </a:moveTo>
                <a:lnTo>
                  <a:pt x="399288" y="3380638"/>
                </a:lnTo>
                <a:moveTo>
                  <a:pt x="399288" y="3380638"/>
                </a:moveTo>
                <a:lnTo>
                  <a:pt x="532384" y="3380638"/>
                </a:lnTo>
                <a:moveTo>
                  <a:pt x="399288" y="3380638"/>
                </a:moveTo>
                <a:lnTo>
                  <a:pt x="399288" y="3513734"/>
                </a:lnTo>
                <a:moveTo>
                  <a:pt x="399288" y="3513734"/>
                </a:moveTo>
                <a:lnTo>
                  <a:pt x="532384" y="3513734"/>
                </a:lnTo>
                <a:moveTo>
                  <a:pt x="399288" y="3513734"/>
                </a:moveTo>
                <a:lnTo>
                  <a:pt x="399288" y="3646830"/>
                </a:lnTo>
                <a:moveTo>
                  <a:pt x="399288" y="3646830"/>
                </a:moveTo>
                <a:lnTo>
                  <a:pt x="532384" y="3646830"/>
                </a:lnTo>
                <a:moveTo>
                  <a:pt x="399288" y="3646830"/>
                </a:moveTo>
                <a:lnTo>
                  <a:pt x="399288" y="3779926"/>
                </a:lnTo>
                <a:moveTo>
                  <a:pt x="399288" y="3779926"/>
                </a:moveTo>
                <a:lnTo>
                  <a:pt x="532384" y="3779926"/>
                </a:lnTo>
                <a:moveTo>
                  <a:pt x="399288" y="3779926"/>
                </a:moveTo>
                <a:lnTo>
                  <a:pt x="399288" y="3913022"/>
                </a:lnTo>
                <a:moveTo>
                  <a:pt x="399288" y="3913022"/>
                </a:moveTo>
                <a:lnTo>
                  <a:pt x="532384" y="3913022"/>
                </a:lnTo>
                <a:moveTo>
                  <a:pt x="399288" y="3913022"/>
                </a:moveTo>
                <a:lnTo>
                  <a:pt x="399288" y="4046118"/>
                </a:lnTo>
                <a:moveTo>
                  <a:pt x="399288" y="4046118"/>
                </a:moveTo>
                <a:lnTo>
                  <a:pt x="532384" y="4046118"/>
                </a:lnTo>
                <a:moveTo>
                  <a:pt x="399288" y="4046118"/>
                </a:moveTo>
                <a:lnTo>
                  <a:pt x="399288" y="4179214"/>
                </a:lnTo>
                <a:moveTo>
                  <a:pt x="399288" y="4179214"/>
                </a:moveTo>
                <a:lnTo>
                  <a:pt x="532384" y="4179214"/>
                </a:lnTo>
                <a:moveTo>
                  <a:pt x="399288" y="4179214"/>
                </a:moveTo>
                <a:lnTo>
                  <a:pt x="399288" y="4312310"/>
                </a:lnTo>
                <a:moveTo>
                  <a:pt x="399288" y="4312310"/>
                </a:moveTo>
                <a:lnTo>
                  <a:pt x="532384" y="4312310"/>
                </a:lnTo>
                <a:moveTo>
                  <a:pt x="399288" y="4312310"/>
                </a:moveTo>
                <a:lnTo>
                  <a:pt x="399288" y="4445406"/>
                </a:lnTo>
                <a:moveTo>
                  <a:pt x="399288" y="4445406"/>
                </a:moveTo>
                <a:lnTo>
                  <a:pt x="532384" y="4445406"/>
                </a:lnTo>
                <a:moveTo>
                  <a:pt x="399288" y="4445406"/>
                </a:moveTo>
                <a:lnTo>
                  <a:pt x="399288" y="4578502"/>
                </a:lnTo>
                <a:moveTo>
                  <a:pt x="399288" y="4578502"/>
                </a:moveTo>
                <a:lnTo>
                  <a:pt x="532384" y="4578502"/>
                </a:lnTo>
                <a:moveTo>
                  <a:pt x="399288" y="4578502"/>
                </a:moveTo>
                <a:lnTo>
                  <a:pt x="399288" y="4711598"/>
                </a:lnTo>
                <a:moveTo>
                  <a:pt x="399288" y="4711598"/>
                </a:moveTo>
                <a:lnTo>
                  <a:pt x="532384" y="4711598"/>
                </a:lnTo>
                <a:moveTo>
                  <a:pt x="399288" y="4711598"/>
                </a:moveTo>
                <a:lnTo>
                  <a:pt x="399288" y="4844694"/>
                </a:lnTo>
                <a:moveTo>
                  <a:pt x="399288" y="4844694"/>
                </a:moveTo>
                <a:lnTo>
                  <a:pt x="532384" y="4844694"/>
                </a:lnTo>
                <a:moveTo>
                  <a:pt x="399288" y="4844694"/>
                </a:moveTo>
                <a:lnTo>
                  <a:pt x="399288" y="4977790"/>
                </a:lnTo>
                <a:moveTo>
                  <a:pt x="399288" y="4977790"/>
                </a:moveTo>
                <a:lnTo>
                  <a:pt x="532384" y="4977790"/>
                </a:lnTo>
                <a:moveTo>
                  <a:pt x="399288" y="4977790"/>
                </a:moveTo>
                <a:lnTo>
                  <a:pt x="399288" y="5044338"/>
                </a:lnTo>
                <a:moveTo>
                  <a:pt x="532384" y="0"/>
                </a:moveTo>
                <a:lnTo>
                  <a:pt x="532384" y="53238"/>
                </a:lnTo>
                <a:moveTo>
                  <a:pt x="532384" y="53238"/>
                </a:moveTo>
                <a:lnTo>
                  <a:pt x="665480" y="53238"/>
                </a:lnTo>
                <a:moveTo>
                  <a:pt x="532384" y="53238"/>
                </a:moveTo>
                <a:lnTo>
                  <a:pt x="532384" y="186334"/>
                </a:lnTo>
                <a:moveTo>
                  <a:pt x="532384" y="186334"/>
                </a:moveTo>
                <a:lnTo>
                  <a:pt x="665480" y="186334"/>
                </a:lnTo>
                <a:moveTo>
                  <a:pt x="532384" y="186334"/>
                </a:moveTo>
                <a:lnTo>
                  <a:pt x="532384" y="319430"/>
                </a:lnTo>
                <a:moveTo>
                  <a:pt x="532384" y="319430"/>
                </a:moveTo>
                <a:lnTo>
                  <a:pt x="665480" y="319430"/>
                </a:lnTo>
                <a:moveTo>
                  <a:pt x="532384" y="319430"/>
                </a:moveTo>
                <a:lnTo>
                  <a:pt x="532384" y="452526"/>
                </a:lnTo>
                <a:moveTo>
                  <a:pt x="532384" y="452526"/>
                </a:moveTo>
                <a:lnTo>
                  <a:pt x="665480" y="452526"/>
                </a:lnTo>
                <a:moveTo>
                  <a:pt x="532384" y="452526"/>
                </a:moveTo>
                <a:lnTo>
                  <a:pt x="532384" y="585622"/>
                </a:lnTo>
                <a:moveTo>
                  <a:pt x="532384" y="585622"/>
                </a:moveTo>
                <a:lnTo>
                  <a:pt x="665480" y="585622"/>
                </a:lnTo>
                <a:moveTo>
                  <a:pt x="532384" y="585622"/>
                </a:moveTo>
                <a:lnTo>
                  <a:pt x="532384" y="718718"/>
                </a:lnTo>
                <a:moveTo>
                  <a:pt x="532384" y="718718"/>
                </a:moveTo>
                <a:lnTo>
                  <a:pt x="665480" y="718718"/>
                </a:lnTo>
                <a:moveTo>
                  <a:pt x="532384" y="718718"/>
                </a:moveTo>
                <a:lnTo>
                  <a:pt x="532384" y="851814"/>
                </a:lnTo>
                <a:moveTo>
                  <a:pt x="532384" y="851814"/>
                </a:moveTo>
                <a:lnTo>
                  <a:pt x="665480" y="851814"/>
                </a:lnTo>
                <a:moveTo>
                  <a:pt x="532384" y="851814"/>
                </a:moveTo>
                <a:lnTo>
                  <a:pt x="532384" y="984910"/>
                </a:lnTo>
                <a:moveTo>
                  <a:pt x="532384" y="984910"/>
                </a:moveTo>
                <a:lnTo>
                  <a:pt x="665480" y="984910"/>
                </a:lnTo>
                <a:moveTo>
                  <a:pt x="532384" y="984910"/>
                </a:moveTo>
                <a:lnTo>
                  <a:pt x="532384" y="1118006"/>
                </a:lnTo>
                <a:moveTo>
                  <a:pt x="532384" y="1118006"/>
                </a:moveTo>
                <a:lnTo>
                  <a:pt x="665480" y="1118006"/>
                </a:lnTo>
                <a:moveTo>
                  <a:pt x="532384" y="1118006"/>
                </a:moveTo>
                <a:lnTo>
                  <a:pt x="532384" y="1251102"/>
                </a:lnTo>
                <a:moveTo>
                  <a:pt x="532384" y="1251102"/>
                </a:moveTo>
                <a:lnTo>
                  <a:pt x="665480" y="1251102"/>
                </a:lnTo>
                <a:moveTo>
                  <a:pt x="532384" y="1251102"/>
                </a:moveTo>
                <a:lnTo>
                  <a:pt x="532384" y="1384198"/>
                </a:lnTo>
                <a:moveTo>
                  <a:pt x="532384" y="1384198"/>
                </a:moveTo>
                <a:lnTo>
                  <a:pt x="665480" y="1384198"/>
                </a:lnTo>
                <a:moveTo>
                  <a:pt x="532384" y="1384198"/>
                </a:moveTo>
                <a:lnTo>
                  <a:pt x="532384" y="1517294"/>
                </a:lnTo>
                <a:moveTo>
                  <a:pt x="532384" y="1517294"/>
                </a:moveTo>
                <a:lnTo>
                  <a:pt x="665480" y="1517294"/>
                </a:lnTo>
                <a:moveTo>
                  <a:pt x="532384" y="1517294"/>
                </a:moveTo>
                <a:lnTo>
                  <a:pt x="532384" y="1650390"/>
                </a:lnTo>
                <a:moveTo>
                  <a:pt x="532384" y="1650390"/>
                </a:moveTo>
                <a:lnTo>
                  <a:pt x="665480" y="1650390"/>
                </a:lnTo>
                <a:moveTo>
                  <a:pt x="532384" y="1650390"/>
                </a:moveTo>
                <a:lnTo>
                  <a:pt x="532384" y="1783486"/>
                </a:lnTo>
                <a:moveTo>
                  <a:pt x="532384" y="1783486"/>
                </a:moveTo>
                <a:lnTo>
                  <a:pt x="665480" y="1783486"/>
                </a:lnTo>
                <a:moveTo>
                  <a:pt x="532384" y="1783486"/>
                </a:moveTo>
                <a:lnTo>
                  <a:pt x="532384" y="1916582"/>
                </a:lnTo>
                <a:moveTo>
                  <a:pt x="532384" y="1916582"/>
                </a:moveTo>
                <a:lnTo>
                  <a:pt x="665480" y="1916582"/>
                </a:lnTo>
                <a:moveTo>
                  <a:pt x="532384" y="1916582"/>
                </a:moveTo>
                <a:lnTo>
                  <a:pt x="532384" y="2049678"/>
                </a:lnTo>
                <a:moveTo>
                  <a:pt x="532384" y="2049678"/>
                </a:moveTo>
                <a:lnTo>
                  <a:pt x="665480" y="2049678"/>
                </a:lnTo>
                <a:moveTo>
                  <a:pt x="532384" y="2049678"/>
                </a:moveTo>
                <a:lnTo>
                  <a:pt x="532384" y="2182774"/>
                </a:lnTo>
                <a:moveTo>
                  <a:pt x="532384" y="2182774"/>
                </a:moveTo>
                <a:lnTo>
                  <a:pt x="665480" y="2182774"/>
                </a:lnTo>
                <a:moveTo>
                  <a:pt x="532384" y="2182774"/>
                </a:moveTo>
                <a:lnTo>
                  <a:pt x="532384" y="2315870"/>
                </a:lnTo>
                <a:moveTo>
                  <a:pt x="532384" y="2315870"/>
                </a:moveTo>
                <a:lnTo>
                  <a:pt x="665480" y="2315870"/>
                </a:lnTo>
                <a:moveTo>
                  <a:pt x="532384" y="2315870"/>
                </a:moveTo>
                <a:lnTo>
                  <a:pt x="532384" y="2448966"/>
                </a:lnTo>
                <a:moveTo>
                  <a:pt x="532384" y="2448966"/>
                </a:moveTo>
                <a:lnTo>
                  <a:pt x="665480" y="2448966"/>
                </a:lnTo>
                <a:moveTo>
                  <a:pt x="532384" y="2448966"/>
                </a:moveTo>
                <a:lnTo>
                  <a:pt x="532384" y="2582062"/>
                </a:lnTo>
                <a:moveTo>
                  <a:pt x="532384" y="2582062"/>
                </a:moveTo>
                <a:lnTo>
                  <a:pt x="665480" y="2582062"/>
                </a:lnTo>
                <a:moveTo>
                  <a:pt x="532384" y="2582062"/>
                </a:moveTo>
                <a:lnTo>
                  <a:pt x="532384" y="2715158"/>
                </a:lnTo>
                <a:moveTo>
                  <a:pt x="532384" y="2715158"/>
                </a:moveTo>
                <a:lnTo>
                  <a:pt x="665480" y="2715158"/>
                </a:lnTo>
                <a:moveTo>
                  <a:pt x="532384" y="2715158"/>
                </a:moveTo>
                <a:lnTo>
                  <a:pt x="532384" y="2848254"/>
                </a:lnTo>
                <a:moveTo>
                  <a:pt x="532384" y="2848254"/>
                </a:moveTo>
                <a:lnTo>
                  <a:pt x="665480" y="2848254"/>
                </a:lnTo>
                <a:moveTo>
                  <a:pt x="532384" y="2848254"/>
                </a:moveTo>
                <a:lnTo>
                  <a:pt x="532384" y="2981350"/>
                </a:lnTo>
                <a:moveTo>
                  <a:pt x="532384" y="2981350"/>
                </a:moveTo>
                <a:lnTo>
                  <a:pt x="665480" y="2981350"/>
                </a:lnTo>
                <a:moveTo>
                  <a:pt x="532384" y="2981350"/>
                </a:moveTo>
                <a:lnTo>
                  <a:pt x="532384" y="3114446"/>
                </a:lnTo>
                <a:moveTo>
                  <a:pt x="532384" y="3114446"/>
                </a:moveTo>
                <a:lnTo>
                  <a:pt x="665480" y="3114446"/>
                </a:lnTo>
                <a:moveTo>
                  <a:pt x="532384" y="3114446"/>
                </a:moveTo>
                <a:lnTo>
                  <a:pt x="532384" y="3247542"/>
                </a:lnTo>
                <a:moveTo>
                  <a:pt x="532384" y="3247542"/>
                </a:moveTo>
                <a:lnTo>
                  <a:pt x="665480" y="3247542"/>
                </a:lnTo>
                <a:moveTo>
                  <a:pt x="532384" y="3247542"/>
                </a:moveTo>
                <a:lnTo>
                  <a:pt x="532384" y="3380638"/>
                </a:lnTo>
                <a:moveTo>
                  <a:pt x="532384" y="3380638"/>
                </a:moveTo>
                <a:lnTo>
                  <a:pt x="665480" y="3380638"/>
                </a:lnTo>
                <a:moveTo>
                  <a:pt x="532384" y="3380638"/>
                </a:moveTo>
                <a:lnTo>
                  <a:pt x="532384" y="3513734"/>
                </a:lnTo>
                <a:moveTo>
                  <a:pt x="532384" y="3513734"/>
                </a:moveTo>
                <a:lnTo>
                  <a:pt x="665480" y="3513734"/>
                </a:lnTo>
                <a:moveTo>
                  <a:pt x="532384" y="3513734"/>
                </a:moveTo>
                <a:lnTo>
                  <a:pt x="532384" y="3646830"/>
                </a:lnTo>
                <a:moveTo>
                  <a:pt x="532384" y="3646830"/>
                </a:moveTo>
                <a:lnTo>
                  <a:pt x="665480" y="3646830"/>
                </a:lnTo>
                <a:moveTo>
                  <a:pt x="532384" y="3646830"/>
                </a:moveTo>
                <a:lnTo>
                  <a:pt x="532384" y="3779926"/>
                </a:lnTo>
                <a:moveTo>
                  <a:pt x="532384" y="3779926"/>
                </a:moveTo>
                <a:lnTo>
                  <a:pt x="665480" y="3779926"/>
                </a:lnTo>
                <a:moveTo>
                  <a:pt x="532384" y="3779926"/>
                </a:moveTo>
                <a:lnTo>
                  <a:pt x="532384" y="3913022"/>
                </a:lnTo>
                <a:moveTo>
                  <a:pt x="532384" y="3913022"/>
                </a:moveTo>
                <a:lnTo>
                  <a:pt x="665480" y="3913022"/>
                </a:lnTo>
                <a:moveTo>
                  <a:pt x="532384" y="3913022"/>
                </a:moveTo>
                <a:lnTo>
                  <a:pt x="532384" y="4046118"/>
                </a:lnTo>
                <a:moveTo>
                  <a:pt x="532384" y="4046118"/>
                </a:moveTo>
                <a:lnTo>
                  <a:pt x="665480" y="4046118"/>
                </a:lnTo>
                <a:moveTo>
                  <a:pt x="532384" y="4046118"/>
                </a:moveTo>
                <a:lnTo>
                  <a:pt x="532384" y="4179214"/>
                </a:lnTo>
                <a:moveTo>
                  <a:pt x="532384" y="4179214"/>
                </a:moveTo>
                <a:lnTo>
                  <a:pt x="665480" y="4179214"/>
                </a:lnTo>
                <a:moveTo>
                  <a:pt x="532384" y="4179214"/>
                </a:moveTo>
                <a:lnTo>
                  <a:pt x="532384" y="4312310"/>
                </a:lnTo>
                <a:moveTo>
                  <a:pt x="532384" y="4312310"/>
                </a:moveTo>
                <a:lnTo>
                  <a:pt x="665480" y="4312310"/>
                </a:lnTo>
                <a:moveTo>
                  <a:pt x="532384" y="4312310"/>
                </a:moveTo>
                <a:lnTo>
                  <a:pt x="532384" y="4445406"/>
                </a:lnTo>
                <a:moveTo>
                  <a:pt x="532384" y="4445406"/>
                </a:moveTo>
                <a:lnTo>
                  <a:pt x="665480" y="4445406"/>
                </a:lnTo>
                <a:moveTo>
                  <a:pt x="532384" y="4445406"/>
                </a:moveTo>
                <a:lnTo>
                  <a:pt x="532384" y="4578502"/>
                </a:lnTo>
                <a:moveTo>
                  <a:pt x="532384" y="4578502"/>
                </a:moveTo>
                <a:lnTo>
                  <a:pt x="665480" y="4578502"/>
                </a:lnTo>
                <a:moveTo>
                  <a:pt x="532384" y="4578502"/>
                </a:moveTo>
                <a:lnTo>
                  <a:pt x="532384" y="4711598"/>
                </a:lnTo>
                <a:moveTo>
                  <a:pt x="532384" y="4711598"/>
                </a:moveTo>
                <a:lnTo>
                  <a:pt x="665480" y="4711598"/>
                </a:lnTo>
                <a:moveTo>
                  <a:pt x="532384" y="4711598"/>
                </a:moveTo>
                <a:lnTo>
                  <a:pt x="532384" y="4844694"/>
                </a:lnTo>
                <a:moveTo>
                  <a:pt x="532384" y="4844694"/>
                </a:moveTo>
                <a:lnTo>
                  <a:pt x="665480" y="4844694"/>
                </a:lnTo>
                <a:moveTo>
                  <a:pt x="532384" y="4844694"/>
                </a:moveTo>
                <a:lnTo>
                  <a:pt x="532384" y="4977790"/>
                </a:lnTo>
                <a:moveTo>
                  <a:pt x="532384" y="4977790"/>
                </a:moveTo>
                <a:lnTo>
                  <a:pt x="665480" y="4977790"/>
                </a:lnTo>
                <a:moveTo>
                  <a:pt x="532384" y="4977790"/>
                </a:moveTo>
                <a:lnTo>
                  <a:pt x="532384" y="5044338"/>
                </a:lnTo>
                <a:moveTo>
                  <a:pt x="665480" y="0"/>
                </a:moveTo>
                <a:lnTo>
                  <a:pt x="665480" y="53238"/>
                </a:lnTo>
                <a:moveTo>
                  <a:pt x="665480" y="53238"/>
                </a:moveTo>
                <a:lnTo>
                  <a:pt x="798576" y="53238"/>
                </a:lnTo>
                <a:moveTo>
                  <a:pt x="665480" y="53238"/>
                </a:moveTo>
                <a:lnTo>
                  <a:pt x="665480" y="186334"/>
                </a:lnTo>
                <a:moveTo>
                  <a:pt x="665480" y="186334"/>
                </a:moveTo>
                <a:lnTo>
                  <a:pt x="798576" y="186334"/>
                </a:lnTo>
                <a:moveTo>
                  <a:pt x="665480" y="186334"/>
                </a:moveTo>
                <a:lnTo>
                  <a:pt x="665480" y="319430"/>
                </a:lnTo>
                <a:moveTo>
                  <a:pt x="665480" y="319430"/>
                </a:moveTo>
                <a:lnTo>
                  <a:pt x="798576" y="319430"/>
                </a:lnTo>
                <a:moveTo>
                  <a:pt x="665480" y="319430"/>
                </a:moveTo>
                <a:lnTo>
                  <a:pt x="665480" y="452526"/>
                </a:lnTo>
                <a:moveTo>
                  <a:pt x="665480" y="452526"/>
                </a:moveTo>
                <a:lnTo>
                  <a:pt x="798576" y="452526"/>
                </a:lnTo>
                <a:moveTo>
                  <a:pt x="665480" y="452526"/>
                </a:moveTo>
                <a:lnTo>
                  <a:pt x="665480" y="585622"/>
                </a:lnTo>
                <a:moveTo>
                  <a:pt x="665480" y="585622"/>
                </a:moveTo>
                <a:lnTo>
                  <a:pt x="798576" y="585622"/>
                </a:lnTo>
                <a:moveTo>
                  <a:pt x="665480" y="585622"/>
                </a:moveTo>
                <a:lnTo>
                  <a:pt x="665480" y="718718"/>
                </a:lnTo>
                <a:moveTo>
                  <a:pt x="665480" y="718718"/>
                </a:moveTo>
                <a:lnTo>
                  <a:pt x="798576" y="718718"/>
                </a:lnTo>
                <a:moveTo>
                  <a:pt x="665480" y="718718"/>
                </a:moveTo>
                <a:lnTo>
                  <a:pt x="665480" y="851814"/>
                </a:lnTo>
                <a:moveTo>
                  <a:pt x="665480" y="851814"/>
                </a:moveTo>
                <a:lnTo>
                  <a:pt x="798576" y="851814"/>
                </a:lnTo>
                <a:moveTo>
                  <a:pt x="665480" y="851814"/>
                </a:moveTo>
                <a:lnTo>
                  <a:pt x="665480" y="984910"/>
                </a:lnTo>
                <a:moveTo>
                  <a:pt x="665480" y="984910"/>
                </a:moveTo>
                <a:lnTo>
                  <a:pt x="798576" y="984910"/>
                </a:lnTo>
                <a:moveTo>
                  <a:pt x="665480" y="984910"/>
                </a:moveTo>
                <a:lnTo>
                  <a:pt x="665480" y="1118006"/>
                </a:lnTo>
                <a:moveTo>
                  <a:pt x="665480" y="1118006"/>
                </a:moveTo>
                <a:lnTo>
                  <a:pt x="798576" y="1118006"/>
                </a:lnTo>
                <a:moveTo>
                  <a:pt x="665480" y="1118006"/>
                </a:moveTo>
                <a:lnTo>
                  <a:pt x="665480" y="1251102"/>
                </a:lnTo>
                <a:moveTo>
                  <a:pt x="665480" y="1251102"/>
                </a:moveTo>
                <a:lnTo>
                  <a:pt x="798576" y="1251102"/>
                </a:lnTo>
                <a:moveTo>
                  <a:pt x="665480" y="1251102"/>
                </a:moveTo>
                <a:lnTo>
                  <a:pt x="665480" y="1384198"/>
                </a:lnTo>
                <a:moveTo>
                  <a:pt x="665480" y="1384198"/>
                </a:moveTo>
                <a:lnTo>
                  <a:pt x="798576" y="1384198"/>
                </a:lnTo>
                <a:moveTo>
                  <a:pt x="665480" y="1384198"/>
                </a:moveTo>
                <a:lnTo>
                  <a:pt x="665480" y="1517294"/>
                </a:lnTo>
                <a:moveTo>
                  <a:pt x="665480" y="1517294"/>
                </a:moveTo>
                <a:lnTo>
                  <a:pt x="798576" y="1517294"/>
                </a:lnTo>
                <a:moveTo>
                  <a:pt x="665480" y="1517294"/>
                </a:moveTo>
                <a:lnTo>
                  <a:pt x="665480" y="1650390"/>
                </a:lnTo>
                <a:moveTo>
                  <a:pt x="665480" y="1650390"/>
                </a:moveTo>
                <a:lnTo>
                  <a:pt x="798576" y="1650390"/>
                </a:lnTo>
                <a:moveTo>
                  <a:pt x="665480" y="1650390"/>
                </a:moveTo>
                <a:lnTo>
                  <a:pt x="665480" y="1783486"/>
                </a:lnTo>
                <a:moveTo>
                  <a:pt x="665480" y="1783486"/>
                </a:moveTo>
                <a:lnTo>
                  <a:pt x="798576" y="1783486"/>
                </a:lnTo>
                <a:moveTo>
                  <a:pt x="665480" y="1783486"/>
                </a:moveTo>
                <a:lnTo>
                  <a:pt x="665480" y="1916582"/>
                </a:lnTo>
                <a:moveTo>
                  <a:pt x="665480" y="1916582"/>
                </a:moveTo>
                <a:lnTo>
                  <a:pt x="798576" y="1916582"/>
                </a:lnTo>
                <a:moveTo>
                  <a:pt x="665480" y="1916582"/>
                </a:moveTo>
                <a:lnTo>
                  <a:pt x="665480" y="2049678"/>
                </a:lnTo>
                <a:moveTo>
                  <a:pt x="665480" y="2049678"/>
                </a:moveTo>
                <a:lnTo>
                  <a:pt x="798576" y="2049678"/>
                </a:lnTo>
                <a:moveTo>
                  <a:pt x="665480" y="2049678"/>
                </a:moveTo>
                <a:lnTo>
                  <a:pt x="665480" y="2182774"/>
                </a:lnTo>
                <a:moveTo>
                  <a:pt x="665480" y="2182774"/>
                </a:moveTo>
                <a:lnTo>
                  <a:pt x="798576" y="2182774"/>
                </a:lnTo>
                <a:moveTo>
                  <a:pt x="665480" y="2182774"/>
                </a:moveTo>
                <a:lnTo>
                  <a:pt x="665480" y="2315870"/>
                </a:lnTo>
                <a:moveTo>
                  <a:pt x="665480" y="2315870"/>
                </a:moveTo>
                <a:lnTo>
                  <a:pt x="798576" y="2315870"/>
                </a:lnTo>
                <a:moveTo>
                  <a:pt x="665480" y="2315870"/>
                </a:moveTo>
                <a:lnTo>
                  <a:pt x="665480" y="2448966"/>
                </a:lnTo>
                <a:moveTo>
                  <a:pt x="665480" y="2448966"/>
                </a:moveTo>
                <a:lnTo>
                  <a:pt x="798576" y="2448966"/>
                </a:lnTo>
                <a:moveTo>
                  <a:pt x="665480" y="2448966"/>
                </a:moveTo>
                <a:lnTo>
                  <a:pt x="665480" y="2582062"/>
                </a:lnTo>
                <a:moveTo>
                  <a:pt x="665480" y="2582062"/>
                </a:moveTo>
                <a:lnTo>
                  <a:pt x="798576" y="2582062"/>
                </a:lnTo>
                <a:moveTo>
                  <a:pt x="665480" y="2582062"/>
                </a:moveTo>
                <a:lnTo>
                  <a:pt x="665480" y="2715158"/>
                </a:lnTo>
                <a:moveTo>
                  <a:pt x="665480" y="2715158"/>
                </a:moveTo>
                <a:lnTo>
                  <a:pt x="798576" y="2715158"/>
                </a:lnTo>
                <a:moveTo>
                  <a:pt x="665480" y="2715158"/>
                </a:moveTo>
                <a:lnTo>
                  <a:pt x="665480" y="2848254"/>
                </a:lnTo>
                <a:moveTo>
                  <a:pt x="665480" y="2848254"/>
                </a:moveTo>
                <a:lnTo>
                  <a:pt x="798576" y="2848254"/>
                </a:lnTo>
                <a:moveTo>
                  <a:pt x="665480" y="2848254"/>
                </a:moveTo>
                <a:lnTo>
                  <a:pt x="665480" y="2981350"/>
                </a:lnTo>
                <a:moveTo>
                  <a:pt x="665480" y="2981350"/>
                </a:moveTo>
                <a:lnTo>
                  <a:pt x="798576" y="2981350"/>
                </a:lnTo>
                <a:moveTo>
                  <a:pt x="665480" y="2981350"/>
                </a:moveTo>
                <a:lnTo>
                  <a:pt x="665480" y="3114446"/>
                </a:lnTo>
                <a:moveTo>
                  <a:pt x="665480" y="3114446"/>
                </a:moveTo>
                <a:lnTo>
                  <a:pt x="798576" y="3114446"/>
                </a:lnTo>
                <a:moveTo>
                  <a:pt x="665480" y="3114446"/>
                </a:moveTo>
                <a:lnTo>
                  <a:pt x="665480" y="3247542"/>
                </a:lnTo>
                <a:moveTo>
                  <a:pt x="665480" y="3247542"/>
                </a:moveTo>
                <a:lnTo>
                  <a:pt x="798576" y="3247542"/>
                </a:lnTo>
                <a:moveTo>
                  <a:pt x="665480" y="3247542"/>
                </a:moveTo>
                <a:lnTo>
                  <a:pt x="665480" y="3380638"/>
                </a:lnTo>
                <a:moveTo>
                  <a:pt x="665480" y="3380638"/>
                </a:moveTo>
                <a:lnTo>
                  <a:pt x="798576" y="3380638"/>
                </a:lnTo>
                <a:moveTo>
                  <a:pt x="665480" y="3380638"/>
                </a:moveTo>
                <a:lnTo>
                  <a:pt x="665480" y="3513734"/>
                </a:lnTo>
                <a:moveTo>
                  <a:pt x="665480" y="3513734"/>
                </a:moveTo>
                <a:lnTo>
                  <a:pt x="798576" y="3513734"/>
                </a:lnTo>
                <a:moveTo>
                  <a:pt x="665480" y="3513734"/>
                </a:moveTo>
                <a:lnTo>
                  <a:pt x="665480" y="3646830"/>
                </a:lnTo>
                <a:moveTo>
                  <a:pt x="665480" y="3646830"/>
                </a:moveTo>
                <a:lnTo>
                  <a:pt x="798576" y="3646830"/>
                </a:lnTo>
                <a:moveTo>
                  <a:pt x="665480" y="3646830"/>
                </a:moveTo>
                <a:lnTo>
                  <a:pt x="665480" y="3779926"/>
                </a:lnTo>
                <a:moveTo>
                  <a:pt x="665480" y="3779926"/>
                </a:moveTo>
                <a:lnTo>
                  <a:pt x="798576" y="3779926"/>
                </a:lnTo>
                <a:moveTo>
                  <a:pt x="665480" y="3779926"/>
                </a:moveTo>
                <a:lnTo>
                  <a:pt x="665480" y="3913022"/>
                </a:lnTo>
                <a:moveTo>
                  <a:pt x="665480" y="3913022"/>
                </a:moveTo>
                <a:lnTo>
                  <a:pt x="798576" y="3913022"/>
                </a:lnTo>
                <a:moveTo>
                  <a:pt x="665480" y="3913022"/>
                </a:moveTo>
                <a:lnTo>
                  <a:pt x="665480" y="4046118"/>
                </a:lnTo>
                <a:moveTo>
                  <a:pt x="665480" y="4046118"/>
                </a:moveTo>
                <a:lnTo>
                  <a:pt x="798576" y="4046118"/>
                </a:lnTo>
                <a:moveTo>
                  <a:pt x="665480" y="4046118"/>
                </a:moveTo>
                <a:lnTo>
                  <a:pt x="665480" y="4179214"/>
                </a:lnTo>
                <a:moveTo>
                  <a:pt x="665480" y="4179214"/>
                </a:moveTo>
                <a:lnTo>
                  <a:pt x="798576" y="4179214"/>
                </a:lnTo>
                <a:moveTo>
                  <a:pt x="665480" y="4179214"/>
                </a:moveTo>
                <a:lnTo>
                  <a:pt x="665480" y="4312310"/>
                </a:lnTo>
                <a:moveTo>
                  <a:pt x="665480" y="4312310"/>
                </a:moveTo>
                <a:lnTo>
                  <a:pt x="798576" y="4312310"/>
                </a:lnTo>
                <a:moveTo>
                  <a:pt x="665480" y="4312310"/>
                </a:moveTo>
                <a:lnTo>
                  <a:pt x="665480" y="4445406"/>
                </a:lnTo>
                <a:moveTo>
                  <a:pt x="665480" y="4445406"/>
                </a:moveTo>
                <a:lnTo>
                  <a:pt x="798576" y="4445406"/>
                </a:lnTo>
                <a:moveTo>
                  <a:pt x="665480" y="4445406"/>
                </a:moveTo>
                <a:lnTo>
                  <a:pt x="665480" y="4578502"/>
                </a:lnTo>
                <a:moveTo>
                  <a:pt x="665480" y="4578502"/>
                </a:moveTo>
                <a:lnTo>
                  <a:pt x="798576" y="4578502"/>
                </a:lnTo>
                <a:moveTo>
                  <a:pt x="665480" y="4578502"/>
                </a:moveTo>
                <a:lnTo>
                  <a:pt x="665480" y="4711598"/>
                </a:lnTo>
                <a:moveTo>
                  <a:pt x="665480" y="4711598"/>
                </a:moveTo>
                <a:lnTo>
                  <a:pt x="798576" y="4711598"/>
                </a:lnTo>
                <a:moveTo>
                  <a:pt x="665480" y="4711598"/>
                </a:moveTo>
                <a:lnTo>
                  <a:pt x="665480" y="4844694"/>
                </a:lnTo>
                <a:moveTo>
                  <a:pt x="665480" y="4844694"/>
                </a:moveTo>
                <a:lnTo>
                  <a:pt x="798576" y="4844694"/>
                </a:lnTo>
                <a:moveTo>
                  <a:pt x="665480" y="4844694"/>
                </a:moveTo>
                <a:lnTo>
                  <a:pt x="665480" y="4977790"/>
                </a:lnTo>
                <a:moveTo>
                  <a:pt x="665480" y="4977790"/>
                </a:moveTo>
                <a:lnTo>
                  <a:pt x="798576" y="4977790"/>
                </a:lnTo>
                <a:moveTo>
                  <a:pt x="665480" y="4977790"/>
                </a:moveTo>
                <a:lnTo>
                  <a:pt x="665480" y="5044338"/>
                </a:lnTo>
                <a:moveTo>
                  <a:pt x="798576" y="0"/>
                </a:moveTo>
                <a:lnTo>
                  <a:pt x="798576" y="53238"/>
                </a:lnTo>
                <a:moveTo>
                  <a:pt x="798576" y="53238"/>
                </a:moveTo>
                <a:lnTo>
                  <a:pt x="931672" y="53238"/>
                </a:lnTo>
                <a:moveTo>
                  <a:pt x="798576" y="53238"/>
                </a:moveTo>
                <a:lnTo>
                  <a:pt x="798576" y="186334"/>
                </a:lnTo>
                <a:moveTo>
                  <a:pt x="798576" y="186334"/>
                </a:moveTo>
                <a:lnTo>
                  <a:pt x="931672" y="186334"/>
                </a:lnTo>
                <a:moveTo>
                  <a:pt x="798576" y="186334"/>
                </a:moveTo>
                <a:lnTo>
                  <a:pt x="798576" y="319430"/>
                </a:lnTo>
                <a:moveTo>
                  <a:pt x="798576" y="319430"/>
                </a:moveTo>
                <a:lnTo>
                  <a:pt x="931672" y="319430"/>
                </a:lnTo>
                <a:moveTo>
                  <a:pt x="798576" y="319430"/>
                </a:moveTo>
                <a:lnTo>
                  <a:pt x="798576" y="452526"/>
                </a:lnTo>
                <a:moveTo>
                  <a:pt x="798576" y="452526"/>
                </a:moveTo>
                <a:lnTo>
                  <a:pt x="931672" y="452526"/>
                </a:lnTo>
                <a:moveTo>
                  <a:pt x="798576" y="452526"/>
                </a:moveTo>
                <a:lnTo>
                  <a:pt x="798576" y="585622"/>
                </a:lnTo>
                <a:moveTo>
                  <a:pt x="798576" y="585622"/>
                </a:moveTo>
                <a:lnTo>
                  <a:pt x="931672" y="585622"/>
                </a:lnTo>
                <a:moveTo>
                  <a:pt x="798576" y="585622"/>
                </a:moveTo>
                <a:lnTo>
                  <a:pt x="798576" y="718718"/>
                </a:lnTo>
                <a:moveTo>
                  <a:pt x="798576" y="718718"/>
                </a:moveTo>
                <a:lnTo>
                  <a:pt x="931672" y="718718"/>
                </a:lnTo>
                <a:moveTo>
                  <a:pt x="798576" y="718718"/>
                </a:moveTo>
                <a:lnTo>
                  <a:pt x="798576" y="851814"/>
                </a:lnTo>
                <a:moveTo>
                  <a:pt x="798576" y="851814"/>
                </a:moveTo>
                <a:lnTo>
                  <a:pt x="931672" y="851814"/>
                </a:lnTo>
                <a:moveTo>
                  <a:pt x="798576" y="851814"/>
                </a:moveTo>
                <a:lnTo>
                  <a:pt x="798576" y="984910"/>
                </a:lnTo>
                <a:moveTo>
                  <a:pt x="798576" y="984910"/>
                </a:moveTo>
                <a:lnTo>
                  <a:pt x="931672" y="984910"/>
                </a:lnTo>
                <a:moveTo>
                  <a:pt x="798576" y="984910"/>
                </a:moveTo>
                <a:lnTo>
                  <a:pt x="798576" y="1118006"/>
                </a:lnTo>
                <a:moveTo>
                  <a:pt x="798576" y="1118006"/>
                </a:moveTo>
                <a:lnTo>
                  <a:pt x="931672" y="1118006"/>
                </a:lnTo>
                <a:moveTo>
                  <a:pt x="798576" y="1118006"/>
                </a:moveTo>
                <a:lnTo>
                  <a:pt x="798576" y="1251102"/>
                </a:lnTo>
                <a:moveTo>
                  <a:pt x="798576" y="1251102"/>
                </a:moveTo>
                <a:lnTo>
                  <a:pt x="931672" y="1251102"/>
                </a:lnTo>
                <a:moveTo>
                  <a:pt x="798576" y="1251102"/>
                </a:moveTo>
                <a:lnTo>
                  <a:pt x="798576" y="1384198"/>
                </a:lnTo>
                <a:moveTo>
                  <a:pt x="798576" y="1384198"/>
                </a:moveTo>
                <a:lnTo>
                  <a:pt x="931672" y="1384198"/>
                </a:lnTo>
                <a:moveTo>
                  <a:pt x="798576" y="1384198"/>
                </a:moveTo>
                <a:lnTo>
                  <a:pt x="798576" y="1517294"/>
                </a:lnTo>
                <a:moveTo>
                  <a:pt x="798576" y="1517294"/>
                </a:moveTo>
                <a:lnTo>
                  <a:pt x="931672" y="1517294"/>
                </a:lnTo>
                <a:moveTo>
                  <a:pt x="798576" y="1517294"/>
                </a:moveTo>
                <a:lnTo>
                  <a:pt x="798576" y="1650390"/>
                </a:lnTo>
                <a:moveTo>
                  <a:pt x="798576" y="1650390"/>
                </a:moveTo>
                <a:lnTo>
                  <a:pt x="931672" y="1650390"/>
                </a:lnTo>
                <a:moveTo>
                  <a:pt x="798576" y="1650390"/>
                </a:moveTo>
                <a:lnTo>
                  <a:pt x="798576" y="1783486"/>
                </a:lnTo>
                <a:moveTo>
                  <a:pt x="798576" y="1783486"/>
                </a:moveTo>
                <a:lnTo>
                  <a:pt x="931672" y="1783486"/>
                </a:lnTo>
                <a:moveTo>
                  <a:pt x="798576" y="1783486"/>
                </a:moveTo>
                <a:lnTo>
                  <a:pt x="798576" y="1916582"/>
                </a:lnTo>
                <a:moveTo>
                  <a:pt x="798576" y="1916582"/>
                </a:moveTo>
                <a:lnTo>
                  <a:pt x="931672" y="1916582"/>
                </a:lnTo>
                <a:moveTo>
                  <a:pt x="798576" y="1916582"/>
                </a:moveTo>
                <a:lnTo>
                  <a:pt x="798576" y="2049678"/>
                </a:lnTo>
                <a:moveTo>
                  <a:pt x="798576" y="2049678"/>
                </a:moveTo>
                <a:lnTo>
                  <a:pt x="931672" y="2049678"/>
                </a:lnTo>
                <a:moveTo>
                  <a:pt x="798576" y="2049678"/>
                </a:moveTo>
                <a:lnTo>
                  <a:pt x="798576" y="2182774"/>
                </a:lnTo>
                <a:moveTo>
                  <a:pt x="798576" y="2182774"/>
                </a:moveTo>
                <a:lnTo>
                  <a:pt x="931672" y="2182774"/>
                </a:lnTo>
                <a:moveTo>
                  <a:pt x="798576" y="2182774"/>
                </a:moveTo>
                <a:lnTo>
                  <a:pt x="798576" y="2315870"/>
                </a:lnTo>
                <a:moveTo>
                  <a:pt x="798576" y="2315870"/>
                </a:moveTo>
                <a:lnTo>
                  <a:pt x="931672" y="2315870"/>
                </a:lnTo>
                <a:moveTo>
                  <a:pt x="798576" y="2315870"/>
                </a:moveTo>
                <a:lnTo>
                  <a:pt x="798576" y="2448966"/>
                </a:lnTo>
                <a:moveTo>
                  <a:pt x="798576" y="2448966"/>
                </a:moveTo>
                <a:lnTo>
                  <a:pt x="931672" y="2448966"/>
                </a:lnTo>
                <a:moveTo>
                  <a:pt x="798576" y="2448966"/>
                </a:moveTo>
                <a:lnTo>
                  <a:pt x="798576" y="2582062"/>
                </a:lnTo>
                <a:moveTo>
                  <a:pt x="798576" y="2582062"/>
                </a:moveTo>
                <a:lnTo>
                  <a:pt x="931672" y="2582062"/>
                </a:lnTo>
                <a:moveTo>
                  <a:pt x="798576" y="2582062"/>
                </a:moveTo>
                <a:lnTo>
                  <a:pt x="798576" y="2715158"/>
                </a:lnTo>
                <a:moveTo>
                  <a:pt x="798576" y="2715158"/>
                </a:moveTo>
                <a:lnTo>
                  <a:pt x="931672" y="2715158"/>
                </a:lnTo>
                <a:moveTo>
                  <a:pt x="798576" y="2715158"/>
                </a:moveTo>
                <a:lnTo>
                  <a:pt x="798576" y="2848254"/>
                </a:lnTo>
                <a:moveTo>
                  <a:pt x="798576" y="2848254"/>
                </a:moveTo>
                <a:lnTo>
                  <a:pt x="931672" y="2848254"/>
                </a:lnTo>
                <a:moveTo>
                  <a:pt x="798576" y="2848254"/>
                </a:moveTo>
                <a:lnTo>
                  <a:pt x="798576" y="2981350"/>
                </a:lnTo>
                <a:moveTo>
                  <a:pt x="798576" y="2981350"/>
                </a:moveTo>
                <a:lnTo>
                  <a:pt x="931672" y="2981350"/>
                </a:lnTo>
                <a:moveTo>
                  <a:pt x="798576" y="2981350"/>
                </a:moveTo>
                <a:lnTo>
                  <a:pt x="798576" y="3114446"/>
                </a:lnTo>
                <a:moveTo>
                  <a:pt x="798576" y="3114446"/>
                </a:moveTo>
                <a:lnTo>
                  <a:pt x="931672" y="3114446"/>
                </a:lnTo>
                <a:moveTo>
                  <a:pt x="798576" y="3114446"/>
                </a:moveTo>
                <a:lnTo>
                  <a:pt x="798576" y="3247542"/>
                </a:lnTo>
                <a:moveTo>
                  <a:pt x="798576" y="3247542"/>
                </a:moveTo>
                <a:lnTo>
                  <a:pt x="931672" y="3247542"/>
                </a:lnTo>
                <a:moveTo>
                  <a:pt x="798576" y="3247542"/>
                </a:moveTo>
                <a:lnTo>
                  <a:pt x="798576" y="3380638"/>
                </a:lnTo>
                <a:moveTo>
                  <a:pt x="798576" y="3380638"/>
                </a:moveTo>
                <a:lnTo>
                  <a:pt x="931672" y="3380638"/>
                </a:lnTo>
                <a:moveTo>
                  <a:pt x="798576" y="3380638"/>
                </a:moveTo>
                <a:lnTo>
                  <a:pt x="798576" y="3513734"/>
                </a:lnTo>
                <a:moveTo>
                  <a:pt x="798576" y="3513734"/>
                </a:moveTo>
                <a:lnTo>
                  <a:pt x="931672" y="3513734"/>
                </a:lnTo>
                <a:moveTo>
                  <a:pt x="798576" y="3513734"/>
                </a:moveTo>
                <a:lnTo>
                  <a:pt x="798576" y="3646830"/>
                </a:lnTo>
                <a:moveTo>
                  <a:pt x="798576" y="3646830"/>
                </a:moveTo>
                <a:lnTo>
                  <a:pt x="931672" y="3646830"/>
                </a:lnTo>
                <a:moveTo>
                  <a:pt x="798576" y="3646830"/>
                </a:moveTo>
                <a:lnTo>
                  <a:pt x="798576" y="3779926"/>
                </a:lnTo>
                <a:moveTo>
                  <a:pt x="798576" y="3779926"/>
                </a:moveTo>
                <a:lnTo>
                  <a:pt x="931672" y="3779926"/>
                </a:lnTo>
                <a:moveTo>
                  <a:pt x="798576" y="3779926"/>
                </a:moveTo>
                <a:lnTo>
                  <a:pt x="798576" y="3913022"/>
                </a:lnTo>
                <a:moveTo>
                  <a:pt x="798576" y="3913022"/>
                </a:moveTo>
                <a:lnTo>
                  <a:pt x="931672" y="3913022"/>
                </a:lnTo>
                <a:moveTo>
                  <a:pt x="798576" y="3913022"/>
                </a:moveTo>
                <a:lnTo>
                  <a:pt x="798576" y="4046118"/>
                </a:lnTo>
                <a:moveTo>
                  <a:pt x="798576" y="4046118"/>
                </a:moveTo>
                <a:lnTo>
                  <a:pt x="931672" y="4046118"/>
                </a:lnTo>
                <a:moveTo>
                  <a:pt x="798576" y="4046118"/>
                </a:moveTo>
                <a:lnTo>
                  <a:pt x="798576" y="4179214"/>
                </a:lnTo>
                <a:moveTo>
                  <a:pt x="798576" y="4179214"/>
                </a:moveTo>
                <a:lnTo>
                  <a:pt x="931672" y="4179214"/>
                </a:lnTo>
                <a:moveTo>
                  <a:pt x="798576" y="4179214"/>
                </a:moveTo>
                <a:lnTo>
                  <a:pt x="798576" y="4312310"/>
                </a:lnTo>
                <a:moveTo>
                  <a:pt x="798576" y="4312310"/>
                </a:moveTo>
                <a:lnTo>
                  <a:pt x="931672" y="4312310"/>
                </a:lnTo>
                <a:moveTo>
                  <a:pt x="798576" y="4312310"/>
                </a:moveTo>
                <a:lnTo>
                  <a:pt x="798576" y="4445406"/>
                </a:lnTo>
                <a:moveTo>
                  <a:pt x="798576" y="4445406"/>
                </a:moveTo>
                <a:lnTo>
                  <a:pt x="931672" y="4445406"/>
                </a:lnTo>
                <a:moveTo>
                  <a:pt x="798576" y="4445406"/>
                </a:moveTo>
                <a:lnTo>
                  <a:pt x="798576" y="4578502"/>
                </a:lnTo>
                <a:moveTo>
                  <a:pt x="798576" y="4578502"/>
                </a:moveTo>
                <a:lnTo>
                  <a:pt x="931672" y="4578502"/>
                </a:lnTo>
                <a:moveTo>
                  <a:pt x="798576" y="4578502"/>
                </a:moveTo>
                <a:lnTo>
                  <a:pt x="798576" y="4711598"/>
                </a:lnTo>
                <a:moveTo>
                  <a:pt x="798576" y="4711598"/>
                </a:moveTo>
                <a:lnTo>
                  <a:pt x="931672" y="4711598"/>
                </a:lnTo>
                <a:moveTo>
                  <a:pt x="798576" y="4711598"/>
                </a:moveTo>
                <a:lnTo>
                  <a:pt x="798576" y="4844694"/>
                </a:lnTo>
                <a:moveTo>
                  <a:pt x="798576" y="4844694"/>
                </a:moveTo>
                <a:lnTo>
                  <a:pt x="931672" y="4844694"/>
                </a:lnTo>
                <a:moveTo>
                  <a:pt x="798576" y="4844694"/>
                </a:moveTo>
                <a:lnTo>
                  <a:pt x="798576" y="4977790"/>
                </a:lnTo>
                <a:moveTo>
                  <a:pt x="798576" y="4977790"/>
                </a:moveTo>
                <a:lnTo>
                  <a:pt x="931672" y="4977790"/>
                </a:lnTo>
                <a:moveTo>
                  <a:pt x="798576" y="4977790"/>
                </a:moveTo>
                <a:lnTo>
                  <a:pt x="798576" y="5044338"/>
                </a:lnTo>
                <a:moveTo>
                  <a:pt x="931672" y="0"/>
                </a:moveTo>
                <a:lnTo>
                  <a:pt x="931672" y="53238"/>
                </a:lnTo>
                <a:moveTo>
                  <a:pt x="931672" y="53238"/>
                </a:moveTo>
                <a:lnTo>
                  <a:pt x="1064768" y="53238"/>
                </a:lnTo>
                <a:moveTo>
                  <a:pt x="931672" y="53238"/>
                </a:moveTo>
                <a:lnTo>
                  <a:pt x="931672" y="186334"/>
                </a:lnTo>
                <a:moveTo>
                  <a:pt x="931672" y="186334"/>
                </a:moveTo>
                <a:lnTo>
                  <a:pt x="1064768" y="186334"/>
                </a:lnTo>
                <a:moveTo>
                  <a:pt x="931672" y="186334"/>
                </a:moveTo>
                <a:lnTo>
                  <a:pt x="931672" y="319430"/>
                </a:lnTo>
                <a:moveTo>
                  <a:pt x="931672" y="319430"/>
                </a:moveTo>
                <a:lnTo>
                  <a:pt x="1064768" y="319430"/>
                </a:lnTo>
                <a:moveTo>
                  <a:pt x="931672" y="319430"/>
                </a:moveTo>
                <a:lnTo>
                  <a:pt x="931672" y="452526"/>
                </a:lnTo>
                <a:moveTo>
                  <a:pt x="931672" y="452526"/>
                </a:moveTo>
                <a:lnTo>
                  <a:pt x="1064768" y="452526"/>
                </a:lnTo>
                <a:moveTo>
                  <a:pt x="931672" y="452526"/>
                </a:moveTo>
                <a:lnTo>
                  <a:pt x="931672" y="585622"/>
                </a:lnTo>
                <a:moveTo>
                  <a:pt x="931672" y="585622"/>
                </a:moveTo>
                <a:lnTo>
                  <a:pt x="1064768" y="585622"/>
                </a:lnTo>
                <a:moveTo>
                  <a:pt x="931672" y="585622"/>
                </a:moveTo>
                <a:lnTo>
                  <a:pt x="931672" y="718718"/>
                </a:lnTo>
                <a:moveTo>
                  <a:pt x="931672" y="718718"/>
                </a:moveTo>
                <a:lnTo>
                  <a:pt x="1064768" y="718718"/>
                </a:lnTo>
                <a:moveTo>
                  <a:pt x="931672" y="718718"/>
                </a:moveTo>
                <a:lnTo>
                  <a:pt x="931672" y="851814"/>
                </a:lnTo>
                <a:moveTo>
                  <a:pt x="931672" y="851814"/>
                </a:moveTo>
                <a:lnTo>
                  <a:pt x="1064768" y="851814"/>
                </a:lnTo>
                <a:moveTo>
                  <a:pt x="931672" y="851814"/>
                </a:moveTo>
                <a:lnTo>
                  <a:pt x="931672" y="984910"/>
                </a:lnTo>
                <a:moveTo>
                  <a:pt x="931672" y="984910"/>
                </a:moveTo>
                <a:lnTo>
                  <a:pt x="1064768" y="984910"/>
                </a:lnTo>
                <a:moveTo>
                  <a:pt x="931672" y="984910"/>
                </a:moveTo>
                <a:lnTo>
                  <a:pt x="931672" y="1118006"/>
                </a:lnTo>
                <a:moveTo>
                  <a:pt x="931672" y="1118006"/>
                </a:moveTo>
                <a:lnTo>
                  <a:pt x="1064768" y="1118006"/>
                </a:lnTo>
                <a:moveTo>
                  <a:pt x="931672" y="1118006"/>
                </a:moveTo>
                <a:lnTo>
                  <a:pt x="931672" y="1251102"/>
                </a:lnTo>
                <a:moveTo>
                  <a:pt x="931672" y="1251102"/>
                </a:moveTo>
                <a:lnTo>
                  <a:pt x="1064768" y="1251102"/>
                </a:lnTo>
                <a:moveTo>
                  <a:pt x="931672" y="1251102"/>
                </a:moveTo>
                <a:lnTo>
                  <a:pt x="931672" y="1384198"/>
                </a:lnTo>
                <a:moveTo>
                  <a:pt x="931672" y="1384198"/>
                </a:moveTo>
                <a:lnTo>
                  <a:pt x="1064768" y="1384198"/>
                </a:lnTo>
                <a:moveTo>
                  <a:pt x="931672" y="1384198"/>
                </a:moveTo>
                <a:lnTo>
                  <a:pt x="931672" y="1517294"/>
                </a:lnTo>
                <a:moveTo>
                  <a:pt x="931672" y="1517294"/>
                </a:moveTo>
                <a:lnTo>
                  <a:pt x="1064768" y="1517294"/>
                </a:lnTo>
                <a:moveTo>
                  <a:pt x="931672" y="1517294"/>
                </a:moveTo>
                <a:lnTo>
                  <a:pt x="931672" y="1650390"/>
                </a:lnTo>
                <a:moveTo>
                  <a:pt x="931672" y="1650390"/>
                </a:moveTo>
                <a:lnTo>
                  <a:pt x="1064768" y="1650390"/>
                </a:lnTo>
                <a:moveTo>
                  <a:pt x="931672" y="1650390"/>
                </a:moveTo>
                <a:lnTo>
                  <a:pt x="931672" y="1783486"/>
                </a:lnTo>
                <a:moveTo>
                  <a:pt x="931672" y="1783486"/>
                </a:moveTo>
                <a:lnTo>
                  <a:pt x="1064768" y="1783486"/>
                </a:lnTo>
                <a:moveTo>
                  <a:pt x="931672" y="1783486"/>
                </a:moveTo>
                <a:lnTo>
                  <a:pt x="931672" y="1916582"/>
                </a:lnTo>
                <a:moveTo>
                  <a:pt x="931672" y="1916582"/>
                </a:moveTo>
                <a:lnTo>
                  <a:pt x="1064768" y="1916582"/>
                </a:lnTo>
                <a:moveTo>
                  <a:pt x="931672" y="1916582"/>
                </a:moveTo>
                <a:lnTo>
                  <a:pt x="931672" y="2049678"/>
                </a:lnTo>
                <a:moveTo>
                  <a:pt x="931672" y="2049678"/>
                </a:moveTo>
                <a:lnTo>
                  <a:pt x="1064768" y="2049678"/>
                </a:lnTo>
                <a:moveTo>
                  <a:pt x="931672" y="2049678"/>
                </a:moveTo>
                <a:lnTo>
                  <a:pt x="931672" y="2182774"/>
                </a:lnTo>
                <a:moveTo>
                  <a:pt x="931672" y="2182774"/>
                </a:moveTo>
                <a:lnTo>
                  <a:pt x="1064768" y="2182774"/>
                </a:lnTo>
                <a:moveTo>
                  <a:pt x="931672" y="2182774"/>
                </a:moveTo>
                <a:lnTo>
                  <a:pt x="931672" y="2315870"/>
                </a:lnTo>
                <a:moveTo>
                  <a:pt x="931672" y="2315870"/>
                </a:moveTo>
                <a:lnTo>
                  <a:pt x="1064768" y="2315870"/>
                </a:lnTo>
                <a:moveTo>
                  <a:pt x="931672" y="2315870"/>
                </a:moveTo>
                <a:lnTo>
                  <a:pt x="931672" y="2448966"/>
                </a:lnTo>
                <a:moveTo>
                  <a:pt x="931672" y="2448966"/>
                </a:moveTo>
                <a:lnTo>
                  <a:pt x="1064768" y="2448966"/>
                </a:lnTo>
                <a:moveTo>
                  <a:pt x="931672" y="2448966"/>
                </a:moveTo>
                <a:lnTo>
                  <a:pt x="931672" y="2582062"/>
                </a:lnTo>
                <a:moveTo>
                  <a:pt x="931672" y="2582062"/>
                </a:moveTo>
                <a:lnTo>
                  <a:pt x="1064768" y="2582062"/>
                </a:lnTo>
                <a:moveTo>
                  <a:pt x="931672" y="2582062"/>
                </a:moveTo>
                <a:lnTo>
                  <a:pt x="931672" y="2715158"/>
                </a:lnTo>
                <a:moveTo>
                  <a:pt x="931672" y="2715158"/>
                </a:moveTo>
                <a:lnTo>
                  <a:pt x="1064768" y="2715158"/>
                </a:lnTo>
                <a:moveTo>
                  <a:pt x="931672" y="2715158"/>
                </a:moveTo>
                <a:lnTo>
                  <a:pt x="931672" y="2848254"/>
                </a:lnTo>
                <a:moveTo>
                  <a:pt x="931672" y="2848254"/>
                </a:moveTo>
                <a:lnTo>
                  <a:pt x="1064768" y="2848254"/>
                </a:lnTo>
                <a:moveTo>
                  <a:pt x="931672" y="2848254"/>
                </a:moveTo>
                <a:lnTo>
                  <a:pt x="931672" y="2981350"/>
                </a:lnTo>
                <a:moveTo>
                  <a:pt x="931672" y="2981350"/>
                </a:moveTo>
                <a:lnTo>
                  <a:pt x="1064768" y="2981350"/>
                </a:lnTo>
                <a:moveTo>
                  <a:pt x="931672" y="2981350"/>
                </a:moveTo>
                <a:lnTo>
                  <a:pt x="931672" y="3114446"/>
                </a:lnTo>
                <a:moveTo>
                  <a:pt x="931672" y="3114446"/>
                </a:moveTo>
                <a:lnTo>
                  <a:pt x="1064768" y="3114446"/>
                </a:lnTo>
                <a:moveTo>
                  <a:pt x="931672" y="3114446"/>
                </a:moveTo>
                <a:lnTo>
                  <a:pt x="931672" y="3247542"/>
                </a:lnTo>
                <a:moveTo>
                  <a:pt x="931672" y="3247542"/>
                </a:moveTo>
                <a:lnTo>
                  <a:pt x="1064768" y="3247542"/>
                </a:lnTo>
                <a:moveTo>
                  <a:pt x="931672" y="3247542"/>
                </a:moveTo>
                <a:lnTo>
                  <a:pt x="931672" y="3380638"/>
                </a:lnTo>
                <a:moveTo>
                  <a:pt x="931672" y="3380638"/>
                </a:moveTo>
                <a:lnTo>
                  <a:pt x="1064768" y="3380638"/>
                </a:lnTo>
                <a:moveTo>
                  <a:pt x="931672" y="3380638"/>
                </a:moveTo>
                <a:lnTo>
                  <a:pt x="931672" y="3513734"/>
                </a:lnTo>
                <a:moveTo>
                  <a:pt x="931672" y="3513734"/>
                </a:moveTo>
                <a:lnTo>
                  <a:pt x="1064768" y="3513734"/>
                </a:lnTo>
                <a:moveTo>
                  <a:pt x="931672" y="3513734"/>
                </a:moveTo>
                <a:lnTo>
                  <a:pt x="931672" y="3646830"/>
                </a:lnTo>
                <a:moveTo>
                  <a:pt x="931672" y="3646830"/>
                </a:moveTo>
                <a:lnTo>
                  <a:pt x="1064768" y="3646830"/>
                </a:lnTo>
                <a:moveTo>
                  <a:pt x="931672" y="3646830"/>
                </a:moveTo>
                <a:lnTo>
                  <a:pt x="931672" y="3779926"/>
                </a:lnTo>
                <a:moveTo>
                  <a:pt x="931672" y="3779926"/>
                </a:moveTo>
                <a:lnTo>
                  <a:pt x="1064768" y="3779926"/>
                </a:lnTo>
                <a:moveTo>
                  <a:pt x="931672" y="3779926"/>
                </a:moveTo>
                <a:lnTo>
                  <a:pt x="931672" y="3913022"/>
                </a:lnTo>
                <a:moveTo>
                  <a:pt x="931672" y="3913022"/>
                </a:moveTo>
                <a:lnTo>
                  <a:pt x="1064768" y="3913022"/>
                </a:lnTo>
                <a:moveTo>
                  <a:pt x="931672" y="3913022"/>
                </a:moveTo>
                <a:lnTo>
                  <a:pt x="931672" y="4046118"/>
                </a:lnTo>
                <a:moveTo>
                  <a:pt x="931672" y="4046118"/>
                </a:moveTo>
                <a:lnTo>
                  <a:pt x="1064768" y="4046118"/>
                </a:lnTo>
                <a:moveTo>
                  <a:pt x="931672" y="4046118"/>
                </a:moveTo>
                <a:lnTo>
                  <a:pt x="931672" y="4179214"/>
                </a:lnTo>
                <a:moveTo>
                  <a:pt x="931672" y="4179214"/>
                </a:moveTo>
                <a:lnTo>
                  <a:pt x="1064768" y="4179214"/>
                </a:lnTo>
                <a:moveTo>
                  <a:pt x="931672" y="4179214"/>
                </a:moveTo>
                <a:lnTo>
                  <a:pt x="931672" y="4312310"/>
                </a:lnTo>
                <a:moveTo>
                  <a:pt x="931672" y="4312310"/>
                </a:moveTo>
                <a:lnTo>
                  <a:pt x="1064768" y="4312310"/>
                </a:lnTo>
                <a:moveTo>
                  <a:pt x="931672" y="4312310"/>
                </a:moveTo>
                <a:lnTo>
                  <a:pt x="931672" y="4445406"/>
                </a:lnTo>
                <a:moveTo>
                  <a:pt x="931672" y="4445406"/>
                </a:moveTo>
                <a:lnTo>
                  <a:pt x="1064768" y="4445406"/>
                </a:lnTo>
                <a:moveTo>
                  <a:pt x="931672" y="4445406"/>
                </a:moveTo>
                <a:lnTo>
                  <a:pt x="931672" y="4578502"/>
                </a:lnTo>
                <a:moveTo>
                  <a:pt x="931672" y="4578502"/>
                </a:moveTo>
                <a:lnTo>
                  <a:pt x="1064768" y="4578502"/>
                </a:lnTo>
                <a:moveTo>
                  <a:pt x="931672" y="4578502"/>
                </a:moveTo>
                <a:lnTo>
                  <a:pt x="931672" y="4711598"/>
                </a:lnTo>
                <a:moveTo>
                  <a:pt x="931672" y="4711598"/>
                </a:moveTo>
                <a:lnTo>
                  <a:pt x="1064768" y="4711598"/>
                </a:lnTo>
                <a:moveTo>
                  <a:pt x="931672" y="4711598"/>
                </a:moveTo>
                <a:lnTo>
                  <a:pt x="931672" y="4844694"/>
                </a:lnTo>
                <a:moveTo>
                  <a:pt x="931672" y="4844694"/>
                </a:moveTo>
                <a:lnTo>
                  <a:pt x="1064768" y="4844694"/>
                </a:lnTo>
                <a:moveTo>
                  <a:pt x="931672" y="4844694"/>
                </a:moveTo>
                <a:lnTo>
                  <a:pt x="931672" y="4977790"/>
                </a:lnTo>
                <a:moveTo>
                  <a:pt x="931672" y="4977790"/>
                </a:moveTo>
                <a:lnTo>
                  <a:pt x="1064768" y="4977790"/>
                </a:lnTo>
                <a:moveTo>
                  <a:pt x="931672" y="4977790"/>
                </a:moveTo>
                <a:lnTo>
                  <a:pt x="931672" y="5044338"/>
                </a:lnTo>
                <a:moveTo>
                  <a:pt x="1064768" y="0"/>
                </a:moveTo>
                <a:lnTo>
                  <a:pt x="1064768" y="53238"/>
                </a:lnTo>
                <a:moveTo>
                  <a:pt x="1064768" y="53238"/>
                </a:moveTo>
                <a:lnTo>
                  <a:pt x="1197864" y="53238"/>
                </a:lnTo>
                <a:moveTo>
                  <a:pt x="1064768" y="53238"/>
                </a:moveTo>
                <a:lnTo>
                  <a:pt x="1064768" y="186334"/>
                </a:lnTo>
                <a:moveTo>
                  <a:pt x="1064768" y="186334"/>
                </a:moveTo>
                <a:lnTo>
                  <a:pt x="1197864" y="186334"/>
                </a:lnTo>
                <a:moveTo>
                  <a:pt x="1064768" y="186334"/>
                </a:moveTo>
                <a:lnTo>
                  <a:pt x="1064768" y="319430"/>
                </a:lnTo>
                <a:moveTo>
                  <a:pt x="1064768" y="319430"/>
                </a:moveTo>
                <a:lnTo>
                  <a:pt x="1197864" y="319430"/>
                </a:lnTo>
                <a:moveTo>
                  <a:pt x="1064768" y="319430"/>
                </a:moveTo>
                <a:lnTo>
                  <a:pt x="1064768" y="452526"/>
                </a:lnTo>
                <a:moveTo>
                  <a:pt x="1064768" y="452526"/>
                </a:moveTo>
                <a:lnTo>
                  <a:pt x="1197864" y="452526"/>
                </a:lnTo>
                <a:moveTo>
                  <a:pt x="1064768" y="452526"/>
                </a:moveTo>
                <a:lnTo>
                  <a:pt x="1064768" y="585622"/>
                </a:lnTo>
                <a:moveTo>
                  <a:pt x="1064768" y="585622"/>
                </a:moveTo>
                <a:lnTo>
                  <a:pt x="1197864" y="585622"/>
                </a:lnTo>
                <a:moveTo>
                  <a:pt x="1064768" y="585622"/>
                </a:moveTo>
                <a:lnTo>
                  <a:pt x="1064768" y="718718"/>
                </a:lnTo>
                <a:moveTo>
                  <a:pt x="1064768" y="718718"/>
                </a:moveTo>
                <a:lnTo>
                  <a:pt x="1197864" y="718718"/>
                </a:lnTo>
                <a:moveTo>
                  <a:pt x="1064768" y="718718"/>
                </a:moveTo>
                <a:lnTo>
                  <a:pt x="1064768" y="851814"/>
                </a:lnTo>
                <a:moveTo>
                  <a:pt x="1064768" y="851814"/>
                </a:moveTo>
                <a:lnTo>
                  <a:pt x="1197864" y="851814"/>
                </a:lnTo>
                <a:moveTo>
                  <a:pt x="1064768" y="851814"/>
                </a:moveTo>
                <a:lnTo>
                  <a:pt x="1064768" y="984910"/>
                </a:lnTo>
                <a:moveTo>
                  <a:pt x="1064768" y="984910"/>
                </a:moveTo>
                <a:lnTo>
                  <a:pt x="1197864" y="984910"/>
                </a:lnTo>
                <a:moveTo>
                  <a:pt x="1064768" y="984910"/>
                </a:moveTo>
                <a:lnTo>
                  <a:pt x="1064768" y="1118006"/>
                </a:lnTo>
                <a:moveTo>
                  <a:pt x="1064768" y="1118006"/>
                </a:moveTo>
                <a:lnTo>
                  <a:pt x="1197864" y="1118006"/>
                </a:lnTo>
                <a:moveTo>
                  <a:pt x="1064768" y="1118006"/>
                </a:moveTo>
                <a:lnTo>
                  <a:pt x="1064768" y="1251102"/>
                </a:lnTo>
                <a:moveTo>
                  <a:pt x="1064768" y="1251102"/>
                </a:moveTo>
                <a:lnTo>
                  <a:pt x="1197864" y="1251102"/>
                </a:lnTo>
                <a:moveTo>
                  <a:pt x="1064768" y="1251102"/>
                </a:moveTo>
                <a:lnTo>
                  <a:pt x="1064768" y="1384198"/>
                </a:lnTo>
                <a:moveTo>
                  <a:pt x="1064768" y="1384198"/>
                </a:moveTo>
                <a:lnTo>
                  <a:pt x="1197864" y="1384198"/>
                </a:lnTo>
                <a:moveTo>
                  <a:pt x="1064768" y="1384198"/>
                </a:moveTo>
                <a:lnTo>
                  <a:pt x="1064768" y="1517294"/>
                </a:lnTo>
                <a:moveTo>
                  <a:pt x="1064768" y="1517294"/>
                </a:moveTo>
                <a:lnTo>
                  <a:pt x="1197864" y="1517294"/>
                </a:lnTo>
                <a:moveTo>
                  <a:pt x="1064768" y="1517294"/>
                </a:moveTo>
                <a:lnTo>
                  <a:pt x="1064768" y="1650390"/>
                </a:lnTo>
                <a:moveTo>
                  <a:pt x="1064768" y="1650390"/>
                </a:moveTo>
                <a:lnTo>
                  <a:pt x="1197864" y="1650390"/>
                </a:lnTo>
                <a:moveTo>
                  <a:pt x="1064768" y="1650390"/>
                </a:moveTo>
                <a:lnTo>
                  <a:pt x="1064768" y="1783486"/>
                </a:lnTo>
                <a:moveTo>
                  <a:pt x="1064768" y="1783486"/>
                </a:moveTo>
                <a:lnTo>
                  <a:pt x="1197864" y="1783486"/>
                </a:lnTo>
                <a:moveTo>
                  <a:pt x="1064768" y="1783486"/>
                </a:moveTo>
                <a:lnTo>
                  <a:pt x="1064768" y="1916582"/>
                </a:lnTo>
                <a:moveTo>
                  <a:pt x="1064768" y="1916582"/>
                </a:moveTo>
                <a:lnTo>
                  <a:pt x="1197864" y="1916582"/>
                </a:lnTo>
                <a:moveTo>
                  <a:pt x="1064768" y="1916582"/>
                </a:moveTo>
                <a:lnTo>
                  <a:pt x="1064768" y="2049678"/>
                </a:lnTo>
                <a:moveTo>
                  <a:pt x="1064768" y="2049678"/>
                </a:moveTo>
                <a:lnTo>
                  <a:pt x="1197864" y="2049678"/>
                </a:lnTo>
                <a:moveTo>
                  <a:pt x="1064768" y="2049678"/>
                </a:moveTo>
                <a:lnTo>
                  <a:pt x="1064768" y="2182774"/>
                </a:lnTo>
                <a:moveTo>
                  <a:pt x="1064768" y="2182774"/>
                </a:moveTo>
                <a:lnTo>
                  <a:pt x="1197864" y="2182774"/>
                </a:lnTo>
                <a:moveTo>
                  <a:pt x="1064768" y="2182774"/>
                </a:moveTo>
                <a:lnTo>
                  <a:pt x="1064768" y="2315870"/>
                </a:lnTo>
                <a:moveTo>
                  <a:pt x="1064768" y="2315870"/>
                </a:moveTo>
                <a:lnTo>
                  <a:pt x="1197864" y="2315870"/>
                </a:lnTo>
                <a:moveTo>
                  <a:pt x="1064768" y="2315870"/>
                </a:moveTo>
                <a:lnTo>
                  <a:pt x="1064768" y="2448966"/>
                </a:lnTo>
                <a:moveTo>
                  <a:pt x="1064768" y="2448966"/>
                </a:moveTo>
                <a:lnTo>
                  <a:pt x="1197864" y="2448966"/>
                </a:lnTo>
                <a:moveTo>
                  <a:pt x="1064768" y="2448966"/>
                </a:moveTo>
                <a:lnTo>
                  <a:pt x="1064768" y="2582062"/>
                </a:lnTo>
                <a:moveTo>
                  <a:pt x="1064768" y="2582062"/>
                </a:moveTo>
                <a:lnTo>
                  <a:pt x="1197864" y="2582062"/>
                </a:lnTo>
                <a:moveTo>
                  <a:pt x="1064768" y="2582062"/>
                </a:moveTo>
                <a:lnTo>
                  <a:pt x="1064768" y="2715158"/>
                </a:lnTo>
                <a:moveTo>
                  <a:pt x="1064768" y="2715158"/>
                </a:moveTo>
                <a:lnTo>
                  <a:pt x="1197864" y="2715158"/>
                </a:lnTo>
                <a:moveTo>
                  <a:pt x="1064768" y="2715158"/>
                </a:moveTo>
                <a:lnTo>
                  <a:pt x="1064768" y="2848254"/>
                </a:lnTo>
                <a:moveTo>
                  <a:pt x="1064768" y="2848254"/>
                </a:moveTo>
                <a:lnTo>
                  <a:pt x="1197864" y="2848254"/>
                </a:lnTo>
                <a:moveTo>
                  <a:pt x="1064768" y="2848254"/>
                </a:moveTo>
                <a:lnTo>
                  <a:pt x="1064768" y="2981350"/>
                </a:lnTo>
                <a:moveTo>
                  <a:pt x="1064768" y="2981350"/>
                </a:moveTo>
                <a:lnTo>
                  <a:pt x="1197864" y="2981350"/>
                </a:lnTo>
                <a:moveTo>
                  <a:pt x="1064768" y="2981350"/>
                </a:moveTo>
                <a:lnTo>
                  <a:pt x="1064768" y="3114446"/>
                </a:lnTo>
                <a:moveTo>
                  <a:pt x="1064768" y="3114446"/>
                </a:moveTo>
                <a:lnTo>
                  <a:pt x="1197864" y="3114446"/>
                </a:lnTo>
                <a:moveTo>
                  <a:pt x="1064768" y="3114446"/>
                </a:moveTo>
                <a:lnTo>
                  <a:pt x="1064768" y="3247542"/>
                </a:lnTo>
                <a:moveTo>
                  <a:pt x="1064768" y="3247542"/>
                </a:moveTo>
                <a:lnTo>
                  <a:pt x="1197864" y="3247542"/>
                </a:lnTo>
                <a:moveTo>
                  <a:pt x="1064768" y="3247542"/>
                </a:moveTo>
                <a:lnTo>
                  <a:pt x="1064768" y="3380638"/>
                </a:lnTo>
                <a:moveTo>
                  <a:pt x="1064768" y="3380638"/>
                </a:moveTo>
                <a:lnTo>
                  <a:pt x="1197864" y="3380638"/>
                </a:lnTo>
                <a:moveTo>
                  <a:pt x="1064768" y="3380638"/>
                </a:moveTo>
                <a:lnTo>
                  <a:pt x="1064768" y="3513734"/>
                </a:lnTo>
                <a:moveTo>
                  <a:pt x="1064768" y="3513734"/>
                </a:moveTo>
                <a:lnTo>
                  <a:pt x="1197864" y="3513734"/>
                </a:lnTo>
                <a:moveTo>
                  <a:pt x="1064768" y="3513734"/>
                </a:moveTo>
                <a:lnTo>
                  <a:pt x="1064768" y="3646830"/>
                </a:lnTo>
                <a:moveTo>
                  <a:pt x="1064768" y="3646830"/>
                </a:moveTo>
                <a:lnTo>
                  <a:pt x="1197864" y="3646830"/>
                </a:lnTo>
                <a:moveTo>
                  <a:pt x="1064768" y="3646830"/>
                </a:moveTo>
                <a:lnTo>
                  <a:pt x="1064768" y="3779926"/>
                </a:lnTo>
                <a:moveTo>
                  <a:pt x="1064768" y="3779926"/>
                </a:moveTo>
                <a:lnTo>
                  <a:pt x="1197864" y="3779926"/>
                </a:lnTo>
                <a:moveTo>
                  <a:pt x="1064768" y="3779926"/>
                </a:moveTo>
                <a:lnTo>
                  <a:pt x="1064768" y="3913022"/>
                </a:lnTo>
                <a:moveTo>
                  <a:pt x="1064768" y="3913022"/>
                </a:moveTo>
                <a:lnTo>
                  <a:pt x="1197864" y="3913022"/>
                </a:lnTo>
                <a:moveTo>
                  <a:pt x="1064768" y="3913022"/>
                </a:moveTo>
                <a:lnTo>
                  <a:pt x="1064768" y="4046118"/>
                </a:lnTo>
                <a:moveTo>
                  <a:pt x="1064768" y="4046118"/>
                </a:moveTo>
                <a:lnTo>
                  <a:pt x="1197864" y="4046118"/>
                </a:lnTo>
                <a:moveTo>
                  <a:pt x="1064768" y="4046118"/>
                </a:moveTo>
                <a:lnTo>
                  <a:pt x="1064768" y="4179214"/>
                </a:lnTo>
                <a:moveTo>
                  <a:pt x="1064768" y="4179214"/>
                </a:moveTo>
                <a:lnTo>
                  <a:pt x="1197864" y="4179214"/>
                </a:lnTo>
                <a:moveTo>
                  <a:pt x="1064768" y="4179214"/>
                </a:moveTo>
                <a:lnTo>
                  <a:pt x="1064768" y="4312310"/>
                </a:lnTo>
                <a:moveTo>
                  <a:pt x="1064768" y="4312310"/>
                </a:moveTo>
                <a:lnTo>
                  <a:pt x="1197864" y="4312310"/>
                </a:lnTo>
                <a:moveTo>
                  <a:pt x="1064768" y="4312310"/>
                </a:moveTo>
                <a:lnTo>
                  <a:pt x="1064768" y="4445406"/>
                </a:lnTo>
                <a:moveTo>
                  <a:pt x="1064768" y="4445406"/>
                </a:moveTo>
                <a:lnTo>
                  <a:pt x="1197864" y="4445406"/>
                </a:lnTo>
                <a:moveTo>
                  <a:pt x="1064768" y="4445406"/>
                </a:moveTo>
                <a:lnTo>
                  <a:pt x="1064768" y="4578502"/>
                </a:lnTo>
                <a:moveTo>
                  <a:pt x="1064768" y="4578502"/>
                </a:moveTo>
                <a:lnTo>
                  <a:pt x="1197864" y="4578502"/>
                </a:lnTo>
                <a:moveTo>
                  <a:pt x="1064768" y="4578502"/>
                </a:moveTo>
                <a:lnTo>
                  <a:pt x="1064768" y="4711598"/>
                </a:lnTo>
                <a:moveTo>
                  <a:pt x="1064768" y="4711598"/>
                </a:moveTo>
                <a:lnTo>
                  <a:pt x="1197864" y="4711598"/>
                </a:lnTo>
                <a:moveTo>
                  <a:pt x="1064768" y="4711598"/>
                </a:moveTo>
                <a:lnTo>
                  <a:pt x="1064768" y="4844694"/>
                </a:lnTo>
                <a:moveTo>
                  <a:pt x="1064768" y="4844694"/>
                </a:moveTo>
                <a:lnTo>
                  <a:pt x="1197864" y="4844694"/>
                </a:lnTo>
                <a:moveTo>
                  <a:pt x="1064768" y="4844694"/>
                </a:moveTo>
                <a:lnTo>
                  <a:pt x="1064768" y="4977790"/>
                </a:lnTo>
                <a:moveTo>
                  <a:pt x="1064768" y="4977790"/>
                </a:moveTo>
                <a:lnTo>
                  <a:pt x="1197864" y="4977790"/>
                </a:lnTo>
                <a:moveTo>
                  <a:pt x="1064768" y="4977790"/>
                </a:moveTo>
                <a:lnTo>
                  <a:pt x="1064768" y="5044338"/>
                </a:lnTo>
                <a:moveTo>
                  <a:pt x="1197864" y="0"/>
                </a:moveTo>
                <a:lnTo>
                  <a:pt x="1197864" y="53238"/>
                </a:lnTo>
                <a:moveTo>
                  <a:pt x="1197864" y="53238"/>
                </a:moveTo>
                <a:lnTo>
                  <a:pt x="1330960" y="53238"/>
                </a:lnTo>
                <a:moveTo>
                  <a:pt x="1197864" y="53238"/>
                </a:moveTo>
                <a:lnTo>
                  <a:pt x="1197864" y="186334"/>
                </a:lnTo>
                <a:moveTo>
                  <a:pt x="1197864" y="186334"/>
                </a:moveTo>
                <a:lnTo>
                  <a:pt x="1330960" y="186334"/>
                </a:lnTo>
                <a:moveTo>
                  <a:pt x="1197864" y="186334"/>
                </a:moveTo>
                <a:lnTo>
                  <a:pt x="1197864" y="319430"/>
                </a:lnTo>
                <a:moveTo>
                  <a:pt x="1197864" y="319430"/>
                </a:moveTo>
                <a:lnTo>
                  <a:pt x="1330960" y="319430"/>
                </a:lnTo>
                <a:moveTo>
                  <a:pt x="1197864" y="319430"/>
                </a:moveTo>
                <a:lnTo>
                  <a:pt x="1197864" y="452526"/>
                </a:lnTo>
                <a:moveTo>
                  <a:pt x="1197864" y="452526"/>
                </a:moveTo>
                <a:lnTo>
                  <a:pt x="1330960" y="452526"/>
                </a:lnTo>
                <a:moveTo>
                  <a:pt x="1197864" y="452526"/>
                </a:moveTo>
                <a:lnTo>
                  <a:pt x="1197864" y="585622"/>
                </a:lnTo>
                <a:moveTo>
                  <a:pt x="1197864" y="585622"/>
                </a:moveTo>
                <a:lnTo>
                  <a:pt x="1330960" y="585622"/>
                </a:lnTo>
                <a:moveTo>
                  <a:pt x="1197864" y="585622"/>
                </a:moveTo>
                <a:lnTo>
                  <a:pt x="1197864" y="718718"/>
                </a:lnTo>
                <a:moveTo>
                  <a:pt x="1197864" y="718718"/>
                </a:moveTo>
                <a:lnTo>
                  <a:pt x="1330960" y="718718"/>
                </a:lnTo>
                <a:moveTo>
                  <a:pt x="1197864" y="718718"/>
                </a:moveTo>
                <a:lnTo>
                  <a:pt x="1197864" y="851814"/>
                </a:lnTo>
                <a:moveTo>
                  <a:pt x="1197864" y="851814"/>
                </a:moveTo>
                <a:lnTo>
                  <a:pt x="1330960" y="851814"/>
                </a:lnTo>
                <a:moveTo>
                  <a:pt x="1197864" y="851814"/>
                </a:moveTo>
                <a:lnTo>
                  <a:pt x="1197864" y="984910"/>
                </a:lnTo>
                <a:moveTo>
                  <a:pt x="1197864" y="984910"/>
                </a:moveTo>
                <a:lnTo>
                  <a:pt x="1330960" y="984910"/>
                </a:lnTo>
                <a:moveTo>
                  <a:pt x="1197864" y="984910"/>
                </a:moveTo>
                <a:lnTo>
                  <a:pt x="1197864" y="1118006"/>
                </a:lnTo>
                <a:moveTo>
                  <a:pt x="1197864" y="1118006"/>
                </a:moveTo>
                <a:lnTo>
                  <a:pt x="1330960" y="1118006"/>
                </a:lnTo>
                <a:moveTo>
                  <a:pt x="1197864" y="1118006"/>
                </a:moveTo>
                <a:lnTo>
                  <a:pt x="1197864" y="1251102"/>
                </a:lnTo>
                <a:moveTo>
                  <a:pt x="1197864" y="1251102"/>
                </a:moveTo>
                <a:lnTo>
                  <a:pt x="1330960" y="1251102"/>
                </a:lnTo>
                <a:moveTo>
                  <a:pt x="1197864" y="1251102"/>
                </a:moveTo>
                <a:lnTo>
                  <a:pt x="1197864" y="1384198"/>
                </a:lnTo>
                <a:moveTo>
                  <a:pt x="1197864" y="1384198"/>
                </a:moveTo>
                <a:lnTo>
                  <a:pt x="1330960" y="1384198"/>
                </a:lnTo>
                <a:moveTo>
                  <a:pt x="1197864" y="1384198"/>
                </a:moveTo>
                <a:lnTo>
                  <a:pt x="1197864" y="1517294"/>
                </a:lnTo>
                <a:moveTo>
                  <a:pt x="1197864" y="1517294"/>
                </a:moveTo>
                <a:lnTo>
                  <a:pt x="1330960" y="1517294"/>
                </a:lnTo>
                <a:moveTo>
                  <a:pt x="1197864" y="1517294"/>
                </a:moveTo>
                <a:lnTo>
                  <a:pt x="1197864" y="1650390"/>
                </a:lnTo>
                <a:moveTo>
                  <a:pt x="1197864" y="1650390"/>
                </a:moveTo>
                <a:lnTo>
                  <a:pt x="1330960" y="1650390"/>
                </a:lnTo>
                <a:moveTo>
                  <a:pt x="1197864" y="1650390"/>
                </a:moveTo>
                <a:lnTo>
                  <a:pt x="1197864" y="1783486"/>
                </a:lnTo>
                <a:moveTo>
                  <a:pt x="1197864" y="1783486"/>
                </a:moveTo>
                <a:lnTo>
                  <a:pt x="1330960" y="1783486"/>
                </a:lnTo>
                <a:moveTo>
                  <a:pt x="1197864" y="1783486"/>
                </a:moveTo>
                <a:lnTo>
                  <a:pt x="1197864" y="1916582"/>
                </a:lnTo>
                <a:moveTo>
                  <a:pt x="1197864" y="1916582"/>
                </a:moveTo>
                <a:lnTo>
                  <a:pt x="1330960" y="1916582"/>
                </a:lnTo>
                <a:moveTo>
                  <a:pt x="1197864" y="1916582"/>
                </a:moveTo>
                <a:lnTo>
                  <a:pt x="1197864" y="2049678"/>
                </a:lnTo>
                <a:moveTo>
                  <a:pt x="1197864" y="2049678"/>
                </a:moveTo>
                <a:lnTo>
                  <a:pt x="1330960" y="2049678"/>
                </a:lnTo>
                <a:moveTo>
                  <a:pt x="1197864" y="2049678"/>
                </a:moveTo>
                <a:lnTo>
                  <a:pt x="1197864" y="2182774"/>
                </a:lnTo>
                <a:moveTo>
                  <a:pt x="1197864" y="2182774"/>
                </a:moveTo>
                <a:lnTo>
                  <a:pt x="1330960" y="2182774"/>
                </a:lnTo>
                <a:moveTo>
                  <a:pt x="1197864" y="2182774"/>
                </a:moveTo>
                <a:lnTo>
                  <a:pt x="1197864" y="2315870"/>
                </a:lnTo>
                <a:moveTo>
                  <a:pt x="1197864" y="2315870"/>
                </a:moveTo>
                <a:lnTo>
                  <a:pt x="1330960" y="2315870"/>
                </a:lnTo>
                <a:moveTo>
                  <a:pt x="1197864" y="2315870"/>
                </a:moveTo>
                <a:lnTo>
                  <a:pt x="1197864" y="2448966"/>
                </a:lnTo>
                <a:moveTo>
                  <a:pt x="1197864" y="2448966"/>
                </a:moveTo>
                <a:lnTo>
                  <a:pt x="1330960" y="2448966"/>
                </a:lnTo>
                <a:moveTo>
                  <a:pt x="1197864" y="2448966"/>
                </a:moveTo>
                <a:lnTo>
                  <a:pt x="1197864" y="2582062"/>
                </a:lnTo>
                <a:moveTo>
                  <a:pt x="1197864" y="2582062"/>
                </a:moveTo>
                <a:lnTo>
                  <a:pt x="1330960" y="2582062"/>
                </a:lnTo>
                <a:moveTo>
                  <a:pt x="1197864" y="2582062"/>
                </a:moveTo>
                <a:lnTo>
                  <a:pt x="1197864" y="2715158"/>
                </a:lnTo>
                <a:moveTo>
                  <a:pt x="1197864" y="2715158"/>
                </a:moveTo>
                <a:lnTo>
                  <a:pt x="1330960" y="2715158"/>
                </a:lnTo>
                <a:moveTo>
                  <a:pt x="1197864" y="2715158"/>
                </a:moveTo>
                <a:lnTo>
                  <a:pt x="1197864" y="2848254"/>
                </a:lnTo>
                <a:moveTo>
                  <a:pt x="1197864" y="2848254"/>
                </a:moveTo>
                <a:lnTo>
                  <a:pt x="1330960" y="2848254"/>
                </a:lnTo>
                <a:moveTo>
                  <a:pt x="1197864" y="2848254"/>
                </a:moveTo>
                <a:lnTo>
                  <a:pt x="1197864" y="2981350"/>
                </a:lnTo>
                <a:moveTo>
                  <a:pt x="1197864" y="2981350"/>
                </a:moveTo>
                <a:lnTo>
                  <a:pt x="1330960" y="2981350"/>
                </a:lnTo>
                <a:moveTo>
                  <a:pt x="1197864" y="2981350"/>
                </a:moveTo>
                <a:lnTo>
                  <a:pt x="1197864" y="3114446"/>
                </a:lnTo>
                <a:moveTo>
                  <a:pt x="1197864" y="3114446"/>
                </a:moveTo>
                <a:lnTo>
                  <a:pt x="1330960" y="3114446"/>
                </a:lnTo>
                <a:moveTo>
                  <a:pt x="1197864" y="3114446"/>
                </a:moveTo>
                <a:lnTo>
                  <a:pt x="1197864" y="3247542"/>
                </a:lnTo>
                <a:moveTo>
                  <a:pt x="1197864" y="3247542"/>
                </a:moveTo>
                <a:lnTo>
                  <a:pt x="1330960" y="3247542"/>
                </a:lnTo>
                <a:moveTo>
                  <a:pt x="1197864" y="3247542"/>
                </a:moveTo>
                <a:lnTo>
                  <a:pt x="1197864" y="3380638"/>
                </a:lnTo>
                <a:moveTo>
                  <a:pt x="1197864" y="3380638"/>
                </a:moveTo>
                <a:lnTo>
                  <a:pt x="1330960" y="3380638"/>
                </a:lnTo>
                <a:moveTo>
                  <a:pt x="1197864" y="3380638"/>
                </a:moveTo>
                <a:lnTo>
                  <a:pt x="1197864" y="3513734"/>
                </a:lnTo>
                <a:moveTo>
                  <a:pt x="1197864" y="3513734"/>
                </a:moveTo>
                <a:lnTo>
                  <a:pt x="1330960" y="3513734"/>
                </a:lnTo>
                <a:moveTo>
                  <a:pt x="1197864" y="3513734"/>
                </a:moveTo>
                <a:lnTo>
                  <a:pt x="1197864" y="3646830"/>
                </a:lnTo>
                <a:moveTo>
                  <a:pt x="1197864" y="3646830"/>
                </a:moveTo>
                <a:lnTo>
                  <a:pt x="1330960" y="3646830"/>
                </a:lnTo>
                <a:moveTo>
                  <a:pt x="1197864" y="3646830"/>
                </a:moveTo>
                <a:lnTo>
                  <a:pt x="1197864" y="3779926"/>
                </a:lnTo>
                <a:moveTo>
                  <a:pt x="1197864" y="3779926"/>
                </a:moveTo>
                <a:lnTo>
                  <a:pt x="1330960" y="3779926"/>
                </a:lnTo>
                <a:moveTo>
                  <a:pt x="1197864" y="3779926"/>
                </a:moveTo>
                <a:lnTo>
                  <a:pt x="1197864" y="3913022"/>
                </a:lnTo>
                <a:moveTo>
                  <a:pt x="1197864" y="3913022"/>
                </a:moveTo>
                <a:lnTo>
                  <a:pt x="1330960" y="3913022"/>
                </a:lnTo>
                <a:moveTo>
                  <a:pt x="1197864" y="3913022"/>
                </a:moveTo>
                <a:lnTo>
                  <a:pt x="1197864" y="4046118"/>
                </a:lnTo>
                <a:moveTo>
                  <a:pt x="1197864" y="4046118"/>
                </a:moveTo>
                <a:lnTo>
                  <a:pt x="1330960" y="4046118"/>
                </a:lnTo>
                <a:moveTo>
                  <a:pt x="1197864" y="4046118"/>
                </a:moveTo>
                <a:lnTo>
                  <a:pt x="1197864" y="4179214"/>
                </a:lnTo>
                <a:moveTo>
                  <a:pt x="1197864" y="4179214"/>
                </a:moveTo>
                <a:lnTo>
                  <a:pt x="1330960" y="4179214"/>
                </a:lnTo>
                <a:moveTo>
                  <a:pt x="1197864" y="4179214"/>
                </a:moveTo>
                <a:lnTo>
                  <a:pt x="1197864" y="4312310"/>
                </a:lnTo>
                <a:moveTo>
                  <a:pt x="1197864" y="4312310"/>
                </a:moveTo>
                <a:lnTo>
                  <a:pt x="1330960" y="4312310"/>
                </a:lnTo>
                <a:moveTo>
                  <a:pt x="1197864" y="4312310"/>
                </a:moveTo>
                <a:lnTo>
                  <a:pt x="1197864" y="4445406"/>
                </a:lnTo>
                <a:moveTo>
                  <a:pt x="1197864" y="4445406"/>
                </a:moveTo>
                <a:lnTo>
                  <a:pt x="1330960" y="4445406"/>
                </a:lnTo>
                <a:moveTo>
                  <a:pt x="1197864" y="4445406"/>
                </a:moveTo>
                <a:lnTo>
                  <a:pt x="1197864" y="4578502"/>
                </a:lnTo>
                <a:moveTo>
                  <a:pt x="1197864" y="4578502"/>
                </a:moveTo>
                <a:lnTo>
                  <a:pt x="1330960" y="4578502"/>
                </a:lnTo>
                <a:moveTo>
                  <a:pt x="1197864" y="4578502"/>
                </a:moveTo>
                <a:lnTo>
                  <a:pt x="1197864" y="4711598"/>
                </a:lnTo>
                <a:moveTo>
                  <a:pt x="1197864" y="4711598"/>
                </a:moveTo>
                <a:lnTo>
                  <a:pt x="1330960" y="4711598"/>
                </a:lnTo>
                <a:moveTo>
                  <a:pt x="1197864" y="4711598"/>
                </a:moveTo>
                <a:lnTo>
                  <a:pt x="1197864" y="4844694"/>
                </a:lnTo>
                <a:moveTo>
                  <a:pt x="1197864" y="4844694"/>
                </a:moveTo>
                <a:lnTo>
                  <a:pt x="1330960" y="4844694"/>
                </a:lnTo>
                <a:moveTo>
                  <a:pt x="1197864" y="4844694"/>
                </a:moveTo>
                <a:lnTo>
                  <a:pt x="1197864" y="4977790"/>
                </a:lnTo>
                <a:moveTo>
                  <a:pt x="1197864" y="4977790"/>
                </a:moveTo>
                <a:lnTo>
                  <a:pt x="1330960" y="4977790"/>
                </a:lnTo>
                <a:moveTo>
                  <a:pt x="1197864" y="4977790"/>
                </a:moveTo>
                <a:lnTo>
                  <a:pt x="1197864" y="5044338"/>
                </a:lnTo>
                <a:moveTo>
                  <a:pt x="1330960" y="0"/>
                </a:moveTo>
                <a:lnTo>
                  <a:pt x="1330960" y="53238"/>
                </a:lnTo>
                <a:moveTo>
                  <a:pt x="1330960" y="53238"/>
                </a:moveTo>
                <a:lnTo>
                  <a:pt x="1464056" y="53238"/>
                </a:lnTo>
                <a:moveTo>
                  <a:pt x="1330960" y="53238"/>
                </a:moveTo>
                <a:lnTo>
                  <a:pt x="1330960" y="186334"/>
                </a:lnTo>
                <a:moveTo>
                  <a:pt x="1330960" y="186334"/>
                </a:moveTo>
                <a:lnTo>
                  <a:pt x="1464056" y="186334"/>
                </a:lnTo>
                <a:moveTo>
                  <a:pt x="1330960" y="186334"/>
                </a:moveTo>
                <a:lnTo>
                  <a:pt x="1330960" y="319430"/>
                </a:lnTo>
                <a:moveTo>
                  <a:pt x="1330960" y="319430"/>
                </a:moveTo>
                <a:lnTo>
                  <a:pt x="1464056" y="319430"/>
                </a:lnTo>
                <a:moveTo>
                  <a:pt x="1330960" y="319430"/>
                </a:moveTo>
                <a:lnTo>
                  <a:pt x="1330960" y="452526"/>
                </a:lnTo>
                <a:moveTo>
                  <a:pt x="1330960" y="452526"/>
                </a:moveTo>
                <a:lnTo>
                  <a:pt x="1464056" y="452526"/>
                </a:lnTo>
                <a:moveTo>
                  <a:pt x="1330960" y="452526"/>
                </a:moveTo>
                <a:lnTo>
                  <a:pt x="1330960" y="585622"/>
                </a:lnTo>
                <a:moveTo>
                  <a:pt x="1330960" y="585622"/>
                </a:moveTo>
                <a:lnTo>
                  <a:pt x="1464056" y="585622"/>
                </a:lnTo>
                <a:moveTo>
                  <a:pt x="1330960" y="585622"/>
                </a:moveTo>
                <a:lnTo>
                  <a:pt x="1330960" y="718718"/>
                </a:lnTo>
                <a:moveTo>
                  <a:pt x="1330960" y="718718"/>
                </a:moveTo>
                <a:lnTo>
                  <a:pt x="1464056" y="718718"/>
                </a:lnTo>
                <a:moveTo>
                  <a:pt x="1330960" y="718718"/>
                </a:moveTo>
                <a:lnTo>
                  <a:pt x="1330960" y="851814"/>
                </a:lnTo>
                <a:moveTo>
                  <a:pt x="1330960" y="851814"/>
                </a:moveTo>
                <a:lnTo>
                  <a:pt x="1464056" y="851814"/>
                </a:lnTo>
                <a:moveTo>
                  <a:pt x="1330960" y="851814"/>
                </a:moveTo>
                <a:lnTo>
                  <a:pt x="1330960" y="984910"/>
                </a:lnTo>
                <a:moveTo>
                  <a:pt x="1330960" y="984910"/>
                </a:moveTo>
                <a:lnTo>
                  <a:pt x="1464056" y="984910"/>
                </a:lnTo>
                <a:moveTo>
                  <a:pt x="1330960" y="984910"/>
                </a:moveTo>
                <a:lnTo>
                  <a:pt x="1330960" y="1118006"/>
                </a:lnTo>
                <a:moveTo>
                  <a:pt x="1330960" y="1118006"/>
                </a:moveTo>
                <a:lnTo>
                  <a:pt x="1464056" y="1118006"/>
                </a:lnTo>
                <a:moveTo>
                  <a:pt x="1330960" y="1118006"/>
                </a:moveTo>
                <a:lnTo>
                  <a:pt x="1330960" y="1251102"/>
                </a:lnTo>
                <a:moveTo>
                  <a:pt x="1330960" y="1251102"/>
                </a:moveTo>
                <a:lnTo>
                  <a:pt x="1464056" y="1251102"/>
                </a:lnTo>
                <a:moveTo>
                  <a:pt x="1330960" y="1251102"/>
                </a:moveTo>
                <a:lnTo>
                  <a:pt x="1330960" y="1384198"/>
                </a:lnTo>
                <a:moveTo>
                  <a:pt x="1330960" y="1384198"/>
                </a:moveTo>
                <a:lnTo>
                  <a:pt x="1464056" y="1384198"/>
                </a:lnTo>
                <a:moveTo>
                  <a:pt x="1330960" y="1384198"/>
                </a:moveTo>
                <a:lnTo>
                  <a:pt x="1330960" y="1517294"/>
                </a:lnTo>
                <a:moveTo>
                  <a:pt x="1330960" y="1517294"/>
                </a:moveTo>
                <a:lnTo>
                  <a:pt x="1464056" y="1517294"/>
                </a:lnTo>
                <a:moveTo>
                  <a:pt x="1330960" y="1517294"/>
                </a:moveTo>
                <a:lnTo>
                  <a:pt x="1330960" y="1650390"/>
                </a:lnTo>
                <a:moveTo>
                  <a:pt x="1330960" y="1650390"/>
                </a:moveTo>
                <a:lnTo>
                  <a:pt x="1464056" y="1650390"/>
                </a:lnTo>
                <a:moveTo>
                  <a:pt x="1330960" y="1650390"/>
                </a:moveTo>
                <a:lnTo>
                  <a:pt x="1330960" y="1783486"/>
                </a:lnTo>
                <a:moveTo>
                  <a:pt x="1330960" y="1783486"/>
                </a:moveTo>
                <a:lnTo>
                  <a:pt x="1464056" y="1783486"/>
                </a:lnTo>
                <a:moveTo>
                  <a:pt x="1330960" y="1783486"/>
                </a:moveTo>
                <a:lnTo>
                  <a:pt x="1330960" y="1916582"/>
                </a:lnTo>
                <a:moveTo>
                  <a:pt x="1330960" y="1916582"/>
                </a:moveTo>
                <a:lnTo>
                  <a:pt x="1464056" y="1916582"/>
                </a:lnTo>
                <a:moveTo>
                  <a:pt x="1330960" y="1916582"/>
                </a:moveTo>
                <a:lnTo>
                  <a:pt x="1330960" y="2049678"/>
                </a:lnTo>
                <a:moveTo>
                  <a:pt x="1330960" y="2049678"/>
                </a:moveTo>
                <a:lnTo>
                  <a:pt x="1464056" y="2049678"/>
                </a:lnTo>
                <a:moveTo>
                  <a:pt x="1330960" y="2049678"/>
                </a:moveTo>
                <a:lnTo>
                  <a:pt x="1330960" y="2182774"/>
                </a:lnTo>
                <a:moveTo>
                  <a:pt x="1330960" y="2182774"/>
                </a:moveTo>
                <a:lnTo>
                  <a:pt x="1464056" y="2182774"/>
                </a:lnTo>
                <a:moveTo>
                  <a:pt x="1330960" y="2182774"/>
                </a:moveTo>
                <a:lnTo>
                  <a:pt x="1330960" y="2315870"/>
                </a:lnTo>
                <a:moveTo>
                  <a:pt x="1330960" y="2315870"/>
                </a:moveTo>
                <a:lnTo>
                  <a:pt x="1464056" y="2315870"/>
                </a:lnTo>
                <a:moveTo>
                  <a:pt x="1330960" y="2315870"/>
                </a:moveTo>
                <a:lnTo>
                  <a:pt x="1330960" y="2448966"/>
                </a:lnTo>
                <a:moveTo>
                  <a:pt x="1330960" y="2448966"/>
                </a:moveTo>
                <a:lnTo>
                  <a:pt x="1464056" y="2448966"/>
                </a:lnTo>
                <a:moveTo>
                  <a:pt x="1330960" y="2448966"/>
                </a:moveTo>
                <a:lnTo>
                  <a:pt x="1330960" y="2582062"/>
                </a:lnTo>
                <a:moveTo>
                  <a:pt x="1330960" y="2582062"/>
                </a:moveTo>
                <a:lnTo>
                  <a:pt x="1464056" y="2582062"/>
                </a:lnTo>
                <a:moveTo>
                  <a:pt x="1330960" y="2582062"/>
                </a:moveTo>
                <a:lnTo>
                  <a:pt x="1330960" y="2715158"/>
                </a:lnTo>
                <a:moveTo>
                  <a:pt x="1330960" y="2715158"/>
                </a:moveTo>
                <a:lnTo>
                  <a:pt x="1464056" y="2715158"/>
                </a:lnTo>
                <a:moveTo>
                  <a:pt x="1330960" y="2715158"/>
                </a:moveTo>
                <a:lnTo>
                  <a:pt x="1330960" y="2848254"/>
                </a:lnTo>
                <a:moveTo>
                  <a:pt x="1330960" y="2848254"/>
                </a:moveTo>
                <a:lnTo>
                  <a:pt x="1464056" y="2848254"/>
                </a:lnTo>
                <a:moveTo>
                  <a:pt x="1330960" y="2848254"/>
                </a:moveTo>
                <a:lnTo>
                  <a:pt x="1330960" y="2981350"/>
                </a:lnTo>
                <a:moveTo>
                  <a:pt x="1330960" y="2981350"/>
                </a:moveTo>
                <a:lnTo>
                  <a:pt x="1464056" y="2981350"/>
                </a:lnTo>
                <a:moveTo>
                  <a:pt x="1330960" y="2981350"/>
                </a:moveTo>
                <a:lnTo>
                  <a:pt x="1330960" y="3114446"/>
                </a:lnTo>
                <a:moveTo>
                  <a:pt x="1330960" y="3114446"/>
                </a:moveTo>
                <a:lnTo>
                  <a:pt x="1464056" y="3114446"/>
                </a:lnTo>
                <a:moveTo>
                  <a:pt x="1330960" y="3114446"/>
                </a:moveTo>
                <a:lnTo>
                  <a:pt x="1330960" y="3247542"/>
                </a:lnTo>
                <a:moveTo>
                  <a:pt x="1330960" y="3247542"/>
                </a:moveTo>
                <a:lnTo>
                  <a:pt x="1464056" y="3247542"/>
                </a:lnTo>
                <a:moveTo>
                  <a:pt x="1330960" y="3247542"/>
                </a:moveTo>
                <a:lnTo>
                  <a:pt x="1330960" y="3380638"/>
                </a:lnTo>
                <a:moveTo>
                  <a:pt x="1330960" y="3380638"/>
                </a:moveTo>
                <a:lnTo>
                  <a:pt x="1464056" y="3380638"/>
                </a:lnTo>
                <a:moveTo>
                  <a:pt x="1330960" y="3380638"/>
                </a:moveTo>
                <a:lnTo>
                  <a:pt x="1330960" y="3513734"/>
                </a:lnTo>
                <a:moveTo>
                  <a:pt x="1330960" y="3513734"/>
                </a:moveTo>
                <a:lnTo>
                  <a:pt x="1464056" y="3513734"/>
                </a:lnTo>
                <a:moveTo>
                  <a:pt x="1330960" y="3513734"/>
                </a:moveTo>
                <a:lnTo>
                  <a:pt x="1330960" y="3646830"/>
                </a:lnTo>
                <a:moveTo>
                  <a:pt x="1330960" y="3646830"/>
                </a:moveTo>
                <a:lnTo>
                  <a:pt x="1464056" y="3646830"/>
                </a:lnTo>
                <a:moveTo>
                  <a:pt x="1330960" y="3646830"/>
                </a:moveTo>
                <a:lnTo>
                  <a:pt x="1330960" y="3779926"/>
                </a:lnTo>
                <a:moveTo>
                  <a:pt x="1330960" y="3779926"/>
                </a:moveTo>
                <a:lnTo>
                  <a:pt x="1464056" y="3779926"/>
                </a:lnTo>
                <a:moveTo>
                  <a:pt x="1330960" y="3779926"/>
                </a:moveTo>
                <a:lnTo>
                  <a:pt x="1330960" y="3913022"/>
                </a:lnTo>
                <a:moveTo>
                  <a:pt x="1330960" y="3913022"/>
                </a:moveTo>
                <a:lnTo>
                  <a:pt x="1464056" y="3913022"/>
                </a:lnTo>
                <a:moveTo>
                  <a:pt x="1330960" y="3913022"/>
                </a:moveTo>
                <a:lnTo>
                  <a:pt x="1330960" y="4046118"/>
                </a:lnTo>
                <a:moveTo>
                  <a:pt x="1330960" y="4046118"/>
                </a:moveTo>
                <a:lnTo>
                  <a:pt x="1464056" y="4046118"/>
                </a:lnTo>
                <a:moveTo>
                  <a:pt x="1330960" y="4046118"/>
                </a:moveTo>
                <a:lnTo>
                  <a:pt x="1330960" y="4179214"/>
                </a:lnTo>
                <a:moveTo>
                  <a:pt x="1330960" y="4179214"/>
                </a:moveTo>
                <a:lnTo>
                  <a:pt x="1464056" y="4179214"/>
                </a:lnTo>
                <a:moveTo>
                  <a:pt x="1330960" y="4179214"/>
                </a:moveTo>
                <a:lnTo>
                  <a:pt x="1330960" y="4312310"/>
                </a:lnTo>
                <a:moveTo>
                  <a:pt x="1330960" y="4312310"/>
                </a:moveTo>
                <a:lnTo>
                  <a:pt x="1464056" y="4312310"/>
                </a:lnTo>
                <a:moveTo>
                  <a:pt x="1330960" y="4312310"/>
                </a:moveTo>
                <a:lnTo>
                  <a:pt x="1330960" y="4445406"/>
                </a:lnTo>
                <a:moveTo>
                  <a:pt x="1330960" y="4445406"/>
                </a:moveTo>
                <a:lnTo>
                  <a:pt x="1464056" y="4445406"/>
                </a:lnTo>
                <a:moveTo>
                  <a:pt x="1330960" y="4445406"/>
                </a:moveTo>
                <a:lnTo>
                  <a:pt x="1330960" y="4578502"/>
                </a:lnTo>
                <a:moveTo>
                  <a:pt x="1330960" y="4578502"/>
                </a:moveTo>
                <a:lnTo>
                  <a:pt x="1464056" y="4578502"/>
                </a:lnTo>
                <a:moveTo>
                  <a:pt x="1330960" y="4578502"/>
                </a:moveTo>
                <a:lnTo>
                  <a:pt x="1330960" y="4711598"/>
                </a:lnTo>
                <a:moveTo>
                  <a:pt x="1330960" y="4711598"/>
                </a:moveTo>
                <a:lnTo>
                  <a:pt x="1464056" y="4711598"/>
                </a:lnTo>
                <a:moveTo>
                  <a:pt x="1330960" y="4711598"/>
                </a:moveTo>
                <a:lnTo>
                  <a:pt x="1330960" y="4844694"/>
                </a:lnTo>
                <a:moveTo>
                  <a:pt x="1330960" y="4844694"/>
                </a:moveTo>
                <a:lnTo>
                  <a:pt x="1464056" y="4844694"/>
                </a:lnTo>
                <a:moveTo>
                  <a:pt x="1330960" y="4844694"/>
                </a:moveTo>
                <a:lnTo>
                  <a:pt x="1330960" y="4977790"/>
                </a:lnTo>
                <a:moveTo>
                  <a:pt x="1330960" y="4977790"/>
                </a:moveTo>
                <a:lnTo>
                  <a:pt x="1464056" y="4977790"/>
                </a:lnTo>
                <a:moveTo>
                  <a:pt x="1330960" y="4977790"/>
                </a:moveTo>
                <a:lnTo>
                  <a:pt x="1330960" y="5044338"/>
                </a:lnTo>
                <a:moveTo>
                  <a:pt x="1464056" y="0"/>
                </a:moveTo>
                <a:lnTo>
                  <a:pt x="1464056" y="53238"/>
                </a:lnTo>
                <a:moveTo>
                  <a:pt x="1464056" y="53238"/>
                </a:moveTo>
                <a:lnTo>
                  <a:pt x="1597152" y="53238"/>
                </a:lnTo>
                <a:moveTo>
                  <a:pt x="1464056" y="53238"/>
                </a:moveTo>
                <a:lnTo>
                  <a:pt x="1464056" y="186334"/>
                </a:lnTo>
                <a:moveTo>
                  <a:pt x="1464056" y="186334"/>
                </a:moveTo>
                <a:lnTo>
                  <a:pt x="1597152" y="186334"/>
                </a:lnTo>
                <a:moveTo>
                  <a:pt x="1464056" y="186334"/>
                </a:moveTo>
                <a:lnTo>
                  <a:pt x="1464056" y="319430"/>
                </a:lnTo>
                <a:moveTo>
                  <a:pt x="1464056" y="319430"/>
                </a:moveTo>
                <a:lnTo>
                  <a:pt x="1597152" y="319430"/>
                </a:lnTo>
                <a:moveTo>
                  <a:pt x="1464056" y="319430"/>
                </a:moveTo>
                <a:lnTo>
                  <a:pt x="1464056" y="452526"/>
                </a:lnTo>
                <a:moveTo>
                  <a:pt x="1464056" y="452526"/>
                </a:moveTo>
                <a:lnTo>
                  <a:pt x="1597152" y="452526"/>
                </a:lnTo>
                <a:moveTo>
                  <a:pt x="1464056" y="452526"/>
                </a:moveTo>
                <a:lnTo>
                  <a:pt x="1464056" y="585622"/>
                </a:lnTo>
                <a:moveTo>
                  <a:pt x="1464056" y="585622"/>
                </a:moveTo>
                <a:lnTo>
                  <a:pt x="1597152" y="585622"/>
                </a:lnTo>
                <a:moveTo>
                  <a:pt x="1464056" y="585622"/>
                </a:moveTo>
                <a:lnTo>
                  <a:pt x="1464056" y="718718"/>
                </a:lnTo>
                <a:moveTo>
                  <a:pt x="1464056" y="718718"/>
                </a:moveTo>
                <a:lnTo>
                  <a:pt x="1597152" y="718718"/>
                </a:lnTo>
                <a:moveTo>
                  <a:pt x="1464056" y="718718"/>
                </a:moveTo>
                <a:lnTo>
                  <a:pt x="1464056" y="851814"/>
                </a:lnTo>
                <a:moveTo>
                  <a:pt x="1464056" y="851814"/>
                </a:moveTo>
                <a:lnTo>
                  <a:pt x="1597152" y="851814"/>
                </a:lnTo>
                <a:moveTo>
                  <a:pt x="1464056" y="851814"/>
                </a:moveTo>
                <a:lnTo>
                  <a:pt x="1464056" y="984910"/>
                </a:lnTo>
                <a:moveTo>
                  <a:pt x="1464056" y="984910"/>
                </a:moveTo>
                <a:lnTo>
                  <a:pt x="1597152" y="984910"/>
                </a:lnTo>
                <a:moveTo>
                  <a:pt x="1464056" y="984910"/>
                </a:moveTo>
                <a:lnTo>
                  <a:pt x="1464056" y="1118006"/>
                </a:lnTo>
                <a:moveTo>
                  <a:pt x="1464056" y="1118006"/>
                </a:moveTo>
                <a:lnTo>
                  <a:pt x="1597152" y="1118006"/>
                </a:lnTo>
                <a:moveTo>
                  <a:pt x="1464056" y="1118006"/>
                </a:moveTo>
                <a:lnTo>
                  <a:pt x="1464056" y="1251102"/>
                </a:lnTo>
                <a:moveTo>
                  <a:pt x="1464056" y="1251102"/>
                </a:moveTo>
                <a:lnTo>
                  <a:pt x="1597152" y="1251102"/>
                </a:lnTo>
                <a:moveTo>
                  <a:pt x="1464056" y="1251102"/>
                </a:moveTo>
                <a:lnTo>
                  <a:pt x="1464056" y="1384198"/>
                </a:lnTo>
                <a:moveTo>
                  <a:pt x="1464056" y="1384198"/>
                </a:moveTo>
                <a:lnTo>
                  <a:pt x="1597152" y="1384198"/>
                </a:lnTo>
                <a:moveTo>
                  <a:pt x="1464056" y="1384198"/>
                </a:moveTo>
                <a:lnTo>
                  <a:pt x="1464056" y="1517294"/>
                </a:lnTo>
                <a:moveTo>
                  <a:pt x="1464056" y="1517294"/>
                </a:moveTo>
                <a:lnTo>
                  <a:pt x="1597152" y="1517294"/>
                </a:lnTo>
                <a:moveTo>
                  <a:pt x="1464056" y="1517294"/>
                </a:moveTo>
                <a:lnTo>
                  <a:pt x="1464056" y="1650390"/>
                </a:lnTo>
                <a:moveTo>
                  <a:pt x="1464056" y="1650390"/>
                </a:moveTo>
                <a:lnTo>
                  <a:pt x="1597152" y="1650390"/>
                </a:lnTo>
                <a:moveTo>
                  <a:pt x="1464056" y="1650390"/>
                </a:moveTo>
                <a:lnTo>
                  <a:pt x="1464056" y="1783486"/>
                </a:lnTo>
                <a:moveTo>
                  <a:pt x="1464056" y="1783486"/>
                </a:moveTo>
                <a:lnTo>
                  <a:pt x="1597152" y="1783486"/>
                </a:lnTo>
                <a:moveTo>
                  <a:pt x="1464056" y="1783486"/>
                </a:moveTo>
                <a:lnTo>
                  <a:pt x="1464056" y="1916582"/>
                </a:lnTo>
                <a:moveTo>
                  <a:pt x="1464056" y="1916582"/>
                </a:moveTo>
                <a:lnTo>
                  <a:pt x="1597152" y="1916582"/>
                </a:lnTo>
                <a:moveTo>
                  <a:pt x="1464056" y="1916582"/>
                </a:moveTo>
                <a:lnTo>
                  <a:pt x="1464056" y="2049678"/>
                </a:lnTo>
                <a:moveTo>
                  <a:pt x="1464056" y="2049678"/>
                </a:moveTo>
                <a:lnTo>
                  <a:pt x="1597152" y="2049678"/>
                </a:lnTo>
                <a:moveTo>
                  <a:pt x="1464056" y="2049678"/>
                </a:moveTo>
                <a:lnTo>
                  <a:pt x="1464056" y="2182774"/>
                </a:lnTo>
                <a:moveTo>
                  <a:pt x="1464056" y="2182774"/>
                </a:moveTo>
                <a:lnTo>
                  <a:pt x="1597152" y="2182774"/>
                </a:lnTo>
                <a:moveTo>
                  <a:pt x="1464056" y="2182774"/>
                </a:moveTo>
                <a:lnTo>
                  <a:pt x="1464056" y="2315870"/>
                </a:lnTo>
                <a:moveTo>
                  <a:pt x="1464056" y="2315870"/>
                </a:moveTo>
                <a:lnTo>
                  <a:pt x="1597152" y="2315870"/>
                </a:lnTo>
                <a:moveTo>
                  <a:pt x="1464056" y="2315870"/>
                </a:moveTo>
                <a:lnTo>
                  <a:pt x="1464056" y="2448966"/>
                </a:lnTo>
                <a:moveTo>
                  <a:pt x="1464056" y="2448966"/>
                </a:moveTo>
                <a:lnTo>
                  <a:pt x="1597152" y="2448966"/>
                </a:lnTo>
                <a:moveTo>
                  <a:pt x="1464056" y="2448966"/>
                </a:moveTo>
                <a:lnTo>
                  <a:pt x="1464056" y="2582062"/>
                </a:lnTo>
                <a:moveTo>
                  <a:pt x="1464056" y="2582062"/>
                </a:moveTo>
                <a:lnTo>
                  <a:pt x="1597152" y="2582062"/>
                </a:lnTo>
                <a:moveTo>
                  <a:pt x="1464056" y="2582062"/>
                </a:moveTo>
                <a:lnTo>
                  <a:pt x="1464056" y="2715158"/>
                </a:lnTo>
                <a:moveTo>
                  <a:pt x="1464056" y="2715158"/>
                </a:moveTo>
                <a:lnTo>
                  <a:pt x="1597152" y="2715158"/>
                </a:lnTo>
                <a:moveTo>
                  <a:pt x="1464056" y="2715158"/>
                </a:moveTo>
                <a:lnTo>
                  <a:pt x="1464056" y="2848254"/>
                </a:lnTo>
                <a:moveTo>
                  <a:pt x="1464056" y="2848254"/>
                </a:moveTo>
                <a:lnTo>
                  <a:pt x="1597152" y="2848254"/>
                </a:lnTo>
                <a:moveTo>
                  <a:pt x="1464056" y="2848254"/>
                </a:moveTo>
                <a:lnTo>
                  <a:pt x="1464056" y="2981350"/>
                </a:lnTo>
                <a:moveTo>
                  <a:pt x="1464056" y="2981350"/>
                </a:moveTo>
                <a:lnTo>
                  <a:pt x="1597152" y="2981350"/>
                </a:lnTo>
                <a:moveTo>
                  <a:pt x="1464056" y="2981350"/>
                </a:moveTo>
                <a:lnTo>
                  <a:pt x="1464056" y="3114446"/>
                </a:lnTo>
                <a:moveTo>
                  <a:pt x="1464056" y="3114446"/>
                </a:moveTo>
                <a:lnTo>
                  <a:pt x="1597152" y="3114446"/>
                </a:lnTo>
                <a:moveTo>
                  <a:pt x="1464056" y="3114446"/>
                </a:moveTo>
                <a:lnTo>
                  <a:pt x="1464056" y="3247542"/>
                </a:lnTo>
                <a:moveTo>
                  <a:pt x="1464056" y="3247542"/>
                </a:moveTo>
                <a:lnTo>
                  <a:pt x="1597152" y="3247542"/>
                </a:lnTo>
                <a:moveTo>
                  <a:pt x="1464056" y="3247542"/>
                </a:moveTo>
                <a:lnTo>
                  <a:pt x="1464056" y="3380638"/>
                </a:lnTo>
                <a:moveTo>
                  <a:pt x="1464056" y="3380638"/>
                </a:moveTo>
                <a:lnTo>
                  <a:pt x="1597152" y="3380638"/>
                </a:lnTo>
                <a:moveTo>
                  <a:pt x="1464056" y="3380638"/>
                </a:moveTo>
                <a:lnTo>
                  <a:pt x="1464056" y="3513734"/>
                </a:lnTo>
                <a:moveTo>
                  <a:pt x="1464056" y="3513734"/>
                </a:moveTo>
                <a:lnTo>
                  <a:pt x="1597152" y="3513734"/>
                </a:lnTo>
                <a:moveTo>
                  <a:pt x="1464056" y="3513734"/>
                </a:moveTo>
                <a:lnTo>
                  <a:pt x="1464056" y="3646830"/>
                </a:lnTo>
                <a:moveTo>
                  <a:pt x="1464056" y="3646830"/>
                </a:moveTo>
                <a:lnTo>
                  <a:pt x="1597152" y="3646830"/>
                </a:lnTo>
                <a:moveTo>
                  <a:pt x="1464056" y="3646830"/>
                </a:moveTo>
                <a:lnTo>
                  <a:pt x="1464056" y="3779926"/>
                </a:lnTo>
                <a:moveTo>
                  <a:pt x="1464056" y="3779926"/>
                </a:moveTo>
                <a:lnTo>
                  <a:pt x="1597152" y="3779926"/>
                </a:lnTo>
                <a:moveTo>
                  <a:pt x="1464056" y="3779926"/>
                </a:moveTo>
                <a:lnTo>
                  <a:pt x="1464056" y="3913022"/>
                </a:lnTo>
                <a:moveTo>
                  <a:pt x="1464056" y="3913022"/>
                </a:moveTo>
                <a:lnTo>
                  <a:pt x="1597152" y="3913022"/>
                </a:lnTo>
                <a:moveTo>
                  <a:pt x="1464056" y="3913022"/>
                </a:moveTo>
                <a:lnTo>
                  <a:pt x="1464056" y="4046118"/>
                </a:lnTo>
                <a:moveTo>
                  <a:pt x="1464056" y="4046118"/>
                </a:moveTo>
                <a:lnTo>
                  <a:pt x="1597152" y="4046118"/>
                </a:lnTo>
                <a:moveTo>
                  <a:pt x="1464056" y="4046118"/>
                </a:moveTo>
                <a:lnTo>
                  <a:pt x="1464056" y="4179214"/>
                </a:lnTo>
                <a:moveTo>
                  <a:pt x="1464056" y="4179214"/>
                </a:moveTo>
                <a:lnTo>
                  <a:pt x="1597152" y="4179214"/>
                </a:lnTo>
                <a:moveTo>
                  <a:pt x="1464056" y="4179214"/>
                </a:moveTo>
                <a:lnTo>
                  <a:pt x="1464056" y="4312310"/>
                </a:lnTo>
                <a:moveTo>
                  <a:pt x="1464056" y="4312310"/>
                </a:moveTo>
                <a:lnTo>
                  <a:pt x="1597152" y="4312310"/>
                </a:lnTo>
                <a:moveTo>
                  <a:pt x="1464056" y="4312310"/>
                </a:moveTo>
                <a:lnTo>
                  <a:pt x="1464056" y="4445406"/>
                </a:lnTo>
                <a:moveTo>
                  <a:pt x="1464056" y="4445406"/>
                </a:moveTo>
                <a:lnTo>
                  <a:pt x="1597152" y="4445406"/>
                </a:lnTo>
                <a:moveTo>
                  <a:pt x="1464056" y="4445406"/>
                </a:moveTo>
                <a:lnTo>
                  <a:pt x="1464056" y="4578502"/>
                </a:lnTo>
                <a:moveTo>
                  <a:pt x="1464056" y="4578502"/>
                </a:moveTo>
                <a:lnTo>
                  <a:pt x="1597152" y="4578502"/>
                </a:lnTo>
                <a:moveTo>
                  <a:pt x="1464056" y="4578502"/>
                </a:moveTo>
                <a:lnTo>
                  <a:pt x="1464056" y="4711598"/>
                </a:lnTo>
                <a:moveTo>
                  <a:pt x="1464056" y="4711598"/>
                </a:moveTo>
                <a:lnTo>
                  <a:pt x="1597152" y="4711598"/>
                </a:lnTo>
                <a:moveTo>
                  <a:pt x="1464056" y="4711598"/>
                </a:moveTo>
                <a:lnTo>
                  <a:pt x="1464056" y="4844694"/>
                </a:lnTo>
                <a:moveTo>
                  <a:pt x="1464056" y="4844694"/>
                </a:moveTo>
                <a:lnTo>
                  <a:pt x="1597152" y="4844694"/>
                </a:lnTo>
                <a:moveTo>
                  <a:pt x="1464056" y="4844694"/>
                </a:moveTo>
                <a:lnTo>
                  <a:pt x="1464056" y="4977790"/>
                </a:lnTo>
                <a:moveTo>
                  <a:pt x="1464056" y="4977790"/>
                </a:moveTo>
                <a:lnTo>
                  <a:pt x="1597152" y="4977790"/>
                </a:lnTo>
                <a:moveTo>
                  <a:pt x="1464056" y="4977790"/>
                </a:moveTo>
                <a:lnTo>
                  <a:pt x="1464056" y="5044338"/>
                </a:lnTo>
                <a:moveTo>
                  <a:pt x="1597152" y="0"/>
                </a:moveTo>
                <a:lnTo>
                  <a:pt x="1597152" y="53238"/>
                </a:lnTo>
                <a:moveTo>
                  <a:pt x="1597152" y="53238"/>
                </a:moveTo>
                <a:lnTo>
                  <a:pt x="1730248" y="53238"/>
                </a:lnTo>
                <a:moveTo>
                  <a:pt x="1597152" y="53238"/>
                </a:moveTo>
                <a:lnTo>
                  <a:pt x="1597152" y="186334"/>
                </a:lnTo>
                <a:moveTo>
                  <a:pt x="1597152" y="186334"/>
                </a:moveTo>
                <a:lnTo>
                  <a:pt x="1730248" y="186334"/>
                </a:lnTo>
                <a:moveTo>
                  <a:pt x="1597152" y="186334"/>
                </a:moveTo>
                <a:lnTo>
                  <a:pt x="1597152" y="319430"/>
                </a:lnTo>
                <a:moveTo>
                  <a:pt x="1597152" y="319430"/>
                </a:moveTo>
                <a:lnTo>
                  <a:pt x="1730248" y="319430"/>
                </a:lnTo>
                <a:moveTo>
                  <a:pt x="1597152" y="319430"/>
                </a:moveTo>
                <a:lnTo>
                  <a:pt x="1597152" y="452526"/>
                </a:lnTo>
                <a:moveTo>
                  <a:pt x="1597152" y="452526"/>
                </a:moveTo>
                <a:lnTo>
                  <a:pt x="1730248" y="452526"/>
                </a:lnTo>
                <a:moveTo>
                  <a:pt x="1597152" y="452526"/>
                </a:moveTo>
                <a:lnTo>
                  <a:pt x="1597152" y="585622"/>
                </a:lnTo>
                <a:moveTo>
                  <a:pt x="1597152" y="585622"/>
                </a:moveTo>
                <a:lnTo>
                  <a:pt x="1730248" y="585622"/>
                </a:lnTo>
                <a:moveTo>
                  <a:pt x="1597152" y="585622"/>
                </a:moveTo>
                <a:lnTo>
                  <a:pt x="1597152" y="718718"/>
                </a:lnTo>
                <a:moveTo>
                  <a:pt x="1597152" y="718718"/>
                </a:moveTo>
                <a:lnTo>
                  <a:pt x="1730248" y="718718"/>
                </a:lnTo>
                <a:moveTo>
                  <a:pt x="1597152" y="718718"/>
                </a:moveTo>
                <a:lnTo>
                  <a:pt x="1597152" y="851814"/>
                </a:lnTo>
                <a:moveTo>
                  <a:pt x="1597152" y="851814"/>
                </a:moveTo>
                <a:lnTo>
                  <a:pt x="1730248" y="851814"/>
                </a:lnTo>
                <a:moveTo>
                  <a:pt x="1597152" y="851814"/>
                </a:moveTo>
                <a:lnTo>
                  <a:pt x="1597152" y="984910"/>
                </a:lnTo>
                <a:moveTo>
                  <a:pt x="1597152" y="984910"/>
                </a:moveTo>
                <a:lnTo>
                  <a:pt x="1730248" y="984910"/>
                </a:lnTo>
                <a:moveTo>
                  <a:pt x="1597152" y="984910"/>
                </a:moveTo>
                <a:lnTo>
                  <a:pt x="1597152" y="1118006"/>
                </a:lnTo>
                <a:moveTo>
                  <a:pt x="1597152" y="1118006"/>
                </a:moveTo>
                <a:lnTo>
                  <a:pt x="1730248" y="1118006"/>
                </a:lnTo>
                <a:moveTo>
                  <a:pt x="1597152" y="1118006"/>
                </a:moveTo>
                <a:lnTo>
                  <a:pt x="1597152" y="1251102"/>
                </a:lnTo>
                <a:moveTo>
                  <a:pt x="1597152" y="1251102"/>
                </a:moveTo>
                <a:lnTo>
                  <a:pt x="1730248" y="1251102"/>
                </a:lnTo>
                <a:moveTo>
                  <a:pt x="1597152" y="1251102"/>
                </a:moveTo>
                <a:lnTo>
                  <a:pt x="1597152" y="1384198"/>
                </a:lnTo>
                <a:moveTo>
                  <a:pt x="1597152" y="1384198"/>
                </a:moveTo>
                <a:lnTo>
                  <a:pt x="1730248" y="1384198"/>
                </a:lnTo>
                <a:moveTo>
                  <a:pt x="1597152" y="1384198"/>
                </a:moveTo>
                <a:lnTo>
                  <a:pt x="1597152" y="1517294"/>
                </a:lnTo>
                <a:moveTo>
                  <a:pt x="1597152" y="1517294"/>
                </a:moveTo>
                <a:lnTo>
                  <a:pt x="1730248" y="1517294"/>
                </a:lnTo>
                <a:moveTo>
                  <a:pt x="1597152" y="1517294"/>
                </a:moveTo>
                <a:lnTo>
                  <a:pt x="1597152" y="1650390"/>
                </a:lnTo>
                <a:moveTo>
                  <a:pt x="1597152" y="1650390"/>
                </a:moveTo>
                <a:lnTo>
                  <a:pt x="1730248" y="1650390"/>
                </a:lnTo>
                <a:moveTo>
                  <a:pt x="1597152" y="1650390"/>
                </a:moveTo>
                <a:lnTo>
                  <a:pt x="1597152" y="1783486"/>
                </a:lnTo>
                <a:moveTo>
                  <a:pt x="1597152" y="1783486"/>
                </a:moveTo>
                <a:lnTo>
                  <a:pt x="1730248" y="1783486"/>
                </a:lnTo>
                <a:moveTo>
                  <a:pt x="1597152" y="1783486"/>
                </a:moveTo>
                <a:lnTo>
                  <a:pt x="1597152" y="1916582"/>
                </a:lnTo>
                <a:moveTo>
                  <a:pt x="1597152" y="1916582"/>
                </a:moveTo>
                <a:lnTo>
                  <a:pt x="1730248" y="1916582"/>
                </a:lnTo>
                <a:moveTo>
                  <a:pt x="1597152" y="1916582"/>
                </a:moveTo>
                <a:lnTo>
                  <a:pt x="1597152" y="2049678"/>
                </a:lnTo>
                <a:moveTo>
                  <a:pt x="1597152" y="2049678"/>
                </a:moveTo>
                <a:lnTo>
                  <a:pt x="1730248" y="2049678"/>
                </a:lnTo>
                <a:moveTo>
                  <a:pt x="1597152" y="2049678"/>
                </a:moveTo>
                <a:lnTo>
                  <a:pt x="1597152" y="2182774"/>
                </a:lnTo>
                <a:moveTo>
                  <a:pt x="1597152" y="2182774"/>
                </a:moveTo>
                <a:lnTo>
                  <a:pt x="1730248" y="2182774"/>
                </a:lnTo>
                <a:moveTo>
                  <a:pt x="1597152" y="2182774"/>
                </a:moveTo>
                <a:lnTo>
                  <a:pt x="1597152" y="2315870"/>
                </a:lnTo>
                <a:moveTo>
                  <a:pt x="1597152" y="2315870"/>
                </a:moveTo>
                <a:lnTo>
                  <a:pt x="1730248" y="2315870"/>
                </a:lnTo>
                <a:moveTo>
                  <a:pt x="1597152" y="2315870"/>
                </a:moveTo>
                <a:lnTo>
                  <a:pt x="1597152" y="2448966"/>
                </a:lnTo>
                <a:moveTo>
                  <a:pt x="1597152" y="2448966"/>
                </a:moveTo>
                <a:lnTo>
                  <a:pt x="1730248" y="2448966"/>
                </a:lnTo>
                <a:moveTo>
                  <a:pt x="1597152" y="2448966"/>
                </a:moveTo>
                <a:lnTo>
                  <a:pt x="1597152" y="2582062"/>
                </a:lnTo>
                <a:moveTo>
                  <a:pt x="1597152" y="2582062"/>
                </a:moveTo>
                <a:lnTo>
                  <a:pt x="1730248" y="2582062"/>
                </a:lnTo>
                <a:moveTo>
                  <a:pt x="1597152" y="2582062"/>
                </a:moveTo>
                <a:lnTo>
                  <a:pt x="1597152" y="2715158"/>
                </a:lnTo>
                <a:moveTo>
                  <a:pt x="1597152" y="2715158"/>
                </a:moveTo>
                <a:lnTo>
                  <a:pt x="1730248" y="2715158"/>
                </a:lnTo>
                <a:moveTo>
                  <a:pt x="1597152" y="2715158"/>
                </a:moveTo>
                <a:lnTo>
                  <a:pt x="1597152" y="2848254"/>
                </a:lnTo>
                <a:moveTo>
                  <a:pt x="1597152" y="2848254"/>
                </a:moveTo>
                <a:lnTo>
                  <a:pt x="1730248" y="2848254"/>
                </a:lnTo>
                <a:moveTo>
                  <a:pt x="1597152" y="2848254"/>
                </a:moveTo>
                <a:lnTo>
                  <a:pt x="1597152" y="2981350"/>
                </a:lnTo>
                <a:moveTo>
                  <a:pt x="1597152" y="2981350"/>
                </a:moveTo>
                <a:lnTo>
                  <a:pt x="1730248" y="2981350"/>
                </a:lnTo>
                <a:moveTo>
                  <a:pt x="1597152" y="2981350"/>
                </a:moveTo>
                <a:lnTo>
                  <a:pt x="1597152" y="3114446"/>
                </a:lnTo>
                <a:moveTo>
                  <a:pt x="1597152" y="3114446"/>
                </a:moveTo>
                <a:lnTo>
                  <a:pt x="1730248" y="3114446"/>
                </a:lnTo>
                <a:moveTo>
                  <a:pt x="1597152" y="3114446"/>
                </a:moveTo>
                <a:lnTo>
                  <a:pt x="1597152" y="3247542"/>
                </a:lnTo>
                <a:moveTo>
                  <a:pt x="1597152" y="3247542"/>
                </a:moveTo>
                <a:lnTo>
                  <a:pt x="1730248" y="3247542"/>
                </a:lnTo>
                <a:moveTo>
                  <a:pt x="1597152" y="3247542"/>
                </a:moveTo>
                <a:lnTo>
                  <a:pt x="1597152" y="3380638"/>
                </a:lnTo>
                <a:moveTo>
                  <a:pt x="1597152" y="3380638"/>
                </a:moveTo>
                <a:lnTo>
                  <a:pt x="1730248" y="3380638"/>
                </a:lnTo>
                <a:moveTo>
                  <a:pt x="1597152" y="3380638"/>
                </a:moveTo>
                <a:lnTo>
                  <a:pt x="1597152" y="3513734"/>
                </a:lnTo>
                <a:moveTo>
                  <a:pt x="1597152" y="3513734"/>
                </a:moveTo>
                <a:lnTo>
                  <a:pt x="1730248" y="3513734"/>
                </a:lnTo>
                <a:moveTo>
                  <a:pt x="1597152" y="3513734"/>
                </a:moveTo>
                <a:lnTo>
                  <a:pt x="1597152" y="3646830"/>
                </a:lnTo>
                <a:moveTo>
                  <a:pt x="1597152" y="3646830"/>
                </a:moveTo>
                <a:lnTo>
                  <a:pt x="1730248" y="3646830"/>
                </a:lnTo>
                <a:moveTo>
                  <a:pt x="1597152" y="3646830"/>
                </a:moveTo>
                <a:lnTo>
                  <a:pt x="1597152" y="3779926"/>
                </a:lnTo>
                <a:moveTo>
                  <a:pt x="1597152" y="3779926"/>
                </a:moveTo>
                <a:lnTo>
                  <a:pt x="1730248" y="3779926"/>
                </a:lnTo>
                <a:moveTo>
                  <a:pt x="1597152" y="3779926"/>
                </a:moveTo>
                <a:lnTo>
                  <a:pt x="1597152" y="3913022"/>
                </a:lnTo>
                <a:moveTo>
                  <a:pt x="1597152" y="3913022"/>
                </a:moveTo>
                <a:lnTo>
                  <a:pt x="1730248" y="3913022"/>
                </a:lnTo>
                <a:moveTo>
                  <a:pt x="1597152" y="3913022"/>
                </a:moveTo>
                <a:lnTo>
                  <a:pt x="1597152" y="4046118"/>
                </a:lnTo>
                <a:moveTo>
                  <a:pt x="1597152" y="4046118"/>
                </a:moveTo>
                <a:lnTo>
                  <a:pt x="1730248" y="4046118"/>
                </a:lnTo>
                <a:moveTo>
                  <a:pt x="1597152" y="4046118"/>
                </a:moveTo>
                <a:lnTo>
                  <a:pt x="1597152" y="4179214"/>
                </a:lnTo>
                <a:moveTo>
                  <a:pt x="1597152" y="4179214"/>
                </a:moveTo>
                <a:lnTo>
                  <a:pt x="1730248" y="4179214"/>
                </a:lnTo>
                <a:moveTo>
                  <a:pt x="1597152" y="4179214"/>
                </a:moveTo>
                <a:lnTo>
                  <a:pt x="1597152" y="4312310"/>
                </a:lnTo>
                <a:moveTo>
                  <a:pt x="1597152" y="4312310"/>
                </a:moveTo>
                <a:lnTo>
                  <a:pt x="1730248" y="4312310"/>
                </a:lnTo>
                <a:moveTo>
                  <a:pt x="1597152" y="4312310"/>
                </a:moveTo>
                <a:lnTo>
                  <a:pt x="1597152" y="4445406"/>
                </a:lnTo>
                <a:moveTo>
                  <a:pt x="1597152" y="4445406"/>
                </a:moveTo>
                <a:lnTo>
                  <a:pt x="1730248" y="4445406"/>
                </a:lnTo>
                <a:moveTo>
                  <a:pt x="1597152" y="4445406"/>
                </a:moveTo>
                <a:lnTo>
                  <a:pt x="1597152" y="4578502"/>
                </a:lnTo>
                <a:moveTo>
                  <a:pt x="1597152" y="4578502"/>
                </a:moveTo>
                <a:lnTo>
                  <a:pt x="1730248" y="4578502"/>
                </a:lnTo>
                <a:moveTo>
                  <a:pt x="1597152" y="4578502"/>
                </a:moveTo>
                <a:lnTo>
                  <a:pt x="1597152" y="4711598"/>
                </a:lnTo>
                <a:moveTo>
                  <a:pt x="1597152" y="4711598"/>
                </a:moveTo>
                <a:lnTo>
                  <a:pt x="1730248" y="4711598"/>
                </a:lnTo>
                <a:moveTo>
                  <a:pt x="1597152" y="4711598"/>
                </a:moveTo>
                <a:lnTo>
                  <a:pt x="1597152" y="4844694"/>
                </a:lnTo>
                <a:moveTo>
                  <a:pt x="1597152" y="4844694"/>
                </a:moveTo>
                <a:lnTo>
                  <a:pt x="1730248" y="4844694"/>
                </a:lnTo>
                <a:moveTo>
                  <a:pt x="1597152" y="4844694"/>
                </a:moveTo>
                <a:lnTo>
                  <a:pt x="1597152" y="4977790"/>
                </a:lnTo>
                <a:moveTo>
                  <a:pt x="1597152" y="4977790"/>
                </a:moveTo>
                <a:lnTo>
                  <a:pt x="1730248" y="4977790"/>
                </a:lnTo>
                <a:moveTo>
                  <a:pt x="1597152" y="4977790"/>
                </a:moveTo>
                <a:lnTo>
                  <a:pt x="1597152" y="5044338"/>
                </a:lnTo>
                <a:moveTo>
                  <a:pt x="1730248" y="0"/>
                </a:moveTo>
                <a:lnTo>
                  <a:pt x="1730248" y="53238"/>
                </a:lnTo>
                <a:moveTo>
                  <a:pt x="1730248" y="53238"/>
                </a:moveTo>
                <a:lnTo>
                  <a:pt x="1863344" y="53238"/>
                </a:lnTo>
                <a:moveTo>
                  <a:pt x="1730248" y="53238"/>
                </a:moveTo>
                <a:lnTo>
                  <a:pt x="1730248" y="186334"/>
                </a:lnTo>
                <a:moveTo>
                  <a:pt x="1730248" y="186334"/>
                </a:moveTo>
                <a:lnTo>
                  <a:pt x="1863344" y="186334"/>
                </a:lnTo>
                <a:moveTo>
                  <a:pt x="1730248" y="186334"/>
                </a:moveTo>
                <a:lnTo>
                  <a:pt x="1730248" y="319430"/>
                </a:lnTo>
                <a:moveTo>
                  <a:pt x="1730248" y="319430"/>
                </a:moveTo>
                <a:lnTo>
                  <a:pt x="1863344" y="319430"/>
                </a:lnTo>
                <a:moveTo>
                  <a:pt x="1730248" y="319430"/>
                </a:moveTo>
                <a:lnTo>
                  <a:pt x="1730248" y="452526"/>
                </a:lnTo>
                <a:moveTo>
                  <a:pt x="1730248" y="452526"/>
                </a:moveTo>
                <a:lnTo>
                  <a:pt x="1863344" y="452526"/>
                </a:lnTo>
                <a:moveTo>
                  <a:pt x="1730248" y="452526"/>
                </a:moveTo>
                <a:lnTo>
                  <a:pt x="1730248" y="585622"/>
                </a:lnTo>
                <a:moveTo>
                  <a:pt x="1730248" y="585622"/>
                </a:moveTo>
                <a:lnTo>
                  <a:pt x="1863344" y="585622"/>
                </a:lnTo>
                <a:moveTo>
                  <a:pt x="1730248" y="585622"/>
                </a:moveTo>
                <a:lnTo>
                  <a:pt x="1730248" y="718718"/>
                </a:lnTo>
                <a:moveTo>
                  <a:pt x="1730248" y="718718"/>
                </a:moveTo>
                <a:lnTo>
                  <a:pt x="1863344" y="718718"/>
                </a:lnTo>
                <a:moveTo>
                  <a:pt x="1730248" y="718718"/>
                </a:moveTo>
                <a:lnTo>
                  <a:pt x="1730248" y="851814"/>
                </a:lnTo>
                <a:moveTo>
                  <a:pt x="1730248" y="851814"/>
                </a:moveTo>
                <a:lnTo>
                  <a:pt x="1863344" y="851814"/>
                </a:lnTo>
                <a:moveTo>
                  <a:pt x="1730248" y="851814"/>
                </a:moveTo>
                <a:lnTo>
                  <a:pt x="1730248" y="984910"/>
                </a:lnTo>
                <a:moveTo>
                  <a:pt x="1730248" y="984910"/>
                </a:moveTo>
                <a:lnTo>
                  <a:pt x="1863344" y="984910"/>
                </a:lnTo>
                <a:moveTo>
                  <a:pt x="1730248" y="984910"/>
                </a:moveTo>
                <a:lnTo>
                  <a:pt x="1730248" y="1118006"/>
                </a:lnTo>
                <a:moveTo>
                  <a:pt x="1730248" y="1118006"/>
                </a:moveTo>
                <a:lnTo>
                  <a:pt x="1863344" y="1118006"/>
                </a:lnTo>
                <a:moveTo>
                  <a:pt x="1730248" y="1118006"/>
                </a:moveTo>
                <a:lnTo>
                  <a:pt x="1730248" y="1251102"/>
                </a:lnTo>
                <a:moveTo>
                  <a:pt x="1730248" y="1251102"/>
                </a:moveTo>
                <a:lnTo>
                  <a:pt x="1863344" y="1251102"/>
                </a:lnTo>
                <a:moveTo>
                  <a:pt x="1730248" y="1251102"/>
                </a:moveTo>
                <a:lnTo>
                  <a:pt x="1730248" y="1384198"/>
                </a:lnTo>
                <a:moveTo>
                  <a:pt x="1730248" y="1384198"/>
                </a:moveTo>
                <a:lnTo>
                  <a:pt x="1863344" y="1384198"/>
                </a:lnTo>
                <a:moveTo>
                  <a:pt x="1730248" y="1384198"/>
                </a:moveTo>
                <a:lnTo>
                  <a:pt x="1730248" y="1517294"/>
                </a:lnTo>
                <a:moveTo>
                  <a:pt x="1730248" y="1517294"/>
                </a:moveTo>
                <a:lnTo>
                  <a:pt x="1863344" y="1517294"/>
                </a:lnTo>
                <a:moveTo>
                  <a:pt x="1730248" y="1517294"/>
                </a:moveTo>
                <a:lnTo>
                  <a:pt x="1730248" y="1650390"/>
                </a:lnTo>
                <a:moveTo>
                  <a:pt x="1730248" y="1650390"/>
                </a:moveTo>
                <a:lnTo>
                  <a:pt x="1863344" y="1650390"/>
                </a:lnTo>
                <a:moveTo>
                  <a:pt x="1730248" y="1650390"/>
                </a:moveTo>
                <a:lnTo>
                  <a:pt x="1730248" y="1783486"/>
                </a:lnTo>
                <a:moveTo>
                  <a:pt x="1730248" y="1783486"/>
                </a:moveTo>
                <a:lnTo>
                  <a:pt x="1863344" y="1783486"/>
                </a:lnTo>
                <a:moveTo>
                  <a:pt x="1730248" y="1783486"/>
                </a:moveTo>
                <a:lnTo>
                  <a:pt x="1730248" y="1916582"/>
                </a:lnTo>
                <a:moveTo>
                  <a:pt x="1730248" y="1916582"/>
                </a:moveTo>
                <a:lnTo>
                  <a:pt x="1863344" y="1916582"/>
                </a:lnTo>
                <a:moveTo>
                  <a:pt x="1730248" y="1916582"/>
                </a:moveTo>
                <a:lnTo>
                  <a:pt x="1730248" y="2049678"/>
                </a:lnTo>
                <a:moveTo>
                  <a:pt x="1730248" y="2049678"/>
                </a:moveTo>
                <a:lnTo>
                  <a:pt x="1863344" y="2049678"/>
                </a:lnTo>
                <a:moveTo>
                  <a:pt x="1730248" y="2049678"/>
                </a:moveTo>
                <a:lnTo>
                  <a:pt x="1730248" y="2182774"/>
                </a:lnTo>
                <a:moveTo>
                  <a:pt x="1730248" y="2182774"/>
                </a:moveTo>
                <a:lnTo>
                  <a:pt x="1863344" y="2182774"/>
                </a:lnTo>
                <a:moveTo>
                  <a:pt x="1730248" y="2182774"/>
                </a:moveTo>
                <a:lnTo>
                  <a:pt x="1730248" y="2315870"/>
                </a:lnTo>
                <a:moveTo>
                  <a:pt x="1730248" y="2315870"/>
                </a:moveTo>
                <a:lnTo>
                  <a:pt x="1863344" y="2315870"/>
                </a:lnTo>
                <a:moveTo>
                  <a:pt x="1730248" y="2315870"/>
                </a:moveTo>
                <a:lnTo>
                  <a:pt x="1730248" y="2448966"/>
                </a:lnTo>
                <a:moveTo>
                  <a:pt x="1730248" y="2448966"/>
                </a:moveTo>
                <a:lnTo>
                  <a:pt x="1863344" y="2448966"/>
                </a:lnTo>
                <a:moveTo>
                  <a:pt x="1730248" y="2448966"/>
                </a:moveTo>
                <a:lnTo>
                  <a:pt x="1730248" y="2582062"/>
                </a:lnTo>
                <a:moveTo>
                  <a:pt x="1730248" y="2582062"/>
                </a:moveTo>
                <a:lnTo>
                  <a:pt x="1863344" y="2582062"/>
                </a:lnTo>
                <a:moveTo>
                  <a:pt x="1730248" y="2582062"/>
                </a:moveTo>
                <a:lnTo>
                  <a:pt x="1730248" y="2715158"/>
                </a:lnTo>
                <a:moveTo>
                  <a:pt x="1730248" y="2715158"/>
                </a:moveTo>
                <a:lnTo>
                  <a:pt x="1863344" y="2715158"/>
                </a:lnTo>
                <a:moveTo>
                  <a:pt x="1730248" y="2715158"/>
                </a:moveTo>
                <a:lnTo>
                  <a:pt x="1730248" y="2848254"/>
                </a:lnTo>
                <a:moveTo>
                  <a:pt x="1730248" y="2848254"/>
                </a:moveTo>
                <a:lnTo>
                  <a:pt x="1863344" y="2848254"/>
                </a:lnTo>
                <a:moveTo>
                  <a:pt x="1730248" y="2848254"/>
                </a:moveTo>
                <a:lnTo>
                  <a:pt x="1730248" y="2981350"/>
                </a:lnTo>
                <a:moveTo>
                  <a:pt x="1730248" y="2981350"/>
                </a:moveTo>
                <a:lnTo>
                  <a:pt x="1863344" y="2981350"/>
                </a:lnTo>
                <a:moveTo>
                  <a:pt x="1730248" y="2981350"/>
                </a:moveTo>
                <a:lnTo>
                  <a:pt x="1730248" y="3114446"/>
                </a:lnTo>
                <a:moveTo>
                  <a:pt x="1730248" y="3114446"/>
                </a:moveTo>
                <a:lnTo>
                  <a:pt x="1863344" y="3114446"/>
                </a:lnTo>
                <a:moveTo>
                  <a:pt x="1730248" y="3114446"/>
                </a:moveTo>
                <a:lnTo>
                  <a:pt x="1730248" y="3247542"/>
                </a:lnTo>
                <a:moveTo>
                  <a:pt x="1730248" y="3247542"/>
                </a:moveTo>
                <a:lnTo>
                  <a:pt x="1863344" y="3247542"/>
                </a:lnTo>
                <a:moveTo>
                  <a:pt x="1730248" y="3247542"/>
                </a:moveTo>
                <a:lnTo>
                  <a:pt x="1730248" y="3380638"/>
                </a:lnTo>
                <a:moveTo>
                  <a:pt x="1730248" y="3380638"/>
                </a:moveTo>
                <a:lnTo>
                  <a:pt x="1863344" y="3380638"/>
                </a:lnTo>
                <a:moveTo>
                  <a:pt x="1730248" y="3380638"/>
                </a:moveTo>
                <a:lnTo>
                  <a:pt x="1730248" y="3513734"/>
                </a:lnTo>
                <a:moveTo>
                  <a:pt x="1730248" y="3513734"/>
                </a:moveTo>
                <a:lnTo>
                  <a:pt x="1863344" y="3513734"/>
                </a:lnTo>
                <a:moveTo>
                  <a:pt x="1730248" y="3513734"/>
                </a:moveTo>
                <a:lnTo>
                  <a:pt x="1730248" y="3646830"/>
                </a:lnTo>
                <a:moveTo>
                  <a:pt x="1730248" y="3646830"/>
                </a:moveTo>
                <a:lnTo>
                  <a:pt x="1863344" y="3646830"/>
                </a:lnTo>
                <a:moveTo>
                  <a:pt x="1730248" y="3646830"/>
                </a:moveTo>
                <a:lnTo>
                  <a:pt x="1730248" y="3779926"/>
                </a:lnTo>
                <a:moveTo>
                  <a:pt x="1730248" y="3779926"/>
                </a:moveTo>
                <a:lnTo>
                  <a:pt x="1863344" y="3779926"/>
                </a:lnTo>
                <a:moveTo>
                  <a:pt x="1730248" y="3779926"/>
                </a:moveTo>
                <a:lnTo>
                  <a:pt x="1730248" y="3913022"/>
                </a:lnTo>
                <a:moveTo>
                  <a:pt x="1730248" y="3913022"/>
                </a:moveTo>
                <a:lnTo>
                  <a:pt x="1863344" y="3913022"/>
                </a:lnTo>
                <a:moveTo>
                  <a:pt x="1730248" y="3913022"/>
                </a:moveTo>
                <a:lnTo>
                  <a:pt x="1730248" y="4046118"/>
                </a:lnTo>
                <a:moveTo>
                  <a:pt x="1730248" y="4046118"/>
                </a:moveTo>
                <a:lnTo>
                  <a:pt x="1863344" y="4046118"/>
                </a:lnTo>
                <a:moveTo>
                  <a:pt x="1730248" y="4046118"/>
                </a:moveTo>
                <a:lnTo>
                  <a:pt x="1730248" y="4179214"/>
                </a:lnTo>
                <a:moveTo>
                  <a:pt x="1730248" y="4179214"/>
                </a:moveTo>
                <a:lnTo>
                  <a:pt x="1863344" y="4179214"/>
                </a:lnTo>
                <a:moveTo>
                  <a:pt x="1730248" y="4179214"/>
                </a:moveTo>
                <a:lnTo>
                  <a:pt x="1730248" y="4312310"/>
                </a:lnTo>
                <a:moveTo>
                  <a:pt x="1730248" y="4312310"/>
                </a:moveTo>
                <a:lnTo>
                  <a:pt x="1863344" y="4312310"/>
                </a:lnTo>
                <a:moveTo>
                  <a:pt x="1730248" y="4312310"/>
                </a:moveTo>
                <a:lnTo>
                  <a:pt x="1730248" y="4445406"/>
                </a:lnTo>
                <a:moveTo>
                  <a:pt x="1730248" y="4445406"/>
                </a:moveTo>
                <a:lnTo>
                  <a:pt x="1863344" y="4445406"/>
                </a:lnTo>
                <a:moveTo>
                  <a:pt x="1730248" y="4445406"/>
                </a:moveTo>
                <a:lnTo>
                  <a:pt x="1730248" y="4578502"/>
                </a:lnTo>
                <a:moveTo>
                  <a:pt x="1730248" y="4578502"/>
                </a:moveTo>
                <a:lnTo>
                  <a:pt x="1863344" y="4578502"/>
                </a:lnTo>
                <a:moveTo>
                  <a:pt x="1730248" y="4578502"/>
                </a:moveTo>
                <a:lnTo>
                  <a:pt x="1730248" y="4711598"/>
                </a:lnTo>
                <a:moveTo>
                  <a:pt x="1730248" y="4711598"/>
                </a:moveTo>
                <a:lnTo>
                  <a:pt x="1863344" y="4711598"/>
                </a:lnTo>
                <a:moveTo>
                  <a:pt x="1730248" y="4711598"/>
                </a:moveTo>
                <a:lnTo>
                  <a:pt x="1730248" y="4844694"/>
                </a:lnTo>
                <a:moveTo>
                  <a:pt x="1730248" y="4844694"/>
                </a:moveTo>
                <a:lnTo>
                  <a:pt x="1863344" y="4844694"/>
                </a:lnTo>
                <a:moveTo>
                  <a:pt x="1730248" y="4844694"/>
                </a:moveTo>
                <a:lnTo>
                  <a:pt x="1730248" y="4977790"/>
                </a:lnTo>
                <a:moveTo>
                  <a:pt x="1730248" y="4977790"/>
                </a:moveTo>
                <a:lnTo>
                  <a:pt x="1863344" y="4977790"/>
                </a:lnTo>
                <a:moveTo>
                  <a:pt x="1730248" y="4977790"/>
                </a:moveTo>
                <a:lnTo>
                  <a:pt x="1730248" y="5044338"/>
                </a:lnTo>
                <a:moveTo>
                  <a:pt x="1863344" y="0"/>
                </a:moveTo>
                <a:lnTo>
                  <a:pt x="1863344" y="53238"/>
                </a:lnTo>
                <a:moveTo>
                  <a:pt x="1863344" y="53238"/>
                </a:moveTo>
                <a:lnTo>
                  <a:pt x="1996440" y="53238"/>
                </a:lnTo>
                <a:moveTo>
                  <a:pt x="1863344" y="53238"/>
                </a:moveTo>
                <a:lnTo>
                  <a:pt x="1863344" y="186334"/>
                </a:lnTo>
                <a:moveTo>
                  <a:pt x="1863344" y="186334"/>
                </a:moveTo>
                <a:lnTo>
                  <a:pt x="1996440" y="186334"/>
                </a:lnTo>
                <a:moveTo>
                  <a:pt x="1863344" y="186334"/>
                </a:moveTo>
                <a:lnTo>
                  <a:pt x="1863344" y="319430"/>
                </a:lnTo>
                <a:moveTo>
                  <a:pt x="1863344" y="319430"/>
                </a:moveTo>
                <a:lnTo>
                  <a:pt x="1996440" y="319430"/>
                </a:lnTo>
                <a:moveTo>
                  <a:pt x="1863344" y="319430"/>
                </a:moveTo>
                <a:lnTo>
                  <a:pt x="1863344" y="452526"/>
                </a:lnTo>
                <a:moveTo>
                  <a:pt x="1863344" y="452526"/>
                </a:moveTo>
                <a:lnTo>
                  <a:pt x="1996440" y="452526"/>
                </a:lnTo>
                <a:moveTo>
                  <a:pt x="1863344" y="452526"/>
                </a:moveTo>
                <a:lnTo>
                  <a:pt x="1863344" y="585622"/>
                </a:lnTo>
                <a:moveTo>
                  <a:pt x="1863344" y="585622"/>
                </a:moveTo>
                <a:lnTo>
                  <a:pt x="1996440" y="585622"/>
                </a:lnTo>
                <a:moveTo>
                  <a:pt x="1863344" y="585622"/>
                </a:moveTo>
                <a:lnTo>
                  <a:pt x="1863344" y="718718"/>
                </a:lnTo>
                <a:moveTo>
                  <a:pt x="1863344" y="718718"/>
                </a:moveTo>
                <a:lnTo>
                  <a:pt x="1996440" y="718718"/>
                </a:lnTo>
                <a:moveTo>
                  <a:pt x="1863344" y="718718"/>
                </a:moveTo>
                <a:lnTo>
                  <a:pt x="1863344" y="851814"/>
                </a:lnTo>
                <a:moveTo>
                  <a:pt x="1863344" y="851814"/>
                </a:moveTo>
                <a:lnTo>
                  <a:pt x="1996440" y="851814"/>
                </a:lnTo>
                <a:moveTo>
                  <a:pt x="1863344" y="851814"/>
                </a:moveTo>
                <a:lnTo>
                  <a:pt x="1863344" y="984910"/>
                </a:lnTo>
                <a:moveTo>
                  <a:pt x="1863344" y="984910"/>
                </a:moveTo>
                <a:lnTo>
                  <a:pt x="1996440" y="984910"/>
                </a:lnTo>
                <a:moveTo>
                  <a:pt x="1863344" y="984910"/>
                </a:moveTo>
                <a:lnTo>
                  <a:pt x="1863344" y="1118006"/>
                </a:lnTo>
                <a:moveTo>
                  <a:pt x="1863344" y="1118006"/>
                </a:moveTo>
                <a:lnTo>
                  <a:pt x="1996440" y="1118006"/>
                </a:lnTo>
                <a:moveTo>
                  <a:pt x="1863344" y="1118006"/>
                </a:moveTo>
                <a:lnTo>
                  <a:pt x="1863344" y="1251102"/>
                </a:lnTo>
                <a:moveTo>
                  <a:pt x="1863344" y="1251102"/>
                </a:moveTo>
                <a:lnTo>
                  <a:pt x="1996440" y="1251102"/>
                </a:lnTo>
                <a:moveTo>
                  <a:pt x="1863344" y="1251102"/>
                </a:moveTo>
                <a:lnTo>
                  <a:pt x="1863344" y="1384198"/>
                </a:lnTo>
                <a:moveTo>
                  <a:pt x="1863344" y="1384198"/>
                </a:moveTo>
                <a:lnTo>
                  <a:pt x="1996440" y="1384198"/>
                </a:lnTo>
                <a:moveTo>
                  <a:pt x="1863344" y="1384198"/>
                </a:moveTo>
                <a:lnTo>
                  <a:pt x="1863344" y="1517294"/>
                </a:lnTo>
                <a:moveTo>
                  <a:pt x="1863344" y="1517294"/>
                </a:moveTo>
                <a:lnTo>
                  <a:pt x="1996440" y="1517294"/>
                </a:lnTo>
                <a:moveTo>
                  <a:pt x="1863344" y="1517294"/>
                </a:moveTo>
                <a:lnTo>
                  <a:pt x="1863344" y="1650390"/>
                </a:lnTo>
                <a:moveTo>
                  <a:pt x="1863344" y="1650390"/>
                </a:moveTo>
                <a:lnTo>
                  <a:pt x="1996440" y="1650390"/>
                </a:lnTo>
                <a:moveTo>
                  <a:pt x="1863344" y="1650390"/>
                </a:moveTo>
                <a:lnTo>
                  <a:pt x="1863344" y="1783486"/>
                </a:lnTo>
                <a:moveTo>
                  <a:pt x="1863344" y="1783486"/>
                </a:moveTo>
                <a:lnTo>
                  <a:pt x="1996440" y="1783486"/>
                </a:lnTo>
                <a:moveTo>
                  <a:pt x="1863344" y="1783486"/>
                </a:moveTo>
                <a:lnTo>
                  <a:pt x="1863344" y="1916582"/>
                </a:lnTo>
                <a:moveTo>
                  <a:pt x="1863344" y="1916582"/>
                </a:moveTo>
                <a:lnTo>
                  <a:pt x="1996440" y="1916582"/>
                </a:lnTo>
                <a:moveTo>
                  <a:pt x="1863344" y="1916582"/>
                </a:moveTo>
                <a:lnTo>
                  <a:pt x="1863344" y="2049678"/>
                </a:lnTo>
                <a:moveTo>
                  <a:pt x="1863344" y="2049678"/>
                </a:moveTo>
                <a:lnTo>
                  <a:pt x="1996440" y="2049678"/>
                </a:lnTo>
                <a:moveTo>
                  <a:pt x="1863344" y="2049678"/>
                </a:moveTo>
                <a:lnTo>
                  <a:pt x="1863344" y="2182774"/>
                </a:lnTo>
                <a:moveTo>
                  <a:pt x="1863344" y="2182774"/>
                </a:moveTo>
                <a:lnTo>
                  <a:pt x="1996440" y="2182774"/>
                </a:lnTo>
                <a:moveTo>
                  <a:pt x="1863344" y="2182774"/>
                </a:moveTo>
                <a:lnTo>
                  <a:pt x="1863344" y="2315870"/>
                </a:lnTo>
                <a:moveTo>
                  <a:pt x="1863344" y="2315870"/>
                </a:moveTo>
                <a:lnTo>
                  <a:pt x="1996440" y="2315870"/>
                </a:lnTo>
                <a:moveTo>
                  <a:pt x="1863344" y="2315870"/>
                </a:moveTo>
                <a:lnTo>
                  <a:pt x="1863344" y="2448966"/>
                </a:lnTo>
                <a:moveTo>
                  <a:pt x="1863344" y="2448966"/>
                </a:moveTo>
                <a:lnTo>
                  <a:pt x="1996440" y="2448966"/>
                </a:lnTo>
                <a:moveTo>
                  <a:pt x="1863344" y="2448966"/>
                </a:moveTo>
                <a:lnTo>
                  <a:pt x="1863344" y="2582062"/>
                </a:lnTo>
                <a:moveTo>
                  <a:pt x="1863344" y="2582062"/>
                </a:moveTo>
                <a:lnTo>
                  <a:pt x="1996440" y="2582062"/>
                </a:lnTo>
                <a:moveTo>
                  <a:pt x="1863344" y="2582062"/>
                </a:moveTo>
                <a:lnTo>
                  <a:pt x="1863344" y="2715158"/>
                </a:lnTo>
                <a:moveTo>
                  <a:pt x="1863344" y="2715158"/>
                </a:moveTo>
                <a:lnTo>
                  <a:pt x="1996440" y="2715158"/>
                </a:lnTo>
                <a:moveTo>
                  <a:pt x="1863344" y="2715158"/>
                </a:moveTo>
                <a:lnTo>
                  <a:pt x="1863344" y="2848254"/>
                </a:lnTo>
                <a:moveTo>
                  <a:pt x="1863344" y="2848254"/>
                </a:moveTo>
                <a:lnTo>
                  <a:pt x="1996440" y="2848254"/>
                </a:lnTo>
                <a:moveTo>
                  <a:pt x="1863344" y="2848254"/>
                </a:moveTo>
                <a:lnTo>
                  <a:pt x="1863344" y="2981350"/>
                </a:lnTo>
                <a:moveTo>
                  <a:pt x="1863344" y="2981350"/>
                </a:moveTo>
                <a:lnTo>
                  <a:pt x="1996440" y="2981350"/>
                </a:lnTo>
                <a:moveTo>
                  <a:pt x="1863344" y="2981350"/>
                </a:moveTo>
                <a:lnTo>
                  <a:pt x="1863344" y="3114446"/>
                </a:lnTo>
                <a:moveTo>
                  <a:pt x="1863344" y="3114446"/>
                </a:moveTo>
                <a:lnTo>
                  <a:pt x="1996440" y="3114446"/>
                </a:lnTo>
                <a:moveTo>
                  <a:pt x="1863344" y="3114446"/>
                </a:moveTo>
                <a:lnTo>
                  <a:pt x="1863344" y="3247542"/>
                </a:lnTo>
                <a:moveTo>
                  <a:pt x="1863344" y="3247542"/>
                </a:moveTo>
                <a:lnTo>
                  <a:pt x="1996440" y="3247542"/>
                </a:lnTo>
                <a:moveTo>
                  <a:pt x="1863344" y="3247542"/>
                </a:moveTo>
                <a:lnTo>
                  <a:pt x="1863344" y="3380638"/>
                </a:lnTo>
                <a:moveTo>
                  <a:pt x="1863344" y="3380638"/>
                </a:moveTo>
                <a:lnTo>
                  <a:pt x="1996440" y="3380638"/>
                </a:lnTo>
                <a:moveTo>
                  <a:pt x="1863344" y="3380638"/>
                </a:moveTo>
                <a:lnTo>
                  <a:pt x="1863344" y="3513734"/>
                </a:lnTo>
                <a:moveTo>
                  <a:pt x="1863344" y="3513734"/>
                </a:moveTo>
                <a:lnTo>
                  <a:pt x="1996440" y="3513734"/>
                </a:lnTo>
                <a:moveTo>
                  <a:pt x="1863344" y="3513734"/>
                </a:moveTo>
                <a:lnTo>
                  <a:pt x="1863344" y="3646830"/>
                </a:lnTo>
                <a:moveTo>
                  <a:pt x="1863344" y="3646830"/>
                </a:moveTo>
                <a:lnTo>
                  <a:pt x="1996440" y="3646830"/>
                </a:lnTo>
                <a:moveTo>
                  <a:pt x="1863344" y="3646830"/>
                </a:moveTo>
                <a:lnTo>
                  <a:pt x="1863344" y="3779926"/>
                </a:lnTo>
                <a:moveTo>
                  <a:pt x="1863344" y="3779926"/>
                </a:moveTo>
                <a:lnTo>
                  <a:pt x="1996440" y="3779926"/>
                </a:lnTo>
                <a:moveTo>
                  <a:pt x="1863344" y="3779926"/>
                </a:moveTo>
                <a:lnTo>
                  <a:pt x="1863344" y="3913022"/>
                </a:lnTo>
                <a:moveTo>
                  <a:pt x="1863344" y="3913022"/>
                </a:moveTo>
                <a:lnTo>
                  <a:pt x="1996440" y="3913022"/>
                </a:lnTo>
                <a:moveTo>
                  <a:pt x="1863344" y="3913022"/>
                </a:moveTo>
                <a:lnTo>
                  <a:pt x="1863344" y="4046118"/>
                </a:lnTo>
                <a:moveTo>
                  <a:pt x="1863344" y="4046118"/>
                </a:moveTo>
                <a:lnTo>
                  <a:pt x="1996440" y="4046118"/>
                </a:lnTo>
                <a:moveTo>
                  <a:pt x="1863344" y="4046118"/>
                </a:moveTo>
                <a:lnTo>
                  <a:pt x="1863344" y="4179214"/>
                </a:lnTo>
                <a:moveTo>
                  <a:pt x="1863344" y="4179214"/>
                </a:moveTo>
                <a:lnTo>
                  <a:pt x="1996440" y="4179214"/>
                </a:lnTo>
                <a:moveTo>
                  <a:pt x="1863344" y="4179214"/>
                </a:moveTo>
                <a:lnTo>
                  <a:pt x="1863344" y="4312310"/>
                </a:lnTo>
                <a:moveTo>
                  <a:pt x="1863344" y="4312310"/>
                </a:moveTo>
                <a:lnTo>
                  <a:pt x="1996440" y="4312310"/>
                </a:lnTo>
                <a:moveTo>
                  <a:pt x="1863344" y="4312310"/>
                </a:moveTo>
                <a:lnTo>
                  <a:pt x="1863344" y="4445406"/>
                </a:lnTo>
                <a:moveTo>
                  <a:pt x="1863344" y="4445406"/>
                </a:moveTo>
                <a:lnTo>
                  <a:pt x="1996440" y="4445406"/>
                </a:lnTo>
                <a:moveTo>
                  <a:pt x="1863344" y="4445406"/>
                </a:moveTo>
                <a:lnTo>
                  <a:pt x="1863344" y="4578502"/>
                </a:lnTo>
                <a:moveTo>
                  <a:pt x="1863344" y="4578502"/>
                </a:moveTo>
                <a:lnTo>
                  <a:pt x="1996440" y="4578502"/>
                </a:lnTo>
                <a:moveTo>
                  <a:pt x="1863344" y="4578502"/>
                </a:moveTo>
                <a:lnTo>
                  <a:pt x="1863344" y="4711598"/>
                </a:lnTo>
                <a:moveTo>
                  <a:pt x="1863344" y="4711598"/>
                </a:moveTo>
                <a:lnTo>
                  <a:pt x="1996440" y="4711598"/>
                </a:lnTo>
                <a:moveTo>
                  <a:pt x="1863344" y="4711598"/>
                </a:moveTo>
                <a:lnTo>
                  <a:pt x="1863344" y="4844694"/>
                </a:lnTo>
                <a:moveTo>
                  <a:pt x="1863344" y="4844694"/>
                </a:moveTo>
                <a:lnTo>
                  <a:pt x="1996440" y="4844694"/>
                </a:lnTo>
                <a:moveTo>
                  <a:pt x="1863344" y="4844694"/>
                </a:moveTo>
                <a:lnTo>
                  <a:pt x="1863344" y="4977790"/>
                </a:lnTo>
                <a:moveTo>
                  <a:pt x="1863344" y="4977790"/>
                </a:moveTo>
                <a:lnTo>
                  <a:pt x="1996440" y="4977790"/>
                </a:lnTo>
                <a:moveTo>
                  <a:pt x="1863344" y="4977790"/>
                </a:moveTo>
                <a:lnTo>
                  <a:pt x="1863344" y="5044338"/>
                </a:lnTo>
                <a:moveTo>
                  <a:pt x="1996440" y="0"/>
                </a:moveTo>
                <a:lnTo>
                  <a:pt x="1996440" y="53238"/>
                </a:lnTo>
                <a:moveTo>
                  <a:pt x="1996440" y="53238"/>
                </a:moveTo>
                <a:lnTo>
                  <a:pt x="2129536" y="53238"/>
                </a:lnTo>
                <a:moveTo>
                  <a:pt x="1996440" y="53238"/>
                </a:moveTo>
                <a:lnTo>
                  <a:pt x="1996440" y="186334"/>
                </a:lnTo>
                <a:moveTo>
                  <a:pt x="1996440" y="186334"/>
                </a:moveTo>
                <a:lnTo>
                  <a:pt x="2129536" y="186334"/>
                </a:lnTo>
                <a:moveTo>
                  <a:pt x="1996440" y="186334"/>
                </a:moveTo>
                <a:lnTo>
                  <a:pt x="1996440" y="319430"/>
                </a:lnTo>
                <a:moveTo>
                  <a:pt x="1996440" y="319430"/>
                </a:moveTo>
                <a:lnTo>
                  <a:pt x="2129536" y="319430"/>
                </a:lnTo>
                <a:moveTo>
                  <a:pt x="1996440" y="319430"/>
                </a:moveTo>
                <a:lnTo>
                  <a:pt x="1996440" y="452526"/>
                </a:lnTo>
                <a:moveTo>
                  <a:pt x="1996440" y="452526"/>
                </a:moveTo>
                <a:lnTo>
                  <a:pt x="2129536" y="452526"/>
                </a:lnTo>
                <a:moveTo>
                  <a:pt x="1996440" y="452526"/>
                </a:moveTo>
                <a:lnTo>
                  <a:pt x="1996440" y="585622"/>
                </a:lnTo>
                <a:moveTo>
                  <a:pt x="1996440" y="585622"/>
                </a:moveTo>
                <a:lnTo>
                  <a:pt x="2129536" y="585622"/>
                </a:lnTo>
                <a:moveTo>
                  <a:pt x="1996440" y="585622"/>
                </a:moveTo>
                <a:lnTo>
                  <a:pt x="1996440" y="718718"/>
                </a:lnTo>
                <a:moveTo>
                  <a:pt x="1996440" y="718718"/>
                </a:moveTo>
                <a:lnTo>
                  <a:pt x="2129536" y="718718"/>
                </a:lnTo>
                <a:moveTo>
                  <a:pt x="1996440" y="718718"/>
                </a:moveTo>
                <a:lnTo>
                  <a:pt x="1996440" y="851814"/>
                </a:lnTo>
                <a:moveTo>
                  <a:pt x="1996440" y="851814"/>
                </a:moveTo>
                <a:lnTo>
                  <a:pt x="2129536" y="851814"/>
                </a:lnTo>
                <a:moveTo>
                  <a:pt x="1996440" y="851814"/>
                </a:moveTo>
                <a:lnTo>
                  <a:pt x="1996440" y="984910"/>
                </a:lnTo>
                <a:moveTo>
                  <a:pt x="1996440" y="984910"/>
                </a:moveTo>
                <a:lnTo>
                  <a:pt x="2129536" y="984910"/>
                </a:lnTo>
                <a:moveTo>
                  <a:pt x="1996440" y="984910"/>
                </a:moveTo>
                <a:lnTo>
                  <a:pt x="1996440" y="1118006"/>
                </a:lnTo>
                <a:moveTo>
                  <a:pt x="1996440" y="1118006"/>
                </a:moveTo>
                <a:lnTo>
                  <a:pt x="2129536" y="1118006"/>
                </a:lnTo>
                <a:moveTo>
                  <a:pt x="1996440" y="1118006"/>
                </a:moveTo>
                <a:lnTo>
                  <a:pt x="1996440" y="1251102"/>
                </a:lnTo>
                <a:moveTo>
                  <a:pt x="1996440" y="1251102"/>
                </a:moveTo>
                <a:lnTo>
                  <a:pt x="2129536" y="1251102"/>
                </a:lnTo>
                <a:moveTo>
                  <a:pt x="1996440" y="1251102"/>
                </a:moveTo>
                <a:lnTo>
                  <a:pt x="1996440" y="1384198"/>
                </a:lnTo>
                <a:moveTo>
                  <a:pt x="1996440" y="1384198"/>
                </a:moveTo>
                <a:lnTo>
                  <a:pt x="2129536" y="1384198"/>
                </a:lnTo>
                <a:moveTo>
                  <a:pt x="1996440" y="1384198"/>
                </a:moveTo>
                <a:lnTo>
                  <a:pt x="1996440" y="1517294"/>
                </a:lnTo>
                <a:moveTo>
                  <a:pt x="1996440" y="1517294"/>
                </a:moveTo>
                <a:lnTo>
                  <a:pt x="2129536" y="1517294"/>
                </a:lnTo>
                <a:moveTo>
                  <a:pt x="1996440" y="1517294"/>
                </a:moveTo>
                <a:lnTo>
                  <a:pt x="1996440" y="1650390"/>
                </a:lnTo>
                <a:moveTo>
                  <a:pt x="1996440" y="1650390"/>
                </a:moveTo>
                <a:lnTo>
                  <a:pt x="2129536" y="1650390"/>
                </a:lnTo>
                <a:moveTo>
                  <a:pt x="1996440" y="1650390"/>
                </a:moveTo>
                <a:lnTo>
                  <a:pt x="1996440" y="1783486"/>
                </a:lnTo>
                <a:moveTo>
                  <a:pt x="1996440" y="1783486"/>
                </a:moveTo>
                <a:lnTo>
                  <a:pt x="2129536" y="1783486"/>
                </a:lnTo>
                <a:moveTo>
                  <a:pt x="1996440" y="1783486"/>
                </a:moveTo>
                <a:lnTo>
                  <a:pt x="1996440" y="1916582"/>
                </a:lnTo>
                <a:moveTo>
                  <a:pt x="1996440" y="1916582"/>
                </a:moveTo>
                <a:lnTo>
                  <a:pt x="2129536" y="1916582"/>
                </a:lnTo>
                <a:moveTo>
                  <a:pt x="1996440" y="1916582"/>
                </a:moveTo>
                <a:lnTo>
                  <a:pt x="1996440" y="2049678"/>
                </a:lnTo>
                <a:moveTo>
                  <a:pt x="1996440" y="2049678"/>
                </a:moveTo>
                <a:lnTo>
                  <a:pt x="2129536" y="2049678"/>
                </a:lnTo>
                <a:moveTo>
                  <a:pt x="1996440" y="2049678"/>
                </a:moveTo>
                <a:lnTo>
                  <a:pt x="1996440" y="2182774"/>
                </a:lnTo>
                <a:moveTo>
                  <a:pt x="1996440" y="2182774"/>
                </a:moveTo>
                <a:lnTo>
                  <a:pt x="2129536" y="2182774"/>
                </a:lnTo>
                <a:moveTo>
                  <a:pt x="1996440" y="2182774"/>
                </a:moveTo>
                <a:lnTo>
                  <a:pt x="1996440" y="2315870"/>
                </a:lnTo>
                <a:moveTo>
                  <a:pt x="1996440" y="2315870"/>
                </a:moveTo>
                <a:lnTo>
                  <a:pt x="2129536" y="2315870"/>
                </a:lnTo>
                <a:moveTo>
                  <a:pt x="1996440" y="2315870"/>
                </a:moveTo>
                <a:lnTo>
                  <a:pt x="1996440" y="2448966"/>
                </a:lnTo>
                <a:moveTo>
                  <a:pt x="1996440" y="2448966"/>
                </a:moveTo>
                <a:lnTo>
                  <a:pt x="2129536" y="2448966"/>
                </a:lnTo>
                <a:moveTo>
                  <a:pt x="1996440" y="2448966"/>
                </a:moveTo>
                <a:lnTo>
                  <a:pt x="1996440" y="2582062"/>
                </a:lnTo>
                <a:moveTo>
                  <a:pt x="1996440" y="2582062"/>
                </a:moveTo>
                <a:lnTo>
                  <a:pt x="2129536" y="2582062"/>
                </a:lnTo>
                <a:moveTo>
                  <a:pt x="1996440" y="2582062"/>
                </a:moveTo>
                <a:lnTo>
                  <a:pt x="1996440" y="2715158"/>
                </a:lnTo>
                <a:moveTo>
                  <a:pt x="1996440" y="2715158"/>
                </a:moveTo>
                <a:lnTo>
                  <a:pt x="2129536" y="2715158"/>
                </a:lnTo>
                <a:moveTo>
                  <a:pt x="1996440" y="2715158"/>
                </a:moveTo>
                <a:lnTo>
                  <a:pt x="1996440" y="2848254"/>
                </a:lnTo>
                <a:moveTo>
                  <a:pt x="1996440" y="2848254"/>
                </a:moveTo>
                <a:lnTo>
                  <a:pt x="2129536" y="2848254"/>
                </a:lnTo>
                <a:moveTo>
                  <a:pt x="1996440" y="2848254"/>
                </a:moveTo>
                <a:lnTo>
                  <a:pt x="1996440" y="2981350"/>
                </a:lnTo>
                <a:moveTo>
                  <a:pt x="1996440" y="2981350"/>
                </a:moveTo>
                <a:lnTo>
                  <a:pt x="2129536" y="2981350"/>
                </a:lnTo>
                <a:moveTo>
                  <a:pt x="1996440" y="2981350"/>
                </a:moveTo>
                <a:lnTo>
                  <a:pt x="1996440" y="3114446"/>
                </a:lnTo>
                <a:moveTo>
                  <a:pt x="1996440" y="3114446"/>
                </a:moveTo>
                <a:lnTo>
                  <a:pt x="2129536" y="3114446"/>
                </a:lnTo>
                <a:moveTo>
                  <a:pt x="1996440" y="3114446"/>
                </a:moveTo>
                <a:lnTo>
                  <a:pt x="1996440" y="3247542"/>
                </a:lnTo>
                <a:moveTo>
                  <a:pt x="1996440" y="3247542"/>
                </a:moveTo>
                <a:lnTo>
                  <a:pt x="2129536" y="3247542"/>
                </a:lnTo>
                <a:moveTo>
                  <a:pt x="1996440" y="3247542"/>
                </a:moveTo>
                <a:lnTo>
                  <a:pt x="1996440" y="3380638"/>
                </a:lnTo>
                <a:moveTo>
                  <a:pt x="1996440" y="3380638"/>
                </a:moveTo>
                <a:lnTo>
                  <a:pt x="2129536" y="3380638"/>
                </a:lnTo>
                <a:moveTo>
                  <a:pt x="1996440" y="3380638"/>
                </a:moveTo>
                <a:lnTo>
                  <a:pt x="1996440" y="3513734"/>
                </a:lnTo>
                <a:moveTo>
                  <a:pt x="1996440" y="3513734"/>
                </a:moveTo>
                <a:lnTo>
                  <a:pt x="2129536" y="3513734"/>
                </a:lnTo>
                <a:moveTo>
                  <a:pt x="1996440" y="3513734"/>
                </a:moveTo>
                <a:lnTo>
                  <a:pt x="1996440" y="3646830"/>
                </a:lnTo>
                <a:moveTo>
                  <a:pt x="1996440" y="3646830"/>
                </a:moveTo>
                <a:lnTo>
                  <a:pt x="2129536" y="3646830"/>
                </a:lnTo>
                <a:moveTo>
                  <a:pt x="1996440" y="3646830"/>
                </a:moveTo>
                <a:lnTo>
                  <a:pt x="1996440" y="3779926"/>
                </a:lnTo>
                <a:moveTo>
                  <a:pt x="1996440" y="3779926"/>
                </a:moveTo>
                <a:lnTo>
                  <a:pt x="2129536" y="3779926"/>
                </a:lnTo>
                <a:moveTo>
                  <a:pt x="1996440" y="3779926"/>
                </a:moveTo>
                <a:lnTo>
                  <a:pt x="1996440" y="3913022"/>
                </a:lnTo>
                <a:moveTo>
                  <a:pt x="1996440" y="3913022"/>
                </a:moveTo>
                <a:lnTo>
                  <a:pt x="2129536" y="3913022"/>
                </a:lnTo>
                <a:moveTo>
                  <a:pt x="1996440" y="3913022"/>
                </a:moveTo>
                <a:lnTo>
                  <a:pt x="1996440" y="4046118"/>
                </a:lnTo>
                <a:moveTo>
                  <a:pt x="1996440" y="4046118"/>
                </a:moveTo>
                <a:lnTo>
                  <a:pt x="2129536" y="4046118"/>
                </a:lnTo>
                <a:moveTo>
                  <a:pt x="1996440" y="4046118"/>
                </a:moveTo>
                <a:lnTo>
                  <a:pt x="1996440" y="4179214"/>
                </a:lnTo>
                <a:moveTo>
                  <a:pt x="1996440" y="4179214"/>
                </a:moveTo>
                <a:lnTo>
                  <a:pt x="2129536" y="4179214"/>
                </a:lnTo>
                <a:moveTo>
                  <a:pt x="1996440" y="4179214"/>
                </a:moveTo>
                <a:lnTo>
                  <a:pt x="1996440" y="4312310"/>
                </a:lnTo>
                <a:moveTo>
                  <a:pt x="1996440" y="4312310"/>
                </a:moveTo>
                <a:lnTo>
                  <a:pt x="2129536" y="4312310"/>
                </a:lnTo>
                <a:moveTo>
                  <a:pt x="1996440" y="4312310"/>
                </a:moveTo>
                <a:lnTo>
                  <a:pt x="1996440" y="4445406"/>
                </a:lnTo>
                <a:moveTo>
                  <a:pt x="1996440" y="4445406"/>
                </a:moveTo>
                <a:lnTo>
                  <a:pt x="2129536" y="4445406"/>
                </a:lnTo>
                <a:moveTo>
                  <a:pt x="1996440" y="4445406"/>
                </a:moveTo>
                <a:lnTo>
                  <a:pt x="1996440" y="4578502"/>
                </a:lnTo>
                <a:moveTo>
                  <a:pt x="1996440" y="4578502"/>
                </a:moveTo>
                <a:lnTo>
                  <a:pt x="2129536" y="4578502"/>
                </a:lnTo>
                <a:moveTo>
                  <a:pt x="1996440" y="4578502"/>
                </a:moveTo>
                <a:lnTo>
                  <a:pt x="1996440" y="4711598"/>
                </a:lnTo>
                <a:moveTo>
                  <a:pt x="1996440" y="4711598"/>
                </a:moveTo>
                <a:lnTo>
                  <a:pt x="2129536" y="4711598"/>
                </a:lnTo>
                <a:moveTo>
                  <a:pt x="1996440" y="4711598"/>
                </a:moveTo>
                <a:lnTo>
                  <a:pt x="1996440" y="4844694"/>
                </a:lnTo>
                <a:moveTo>
                  <a:pt x="1996440" y="4844694"/>
                </a:moveTo>
                <a:lnTo>
                  <a:pt x="2129536" y="4844694"/>
                </a:lnTo>
                <a:moveTo>
                  <a:pt x="1996440" y="4844694"/>
                </a:moveTo>
                <a:lnTo>
                  <a:pt x="1996440" y="4977790"/>
                </a:lnTo>
                <a:moveTo>
                  <a:pt x="1996440" y="4977790"/>
                </a:moveTo>
                <a:lnTo>
                  <a:pt x="2129536" y="4977790"/>
                </a:lnTo>
                <a:moveTo>
                  <a:pt x="1996440" y="4977790"/>
                </a:moveTo>
                <a:lnTo>
                  <a:pt x="1996440" y="5044338"/>
                </a:lnTo>
                <a:moveTo>
                  <a:pt x="2129536" y="0"/>
                </a:moveTo>
                <a:lnTo>
                  <a:pt x="2129536" y="53238"/>
                </a:lnTo>
                <a:moveTo>
                  <a:pt x="2129536" y="53238"/>
                </a:moveTo>
                <a:lnTo>
                  <a:pt x="2262632" y="53238"/>
                </a:lnTo>
                <a:moveTo>
                  <a:pt x="2129536" y="53238"/>
                </a:moveTo>
                <a:lnTo>
                  <a:pt x="2129536" y="186334"/>
                </a:lnTo>
                <a:moveTo>
                  <a:pt x="2129536" y="186334"/>
                </a:moveTo>
                <a:lnTo>
                  <a:pt x="2262632" y="186334"/>
                </a:lnTo>
                <a:moveTo>
                  <a:pt x="2129536" y="186334"/>
                </a:moveTo>
                <a:lnTo>
                  <a:pt x="2129536" y="319430"/>
                </a:lnTo>
                <a:moveTo>
                  <a:pt x="2129536" y="319430"/>
                </a:moveTo>
                <a:lnTo>
                  <a:pt x="2262632" y="319430"/>
                </a:lnTo>
                <a:moveTo>
                  <a:pt x="2129536" y="319430"/>
                </a:moveTo>
                <a:lnTo>
                  <a:pt x="2129536" y="452526"/>
                </a:lnTo>
                <a:moveTo>
                  <a:pt x="2129536" y="452526"/>
                </a:moveTo>
                <a:lnTo>
                  <a:pt x="2262632" y="452526"/>
                </a:lnTo>
                <a:moveTo>
                  <a:pt x="2129536" y="452526"/>
                </a:moveTo>
                <a:lnTo>
                  <a:pt x="2129536" y="585622"/>
                </a:lnTo>
                <a:moveTo>
                  <a:pt x="2129536" y="585622"/>
                </a:moveTo>
                <a:lnTo>
                  <a:pt x="2262632" y="585622"/>
                </a:lnTo>
                <a:moveTo>
                  <a:pt x="2129536" y="585622"/>
                </a:moveTo>
                <a:lnTo>
                  <a:pt x="2129536" y="718718"/>
                </a:lnTo>
                <a:moveTo>
                  <a:pt x="2129536" y="718718"/>
                </a:moveTo>
                <a:lnTo>
                  <a:pt x="2262632" y="718718"/>
                </a:lnTo>
                <a:moveTo>
                  <a:pt x="2129536" y="718718"/>
                </a:moveTo>
                <a:lnTo>
                  <a:pt x="2129536" y="851814"/>
                </a:lnTo>
                <a:moveTo>
                  <a:pt x="2129536" y="851814"/>
                </a:moveTo>
                <a:lnTo>
                  <a:pt x="2262632" y="851814"/>
                </a:lnTo>
                <a:moveTo>
                  <a:pt x="2129536" y="851814"/>
                </a:moveTo>
                <a:lnTo>
                  <a:pt x="2129536" y="984910"/>
                </a:lnTo>
                <a:moveTo>
                  <a:pt x="2129536" y="984910"/>
                </a:moveTo>
                <a:lnTo>
                  <a:pt x="2262632" y="984910"/>
                </a:lnTo>
                <a:moveTo>
                  <a:pt x="2129536" y="984910"/>
                </a:moveTo>
                <a:lnTo>
                  <a:pt x="2129536" y="1118006"/>
                </a:lnTo>
                <a:moveTo>
                  <a:pt x="2129536" y="1118006"/>
                </a:moveTo>
                <a:lnTo>
                  <a:pt x="2262632" y="1118006"/>
                </a:lnTo>
                <a:moveTo>
                  <a:pt x="2129536" y="1118006"/>
                </a:moveTo>
                <a:lnTo>
                  <a:pt x="2129536" y="1251102"/>
                </a:lnTo>
                <a:moveTo>
                  <a:pt x="2129536" y="1251102"/>
                </a:moveTo>
                <a:lnTo>
                  <a:pt x="2262632" y="1251102"/>
                </a:lnTo>
                <a:moveTo>
                  <a:pt x="2129536" y="1251102"/>
                </a:moveTo>
                <a:lnTo>
                  <a:pt x="2129536" y="1384198"/>
                </a:lnTo>
                <a:moveTo>
                  <a:pt x="2129536" y="1384198"/>
                </a:moveTo>
                <a:lnTo>
                  <a:pt x="2262632" y="1384198"/>
                </a:lnTo>
                <a:moveTo>
                  <a:pt x="2129536" y="1384198"/>
                </a:moveTo>
                <a:lnTo>
                  <a:pt x="2129536" y="1517294"/>
                </a:lnTo>
                <a:moveTo>
                  <a:pt x="2129536" y="1517294"/>
                </a:moveTo>
                <a:lnTo>
                  <a:pt x="2262632" y="1517294"/>
                </a:lnTo>
                <a:moveTo>
                  <a:pt x="2129536" y="1517294"/>
                </a:moveTo>
                <a:lnTo>
                  <a:pt x="2129536" y="1650390"/>
                </a:lnTo>
                <a:moveTo>
                  <a:pt x="2129536" y="1650390"/>
                </a:moveTo>
                <a:lnTo>
                  <a:pt x="2262632" y="1650390"/>
                </a:lnTo>
                <a:moveTo>
                  <a:pt x="2129536" y="1650390"/>
                </a:moveTo>
                <a:lnTo>
                  <a:pt x="2129536" y="1783486"/>
                </a:lnTo>
                <a:moveTo>
                  <a:pt x="2129536" y="1783486"/>
                </a:moveTo>
                <a:lnTo>
                  <a:pt x="2262632" y="1783486"/>
                </a:lnTo>
                <a:moveTo>
                  <a:pt x="2129536" y="1783486"/>
                </a:moveTo>
                <a:lnTo>
                  <a:pt x="2129536" y="1916582"/>
                </a:lnTo>
                <a:moveTo>
                  <a:pt x="2129536" y="1916582"/>
                </a:moveTo>
                <a:lnTo>
                  <a:pt x="2262632" y="1916582"/>
                </a:lnTo>
                <a:moveTo>
                  <a:pt x="2129536" y="1916582"/>
                </a:moveTo>
                <a:lnTo>
                  <a:pt x="2129536" y="2049678"/>
                </a:lnTo>
                <a:moveTo>
                  <a:pt x="2129536" y="2049678"/>
                </a:moveTo>
                <a:lnTo>
                  <a:pt x="2262632" y="2049678"/>
                </a:lnTo>
                <a:moveTo>
                  <a:pt x="2129536" y="2049678"/>
                </a:moveTo>
                <a:lnTo>
                  <a:pt x="2129536" y="2182774"/>
                </a:lnTo>
                <a:moveTo>
                  <a:pt x="2129536" y="2182774"/>
                </a:moveTo>
                <a:lnTo>
                  <a:pt x="2262632" y="2182774"/>
                </a:lnTo>
                <a:moveTo>
                  <a:pt x="2129536" y="2182774"/>
                </a:moveTo>
                <a:lnTo>
                  <a:pt x="2129536" y="2315870"/>
                </a:lnTo>
                <a:moveTo>
                  <a:pt x="2129536" y="2315870"/>
                </a:moveTo>
                <a:lnTo>
                  <a:pt x="2262632" y="2315870"/>
                </a:lnTo>
                <a:moveTo>
                  <a:pt x="2129536" y="2315870"/>
                </a:moveTo>
                <a:lnTo>
                  <a:pt x="2129536" y="2448966"/>
                </a:lnTo>
                <a:moveTo>
                  <a:pt x="2129536" y="2448966"/>
                </a:moveTo>
                <a:lnTo>
                  <a:pt x="2262632" y="2448966"/>
                </a:lnTo>
                <a:moveTo>
                  <a:pt x="2129536" y="2448966"/>
                </a:moveTo>
                <a:lnTo>
                  <a:pt x="2129536" y="2582062"/>
                </a:lnTo>
                <a:moveTo>
                  <a:pt x="2129536" y="2582062"/>
                </a:moveTo>
                <a:lnTo>
                  <a:pt x="2262632" y="2582062"/>
                </a:lnTo>
                <a:moveTo>
                  <a:pt x="2129536" y="2582062"/>
                </a:moveTo>
                <a:lnTo>
                  <a:pt x="2129536" y="2715158"/>
                </a:lnTo>
                <a:moveTo>
                  <a:pt x="2129536" y="2715158"/>
                </a:moveTo>
                <a:lnTo>
                  <a:pt x="2262632" y="2715158"/>
                </a:lnTo>
                <a:moveTo>
                  <a:pt x="2129536" y="2715158"/>
                </a:moveTo>
                <a:lnTo>
                  <a:pt x="2129536" y="2848254"/>
                </a:lnTo>
                <a:moveTo>
                  <a:pt x="2129536" y="2848254"/>
                </a:moveTo>
                <a:lnTo>
                  <a:pt x="2262632" y="2848254"/>
                </a:lnTo>
                <a:moveTo>
                  <a:pt x="2129536" y="2848254"/>
                </a:moveTo>
                <a:lnTo>
                  <a:pt x="2129536" y="2981350"/>
                </a:lnTo>
                <a:moveTo>
                  <a:pt x="2129536" y="2981350"/>
                </a:moveTo>
                <a:lnTo>
                  <a:pt x="2262632" y="2981350"/>
                </a:lnTo>
                <a:moveTo>
                  <a:pt x="2129536" y="2981350"/>
                </a:moveTo>
                <a:lnTo>
                  <a:pt x="2129536" y="3114446"/>
                </a:lnTo>
                <a:moveTo>
                  <a:pt x="2129536" y="3114446"/>
                </a:moveTo>
                <a:lnTo>
                  <a:pt x="2262632" y="3114446"/>
                </a:lnTo>
                <a:moveTo>
                  <a:pt x="2129536" y="3114446"/>
                </a:moveTo>
                <a:lnTo>
                  <a:pt x="2129536" y="3247542"/>
                </a:lnTo>
                <a:moveTo>
                  <a:pt x="2129536" y="3247542"/>
                </a:moveTo>
                <a:lnTo>
                  <a:pt x="2262632" y="3247542"/>
                </a:lnTo>
                <a:moveTo>
                  <a:pt x="2129536" y="3247542"/>
                </a:moveTo>
                <a:lnTo>
                  <a:pt x="2129536" y="3380638"/>
                </a:lnTo>
                <a:moveTo>
                  <a:pt x="2129536" y="3380638"/>
                </a:moveTo>
                <a:lnTo>
                  <a:pt x="2262632" y="3380638"/>
                </a:lnTo>
                <a:moveTo>
                  <a:pt x="2129536" y="3380638"/>
                </a:moveTo>
                <a:lnTo>
                  <a:pt x="2129536" y="3513734"/>
                </a:lnTo>
                <a:moveTo>
                  <a:pt x="2129536" y="3513734"/>
                </a:moveTo>
                <a:lnTo>
                  <a:pt x="2262632" y="3513734"/>
                </a:lnTo>
                <a:moveTo>
                  <a:pt x="2129536" y="3513734"/>
                </a:moveTo>
                <a:lnTo>
                  <a:pt x="2129536" y="3646830"/>
                </a:lnTo>
                <a:moveTo>
                  <a:pt x="2129536" y="3646830"/>
                </a:moveTo>
                <a:lnTo>
                  <a:pt x="2262632" y="3646830"/>
                </a:lnTo>
                <a:moveTo>
                  <a:pt x="2129536" y="3646830"/>
                </a:moveTo>
                <a:lnTo>
                  <a:pt x="2129536" y="3779926"/>
                </a:lnTo>
                <a:moveTo>
                  <a:pt x="2129536" y="3779926"/>
                </a:moveTo>
                <a:lnTo>
                  <a:pt x="2262632" y="3779926"/>
                </a:lnTo>
                <a:moveTo>
                  <a:pt x="2129536" y="3779926"/>
                </a:moveTo>
                <a:lnTo>
                  <a:pt x="2129536" y="3913022"/>
                </a:lnTo>
                <a:moveTo>
                  <a:pt x="2129536" y="3913022"/>
                </a:moveTo>
                <a:lnTo>
                  <a:pt x="2262632" y="3913022"/>
                </a:lnTo>
                <a:moveTo>
                  <a:pt x="2129536" y="3913022"/>
                </a:moveTo>
                <a:lnTo>
                  <a:pt x="2129536" y="4046118"/>
                </a:lnTo>
                <a:moveTo>
                  <a:pt x="2129536" y="4046118"/>
                </a:moveTo>
                <a:lnTo>
                  <a:pt x="2262632" y="4046118"/>
                </a:lnTo>
                <a:moveTo>
                  <a:pt x="2129536" y="4046118"/>
                </a:moveTo>
                <a:lnTo>
                  <a:pt x="2129536" y="4179214"/>
                </a:lnTo>
                <a:moveTo>
                  <a:pt x="2129536" y="4179214"/>
                </a:moveTo>
                <a:lnTo>
                  <a:pt x="2262632" y="4179214"/>
                </a:lnTo>
                <a:moveTo>
                  <a:pt x="2129536" y="4179214"/>
                </a:moveTo>
                <a:lnTo>
                  <a:pt x="2129536" y="4312310"/>
                </a:lnTo>
                <a:moveTo>
                  <a:pt x="2129536" y="4312310"/>
                </a:moveTo>
                <a:lnTo>
                  <a:pt x="2262632" y="4312310"/>
                </a:lnTo>
                <a:moveTo>
                  <a:pt x="2129536" y="4312310"/>
                </a:moveTo>
                <a:lnTo>
                  <a:pt x="2129536" y="4445406"/>
                </a:lnTo>
                <a:moveTo>
                  <a:pt x="2129536" y="4445406"/>
                </a:moveTo>
                <a:lnTo>
                  <a:pt x="2262632" y="4445406"/>
                </a:lnTo>
                <a:moveTo>
                  <a:pt x="2129536" y="4445406"/>
                </a:moveTo>
                <a:lnTo>
                  <a:pt x="2129536" y="4578502"/>
                </a:lnTo>
                <a:moveTo>
                  <a:pt x="2129536" y="4578502"/>
                </a:moveTo>
                <a:lnTo>
                  <a:pt x="2262632" y="4578502"/>
                </a:lnTo>
                <a:moveTo>
                  <a:pt x="2129536" y="4578502"/>
                </a:moveTo>
                <a:lnTo>
                  <a:pt x="2129536" y="4711598"/>
                </a:lnTo>
                <a:moveTo>
                  <a:pt x="2129536" y="4711598"/>
                </a:moveTo>
                <a:lnTo>
                  <a:pt x="2262632" y="4711598"/>
                </a:lnTo>
                <a:moveTo>
                  <a:pt x="2129536" y="4711598"/>
                </a:moveTo>
                <a:lnTo>
                  <a:pt x="2129536" y="4844694"/>
                </a:lnTo>
                <a:moveTo>
                  <a:pt x="2129536" y="4844694"/>
                </a:moveTo>
                <a:lnTo>
                  <a:pt x="2262632" y="4844694"/>
                </a:lnTo>
                <a:moveTo>
                  <a:pt x="2129536" y="4844694"/>
                </a:moveTo>
                <a:lnTo>
                  <a:pt x="2129536" y="4977790"/>
                </a:lnTo>
                <a:moveTo>
                  <a:pt x="2129536" y="4977790"/>
                </a:moveTo>
                <a:lnTo>
                  <a:pt x="2262632" y="4977790"/>
                </a:lnTo>
                <a:moveTo>
                  <a:pt x="2129536" y="4977790"/>
                </a:moveTo>
                <a:lnTo>
                  <a:pt x="2129536" y="5044338"/>
                </a:lnTo>
                <a:moveTo>
                  <a:pt x="2262632" y="0"/>
                </a:moveTo>
                <a:lnTo>
                  <a:pt x="2262632" y="53238"/>
                </a:lnTo>
                <a:moveTo>
                  <a:pt x="2262632" y="53238"/>
                </a:moveTo>
                <a:lnTo>
                  <a:pt x="2395728" y="53238"/>
                </a:lnTo>
                <a:moveTo>
                  <a:pt x="2262632" y="53238"/>
                </a:moveTo>
                <a:lnTo>
                  <a:pt x="2262632" y="186334"/>
                </a:lnTo>
                <a:moveTo>
                  <a:pt x="2262632" y="186334"/>
                </a:moveTo>
                <a:lnTo>
                  <a:pt x="2395728" y="186334"/>
                </a:lnTo>
                <a:moveTo>
                  <a:pt x="2262632" y="186334"/>
                </a:moveTo>
                <a:lnTo>
                  <a:pt x="2262632" y="319430"/>
                </a:lnTo>
                <a:moveTo>
                  <a:pt x="2262632" y="319430"/>
                </a:moveTo>
                <a:lnTo>
                  <a:pt x="2395728" y="319430"/>
                </a:lnTo>
                <a:moveTo>
                  <a:pt x="2262632" y="319430"/>
                </a:moveTo>
                <a:lnTo>
                  <a:pt x="2262632" y="452526"/>
                </a:lnTo>
                <a:moveTo>
                  <a:pt x="2262632" y="452526"/>
                </a:moveTo>
                <a:lnTo>
                  <a:pt x="2395728" y="452526"/>
                </a:lnTo>
                <a:moveTo>
                  <a:pt x="2262632" y="452526"/>
                </a:moveTo>
                <a:lnTo>
                  <a:pt x="2262632" y="585622"/>
                </a:lnTo>
                <a:moveTo>
                  <a:pt x="2262632" y="585622"/>
                </a:moveTo>
                <a:lnTo>
                  <a:pt x="2395728" y="585622"/>
                </a:lnTo>
                <a:moveTo>
                  <a:pt x="2262632" y="585622"/>
                </a:moveTo>
                <a:lnTo>
                  <a:pt x="2262632" y="718718"/>
                </a:lnTo>
                <a:moveTo>
                  <a:pt x="2262632" y="718718"/>
                </a:moveTo>
                <a:lnTo>
                  <a:pt x="2395728" y="718718"/>
                </a:lnTo>
                <a:moveTo>
                  <a:pt x="2262632" y="718718"/>
                </a:moveTo>
                <a:lnTo>
                  <a:pt x="2262632" y="851814"/>
                </a:lnTo>
                <a:moveTo>
                  <a:pt x="2262632" y="851814"/>
                </a:moveTo>
                <a:lnTo>
                  <a:pt x="2395728" y="851814"/>
                </a:lnTo>
                <a:moveTo>
                  <a:pt x="2262632" y="851814"/>
                </a:moveTo>
                <a:lnTo>
                  <a:pt x="2262632" y="984910"/>
                </a:lnTo>
                <a:moveTo>
                  <a:pt x="2262632" y="984910"/>
                </a:moveTo>
                <a:lnTo>
                  <a:pt x="2395728" y="984910"/>
                </a:lnTo>
                <a:moveTo>
                  <a:pt x="2262632" y="984910"/>
                </a:moveTo>
                <a:lnTo>
                  <a:pt x="2262632" y="1118006"/>
                </a:lnTo>
                <a:moveTo>
                  <a:pt x="2262632" y="1118006"/>
                </a:moveTo>
                <a:lnTo>
                  <a:pt x="2395728" y="1118006"/>
                </a:lnTo>
                <a:moveTo>
                  <a:pt x="2262632" y="1118006"/>
                </a:moveTo>
                <a:lnTo>
                  <a:pt x="2262632" y="1251102"/>
                </a:lnTo>
                <a:moveTo>
                  <a:pt x="2262632" y="1251102"/>
                </a:moveTo>
                <a:lnTo>
                  <a:pt x="2395728" y="1251102"/>
                </a:lnTo>
                <a:moveTo>
                  <a:pt x="2262632" y="1251102"/>
                </a:moveTo>
                <a:lnTo>
                  <a:pt x="2262632" y="1384198"/>
                </a:lnTo>
                <a:moveTo>
                  <a:pt x="2262632" y="1384198"/>
                </a:moveTo>
                <a:lnTo>
                  <a:pt x="2395728" y="1384198"/>
                </a:lnTo>
                <a:moveTo>
                  <a:pt x="2262632" y="1384198"/>
                </a:moveTo>
                <a:lnTo>
                  <a:pt x="2262632" y="1517294"/>
                </a:lnTo>
                <a:moveTo>
                  <a:pt x="2262632" y="1517294"/>
                </a:moveTo>
                <a:lnTo>
                  <a:pt x="2395728" y="1517294"/>
                </a:lnTo>
                <a:moveTo>
                  <a:pt x="2262632" y="1517294"/>
                </a:moveTo>
                <a:lnTo>
                  <a:pt x="2262632" y="1650390"/>
                </a:lnTo>
                <a:moveTo>
                  <a:pt x="2262632" y="1650390"/>
                </a:moveTo>
                <a:lnTo>
                  <a:pt x="2395728" y="1650390"/>
                </a:lnTo>
                <a:moveTo>
                  <a:pt x="2262632" y="1650390"/>
                </a:moveTo>
                <a:lnTo>
                  <a:pt x="2262632" y="1783486"/>
                </a:lnTo>
                <a:moveTo>
                  <a:pt x="2262632" y="1783486"/>
                </a:moveTo>
                <a:lnTo>
                  <a:pt x="2395728" y="1783486"/>
                </a:lnTo>
                <a:moveTo>
                  <a:pt x="2262632" y="1783486"/>
                </a:moveTo>
                <a:lnTo>
                  <a:pt x="2262632" y="1916582"/>
                </a:lnTo>
                <a:moveTo>
                  <a:pt x="2262632" y="1916582"/>
                </a:moveTo>
                <a:lnTo>
                  <a:pt x="2395728" y="1916582"/>
                </a:lnTo>
                <a:moveTo>
                  <a:pt x="2262632" y="1916582"/>
                </a:moveTo>
                <a:lnTo>
                  <a:pt x="2262632" y="2049678"/>
                </a:lnTo>
                <a:moveTo>
                  <a:pt x="2262632" y="2049678"/>
                </a:moveTo>
                <a:lnTo>
                  <a:pt x="2395728" y="2049678"/>
                </a:lnTo>
                <a:moveTo>
                  <a:pt x="2262632" y="2049678"/>
                </a:moveTo>
                <a:lnTo>
                  <a:pt x="2262632" y="2182774"/>
                </a:lnTo>
                <a:moveTo>
                  <a:pt x="2262632" y="2182774"/>
                </a:moveTo>
                <a:lnTo>
                  <a:pt x="2395728" y="2182774"/>
                </a:lnTo>
                <a:moveTo>
                  <a:pt x="2262632" y="2182774"/>
                </a:moveTo>
                <a:lnTo>
                  <a:pt x="2262632" y="2315870"/>
                </a:lnTo>
                <a:moveTo>
                  <a:pt x="2262632" y="2315870"/>
                </a:moveTo>
                <a:lnTo>
                  <a:pt x="2395728" y="2315870"/>
                </a:lnTo>
                <a:moveTo>
                  <a:pt x="2262632" y="2315870"/>
                </a:moveTo>
                <a:lnTo>
                  <a:pt x="2262632" y="2448966"/>
                </a:lnTo>
                <a:moveTo>
                  <a:pt x="2262632" y="2448966"/>
                </a:moveTo>
                <a:lnTo>
                  <a:pt x="2395728" y="2448966"/>
                </a:lnTo>
                <a:moveTo>
                  <a:pt x="2262632" y="2448966"/>
                </a:moveTo>
                <a:lnTo>
                  <a:pt x="2262632" y="2582062"/>
                </a:lnTo>
                <a:moveTo>
                  <a:pt x="2262632" y="2582062"/>
                </a:moveTo>
                <a:lnTo>
                  <a:pt x="2395728" y="2582062"/>
                </a:lnTo>
                <a:moveTo>
                  <a:pt x="2262632" y="2582062"/>
                </a:moveTo>
                <a:lnTo>
                  <a:pt x="2262632" y="2715158"/>
                </a:lnTo>
                <a:moveTo>
                  <a:pt x="2262632" y="2715158"/>
                </a:moveTo>
                <a:lnTo>
                  <a:pt x="2395728" y="2715158"/>
                </a:lnTo>
                <a:moveTo>
                  <a:pt x="2262632" y="2715158"/>
                </a:moveTo>
                <a:lnTo>
                  <a:pt x="2262632" y="2848254"/>
                </a:lnTo>
                <a:moveTo>
                  <a:pt x="2262632" y="2848254"/>
                </a:moveTo>
                <a:lnTo>
                  <a:pt x="2395728" y="2848254"/>
                </a:lnTo>
                <a:moveTo>
                  <a:pt x="2262632" y="2848254"/>
                </a:moveTo>
                <a:lnTo>
                  <a:pt x="2262632" y="2981350"/>
                </a:lnTo>
                <a:moveTo>
                  <a:pt x="2262632" y="2981350"/>
                </a:moveTo>
                <a:lnTo>
                  <a:pt x="2395728" y="2981350"/>
                </a:lnTo>
                <a:moveTo>
                  <a:pt x="2262632" y="2981350"/>
                </a:moveTo>
                <a:lnTo>
                  <a:pt x="2262632" y="3114446"/>
                </a:lnTo>
                <a:moveTo>
                  <a:pt x="2262632" y="3114446"/>
                </a:moveTo>
                <a:lnTo>
                  <a:pt x="2395728" y="3114446"/>
                </a:lnTo>
                <a:moveTo>
                  <a:pt x="2262632" y="3114446"/>
                </a:moveTo>
                <a:lnTo>
                  <a:pt x="2262632" y="3247542"/>
                </a:lnTo>
                <a:moveTo>
                  <a:pt x="2262632" y="3247542"/>
                </a:moveTo>
                <a:lnTo>
                  <a:pt x="2395728" y="3247542"/>
                </a:lnTo>
                <a:moveTo>
                  <a:pt x="2262632" y="3247542"/>
                </a:moveTo>
                <a:lnTo>
                  <a:pt x="2262632" y="3380638"/>
                </a:lnTo>
                <a:moveTo>
                  <a:pt x="2262632" y="3380638"/>
                </a:moveTo>
                <a:lnTo>
                  <a:pt x="2395728" y="3380638"/>
                </a:lnTo>
                <a:moveTo>
                  <a:pt x="2262632" y="3380638"/>
                </a:moveTo>
                <a:lnTo>
                  <a:pt x="2262632" y="3513734"/>
                </a:lnTo>
                <a:moveTo>
                  <a:pt x="2262632" y="3513734"/>
                </a:moveTo>
                <a:lnTo>
                  <a:pt x="2395728" y="3513734"/>
                </a:lnTo>
                <a:moveTo>
                  <a:pt x="2262632" y="3513734"/>
                </a:moveTo>
                <a:lnTo>
                  <a:pt x="2262632" y="3646830"/>
                </a:lnTo>
                <a:moveTo>
                  <a:pt x="2262632" y="3646830"/>
                </a:moveTo>
                <a:lnTo>
                  <a:pt x="2395728" y="3646830"/>
                </a:lnTo>
                <a:moveTo>
                  <a:pt x="2262632" y="3646830"/>
                </a:moveTo>
                <a:lnTo>
                  <a:pt x="2262632" y="3779926"/>
                </a:lnTo>
                <a:moveTo>
                  <a:pt x="2262632" y="3779926"/>
                </a:moveTo>
                <a:lnTo>
                  <a:pt x="2395728" y="3779926"/>
                </a:lnTo>
                <a:moveTo>
                  <a:pt x="2262632" y="3779926"/>
                </a:moveTo>
                <a:lnTo>
                  <a:pt x="2262632" y="3913022"/>
                </a:lnTo>
                <a:moveTo>
                  <a:pt x="2262632" y="3913022"/>
                </a:moveTo>
                <a:lnTo>
                  <a:pt x="2395728" y="3913022"/>
                </a:lnTo>
                <a:moveTo>
                  <a:pt x="2262632" y="3913022"/>
                </a:moveTo>
                <a:lnTo>
                  <a:pt x="2262632" y="4046118"/>
                </a:lnTo>
                <a:moveTo>
                  <a:pt x="2262632" y="4046118"/>
                </a:moveTo>
                <a:lnTo>
                  <a:pt x="2395728" y="4046118"/>
                </a:lnTo>
                <a:moveTo>
                  <a:pt x="2262632" y="4046118"/>
                </a:moveTo>
                <a:lnTo>
                  <a:pt x="2262632" y="4179214"/>
                </a:lnTo>
                <a:moveTo>
                  <a:pt x="2262632" y="4179214"/>
                </a:moveTo>
                <a:lnTo>
                  <a:pt x="2395728" y="4179214"/>
                </a:lnTo>
                <a:moveTo>
                  <a:pt x="2262632" y="4179214"/>
                </a:moveTo>
                <a:lnTo>
                  <a:pt x="2262632" y="4312310"/>
                </a:lnTo>
                <a:moveTo>
                  <a:pt x="2262632" y="4312310"/>
                </a:moveTo>
                <a:lnTo>
                  <a:pt x="2395728" y="4312310"/>
                </a:lnTo>
                <a:moveTo>
                  <a:pt x="2262632" y="4312310"/>
                </a:moveTo>
                <a:lnTo>
                  <a:pt x="2262632" y="4445406"/>
                </a:lnTo>
                <a:moveTo>
                  <a:pt x="2262632" y="4445406"/>
                </a:moveTo>
                <a:lnTo>
                  <a:pt x="2395728" y="4445406"/>
                </a:lnTo>
                <a:moveTo>
                  <a:pt x="2262632" y="4445406"/>
                </a:moveTo>
                <a:lnTo>
                  <a:pt x="2262632" y="4578502"/>
                </a:lnTo>
                <a:moveTo>
                  <a:pt x="2262632" y="4578502"/>
                </a:moveTo>
                <a:lnTo>
                  <a:pt x="2395728" y="4578502"/>
                </a:lnTo>
                <a:moveTo>
                  <a:pt x="2262632" y="4578502"/>
                </a:moveTo>
                <a:lnTo>
                  <a:pt x="2262632" y="4711598"/>
                </a:lnTo>
                <a:moveTo>
                  <a:pt x="2262632" y="4711598"/>
                </a:moveTo>
                <a:lnTo>
                  <a:pt x="2395728" y="4711598"/>
                </a:lnTo>
                <a:moveTo>
                  <a:pt x="2262632" y="4711598"/>
                </a:moveTo>
                <a:lnTo>
                  <a:pt x="2262632" y="4844694"/>
                </a:lnTo>
                <a:moveTo>
                  <a:pt x="2262632" y="4844694"/>
                </a:moveTo>
                <a:lnTo>
                  <a:pt x="2395728" y="4844694"/>
                </a:lnTo>
                <a:moveTo>
                  <a:pt x="2262632" y="4844694"/>
                </a:moveTo>
                <a:lnTo>
                  <a:pt x="2262632" y="4977790"/>
                </a:lnTo>
                <a:moveTo>
                  <a:pt x="2262632" y="4977790"/>
                </a:moveTo>
                <a:lnTo>
                  <a:pt x="2395728" y="4977790"/>
                </a:lnTo>
                <a:moveTo>
                  <a:pt x="2262632" y="4977790"/>
                </a:moveTo>
                <a:lnTo>
                  <a:pt x="2262632" y="5044338"/>
                </a:lnTo>
                <a:moveTo>
                  <a:pt x="2395728" y="0"/>
                </a:moveTo>
                <a:lnTo>
                  <a:pt x="2395728" y="53238"/>
                </a:lnTo>
                <a:moveTo>
                  <a:pt x="2395728" y="53238"/>
                </a:moveTo>
                <a:lnTo>
                  <a:pt x="2528824" y="53238"/>
                </a:lnTo>
                <a:moveTo>
                  <a:pt x="2395728" y="53238"/>
                </a:moveTo>
                <a:lnTo>
                  <a:pt x="2395728" y="186334"/>
                </a:lnTo>
                <a:moveTo>
                  <a:pt x="2395728" y="186334"/>
                </a:moveTo>
                <a:lnTo>
                  <a:pt x="2528824" y="186334"/>
                </a:lnTo>
                <a:moveTo>
                  <a:pt x="2395728" y="186334"/>
                </a:moveTo>
                <a:lnTo>
                  <a:pt x="2395728" y="319430"/>
                </a:lnTo>
                <a:moveTo>
                  <a:pt x="2395728" y="319430"/>
                </a:moveTo>
                <a:lnTo>
                  <a:pt x="2528824" y="319430"/>
                </a:lnTo>
                <a:moveTo>
                  <a:pt x="2395728" y="319430"/>
                </a:moveTo>
                <a:lnTo>
                  <a:pt x="2395728" y="452526"/>
                </a:lnTo>
                <a:moveTo>
                  <a:pt x="2395728" y="452526"/>
                </a:moveTo>
                <a:lnTo>
                  <a:pt x="2528824" y="452526"/>
                </a:lnTo>
                <a:moveTo>
                  <a:pt x="2395728" y="452526"/>
                </a:moveTo>
                <a:lnTo>
                  <a:pt x="2395728" y="585622"/>
                </a:lnTo>
                <a:moveTo>
                  <a:pt x="2395728" y="585622"/>
                </a:moveTo>
                <a:lnTo>
                  <a:pt x="2528824" y="585622"/>
                </a:lnTo>
                <a:moveTo>
                  <a:pt x="2395728" y="585622"/>
                </a:moveTo>
                <a:lnTo>
                  <a:pt x="2395728" y="718718"/>
                </a:lnTo>
                <a:moveTo>
                  <a:pt x="2395728" y="718718"/>
                </a:moveTo>
                <a:lnTo>
                  <a:pt x="2528824" y="718718"/>
                </a:lnTo>
                <a:moveTo>
                  <a:pt x="2395728" y="718718"/>
                </a:moveTo>
                <a:lnTo>
                  <a:pt x="2395728" y="851814"/>
                </a:lnTo>
                <a:moveTo>
                  <a:pt x="2395728" y="851814"/>
                </a:moveTo>
                <a:lnTo>
                  <a:pt x="2528824" y="851814"/>
                </a:lnTo>
                <a:moveTo>
                  <a:pt x="2395728" y="851814"/>
                </a:moveTo>
                <a:lnTo>
                  <a:pt x="2395728" y="984910"/>
                </a:lnTo>
                <a:moveTo>
                  <a:pt x="2395728" y="984910"/>
                </a:moveTo>
                <a:lnTo>
                  <a:pt x="2528824" y="984910"/>
                </a:lnTo>
                <a:moveTo>
                  <a:pt x="2395728" y="984910"/>
                </a:moveTo>
                <a:lnTo>
                  <a:pt x="2395728" y="1118006"/>
                </a:lnTo>
                <a:moveTo>
                  <a:pt x="2395728" y="1118006"/>
                </a:moveTo>
                <a:lnTo>
                  <a:pt x="2528824" y="1118006"/>
                </a:lnTo>
                <a:moveTo>
                  <a:pt x="2395728" y="1118006"/>
                </a:moveTo>
                <a:lnTo>
                  <a:pt x="2395728" y="1251102"/>
                </a:lnTo>
                <a:moveTo>
                  <a:pt x="2395728" y="1251102"/>
                </a:moveTo>
                <a:lnTo>
                  <a:pt x="2528824" y="1251102"/>
                </a:lnTo>
                <a:moveTo>
                  <a:pt x="2395728" y="1251102"/>
                </a:moveTo>
                <a:lnTo>
                  <a:pt x="2395728" y="1384198"/>
                </a:lnTo>
                <a:moveTo>
                  <a:pt x="2395728" y="1384198"/>
                </a:moveTo>
                <a:lnTo>
                  <a:pt x="2528824" y="1384198"/>
                </a:lnTo>
                <a:moveTo>
                  <a:pt x="2395728" y="1384198"/>
                </a:moveTo>
                <a:lnTo>
                  <a:pt x="2395728" y="1517294"/>
                </a:lnTo>
                <a:moveTo>
                  <a:pt x="2395728" y="1517294"/>
                </a:moveTo>
                <a:lnTo>
                  <a:pt x="2528824" y="1517294"/>
                </a:lnTo>
                <a:moveTo>
                  <a:pt x="2395728" y="1517294"/>
                </a:moveTo>
                <a:lnTo>
                  <a:pt x="2395728" y="1650390"/>
                </a:lnTo>
                <a:moveTo>
                  <a:pt x="2395728" y="1650390"/>
                </a:moveTo>
                <a:lnTo>
                  <a:pt x="2528824" y="1650390"/>
                </a:lnTo>
                <a:moveTo>
                  <a:pt x="2395728" y="1650390"/>
                </a:moveTo>
                <a:lnTo>
                  <a:pt x="2395728" y="1783486"/>
                </a:lnTo>
                <a:moveTo>
                  <a:pt x="2395728" y="1783486"/>
                </a:moveTo>
                <a:lnTo>
                  <a:pt x="2528824" y="1783486"/>
                </a:lnTo>
                <a:moveTo>
                  <a:pt x="2395728" y="1783486"/>
                </a:moveTo>
                <a:lnTo>
                  <a:pt x="2395728" y="1916582"/>
                </a:lnTo>
                <a:moveTo>
                  <a:pt x="2395728" y="1916582"/>
                </a:moveTo>
                <a:lnTo>
                  <a:pt x="2528824" y="1916582"/>
                </a:lnTo>
                <a:moveTo>
                  <a:pt x="2395728" y="1916582"/>
                </a:moveTo>
                <a:lnTo>
                  <a:pt x="2395728" y="2049678"/>
                </a:lnTo>
                <a:moveTo>
                  <a:pt x="2395728" y="2049678"/>
                </a:moveTo>
                <a:lnTo>
                  <a:pt x="2528824" y="2049678"/>
                </a:lnTo>
                <a:moveTo>
                  <a:pt x="2395728" y="2049678"/>
                </a:moveTo>
                <a:lnTo>
                  <a:pt x="2395728" y="2182774"/>
                </a:lnTo>
                <a:moveTo>
                  <a:pt x="2395728" y="2182774"/>
                </a:moveTo>
                <a:lnTo>
                  <a:pt x="2528824" y="2182774"/>
                </a:lnTo>
                <a:moveTo>
                  <a:pt x="2395728" y="2182774"/>
                </a:moveTo>
                <a:lnTo>
                  <a:pt x="2395728" y="2315870"/>
                </a:lnTo>
                <a:moveTo>
                  <a:pt x="2395728" y="2315870"/>
                </a:moveTo>
                <a:lnTo>
                  <a:pt x="2528824" y="2315870"/>
                </a:lnTo>
                <a:moveTo>
                  <a:pt x="2395728" y="2315870"/>
                </a:moveTo>
                <a:lnTo>
                  <a:pt x="2395728" y="2448966"/>
                </a:lnTo>
                <a:moveTo>
                  <a:pt x="2395728" y="2448966"/>
                </a:moveTo>
                <a:lnTo>
                  <a:pt x="2528824" y="2448966"/>
                </a:lnTo>
                <a:moveTo>
                  <a:pt x="2395728" y="2448966"/>
                </a:moveTo>
                <a:lnTo>
                  <a:pt x="2395728" y="2582062"/>
                </a:lnTo>
                <a:moveTo>
                  <a:pt x="2395728" y="2582062"/>
                </a:moveTo>
                <a:lnTo>
                  <a:pt x="2528824" y="2582062"/>
                </a:lnTo>
                <a:moveTo>
                  <a:pt x="2395728" y="2582062"/>
                </a:moveTo>
                <a:lnTo>
                  <a:pt x="2395728" y="2715158"/>
                </a:lnTo>
                <a:moveTo>
                  <a:pt x="2395728" y="2715158"/>
                </a:moveTo>
                <a:lnTo>
                  <a:pt x="2528824" y="2715158"/>
                </a:lnTo>
                <a:moveTo>
                  <a:pt x="2395728" y="2715158"/>
                </a:moveTo>
                <a:lnTo>
                  <a:pt x="2395728" y="2848254"/>
                </a:lnTo>
                <a:moveTo>
                  <a:pt x="2395728" y="2848254"/>
                </a:moveTo>
                <a:lnTo>
                  <a:pt x="2528824" y="2848254"/>
                </a:lnTo>
                <a:moveTo>
                  <a:pt x="2395728" y="2848254"/>
                </a:moveTo>
                <a:lnTo>
                  <a:pt x="2395728" y="2981350"/>
                </a:lnTo>
                <a:moveTo>
                  <a:pt x="2395728" y="2981350"/>
                </a:moveTo>
                <a:lnTo>
                  <a:pt x="2528824" y="2981350"/>
                </a:lnTo>
                <a:moveTo>
                  <a:pt x="2395728" y="2981350"/>
                </a:moveTo>
                <a:lnTo>
                  <a:pt x="2395728" y="3114446"/>
                </a:lnTo>
                <a:moveTo>
                  <a:pt x="2395728" y="3114446"/>
                </a:moveTo>
                <a:lnTo>
                  <a:pt x="2528824" y="3114446"/>
                </a:lnTo>
                <a:moveTo>
                  <a:pt x="2395728" y="3114446"/>
                </a:moveTo>
                <a:lnTo>
                  <a:pt x="2395728" y="3247542"/>
                </a:lnTo>
                <a:moveTo>
                  <a:pt x="2395728" y="3247542"/>
                </a:moveTo>
                <a:lnTo>
                  <a:pt x="2528824" y="3247542"/>
                </a:lnTo>
                <a:moveTo>
                  <a:pt x="2395728" y="3247542"/>
                </a:moveTo>
                <a:lnTo>
                  <a:pt x="2395728" y="3380638"/>
                </a:lnTo>
                <a:moveTo>
                  <a:pt x="2395728" y="3380638"/>
                </a:moveTo>
                <a:lnTo>
                  <a:pt x="2528824" y="3380638"/>
                </a:lnTo>
                <a:moveTo>
                  <a:pt x="2395728" y="3380638"/>
                </a:moveTo>
                <a:lnTo>
                  <a:pt x="2395728" y="3513734"/>
                </a:lnTo>
                <a:moveTo>
                  <a:pt x="2395728" y="3513734"/>
                </a:moveTo>
                <a:lnTo>
                  <a:pt x="2528824" y="3513734"/>
                </a:lnTo>
                <a:moveTo>
                  <a:pt x="2395728" y="3513734"/>
                </a:moveTo>
                <a:lnTo>
                  <a:pt x="2395728" y="3646830"/>
                </a:lnTo>
                <a:moveTo>
                  <a:pt x="2395728" y="3646830"/>
                </a:moveTo>
                <a:lnTo>
                  <a:pt x="2528824" y="3646830"/>
                </a:lnTo>
                <a:moveTo>
                  <a:pt x="2395728" y="3646830"/>
                </a:moveTo>
                <a:lnTo>
                  <a:pt x="2395728" y="3779926"/>
                </a:lnTo>
                <a:moveTo>
                  <a:pt x="2395728" y="3779926"/>
                </a:moveTo>
                <a:lnTo>
                  <a:pt x="2528824" y="3779926"/>
                </a:lnTo>
                <a:moveTo>
                  <a:pt x="2395728" y="3779926"/>
                </a:moveTo>
                <a:lnTo>
                  <a:pt x="2395728" y="3913022"/>
                </a:lnTo>
                <a:moveTo>
                  <a:pt x="2395728" y="3913022"/>
                </a:moveTo>
                <a:lnTo>
                  <a:pt x="2528824" y="3913022"/>
                </a:lnTo>
                <a:moveTo>
                  <a:pt x="2395728" y="3913022"/>
                </a:moveTo>
                <a:lnTo>
                  <a:pt x="2395728" y="4046118"/>
                </a:lnTo>
                <a:moveTo>
                  <a:pt x="2395728" y="4046118"/>
                </a:moveTo>
                <a:lnTo>
                  <a:pt x="2528824" y="4046118"/>
                </a:lnTo>
                <a:moveTo>
                  <a:pt x="2395728" y="4046118"/>
                </a:moveTo>
                <a:lnTo>
                  <a:pt x="2395728" y="4179214"/>
                </a:lnTo>
                <a:moveTo>
                  <a:pt x="2395728" y="4179214"/>
                </a:moveTo>
                <a:lnTo>
                  <a:pt x="2528824" y="4179214"/>
                </a:lnTo>
                <a:moveTo>
                  <a:pt x="2395728" y="4179214"/>
                </a:moveTo>
                <a:lnTo>
                  <a:pt x="2395728" y="4312310"/>
                </a:lnTo>
                <a:moveTo>
                  <a:pt x="2395728" y="4312310"/>
                </a:moveTo>
                <a:lnTo>
                  <a:pt x="2528824" y="4312310"/>
                </a:lnTo>
                <a:moveTo>
                  <a:pt x="2395728" y="4312310"/>
                </a:moveTo>
                <a:lnTo>
                  <a:pt x="2395728" y="4445406"/>
                </a:lnTo>
                <a:moveTo>
                  <a:pt x="2395728" y="4445406"/>
                </a:moveTo>
                <a:lnTo>
                  <a:pt x="2528824" y="4445406"/>
                </a:lnTo>
                <a:moveTo>
                  <a:pt x="2395728" y="4445406"/>
                </a:moveTo>
                <a:lnTo>
                  <a:pt x="2395728" y="4578502"/>
                </a:lnTo>
                <a:moveTo>
                  <a:pt x="2395728" y="4578502"/>
                </a:moveTo>
                <a:lnTo>
                  <a:pt x="2528824" y="4578502"/>
                </a:lnTo>
                <a:moveTo>
                  <a:pt x="2395728" y="4578502"/>
                </a:moveTo>
                <a:lnTo>
                  <a:pt x="2395728" y="4711598"/>
                </a:lnTo>
                <a:moveTo>
                  <a:pt x="2395728" y="4711598"/>
                </a:moveTo>
                <a:lnTo>
                  <a:pt x="2528824" y="4711598"/>
                </a:lnTo>
                <a:moveTo>
                  <a:pt x="2395728" y="4711598"/>
                </a:moveTo>
                <a:lnTo>
                  <a:pt x="2395728" y="4844694"/>
                </a:lnTo>
                <a:moveTo>
                  <a:pt x="2395728" y="4844694"/>
                </a:moveTo>
                <a:lnTo>
                  <a:pt x="2528824" y="4844694"/>
                </a:lnTo>
                <a:moveTo>
                  <a:pt x="2395728" y="4844694"/>
                </a:moveTo>
                <a:lnTo>
                  <a:pt x="2395728" y="4977790"/>
                </a:lnTo>
                <a:moveTo>
                  <a:pt x="2395728" y="4977790"/>
                </a:moveTo>
                <a:lnTo>
                  <a:pt x="2528824" y="4977790"/>
                </a:lnTo>
                <a:moveTo>
                  <a:pt x="2395728" y="4977790"/>
                </a:moveTo>
                <a:lnTo>
                  <a:pt x="2395728" y="5044338"/>
                </a:lnTo>
                <a:moveTo>
                  <a:pt x="2528824" y="0"/>
                </a:moveTo>
                <a:lnTo>
                  <a:pt x="2528824" y="53238"/>
                </a:lnTo>
                <a:moveTo>
                  <a:pt x="2528824" y="53238"/>
                </a:moveTo>
                <a:lnTo>
                  <a:pt x="2661920" y="53238"/>
                </a:lnTo>
                <a:moveTo>
                  <a:pt x="2528824" y="53238"/>
                </a:moveTo>
                <a:lnTo>
                  <a:pt x="2528824" y="186334"/>
                </a:lnTo>
                <a:moveTo>
                  <a:pt x="2528824" y="186334"/>
                </a:moveTo>
                <a:lnTo>
                  <a:pt x="2661920" y="186334"/>
                </a:lnTo>
                <a:moveTo>
                  <a:pt x="2528824" y="186334"/>
                </a:moveTo>
                <a:lnTo>
                  <a:pt x="2528824" y="319430"/>
                </a:lnTo>
                <a:moveTo>
                  <a:pt x="2528824" y="319430"/>
                </a:moveTo>
                <a:lnTo>
                  <a:pt x="2661920" y="319430"/>
                </a:lnTo>
                <a:moveTo>
                  <a:pt x="2528824" y="319430"/>
                </a:moveTo>
                <a:lnTo>
                  <a:pt x="2528824" y="452526"/>
                </a:lnTo>
                <a:moveTo>
                  <a:pt x="2528824" y="452526"/>
                </a:moveTo>
                <a:lnTo>
                  <a:pt x="2661920" y="452526"/>
                </a:lnTo>
                <a:moveTo>
                  <a:pt x="2528824" y="452526"/>
                </a:moveTo>
                <a:lnTo>
                  <a:pt x="2528824" y="585622"/>
                </a:lnTo>
                <a:moveTo>
                  <a:pt x="2528824" y="585622"/>
                </a:moveTo>
                <a:lnTo>
                  <a:pt x="2661920" y="585622"/>
                </a:lnTo>
                <a:moveTo>
                  <a:pt x="2528824" y="585622"/>
                </a:moveTo>
                <a:lnTo>
                  <a:pt x="2528824" y="718718"/>
                </a:lnTo>
                <a:moveTo>
                  <a:pt x="2528824" y="718718"/>
                </a:moveTo>
                <a:lnTo>
                  <a:pt x="2661920" y="718718"/>
                </a:lnTo>
                <a:moveTo>
                  <a:pt x="2528824" y="718718"/>
                </a:moveTo>
                <a:lnTo>
                  <a:pt x="2528824" y="851814"/>
                </a:lnTo>
                <a:moveTo>
                  <a:pt x="2528824" y="851814"/>
                </a:moveTo>
                <a:lnTo>
                  <a:pt x="2661920" y="851814"/>
                </a:lnTo>
                <a:moveTo>
                  <a:pt x="2528824" y="851814"/>
                </a:moveTo>
                <a:lnTo>
                  <a:pt x="2528824" y="984910"/>
                </a:lnTo>
                <a:moveTo>
                  <a:pt x="2528824" y="984910"/>
                </a:moveTo>
                <a:lnTo>
                  <a:pt x="2661920" y="984910"/>
                </a:lnTo>
                <a:moveTo>
                  <a:pt x="2528824" y="984910"/>
                </a:moveTo>
                <a:lnTo>
                  <a:pt x="2528824" y="1118006"/>
                </a:lnTo>
                <a:moveTo>
                  <a:pt x="2528824" y="1118006"/>
                </a:moveTo>
                <a:lnTo>
                  <a:pt x="2661920" y="1118006"/>
                </a:lnTo>
                <a:moveTo>
                  <a:pt x="2528824" y="1118006"/>
                </a:moveTo>
                <a:lnTo>
                  <a:pt x="2528824" y="1251102"/>
                </a:lnTo>
                <a:moveTo>
                  <a:pt x="2528824" y="1251102"/>
                </a:moveTo>
                <a:lnTo>
                  <a:pt x="2661920" y="1251102"/>
                </a:lnTo>
                <a:moveTo>
                  <a:pt x="2528824" y="1251102"/>
                </a:moveTo>
                <a:lnTo>
                  <a:pt x="2528824" y="1384198"/>
                </a:lnTo>
                <a:moveTo>
                  <a:pt x="2528824" y="1384198"/>
                </a:moveTo>
                <a:lnTo>
                  <a:pt x="2661920" y="1384198"/>
                </a:lnTo>
                <a:moveTo>
                  <a:pt x="2528824" y="1384198"/>
                </a:moveTo>
                <a:lnTo>
                  <a:pt x="2528824" y="1517294"/>
                </a:lnTo>
                <a:moveTo>
                  <a:pt x="2528824" y="1517294"/>
                </a:moveTo>
                <a:lnTo>
                  <a:pt x="2661920" y="1517294"/>
                </a:lnTo>
                <a:moveTo>
                  <a:pt x="2528824" y="1517294"/>
                </a:moveTo>
                <a:lnTo>
                  <a:pt x="2528824" y="1650390"/>
                </a:lnTo>
                <a:moveTo>
                  <a:pt x="2528824" y="1650390"/>
                </a:moveTo>
                <a:lnTo>
                  <a:pt x="2661920" y="1650390"/>
                </a:lnTo>
                <a:moveTo>
                  <a:pt x="2528824" y="1650390"/>
                </a:moveTo>
                <a:lnTo>
                  <a:pt x="2528824" y="1783486"/>
                </a:lnTo>
                <a:moveTo>
                  <a:pt x="2528824" y="1783486"/>
                </a:moveTo>
                <a:lnTo>
                  <a:pt x="2661920" y="1783486"/>
                </a:lnTo>
                <a:moveTo>
                  <a:pt x="2528824" y="1783486"/>
                </a:moveTo>
                <a:lnTo>
                  <a:pt x="2528824" y="1916582"/>
                </a:lnTo>
                <a:moveTo>
                  <a:pt x="2528824" y="1916582"/>
                </a:moveTo>
                <a:lnTo>
                  <a:pt x="2661920" y="1916582"/>
                </a:lnTo>
                <a:moveTo>
                  <a:pt x="2528824" y="1916582"/>
                </a:moveTo>
                <a:lnTo>
                  <a:pt x="2528824" y="2049678"/>
                </a:lnTo>
                <a:moveTo>
                  <a:pt x="2528824" y="2049678"/>
                </a:moveTo>
                <a:lnTo>
                  <a:pt x="2661920" y="2049678"/>
                </a:lnTo>
                <a:moveTo>
                  <a:pt x="2528824" y="2049678"/>
                </a:moveTo>
                <a:lnTo>
                  <a:pt x="2528824" y="2182774"/>
                </a:lnTo>
                <a:moveTo>
                  <a:pt x="2528824" y="2182774"/>
                </a:moveTo>
                <a:lnTo>
                  <a:pt x="2661920" y="2182774"/>
                </a:lnTo>
                <a:moveTo>
                  <a:pt x="2528824" y="2182774"/>
                </a:moveTo>
                <a:lnTo>
                  <a:pt x="2528824" y="2315870"/>
                </a:lnTo>
                <a:moveTo>
                  <a:pt x="2528824" y="2315870"/>
                </a:moveTo>
                <a:lnTo>
                  <a:pt x="2661920" y="2315870"/>
                </a:lnTo>
                <a:moveTo>
                  <a:pt x="2528824" y="2315870"/>
                </a:moveTo>
                <a:lnTo>
                  <a:pt x="2528824" y="2448966"/>
                </a:lnTo>
                <a:moveTo>
                  <a:pt x="2528824" y="2448966"/>
                </a:moveTo>
                <a:lnTo>
                  <a:pt x="2661920" y="2448966"/>
                </a:lnTo>
                <a:moveTo>
                  <a:pt x="2528824" y="2448966"/>
                </a:moveTo>
                <a:lnTo>
                  <a:pt x="2528824" y="2582062"/>
                </a:lnTo>
                <a:moveTo>
                  <a:pt x="2528824" y="2582062"/>
                </a:moveTo>
                <a:lnTo>
                  <a:pt x="2661920" y="2582062"/>
                </a:lnTo>
                <a:moveTo>
                  <a:pt x="2528824" y="2582062"/>
                </a:moveTo>
                <a:lnTo>
                  <a:pt x="2528824" y="2715158"/>
                </a:lnTo>
                <a:moveTo>
                  <a:pt x="2528824" y="2715158"/>
                </a:moveTo>
                <a:lnTo>
                  <a:pt x="2661920" y="2715158"/>
                </a:lnTo>
                <a:moveTo>
                  <a:pt x="2528824" y="2715158"/>
                </a:moveTo>
                <a:lnTo>
                  <a:pt x="2528824" y="2848254"/>
                </a:lnTo>
                <a:moveTo>
                  <a:pt x="2528824" y="2848254"/>
                </a:moveTo>
                <a:lnTo>
                  <a:pt x="2661920" y="2848254"/>
                </a:lnTo>
                <a:moveTo>
                  <a:pt x="2528824" y="2848254"/>
                </a:moveTo>
                <a:lnTo>
                  <a:pt x="2528824" y="2981350"/>
                </a:lnTo>
                <a:moveTo>
                  <a:pt x="2528824" y="2981350"/>
                </a:moveTo>
                <a:lnTo>
                  <a:pt x="2661920" y="2981350"/>
                </a:lnTo>
                <a:moveTo>
                  <a:pt x="2528824" y="2981350"/>
                </a:moveTo>
                <a:lnTo>
                  <a:pt x="2528824" y="3114446"/>
                </a:lnTo>
                <a:moveTo>
                  <a:pt x="2528824" y="3114446"/>
                </a:moveTo>
                <a:lnTo>
                  <a:pt x="2661920" y="3114446"/>
                </a:lnTo>
                <a:moveTo>
                  <a:pt x="2528824" y="3114446"/>
                </a:moveTo>
                <a:lnTo>
                  <a:pt x="2528824" y="3247542"/>
                </a:lnTo>
                <a:moveTo>
                  <a:pt x="2528824" y="3247542"/>
                </a:moveTo>
                <a:lnTo>
                  <a:pt x="2661920" y="3247542"/>
                </a:lnTo>
                <a:moveTo>
                  <a:pt x="2528824" y="3247542"/>
                </a:moveTo>
                <a:lnTo>
                  <a:pt x="2528824" y="3380638"/>
                </a:lnTo>
                <a:moveTo>
                  <a:pt x="2528824" y="3380638"/>
                </a:moveTo>
                <a:lnTo>
                  <a:pt x="2661920" y="3380638"/>
                </a:lnTo>
                <a:moveTo>
                  <a:pt x="2528824" y="3380638"/>
                </a:moveTo>
                <a:lnTo>
                  <a:pt x="2528824" y="3513734"/>
                </a:lnTo>
                <a:moveTo>
                  <a:pt x="2528824" y="3513734"/>
                </a:moveTo>
                <a:lnTo>
                  <a:pt x="2661920" y="3513734"/>
                </a:lnTo>
                <a:moveTo>
                  <a:pt x="2528824" y="3513734"/>
                </a:moveTo>
                <a:lnTo>
                  <a:pt x="2528824" y="3646830"/>
                </a:lnTo>
                <a:moveTo>
                  <a:pt x="2528824" y="3646830"/>
                </a:moveTo>
                <a:lnTo>
                  <a:pt x="2661920" y="3646830"/>
                </a:lnTo>
                <a:moveTo>
                  <a:pt x="2528824" y="3646830"/>
                </a:moveTo>
                <a:lnTo>
                  <a:pt x="2528824" y="3779926"/>
                </a:lnTo>
                <a:moveTo>
                  <a:pt x="2528824" y="3779926"/>
                </a:moveTo>
                <a:lnTo>
                  <a:pt x="2661920" y="3779926"/>
                </a:lnTo>
                <a:moveTo>
                  <a:pt x="2528824" y="3779926"/>
                </a:moveTo>
                <a:lnTo>
                  <a:pt x="2528824" y="3913022"/>
                </a:lnTo>
                <a:moveTo>
                  <a:pt x="2528824" y="3913022"/>
                </a:moveTo>
                <a:lnTo>
                  <a:pt x="2661920" y="3913022"/>
                </a:lnTo>
                <a:moveTo>
                  <a:pt x="2528824" y="3913022"/>
                </a:moveTo>
                <a:lnTo>
                  <a:pt x="2528824" y="4046118"/>
                </a:lnTo>
                <a:moveTo>
                  <a:pt x="2528824" y="4046118"/>
                </a:moveTo>
                <a:lnTo>
                  <a:pt x="2661920" y="4046118"/>
                </a:lnTo>
                <a:moveTo>
                  <a:pt x="2528824" y="4046118"/>
                </a:moveTo>
                <a:lnTo>
                  <a:pt x="2528824" y="4179214"/>
                </a:lnTo>
                <a:moveTo>
                  <a:pt x="2528824" y="4179214"/>
                </a:moveTo>
                <a:lnTo>
                  <a:pt x="2661920" y="4179214"/>
                </a:lnTo>
                <a:moveTo>
                  <a:pt x="2528824" y="4179214"/>
                </a:moveTo>
                <a:lnTo>
                  <a:pt x="2528824" y="4312310"/>
                </a:lnTo>
                <a:moveTo>
                  <a:pt x="2528824" y="4312310"/>
                </a:moveTo>
                <a:lnTo>
                  <a:pt x="2661920" y="4312310"/>
                </a:lnTo>
                <a:moveTo>
                  <a:pt x="2528824" y="4312310"/>
                </a:moveTo>
                <a:lnTo>
                  <a:pt x="2528824" y="4445406"/>
                </a:lnTo>
                <a:moveTo>
                  <a:pt x="2528824" y="4445406"/>
                </a:moveTo>
                <a:lnTo>
                  <a:pt x="2661920" y="4445406"/>
                </a:lnTo>
                <a:moveTo>
                  <a:pt x="2528824" y="4445406"/>
                </a:moveTo>
                <a:lnTo>
                  <a:pt x="2528824" y="4578502"/>
                </a:lnTo>
                <a:moveTo>
                  <a:pt x="2528824" y="4578502"/>
                </a:moveTo>
                <a:lnTo>
                  <a:pt x="2661920" y="4578502"/>
                </a:lnTo>
                <a:moveTo>
                  <a:pt x="2528824" y="4578502"/>
                </a:moveTo>
                <a:lnTo>
                  <a:pt x="2528824" y="4711598"/>
                </a:lnTo>
                <a:moveTo>
                  <a:pt x="2528824" y="4711598"/>
                </a:moveTo>
                <a:lnTo>
                  <a:pt x="2661920" y="4711598"/>
                </a:lnTo>
                <a:moveTo>
                  <a:pt x="2528824" y="4711598"/>
                </a:moveTo>
                <a:lnTo>
                  <a:pt x="2528824" y="4844694"/>
                </a:lnTo>
                <a:moveTo>
                  <a:pt x="2528824" y="4844694"/>
                </a:moveTo>
                <a:lnTo>
                  <a:pt x="2661920" y="4844694"/>
                </a:lnTo>
                <a:moveTo>
                  <a:pt x="2528824" y="4844694"/>
                </a:moveTo>
                <a:lnTo>
                  <a:pt x="2528824" y="4977790"/>
                </a:lnTo>
                <a:moveTo>
                  <a:pt x="2528824" y="4977790"/>
                </a:moveTo>
                <a:lnTo>
                  <a:pt x="2661920" y="4977790"/>
                </a:lnTo>
                <a:moveTo>
                  <a:pt x="2528824" y="4977790"/>
                </a:moveTo>
                <a:lnTo>
                  <a:pt x="2528824" y="5044338"/>
                </a:lnTo>
                <a:moveTo>
                  <a:pt x="2661920" y="0"/>
                </a:moveTo>
                <a:lnTo>
                  <a:pt x="2661920" y="53238"/>
                </a:lnTo>
                <a:moveTo>
                  <a:pt x="2661920" y="53238"/>
                </a:moveTo>
                <a:lnTo>
                  <a:pt x="2795016" y="53238"/>
                </a:lnTo>
                <a:moveTo>
                  <a:pt x="2661920" y="53238"/>
                </a:moveTo>
                <a:lnTo>
                  <a:pt x="2661920" y="186334"/>
                </a:lnTo>
                <a:moveTo>
                  <a:pt x="2661920" y="186334"/>
                </a:moveTo>
                <a:lnTo>
                  <a:pt x="2795016" y="186334"/>
                </a:lnTo>
                <a:moveTo>
                  <a:pt x="2661920" y="186334"/>
                </a:moveTo>
                <a:lnTo>
                  <a:pt x="2661920" y="319430"/>
                </a:lnTo>
                <a:moveTo>
                  <a:pt x="2661920" y="319430"/>
                </a:moveTo>
                <a:lnTo>
                  <a:pt x="2795016" y="319430"/>
                </a:lnTo>
                <a:moveTo>
                  <a:pt x="2661920" y="319430"/>
                </a:moveTo>
                <a:lnTo>
                  <a:pt x="2661920" y="452526"/>
                </a:lnTo>
                <a:moveTo>
                  <a:pt x="2661920" y="452526"/>
                </a:moveTo>
                <a:lnTo>
                  <a:pt x="2795016" y="452526"/>
                </a:lnTo>
                <a:moveTo>
                  <a:pt x="2661920" y="452526"/>
                </a:moveTo>
                <a:lnTo>
                  <a:pt x="2661920" y="585622"/>
                </a:lnTo>
                <a:moveTo>
                  <a:pt x="2661920" y="585622"/>
                </a:moveTo>
                <a:lnTo>
                  <a:pt x="2795016" y="585622"/>
                </a:lnTo>
                <a:moveTo>
                  <a:pt x="2661920" y="585622"/>
                </a:moveTo>
                <a:lnTo>
                  <a:pt x="2661920" y="718718"/>
                </a:lnTo>
                <a:moveTo>
                  <a:pt x="2661920" y="718718"/>
                </a:moveTo>
                <a:lnTo>
                  <a:pt x="2795016" y="718718"/>
                </a:lnTo>
                <a:moveTo>
                  <a:pt x="2661920" y="718718"/>
                </a:moveTo>
                <a:lnTo>
                  <a:pt x="2661920" y="851814"/>
                </a:lnTo>
                <a:moveTo>
                  <a:pt x="2661920" y="851814"/>
                </a:moveTo>
                <a:lnTo>
                  <a:pt x="2795016" y="851814"/>
                </a:lnTo>
                <a:moveTo>
                  <a:pt x="2661920" y="851814"/>
                </a:moveTo>
                <a:lnTo>
                  <a:pt x="2661920" y="984910"/>
                </a:lnTo>
                <a:moveTo>
                  <a:pt x="2661920" y="984910"/>
                </a:moveTo>
                <a:lnTo>
                  <a:pt x="2795016" y="984910"/>
                </a:lnTo>
                <a:moveTo>
                  <a:pt x="2661920" y="984910"/>
                </a:moveTo>
                <a:lnTo>
                  <a:pt x="2661920" y="1118006"/>
                </a:lnTo>
                <a:moveTo>
                  <a:pt x="2661920" y="1118006"/>
                </a:moveTo>
                <a:lnTo>
                  <a:pt x="2795016" y="1118006"/>
                </a:lnTo>
                <a:moveTo>
                  <a:pt x="2661920" y="1118006"/>
                </a:moveTo>
                <a:lnTo>
                  <a:pt x="2661920" y="1251102"/>
                </a:lnTo>
                <a:moveTo>
                  <a:pt x="2661920" y="1251102"/>
                </a:moveTo>
                <a:lnTo>
                  <a:pt x="2795016" y="1251102"/>
                </a:lnTo>
                <a:moveTo>
                  <a:pt x="2661920" y="1251102"/>
                </a:moveTo>
                <a:lnTo>
                  <a:pt x="2661920" y="1384198"/>
                </a:lnTo>
                <a:moveTo>
                  <a:pt x="2661920" y="1384198"/>
                </a:moveTo>
                <a:lnTo>
                  <a:pt x="2795016" y="1384198"/>
                </a:lnTo>
                <a:moveTo>
                  <a:pt x="2661920" y="1384198"/>
                </a:moveTo>
                <a:lnTo>
                  <a:pt x="2661920" y="1517294"/>
                </a:lnTo>
                <a:moveTo>
                  <a:pt x="2661920" y="1517294"/>
                </a:moveTo>
                <a:lnTo>
                  <a:pt x="2795016" y="1517294"/>
                </a:lnTo>
                <a:moveTo>
                  <a:pt x="2661920" y="1517294"/>
                </a:moveTo>
                <a:lnTo>
                  <a:pt x="2661920" y="1650390"/>
                </a:lnTo>
                <a:moveTo>
                  <a:pt x="2661920" y="1650390"/>
                </a:moveTo>
                <a:lnTo>
                  <a:pt x="2795016" y="1650390"/>
                </a:lnTo>
                <a:moveTo>
                  <a:pt x="2661920" y="1650390"/>
                </a:moveTo>
                <a:lnTo>
                  <a:pt x="2661920" y="1783486"/>
                </a:lnTo>
                <a:moveTo>
                  <a:pt x="2661920" y="1783486"/>
                </a:moveTo>
                <a:lnTo>
                  <a:pt x="2795016" y="1783486"/>
                </a:lnTo>
                <a:moveTo>
                  <a:pt x="2661920" y="1783486"/>
                </a:moveTo>
                <a:lnTo>
                  <a:pt x="2661920" y="1916582"/>
                </a:lnTo>
                <a:moveTo>
                  <a:pt x="2661920" y="1916582"/>
                </a:moveTo>
                <a:lnTo>
                  <a:pt x="2795016" y="1916582"/>
                </a:lnTo>
                <a:moveTo>
                  <a:pt x="2661920" y="1916582"/>
                </a:moveTo>
                <a:lnTo>
                  <a:pt x="2661920" y="2049678"/>
                </a:lnTo>
                <a:moveTo>
                  <a:pt x="2661920" y="2049678"/>
                </a:moveTo>
                <a:lnTo>
                  <a:pt x="2795016" y="2049678"/>
                </a:lnTo>
                <a:moveTo>
                  <a:pt x="2661920" y="2049678"/>
                </a:moveTo>
                <a:lnTo>
                  <a:pt x="2661920" y="2182774"/>
                </a:lnTo>
                <a:moveTo>
                  <a:pt x="2661920" y="2182774"/>
                </a:moveTo>
                <a:lnTo>
                  <a:pt x="2795016" y="2182774"/>
                </a:lnTo>
                <a:moveTo>
                  <a:pt x="2661920" y="2182774"/>
                </a:moveTo>
                <a:lnTo>
                  <a:pt x="2661920" y="2315870"/>
                </a:lnTo>
                <a:moveTo>
                  <a:pt x="2661920" y="2315870"/>
                </a:moveTo>
                <a:lnTo>
                  <a:pt x="2795016" y="2315870"/>
                </a:lnTo>
                <a:moveTo>
                  <a:pt x="2661920" y="2315870"/>
                </a:moveTo>
                <a:lnTo>
                  <a:pt x="2661920" y="2448966"/>
                </a:lnTo>
                <a:moveTo>
                  <a:pt x="2661920" y="2448966"/>
                </a:moveTo>
                <a:lnTo>
                  <a:pt x="2795016" y="2448966"/>
                </a:lnTo>
                <a:moveTo>
                  <a:pt x="2661920" y="2448966"/>
                </a:moveTo>
                <a:lnTo>
                  <a:pt x="2661920" y="2582062"/>
                </a:lnTo>
                <a:moveTo>
                  <a:pt x="2661920" y="2582062"/>
                </a:moveTo>
                <a:lnTo>
                  <a:pt x="2795016" y="2582062"/>
                </a:lnTo>
                <a:moveTo>
                  <a:pt x="2661920" y="2582062"/>
                </a:moveTo>
                <a:lnTo>
                  <a:pt x="2661920" y="2715158"/>
                </a:lnTo>
                <a:moveTo>
                  <a:pt x="2661920" y="2715158"/>
                </a:moveTo>
                <a:lnTo>
                  <a:pt x="2795016" y="2715158"/>
                </a:lnTo>
                <a:moveTo>
                  <a:pt x="2661920" y="2715158"/>
                </a:moveTo>
                <a:lnTo>
                  <a:pt x="2661920" y="2848254"/>
                </a:lnTo>
                <a:moveTo>
                  <a:pt x="2661920" y="2848254"/>
                </a:moveTo>
                <a:lnTo>
                  <a:pt x="2795016" y="2848254"/>
                </a:lnTo>
                <a:moveTo>
                  <a:pt x="2661920" y="2848254"/>
                </a:moveTo>
                <a:lnTo>
                  <a:pt x="2661920" y="2981350"/>
                </a:lnTo>
                <a:moveTo>
                  <a:pt x="2661920" y="2981350"/>
                </a:moveTo>
                <a:lnTo>
                  <a:pt x="2795016" y="2981350"/>
                </a:lnTo>
                <a:moveTo>
                  <a:pt x="2661920" y="2981350"/>
                </a:moveTo>
                <a:lnTo>
                  <a:pt x="2661920" y="3114446"/>
                </a:lnTo>
                <a:moveTo>
                  <a:pt x="2661920" y="3114446"/>
                </a:moveTo>
                <a:lnTo>
                  <a:pt x="2795016" y="3114446"/>
                </a:lnTo>
                <a:moveTo>
                  <a:pt x="2661920" y="3114446"/>
                </a:moveTo>
                <a:lnTo>
                  <a:pt x="2661920" y="3247542"/>
                </a:lnTo>
                <a:moveTo>
                  <a:pt x="2661920" y="3247542"/>
                </a:moveTo>
                <a:lnTo>
                  <a:pt x="2795016" y="3247542"/>
                </a:lnTo>
                <a:moveTo>
                  <a:pt x="2661920" y="3247542"/>
                </a:moveTo>
                <a:lnTo>
                  <a:pt x="2661920" y="3380638"/>
                </a:lnTo>
                <a:moveTo>
                  <a:pt x="2661920" y="3380638"/>
                </a:moveTo>
                <a:lnTo>
                  <a:pt x="2795016" y="3380638"/>
                </a:lnTo>
                <a:moveTo>
                  <a:pt x="2661920" y="3380638"/>
                </a:moveTo>
                <a:lnTo>
                  <a:pt x="2661920" y="3513734"/>
                </a:lnTo>
                <a:moveTo>
                  <a:pt x="2661920" y="3513734"/>
                </a:moveTo>
                <a:lnTo>
                  <a:pt x="2795016" y="3513734"/>
                </a:lnTo>
                <a:moveTo>
                  <a:pt x="2661920" y="3513734"/>
                </a:moveTo>
                <a:lnTo>
                  <a:pt x="2661920" y="3646830"/>
                </a:lnTo>
                <a:moveTo>
                  <a:pt x="2661920" y="3646830"/>
                </a:moveTo>
                <a:lnTo>
                  <a:pt x="2795016" y="3646830"/>
                </a:lnTo>
                <a:moveTo>
                  <a:pt x="2661920" y="3646830"/>
                </a:moveTo>
                <a:lnTo>
                  <a:pt x="2661920" y="3779926"/>
                </a:lnTo>
                <a:moveTo>
                  <a:pt x="2661920" y="3779926"/>
                </a:moveTo>
                <a:lnTo>
                  <a:pt x="2795016" y="3779926"/>
                </a:lnTo>
                <a:moveTo>
                  <a:pt x="2661920" y="3779926"/>
                </a:moveTo>
                <a:lnTo>
                  <a:pt x="2661920" y="3913022"/>
                </a:lnTo>
                <a:moveTo>
                  <a:pt x="2661920" y="3913022"/>
                </a:moveTo>
                <a:lnTo>
                  <a:pt x="2795016" y="3913022"/>
                </a:lnTo>
                <a:moveTo>
                  <a:pt x="2661920" y="3913022"/>
                </a:moveTo>
                <a:lnTo>
                  <a:pt x="2661920" y="4046118"/>
                </a:lnTo>
                <a:moveTo>
                  <a:pt x="2661920" y="4046118"/>
                </a:moveTo>
                <a:lnTo>
                  <a:pt x="2795016" y="4046118"/>
                </a:lnTo>
                <a:moveTo>
                  <a:pt x="2661920" y="4046118"/>
                </a:moveTo>
                <a:lnTo>
                  <a:pt x="2661920" y="4179214"/>
                </a:lnTo>
                <a:moveTo>
                  <a:pt x="2661920" y="4179214"/>
                </a:moveTo>
                <a:lnTo>
                  <a:pt x="2795016" y="4179214"/>
                </a:lnTo>
                <a:moveTo>
                  <a:pt x="2661920" y="4179214"/>
                </a:moveTo>
                <a:lnTo>
                  <a:pt x="2661920" y="4312310"/>
                </a:lnTo>
                <a:moveTo>
                  <a:pt x="2661920" y="4312310"/>
                </a:moveTo>
                <a:lnTo>
                  <a:pt x="2795016" y="4312310"/>
                </a:lnTo>
                <a:moveTo>
                  <a:pt x="2661920" y="4312310"/>
                </a:moveTo>
                <a:lnTo>
                  <a:pt x="2661920" y="4445406"/>
                </a:lnTo>
                <a:moveTo>
                  <a:pt x="2661920" y="4445406"/>
                </a:moveTo>
                <a:lnTo>
                  <a:pt x="2795016" y="4445406"/>
                </a:lnTo>
                <a:moveTo>
                  <a:pt x="2661920" y="4445406"/>
                </a:moveTo>
                <a:lnTo>
                  <a:pt x="2661920" y="4578502"/>
                </a:lnTo>
                <a:moveTo>
                  <a:pt x="2661920" y="4578502"/>
                </a:moveTo>
                <a:lnTo>
                  <a:pt x="2795016" y="4578502"/>
                </a:lnTo>
                <a:moveTo>
                  <a:pt x="2661920" y="4578502"/>
                </a:moveTo>
                <a:lnTo>
                  <a:pt x="2661920" y="4711598"/>
                </a:lnTo>
                <a:moveTo>
                  <a:pt x="2661920" y="4711598"/>
                </a:moveTo>
                <a:lnTo>
                  <a:pt x="2795016" y="4711598"/>
                </a:lnTo>
                <a:moveTo>
                  <a:pt x="2661920" y="4711598"/>
                </a:moveTo>
                <a:lnTo>
                  <a:pt x="2661920" y="4844694"/>
                </a:lnTo>
                <a:moveTo>
                  <a:pt x="2661920" y="4844694"/>
                </a:moveTo>
                <a:lnTo>
                  <a:pt x="2795016" y="4844694"/>
                </a:lnTo>
                <a:moveTo>
                  <a:pt x="2661920" y="4844694"/>
                </a:moveTo>
                <a:lnTo>
                  <a:pt x="2661920" y="4977790"/>
                </a:lnTo>
                <a:moveTo>
                  <a:pt x="2661920" y="4977790"/>
                </a:moveTo>
                <a:lnTo>
                  <a:pt x="2795016" y="4977790"/>
                </a:lnTo>
                <a:moveTo>
                  <a:pt x="2661920" y="4977790"/>
                </a:moveTo>
                <a:lnTo>
                  <a:pt x="2661920" y="5044338"/>
                </a:lnTo>
                <a:moveTo>
                  <a:pt x="2795016" y="0"/>
                </a:moveTo>
                <a:lnTo>
                  <a:pt x="2795016" y="53238"/>
                </a:lnTo>
                <a:moveTo>
                  <a:pt x="2795016" y="53238"/>
                </a:moveTo>
                <a:lnTo>
                  <a:pt x="2928112" y="53238"/>
                </a:lnTo>
                <a:moveTo>
                  <a:pt x="2795016" y="53238"/>
                </a:moveTo>
                <a:lnTo>
                  <a:pt x="2795016" y="186334"/>
                </a:lnTo>
                <a:moveTo>
                  <a:pt x="2795016" y="186334"/>
                </a:moveTo>
                <a:lnTo>
                  <a:pt x="2928112" y="186334"/>
                </a:lnTo>
                <a:moveTo>
                  <a:pt x="2795016" y="186334"/>
                </a:moveTo>
                <a:lnTo>
                  <a:pt x="2795016" y="319430"/>
                </a:lnTo>
                <a:moveTo>
                  <a:pt x="2795016" y="319430"/>
                </a:moveTo>
                <a:lnTo>
                  <a:pt x="2928112" y="319430"/>
                </a:lnTo>
                <a:moveTo>
                  <a:pt x="2795016" y="319430"/>
                </a:moveTo>
                <a:lnTo>
                  <a:pt x="2795016" y="452526"/>
                </a:lnTo>
                <a:moveTo>
                  <a:pt x="2795016" y="452526"/>
                </a:moveTo>
                <a:lnTo>
                  <a:pt x="2928112" y="452526"/>
                </a:lnTo>
                <a:moveTo>
                  <a:pt x="2795016" y="452526"/>
                </a:moveTo>
                <a:lnTo>
                  <a:pt x="2795016" y="585622"/>
                </a:lnTo>
                <a:moveTo>
                  <a:pt x="2795016" y="585622"/>
                </a:moveTo>
                <a:lnTo>
                  <a:pt x="2928112" y="585622"/>
                </a:lnTo>
                <a:moveTo>
                  <a:pt x="2795016" y="585622"/>
                </a:moveTo>
                <a:lnTo>
                  <a:pt x="2795016" y="718718"/>
                </a:lnTo>
                <a:moveTo>
                  <a:pt x="2795016" y="718718"/>
                </a:moveTo>
                <a:lnTo>
                  <a:pt x="2928112" y="718718"/>
                </a:lnTo>
                <a:moveTo>
                  <a:pt x="2795016" y="718718"/>
                </a:moveTo>
                <a:lnTo>
                  <a:pt x="2795016" y="851814"/>
                </a:lnTo>
                <a:moveTo>
                  <a:pt x="2795016" y="851814"/>
                </a:moveTo>
                <a:lnTo>
                  <a:pt x="2928112" y="851814"/>
                </a:lnTo>
                <a:moveTo>
                  <a:pt x="2795016" y="851814"/>
                </a:moveTo>
                <a:lnTo>
                  <a:pt x="2795016" y="984910"/>
                </a:lnTo>
                <a:moveTo>
                  <a:pt x="2795016" y="984910"/>
                </a:moveTo>
                <a:lnTo>
                  <a:pt x="2928112" y="984910"/>
                </a:lnTo>
                <a:moveTo>
                  <a:pt x="2795016" y="984910"/>
                </a:moveTo>
                <a:lnTo>
                  <a:pt x="2795016" y="1118006"/>
                </a:lnTo>
                <a:moveTo>
                  <a:pt x="2795016" y="1118006"/>
                </a:moveTo>
                <a:lnTo>
                  <a:pt x="2928112" y="1118006"/>
                </a:lnTo>
                <a:moveTo>
                  <a:pt x="2795016" y="1118006"/>
                </a:moveTo>
                <a:lnTo>
                  <a:pt x="2795016" y="1251102"/>
                </a:lnTo>
                <a:moveTo>
                  <a:pt x="2795016" y="1251102"/>
                </a:moveTo>
                <a:lnTo>
                  <a:pt x="2928112" y="1251102"/>
                </a:lnTo>
                <a:moveTo>
                  <a:pt x="2795016" y="1251102"/>
                </a:moveTo>
                <a:lnTo>
                  <a:pt x="2795016" y="1384198"/>
                </a:lnTo>
                <a:moveTo>
                  <a:pt x="2795016" y="1384198"/>
                </a:moveTo>
                <a:lnTo>
                  <a:pt x="2928112" y="1384198"/>
                </a:lnTo>
                <a:moveTo>
                  <a:pt x="2795016" y="1384198"/>
                </a:moveTo>
                <a:lnTo>
                  <a:pt x="2795016" y="1517294"/>
                </a:lnTo>
                <a:moveTo>
                  <a:pt x="2795016" y="1517294"/>
                </a:moveTo>
                <a:lnTo>
                  <a:pt x="2928112" y="1517294"/>
                </a:lnTo>
                <a:moveTo>
                  <a:pt x="2795016" y="1517294"/>
                </a:moveTo>
                <a:lnTo>
                  <a:pt x="2795016" y="1650390"/>
                </a:lnTo>
                <a:moveTo>
                  <a:pt x="2795016" y="1650390"/>
                </a:moveTo>
                <a:lnTo>
                  <a:pt x="2928112" y="1650390"/>
                </a:lnTo>
                <a:moveTo>
                  <a:pt x="2795016" y="1650390"/>
                </a:moveTo>
                <a:lnTo>
                  <a:pt x="2795016" y="1783486"/>
                </a:lnTo>
                <a:moveTo>
                  <a:pt x="2795016" y="1783486"/>
                </a:moveTo>
                <a:lnTo>
                  <a:pt x="2928112" y="1783486"/>
                </a:lnTo>
                <a:moveTo>
                  <a:pt x="2795016" y="1783486"/>
                </a:moveTo>
                <a:lnTo>
                  <a:pt x="2795016" y="1916582"/>
                </a:lnTo>
                <a:moveTo>
                  <a:pt x="2795016" y="1916582"/>
                </a:moveTo>
                <a:lnTo>
                  <a:pt x="2928112" y="1916582"/>
                </a:lnTo>
                <a:moveTo>
                  <a:pt x="2795016" y="1916582"/>
                </a:moveTo>
                <a:lnTo>
                  <a:pt x="2795016" y="2049678"/>
                </a:lnTo>
                <a:moveTo>
                  <a:pt x="2795016" y="2049678"/>
                </a:moveTo>
                <a:lnTo>
                  <a:pt x="2928112" y="2049678"/>
                </a:lnTo>
                <a:moveTo>
                  <a:pt x="2795016" y="2049678"/>
                </a:moveTo>
                <a:lnTo>
                  <a:pt x="2795016" y="2182774"/>
                </a:lnTo>
                <a:moveTo>
                  <a:pt x="2795016" y="2182774"/>
                </a:moveTo>
                <a:lnTo>
                  <a:pt x="2928112" y="2182774"/>
                </a:lnTo>
                <a:moveTo>
                  <a:pt x="2795016" y="2182774"/>
                </a:moveTo>
                <a:lnTo>
                  <a:pt x="2795016" y="2315870"/>
                </a:lnTo>
                <a:moveTo>
                  <a:pt x="2795016" y="2315870"/>
                </a:moveTo>
                <a:lnTo>
                  <a:pt x="2928112" y="2315870"/>
                </a:lnTo>
                <a:moveTo>
                  <a:pt x="2795016" y="2315870"/>
                </a:moveTo>
                <a:lnTo>
                  <a:pt x="2795016" y="2448966"/>
                </a:lnTo>
                <a:moveTo>
                  <a:pt x="2795016" y="2448966"/>
                </a:moveTo>
                <a:lnTo>
                  <a:pt x="2928112" y="2448966"/>
                </a:lnTo>
                <a:moveTo>
                  <a:pt x="2795016" y="2448966"/>
                </a:moveTo>
                <a:lnTo>
                  <a:pt x="2795016" y="2582062"/>
                </a:lnTo>
                <a:moveTo>
                  <a:pt x="2795016" y="2582062"/>
                </a:moveTo>
                <a:lnTo>
                  <a:pt x="2928112" y="2582062"/>
                </a:lnTo>
                <a:moveTo>
                  <a:pt x="2795016" y="2582062"/>
                </a:moveTo>
                <a:lnTo>
                  <a:pt x="2795016" y="2715158"/>
                </a:lnTo>
                <a:moveTo>
                  <a:pt x="2795016" y="2715158"/>
                </a:moveTo>
                <a:lnTo>
                  <a:pt x="2928112" y="2715158"/>
                </a:lnTo>
                <a:moveTo>
                  <a:pt x="2795016" y="2715158"/>
                </a:moveTo>
                <a:lnTo>
                  <a:pt x="2795016" y="2848254"/>
                </a:lnTo>
                <a:moveTo>
                  <a:pt x="2795016" y="2848254"/>
                </a:moveTo>
                <a:lnTo>
                  <a:pt x="2928112" y="2848254"/>
                </a:lnTo>
                <a:moveTo>
                  <a:pt x="2795016" y="2848254"/>
                </a:moveTo>
                <a:lnTo>
                  <a:pt x="2795016" y="2981350"/>
                </a:lnTo>
                <a:moveTo>
                  <a:pt x="2795016" y="2981350"/>
                </a:moveTo>
                <a:lnTo>
                  <a:pt x="2928112" y="2981350"/>
                </a:lnTo>
                <a:moveTo>
                  <a:pt x="2795016" y="2981350"/>
                </a:moveTo>
                <a:lnTo>
                  <a:pt x="2795016" y="3114446"/>
                </a:lnTo>
                <a:moveTo>
                  <a:pt x="2795016" y="3114446"/>
                </a:moveTo>
                <a:lnTo>
                  <a:pt x="2928112" y="3114446"/>
                </a:lnTo>
                <a:moveTo>
                  <a:pt x="2795016" y="3114446"/>
                </a:moveTo>
                <a:lnTo>
                  <a:pt x="2795016" y="3247542"/>
                </a:lnTo>
                <a:moveTo>
                  <a:pt x="2795016" y="3247542"/>
                </a:moveTo>
                <a:lnTo>
                  <a:pt x="2928112" y="3247542"/>
                </a:lnTo>
                <a:moveTo>
                  <a:pt x="2795016" y="3247542"/>
                </a:moveTo>
                <a:lnTo>
                  <a:pt x="2795016" y="3380638"/>
                </a:lnTo>
                <a:moveTo>
                  <a:pt x="2795016" y="3380638"/>
                </a:moveTo>
                <a:lnTo>
                  <a:pt x="2928112" y="3380638"/>
                </a:lnTo>
                <a:moveTo>
                  <a:pt x="2795016" y="3380638"/>
                </a:moveTo>
                <a:lnTo>
                  <a:pt x="2795016" y="3513734"/>
                </a:lnTo>
                <a:moveTo>
                  <a:pt x="2795016" y="3513734"/>
                </a:moveTo>
                <a:lnTo>
                  <a:pt x="2928112" y="3513734"/>
                </a:lnTo>
                <a:moveTo>
                  <a:pt x="2795016" y="3513734"/>
                </a:moveTo>
                <a:lnTo>
                  <a:pt x="2795016" y="3646830"/>
                </a:lnTo>
                <a:moveTo>
                  <a:pt x="2795016" y="3646830"/>
                </a:moveTo>
                <a:lnTo>
                  <a:pt x="2928112" y="3646830"/>
                </a:lnTo>
                <a:moveTo>
                  <a:pt x="2795016" y="3646830"/>
                </a:moveTo>
                <a:lnTo>
                  <a:pt x="2795016" y="3779926"/>
                </a:lnTo>
                <a:moveTo>
                  <a:pt x="2795016" y="3779926"/>
                </a:moveTo>
                <a:lnTo>
                  <a:pt x="2928112" y="3779926"/>
                </a:lnTo>
                <a:moveTo>
                  <a:pt x="2795016" y="3779926"/>
                </a:moveTo>
                <a:lnTo>
                  <a:pt x="2795016" y="3913022"/>
                </a:lnTo>
                <a:moveTo>
                  <a:pt x="2795016" y="3913022"/>
                </a:moveTo>
                <a:lnTo>
                  <a:pt x="2928112" y="3913022"/>
                </a:lnTo>
                <a:moveTo>
                  <a:pt x="2795016" y="3913022"/>
                </a:moveTo>
                <a:lnTo>
                  <a:pt x="2795016" y="4046118"/>
                </a:lnTo>
                <a:moveTo>
                  <a:pt x="2795016" y="4046118"/>
                </a:moveTo>
                <a:lnTo>
                  <a:pt x="2928112" y="4046118"/>
                </a:lnTo>
                <a:moveTo>
                  <a:pt x="2795016" y="4046118"/>
                </a:moveTo>
                <a:lnTo>
                  <a:pt x="2795016" y="4179214"/>
                </a:lnTo>
                <a:moveTo>
                  <a:pt x="2795016" y="4179214"/>
                </a:moveTo>
                <a:lnTo>
                  <a:pt x="2928112" y="4179214"/>
                </a:lnTo>
                <a:moveTo>
                  <a:pt x="2795016" y="4179214"/>
                </a:moveTo>
                <a:lnTo>
                  <a:pt x="2795016" y="4312310"/>
                </a:lnTo>
                <a:moveTo>
                  <a:pt x="2795016" y="4312310"/>
                </a:moveTo>
                <a:lnTo>
                  <a:pt x="2928112" y="4312310"/>
                </a:lnTo>
                <a:moveTo>
                  <a:pt x="2795016" y="4312310"/>
                </a:moveTo>
                <a:lnTo>
                  <a:pt x="2795016" y="4445406"/>
                </a:lnTo>
                <a:moveTo>
                  <a:pt x="2795016" y="4445406"/>
                </a:moveTo>
                <a:lnTo>
                  <a:pt x="2928112" y="4445406"/>
                </a:lnTo>
                <a:moveTo>
                  <a:pt x="2795016" y="4445406"/>
                </a:moveTo>
                <a:lnTo>
                  <a:pt x="2795016" y="4578502"/>
                </a:lnTo>
                <a:moveTo>
                  <a:pt x="2795016" y="4578502"/>
                </a:moveTo>
                <a:lnTo>
                  <a:pt x="2928112" y="4578502"/>
                </a:lnTo>
                <a:moveTo>
                  <a:pt x="2795016" y="4578502"/>
                </a:moveTo>
                <a:lnTo>
                  <a:pt x="2795016" y="4711598"/>
                </a:lnTo>
                <a:moveTo>
                  <a:pt x="2795016" y="4711598"/>
                </a:moveTo>
                <a:lnTo>
                  <a:pt x="2928112" y="4711598"/>
                </a:lnTo>
                <a:moveTo>
                  <a:pt x="2795016" y="4711598"/>
                </a:moveTo>
                <a:lnTo>
                  <a:pt x="2795016" y="4844694"/>
                </a:lnTo>
                <a:moveTo>
                  <a:pt x="2795016" y="4844694"/>
                </a:moveTo>
                <a:lnTo>
                  <a:pt x="2928112" y="4844694"/>
                </a:lnTo>
                <a:moveTo>
                  <a:pt x="2795016" y="4844694"/>
                </a:moveTo>
                <a:lnTo>
                  <a:pt x="2795016" y="4977790"/>
                </a:lnTo>
                <a:moveTo>
                  <a:pt x="2795016" y="4977790"/>
                </a:moveTo>
                <a:lnTo>
                  <a:pt x="2928112" y="4977790"/>
                </a:lnTo>
                <a:moveTo>
                  <a:pt x="2795016" y="4977790"/>
                </a:moveTo>
                <a:lnTo>
                  <a:pt x="2795016" y="5044338"/>
                </a:lnTo>
                <a:moveTo>
                  <a:pt x="2928112" y="0"/>
                </a:moveTo>
                <a:lnTo>
                  <a:pt x="2928112" y="53238"/>
                </a:lnTo>
                <a:moveTo>
                  <a:pt x="2928112" y="53238"/>
                </a:moveTo>
                <a:lnTo>
                  <a:pt x="3061208" y="53238"/>
                </a:lnTo>
                <a:moveTo>
                  <a:pt x="2928112" y="53238"/>
                </a:moveTo>
                <a:lnTo>
                  <a:pt x="2928112" y="186334"/>
                </a:lnTo>
                <a:moveTo>
                  <a:pt x="2928112" y="186334"/>
                </a:moveTo>
                <a:lnTo>
                  <a:pt x="3061208" y="186334"/>
                </a:lnTo>
                <a:moveTo>
                  <a:pt x="2928112" y="186334"/>
                </a:moveTo>
                <a:lnTo>
                  <a:pt x="2928112" y="319430"/>
                </a:lnTo>
                <a:moveTo>
                  <a:pt x="2928112" y="319430"/>
                </a:moveTo>
                <a:lnTo>
                  <a:pt x="3061208" y="319430"/>
                </a:lnTo>
                <a:moveTo>
                  <a:pt x="2928112" y="319430"/>
                </a:moveTo>
                <a:lnTo>
                  <a:pt x="2928112" y="452526"/>
                </a:lnTo>
                <a:moveTo>
                  <a:pt x="2928112" y="452526"/>
                </a:moveTo>
                <a:lnTo>
                  <a:pt x="3061208" y="452526"/>
                </a:lnTo>
                <a:moveTo>
                  <a:pt x="2928112" y="452526"/>
                </a:moveTo>
                <a:lnTo>
                  <a:pt x="2928112" y="585622"/>
                </a:lnTo>
                <a:moveTo>
                  <a:pt x="2928112" y="585622"/>
                </a:moveTo>
                <a:lnTo>
                  <a:pt x="3061208" y="585622"/>
                </a:lnTo>
                <a:moveTo>
                  <a:pt x="2928112" y="585622"/>
                </a:moveTo>
                <a:lnTo>
                  <a:pt x="2928112" y="718718"/>
                </a:lnTo>
                <a:moveTo>
                  <a:pt x="2928112" y="718718"/>
                </a:moveTo>
                <a:lnTo>
                  <a:pt x="3061208" y="718718"/>
                </a:lnTo>
                <a:moveTo>
                  <a:pt x="2928112" y="718718"/>
                </a:moveTo>
                <a:lnTo>
                  <a:pt x="2928112" y="851814"/>
                </a:lnTo>
                <a:moveTo>
                  <a:pt x="2928112" y="851814"/>
                </a:moveTo>
                <a:lnTo>
                  <a:pt x="3061208" y="851814"/>
                </a:lnTo>
                <a:moveTo>
                  <a:pt x="2928112" y="851814"/>
                </a:moveTo>
                <a:lnTo>
                  <a:pt x="2928112" y="984910"/>
                </a:lnTo>
                <a:moveTo>
                  <a:pt x="2928112" y="984910"/>
                </a:moveTo>
                <a:lnTo>
                  <a:pt x="3061208" y="984910"/>
                </a:lnTo>
                <a:moveTo>
                  <a:pt x="2928112" y="984910"/>
                </a:moveTo>
                <a:lnTo>
                  <a:pt x="2928112" y="1118006"/>
                </a:lnTo>
                <a:moveTo>
                  <a:pt x="2928112" y="1118006"/>
                </a:moveTo>
                <a:lnTo>
                  <a:pt x="3061208" y="1118006"/>
                </a:lnTo>
                <a:moveTo>
                  <a:pt x="2928112" y="1118006"/>
                </a:moveTo>
                <a:lnTo>
                  <a:pt x="2928112" y="1251102"/>
                </a:lnTo>
                <a:moveTo>
                  <a:pt x="2928112" y="1251102"/>
                </a:moveTo>
                <a:lnTo>
                  <a:pt x="3061208" y="1251102"/>
                </a:lnTo>
                <a:moveTo>
                  <a:pt x="2928112" y="1251102"/>
                </a:moveTo>
                <a:lnTo>
                  <a:pt x="2928112" y="1384198"/>
                </a:lnTo>
                <a:moveTo>
                  <a:pt x="2928112" y="1384198"/>
                </a:moveTo>
                <a:lnTo>
                  <a:pt x="3061208" y="1384198"/>
                </a:lnTo>
                <a:moveTo>
                  <a:pt x="2928112" y="1384198"/>
                </a:moveTo>
                <a:lnTo>
                  <a:pt x="2928112" y="1517294"/>
                </a:lnTo>
                <a:moveTo>
                  <a:pt x="2928112" y="1517294"/>
                </a:moveTo>
                <a:lnTo>
                  <a:pt x="3061208" y="1517294"/>
                </a:lnTo>
                <a:moveTo>
                  <a:pt x="2928112" y="1517294"/>
                </a:moveTo>
                <a:lnTo>
                  <a:pt x="2928112" y="1650390"/>
                </a:lnTo>
                <a:moveTo>
                  <a:pt x="2928112" y="1650390"/>
                </a:moveTo>
                <a:lnTo>
                  <a:pt x="3061208" y="1650390"/>
                </a:lnTo>
                <a:moveTo>
                  <a:pt x="2928112" y="1650390"/>
                </a:moveTo>
                <a:lnTo>
                  <a:pt x="2928112" y="1783486"/>
                </a:lnTo>
                <a:moveTo>
                  <a:pt x="2928112" y="1783486"/>
                </a:moveTo>
                <a:lnTo>
                  <a:pt x="3061208" y="1783486"/>
                </a:lnTo>
                <a:moveTo>
                  <a:pt x="2928112" y="1783486"/>
                </a:moveTo>
                <a:lnTo>
                  <a:pt x="2928112" y="1916582"/>
                </a:lnTo>
                <a:moveTo>
                  <a:pt x="2928112" y="1916582"/>
                </a:moveTo>
                <a:lnTo>
                  <a:pt x="3061208" y="1916582"/>
                </a:lnTo>
                <a:moveTo>
                  <a:pt x="2928112" y="1916582"/>
                </a:moveTo>
                <a:lnTo>
                  <a:pt x="2928112" y="2049678"/>
                </a:lnTo>
                <a:moveTo>
                  <a:pt x="2928112" y="2049678"/>
                </a:moveTo>
                <a:lnTo>
                  <a:pt x="3061208" y="2049678"/>
                </a:lnTo>
                <a:moveTo>
                  <a:pt x="2928112" y="2049678"/>
                </a:moveTo>
                <a:lnTo>
                  <a:pt x="2928112" y="2182774"/>
                </a:lnTo>
                <a:moveTo>
                  <a:pt x="2928112" y="2182774"/>
                </a:moveTo>
                <a:lnTo>
                  <a:pt x="3061208" y="2182774"/>
                </a:lnTo>
                <a:moveTo>
                  <a:pt x="2928112" y="2182774"/>
                </a:moveTo>
                <a:lnTo>
                  <a:pt x="2928112" y="2315870"/>
                </a:lnTo>
                <a:moveTo>
                  <a:pt x="2928112" y="2315870"/>
                </a:moveTo>
                <a:lnTo>
                  <a:pt x="3061208" y="2315870"/>
                </a:lnTo>
                <a:moveTo>
                  <a:pt x="2928112" y="2315870"/>
                </a:moveTo>
                <a:lnTo>
                  <a:pt x="2928112" y="2448966"/>
                </a:lnTo>
                <a:moveTo>
                  <a:pt x="2928112" y="2448966"/>
                </a:moveTo>
                <a:lnTo>
                  <a:pt x="3061208" y="2448966"/>
                </a:lnTo>
                <a:moveTo>
                  <a:pt x="2928112" y="2448966"/>
                </a:moveTo>
                <a:lnTo>
                  <a:pt x="2928112" y="2582062"/>
                </a:lnTo>
                <a:moveTo>
                  <a:pt x="2928112" y="2582062"/>
                </a:moveTo>
                <a:lnTo>
                  <a:pt x="3061208" y="2582062"/>
                </a:lnTo>
                <a:moveTo>
                  <a:pt x="2928112" y="2582062"/>
                </a:moveTo>
                <a:lnTo>
                  <a:pt x="2928112" y="2715158"/>
                </a:lnTo>
                <a:moveTo>
                  <a:pt x="2928112" y="2715158"/>
                </a:moveTo>
                <a:lnTo>
                  <a:pt x="3061208" y="2715158"/>
                </a:lnTo>
                <a:moveTo>
                  <a:pt x="2928112" y="2715158"/>
                </a:moveTo>
                <a:lnTo>
                  <a:pt x="2928112" y="2848254"/>
                </a:lnTo>
                <a:moveTo>
                  <a:pt x="2928112" y="2848254"/>
                </a:moveTo>
                <a:lnTo>
                  <a:pt x="3061208" y="2848254"/>
                </a:lnTo>
                <a:moveTo>
                  <a:pt x="2928112" y="2848254"/>
                </a:moveTo>
                <a:lnTo>
                  <a:pt x="2928112" y="2981350"/>
                </a:lnTo>
                <a:moveTo>
                  <a:pt x="2928112" y="2981350"/>
                </a:moveTo>
                <a:lnTo>
                  <a:pt x="3061208" y="2981350"/>
                </a:lnTo>
                <a:moveTo>
                  <a:pt x="2928112" y="2981350"/>
                </a:moveTo>
                <a:lnTo>
                  <a:pt x="2928112" y="3114446"/>
                </a:lnTo>
                <a:moveTo>
                  <a:pt x="2928112" y="3114446"/>
                </a:moveTo>
                <a:lnTo>
                  <a:pt x="3061208" y="3114446"/>
                </a:lnTo>
                <a:moveTo>
                  <a:pt x="2928112" y="3114446"/>
                </a:moveTo>
                <a:lnTo>
                  <a:pt x="2928112" y="3247542"/>
                </a:lnTo>
                <a:moveTo>
                  <a:pt x="2928112" y="3247542"/>
                </a:moveTo>
                <a:lnTo>
                  <a:pt x="3061208" y="3247542"/>
                </a:lnTo>
                <a:moveTo>
                  <a:pt x="2928112" y="3247542"/>
                </a:moveTo>
                <a:lnTo>
                  <a:pt x="2928112" y="3380638"/>
                </a:lnTo>
                <a:moveTo>
                  <a:pt x="2928112" y="3380638"/>
                </a:moveTo>
                <a:lnTo>
                  <a:pt x="3061208" y="3380638"/>
                </a:lnTo>
                <a:moveTo>
                  <a:pt x="2928112" y="3380638"/>
                </a:moveTo>
                <a:lnTo>
                  <a:pt x="2928112" y="3513734"/>
                </a:lnTo>
                <a:moveTo>
                  <a:pt x="2928112" y="3513734"/>
                </a:moveTo>
                <a:lnTo>
                  <a:pt x="3061208" y="3513734"/>
                </a:lnTo>
                <a:moveTo>
                  <a:pt x="2928112" y="3513734"/>
                </a:moveTo>
                <a:lnTo>
                  <a:pt x="2928112" y="3646830"/>
                </a:lnTo>
                <a:moveTo>
                  <a:pt x="2928112" y="3646830"/>
                </a:moveTo>
                <a:lnTo>
                  <a:pt x="3061208" y="3646830"/>
                </a:lnTo>
                <a:moveTo>
                  <a:pt x="2928112" y="3646830"/>
                </a:moveTo>
                <a:lnTo>
                  <a:pt x="2928112" y="3779926"/>
                </a:lnTo>
                <a:moveTo>
                  <a:pt x="2928112" y="3779926"/>
                </a:moveTo>
                <a:lnTo>
                  <a:pt x="3061208" y="3779926"/>
                </a:lnTo>
                <a:moveTo>
                  <a:pt x="2928112" y="3779926"/>
                </a:moveTo>
                <a:lnTo>
                  <a:pt x="2928112" y="3913022"/>
                </a:lnTo>
                <a:moveTo>
                  <a:pt x="2928112" y="3913022"/>
                </a:moveTo>
                <a:lnTo>
                  <a:pt x="3061208" y="3913022"/>
                </a:lnTo>
                <a:moveTo>
                  <a:pt x="2928112" y="3913022"/>
                </a:moveTo>
                <a:lnTo>
                  <a:pt x="2928112" y="4046118"/>
                </a:lnTo>
                <a:moveTo>
                  <a:pt x="2928112" y="4046118"/>
                </a:moveTo>
                <a:lnTo>
                  <a:pt x="3061208" y="4046118"/>
                </a:lnTo>
                <a:moveTo>
                  <a:pt x="2928112" y="4046118"/>
                </a:moveTo>
                <a:lnTo>
                  <a:pt x="2928112" y="4179214"/>
                </a:lnTo>
                <a:moveTo>
                  <a:pt x="2928112" y="4179214"/>
                </a:moveTo>
                <a:lnTo>
                  <a:pt x="3061208" y="4179214"/>
                </a:lnTo>
                <a:moveTo>
                  <a:pt x="2928112" y="4179214"/>
                </a:moveTo>
                <a:lnTo>
                  <a:pt x="2928112" y="4312310"/>
                </a:lnTo>
                <a:moveTo>
                  <a:pt x="2928112" y="4312310"/>
                </a:moveTo>
                <a:lnTo>
                  <a:pt x="3061208" y="4312310"/>
                </a:lnTo>
                <a:moveTo>
                  <a:pt x="2928112" y="4312310"/>
                </a:moveTo>
                <a:lnTo>
                  <a:pt x="2928112" y="4445406"/>
                </a:lnTo>
                <a:moveTo>
                  <a:pt x="2928112" y="4445406"/>
                </a:moveTo>
                <a:lnTo>
                  <a:pt x="3061208" y="4445406"/>
                </a:lnTo>
                <a:moveTo>
                  <a:pt x="2928112" y="4445406"/>
                </a:moveTo>
                <a:lnTo>
                  <a:pt x="2928112" y="4578502"/>
                </a:lnTo>
                <a:moveTo>
                  <a:pt x="2928112" y="4578502"/>
                </a:moveTo>
                <a:lnTo>
                  <a:pt x="3061208" y="4578502"/>
                </a:lnTo>
                <a:moveTo>
                  <a:pt x="2928112" y="4578502"/>
                </a:moveTo>
                <a:lnTo>
                  <a:pt x="2928112" y="4711598"/>
                </a:lnTo>
                <a:moveTo>
                  <a:pt x="2928112" y="4711598"/>
                </a:moveTo>
                <a:lnTo>
                  <a:pt x="3061208" y="4711598"/>
                </a:lnTo>
                <a:moveTo>
                  <a:pt x="2928112" y="4711598"/>
                </a:moveTo>
                <a:lnTo>
                  <a:pt x="2928112" y="4844694"/>
                </a:lnTo>
                <a:moveTo>
                  <a:pt x="2928112" y="4844694"/>
                </a:moveTo>
                <a:lnTo>
                  <a:pt x="3061208" y="4844694"/>
                </a:lnTo>
                <a:moveTo>
                  <a:pt x="2928112" y="4844694"/>
                </a:moveTo>
                <a:lnTo>
                  <a:pt x="2928112" y="4977790"/>
                </a:lnTo>
                <a:moveTo>
                  <a:pt x="2928112" y="4977790"/>
                </a:moveTo>
                <a:lnTo>
                  <a:pt x="3061208" y="4977790"/>
                </a:lnTo>
                <a:moveTo>
                  <a:pt x="2928112" y="4977790"/>
                </a:moveTo>
                <a:lnTo>
                  <a:pt x="2928112" y="5044338"/>
                </a:lnTo>
                <a:moveTo>
                  <a:pt x="3061208" y="0"/>
                </a:moveTo>
                <a:lnTo>
                  <a:pt x="3061208" y="53238"/>
                </a:lnTo>
                <a:moveTo>
                  <a:pt x="3061208" y="53238"/>
                </a:moveTo>
                <a:lnTo>
                  <a:pt x="3087827" y="53238"/>
                </a:lnTo>
                <a:moveTo>
                  <a:pt x="3061208" y="53238"/>
                </a:moveTo>
                <a:lnTo>
                  <a:pt x="3061208" y="186334"/>
                </a:lnTo>
                <a:moveTo>
                  <a:pt x="3061208" y="186334"/>
                </a:moveTo>
                <a:lnTo>
                  <a:pt x="3087827" y="186334"/>
                </a:lnTo>
                <a:moveTo>
                  <a:pt x="3061208" y="186334"/>
                </a:moveTo>
                <a:lnTo>
                  <a:pt x="3061208" y="319430"/>
                </a:lnTo>
                <a:moveTo>
                  <a:pt x="3061208" y="319430"/>
                </a:moveTo>
                <a:lnTo>
                  <a:pt x="3087827" y="319430"/>
                </a:lnTo>
                <a:moveTo>
                  <a:pt x="3061208" y="319430"/>
                </a:moveTo>
                <a:lnTo>
                  <a:pt x="3061208" y="452526"/>
                </a:lnTo>
                <a:moveTo>
                  <a:pt x="3061208" y="452526"/>
                </a:moveTo>
                <a:lnTo>
                  <a:pt x="3087827" y="452526"/>
                </a:lnTo>
                <a:moveTo>
                  <a:pt x="3061208" y="452526"/>
                </a:moveTo>
                <a:lnTo>
                  <a:pt x="3061208" y="585622"/>
                </a:lnTo>
                <a:moveTo>
                  <a:pt x="3061208" y="585622"/>
                </a:moveTo>
                <a:lnTo>
                  <a:pt x="3087827" y="585622"/>
                </a:lnTo>
                <a:moveTo>
                  <a:pt x="3061208" y="585622"/>
                </a:moveTo>
                <a:lnTo>
                  <a:pt x="3061208" y="718718"/>
                </a:lnTo>
                <a:moveTo>
                  <a:pt x="3061208" y="718718"/>
                </a:moveTo>
                <a:lnTo>
                  <a:pt x="3087827" y="718718"/>
                </a:lnTo>
                <a:moveTo>
                  <a:pt x="3061208" y="718718"/>
                </a:moveTo>
                <a:lnTo>
                  <a:pt x="3061208" y="851814"/>
                </a:lnTo>
                <a:moveTo>
                  <a:pt x="3061208" y="851814"/>
                </a:moveTo>
                <a:lnTo>
                  <a:pt x="3087827" y="851814"/>
                </a:lnTo>
                <a:moveTo>
                  <a:pt x="3061208" y="851814"/>
                </a:moveTo>
                <a:lnTo>
                  <a:pt x="3061208" y="984910"/>
                </a:lnTo>
                <a:moveTo>
                  <a:pt x="3061208" y="984910"/>
                </a:moveTo>
                <a:lnTo>
                  <a:pt x="3087827" y="984910"/>
                </a:lnTo>
                <a:moveTo>
                  <a:pt x="3061208" y="984910"/>
                </a:moveTo>
                <a:lnTo>
                  <a:pt x="3061208" y="1118006"/>
                </a:lnTo>
                <a:moveTo>
                  <a:pt x="3061208" y="1118006"/>
                </a:moveTo>
                <a:lnTo>
                  <a:pt x="3087827" y="1118006"/>
                </a:lnTo>
                <a:moveTo>
                  <a:pt x="3061208" y="1118006"/>
                </a:moveTo>
                <a:lnTo>
                  <a:pt x="3061208" y="1251102"/>
                </a:lnTo>
                <a:moveTo>
                  <a:pt x="3061208" y="1251102"/>
                </a:moveTo>
                <a:lnTo>
                  <a:pt x="3087827" y="1251102"/>
                </a:lnTo>
                <a:moveTo>
                  <a:pt x="3061208" y="1251102"/>
                </a:moveTo>
                <a:lnTo>
                  <a:pt x="3061208" y="1384198"/>
                </a:lnTo>
                <a:moveTo>
                  <a:pt x="3061208" y="1384198"/>
                </a:moveTo>
                <a:lnTo>
                  <a:pt x="3087827" y="1384198"/>
                </a:lnTo>
                <a:moveTo>
                  <a:pt x="3061208" y="1384198"/>
                </a:moveTo>
                <a:lnTo>
                  <a:pt x="3061208" y="1517294"/>
                </a:lnTo>
                <a:moveTo>
                  <a:pt x="3061208" y="1517294"/>
                </a:moveTo>
                <a:lnTo>
                  <a:pt x="3087827" y="1517294"/>
                </a:lnTo>
                <a:moveTo>
                  <a:pt x="3061208" y="1517294"/>
                </a:moveTo>
                <a:lnTo>
                  <a:pt x="3061208" y="1650390"/>
                </a:lnTo>
                <a:moveTo>
                  <a:pt x="3061208" y="1650390"/>
                </a:moveTo>
                <a:lnTo>
                  <a:pt x="3087827" y="1650390"/>
                </a:lnTo>
                <a:moveTo>
                  <a:pt x="3061208" y="1650390"/>
                </a:moveTo>
                <a:lnTo>
                  <a:pt x="3061208" y="1783486"/>
                </a:lnTo>
                <a:moveTo>
                  <a:pt x="3061208" y="1783486"/>
                </a:moveTo>
                <a:lnTo>
                  <a:pt x="3087827" y="1783486"/>
                </a:lnTo>
                <a:moveTo>
                  <a:pt x="3061208" y="1783486"/>
                </a:moveTo>
                <a:lnTo>
                  <a:pt x="3061208" y="1916582"/>
                </a:lnTo>
                <a:moveTo>
                  <a:pt x="3061208" y="1916582"/>
                </a:moveTo>
                <a:lnTo>
                  <a:pt x="3087827" y="1916582"/>
                </a:lnTo>
                <a:moveTo>
                  <a:pt x="3061208" y="1916582"/>
                </a:moveTo>
                <a:lnTo>
                  <a:pt x="3061208" y="2049678"/>
                </a:lnTo>
                <a:moveTo>
                  <a:pt x="3061208" y="2049678"/>
                </a:moveTo>
                <a:lnTo>
                  <a:pt x="3087827" y="2049678"/>
                </a:lnTo>
                <a:moveTo>
                  <a:pt x="3061208" y="2049678"/>
                </a:moveTo>
                <a:lnTo>
                  <a:pt x="3061208" y="2182774"/>
                </a:lnTo>
                <a:moveTo>
                  <a:pt x="3061208" y="2182774"/>
                </a:moveTo>
                <a:lnTo>
                  <a:pt x="3087827" y="2182774"/>
                </a:lnTo>
                <a:moveTo>
                  <a:pt x="3061208" y="2182774"/>
                </a:moveTo>
                <a:lnTo>
                  <a:pt x="3061208" y="2315870"/>
                </a:lnTo>
                <a:moveTo>
                  <a:pt x="3061208" y="2315870"/>
                </a:moveTo>
                <a:lnTo>
                  <a:pt x="3087827" y="2315870"/>
                </a:lnTo>
                <a:moveTo>
                  <a:pt x="3061208" y="2315870"/>
                </a:moveTo>
                <a:lnTo>
                  <a:pt x="3061208" y="2448966"/>
                </a:lnTo>
                <a:moveTo>
                  <a:pt x="3061208" y="2448966"/>
                </a:moveTo>
                <a:lnTo>
                  <a:pt x="3087827" y="2448966"/>
                </a:lnTo>
                <a:moveTo>
                  <a:pt x="3061208" y="2448966"/>
                </a:moveTo>
                <a:lnTo>
                  <a:pt x="3061208" y="2582062"/>
                </a:lnTo>
                <a:moveTo>
                  <a:pt x="3061208" y="2582062"/>
                </a:moveTo>
                <a:lnTo>
                  <a:pt x="3087827" y="2582062"/>
                </a:lnTo>
                <a:moveTo>
                  <a:pt x="3061208" y="2582062"/>
                </a:moveTo>
                <a:lnTo>
                  <a:pt x="3061208" y="2715158"/>
                </a:lnTo>
                <a:moveTo>
                  <a:pt x="3061208" y="2715158"/>
                </a:moveTo>
                <a:lnTo>
                  <a:pt x="3087827" y="2715158"/>
                </a:lnTo>
                <a:moveTo>
                  <a:pt x="3061208" y="2715158"/>
                </a:moveTo>
                <a:lnTo>
                  <a:pt x="3061208" y="2848254"/>
                </a:lnTo>
                <a:moveTo>
                  <a:pt x="3061208" y="2848254"/>
                </a:moveTo>
                <a:lnTo>
                  <a:pt x="3087827" y="2848254"/>
                </a:lnTo>
                <a:moveTo>
                  <a:pt x="3061208" y="2848254"/>
                </a:moveTo>
                <a:lnTo>
                  <a:pt x="3061208" y="2981350"/>
                </a:lnTo>
                <a:moveTo>
                  <a:pt x="3061208" y="2981350"/>
                </a:moveTo>
                <a:lnTo>
                  <a:pt x="3087827" y="2981350"/>
                </a:lnTo>
                <a:moveTo>
                  <a:pt x="3061208" y="2981350"/>
                </a:moveTo>
                <a:lnTo>
                  <a:pt x="3061208" y="3114446"/>
                </a:lnTo>
                <a:moveTo>
                  <a:pt x="3061208" y="3114446"/>
                </a:moveTo>
                <a:lnTo>
                  <a:pt x="3087827" y="3114446"/>
                </a:lnTo>
                <a:moveTo>
                  <a:pt x="3061208" y="3114446"/>
                </a:moveTo>
                <a:lnTo>
                  <a:pt x="3061208" y="3247542"/>
                </a:lnTo>
                <a:moveTo>
                  <a:pt x="3061208" y="3247542"/>
                </a:moveTo>
                <a:lnTo>
                  <a:pt x="3087827" y="3247542"/>
                </a:lnTo>
                <a:moveTo>
                  <a:pt x="3061208" y="3247542"/>
                </a:moveTo>
                <a:lnTo>
                  <a:pt x="3061208" y="3380638"/>
                </a:lnTo>
                <a:moveTo>
                  <a:pt x="3061208" y="3380638"/>
                </a:moveTo>
                <a:lnTo>
                  <a:pt x="3087827" y="3380638"/>
                </a:lnTo>
                <a:moveTo>
                  <a:pt x="3061208" y="3380638"/>
                </a:moveTo>
                <a:lnTo>
                  <a:pt x="3061208" y="3513734"/>
                </a:lnTo>
                <a:moveTo>
                  <a:pt x="3061208" y="3513734"/>
                </a:moveTo>
                <a:lnTo>
                  <a:pt x="3087827" y="3513734"/>
                </a:lnTo>
                <a:moveTo>
                  <a:pt x="3061208" y="3513734"/>
                </a:moveTo>
                <a:lnTo>
                  <a:pt x="3061208" y="3646830"/>
                </a:lnTo>
                <a:moveTo>
                  <a:pt x="3061208" y="3646830"/>
                </a:moveTo>
                <a:lnTo>
                  <a:pt x="3087827" y="3646830"/>
                </a:lnTo>
                <a:moveTo>
                  <a:pt x="3061208" y="3646830"/>
                </a:moveTo>
                <a:lnTo>
                  <a:pt x="3061208" y="3779926"/>
                </a:lnTo>
                <a:moveTo>
                  <a:pt x="3061208" y="3779926"/>
                </a:moveTo>
                <a:lnTo>
                  <a:pt x="3087827" y="3779926"/>
                </a:lnTo>
                <a:moveTo>
                  <a:pt x="3061208" y="3779926"/>
                </a:moveTo>
                <a:lnTo>
                  <a:pt x="3061208" y="3913022"/>
                </a:lnTo>
                <a:moveTo>
                  <a:pt x="3061208" y="3913022"/>
                </a:moveTo>
                <a:lnTo>
                  <a:pt x="3087827" y="3913022"/>
                </a:lnTo>
                <a:moveTo>
                  <a:pt x="3061208" y="3913022"/>
                </a:moveTo>
                <a:lnTo>
                  <a:pt x="3061208" y="4046118"/>
                </a:lnTo>
                <a:moveTo>
                  <a:pt x="3061208" y="4046118"/>
                </a:moveTo>
                <a:lnTo>
                  <a:pt x="3087827" y="4046118"/>
                </a:lnTo>
                <a:moveTo>
                  <a:pt x="3061208" y="4046118"/>
                </a:moveTo>
                <a:lnTo>
                  <a:pt x="3061208" y="4179214"/>
                </a:lnTo>
                <a:moveTo>
                  <a:pt x="3061208" y="4179214"/>
                </a:moveTo>
                <a:lnTo>
                  <a:pt x="3087827" y="4179214"/>
                </a:lnTo>
                <a:moveTo>
                  <a:pt x="3061208" y="4179214"/>
                </a:moveTo>
                <a:lnTo>
                  <a:pt x="3061208" y="4312310"/>
                </a:lnTo>
                <a:moveTo>
                  <a:pt x="3061208" y="4312310"/>
                </a:moveTo>
                <a:lnTo>
                  <a:pt x="3087827" y="4312310"/>
                </a:lnTo>
                <a:moveTo>
                  <a:pt x="3061208" y="4312310"/>
                </a:moveTo>
                <a:lnTo>
                  <a:pt x="3061208" y="4445406"/>
                </a:lnTo>
                <a:moveTo>
                  <a:pt x="3061208" y="4445406"/>
                </a:moveTo>
                <a:lnTo>
                  <a:pt x="3087827" y="4445406"/>
                </a:lnTo>
                <a:moveTo>
                  <a:pt x="3061208" y="4445406"/>
                </a:moveTo>
                <a:lnTo>
                  <a:pt x="3061208" y="4578502"/>
                </a:lnTo>
                <a:moveTo>
                  <a:pt x="3061208" y="4578502"/>
                </a:moveTo>
                <a:lnTo>
                  <a:pt x="3087827" y="4578502"/>
                </a:lnTo>
                <a:moveTo>
                  <a:pt x="3061208" y="4578502"/>
                </a:moveTo>
                <a:lnTo>
                  <a:pt x="3061208" y="4711598"/>
                </a:lnTo>
                <a:moveTo>
                  <a:pt x="3061208" y="4711598"/>
                </a:moveTo>
                <a:lnTo>
                  <a:pt x="3087827" y="4711598"/>
                </a:lnTo>
                <a:moveTo>
                  <a:pt x="3061208" y="4711598"/>
                </a:moveTo>
                <a:lnTo>
                  <a:pt x="3061208" y="4844694"/>
                </a:lnTo>
                <a:moveTo>
                  <a:pt x="3061208" y="4844694"/>
                </a:moveTo>
                <a:lnTo>
                  <a:pt x="3087827" y="4844694"/>
                </a:lnTo>
                <a:moveTo>
                  <a:pt x="3061208" y="4844694"/>
                </a:moveTo>
                <a:lnTo>
                  <a:pt x="3061208" y="4977790"/>
                </a:lnTo>
                <a:moveTo>
                  <a:pt x="3061208" y="4977790"/>
                </a:moveTo>
                <a:lnTo>
                  <a:pt x="3087827" y="4977790"/>
                </a:lnTo>
                <a:moveTo>
                  <a:pt x="3061208" y="4977790"/>
                </a:moveTo>
                <a:lnTo>
                  <a:pt x="3061208" y="5044338"/>
                </a:lnTo>
              </a:path>
            </a:pathLst>
          </a:custGeom>
          <a:noFill/>
          <a:ln w="3327" cap="flat">
            <a:solidFill>
              <a:srgbClr val="627D8D">
                <a:alpha val="14000"/>
              </a:srgbClr>
            </a:solidFill>
            <a:prstDash val="solid"/>
            <a:miter lim="800000"/>
          </a:ln>
        </p:spPr>
      </p:sp>
      <p:sp>
        <p:nvSpPr>
          <p:cNvPr id="166" name="!!path-326"/>
          <p:cNvSpPr/>
          <p:nvPr/>
        </p:nvSpPr>
        <p:spPr>
          <a:xfrm>
            <a:off x="4705839" y="1094962"/>
            <a:ext cx="2661920" cy="4791456"/>
          </a:xfrm>
          <a:custGeom>
            <a:avLst/>
            <a:gdLst/>
            <a:ahLst/>
            <a:cxnLst/>
            <a:rect l="l" t="t" r="r" b="b"/>
            <a:pathLst>
              <a:path w="2661920" h="4791456" fill="none">
                <a:moveTo>
                  <a:pt x="33274" y="0"/>
                </a:moveTo>
                <a:lnTo>
                  <a:pt x="2628646" y="0"/>
                </a:lnTo>
                <a:cubicBezTo>
                  <a:pt x="2647027" y="0"/>
                  <a:pt x="2661920" y="14900"/>
                  <a:pt x="2661920" y="33274"/>
                </a:cubicBezTo>
                <a:lnTo>
                  <a:pt x="2661920" y="4758182"/>
                </a:lnTo>
                <a:cubicBezTo>
                  <a:pt x="2661920" y="4776562"/>
                  <a:pt x="2647027" y="4791456"/>
                  <a:pt x="2628646" y="4791456"/>
                </a:cubicBezTo>
                <a:lnTo>
                  <a:pt x="33274" y="4791456"/>
                </a:lnTo>
                <a:cubicBezTo>
                  <a:pt x="14900" y="4791456"/>
                  <a:pt x="0" y="4776562"/>
                  <a:pt x="0" y="4758182"/>
                </a:cubicBezTo>
                <a:lnTo>
                  <a:pt x="0" y="33274"/>
                </a:lnTo>
                <a:cubicBezTo>
                  <a:pt x="0" y="14900"/>
                  <a:pt x="14900" y="0"/>
                  <a:pt x="33274" y="0"/>
                </a:cubicBezTo>
                <a:close/>
              </a:path>
            </a:pathLst>
          </a:custGeom>
          <a:noFill/>
          <a:ln w="9317" cap="rnd">
            <a:solidFill>
              <a:srgbClr val="627D8D"/>
            </a:solidFill>
            <a:prstDash val="solid"/>
            <a:round/>
          </a:ln>
        </p:spPr>
      </p:sp>
      <p:sp>
        <p:nvSpPr>
          <p:cNvPr id="167" name="!!path-329"/>
          <p:cNvSpPr/>
          <p:nvPr/>
        </p:nvSpPr>
        <p:spPr>
          <a:xfrm>
            <a:off x="5381967" y="1241368"/>
            <a:ext cx="1309665" cy="1692981"/>
          </a:xfrm>
          <a:custGeom>
            <a:avLst/>
            <a:gdLst/>
            <a:ahLst/>
            <a:cxnLst/>
            <a:rect l="l" t="t" r="r" b="b"/>
            <a:pathLst>
              <a:path w="1309665" h="1692981" fill="none">
                <a:moveTo>
                  <a:pt x="93167" y="0"/>
                </a:moveTo>
                <a:lnTo>
                  <a:pt x="1216497" y="0"/>
                </a:lnTo>
                <a:cubicBezTo>
                  <a:pt x="1267952" y="0"/>
                  <a:pt x="1309665" y="41712"/>
                  <a:pt x="1309665" y="93167"/>
                </a:cubicBezTo>
                <a:lnTo>
                  <a:pt x="1309665" y="1599814"/>
                </a:lnTo>
                <a:cubicBezTo>
                  <a:pt x="1309665" y="1651269"/>
                  <a:pt x="1267952" y="1692981"/>
                  <a:pt x="1216497" y="1692981"/>
                </a:cubicBezTo>
                <a:lnTo>
                  <a:pt x="93167" y="1692981"/>
                </a:lnTo>
                <a:cubicBezTo>
                  <a:pt x="41712" y="1692981"/>
                  <a:pt x="0" y="1651269"/>
                  <a:pt x="0" y="1599814"/>
                </a:cubicBezTo>
                <a:lnTo>
                  <a:pt x="0" y="93167"/>
                </a:lnTo>
                <a:cubicBezTo>
                  <a:pt x="0" y="41712"/>
                  <a:pt x="41712" y="0"/>
                  <a:pt x="93167" y="0"/>
                </a:cubicBezTo>
                <a:close/>
              </a:path>
            </a:pathLst>
          </a:custGeom>
          <a:noFill/>
          <a:ln w="10648" cap="rnd">
            <a:solidFill>
              <a:srgbClr val="627D8D"/>
            </a:solidFill>
            <a:prstDash val="solid"/>
            <a:round/>
          </a:ln>
        </p:spPr>
      </p:sp>
      <p:sp>
        <p:nvSpPr>
          <p:cNvPr id="168" name="!!path-32c"/>
          <p:cNvSpPr/>
          <p:nvPr/>
        </p:nvSpPr>
        <p:spPr>
          <a:xfrm>
            <a:off x="4825625" y="3291046"/>
            <a:ext cx="1157935" cy="1171245"/>
          </a:xfrm>
          <a:custGeom>
            <a:avLst/>
            <a:gdLst/>
            <a:ahLst/>
            <a:cxnLst/>
            <a:rect l="l" t="t" r="r" b="b"/>
            <a:pathLst>
              <a:path w="1157935" h="1171245" fill="none">
                <a:moveTo>
                  <a:pt x="46584" y="0"/>
                </a:moveTo>
                <a:lnTo>
                  <a:pt x="1111352" y="0"/>
                </a:lnTo>
                <a:cubicBezTo>
                  <a:pt x="1137079" y="0"/>
                  <a:pt x="1157935" y="20856"/>
                  <a:pt x="1157935" y="46584"/>
                </a:cubicBezTo>
                <a:lnTo>
                  <a:pt x="1157935" y="1124661"/>
                </a:lnTo>
                <a:cubicBezTo>
                  <a:pt x="1157935" y="1150389"/>
                  <a:pt x="1137079" y="1171245"/>
                  <a:pt x="1111352" y="1171245"/>
                </a:cubicBezTo>
                <a:lnTo>
                  <a:pt x="46584" y="1171245"/>
                </a:lnTo>
                <a:cubicBezTo>
                  <a:pt x="20856" y="1171245"/>
                  <a:pt x="0" y="1150389"/>
                  <a:pt x="0" y="1124661"/>
                </a:cubicBezTo>
                <a:lnTo>
                  <a:pt x="0" y="46584"/>
                </a:lnTo>
                <a:cubicBezTo>
                  <a:pt x="0" y="20856"/>
                  <a:pt x="20856" y="0"/>
                  <a:pt x="46584" y="0"/>
                </a:cubicBezTo>
                <a:close/>
              </a:path>
            </a:pathLst>
          </a:custGeom>
          <a:noFill/>
          <a:ln w="7986" cap="flat">
            <a:solidFill>
              <a:srgbClr val="627D8D">
                <a:alpha val="35000"/>
              </a:srgbClr>
            </a:solidFill>
            <a:custDash>
              <a:ds d="416667" sp="416667"/>
            </a:custDash>
            <a:miter lim="800000"/>
          </a:ln>
        </p:spPr>
      </p:sp>
      <p:sp>
        <p:nvSpPr>
          <p:cNvPr id="169" name="!!path-32d"/>
          <p:cNvSpPr/>
          <p:nvPr/>
        </p:nvSpPr>
        <p:spPr>
          <a:xfrm>
            <a:off x="6090037" y="3291046"/>
            <a:ext cx="1157935" cy="1171245"/>
          </a:xfrm>
          <a:custGeom>
            <a:avLst/>
            <a:gdLst/>
            <a:ahLst/>
            <a:cxnLst/>
            <a:rect l="l" t="t" r="r" b="b"/>
            <a:pathLst>
              <a:path w="1157935" h="1171245" fill="none">
                <a:moveTo>
                  <a:pt x="46584" y="0"/>
                </a:moveTo>
                <a:lnTo>
                  <a:pt x="1111352" y="0"/>
                </a:lnTo>
                <a:cubicBezTo>
                  <a:pt x="1137079" y="0"/>
                  <a:pt x="1157935" y="20856"/>
                  <a:pt x="1157935" y="46584"/>
                </a:cubicBezTo>
                <a:lnTo>
                  <a:pt x="1157935" y="1124661"/>
                </a:lnTo>
                <a:cubicBezTo>
                  <a:pt x="1157935" y="1150389"/>
                  <a:pt x="1137079" y="1171245"/>
                  <a:pt x="1111352" y="1171245"/>
                </a:cubicBezTo>
                <a:lnTo>
                  <a:pt x="46584" y="1171245"/>
                </a:lnTo>
                <a:cubicBezTo>
                  <a:pt x="20856" y="1171245"/>
                  <a:pt x="0" y="1150389"/>
                  <a:pt x="0" y="1124661"/>
                </a:cubicBezTo>
                <a:lnTo>
                  <a:pt x="0" y="46584"/>
                </a:lnTo>
                <a:cubicBezTo>
                  <a:pt x="0" y="20856"/>
                  <a:pt x="20856" y="0"/>
                  <a:pt x="46584" y="0"/>
                </a:cubicBezTo>
                <a:close/>
              </a:path>
            </a:pathLst>
          </a:custGeom>
          <a:noFill/>
          <a:ln w="7986" cap="flat">
            <a:solidFill>
              <a:srgbClr val="627D8D">
                <a:alpha val="35000"/>
              </a:srgbClr>
            </a:solidFill>
            <a:custDash>
              <a:ds d="416667" sp="416667"/>
            </a:custDash>
            <a:miter lim="800000"/>
          </a:ln>
        </p:spPr>
      </p:sp>
      <p:sp>
        <p:nvSpPr>
          <p:cNvPr id="170" name="!!path-32e"/>
          <p:cNvSpPr/>
          <p:nvPr/>
        </p:nvSpPr>
        <p:spPr>
          <a:xfrm>
            <a:off x="4825625" y="4555458"/>
            <a:ext cx="1157935" cy="1171245"/>
          </a:xfrm>
          <a:custGeom>
            <a:avLst/>
            <a:gdLst/>
            <a:ahLst/>
            <a:cxnLst/>
            <a:rect l="l" t="t" r="r" b="b"/>
            <a:pathLst>
              <a:path w="1157935" h="1171245" fill="none">
                <a:moveTo>
                  <a:pt x="46584" y="0"/>
                </a:moveTo>
                <a:lnTo>
                  <a:pt x="1111352" y="0"/>
                </a:lnTo>
                <a:cubicBezTo>
                  <a:pt x="1137079" y="0"/>
                  <a:pt x="1157935" y="20856"/>
                  <a:pt x="1157935" y="46584"/>
                </a:cubicBezTo>
                <a:lnTo>
                  <a:pt x="1157935" y="1124661"/>
                </a:lnTo>
                <a:cubicBezTo>
                  <a:pt x="1157935" y="1150389"/>
                  <a:pt x="1137079" y="1171245"/>
                  <a:pt x="1111352" y="1171245"/>
                </a:cubicBezTo>
                <a:lnTo>
                  <a:pt x="46584" y="1171245"/>
                </a:lnTo>
                <a:cubicBezTo>
                  <a:pt x="20856" y="1171245"/>
                  <a:pt x="0" y="1150389"/>
                  <a:pt x="0" y="1124661"/>
                </a:cubicBezTo>
                <a:lnTo>
                  <a:pt x="0" y="46584"/>
                </a:lnTo>
                <a:cubicBezTo>
                  <a:pt x="0" y="20856"/>
                  <a:pt x="20856" y="0"/>
                  <a:pt x="46584" y="0"/>
                </a:cubicBezTo>
                <a:close/>
              </a:path>
            </a:pathLst>
          </a:custGeom>
          <a:noFill/>
          <a:ln w="7986" cap="flat">
            <a:solidFill>
              <a:srgbClr val="627D8D">
                <a:alpha val="35000"/>
              </a:srgbClr>
            </a:solidFill>
            <a:custDash>
              <a:ds d="416667" sp="416667"/>
            </a:custDash>
            <a:miter lim="800000"/>
          </a:ln>
        </p:spPr>
      </p:sp>
      <p:sp>
        <p:nvSpPr>
          <p:cNvPr id="171" name="!!path-32f"/>
          <p:cNvSpPr/>
          <p:nvPr/>
        </p:nvSpPr>
        <p:spPr>
          <a:xfrm>
            <a:off x="6090037" y="4555458"/>
            <a:ext cx="1157935" cy="1171245"/>
          </a:xfrm>
          <a:custGeom>
            <a:avLst/>
            <a:gdLst/>
            <a:ahLst/>
            <a:cxnLst/>
            <a:rect l="l" t="t" r="r" b="b"/>
            <a:pathLst>
              <a:path w="1157935" h="1171245" fill="none">
                <a:moveTo>
                  <a:pt x="46584" y="0"/>
                </a:moveTo>
                <a:lnTo>
                  <a:pt x="1111352" y="0"/>
                </a:lnTo>
                <a:cubicBezTo>
                  <a:pt x="1137079" y="0"/>
                  <a:pt x="1157935" y="20856"/>
                  <a:pt x="1157935" y="46584"/>
                </a:cubicBezTo>
                <a:lnTo>
                  <a:pt x="1157935" y="1124661"/>
                </a:lnTo>
                <a:cubicBezTo>
                  <a:pt x="1157935" y="1150389"/>
                  <a:pt x="1137079" y="1171245"/>
                  <a:pt x="1111352" y="1171245"/>
                </a:cubicBezTo>
                <a:lnTo>
                  <a:pt x="46584" y="1171245"/>
                </a:lnTo>
                <a:cubicBezTo>
                  <a:pt x="20856" y="1171245"/>
                  <a:pt x="0" y="1150389"/>
                  <a:pt x="0" y="1124661"/>
                </a:cubicBezTo>
                <a:lnTo>
                  <a:pt x="0" y="46584"/>
                </a:lnTo>
                <a:cubicBezTo>
                  <a:pt x="0" y="20856"/>
                  <a:pt x="20856" y="0"/>
                  <a:pt x="46584" y="0"/>
                </a:cubicBezTo>
                <a:close/>
              </a:path>
            </a:pathLst>
          </a:custGeom>
          <a:noFill/>
          <a:ln w="7986" cap="flat">
            <a:solidFill>
              <a:srgbClr val="627D8D">
                <a:alpha val="35000"/>
              </a:srgbClr>
            </a:solidFill>
            <a:custDash>
              <a:ds d="416667" sp="416667"/>
            </a:custDash>
            <a:miter lim="800000"/>
          </a:ln>
        </p:spPr>
      </p:sp>
      <p:sp>
        <p:nvSpPr>
          <p:cNvPr id="172" name="!!path-32g"/>
          <p:cNvSpPr/>
          <p:nvPr/>
        </p:nvSpPr>
        <p:spPr>
          <a:xfrm>
            <a:off x="5038579" y="1188129"/>
            <a:ext cx="1823415" cy="212954"/>
          </a:xfrm>
          <a:custGeom>
            <a:avLst/>
            <a:gdLst/>
            <a:ahLst/>
            <a:cxnLst/>
            <a:rect l="l" t="t" r="r" b="b"/>
            <a:pathLst>
              <a:path w="1823415" h="212954" fill="none">
                <a:moveTo>
                  <a:pt x="1823415" y="212954"/>
                </a:moveTo>
                <a:lnTo>
                  <a:pt x="1823415" y="0"/>
                </a:lnTo>
                <a:lnTo>
                  <a:pt x="0" y="0"/>
                </a:lnTo>
                <a:lnTo>
                  <a:pt x="0" y="212954"/>
                </a:lnTo>
              </a:path>
            </a:pathLst>
          </a:custGeom>
          <a:noFill/>
          <a:ln w="11979" cap="rnd">
            <a:solidFill>
              <a:srgbClr val="627D8D"/>
            </a:solidFill>
            <a:prstDash val="solid"/>
            <a:round/>
          </a:ln>
        </p:spPr>
      </p:sp>
      <p:sp>
        <p:nvSpPr>
          <p:cNvPr id="173" name="!!path-32m"/>
          <p:cNvSpPr/>
          <p:nvPr/>
        </p:nvSpPr>
        <p:spPr>
          <a:xfrm>
            <a:off x="5038579" y="1707204"/>
            <a:ext cx="998220" cy="3447186"/>
          </a:xfrm>
          <a:custGeom>
            <a:avLst/>
            <a:gdLst/>
            <a:ahLst/>
            <a:cxnLst/>
            <a:rect l="l" t="t" r="r" b="b"/>
            <a:pathLst>
              <a:path w="998220" h="3447186" fill="none">
                <a:moveTo>
                  <a:pt x="0" y="0"/>
                </a:moveTo>
                <a:lnTo>
                  <a:pt x="0" y="1677010"/>
                </a:lnTo>
                <a:lnTo>
                  <a:pt x="998220" y="1677010"/>
                </a:lnTo>
                <a:lnTo>
                  <a:pt x="998220" y="3447186"/>
                </a:lnTo>
              </a:path>
            </a:pathLst>
          </a:custGeom>
          <a:noFill/>
          <a:ln w="11979" cap="rnd">
            <a:solidFill>
              <a:srgbClr val="627D8D"/>
            </a:solidFill>
            <a:prstDash val="solid"/>
            <a:round/>
          </a:ln>
        </p:spPr>
      </p:sp>
      <p:sp>
        <p:nvSpPr>
          <p:cNvPr id="174" name="!!path-32s"/>
          <p:cNvSpPr/>
          <p:nvPr/>
        </p:nvSpPr>
        <p:spPr>
          <a:xfrm>
            <a:off x="6236443" y="1680585"/>
            <a:ext cx="931672" cy="3779926"/>
          </a:xfrm>
          <a:custGeom>
            <a:avLst/>
            <a:gdLst/>
            <a:ahLst/>
            <a:cxnLst/>
            <a:rect l="l" t="t" r="r" b="b"/>
            <a:pathLst>
              <a:path w="931672" h="3779926" fill="none">
                <a:moveTo>
                  <a:pt x="0" y="3779926"/>
                </a:moveTo>
                <a:lnTo>
                  <a:pt x="0" y="1703629"/>
                </a:lnTo>
                <a:lnTo>
                  <a:pt x="931672" y="1703629"/>
                </a:lnTo>
                <a:lnTo>
                  <a:pt x="931672" y="0"/>
                </a:lnTo>
              </a:path>
            </a:pathLst>
          </a:custGeom>
          <a:noFill/>
          <a:ln w="11979" cap="rnd">
            <a:solidFill>
              <a:srgbClr val="627D8D"/>
            </a:solidFill>
            <a:prstDash val="solid"/>
            <a:round/>
          </a:ln>
        </p:spPr>
      </p:sp>
      <p:sp>
        <p:nvSpPr>
          <p:cNvPr id="175" name="!!path-32y"/>
          <p:cNvSpPr/>
          <p:nvPr/>
        </p:nvSpPr>
        <p:spPr>
          <a:xfrm>
            <a:off x="6691631" y="2093182"/>
            <a:ext cx="117124" cy="1"/>
          </a:xfrm>
          <a:custGeom>
            <a:avLst/>
            <a:gdLst/>
            <a:ahLst/>
            <a:cxnLst/>
            <a:rect l="l" t="t" r="r" b="b"/>
            <a:pathLst>
              <a:path w="117124" h="1" fill="none">
                <a:moveTo>
                  <a:pt x="117124" y="0"/>
                </a:moveTo>
                <a:lnTo>
                  <a:pt x="0" y="0"/>
                </a:lnTo>
              </a:path>
            </a:pathLst>
          </a:custGeom>
          <a:noFill/>
          <a:ln w="11979" cap="rnd">
            <a:solidFill>
              <a:srgbClr val="627D8D"/>
            </a:solidFill>
            <a:prstDash val="solid"/>
            <a:round/>
          </a:ln>
        </p:spPr>
      </p:sp>
      <p:sp>
        <p:nvSpPr>
          <p:cNvPr id="176" name="!!path-334"/>
          <p:cNvSpPr/>
          <p:nvPr/>
        </p:nvSpPr>
        <p:spPr>
          <a:xfrm>
            <a:off x="6691631" y="2146421"/>
            <a:ext cx="117124" cy="1"/>
          </a:xfrm>
          <a:custGeom>
            <a:avLst/>
            <a:gdLst/>
            <a:ahLst/>
            <a:cxnLst/>
            <a:rect l="l" t="t" r="r" b="b"/>
            <a:pathLst>
              <a:path w="117124" h="1" fill="none">
                <a:moveTo>
                  <a:pt x="117124" y="0"/>
                </a:moveTo>
                <a:lnTo>
                  <a:pt x="0" y="0"/>
                </a:lnTo>
              </a:path>
            </a:pathLst>
          </a:custGeom>
          <a:noFill/>
          <a:ln w="11979" cap="rnd">
            <a:solidFill>
              <a:srgbClr val="627D8D"/>
            </a:solidFill>
            <a:prstDash val="solid"/>
            <a:round/>
          </a:ln>
        </p:spPr>
      </p:sp>
      <p:sp>
        <p:nvSpPr>
          <p:cNvPr id="177" name="!!path-33a"/>
          <p:cNvSpPr/>
          <p:nvPr/>
        </p:nvSpPr>
        <p:spPr>
          <a:xfrm>
            <a:off x="6691631" y="2199659"/>
            <a:ext cx="117124" cy="1"/>
          </a:xfrm>
          <a:custGeom>
            <a:avLst/>
            <a:gdLst/>
            <a:ahLst/>
            <a:cxnLst/>
            <a:rect l="l" t="t" r="r" b="b"/>
            <a:pathLst>
              <a:path w="117124" h="1" fill="none">
                <a:moveTo>
                  <a:pt x="117124" y="0"/>
                </a:moveTo>
                <a:lnTo>
                  <a:pt x="0" y="0"/>
                </a:lnTo>
              </a:path>
            </a:pathLst>
          </a:custGeom>
          <a:noFill/>
          <a:ln w="11979" cap="rnd">
            <a:solidFill>
              <a:srgbClr val="627D8D"/>
            </a:solidFill>
            <a:prstDash val="solid"/>
            <a:round/>
          </a:ln>
        </p:spPr>
      </p:sp>
      <p:sp>
        <p:nvSpPr>
          <p:cNvPr id="178" name="!!rect-33g"/>
          <p:cNvSpPr/>
          <p:nvPr/>
        </p:nvSpPr>
        <p:spPr>
          <a:xfrm>
            <a:off x="4825625" y="1401083"/>
            <a:ext cx="425907" cy="306121"/>
          </a:xfrm>
          <a:prstGeom prst="roundRect">
            <a:avLst>
              <a:gd name="adj" fmla="val 8696"/>
            </a:avLst>
          </a:prstGeom>
          <a:solidFill>
            <a:srgbClr val="627D8D">
              <a:alpha val="12000"/>
            </a:srgbClr>
          </a:solidFill>
          <a:ln>
            <a:noFill/>
          </a:ln>
        </p:spPr>
      </p:sp>
      <p:sp>
        <p:nvSpPr>
          <p:cNvPr id="179" name="!!path-33i"/>
          <p:cNvSpPr/>
          <p:nvPr/>
        </p:nvSpPr>
        <p:spPr>
          <a:xfrm>
            <a:off x="4825625" y="1401083"/>
            <a:ext cx="425907" cy="306121"/>
          </a:xfrm>
          <a:custGeom>
            <a:avLst/>
            <a:gdLst/>
            <a:ahLst/>
            <a:cxnLst/>
            <a:rect l="l" t="t" r="r" b="b"/>
            <a:pathLst>
              <a:path w="425907" h="306121" fill="none">
                <a:moveTo>
                  <a:pt x="26619" y="0"/>
                </a:moveTo>
                <a:lnTo>
                  <a:pt x="399288" y="0"/>
                </a:lnTo>
                <a:cubicBezTo>
                  <a:pt x="413988" y="0"/>
                  <a:pt x="425907" y="11919"/>
                  <a:pt x="425907" y="26619"/>
                </a:cubicBezTo>
                <a:lnTo>
                  <a:pt x="425907" y="279502"/>
                </a:lnTo>
                <a:cubicBezTo>
                  <a:pt x="425907" y="294202"/>
                  <a:pt x="413988" y="306121"/>
                  <a:pt x="399288" y="306121"/>
                </a:cubicBezTo>
                <a:lnTo>
                  <a:pt x="26619" y="306121"/>
                </a:lnTo>
                <a:cubicBezTo>
                  <a:pt x="11919" y="306121"/>
                  <a:pt x="0" y="294202"/>
                  <a:pt x="0" y="279502"/>
                </a:cubicBezTo>
                <a:lnTo>
                  <a:pt x="0" y="26619"/>
                </a:lnTo>
                <a:cubicBezTo>
                  <a:pt x="0" y="11919"/>
                  <a:pt x="11919" y="0"/>
                  <a:pt x="26619" y="0"/>
                </a:cubicBezTo>
                <a:close/>
              </a:path>
            </a:pathLst>
          </a:custGeom>
          <a:noFill/>
          <a:ln w="13310" cap="rnd">
            <a:solidFill>
              <a:srgbClr val="627D8D"/>
            </a:solidFill>
            <a:prstDash val="solid"/>
            <a:round/>
          </a:ln>
        </p:spPr>
      </p:sp>
      <p:sp>
        <p:nvSpPr>
          <p:cNvPr id="180" name="!!path-33l"/>
          <p:cNvSpPr/>
          <p:nvPr/>
        </p:nvSpPr>
        <p:spPr>
          <a:xfrm>
            <a:off x="4858899" y="1441012"/>
            <a:ext cx="73203" cy="106477"/>
          </a:xfrm>
          <a:custGeom>
            <a:avLst/>
            <a:gdLst/>
            <a:ahLst/>
            <a:cxnLst/>
            <a:rect l="l" t="t" r="r" b="b"/>
            <a:pathLst>
              <a:path w="73203" h="106477" fill="none">
                <a:moveTo>
                  <a:pt x="13310" y="0"/>
                </a:moveTo>
                <a:lnTo>
                  <a:pt x="59893" y="0"/>
                </a:lnTo>
                <a:cubicBezTo>
                  <a:pt x="67247" y="0"/>
                  <a:pt x="73203" y="5956"/>
                  <a:pt x="73203" y="13310"/>
                </a:cubicBezTo>
                <a:lnTo>
                  <a:pt x="73203" y="93167"/>
                </a:lnTo>
                <a:cubicBezTo>
                  <a:pt x="73203" y="100521"/>
                  <a:pt x="67247" y="106477"/>
                  <a:pt x="59893" y="106477"/>
                </a:cubicBezTo>
                <a:lnTo>
                  <a:pt x="13310" y="106477"/>
                </a:lnTo>
                <a:cubicBezTo>
                  <a:pt x="5956" y="106477"/>
                  <a:pt x="0" y="100521"/>
                  <a:pt x="0" y="93167"/>
                </a:cubicBezTo>
                <a:lnTo>
                  <a:pt x="0" y="13310"/>
                </a:lnTo>
                <a:cubicBezTo>
                  <a:pt x="0" y="5956"/>
                  <a:pt x="5956" y="0"/>
                  <a:pt x="13310" y="0"/>
                </a:cubicBezTo>
                <a:close/>
              </a:path>
            </a:pathLst>
          </a:custGeom>
          <a:noFill/>
          <a:ln w="9982" cap="rnd">
            <a:solidFill>
              <a:srgbClr val="627D8D"/>
            </a:solidFill>
            <a:prstDash val="solid"/>
            <a:round/>
          </a:ln>
        </p:spPr>
      </p:sp>
      <p:sp>
        <p:nvSpPr>
          <p:cNvPr id="181" name="!!path-33o"/>
          <p:cNvSpPr/>
          <p:nvPr/>
        </p:nvSpPr>
        <p:spPr>
          <a:xfrm>
            <a:off x="4955394" y="1441012"/>
            <a:ext cx="73203" cy="106477"/>
          </a:xfrm>
          <a:custGeom>
            <a:avLst/>
            <a:gdLst/>
            <a:ahLst/>
            <a:cxnLst/>
            <a:rect l="l" t="t" r="r" b="b"/>
            <a:pathLst>
              <a:path w="73203" h="106477" fill="none">
                <a:moveTo>
                  <a:pt x="13310" y="0"/>
                </a:moveTo>
                <a:lnTo>
                  <a:pt x="59893" y="0"/>
                </a:lnTo>
                <a:cubicBezTo>
                  <a:pt x="67247" y="0"/>
                  <a:pt x="73203" y="5956"/>
                  <a:pt x="73203" y="13310"/>
                </a:cubicBezTo>
                <a:lnTo>
                  <a:pt x="73203" y="93167"/>
                </a:lnTo>
                <a:cubicBezTo>
                  <a:pt x="73203" y="100521"/>
                  <a:pt x="67247" y="106477"/>
                  <a:pt x="59893" y="106477"/>
                </a:cubicBezTo>
                <a:lnTo>
                  <a:pt x="13310" y="106477"/>
                </a:lnTo>
                <a:cubicBezTo>
                  <a:pt x="5956" y="106477"/>
                  <a:pt x="0" y="100521"/>
                  <a:pt x="0" y="93167"/>
                </a:cubicBezTo>
                <a:lnTo>
                  <a:pt x="0" y="13310"/>
                </a:lnTo>
                <a:cubicBezTo>
                  <a:pt x="0" y="5956"/>
                  <a:pt x="5956" y="0"/>
                  <a:pt x="13310" y="0"/>
                </a:cubicBezTo>
                <a:close/>
              </a:path>
            </a:pathLst>
          </a:custGeom>
          <a:noFill/>
          <a:ln w="9982" cap="rnd">
            <a:solidFill>
              <a:srgbClr val="627D8D"/>
            </a:solidFill>
            <a:prstDash val="solid"/>
            <a:round/>
          </a:ln>
        </p:spPr>
      </p:sp>
      <p:sp>
        <p:nvSpPr>
          <p:cNvPr id="182" name="!!path-33r"/>
          <p:cNvSpPr/>
          <p:nvPr/>
        </p:nvSpPr>
        <p:spPr>
          <a:xfrm>
            <a:off x="5051889" y="1441012"/>
            <a:ext cx="73203" cy="106477"/>
          </a:xfrm>
          <a:custGeom>
            <a:avLst/>
            <a:gdLst/>
            <a:ahLst/>
            <a:cxnLst/>
            <a:rect l="l" t="t" r="r" b="b"/>
            <a:pathLst>
              <a:path w="73203" h="106477" fill="none">
                <a:moveTo>
                  <a:pt x="13310" y="0"/>
                </a:moveTo>
                <a:lnTo>
                  <a:pt x="59893" y="0"/>
                </a:lnTo>
                <a:cubicBezTo>
                  <a:pt x="67247" y="0"/>
                  <a:pt x="73203" y="5956"/>
                  <a:pt x="73203" y="13310"/>
                </a:cubicBezTo>
                <a:lnTo>
                  <a:pt x="73203" y="93167"/>
                </a:lnTo>
                <a:cubicBezTo>
                  <a:pt x="73203" y="100521"/>
                  <a:pt x="67247" y="106477"/>
                  <a:pt x="59893" y="106477"/>
                </a:cubicBezTo>
                <a:lnTo>
                  <a:pt x="13310" y="106477"/>
                </a:lnTo>
                <a:cubicBezTo>
                  <a:pt x="5956" y="106477"/>
                  <a:pt x="0" y="100521"/>
                  <a:pt x="0" y="93167"/>
                </a:cubicBezTo>
                <a:lnTo>
                  <a:pt x="0" y="13310"/>
                </a:lnTo>
                <a:cubicBezTo>
                  <a:pt x="0" y="5956"/>
                  <a:pt x="5956" y="0"/>
                  <a:pt x="13310" y="0"/>
                </a:cubicBezTo>
                <a:close/>
              </a:path>
            </a:pathLst>
          </a:custGeom>
          <a:noFill/>
          <a:ln w="9982" cap="rnd">
            <a:solidFill>
              <a:srgbClr val="627D8D"/>
            </a:solidFill>
            <a:prstDash val="solid"/>
            <a:round/>
          </a:ln>
        </p:spPr>
      </p:sp>
      <p:sp>
        <p:nvSpPr>
          <p:cNvPr id="183" name="!!path-33u"/>
          <p:cNvSpPr/>
          <p:nvPr/>
        </p:nvSpPr>
        <p:spPr>
          <a:xfrm>
            <a:off x="5148383" y="1441012"/>
            <a:ext cx="73203" cy="106477"/>
          </a:xfrm>
          <a:custGeom>
            <a:avLst/>
            <a:gdLst/>
            <a:ahLst/>
            <a:cxnLst/>
            <a:rect l="l" t="t" r="r" b="b"/>
            <a:pathLst>
              <a:path w="73203" h="106477" fill="none">
                <a:moveTo>
                  <a:pt x="13310" y="0"/>
                </a:moveTo>
                <a:lnTo>
                  <a:pt x="59893" y="0"/>
                </a:lnTo>
                <a:cubicBezTo>
                  <a:pt x="67247" y="0"/>
                  <a:pt x="73203" y="5956"/>
                  <a:pt x="73203" y="13310"/>
                </a:cubicBezTo>
                <a:lnTo>
                  <a:pt x="73203" y="93167"/>
                </a:lnTo>
                <a:cubicBezTo>
                  <a:pt x="73203" y="100521"/>
                  <a:pt x="67247" y="106477"/>
                  <a:pt x="59893" y="106477"/>
                </a:cubicBezTo>
                <a:lnTo>
                  <a:pt x="13310" y="106477"/>
                </a:lnTo>
                <a:cubicBezTo>
                  <a:pt x="5956" y="106477"/>
                  <a:pt x="0" y="100521"/>
                  <a:pt x="0" y="93167"/>
                </a:cubicBezTo>
                <a:lnTo>
                  <a:pt x="0" y="13310"/>
                </a:lnTo>
                <a:cubicBezTo>
                  <a:pt x="0" y="5956"/>
                  <a:pt x="5956" y="0"/>
                  <a:pt x="13310" y="0"/>
                </a:cubicBezTo>
                <a:close/>
              </a:path>
            </a:pathLst>
          </a:custGeom>
          <a:noFill/>
          <a:ln w="9982" cap="rnd">
            <a:solidFill>
              <a:srgbClr val="627D8D"/>
            </a:solidFill>
            <a:prstDash val="solid"/>
            <a:round/>
          </a:ln>
        </p:spPr>
      </p:sp>
      <p:sp>
        <p:nvSpPr>
          <p:cNvPr id="184" name="!!rect-33x"/>
          <p:cNvSpPr/>
          <p:nvPr/>
        </p:nvSpPr>
        <p:spPr>
          <a:xfrm>
            <a:off x="6808756" y="1401083"/>
            <a:ext cx="439217" cy="279502"/>
          </a:xfrm>
          <a:prstGeom prst="roundRect">
            <a:avLst>
              <a:gd name="adj" fmla="val 9524"/>
            </a:avLst>
          </a:prstGeom>
          <a:solidFill>
            <a:srgbClr val="627D8D">
              <a:alpha val="12000"/>
            </a:srgbClr>
          </a:solidFill>
          <a:ln>
            <a:noFill/>
          </a:ln>
        </p:spPr>
      </p:sp>
      <p:sp>
        <p:nvSpPr>
          <p:cNvPr id="185" name="!!path-33z"/>
          <p:cNvSpPr/>
          <p:nvPr/>
        </p:nvSpPr>
        <p:spPr>
          <a:xfrm>
            <a:off x="6808756" y="1401083"/>
            <a:ext cx="439217" cy="279502"/>
          </a:xfrm>
          <a:custGeom>
            <a:avLst/>
            <a:gdLst/>
            <a:ahLst/>
            <a:cxnLst/>
            <a:rect l="l" t="t" r="r" b="b"/>
            <a:pathLst>
              <a:path w="439217" h="279502" fill="none">
                <a:moveTo>
                  <a:pt x="26619" y="0"/>
                </a:moveTo>
                <a:lnTo>
                  <a:pt x="412598" y="0"/>
                </a:lnTo>
                <a:cubicBezTo>
                  <a:pt x="427298" y="0"/>
                  <a:pt x="439217" y="11919"/>
                  <a:pt x="439217" y="26619"/>
                </a:cubicBezTo>
                <a:lnTo>
                  <a:pt x="439217" y="252882"/>
                </a:lnTo>
                <a:cubicBezTo>
                  <a:pt x="439217" y="267583"/>
                  <a:pt x="427298" y="279502"/>
                  <a:pt x="412598" y="279502"/>
                </a:cubicBezTo>
                <a:lnTo>
                  <a:pt x="26619" y="279502"/>
                </a:lnTo>
                <a:cubicBezTo>
                  <a:pt x="11919" y="279502"/>
                  <a:pt x="0" y="267583"/>
                  <a:pt x="0" y="252882"/>
                </a:cubicBezTo>
                <a:lnTo>
                  <a:pt x="0" y="26619"/>
                </a:lnTo>
                <a:cubicBezTo>
                  <a:pt x="0" y="11919"/>
                  <a:pt x="11919" y="0"/>
                  <a:pt x="26619" y="0"/>
                </a:cubicBezTo>
                <a:close/>
              </a:path>
            </a:pathLst>
          </a:custGeom>
          <a:noFill/>
          <a:ln w="13310" cap="rnd">
            <a:solidFill>
              <a:srgbClr val="627D8D"/>
            </a:solidFill>
            <a:prstDash val="solid"/>
            <a:round/>
          </a:ln>
        </p:spPr>
      </p:sp>
      <p:sp>
        <p:nvSpPr>
          <p:cNvPr id="186" name="!!path-342"/>
          <p:cNvSpPr/>
          <p:nvPr/>
        </p:nvSpPr>
        <p:spPr>
          <a:xfrm>
            <a:off x="6888613" y="1454321"/>
            <a:ext cx="199644" cy="159715"/>
          </a:xfrm>
          <a:custGeom>
            <a:avLst/>
            <a:gdLst/>
            <a:ahLst/>
            <a:cxnLst/>
            <a:rect l="l" t="t" r="r" b="b"/>
            <a:pathLst>
              <a:path w="199644" h="159715" fill="none">
                <a:moveTo>
                  <a:pt x="13310" y="0"/>
                </a:moveTo>
                <a:lnTo>
                  <a:pt x="186334" y="0"/>
                </a:lnTo>
                <a:cubicBezTo>
                  <a:pt x="193688" y="0"/>
                  <a:pt x="199644" y="5956"/>
                  <a:pt x="199644" y="13310"/>
                </a:cubicBezTo>
                <a:lnTo>
                  <a:pt x="199644" y="146406"/>
                </a:lnTo>
                <a:cubicBezTo>
                  <a:pt x="199644" y="153759"/>
                  <a:pt x="193688" y="159715"/>
                  <a:pt x="186334" y="159715"/>
                </a:cubicBezTo>
                <a:lnTo>
                  <a:pt x="13310" y="159715"/>
                </a:lnTo>
                <a:cubicBezTo>
                  <a:pt x="5956" y="159715"/>
                  <a:pt x="0" y="153759"/>
                  <a:pt x="0" y="146406"/>
                </a:cubicBezTo>
                <a:lnTo>
                  <a:pt x="0" y="13310"/>
                </a:lnTo>
                <a:cubicBezTo>
                  <a:pt x="0" y="5956"/>
                  <a:pt x="5956" y="0"/>
                  <a:pt x="13310" y="0"/>
                </a:cubicBezTo>
                <a:close/>
              </a:path>
            </a:pathLst>
          </a:custGeom>
          <a:noFill/>
          <a:ln w="10648" cap="rnd">
            <a:solidFill>
              <a:srgbClr val="627D8D"/>
            </a:solidFill>
            <a:prstDash val="solid"/>
            <a:round/>
          </a:ln>
        </p:spPr>
      </p:sp>
      <p:sp>
        <p:nvSpPr>
          <p:cNvPr id="187" name="!!path-345"/>
          <p:cNvSpPr/>
          <p:nvPr/>
        </p:nvSpPr>
        <p:spPr>
          <a:xfrm>
            <a:off x="7128186" y="1467631"/>
            <a:ext cx="66548" cy="133096"/>
          </a:xfrm>
          <a:custGeom>
            <a:avLst/>
            <a:gdLst/>
            <a:ahLst/>
            <a:cxnLst/>
            <a:rect l="l" t="t" r="r" b="b"/>
            <a:pathLst>
              <a:path w="66548" h="133096" fill="none">
                <a:moveTo>
                  <a:pt x="0" y="133096"/>
                </a:moveTo>
                <a:lnTo>
                  <a:pt x="0" y="0"/>
                </a:lnTo>
                <a:lnTo>
                  <a:pt x="33274" y="0"/>
                </a:lnTo>
                <a:lnTo>
                  <a:pt x="33274" y="93167"/>
                </a:lnTo>
                <a:lnTo>
                  <a:pt x="66548" y="93167"/>
                </a:lnTo>
                <a:lnTo>
                  <a:pt x="66548" y="0"/>
                </a:lnTo>
              </a:path>
            </a:pathLst>
          </a:custGeom>
          <a:noFill/>
          <a:ln w="9317" cap="rnd">
            <a:solidFill>
              <a:srgbClr val="627D8D"/>
            </a:solidFill>
            <a:prstDash val="solid"/>
            <a:round/>
          </a:ln>
        </p:spPr>
      </p:sp>
      <p:sp>
        <p:nvSpPr>
          <p:cNvPr id="188" name="!!rect-348"/>
          <p:cNvSpPr/>
          <p:nvPr/>
        </p:nvSpPr>
        <p:spPr>
          <a:xfrm>
            <a:off x="5704059" y="5460511"/>
            <a:ext cx="665480" cy="266192"/>
          </a:xfrm>
          <a:prstGeom prst="roundRect">
            <a:avLst>
              <a:gd name="adj" fmla="val 10000"/>
            </a:avLst>
          </a:prstGeom>
          <a:solidFill>
            <a:srgbClr val="627D8D">
              <a:alpha val="12000"/>
            </a:srgbClr>
          </a:solidFill>
          <a:ln>
            <a:noFill/>
          </a:ln>
        </p:spPr>
      </p:sp>
      <p:sp>
        <p:nvSpPr>
          <p:cNvPr id="189" name="!!path-34a"/>
          <p:cNvSpPr/>
          <p:nvPr/>
        </p:nvSpPr>
        <p:spPr>
          <a:xfrm>
            <a:off x="5704059" y="5460511"/>
            <a:ext cx="665480" cy="266192"/>
          </a:xfrm>
          <a:custGeom>
            <a:avLst/>
            <a:gdLst/>
            <a:ahLst/>
            <a:cxnLst/>
            <a:rect l="l" t="t" r="r" b="b"/>
            <a:pathLst>
              <a:path w="665480" h="266192" fill="none">
                <a:moveTo>
                  <a:pt x="26619" y="0"/>
                </a:moveTo>
                <a:lnTo>
                  <a:pt x="638861" y="0"/>
                </a:lnTo>
                <a:cubicBezTo>
                  <a:pt x="653561" y="0"/>
                  <a:pt x="665480" y="11919"/>
                  <a:pt x="665480" y="26619"/>
                </a:cubicBezTo>
                <a:lnTo>
                  <a:pt x="665480" y="239573"/>
                </a:lnTo>
                <a:cubicBezTo>
                  <a:pt x="665480" y="254273"/>
                  <a:pt x="653561" y="266192"/>
                  <a:pt x="638861" y="266192"/>
                </a:cubicBezTo>
                <a:lnTo>
                  <a:pt x="26619" y="266192"/>
                </a:lnTo>
                <a:cubicBezTo>
                  <a:pt x="11919" y="266192"/>
                  <a:pt x="0" y="254273"/>
                  <a:pt x="0" y="239573"/>
                </a:cubicBezTo>
                <a:lnTo>
                  <a:pt x="0" y="26619"/>
                </a:lnTo>
                <a:cubicBezTo>
                  <a:pt x="0" y="11919"/>
                  <a:pt x="11919" y="0"/>
                  <a:pt x="26619" y="0"/>
                </a:cubicBezTo>
                <a:close/>
              </a:path>
            </a:pathLst>
          </a:custGeom>
          <a:noFill/>
          <a:ln w="13310" cap="rnd">
            <a:solidFill>
              <a:srgbClr val="627D8D"/>
            </a:solidFill>
            <a:prstDash val="solid"/>
            <a:round/>
          </a:ln>
        </p:spPr>
      </p:sp>
      <p:sp>
        <p:nvSpPr>
          <p:cNvPr id="190" name="!!path-34d"/>
          <p:cNvSpPr/>
          <p:nvPr/>
        </p:nvSpPr>
        <p:spPr>
          <a:xfrm>
            <a:off x="5797226" y="5527059"/>
            <a:ext cx="1" cy="133096"/>
          </a:xfrm>
          <a:custGeom>
            <a:avLst/>
            <a:gdLst/>
            <a:ahLst/>
            <a:cxnLst/>
            <a:rect l="l" t="t" r="r" b="b"/>
            <a:pathLst>
              <a:path w="1" h="133096" fill="none">
                <a:moveTo>
                  <a:pt x="0" y="0"/>
                </a:moveTo>
                <a:lnTo>
                  <a:pt x="0" y="133096"/>
                </a:lnTo>
              </a:path>
            </a:pathLst>
          </a:custGeom>
          <a:noFill/>
          <a:ln w="9317" cap="rnd">
            <a:solidFill>
              <a:srgbClr val="627D8D"/>
            </a:solidFill>
            <a:prstDash val="solid"/>
            <a:round/>
          </a:ln>
        </p:spPr>
      </p:sp>
      <p:sp>
        <p:nvSpPr>
          <p:cNvPr id="191" name="!!path-34g"/>
          <p:cNvSpPr/>
          <p:nvPr/>
        </p:nvSpPr>
        <p:spPr>
          <a:xfrm>
            <a:off x="5903703" y="5527059"/>
            <a:ext cx="1" cy="133096"/>
          </a:xfrm>
          <a:custGeom>
            <a:avLst/>
            <a:gdLst/>
            <a:ahLst/>
            <a:cxnLst/>
            <a:rect l="l" t="t" r="r" b="b"/>
            <a:pathLst>
              <a:path w="1" h="133096" fill="none">
                <a:moveTo>
                  <a:pt x="0" y="0"/>
                </a:moveTo>
                <a:lnTo>
                  <a:pt x="0" y="133096"/>
                </a:lnTo>
              </a:path>
            </a:pathLst>
          </a:custGeom>
          <a:noFill/>
          <a:ln w="9317" cap="rnd">
            <a:solidFill>
              <a:srgbClr val="627D8D"/>
            </a:solidFill>
            <a:prstDash val="solid"/>
            <a:round/>
          </a:ln>
        </p:spPr>
      </p:sp>
      <p:sp>
        <p:nvSpPr>
          <p:cNvPr id="192" name="!!path-34j"/>
          <p:cNvSpPr/>
          <p:nvPr/>
        </p:nvSpPr>
        <p:spPr>
          <a:xfrm>
            <a:off x="6010180" y="5527059"/>
            <a:ext cx="1" cy="133096"/>
          </a:xfrm>
          <a:custGeom>
            <a:avLst/>
            <a:gdLst/>
            <a:ahLst/>
            <a:cxnLst/>
            <a:rect l="l" t="t" r="r" b="b"/>
            <a:pathLst>
              <a:path w="1" h="133096" fill="none">
                <a:moveTo>
                  <a:pt x="0" y="0"/>
                </a:moveTo>
                <a:lnTo>
                  <a:pt x="0" y="133096"/>
                </a:lnTo>
              </a:path>
            </a:pathLst>
          </a:custGeom>
          <a:noFill/>
          <a:ln w="9317" cap="rnd">
            <a:solidFill>
              <a:srgbClr val="627D8D"/>
            </a:solidFill>
            <a:prstDash val="solid"/>
            <a:round/>
          </a:ln>
        </p:spPr>
      </p:sp>
      <p:sp>
        <p:nvSpPr>
          <p:cNvPr id="193" name="!!path-34m"/>
          <p:cNvSpPr/>
          <p:nvPr/>
        </p:nvSpPr>
        <p:spPr>
          <a:xfrm>
            <a:off x="6116657" y="5527059"/>
            <a:ext cx="1" cy="133096"/>
          </a:xfrm>
          <a:custGeom>
            <a:avLst/>
            <a:gdLst/>
            <a:ahLst/>
            <a:cxnLst/>
            <a:rect l="l" t="t" r="r" b="b"/>
            <a:pathLst>
              <a:path w="1" h="133096" fill="none">
                <a:moveTo>
                  <a:pt x="0" y="0"/>
                </a:moveTo>
                <a:lnTo>
                  <a:pt x="0" y="133096"/>
                </a:lnTo>
              </a:path>
            </a:pathLst>
          </a:custGeom>
          <a:noFill/>
          <a:ln w="9317" cap="rnd">
            <a:solidFill>
              <a:srgbClr val="627D8D"/>
            </a:solidFill>
            <a:prstDash val="solid"/>
            <a:round/>
          </a:ln>
        </p:spPr>
      </p:sp>
      <p:sp>
        <p:nvSpPr>
          <p:cNvPr id="194" name="!!path-34p"/>
          <p:cNvSpPr/>
          <p:nvPr/>
        </p:nvSpPr>
        <p:spPr>
          <a:xfrm>
            <a:off x="6223133" y="5527059"/>
            <a:ext cx="1" cy="133096"/>
          </a:xfrm>
          <a:custGeom>
            <a:avLst/>
            <a:gdLst/>
            <a:ahLst/>
            <a:cxnLst/>
            <a:rect l="l" t="t" r="r" b="b"/>
            <a:pathLst>
              <a:path w="1" h="133096" fill="none">
                <a:moveTo>
                  <a:pt x="0" y="0"/>
                </a:moveTo>
                <a:lnTo>
                  <a:pt x="0" y="133096"/>
                </a:lnTo>
              </a:path>
            </a:pathLst>
          </a:custGeom>
          <a:noFill/>
          <a:ln w="9317" cap="rnd">
            <a:solidFill>
              <a:srgbClr val="627D8D"/>
            </a:solidFill>
            <a:prstDash val="solid"/>
            <a:round/>
          </a:ln>
        </p:spPr>
      </p:sp>
      <p:sp>
        <p:nvSpPr>
          <p:cNvPr id="195" name="!!rect-34s"/>
          <p:cNvSpPr/>
          <p:nvPr/>
        </p:nvSpPr>
        <p:spPr>
          <a:xfrm>
            <a:off x="6462706" y="5527059"/>
            <a:ext cx="239573" cy="146406"/>
          </a:xfrm>
          <a:prstGeom prst="roundRect">
            <a:avLst>
              <a:gd name="adj" fmla="val 18182"/>
            </a:avLst>
          </a:prstGeom>
          <a:solidFill>
            <a:srgbClr val="627D8D">
              <a:alpha val="12000"/>
            </a:srgbClr>
          </a:solidFill>
          <a:ln>
            <a:noFill/>
          </a:ln>
        </p:spPr>
      </p:sp>
      <p:sp>
        <p:nvSpPr>
          <p:cNvPr id="196" name="!!path-34u"/>
          <p:cNvSpPr/>
          <p:nvPr/>
        </p:nvSpPr>
        <p:spPr>
          <a:xfrm>
            <a:off x="6462706" y="5527059"/>
            <a:ext cx="239573" cy="146406"/>
          </a:xfrm>
          <a:custGeom>
            <a:avLst/>
            <a:gdLst/>
            <a:ahLst/>
            <a:cxnLst/>
            <a:rect l="l" t="t" r="r" b="b"/>
            <a:pathLst>
              <a:path w="239573" h="146406" fill="none">
                <a:moveTo>
                  <a:pt x="26619" y="0"/>
                </a:moveTo>
                <a:lnTo>
                  <a:pt x="212954" y="0"/>
                </a:lnTo>
                <a:cubicBezTo>
                  <a:pt x="227654" y="0"/>
                  <a:pt x="239573" y="11919"/>
                  <a:pt x="239573" y="26619"/>
                </a:cubicBezTo>
                <a:lnTo>
                  <a:pt x="239573" y="119786"/>
                </a:lnTo>
                <a:cubicBezTo>
                  <a:pt x="239573" y="134487"/>
                  <a:pt x="227654" y="146406"/>
                  <a:pt x="212954" y="146406"/>
                </a:cubicBezTo>
                <a:lnTo>
                  <a:pt x="26619" y="146406"/>
                </a:lnTo>
                <a:cubicBezTo>
                  <a:pt x="11919" y="146406"/>
                  <a:pt x="0" y="134487"/>
                  <a:pt x="0" y="119786"/>
                </a:cubicBezTo>
                <a:lnTo>
                  <a:pt x="0" y="26619"/>
                </a:lnTo>
                <a:cubicBezTo>
                  <a:pt x="0" y="11919"/>
                  <a:pt x="11919" y="0"/>
                  <a:pt x="26619" y="0"/>
                </a:cubicBezTo>
                <a:close/>
              </a:path>
            </a:pathLst>
          </a:custGeom>
          <a:noFill/>
          <a:ln w="13310" cap="rnd">
            <a:solidFill>
              <a:srgbClr val="627D8D"/>
            </a:solidFill>
            <a:prstDash val="solid"/>
            <a:round/>
          </a:ln>
        </p:spPr>
      </p:sp>
      <p:sp>
        <p:nvSpPr>
          <p:cNvPr id="197" name="!!rect-34x"/>
          <p:cNvSpPr/>
          <p:nvPr/>
        </p:nvSpPr>
        <p:spPr>
          <a:xfrm>
            <a:off x="5990215" y="3743573"/>
            <a:ext cx="46584" cy="266192"/>
          </a:xfrm>
          <a:prstGeom prst="roundRect">
            <a:avLst>
              <a:gd name="adj" fmla="val 50000"/>
            </a:avLst>
          </a:prstGeom>
          <a:solidFill>
            <a:srgbClr val="627D8D">
              <a:alpha val="12000"/>
            </a:srgbClr>
          </a:solidFill>
          <a:ln>
            <a:noFill/>
          </a:ln>
        </p:spPr>
      </p:sp>
      <p:sp>
        <p:nvSpPr>
          <p:cNvPr id="198" name="!!path-34z"/>
          <p:cNvSpPr/>
          <p:nvPr/>
        </p:nvSpPr>
        <p:spPr>
          <a:xfrm>
            <a:off x="5990215" y="3743573"/>
            <a:ext cx="46584" cy="266192"/>
          </a:xfrm>
          <a:custGeom>
            <a:avLst/>
            <a:gdLst/>
            <a:ahLst/>
            <a:cxnLst/>
            <a:rect l="l" t="t" r="r" b="b"/>
            <a:pathLst>
              <a:path w="46584" h="266192" fill="none">
                <a:moveTo>
                  <a:pt x="26619" y="0"/>
                </a:moveTo>
                <a:lnTo>
                  <a:pt x="19964" y="0"/>
                </a:lnTo>
                <a:cubicBezTo>
                  <a:pt x="34665" y="0"/>
                  <a:pt x="46584" y="11919"/>
                  <a:pt x="46584" y="26619"/>
                </a:cubicBezTo>
                <a:lnTo>
                  <a:pt x="46584" y="239573"/>
                </a:lnTo>
                <a:cubicBezTo>
                  <a:pt x="46584" y="254273"/>
                  <a:pt x="34665" y="266192"/>
                  <a:pt x="19964" y="266192"/>
                </a:cubicBezTo>
                <a:lnTo>
                  <a:pt x="26619" y="266192"/>
                </a:lnTo>
                <a:cubicBezTo>
                  <a:pt x="11919" y="266192"/>
                  <a:pt x="0" y="254273"/>
                  <a:pt x="0" y="239573"/>
                </a:cubicBezTo>
                <a:lnTo>
                  <a:pt x="0" y="26619"/>
                </a:lnTo>
                <a:cubicBezTo>
                  <a:pt x="0" y="11919"/>
                  <a:pt x="11919" y="0"/>
                  <a:pt x="26619" y="0"/>
                </a:cubicBezTo>
                <a:close/>
              </a:path>
            </a:pathLst>
          </a:custGeom>
          <a:noFill/>
          <a:ln w="13310" cap="rnd">
            <a:solidFill>
              <a:srgbClr val="627D8D"/>
            </a:solidFill>
            <a:prstDash val="solid"/>
            <a:round/>
          </a:ln>
        </p:spPr>
      </p:sp>
      <p:sp>
        <p:nvSpPr>
          <p:cNvPr id="199" name="!!rect-352"/>
          <p:cNvSpPr/>
          <p:nvPr/>
        </p:nvSpPr>
        <p:spPr>
          <a:xfrm>
            <a:off x="6043454" y="3743573"/>
            <a:ext cx="46584" cy="266192"/>
          </a:xfrm>
          <a:prstGeom prst="roundRect">
            <a:avLst>
              <a:gd name="adj" fmla="val 50000"/>
            </a:avLst>
          </a:prstGeom>
          <a:solidFill>
            <a:srgbClr val="627D8D">
              <a:alpha val="12000"/>
            </a:srgbClr>
          </a:solidFill>
          <a:ln>
            <a:noFill/>
          </a:ln>
        </p:spPr>
      </p:sp>
      <p:sp>
        <p:nvSpPr>
          <p:cNvPr id="200" name="!!path-354"/>
          <p:cNvSpPr/>
          <p:nvPr/>
        </p:nvSpPr>
        <p:spPr>
          <a:xfrm>
            <a:off x="6043454" y="3743573"/>
            <a:ext cx="46584" cy="266192"/>
          </a:xfrm>
          <a:custGeom>
            <a:avLst/>
            <a:gdLst/>
            <a:ahLst/>
            <a:cxnLst/>
            <a:rect l="l" t="t" r="r" b="b"/>
            <a:pathLst>
              <a:path w="46584" h="266192" fill="none">
                <a:moveTo>
                  <a:pt x="26619" y="0"/>
                </a:moveTo>
                <a:lnTo>
                  <a:pt x="19964" y="0"/>
                </a:lnTo>
                <a:cubicBezTo>
                  <a:pt x="34665" y="0"/>
                  <a:pt x="46584" y="11919"/>
                  <a:pt x="46584" y="26619"/>
                </a:cubicBezTo>
                <a:lnTo>
                  <a:pt x="46584" y="239573"/>
                </a:lnTo>
                <a:cubicBezTo>
                  <a:pt x="46584" y="254273"/>
                  <a:pt x="34665" y="266192"/>
                  <a:pt x="19964" y="266192"/>
                </a:cubicBezTo>
                <a:lnTo>
                  <a:pt x="26619" y="266192"/>
                </a:lnTo>
                <a:cubicBezTo>
                  <a:pt x="11919" y="266192"/>
                  <a:pt x="0" y="254273"/>
                  <a:pt x="0" y="239573"/>
                </a:cubicBezTo>
                <a:lnTo>
                  <a:pt x="0" y="26619"/>
                </a:lnTo>
                <a:cubicBezTo>
                  <a:pt x="0" y="11919"/>
                  <a:pt x="11919" y="0"/>
                  <a:pt x="26619" y="0"/>
                </a:cubicBezTo>
                <a:close/>
              </a:path>
            </a:pathLst>
          </a:custGeom>
          <a:noFill/>
          <a:ln w="13310" cap="rnd">
            <a:solidFill>
              <a:srgbClr val="627D8D"/>
            </a:solidFill>
            <a:prstDash val="solid"/>
            <a:round/>
          </a:ln>
        </p:spPr>
      </p:sp>
      <p:sp>
        <p:nvSpPr>
          <p:cNvPr id="201" name="!!rect-357"/>
          <p:cNvSpPr/>
          <p:nvPr/>
        </p:nvSpPr>
        <p:spPr>
          <a:xfrm>
            <a:off x="5990215" y="5007984"/>
            <a:ext cx="46584" cy="266192"/>
          </a:xfrm>
          <a:prstGeom prst="roundRect">
            <a:avLst>
              <a:gd name="adj" fmla="val 50000"/>
            </a:avLst>
          </a:prstGeom>
          <a:solidFill>
            <a:srgbClr val="627D8D">
              <a:alpha val="12000"/>
            </a:srgbClr>
          </a:solidFill>
          <a:ln>
            <a:noFill/>
          </a:ln>
        </p:spPr>
      </p:sp>
      <p:sp>
        <p:nvSpPr>
          <p:cNvPr id="202" name="!!path-359"/>
          <p:cNvSpPr/>
          <p:nvPr/>
        </p:nvSpPr>
        <p:spPr>
          <a:xfrm>
            <a:off x="5990215" y="5007984"/>
            <a:ext cx="46584" cy="266192"/>
          </a:xfrm>
          <a:custGeom>
            <a:avLst/>
            <a:gdLst/>
            <a:ahLst/>
            <a:cxnLst/>
            <a:rect l="l" t="t" r="r" b="b"/>
            <a:pathLst>
              <a:path w="46584" h="266192" fill="none">
                <a:moveTo>
                  <a:pt x="26619" y="0"/>
                </a:moveTo>
                <a:lnTo>
                  <a:pt x="19964" y="0"/>
                </a:lnTo>
                <a:cubicBezTo>
                  <a:pt x="34665" y="0"/>
                  <a:pt x="46584" y="11919"/>
                  <a:pt x="46584" y="26619"/>
                </a:cubicBezTo>
                <a:lnTo>
                  <a:pt x="46584" y="239573"/>
                </a:lnTo>
                <a:cubicBezTo>
                  <a:pt x="46584" y="254273"/>
                  <a:pt x="34665" y="266192"/>
                  <a:pt x="19964" y="266192"/>
                </a:cubicBezTo>
                <a:lnTo>
                  <a:pt x="26619" y="266192"/>
                </a:lnTo>
                <a:cubicBezTo>
                  <a:pt x="11919" y="266192"/>
                  <a:pt x="0" y="254273"/>
                  <a:pt x="0" y="239573"/>
                </a:cubicBezTo>
                <a:lnTo>
                  <a:pt x="0" y="26619"/>
                </a:lnTo>
                <a:cubicBezTo>
                  <a:pt x="0" y="11919"/>
                  <a:pt x="11919" y="0"/>
                  <a:pt x="26619" y="0"/>
                </a:cubicBezTo>
                <a:close/>
              </a:path>
            </a:pathLst>
          </a:custGeom>
          <a:noFill/>
          <a:ln w="13310" cap="rnd">
            <a:solidFill>
              <a:srgbClr val="627D8D"/>
            </a:solidFill>
            <a:prstDash val="solid"/>
            <a:round/>
          </a:ln>
        </p:spPr>
      </p:sp>
      <p:sp>
        <p:nvSpPr>
          <p:cNvPr id="203" name="!!rect-35c"/>
          <p:cNvSpPr/>
          <p:nvPr/>
        </p:nvSpPr>
        <p:spPr>
          <a:xfrm>
            <a:off x="6043454" y="5007984"/>
            <a:ext cx="46584" cy="266192"/>
          </a:xfrm>
          <a:prstGeom prst="roundRect">
            <a:avLst>
              <a:gd name="adj" fmla="val 50000"/>
            </a:avLst>
          </a:prstGeom>
          <a:solidFill>
            <a:srgbClr val="627D8D">
              <a:alpha val="12000"/>
            </a:srgbClr>
          </a:solidFill>
          <a:ln>
            <a:noFill/>
          </a:ln>
        </p:spPr>
      </p:sp>
      <p:sp>
        <p:nvSpPr>
          <p:cNvPr id="204" name="!!path-35e"/>
          <p:cNvSpPr/>
          <p:nvPr/>
        </p:nvSpPr>
        <p:spPr>
          <a:xfrm>
            <a:off x="6043454" y="5007984"/>
            <a:ext cx="46584" cy="266192"/>
          </a:xfrm>
          <a:custGeom>
            <a:avLst/>
            <a:gdLst/>
            <a:ahLst/>
            <a:cxnLst/>
            <a:rect l="l" t="t" r="r" b="b"/>
            <a:pathLst>
              <a:path w="46584" h="266192" fill="none">
                <a:moveTo>
                  <a:pt x="26619" y="0"/>
                </a:moveTo>
                <a:lnTo>
                  <a:pt x="19964" y="0"/>
                </a:lnTo>
                <a:cubicBezTo>
                  <a:pt x="34665" y="0"/>
                  <a:pt x="46584" y="11919"/>
                  <a:pt x="46584" y="26619"/>
                </a:cubicBezTo>
                <a:lnTo>
                  <a:pt x="46584" y="239573"/>
                </a:lnTo>
                <a:cubicBezTo>
                  <a:pt x="46584" y="254273"/>
                  <a:pt x="34665" y="266192"/>
                  <a:pt x="19964" y="266192"/>
                </a:cubicBezTo>
                <a:lnTo>
                  <a:pt x="26619" y="266192"/>
                </a:lnTo>
                <a:cubicBezTo>
                  <a:pt x="11919" y="266192"/>
                  <a:pt x="0" y="254273"/>
                  <a:pt x="0" y="239573"/>
                </a:cubicBezTo>
                <a:lnTo>
                  <a:pt x="0" y="26619"/>
                </a:lnTo>
                <a:cubicBezTo>
                  <a:pt x="0" y="11919"/>
                  <a:pt x="11919" y="0"/>
                  <a:pt x="26619" y="0"/>
                </a:cubicBezTo>
                <a:close/>
              </a:path>
            </a:pathLst>
          </a:custGeom>
          <a:noFill/>
          <a:ln w="13310" cap="rnd">
            <a:solidFill>
              <a:srgbClr val="627D8D"/>
            </a:solidFill>
            <a:prstDash val="solid"/>
            <a:round/>
          </a:ln>
        </p:spPr>
      </p:sp>
      <p:sp>
        <p:nvSpPr>
          <p:cNvPr id="205" name="!!rect-35h"/>
          <p:cNvSpPr/>
          <p:nvPr/>
        </p:nvSpPr>
        <p:spPr>
          <a:xfrm>
            <a:off x="4898828" y="3364249"/>
            <a:ext cx="332740" cy="159715"/>
          </a:xfrm>
          <a:prstGeom prst="roundRect">
            <a:avLst>
              <a:gd name="adj" fmla="val 29167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206" name="!!text-35i" descr="A01"/>
          <p:cNvSpPr txBox="1"/>
          <p:nvPr/>
        </p:nvSpPr>
        <p:spPr>
          <a:xfrm>
            <a:off x="4980370" y="3369307"/>
            <a:ext cx="197608" cy="13490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34" b="1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A01</a:t>
            </a:r>
            <a:endParaRPr lang="zh-TW" sz="734"/>
          </a:p>
        </p:txBody>
      </p:sp>
      <p:sp>
        <p:nvSpPr>
          <p:cNvPr id="207" name="!!rect-35m"/>
          <p:cNvSpPr/>
          <p:nvPr/>
        </p:nvSpPr>
        <p:spPr>
          <a:xfrm>
            <a:off x="6163240" y="3364249"/>
            <a:ext cx="332740" cy="159715"/>
          </a:xfrm>
          <a:prstGeom prst="roundRect">
            <a:avLst>
              <a:gd name="adj" fmla="val 29167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208" name="!!text-35n" descr="A02"/>
          <p:cNvSpPr txBox="1"/>
          <p:nvPr/>
        </p:nvSpPr>
        <p:spPr>
          <a:xfrm>
            <a:off x="6244781" y="3369307"/>
            <a:ext cx="197608" cy="13490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34" b="1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A02</a:t>
            </a:r>
            <a:endParaRPr lang="zh-TW" sz="734"/>
          </a:p>
        </p:txBody>
      </p:sp>
      <p:sp>
        <p:nvSpPr>
          <p:cNvPr id="209" name="!!rect-35r"/>
          <p:cNvSpPr/>
          <p:nvPr/>
        </p:nvSpPr>
        <p:spPr>
          <a:xfrm>
            <a:off x="4898828" y="4628661"/>
            <a:ext cx="332740" cy="159715"/>
          </a:xfrm>
          <a:prstGeom prst="roundRect">
            <a:avLst>
              <a:gd name="adj" fmla="val 29167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210" name="!!text-35s" descr="A03"/>
          <p:cNvSpPr txBox="1"/>
          <p:nvPr/>
        </p:nvSpPr>
        <p:spPr>
          <a:xfrm>
            <a:off x="4980370" y="4633719"/>
            <a:ext cx="197608" cy="13490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34" b="1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A03</a:t>
            </a:r>
            <a:endParaRPr lang="zh-TW" sz="734"/>
          </a:p>
        </p:txBody>
      </p:sp>
      <p:sp>
        <p:nvSpPr>
          <p:cNvPr id="211" name="!!rect-35w"/>
          <p:cNvSpPr/>
          <p:nvPr/>
        </p:nvSpPr>
        <p:spPr>
          <a:xfrm>
            <a:off x="6163240" y="4628661"/>
            <a:ext cx="332740" cy="159715"/>
          </a:xfrm>
          <a:prstGeom prst="roundRect">
            <a:avLst>
              <a:gd name="adj" fmla="val 29167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212" name="!!text-35x" descr="A04"/>
          <p:cNvSpPr txBox="1"/>
          <p:nvPr/>
        </p:nvSpPr>
        <p:spPr>
          <a:xfrm>
            <a:off x="6244781" y="4633719"/>
            <a:ext cx="197608" cy="13490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34" b="1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A04</a:t>
            </a:r>
            <a:endParaRPr lang="zh-TW" sz="734"/>
          </a:p>
        </p:txBody>
      </p:sp>
      <p:sp>
        <p:nvSpPr>
          <p:cNvPr id="213" name="!!text-6hw" descr="智慧書櫃"/>
          <p:cNvSpPr txBox="1"/>
          <p:nvPr/>
        </p:nvSpPr>
        <p:spPr>
          <a:xfrm>
            <a:off x="711200" y="1918716"/>
            <a:ext cx="710184" cy="2206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00" b="1" kern="0" spc="144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智慧書</a:t>
            </a:r>
            <a:r>
              <a:rPr lang="zh-TW" altLang="en-US" sz="12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櫃</a:t>
            </a:r>
            <a:endParaRPr lang="zh-TW" sz="1200"/>
          </a:p>
        </p:txBody>
      </p:sp>
      <p:sp>
        <p:nvSpPr>
          <p:cNvPr id="214" name="!!text-6i2" descr="一片 ESP32，"/>
          <p:cNvSpPr txBox="1"/>
          <p:nvPr/>
        </p:nvSpPr>
        <p:spPr>
          <a:xfrm>
            <a:off x="711200" y="2187448"/>
            <a:ext cx="2906421" cy="66202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3600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一片 ESP3</a:t>
            </a:r>
            <a:r>
              <a:rPr lang="zh-TW" altLang="en-US" sz="3600" kern="0" spc="-108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2</a:t>
            </a:r>
            <a:r>
              <a:rPr lang="zh-TW" altLang="en-US" sz="3600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，</a:t>
            </a:r>
            <a:endParaRPr lang="zh-TW" sz="3600"/>
          </a:p>
        </p:txBody>
      </p:sp>
      <p:sp>
        <p:nvSpPr>
          <p:cNvPr id="215" name="!!text-6j8" descr="控制四扇櫃門"/>
          <p:cNvSpPr txBox="1"/>
          <p:nvPr/>
        </p:nvSpPr>
        <p:spPr>
          <a:xfrm>
            <a:off x="711200" y="2736088"/>
            <a:ext cx="2880360" cy="66202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3600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控制四扇櫃門</a:t>
            </a:r>
            <a:endParaRPr lang="zh-TW" sz="3600"/>
          </a:p>
        </p:txBody>
      </p:sp>
      <p:sp>
        <p:nvSpPr>
          <p:cNvPr id="216" name="!!text-6k7" descr="以 HTTPS 定時與伺服器同步，"/>
          <p:cNvSpPr txBox="1"/>
          <p:nvPr/>
        </p:nvSpPr>
        <p:spPr>
          <a:xfrm>
            <a:off x="711200" y="3451860"/>
            <a:ext cx="2658237" cy="27584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500" kern="0" dirty="0">
                <a:solidFill>
                  <a:srgbClr val="3F4A54"/>
                </a:solidFill>
                <a:latin typeface="Noto Sans TC Medium"/>
                <a:ea typeface="Noto Sans TC Medium"/>
                <a:cs typeface="Noto Sans TC Medium"/>
              </a:rPr>
              <a:t>以 HTT</a:t>
            </a:r>
            <a:r>
              <a:rPr lang="zh-TW" altLang="en-US" sz="1500" kern="0" spc="-23" dirty="0">
                <a:solidFill>
                  <a:srgbClr val="3F4A54"/>
                </a:solidFill>
                <a:latin typeface="Noto Sans TC Medium"/>
                <a:ea typeface="Noto Sans TC Medium"/>
                <a:cs typeface="Noto Sans TC Medium"/>
              </a:rPr>
              <a:t>P</a:t>
            </a:r>
            <a:r>
              <a:rPr lang="zh-TW" altLang="en-US" sz="1500" kern="0" dirty="0">
                <a:solidFill>
                  <a:srgbClr val="3F4A54"/>
                </a:solidFill>
                <a:latin typeface="Noto Sans TC Medium"/>
                <a:ea typeface="Noto Sans TC Medium"/>
                <a:cs typeface="Noto Sans TC Medium"/>
              </a:rPr>
              <a:t>S 定時與伺服器同步，</a:t>
            </a:r>
            <a:endParaRPr lang="zh-TW" sz="1500"/>
          </a:p>
        </p:txBody>
      </p:sp>
      <p:sp>
        <p:nvSpPr>
          <p:cNvPr id="217" name="!!text-6kr" descr="接收開鎖指令並回報開關門。"/>
          <p:cNvSpPr txBox="1"/>
          <p:nvPr/>
        </p:nvSpPr>
        <p:spPr>
          <a:xfrm>
            <a:off x="711200" y="3743960"/>
            <a:ext cx="2533650" cy="27584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500" kern="0" dirty="0">
                <a:solidFill>
                  <a:srgbClr val="3F4A54"/>
                </a:solidFill>
                <a:latin typeface="Noto Sans TC Medium"/>
                <a:ea typeface="Noto Sans TC Medium"/>
                <a:cs typeface="Noto Sans TC Medium"/>
              </a:rPr>
              <a:t>接收開鎖指令並回報開關門。</a:t>
            </a:r>
            <a:endParaRPr lang="zh-TW" sz="1500"/>
          </a:p>
        </p:txBody>
      </p:sp>
      <p:sp>
        <p:nvSpPr>
          <p:cNvPr id="218" name="!!circle-6l7"/>
          <p:cNvSpPr/>
          <p:nvPr/>
        </p:nvSpPr>
        <p:spPr>
          <a:xfrm>
            <a:off x="6858273" y="1559998"/>
            <a:ext cx="57150" cy="57150"/>
          </a:xfrm>
          <a:prstGeom prst="ellipse">
            <a:avLst/>
          </a:prstGeom>
          <a:solidFill>
            <a:srgbClr val="627D8D"/>
          </a:solidFill>
          <a:ln>
            <a:noFill/>
          </a:ln>
        </p:spPr>
      </p:sp>
      <p:sp>
        <p:nvSpPr>
          <p:cNvPr id="219" name="!!circle-6l8"/>
          <p:cNvSpPr/>
          <p:nvPr/>
        </p:nvSpPr>
        <p:spPr>
          <a:xfrm>
            <a:off x="6823348" y="1525073"/>
            <a:ext cx="127000" cy="127000"/>
          </a:xfrm>
          <a:prstGeom prst="ellipse">
            <a:avLst/>
          </a:prstGeom>
          <a:noFill/>
          <a:ln w="9525" cap="flat">
            <a:solidFill>
              <a:srgbClr val="627D8D">
                <a:alpha val="50000"/>
              </a:srgbClr>
            </a:solidFill>
            <a:prstDash val="solid"/>
            <a:miter lim="800000"/>
          </a:ln>
        </p:spPr>
      </p:sp>
      <p:sp>
        <p:nvSpPr>
          <p:cNvPr id="220" name="!!path-6l9"/>
          <p:cNvSpPr/>
          <p:nvPr/>
        </p:nvSpPr>
        <p:spPr>
          <a:xfrm>
            <a:off x="6886848" y="1588573"/>
            <a:ext cx="1469752" cy="17977"/>
          </a:xfrm>
          <a:custGeom>
            <a:avLst/>
            <a:gdLst/>
            <a:ahLst/>
            <a:cxnLst/>
            <a:rect l="l" t="t" r="r" b="b"/>
            <a:pathLst>
              <a:path w="1469752" h="17977" fill="none">
                <a:moveTo>
                  <a:pt x="0" y="0"/>
                </a:moveTo>
                <a:lnTo>
                  <a:pt x="1304652" y="17977"/>
                </a:lnTo>
                <a:lnTo>
                  <a:pt x="1469752" y="17977"/>
                </a:lnTo>
              </a:path>
            </a:pathLst>
          </a:custGeom>
          <a:noFill/>
          <a:ln w="10160" cap="rnd">
            <a:solidFill>
              <a:srgbClr val="627D8D"/>
            </a:solidFill>
            <a:prstDash val="solid"/>
            <a:round/>
          </a:ln>
        </p:spPr>
      </p:sp>
      <p:sp>
        <p:nvSpPr>
          <p:cNvPr id="221" name="!!text-6lg" descr="ESP32 控制板"/>
          <p:cNvSpPr txBox="1"/>
          <p:nvPr/>
        </p:nvSpPr>
        <p:spPr>
          <a:xfrm>
            <a:off x="8445500" y="1472184"/>
            <a:ext cx="1091806" cy="23906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ESP32 控制板</a:t>
            </a:r>
            <a:endParaRPr lang="zh-TW" sz="1300"/>
          </a:p>
        </p:txBody>
      </p:sp>
      <p:sp>
        <p:nvSpPr>
          <p:cNvPr id="222" name="!!text-6lp" descr="Wi-Fi 連線・HTTPS 同步"/>
          <p:cNvSpPr txBox="1"/>
          <p:nvPr/>
        </p:nvSpPr>
        <p:spPr>
          <a:xfrm>
            <a:off x="8445500" y="1717548"/>
            <a:ext cx="1585176" cy="20228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00" kern="0" dirty="0">
                <a:solidFill>
                  <a:srgbClr val="5B6770"/>
                </a:solidFill>
                <a:latin typeface="Noto Sans TC Medium"/>
                <a:ea typeface="Noto Sans TC Medium"/>
                <a:cs typeface="Noto Sans TC Medium"/>
              </a:rPr>
              <a:t>Wi-Fi 連線・HTT</a:t>
            </a:r>
            <a:r>
              <a:rPr lang="zh-TW" altLang="en-US" sz="1100" kern="0" spc="-17" dirty="0">
                <a:solidFill>
                  <a:srgbClr val="5B6770"/>
                </a:solidFill>
                <a:latin typeface="Noto Sans TC Medium"/>
                <a:ea typeface="Noto Sans TC Medium"/>
                <a:cs typeface="Noto Sans TC Medium"/>
              </a:rPr>
              <a:t>P</a:t>
            </a:r>
            <a:r>
              <a:rPr lang="zh-TW" altLang="en-US" sz="1100" kern="0" dirty="0">
                <a:solidFill>
                  <a:srgbClr val="5B6770"/>
                </a:solidFill>
                <a:latin typeface="Noto Sans TC Medium"/>
                <a:ea typeface="Noto Sans TC Medium"/>
                <a:cs typeface="Noto Sans TC Medium"/>
              </a:rPr>
              <a:t>S 同步</a:t>
            </a:r>
            <a:endParaRPr lang="zh-TW" sz="1100"/>
          </a:p>
        </p:txBody>
      </p:sp>
      <p:sp>
        <p:nvSpPr>
          <p:cNvPr id="223" name="!!circle-6m7"/>
          <p:cNvSpPr/>
          <p:nvPr/>
        </p:nvSpPr>
        <p:spPr>
          <a:xfrm>
            <a:off x="6535407" y="2051317"/>
            <a:ext cx="57150" cy="57150"/>
          </a:xfrm>
          <a:prstGeom prst="ellipse">
            <a:avLst/>
          </a:prstGeom>
          <a:solidFill>
            <a:srgbClr val="627D8D"/>
          </a:solidFill>
          <a:ln>
            <a:noFill/>
          </a:ln>
        </p:spPr>
      </p:sp>
      <p:sp>
        <p:nvSpPr>
          <p:cNvPr id="224" name="!!circle-6m8"/>
          <p:cNvSpPr/>
          <p:nvPr/>
        </p:nvSpPr>
        <p:spPr>
          <a:xfrm>
            <a:off x="6500482" y="2016392"/>
            <a:ext cx="127000" cy="127000"/>
          </a:xfrm>
          <a:prstGeom prst="ellipse">
            <a:avLst/>
          </a:prstGeom>
          <a:noFill/>
          <a:ln w="9525" cap="flat">
            <a:solidFill>
              <a:srgbClr val="627D8D">
                <a:alpha val="50000"/>
              </a:srgbClr>
            </a:solidFill>
            <a:prstDash val="solid"/>
            <a:miter lim="800000"/>
          </a:ln>
        </p:spPr>
      </p:sp>
      <p:sp>
        <p:nvSpPr>
          <p:cNvPr id="225" name="!!path-6m9"/>
          <p:cNvSpPr/>
          <p:nvPr/>
        </p:nvSpPr>
        <p:spPr>
          <a:xfrm>
            <a:off x="6563982" y="2079892"/>
            <a:ext cx="1792618" cy="352158"/>
          </a:xfrm>
          <a:custGeom>
            <a:avLst/>
            <a:gdLst/>
            <a:ahLst/>
            <a:cxnLst/>
            <a:rect l="l" t="t" r="r" b="b"/>
            <a:pathLst>
              <a:path w="1792618" h="352158" fill="none">
                <a:moveTo>
                  <a:pt x="0" y="0"/>
                </a:moveTo>
                <a:lnTo>
                  <a:pt x="1627518" y="352158"/>
                </a:lnTo>
                <a:lnTo>
                  <a:pt x="1792618" y="352158"/>
                </a:lnTo>
              </a:path>
            </a:pathLst>
          </a:custGeom>
          <a:noFill/>
          <a:ln w="10160" cap="rnd">
            <a:solidFill>
              <a:srgbClr val="627D8D"/>
            </a:solidFill>
            <a:prstDash val="solid"/>
            <a:round/>
          </a:ln>
        </p:spPr>
      </p:sp>
      <p:sp>
        <p:nvSpPr>
          <p:cNvPr id="226" name="!!text-6mg" descr="2.4 吋 TFT 螢幕"/>
          <p:cNvSpPr txBox="1"/>
          <p:nvPr/>
        </p:nvSpPr>
        <p:spPr>
          <a:xfrm>
            <a:off x="8445500" y="2297684"/>
            <a:ext cx="1208697" cy="23906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2.4 吋 TFT 螢幕</a:t>
            </a:r>
            <a:endParaRPr lang="zh-TW" sz="1300"/>
          </a:p>
        </p:txBody>
      </p:sp>
      <p:sp>
        <p:nvSpPr>
          <p:cNvPr id="227" name="!!text-6mq" descr="240 × 320，顯示 QR Code 與數字"/>
          <p:cNvSpPr txBox="1"/>
          <p:nvPr/>
        </p:nvSpPr>
        <p:spPr>
          <a:xfrm>
            <a:off x="8445500" y="2543048"/>
            <a:ext cx="2194967" cy="20228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00" kern="0" dirty="0">
                <a:solidFill>
                  <a:srgbClr val="5B6770"/>
                </a:solidFill>
                <a:latin typeface="Noto Sans TC Medium"/>
                <a:ea typeface="Noto Sans TC Medium"/>
                <a:cs typeface="Noto Sans TC Medium"/>
              </a:rPr>
              <a:t>240 × 320，顯示 QR Code 與數字</a:t>
            </a:r>
            <a:endParaRPr lang="zh-TW" sz="1100"/>
          </a:p>
        </p:txBody>
      </p:sp>
      <p:sp>
        <p:nvSpPr>
          <p:cNvPr id="228" name="!!circle-6nc"/>
          <p:cNvSpPr/>
          <p:nvPr/>
        </p:nvSpPr>
        <p:spPr>
          <a:xfrm>
            <a:off x="5907551" y="3799630"/>
            <a:ext cx="57150" cy="57150"/>
          </a:xfrm>
          <a:prstGeom prst="ellipse">
            <a:avLst/>
          </a:prstGeom>
          <a:solidFill>
            <a:srgbClr val="627D8D"/>
          </a:solidFill>
          <a:ln>
            <a:noFill/>
          </a:ln>
        </p:spPr>
      </p:sp>
      <p:sp>
        <p:nvSpPr>
          <p:cNvPr id="229" name="!!circle-6nd"/>
          <p:cNvSpPr/>
          <p:nvPr/>
        </p:nvSpPr>
        <p:spPr>
          <a:xfrm>
            <a:off x="5872626" y="3764705"/>
            <a:ext cx="127000" cy="127000"/>
          </a:xfrm>
          <a:prstGeom prst="ellipse">
            <a:avLst/>
          </a:prstGeom>
          <a:noFill/>
          <a:ln w="9525" cap="flat">
            <a:solidFill>
              <a:srgbClr val="627D8D">
                <a:alpha val="50000"/>
              </a:srgbClr>
            </a:solidFill>
            <a:prstDash val="solid"/>
            <a:miter lim="800000"/>
          </a:ln>
        </p:spPr>
      </p:sp>
      <p:sp>
        <p:nvSpPr>
          <p:cNvPr id="230" name="!!path-6ne"/>
          <p:cNvSpPr/>
          <p:nvPr/>
        </p:nvSpPr>
        <p:spPr>
          <a:xfrm>
            <a:off x="5936126" y="3828205"/>
            <a:ext cx="2420474" cy="64345"/>
          </a:xfrm>
          <a:custGeom>
            <a:avLst/>
            <a:gdLst/>
            <a:ahLst/>
            <a:cxnLst/>
            <a:rect l="l" t="t" r="r" b="b"/>
            <a:pathLst>
              <a:path w="2420474" h="64345" fill="none">
                <a:moveTo>
                  <a:pt x="0" y="0"/>
                </a:moveTo>
                <a:lnTo>
                  <a:pt x="2255374" y="64345"/>
                </a:lnTo>
                <a:lnTo>
                  <a:pt x="2420474" y="64345"/>
                </a:lnTo>
              </a:path>
            </a:pathLst>
          </a:custGeom>
          <a:noFill/>
          <a:ln w="10160" cap="rnd">
            <a:solidFill>
              <a:srgbClr val="627D8D"/>
            </a:solidFill>
            <a:prstDash val="solid"/>
            <a:round/>
          </a:ln>
        </p:spPr>
      </p:sp>
      <p:sp>
        <p:nvSpPr>
          <p:cNvPr id="231" name="!!text-6nl" descr="電磁鎖 ×4"/>
          <p:cNvSpPr txBox="1"/>
          <p:nvPr/>
        </p:nvSpPr>
        <p:spPr>
          <a:xfrm>
            <a:off x="8445500" y="3758184"/>
            <a:ext cx="844817" cy="23906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電磁鎖 ×4</a:t>
            </a:r>
            <a:endParaRPr lang="zh-TW" sz="1300"/>
          </a:p>
        </p:txBody>
      </p:sp>
      <p:sp>
        <p:nvSpPr>
          <p:cNvPr id="232" name="!!text-6nr" descr="A01–A04，逐一開鎖"/>
          <p:cNvSpPr txBox="1"/>
          <p:nvPr/>
        </p:nvSpPr>
        <p:spPr>
          <a:xfrm>
            <a:off x="8445500" y="4003548"/>
            <a:ext cx="1308151" cy="20228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00" kern="0" dirty="0">
                <a:solidFill>
                  <a:srgbClr val="5B6770"/>
                </a:solidFill>
                <a:latin typeface="Noto Sans TC Medium"/>
                <a:ea typeface="Noto Sans TC Medium"/>
                <a:cs typeface="Noto Sans TC Medium"/>
              </a:rPr>
              <a:t>A01–A04，逐一開鎖</a:t>
            </a:r>
            <a:endParaRPr lang="zh-TW" sz="1100"/>
          </a:p>
        </p:txBody>
      </p:sp>
      <p:sp>
        <p:nvSpPr>
          <p:cNvPr id="233" name="!!circle-6o6"/>
          <p:cNvSpPr/>
          <p:nvPr/>
        </p:nvSpPr>
        <p:spPr>
          <a:xfrm>
            <a:off x="5907551" y="5445849"/>
            <a:ext cx="57150" cy="57150"/>
          </a:xfrm>
          <a:prstGeom prst="ellipse">
            <a:avLst/>
          </a:prstGeom>
          <a:solidFill>
            <a:srgbClr val="627D8D"/>
          </a:solidFill>
          <a:ln>
            <a:noFill/>
          </a:ln>
        </p:spPr>
      </p:sp>
      <p:sp>
        <p:nvSpPr>
          <p:cNvPr id="234" name="!!circle-6o7"/>
          <p:cNvSpPr/>
          <p:nvPr/>
        </p:nvSpPr>
        <p:spPr>
          <a:xfrm>
            <a:off x="5872626" y="5410924"/>
            <a:ext cx="127000" cy="127000"/>
          </a:xfrm>
          <a:prstGeom prst="ellipse">
            <a:avLst/>
          </a:prstGeom>
          <a:noFill/>
          <a:ln w="9525" cap="flat">
            <a:solidFill>
              <a:srgbClr val="627D8D">
                <a:alpha val="50000"/>
              </a:srgbClr>
            </a:solidFill>
            <a:prstDash val="solid"/>
            <a:miter lim="800000"/>
          </a:ln>
        </p:spPr>
      </p:sp>
      <p:sp>
        <p:nvSpPr>
          <p:cNvPr id="235" name="!!path-6o8"/>
          <p:cNvSpPr/>
          <p:nvPr/>
        </p:nvSpPr>
        <p:spPr>
          <a:xfrm>
            <a:off x="5936126" y="5314950"/>
            <a:ext cx="2420474" cy="159474"/>
          </a:xfrm>
          <a:custGeom>
            <a:avLst/>
            <a:gdLst/>
            <a:ahLst/>
            <a:cxnLst/>
            <a:rect l="l" t="t" r="r" b="b"/>
            <a:pathLst>
              <a:path w="2420474" h="159474" fill="none">
                <a:moveTo>
                  <a:pt x="0" y="159474"/>
                </a:moveTo>
                <a:lnTo>
                  <a:pt x="2255374" y="0"/>
                </a:lnTo>
                <a:lnTo>
                  <a:pt x="2420474" y="0"/>
                </a:lnTo>
              </a:path>
            </a:pathLst>
          </a:custGeom>
          <a:noFill/>
          <a:ln w="10160" cap="rnd">
            <a:solidFill>
              <a:srgbClr val="627D8D"/>
            </a:solidFill>
            <a:prstDash val="solid"/>
            <a:round/>
          </a:ln>
        </p:spPr>
      </p:sp>
      <p:sp>
        <p:nvSpPr>
          <p:cNvPr id="236" name="!!text-6of" descr="12V 電源"/>
          <p:cNvSpPr txBox="1"/>
          <p:nvPr/>
        </p:nvSpPr>
        <p:spPr>
          <a:xfrm>
            <a:off x="8445500" y="5180584"/>
            <a:ext cx="714223" cy="23906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12V 電源</a:t>
            </a:r>
            <a:endParaRPr lang="zh-TW" sz="1300"/>
          </a:p>
        </p:txBody>
      </p:sp>
      <p:sp>
        <p:nvSpPr>
          <p:cNvPr id="237" name="!!text-6ol" descr="降壓 5V 供應控制板"/>
          <p:cNvSpPr txBox="1"/>
          <p:nvPr/>
        </p:nvSpPr>
        <p:spPr>
          <a:xfrm>
            <a:off x="8445500" y="5425948"/>
            <a:ext cx="1245286" cy="20228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00" kern="0" dirty="0">
                <a:solidFill>
                  <a:srgbClr val="5B6770"/>
                </a:solidFill>
                <a:latin typeface="Noto Sans TC Medium"/>
                <a:ea typeface="Noto Sans TC Medium"/>
                <a:cs typeface="Noto Sans TC Medium"/>
              </a:rPr>
              <a:t>降壓 5V 供應控制板</a:t>
            </a:r>
            <a:endParaRPr lang="zh-TW" sz="1100"/>
          </a:p>
        </p:txBody>
      </p:sp>
      <p:sp>
        <p:nvSpPr>
          <p:cNvPr id="238" name="!!circle-6ox"/>
          <p:cNvSpPr/>
          <p:nvPr/>
        </p:nvSpPr>
        <p:spPr>
          <a:xfrm>
            <a:off x="4950441" y="1572762"/>
            <a:ext cx="57150" cy="57150"/>
          </a:xfrm>
          <a:prstGeom prst="ellipse">
            <a:avLst/>
          </a:prstGeom>
          <a:solidFill>
            <a:srgbClr val="627D8D"/>
          </a:solidFill>
          <a:ln>
            <a:noFill/>
          </a:ln>
        </p:spPr>
      </p:sp>
      <p:sp>
        <p:nvSpPr>
          <p:cNvPr id="239" name="!!circle-6oy"/>
          <p:cNvSpPr/>
          <p:nvPr/>
        </p:nvSpPr>
        <p:spPr>
          <a:xfrm>
            <a:off x="4915516" y="1537837"/>
            <a:ext cx="127000" cy="127000"/>
          </a:xfrm>
          <a:prstGeom prst="ellipse">
            <a:avLst/>
          </a:prstGeom>
          <a:noFill/>
          <a:ln w="9525" cap="flat">
            <a:solidFill>
              <a:srgbClr val="627D8D">
                <a:alpha val="50000"/>
              </a:srgbClr>
            </a:solidFill>
            <a:prstDash val="solid"/>
            <a:miter lim="800000"/>
          </a:ln>
        </p:spPr>
      </p:sp>
      <p:sp>
        <p:nvSpPr>
          <p:cNvPr id="240" name="!!path-6oz"/>
          <p:cNvSpPr/>
          <p:nvPr/>
        </p:nvSpPr>
        <p:spPr>
          <a:xfrm>
            <a:off x="4470400" y="1301750"/>
            <a:ext cx="508616" cy="299587"/>
          </a:xfrm>
          <a:custGeom>
            <a:avLst/>
            <a:gdLst/>
            <a:ahLst/>
            <a:cxnLst/>
            <a:rect l="l" t="t" r="r" b="b"/>
            <a:pathLst>
              <a:path w="508616" h="299587" fill="none">
                <a:moveTo>
                  <a:pt x="508616" y="299587"/>
                </a:moveTo>
                <a:lnTo>
                  <a:pt x="165100" y="0"/>
                </a:lnTo>
                <a:lnTo>
                  <a:pt x="0" y="0"/>
                </a:lnTo>
              </a:path>
            </a:pathLst>
          </a:custGeom>
          <a:noFill/>
          <a:ln w="10160" cap="rnd">
            <a:solidFill>
              <a:srgbClr val="627D8D"/>
            </a:solidFill>
            <a:prstDash val="solid"/>
            <a:round/>
          </a:ln>
        </p:spPr>
      </p:sp>
      <p:sp>
        <p:nvSpPr>
          <p:cNvPr id="241" name="!!text-6p6" descr="四路繼電器"/>
          <p:cNvSpPr txBox="1"/>
          <p:nvPr/>
        </p:nvSpPr>
        <p:spPr>
          <a:xfrm>
            <a:off x="3556000" y="1167384"/>
            <a:ext cx="875030" cy="23906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四路繼電器</a:t>
            </a:r>
            <a:endParaRPr lang="zh-TW" sz="1300"/>
          </a:p>
        </p:txBody>
      </p:sp>
      <p:sp>
        <p:nvSpPr>
          <p:cNvPr id="242" name="!!text-6pc" descr="驅動電磁鎖"/>
          <p:cNvSpPr txBox="1"/>
          <p:nvPr/>
        </p:nvSpPr>
        <p:spPr>
          <a:xfrm>
            <a:off x="3683000" y="1412748"/>
            <a:ext cx="740410" cy="20228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00" kern="0" dirty="0">
                <a:solidFill>
                  <a:srgbClr val="5B6770"/>
                </a:solidFill>
                <a:latin typeface="Noto Sans TC Medium"/>
                <a:ea typeface="Noto Sans TC Medium"/>
                <a:cs typeface="Noto Sans TC Medium"/>
              </a:rPr>
              <a:t>驅動電磁鎖</a:t>
            </a:r>
            <a:endParaRPr lang="zh-TW" sz="1100"/>
          </a:p>
        </p:txBody>
      </p:sp>
      <p:sp>
        <p:nvSpPr>
          <p:cNvPr id="243" name="!!path-9ic"/>
          <p:cNvSpPr/>
          <p:nvPr/>
        </p:nvSpPr>
        <p:spPr>
          <a:xfrm>
            <a:off x="381000" y="306527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244" name="!!path-9id"/>
          <p:cNvSpPr/>
          <p:nvPr/>
        </p:nvSpPr>
        <p:spPr>
          <a:xfrm>
            <a:off x="381000" y="308153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245" name="!!path-9ie"/>
          <p:cNvSpPr/>
          <p:nvPr/>
        </p:nvSpPr>
        <p:spPr>
          <a:xfrm>
            <a:off x="381000" y="309778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246" name="!!path-9if"/>
          <p:cNvSpPr/>
          <p:nvPr/>
        </p:nvSpPr>
        <p:spPr>
          <a:xfrm>
            <a:off x="381000" y="311404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247" name="!!path-9ig"/>
          <p:cNvSpPr/>
          <p:nvPr/>
        </p:nvSpPr>
        <p:spPr>
          <a:xfrm>
            <a:off x="381000" y="313030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248" name="!!path-9ih"/>
          <p:cNvSpPr/>
          <p:nvPr/>
        </p:nvSpPr>
        <p:spPr>
          <a:xfrm>
            <a:off x="381000" y="314655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249" name="!!path-9ii"/>
          <p:cNvSpPr/>
          <p:nvPr/>
        </p:nvSpPr>
        <p:spPr>
          <a:xfrm>
            <a:off x="381000" y="316281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250" name="!!path-9ij"/>
          <p:cNvSpPr/>
          <p:nvPr/>
        </p:nvSpPr>
        <p:spPr>
          <a:xfrm>
            <a:off x="381000" y="317906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251" name="!!path-9ik"/>
          <p:cNvSpPr/>
          <p:nvPr/>
        </p:nvSpPr>
        <p:spPr>
          <a:xfrm>
            <a:off x="419608" y="269342"/>
            <a:ext cx="128422" cy="122936"/>
          </a:xfrm>
          <a:custGeom>
            <a:avLst/>
            <a:gdLst/>
            <a:ahLst/>
            <a:cxnLst/>
            <a:rect l="l" t="t" r="r" b="b"/>
            <a:pathLst>
              <a:path w="128422" h="122936">
                <a:moveTo>
                  <a:pt x="0" y="17678"/>
                </a:moveTo>
                <a:lnTo>
                  <a:pt x="8128" y="5080"/>
                </a:lnTo>
                <a:cubicBezTo>
                  <a:pt x="32512" y="0"/>
                  <a:pt x="73152" y="7112"/>
                  <a:pt x="101600" y="26416"/>
                </a:cubicBezTo>
                <a:cubicBezTo>
                  <a:pt x="116840" y="37186"/>
                  <a:pt x="124968" y="49784"/>
                  <a:pt x="128422" y="62992"/>
                </a:cubicBezTo>
                <a:lnTo>
                  <a:pt x="128422" y="122936"/>
                </a:lnTo>
                <a:lnTo>
                  <a:pt x="0" y="1229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252" name="!!path-9il"/>
          <p:cNvSpPr/>
          <p:nvPr/>
        </p:nvSpPr>
        <p:spPr>
          <a:xfrm>
            <a:off x="419608" y="269342"/>
            <a:ext cx="128422" cy="62992"/>
          </a:xfrm>
          <a:custGeom>
            <a:avLst/>
            <a:gdLst/>
            <a:ahLst/>
            <a:cxnLst/>
            <a:rect l="l" t="t" r="r" b="b"/>
            <a:pathLst>
              <a:path w="128422" h="62992" fill="none">
                <a:moveTo>
                  <a:pt x="128422" y="62992"/>
                </a:moveTo>
                <a:cubicBezTo>
                  <a:pt x="124968" y="49784"/>
                  <a:pt x="116840" y="37186"/>
                  <a:pt x="101600" y="26416"/>
                </a:cubicBezTo>
                <a:cubicBezTo>
                  <a:pt x="73152" y="7112"/>
                  <a:pt x="32512" y="0"/>
                  <a:pt x="8128" y="5080"/>
                </a:cubicBezTo>
                <a:lnTo>
                  <a:pt x="0" y="1767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253" name="!!path-9im"/>
          <p:cNvSpPr/>
          <p:nvPr/>
        </p:nvSpPr>
        <p:spPr>
          <a:xfrm>
            <a:off x="407010" y="281534"/>
            <a:ext cx="141021" cy="110744"/>
          </a:xfrm>
          <a:custGeom>
            <a:avLst/>
            <a:gdLst/>
            <a:ahLst/>
            <a:cxnLst/>
            <a:rect l="l" t="t" r="r" b="b"/>
            <a:pathLst>
              <a:path w="141021" h="110744">
                <a:moveTo>
                  <a:pt x="0" y="22352"/>
                </a:moveTo>
                <a:lnTo>
                  <a:pt x="6502" y="6502"/>
                </a:lnTo>
                <a:cubicBezTo>
                  <a:pt x="36982" y="0"/>
                  <a:pt x="79654" y="7112"/>
                  <a:pt x="110134" y="25400"/>
                </a:cubicBezTo>
                <a:cubicBezTo>
                  <a:pt x="126390" y="35154"/>
                  <a:pt x="136550" y="49784"/>
                  <a:pt x="141021" y="62992"/>
                </a:cubicBezTo>
                <a:lnTo>
                  <a:pt x="141021" y="110744"/>
                </a:lnTo>
                <a:lnTo>
                  <a:pt x="0" y="110744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254" name="!!path-9in"/>
          <p:cNvSpPr/>
          <p:nvPr/>
        </p:nvSpPr>
        <p:spPr>
          <a:xfrm>
            <a:off x="407010" y="281534"/>
            <a:ext cx="141021" cy="62992"/>
          </a:xfrm>
          <a:custGeom>
            <a:avLst/>
            <a:gdLst/>
            <a:ahLst/>
            <a:cxnLst/>
            <a:rect l="l" t="t" r="r" b="b"/>
            <a:pathLst>
              <a:path w="141021" h="62992" fill="none">
                <a:moveTo>
                  <a:pt x="141021" y="62992"/>
                </a:moveTo>
                <a:cubicBezTo>
                  <a:pt x="136550" y="49784"/>
                  <a:pt x="126390" y="35154"/>
                  <a:pt x="110134" y="25400"/>
                </a:cubicBezTo>
                <a:cubicBezTo>
                  <a:pt x="79654" y="7112"/>
                  <a:pt x="36982" y="0"/>
                  <a:pt x="6502" y="6502"/>
                </a:cubicBezTo>
                <a:lnTo>
                  <a:pt x="0" y="22352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255" name="!!path-9io"/>
          <p:cNvSpPr/>
          <p:nvPr/>
        </p:nvSpPr>
        <p:spPr>
          <a:xfrm>
            <a:off x="395834" y="294742"/>
            <a:ext cx="151790" cy="97536"/>
          </a:xfrm>
          <a:custGeom>
            <a:avLst/>
            <a:gdLst/>
            <a:ahLst/>
            <a:cxnLst/>
            <a:rect l="l" t="t" r="r" b="b"/>
            <a:pathLst>
              <a:path w="151790" h="97536">
                <a:moveTo>
                  <a:pt x="0" y="23165"/>
                </a:moveTo>
                <a:lnTo>
                  <a:pt x="3861" y="12598"/>
                </a:lnTo>
                <a:cubicBezTo>
                  <a:pt x="37998" y="0"/>
                  <a:pt x="84734" y="5080"/>
                  <a:pt x="117246" y="21946"/>
                </a:cubicBezTo>
                <a:cubicBezTo>
                  <a:pt x="135534" y="31496"/>
                  <a:pt x="146710" y="43688"/>
                  <a:pt x="151790" y="55270"/>
                </a:cubicBezTo>
                <a:lnTo>
                  <a:pt x="151790" y="97536"/>
                </a:lnTo>
                <a:lnTo>
                  <a:pt x="0" y="975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256" name="!!path-9ip"/>
          <p:cNvSpPr/>
          <p:nvPr/>
        </p:nvSpPr>
        <p:spPr>
          <a:xfrm>
            <a:off x="395834" y="294742"/>
            <a:ext cx="151790" cy="55270"/>
          </a:xfrm>
          <a:custGeom>
            <a:avLst/>
            <a:gdLst/>
            <a:ahLst/>
            <a:cxnLst/>
            <a:rect l="l" t="t" r="r" b="b"/>
            <a:pathLst>
              <a:path w="151790" h="55270" fill="none">
                <a:moveTo>
                  <a:pt x="151790" y="55270"/>
                </a:moveTo>
                <a:cubicBezTo>
                  <a:pt x="146710" y="43688"/>
                  <a:pt x="135534" y="31496"/>
                  <a:pt x="117246" y="21946"/>
                </a:cubicBezTo>
                <a:cubicBezTo>
                  <a:pt x="84734" y="5080"/>
                  <a:pt x="37998" y="0"/>
                  <a:pt x="3861" y="12598"/>
                </a:cubicBezTo>
                <a:lnTo>
                  <a:pt x="0" y="23165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257" name="!!path-9iq"/>
          <p:cNvSpPr/>
          <p:nvPr/>
        </p:nvSpPr>
        <p:spPr>
          <a:xfrm>
            <a:off x="548234" y="264262"/>
            <a:ext cx="120294" cy="128016"/>
          </a:xfrm>
          <a:custGeom>
            <a:avLst/>
            <a:gdLst/>
            <a:ahLst/>
            <a:cxnLst/>
            <a:rect l="l" t="t" r="r" b="b"/>
            <a:pathLst>
              <a:path w="120294" h="128016">
                <a:moveTo>
                  <a:pt x="120294" y="18288"/>
                </a:moveTo>
                <a:lnTo>
                  <a:pt x="113589" y="4470"/>
                </a:lnTo>
                <a:cubicBezTo>
                  <a:pt x="86766" y="0"/>
                  <a:pt x="44094" y="10160"/>
                  <a:pt x="17678" y="30480"/>
                </a:cubicBezTo>
                <a:cubicBezTo>
                  <a:pt x="6502" y="39624"/>
                  <a:pt x="1422" y="52832"/>
                  <a:pt x="0" y="67056"/>
                </a:cubicBezTo>
                <a:lnTo>
                  <a:pt x="0" y="128016"/>
                </a:lnTo>
                <a:lnTo>
                  <a:pt x="120294" y="12801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258" name="!!path-9ir"/>
          <p:cNvSpPr/>
          <p:nvPr/>
        </p:nvSpPr>
        <p:spPr>
          <a:xfrm>
            <a:off x="548234" y="264262"/>
            <a:ext cx="120294" cy="67056"/>
          </a:xfrm>
          <a:custGeom>
            <a:avLst/>
            <a:gdLst/>
            <a:ahLst/>
            <a:cxnLst/>
            <a:rect l="l" t="t" r="r" b="b"/>
            <a:pathLst>
              <a:path w="120294" h="67056" fill="none">
                <a:moveTo>
                  <a:pt x="0" y="67056"/>
                </a:moveTo>
                <a:cubicBezTo>
                  <a:pt x="1422" y="52832"/>
                  <a:pt x="6502" y="39624"/>
                  <a:pt x="17678" y="30480"/>
                </a:cubicBezTo>
                <a:cubicBezTo>
                  <a:pt x="44094" y="10160"/>
                  <a:pt x="86766" y="0"/>
                  <a:pt x="113589" y="4470"/>
                </a:cubicBezTo>
                <a:lnTo>
                  <a:pt x="120294" y="1828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259" name="!!path-9is"/>
          <p:cNvSpPr/>
          <p:nvPr/>
        </p:nvSpPr>
        <p:spPr>
          <a:xfrm>
            <a:off x="548437" y="279502"/>
            <a:ext cx="133299" cy="112776"/>
          </a:xfrm>
          <a:custGeom>
            <a:avLst/>
            <a:gdLst/>
            <a:ahLst/>
            <a:cxnLst/>
            <a:rect l="l" t="t" r="r" b="b"/>
            <a:pathLst>
              <a:path w="133299" h="112776">
                <a:moveTo>
                  <a:pt x="133299" y="19710"/>
                </a:moveTo>
                <a:lnTo>
                  <a:pt x="127203" y="3048"/>
                </a:lnTo>
                <a:cubicBezTo>
                  <a:pt x="94691" y="0"/>
                  <a:pt x="54051" y="11176"/>
                  <a:pt x="27635" y="30683"/>
                </a:cubicBezTo>
                <a:cubicBezTo>
                  <a:pt x="13411" y="41250"/>
                  <a:pt x="4267" y="53848"/>
                  <a:pt x="0" y="65024"/>
                </a:cubicBezTo>
                <a:lnTo>
                  <a:pt x="0" y="112776"/>
                </a:lnTo>
                <a:lnTo>
                  <a:pt x="133299" y="11277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260" name="!!path-9it"/>
          <p:cNvSpPr/>
          <p:nvPr/>
        </p:nvSpPr>
        <p:spPr>
          <a:xfrm>
            <a:off x="548437" y="279502"/>
            <a:ext cx="133299" cy="65024"/>
          </a:xfrm>
          <a:custGeom>
            <a:avLst/>
            <a:gdLst/>
            <a:ahLst/>
            <a:cxnLst/>
            <a:rect l="l" t="t" r="r" b="b"/>
            <a:pathLst>
              <a:path w="133299" h="65024" fill="none">
                <a:moveTo>
                  <a:pt x="0" y="65024"/>
                </a:moveTo>
                <a:cubicBezTo>
                  <a:pt x="4267" y="53848"/>
                  <a:pt x="13411" y="41250"/>
                  <a:pt x="27635" y="30683"/>
                </a:cubicBezTo>
                <a:cubicBezTo>
                  <a:pt x="54051" y="11176"/>
                  <a:pt x="94691" y="0"/>
                  <a:pt x="127203" y="3048"/>
                </a:cubicBezTo>
                <a:lnTo>
                  <a:pt x="133299" y="19710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261" name="!!path-9iu"/>
          <p:cNvSpPr/>
          <p:nvPr/>
        </p:nvSpPr>
        <p:spPr>
          <a:xfrm>
            <a:off x="548843" y="293726"/>
            <a:ext cx="142646" cy="98552"/>
          </a:xfrm>
          <a:custGeom>
            <a:avLst/>
            <a:gdLst/>
            <a:ahLst/>
            <a:cxnLst/>
            <a:rect l="l" t="t" r="r" b="b"/>
            <a:pathLst>
              <a:path w="142646" h="98552">
                <a:moveTo>
                  <a:pt x="142646" y="18898"/>
                </a:moveTo>
                <a:lnTo>
                  <a:pt x="139802" y="8738"/>
                </a:lnTo>
                <a:cubicBezTo>
                  <a:pt x="106477" y="0"/>
                  <a:pt x="63805" y="5080"/>
                  <a:pt x="35357" y="19304"/>
                </a:cubicBezTo>
                <a:cubicBezTo>
                  <a:pt x="17069" y="28448"/>
                  <a:pt x="5893" y="42672"/>
                  <a:pt x="0" y="56286"/>
                </a:cubicBezTo>
                <a:lnTo>
                  <a:pt x="0" y="98552"/>
                </a:lnTo>
                <a:lnTo>
                  <a:pt x="142646" y="98552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262" name="!!path-9iv"/>
          <p:cNvSpPr/>
          <p:nvPr/>
        </p:nvSpPr>
        <p:spPr>
          <a:xfrm>
            <a:off x="548843" y="293726"/>
            <a:ext cx="142646" cy="56286"/>
          </a:xfrm>
          <a:custGeom>
            <a:avLst/>
            <a:gdLst/>
            <a:ahLst/>
            <a:cxnLst/>
            <a:rect l="l" t="t" r="r" b="b"/>
            <a:pathLst>
              <a:path w="142646" h="56286" fill="none">
                <a:moveTo>
                  <a:pt x="0" y="56286"/>
                </a:moveTo>
                <a:cubicBezTo>
                  <a:pt x="5893" y="42672"/>
                  <a:pt x="17069" y="28448"/>
                  <a:pt x="35357" y="19304"/>
                </a:cubicBezTo>
                <a:cubicBezTo>
                  <a:pt x="63805" y="5080"/>
                  <a:pt x="106477" y="0"/>
                  <a:pt x="139802" y="8738"/>
                </a:cubicBezTo>
                <a:lnTo>
                  <a:pt x="142646" y="1889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263" name="!!path-9iw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627D8D"/>
              </a:gs>
              <a:gs pos="21794">
                <a:srgbClr val="627D8D"/>
              </a:gs>
              <a:gs pos="55376">
                <a:srgbClr val="627D8D"/>
              </a:gs>
              <a:gs pos="96421">
                <a:srgbClr val="98ABB7"/>
              </a:gs>
              <a:gs pos="100000">
                <a:srgbClr val="98ABB7"/>
              </a:gs>
            </a:gsLst>
            <a:lin ang="1983350" scaled="0"/>
          </a:gradFill>
          <a:ln>
            <a:noFill/>
          </a:ln>
        </p:spPr>
      </p:sp>
      <p:sp>
        <p:nvSpPr>
          <p:cNvPr id="264" name="!!path-9ix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0000"/>
                </a:srgbClr>
              </a:gs>
              <a:gs pos="4764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83333" t="79291" r="16667" b="20709"/>
            </a:path>
          </a:gradFill>
          <a:ln>
            <a:noFill/>
          </a:ln>
        </p:spPr>
      </p:sp>
      <p:sp>
        <p:nvSpPr>
          <p:cNvPr id="265" name="!!line-9iy"/>
          <p:cNvSpPr/>
          <p:nvPr/>
        </p:nvSpPr>
        <p:spPr>
          <a:xfrm>
            <a:off x="549046" y="363017"/>
            <a:ext cx="1" cy="153619"/>
          </a:xfrm>
          <a:custGeom>
            <a:avLst/>
            <a:gdLst/>
            <a:ahLst/>
            <a:cxnLst/>
            <a:rect l="l" t="t" r="r" b="b"/>
            <a:pathLst>
              <a:path w="1" h="153619">
                <a:moveTo>
                  <a:pt x="0" y="0"/>
                </a:moveTo>
                <a:lnTo>
                  <a:pt x="0" y="153619"/>
                </a:lnTo>
              </a:path>
            </a:pathLst>
          </a:custGeom>
          <a:solidFill>
            <a:srgbClr val="000000"/>
          </a:solidFill>
          <a:ln w="6909" cap="rnd">
            <a:solidFill>
              <a:srgbClr val="C9D3D9"/>
            </a:solidFill>
            <a:prstDash val="solid"/>
            <a:miter lim="800000"/>
          </a:ln>
        </p:spPr>
      </p:sp>
      <p:sp>
        <p:nvSpPr>
          <p:cNvPr id="266" name="!!path-9iz"/>
          <p:cNvSpPr/>
          <p:nvPr/>
        </p:nvSpPr>
        <p:spPr>
          <a:xfrm>
            <a:off x="657962" y="442062"/>
            <a:ext cx="25400" cy="37998"/>
          </a:xfrm>
          <a:custGeom>
            <a:avLst/>
            <a:gdLst/>
            <a:ahLst/>
            <a:cxnLst/>
            <a:rect l="l" t="t" r="r" b="b"/>
            <a:pathLst>
              <a:path w="25400" h="37998">
                <a:moveTo>
                  <a:pt x="0" y="2642"/>
                </a:moveTo>
                <a:lnTo>
                  <a:pt x="15240" y="0"/>
                </a:lnTo>
                <a:lnTo>
                  <a:pt x="25400" y="37186"/>
                </a:lnTo>
                <a:lnTo>
                  <a:pt x="7518" y="37998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 w="1016" cap="flat">
            <a:solidFill>
              <a:srgbClr val="FFFFFF">
                <a:alpha val="55000"/>
              </a:srgbClr>
            </a:solidFill>
            <a:prstDash val="solid"/>
            <a:round/>
          </a:ln>
        </p:spPr>
      </p:sp>
      <p:sp>
        <p:nvSpPr>
          <p:cNvPr id="267" name="!!text-9j0" descr="救「舊」我的書"/>
          <p:cNvSpPr txBox="1"/>
          <p:nvPr/>
        </p:nvSpPr>
        <p:spPr>
          <a:xfrm>
            <a:off x="805879" y="251460"/>
            <a:ext cx="1120140" cy="25745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400" b="1" kern="0" spc="-70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救</a:t>
            </a:r>
            <a:r>
              <a:rPr lang="zh-TW" altLang="en-US" sz="14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「舊</a:t>
            </a:r>
            <a:r>
              <a:rPr lang="zh-TW" altLang="en-US" sz="1400" b="1" kern="0" spc="-70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」</a:t>
            </a:r>
            <a:r>
              <a:rPr lang="zh-TW" altLang="en-US" sz="14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我的書</a:t>
            </a:r>
            <a:endParaRPr lang="zh-TW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fast" p14:dur="2100" advTm="1200">
        <p159:morph option="byObject"/>
      </p:transition>
    </mc:Choice>
    <mc:Fallback>
      <p:transition spd="fast" advTm="1200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33.4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rect-1q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7"/>
          </a:solidFill>
          <a:ln>
            <a:noFill/>
          </a:ln>
        </p:spPr>
      </p:sp>
      <p:sp>
        <p:nvSpPr>
          <p:cNvPr id="3" name="!!ellipse-1q2"/>
          <p:cNvSpPr/>
          <p:nvPr/>
        </p:nvSpPr>
        <p:spPr>
          <a:xfrm>
            <a:off x="-889000" y="-952500"/>
            <a:ext cx="13970000" cy="7874000"/>
          </a:xfrm>
          <a:prstGeom prst="ellipse">
            <a:avLst/>
          </a:prstGeom>
          <a:gradFill rotWithShape="1">
            <a:gsLst>
              <a:gs pos="0">
                <a:srgbClr val="FFFFFF">
                  <a:alpha val="95000"/>
                </a:srgbClr>
              </a:gs>
              <a:gs pos="40865">
                <a:srgbClr val="FFFFFF">
                  <a:alpha val="35000"/>
                </a:srgbClr>
              </a:gs>
              <a:gs pos="68108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!!rect-1q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P1"/>
            <a:srcRect/>
            <a:tile tx="144653" ty="145624" sx="16667" sy="16667" flip="none" algn="tl"/>
          </a:blipFill>
          <a:ln>
            <a:noFill/>
          </a:ln>
        </p:spPr>
      </p:sp>
      <p:sp>
        <p:nvSpPr>
          <p:cNvPr id="5" name="!!circle-1qb"/>
          <p:cNvSpPr/>
          <p:nvPr/>
        </p:nvSpPr>
        <p:spPr>
          <a:xfrm>
            <a:off x="-183959" y="4639728"/>
            <a:ext cx="2046732" cy="2046732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" name="!!circle-1qg"/>
          <p:cNvSpPr/>
          <p:nvPr/>
        </p:nvSpPr>
        <p:spPr>
          <a:xfrm>
            <a:off x="2678360" y="6445033"/>
            <a:ext cx="1987309" cy="1987309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7" name="!!circle-1rf"/>
          <p:cNvSpPr/>
          <p:nvPr/>
        </p:nvSpPr>
        <p:spPr>
          <a:xfrm>
            <a:off x="747497" y="5480531"/>
            <a:ext cx="1614653" cy="1614653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8" name="!!circle-1ro"/>
          <p:cNvSpPr/>
          <p:nvPr/>
        </p:nvSpPr>
        <p:spPr>
          <a:xfrm>
            <a:off x="5295253" y="6591464"/>
            <a:ext cx="1641335" cy="1641335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9" name="!!circle-1rq"/>
          <p:cNvSpPr/>
          <p:nvPr/>
        </p:nvSpPr>
        <p:spPr>
          <a:xfrm>
            <a:off x="-1003960" y="3149427"/>
            <a:ext cx="1404252" cy="1404252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0" name="!!circle-1sg"/>
          <p:cNvSpPr/>
          <p:nvPr/>
        </p:nvSpPr>
        <p:spPr>
          <a:xfrm>
            <a:off x="-983697" y="2489491"/>
            <a:ext cx="1615783" cy="1615783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1" name="!!rect-1sh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5F7">
                  <a:alpha val="0"/>
                </a:srgbClr>
              </a:gs>
              <a:gs pos="20428">
                <a:srgbClr val="F3F5F7">
                  <a:alpha val="0"/>
                </a:srgbClr>
              </a:gs>
              <a:gs pos="66730">
                <a:srgbClr val="F3F5F7"/>
              </a:gs>
              <a:gs pos="100000">
                <a:srgbClr val="F3F5F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2" name="!!circle-1sj"/>
          <p:cNvSpPr/>
          <p:nvPr/>
        </p:nvSpPr>
        <p:spPr>
          <a:xfrm>
            <a:off x="114658" y="345138"/>
            <a:ext cx="50038" cy="50038"/>
          </a:xfrm>
          <a:prstGeom prst="ellipse">
            <a:avLst/>
          </a:prstGeom>
          <a:solidFill>
            <a:srgbClr val="627D8D">
              <a:alpha val="25400"/>
            </a:srgbClr>
          </a:solidFill>
          <a:ln>
            <a:noFill/>
          </a:ln>
        </p:spPr>
      </p:sp>
      <p:sp>
        <p:nvSpPr>
          <p:cNvPr id="13" name="!!circle-1sm"/>
          <p:cNvSpPr/>
          <p:nvPr/>
        </p:nvSpPr>
        <p:spPr>
          <a:xfrm>
            <a:off x="5655263" y="1589511"/>
            <a:ext cx="36055" cy="36055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14" name="!!circle-1sp"/>
          <p:cNvSpPr/>
          <p:nvPr/>
        </p:nvSpPr>
        <p:spPr>
          <a:xfrm>
            <a:off x="9304751" y="3502922"/>
            <a:ext cx="24295" cy="24295"/>
          </a:xfrm>
          <a:prstGeom prst="ellipse">
            <a:avLst/>
          </a:prstGeom>
          <a:solidFill>
            <a:srgbClr val="627D8D">
              <a:alpha val="18100"/>
            </a:srgbClr>
          </a:solidFill>
          <a:ln>
            <a:noFill/>
          </a:ln>
        </p:spPr>
      </p:sp>
      <p:sp>
        <p:nvSpPr>
          <p:cNvPr id="15" name="!!circle-1ss"/>
          <p:cNvSpPr/>
          <p:nvPr/>
        </p:nvSpPr>
        <p:spPr>
          <a:xfrm>
            <a:off x="3588465" y="6660203"/>
            <a:ext cx="25959" cy="25959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16" name="!!circle-1sv"/>
          <p:cNvSpPr/>
          <p:nvPr/>
        </p:nvSpPr>
        <p:spPr>
          <a:xfrm>
            <a:off x="1880710" y="1951277"/>
            <a:ext cx="35878" cy="35878"/>
          </a:xfrm>
          <a:prstGeom prst="ellipse">
            <a:avLst/>
          </a:prstGeom>
          <a:solidFill>
            <a:srgbClr val="627D8D">
              <a:alpha val="26800"/>
            </a:srgbClr>
          </a:solidFill>
          <a:ln>
            <a:noFill/>
          </a:ln>
        </p:spPr>
      </p:sp>
      <p:sp>
        <p:nvSpPr>
          <p:cNvPr id="17" name="!!circle-1sy"/>
          <p:cNvSpPr/>
          <p:nvPr/>
        </p:nvSpPr>
        <p:spPr>
          <a:xfrm>
            <a:off x="6744217" y="4181640"/>
            <a:ext cx="40234" cy="40234"/>
          </a:xfrm>
          <a:prstGeom prst="ellipse">
            <a:avLst/>
          </a:prstGeom>
          <a:solidFill>
            <a:srgbClr val="627D8D">
              <a:alpha val="31300"/>
            </a:srgbClr>
          </a:solidFill>
          <a:ln>
            <a:noFill/>
          </a:ln>
        </p:spPr>
      </p:sp>
      <p:sp>
        <p:nvSpPr>
          <p:cNvPr id="18" name="!!circle-1t1"/>
          <p:cNvSpPr/>
          <p:nvPr/>
        </p:nvSpPr>
        <p:spPr>
          <a:xfrm>
            <a:off x="10063302" y="213798"/>
            <a:ext cx="23559" cy="23559"/>
          </a:xfrm>
          <a:prstGeom prst="ellipse">
            <a:avLst/>
          </a:prstGeom>
          <a:solidFill>
            <a:srgbClr val="627D8D">
              <a:alpha val="17900"/>
            </a:srgbClr>
          </a:solidFill>
          <a:ln>
            <a:noFill/>
          </a:ln>
        </p:spPr>
      </p:sp>
      <p:sp>
        <p:nvSpPr>
          <p:cNvPr id="19" name="!!circle-1t4"/>
          <p:cNvSpPr/>
          <p:nvPr/>
        </p:nvSpPr>
        <p:spPr>
          <a:xfrm>
            <a:off x="1073503" y="5200699"/>
            <a:ext cx="29959" cy="29959"/>
          </a:xfrm>
          <a:prstGeom prst="ellipse">
            <a:avLst/>
          </a:prstGeom>
          <a:solidFill>
            <a:srgbClr val="627D8D">
              <a:alpha val="19400"/>
            </a:srgbClr>
          </a:solidFill>
          <a:ln>
            <a:noFill/>
          </a:ln>
        </p:spPr>
      </p:sp>
      <p:sp>
        <p:nvSpPr>
          <p:cNvPr id="20" name="!!circle-1t7"/>
          <p:cNvSpPr/>
          <p:nvPr/>
        </p:nvSpPr>
        <p:spPr>
          <a:xfrm>
            <a:off x="8548310" y="4675749"/>
            <a:ext cx="28702" cy="28702"/>
          </a:xfrm>
          <a:prstGeom prst="ellipse">
            <a:avLst/>
          </a:prstGeom>
          <a:solidFill>
            <a:srgbClr val="627D8D">
              <a:alpha val="17800"/>
            </a:srgbClr>
          </a:solidFill>
          <a:ln>
            <a:noFill/>
          </a:ln>
        </p:spPr>
      </p:sp>
      <p:sp>
        <p:nvSpPr>
          <p:cNvPr id="21" name="!!circle-1ta"/>
          <p:cNvSpPr/>
          <p:nvPr/>
        </p:nvSpPr>
        <p:spPr>
          <a:xfrm>
            <a:off x="11105071" y="2156245"/>
            <a:ext cx="24066" cy="24066"/>
          </a:xfrm>
          <a:prstGeom prst="ellipse">
            <a:avLst/>
          </a:prstGeom>
          <a:solidFill>
            <a:srgbClr val="627D8D">
              <a:alpha val="23900"/>
            </a:srgbClr>
          </a:solidFill>
          <a:ln>
            <a:noFill/>
          </a:ln>
        </p:spPr>
      </p:sp>
      <p:sp>
        <p:nvSpPr>
          <p:cNvPr id="22" name="!!circle-1td"/>
          <p:cNvSpPr/>
          <p:nvPr/>
        </p:nvSpPr>
        <p:spPr>
          <a:xfrm>
            <a:off x="8337936" y="6237514"/>
            <a:ext cx="35865" cy="35865"/>
          </a:xfrm>
          <a:prstGeom prst="ellipse">
            <a:avLst/>
          </a:prstGeom>
          <a:solidFill>
            <a:srgbClr val="627D8D">
              <a:alpha val="28200"/>
            </a:srgbClr>
          </a:solidFill>
          <a:ln>
            <a:noFill/>
          </a:ln>
        </p:spPr>
      </p:sp>
      <p:sp>
        <p:nvSpPr>
          <p:cNvPr id="23" name="!!circle-1tg"/>
          <p:cNvSpPr/>
          <p:nvPr/>
        </p:nvSpPr>
        <p:spPr>
          <a:xfrm>
            <a:off x="1418181" y="3531764"/>
            <a:ext cx="39218" cy="39218"/>
          </a:xfrm>
          <a:prstGeom prst="ellipse">
            <a:avLst/>
          </a:prstGeom>
          <a:solidFill>
            <a:srgbClr val="627D8D">
              <a:alpha val="29600"/>
            </a:srgbClr>
          </a:solidFill>
          <a:ln>
            <a:noFill/>
          </a:ln>
        </p:spPr>
      </p:sp>
      <p:sp>
        <p:nvSpPr>
          <p:cNvPr id="24" name="!!circle-1tj"/>
          <p:cNvSpPr/>
          <p:nvPr/>
        </p:nvSpPr>
        <p:spPr>
          <a:xfrm>
            <a:off x="7204208" y="6511573"/>
            <a:ext cx="49733" cy="49733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5" name="!!circle-1tm"/>
          <p:cNvSpPr/>
          <p:nvPr/>
        </p:nvSpPr>
        <p:spPr>
          <a:xfrm>
            <a:off x="6286396" y="2159223"/>
            <a:ext cx="41694" cy="41694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6" name="!!circle-1tp"/>
          <p:cNvSpPr/>
          <p:nvPr/>
        </p:nvSpPr>
        <p:spPr>
          <a:xfrm>
            <a:off x="6783354" y="5560576"/>
            <a:ext cx="31979" cy="31979"/>
          </a:xfrm>
          <a:prstGeom prst="ellipse">
            <a:avLst/>
          </a:prstGeom>
          <a:solidFill>
            <a:srgbClr val="627D8D">
              <a:alpha val="24100"/>
            </a:srgbClr>
          </a:solidFill>
          <a:ln>
            <a:noFill/>
          </a:ln>
        </p:spPr>
      </p:sp>
      <p:sp>
        <p:nvSpPr>
          <p:cNvPr id="27" name="!!circle-1ts"/>
          <p:cNvSpPr/>
          <p:nvPr/>
        </p:nvSpPr>
        <p:spPr>
          <a:xfrm>
            <a:off x="3810219" y="1533390"/>
            <a:ext cx="18085" cy="18085"/>
          </a:xfrm>
          <a:prstGeom prst="ellipse">
            <a:avLst/>
          </a:prstGeom>
          <a:solidFill>
            <a:srgbClr val="627D8D">
              <a:alpha val="10500"/>
            </a:srgbClr>
          </a:solidFill>
          <a:ln>
            <a:noFill/>
          </a:ln>
        </p:spPr>
      </p:sp>
      <p:sp>
        <p:nvSpPr>
          <p:cNvPr id="28" name="!!circle-1tv"/>
          <p:cNvSpPr/>
          <p:nvPr/>
        </p:nvSpPr>
        <p:spPr>
          <a:xfrm>
            <a:off x="7685037" y="12384"/>
            <a:ext cx="38214" cy="38214"/>
          </a:xfrm>
          <a:prstGeom prst="ellipse">
            <a:avLst/>
          </a:prstGeom>
          <a:solidFill>
            <a:srgbClr val="627D8D">
              <a:alpha val="23100"/>
            </a:srgbClr>
          </a:solidFill>
          <a:ln>
            <a:noFill/>
          </a:ln>
        </p:spPr>
      </p:sp>
      <p:sp>
        <p:nvSpPr>
          <p:cNvPr id="29" name="!!circle-1ty"/>
          <p:cNvSpPr/>
          <p:nvPr/>
        </p:nvSpPr>
        <p:spPr>
          <a:xfrm>
            <a:off x="3380296" y="6682904"/>
            <a:ext cx="39243" cy="39243"/>
          </a:xfrm>
          <a:prstGeom prst="ellipse">
            <a:avLst/>
          </a:prstGeom>
          <a:solidFill>
            <a:srgbClr val="627D8D">
              <a:alpha val="27700"/>
            </a:srgbClr>
          </a:solidFill>
          <a:ln>
            <a:noFill/>
          </a:ln>
        </p:spPr>
      </p:sp>
      <p:sp>
        <p:nvSpPr>
          <p:cNvPr id="30" name="!!circle-1u1"/>
          <p:cNvSpPr/>
          <p:nvPr/>
        </p:nvSpPr>
        <p:spPr>
          <a:xfrm>
            <a:off x="1674884" y="6769300"/>
            <a:ext cx="34519" cy="34519"/>
          </a:xfrm>
          <a:prstGeom prst="ellipse">
            <a:avLst/>
          </a:prstGeom>
          <a:solidFill>
            <a:srgbClr val="627D8D">
              <a:alpha val="22500"/>
            </a:srgbClr>
          </a:solidFill>
          <a:ln>
            <a:noFill/>
          </a:ln>
        </p:spPr>
      </p:sp>
      <p:sp>
        <p:nvSpPr>
          <p:cNvPr id="31" name="!!circle-1u4"/>
          <p:cNvSpPr/>
          <p:nvPr/>
        </p:nvSpPr>
        <p:spPr>
          <a:xfrm>
            <a:off x="2561067" y="5492630"/>
            <a:ext cx="46228" cy="46228"/>
          </a:xfrm>
          <a:prstGeom prst="ellipse">
            <a:avLst/>
          </a:prstGeom>
          <a:solidFill>
            <a:srgbClr val="627D8D">
              <a:alpha val="26200"/>
            </a:srgbClr>
          </a:solidFill>
          <a:ln>
            <a:noFill/>
          </a:ln>
        </p:spPr>
      </p:sp>
      <p:sp>
        <p:nvSpPr>
          <p:cNvPr id="32" name="!!circle-1u7"/>
          <p:cNvSpPr/>
          <p:nvPr/>
        </p:nvSpPr>
        <p:spPr>
          <a:xfrm>
            <a:off x="7406733" y="4989878"/>
            <a:ext cx="49327" cy="49327"/>
          </a:xfrm>
          <a:prstGeom prst="ellipse">
            <a:avLst/>
          </a:prstGeom>
          <a:solidFill>
            <a:srgbClr val="627D8D">
              <a:alpha val="20800"/>
            </a:srgbClr>
          </a:solidFill>
          <a:ln>
            <a:noFill/>
          </a:ln>
        </p:spPr>
      </p:sp>
      <p:sp>
        <p:nvSpPr>
          <p:cNvPr id="33" name="!!circle-1ua"/>
          <p:cNvSpPr/>
          <p:nvPr/>
        </p:nvSpPr>
        <p:spPr>
          <a:xfrm>
            <a:off x="9689747" y="5792200"/>
            <a:ext cx="24054" cy="24054"/>
          </a:xfrm>
          <a:prstGeom prst="ellipse">
            <a:avLst/>
          </a:prstGeom>
          <a:solidFill>
            <a:srgbClr val="627D8D">
              <a:alpha val="22200"/>
            </a:srgbClr>
          </a:solidFill>
          <a:ln>
            <a:noFill/>
          </a:ln>
        </p:spPr>
      </p:sp>
      <p:sp>
        <p:nvSpPr>
          <p:cNvPr id="34" name="!!circle-1ud"/>
          <p:cNvSpPr/>
          <p:nvPr/>
        </p:nvSpPr>
        <p:spPr>
          <a:xfrm>
            <a:off x="2165022" y="1670406"/>
            <a:ext cx="32271" cy="32271"/>
          </a:xfrm>
          <a:prstGeom prst="ellipse">
            <a:avLst/>
          </a:prstGeom>
          <a:solidFill>
            <a:srgbClr val="627D8D">
              <a:alpha val="20500"/>
            </a:srgbClr>
          </a:solidFill>
          <a:ln>
            <a:noFill/>
          </a:ln>
        </p:spPr>
      </p:sp>
      <p:sp>
        <p:nvSpPr>
          <p:cNvPr id="35" name="!!circle-1ug"/>
          <p:cNvSpPr/>
          <p:nvPr/>
        </p:nvSpPr>
        <p:spPr>
          <a:xfrm>
            <a:off x="2086326" y="70347"/>
            <a:ext cx="21323" cy="21323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36" name="!!circle-1uj"/>
          <p:cNvSpPr/>
          <p:nvPr/>
        </p:nvSpPr>
        <p:spPr>
          <a:xfrm>
            <a:off x="2105342" y="2715677"/>
            <a:ext cx="34252" cy="34252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37" name="!!circle-1um"/>
          <p:cNvSpPr/>
          <p:nvPr/>
        </p:nvSpPr>
        <p:spPr>
          <a:xfrm>
            <a:off x="9625374" y="4779628"/>
            <a:ext cx="44196" cy="44196"/>
          </a:xfrm>
          <a:prstGeom prst="ellipse">
            <a:avLst/>
          </a:prstGeom>
          <a:solidFill>
            <a:srgbClr val="627D8D">
              <a:alpha val="21700"/>
            </a:srgbClr>
          </a:solidFill>
          <a:ln>
            <a:noFill/>
          </a:ln>
        </p:spPr>
      </p:sp>
      <p:sp>
        <p:nvSpPr>
          <p:cNvPr id="38" name="!!circle-1up"/>
          <p:cNvSpPr/>
          <p:nvPr/>
        </p:nvSpPr>
        <p:spPr>
          <a:xfrm>
            <a:off x="6834131" y="1962895"/>
            <a:ext cx="35192" cy="35192"/>
          </a:xfrm>
          <a:prstGeom prst="ellipse">
            <a:avLst/>
          </a:prstGeom>
          <a:solidFill>
            <a:srgbClr val="627D8D">
              <a:alpha val="27100"/>
            </a:srgbClr>
          </a:solidFill>
          <a:ln>
            <a:noFill/>
          </a:ln>
        </p:spPr>
      </p:sp>
      <p:sp>
        <p:nvSpPr>
          <p:cNvPr id="39" name="!!circle-1us"/>
          <p:cNvSpPr/>
          <p:nvPr/>
        </p:nvSpPr>
        <p:spPr>
          <a:xfrm>
            <a:off x="10072650" y="5608238"/>
            <a:ext cx="43358" cy="43358"/>
          </a:xfrm>
          <a:prstGeom prst="ellipse">
            <a:avLst/>
          </a:prstGeom>
          <a:solidFill>
            <a:srgbClr val="627D8D">
              <a:alpha val="19500"/>
            </a:srgbClr>
          </a:solidFill>
          <a:ln>
            <a:noFill/>
          </a:ln>
        </p:spPr>
      </p:sp>
      <p:sp>
        <p:nvSpPr>
          <p:cNvPr id="40" name="!!circle-1uv"/>
          <p:cNvSpPr/>
          <p:nvPr/>
        </p:nvSpPr>
        <p:spPr>
          <a:xfrm>
            <a:off x="3062679" y="2414554"/>
            <a:ext cx="33528" cy="33528"/>
          </a:xfrm>
          <a:prstGeom prst="ellipse">
            <a:avLst/>
          </a:prstGeom>
          <a:solidFill>
            <a:srgbClr val="627D8D">
              <a:alpha val="28300"/>
            </a:srgbClr>
          </a:solidFill>
          <a:ln>
            <a:noFill/>
          </a:ln>
        </p:spPr>
      </p:sp>
      <p:sp>
        <p:nvSpPr>
          <p:cNvPr id="41" name="!!circle-1uy"/>
          <p:cNvSpPr/>
          <p:nvPr/>
        </p:nvSpPr>
        <p:spPr>
          <a:xfrm>
            <a:off x="6719047" y="2937632"/>
            <a:ext cx="28956" cy="28956"/>
          </a:xfrm>
          <a:prstGeom prst="ellipse">
            <a:avLst/>
          </a:prstGeom>
          <a:solidFill>
            <a:srgbClr val="627D8D">
              <a:alpha val="21800"/>
            </a:srgbClr>
          </a:solidFill>
          <a:ln>
            <a:noFill/>
          </a:ln>
        </p:spPr>
      </p:sp>
      <p:sp>
        <p:nvSpPr>
          <p:cNvPr id="42" name="!!circle-1v1"/>
          <p:cNvSpPr/>
          <p:nvPr/>
        </p:nvSpPr>
        <p:spPr>
          <a:xfrm>
            <a:off x="6960534" y="6690151"/>
            <a:ext cx="45555" cy="45555"/>
          </a:xfrm>
          <a:prstGeom prst="ellipse">
            <a:avLst/>
          </a:prstGeom>
          <a:solidFill>
            <a:srgbClr val="627D8D">
              <a:alpha val="20900"/>
            </a:srgbClr>
          </a:solidFill>
          <a:ln>
            <a:noFill/>
          </a:ln>
        </p:spPr>
      </p:sp>
      <p:sp>
        <p:nvSpPr>
          <p:cNvPr id="43" name="!!circle-1v4"/>
          <p:cNvSpPr/>
          <p:nvPr/>
        </p:nvSpPr>
        <p:spPr>
          <a:xfrm>
            <a:off x="11328312" y="3690885"/>
            <a:ext cx="39484" cy="39484"/>
          </a:xfrm>
          <a:prstGeom prst="ellipse">
            <a:avLst/>
          </a:prstGeom>
          <a:solidFill>
            <a:srgbClr val="627D8D">
              <a:alpha val="13600"/>
            </a:srgbClr>
          </a:solidFill>
          <a:ln>
            <a:noFill/>
          </a:ln>
        </p:spPr>
      </p:sp>
      <p:sp>
        <p:nvSpPr>
          <p:cNvPr id="44" name="!!circle-1v7"/>
          <p:cNvSpPr/>
          <p:nvPr/>
        </p:nvSpPr>
        <p:spPr>
          <a:xfrm>
            <a:off x="7424263" y="5828267"/>
            <a:ext cx="30455" cy="30455"/>
          </a:xfrm>
          <a:prstGeom prst="ellipse">
            <a:avLst/>
          </a:prstGeom>
          <a:solidFill>
            <a:srgbClr val="627D8D">
              <a:alpha val="16500"/>
            </a:srgbClr>
          </a:solidFill>
          <a:ln>
            <a:noFill/>
          </a:ln>
        </p:spPr>
      </p:sp>
      <p:sp>
        <p:nvSpPr>
          <p:cNvPr id="45" name="!!circle-1va"/>
          <p:cNvSpPr/>
          <p:nvPr/>
        </p:nvSpPr>
        <p:spPr>
          <a:xfrm>
            <a:off x="8919035" y="6575632"/>
            <a:ext cx="28257" cy="28257"/>
          </a:xfrm>
          <a:prstGeom prst="ellipse">
            <a:avLst/>
          </a:prstGeom>
          <a:solidFill>
            <a:srgbClr val="627D8D">
              <a:alpha val="15700"/>
            </a:srgbClr>
          </a:solidFill>
          <a:ln>
            <a:noFill/>
          </a:ln>
        </p:spPr>
      </p:sp>
      <p:sp>
        <p:nvSpPr>
          <p:cNvPr id="46" name="!!circle-1vd"/>
          <p:cNvSpPr/>
          <p:nvPr/>
        </p:nvSpPr>
        <p:spPr>
          <a:xfrm>
            <a:off x="11284818" y="5319519"/>
            <a:ext cx="45149" cy="45149"/>
          </a:xfrm>
          <a:prstGeom prst="ellipse">
            <a:avLst/>
          </a:prstGeom>
          <a:solidFill>
            <a:srgbClr val="627D8D">
              <a:alpha val="31200"/>
            </a:srgbClr>
          </a:solidFill>
          <a:ln>
            <a:noFill/>
          </a:ln>
        </p:spPr>
      </p:sp>
      <p:sp>
        <p:nvSpPr>
          <p:cNvPr id="47" name="!!circle-1vg"/>
          <p:cNvSpPr/>
          <p:nvPr/>
        </p:nvSpPr>
        <p:spPr>
          <a:xfrm>
            <a:off x="3433979" y="3607174"/>
            <a:ext cx="30696" cy="30696"/>
          </a:xfrm>
          <a:prstGeom prst="ellipse">
            <a:avLst/>
          </a:prstGeom>
          <a:solidFill>
            <a:srgbClr val="627D8D">
              <a:alpha val="25700"/>
            </a:srgbClr>
          </a:solidFill>
          <a:ln>
            <a:noFill/>
          </a:ln>
        </p:spPr>
      </p:sp>
      <p:sp>
        <p:nvSpPr>
          <p:cNvPr id="48" name="!!circle-1vj"/>
          <p:cNvSpPr/>
          <p:nvPr/>
        </p:nvSpPr>
        <p:spPr>
          <a:xfrm>
            <a:off x="8826330" y="4168928"/>
            <a:ext cx="37401" cy="37401"/>
          </a:xfrm>
          <a:prstGeom prst="ellipse">
            <a:avLst/>
          </a:prstGeom>
          <a:solidFill>
            <a:srgbClr val="627D8D">
              <a:alpha val="16000"/>
            </a:srgbClr>
          </a:solidFill>
          <a:ln>
            <a:noFill/>
          </a:ln>
        </p:spPr>
      </p:sp>
      <p:sp>
        <p:nvSpPr>
          <p:cNvPr id="49" name="!!circle-1vm"/>
          <p:cNvSpPr/>
          <p:nvPr/>
        </p:nvSpPr>
        <p:spPr>
          <a:xfrm>
            <a:off x="1700588" y="4881957"/>
            <a:ext cx="33096" cy="33096"/>
          </a:xfrm>
          <a:prstGeom prst="ellipse">
            <a:avLst/>
          </a:prstGeom>
          <a:solidFill>
            <a:srgbClr val="627D8D">
              <a:alpha val="22300"/>
            </a:srgbClr>
          </a:solidFill>
          <a:ln>
            <a:noFill/>
          </a:ln>
        </p:spPr>
      </p:sp>
      <p:sp>
        <p:nvSpPr>
          <p:cNvPr id="50" name="!!circle-1vp"/>
          <p:cNvSpPr/>
          <p:nvPr/>
        </p:nvSpPr>
        <p:spPr>
          <a:xfrm>
            <a:off x="11605374" y="985818"/>
            <a:ext cx="21145" cy="21145"/>
          </a:xfrm>
          <a:prstGeom prst="ellipse">
            <a:avLst/>
          </a:prstGeom>
          <a:solidFill>
            <a:srgbClr val="627D8D">
              <a:alpha val="16300"/>
            </a:srgbClr>
          </a:solidFill>
          <a:ln>
            <a:noFill/>
          </a:ln>
        </p:spPr>
      </p:sp>
      <p:sp>
        <p:nvSpPr>
          <p:cNvPr id="51" name="!!circle-1vs"/>
          <p:cNvSpPr/>
          <p:nvPr/>
        </p:nvSpPr>
        <p:spPr>
          <a:xfrm>
            <a:off x="11077558" y="5822275"/>
            <a:ext cx="35281" cy="35281"/>
          </a:xfrm>
          <a:prstGeom prst="ellipse">
            <a:avLst/>
          </a:prstGeom>
          <a:solidFill>
            <a:srgbClr val="627D8D">
              <a:alpha val="30000"/>
            </a:srgbClr>
          </a:solidFill>
          <a:ln>
            <a:noFill/>
          </a:ln>
        </p:spPr>
      </p:sp>
      <p:sp>
        <p:nvSpPr>
          <p:cNvPr id="52" name="!!path-2q9"/>
          <p:cNvSpPr/>
          <p:nvPr/>
        </p:nvSpPr>
        <p:spPr>
          <a:xfrm>
            <a:off x="7264690" y="2033533"/>
            <a:ext cx="783538" cy="4824467"/>
          </a:xfrm>
          <a:custGeom>
            <a:avLst/>
            <a:gdLst/>
            <a:ahLst/>
            <a:cxnLst/>
            <a:rect l="l" t="t" r="r" b="b"/>
            <a:pathLst>
              <a:path w="783538" h="4824467">
                <a:moveTo>
                  <a:pt x="0" y="4824467"/>
                </a:moveTo>
                <a:lnTo>
                  <a:pt x="0" y="465226"/>
                </a:lnTo>
                <a:lnTo>
                  <a:pt x="783538" y="0"/>
                </a:lnTo>
                <a:lnTo>
                  <a:pt x="783538" y="4824467"/>
                </a:lnTo>
                <a:close/>
              </a:path>
            </a:pathLst>
          </a:custGeom>
          <a:gradFill rotWithShape="1">
            <a:gsLst>
              <a:gs pos="0">
                <a:srgbClr val="DCE3E8"/>
              </a:gs>
              <a:gs pos="100000">
                <a:srgbClr val="CFD8DE"/>
              </a:gs>
            </a:gsLst>
            <a:lin ang="5400000" scaled="0"/>
          </a:gradFill>
          <a:ln>
            <a:noFill/>
          </a:ln>
        </p:spPr>
      </p:sp>
      <p:sp>
        <p:nvSpPr>
          <p:cNvPr id="53" name="!!path-2qa"/>
          <p:cNvSpPr/>
          <p:nvPr/>
        </p:nvSpPr>
        <p:spPr>
          <a:xfrm>
            <a:off x="2367576" y="2033533"/>
            <a:ext cx="5680652" cy="465226"/>
          </a:xfrm>
          <a:custGeom>
            <a:avLst/>
            <a:gdLst/>
            <a:ahLst/>
            <a:cxnLst/>
            <a:rect l="l" t="t" r="r" b="b"/>
            <a:pathLst>
              <a:path w="5680652" h="465226">
                <a:moveTo>
                  <a:pt x="0" y="465226"/>
                </a:moveTo>
                <a:lnTo>
                  <a:pt x="4897114" y="465226"/>
                </a:lnTo>
                <a:lnTo>
                  <a:pt x="5680652" y="0"/>
                </a:lnTo>
                <a:lnTo>
                  <a:pt x="783538" y="0"/>
                </a:lnTo>
                <a:close/>
              </a:path>
            </a:pathLst>
          </a:custGeom>
          <a:gradFill rotWithShape="1">
            <a:gsLst>
              <a:gs pos="0">
                <a:srgbClr val="F9FAFB"/>
              </a:gs>
              <a:gs pos="100000">
                <a:srgbClr val="E7ECEF"/>
              </a:gs>
            </a:gsLst>
            <a:lin ang="5400000" scaled="0"/>
          </a:gradFill>
          <a:ln>
            <a:noFill/>
          </a:ln>
        </p:spPr>
      </p:sp>
      <p:sp>
        <p:nvSpPr>
          <p:cNvPr id="54" name="!!path-2qb"/>
          <p:cNvSpPr/>
          <p:nvPr/>
        </p:nvSpPr>
        <p:spPr>
          <a:xfrm>
            <a:off x="2367576" y="2498759"/>
            <a:ext cx="4897114" cy="4359241"/>
          </a:xfrm>
          <a:custGeom>
            <a:avLst/>
            <a:gdLst/>
            <a:ahLst/>
            <a:cxnLst/>
            <a:rect l="l" t="t" r="r" b="b"/>
            <a:pathLst>
              <a:path w="4897114" h="4359241">
                <a:moveTo>
                  <a:pt x="61214" y="0"/>
                </a:moveTo>
                <a:lnTo>
                  <a:pt x="4835900" y="0"/>
                </a:lnTo>
                <a:lnTo>
                  <a:pt x="4844208" y="559"/>
                </a:lnTo>
                <a:lnTo>
                  <a:pt x="4852176" y="2187"/>
                </a:lnTo>
                <a:lnTo>
                  <a:pt x="4859730" y="4811"/>
                </a:lnTo>
                <a:lnTo>
                  <a:pt x="4866799" y="8359"/>
                </a:lnTo>
                <a:lnTo>
                  <a:pt x="4873309" y="12756"/>
                </a:lnTo>
                <a:lnTo>
                  <a:pt x="4879188" y="17931"/>
                </a:lnTo>
                <a:lnTo>
                  <a:pt x="4884362" y="23810"/>
                </a:lnTo>
                <a:lnTo>
                  <a:pt x="4888758" y="30320"/>
                </a:lnTo>
                <a:lnTo>
                  <a:pt x="4892305" y="37389"/>
                </a:lnTo>
                <a:lnTo>
                  <a:pt x="4894928" y="44943"/>
                </a:lnTo>
                <a:lnTo>
                  <a:pt x="4896556" y="52909"/>
                </a:lnTo>
                <a:lnTo>
                  <a:pt x="4897114" y="61214"/>
                </a:lnTo>
                <a:lnTo>
                  <a:pt x="4897114" y="4359241"/>
                </a:lnTo>
                <a:lnTo>
                  <a:pt x="0" y="4359241"/>
                </a:lnTo>
                <a:lnTo>
                  <a:pt x="0" y="61214"/>
                </a:lnTo>
                <a:lnTo>
                  <a:pt x="559" y="52909"/>
                </a:lnTo>
                <a:lnTo>
                  <a:pt x="2187" y="44943"/>
                </a:lnTo>
                <a:lnTo>
                  <a:pt x="4811" y="37389"/>
                </a:lnTo>
                <a:lnTo>
                  <a:pt x="8359" y="30320"/>
                </a:lnTo>
                <a:lnTo>
                  <a:pt x="12756" y="23810"/>
                </a:lnTo>
                <a:lnTo>
                  <a:pt x="17931" y="17931"/>
                </a:lnTo>
                <a:lnTo>
                  <a:pt x="23810" y="12756"/>
                </a:lnTo>
                <a:lnTo>
                  <a:pt x="30320" y="8359"/>
                </a:lnTo>
                <a:lnTo>
                  <a:pt x="37389" y="4811"/>
                </a:lnTo>
                <a:lnTo>
                  <a:pt x="44943" y="2187"/>
                </a:lnTo>
                <a:lnTo>
                  <a:pt x="52909" y="559"/>
                </a:lnTo>
                <a:lnTo>
                  <a:pt x="61214" y="0"/>
                </a:ln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rgbClr val="F9FBFB"/>
              </a:gs>
            </a:gsLst>
            <a:lin ang="5400000" scaled="0"/>
          </a:gradFill>
          <a:ln>
            <a:noFill/>
          </a:ln>
        </p:spPr>
      </p:sp>
      <p:sp>
        <p:nvSpPr>
          <p:cNvPr id="55" name="!!path-2qc"/>
          <p:cNvSpPr/>
          <p:nvPr/>
        </p:nvSpPr>
        <p:spPr>
          <a:xfrm>
            <a:off x="2367576" y="2498759"/>
            <a:ext cx="4897114" cy="8814806"/>
          </a:xfrm>
          <a:custGeom>
            <a:avLst/>
            <a:gdLst/>
            <a:ahLst/>
            <a:cxnLst/>
            <a:rect l="l" t="t" r="r" b="b"/>
            <a:pathLst>
              <a:path w="4897114" h="8814806" fill="none">
                <a:moveTo>
                  <a:pt x="61214" y="0"/>
                </a:moveTo>
                <a:lnTo>
                  <a:pt x="4835900" y="0"/>
                </a:lnTo>
                <a:cubicBezTo>
                  <a:pt x="4869715" y="0"/>
                  <a:pt x="4897114" y="27412"/>
                  <a:pt x="4897114" y="61214"/>
                </a:cubicBezTo>
                <a:lnTo>
                  <a:pt x="4897114" y="8753592"/>
                </a:lnTo>
                <a:cubicBezTo>
                  <a:pt x="4897114" y="8787406"/>
                  <a:pt x="4869715" y="8814806"/>
                  <a:pt x="4835900" y="8814806"/>
                </a:cubicBezTo>
                <a:lnTo>
                  <a:pt x="61214" y="8814806"/>
                </a:lnTo>
                <a:cubicBezTo>
                  <a:pt x="27412" y="8814806"/>
                  <a:pt x="0" y="8787406"/>
                  <a:pt x="0" y="8753592"/>
                </a:cubicBezTo>
                <a:lnTo>
                  <a:pt x="0" y="61214"/>
                </a:lnTo>
                <a:cubicBezTo>
                  <a:pt x="0" y="27412"/>
                  <a:pt x="27412" y="0"/>
                  <a:pt x="61214" y="0"/>
                </a:cubicBezTo>
                <a:close/>
              </a:path>
            </a:pathLst>
          </a:custGeom>
          <a:noFill/>
          <a:ln w="12243" cap="flat">
            <a:solidFill>
              <a:srgbClr val="D3DBE0"/>
            </a:solidFill>
            <a:prstDash val="solid"/>
            <a:miter lim="800000"/>
          </a:ln>
        </p:spPr>
      </p:sp>
      <p:sp>
        <p:nvSpPr>
          <p:cNvPr id="56" name="!!path-2qe"/>
          <p:cNvSpPr/>
          <p:nvPr/>
        </p:nvSpPr>
        <p:spPr>
          <a:xfrm>
            <a:off x="7264690" y="2033533"/>
            <a:ext cx="783538" cy="465226"/>
          </a:xfrm>
          <a:custGeom>
            <a:avLst/>
            <a:gdLst/>
            <a:ahLst/>
            <a:cxnLst/>
            <a:rect l="l" t="t" r="r" b="b"/>
            <a:pathLst>
              <a:path w="783538" h="465226">
                <a:moveTo>
                  <a:pt x="0" y="465226"/>
                </a:moveTo>
                <a:lnTo>
                  <a:pt x="783538" y="0"/>
                </a:lnTo>
              </a:path>
            </a:pathLst>
          </a:custGeom>
          <a:solidFill>
            <a:srgbClr val="000000"/>
          </a:solidFill>
          <a:ln w="17140" cap="flat">
            <a:solidFill>
              <a:srgbClr val="FFFFFF"/>
            </a:solidFill>
            <a:prstDash val="solid"/>
            <a:miter lim="800000"/>
          </a:ln>
        </p:spPr>
      </p:sp>
      <p:sp>
        <p:nvSpPr>
          <p:cNvPr id="57" name="!!rect-2r7"/>
          <p:cNvSpPr/>
          <p:nvPr/>
        </p:nvSpPr>
        <p:spPr>
          <a:xfrm>
            <a:off x="3611442" y="2768100"/>
            <a:ext cx="2409380" cy="3114565"/>
          </a:xfrm>
          <a:prstGeom prst="roundRect">
            <a:avLst>
              <a:gd name="adj" fmla="val 7114"/>
            </a:avLst>
          </a:prstGeom>
          <a:solidFill>
            <a:srgbClr val="20282F"/>
          </a:solidFill>
          <a:ln>
            <a:noFill/>
          </a:ln>
        </p:spPr>
      </p:sp>
      <p:sp>
        <p:nvSpPr>
          <p:cNvPr id="58" name="!!rect-2r8"/>
          <p:cNvSpPr/>
          <p:nvPr/>
        </p:nvSpPr>
        <p:spPr>
          <a:xfrm>
            <a:off x="3623685" y="2780343"/>
            <a:ext cx="2384895" cy="3090079"/>
          </a:xfrm>
          <a:prstGeom prst="roundRect">
            <a:avLst>
              <a:gd name="adj" fmla="val 6674"/>
            </a:avLst>
          </a:prstGeom>
          <a:noFill/>
          <a:ln w="12243" cap="flat">
            <a:solidFill>
              <a:srgbClr val="FFFFFF">
                <a:alpha val="12000"/>
              </a:srgbClr>
            </a:solidFill>
            <a:prstDash val="solid"/>
            <a:miter lim="800000"/>
          </a:ln>
        </p:spPr>
      </p:sp>
      <p:sp>
        <p:nvSpPr>
          <p:cNvPr id="59" name="!!rect-2rd"/>
          <p:cNvSpPr/>
          <p:nvPr/>
        </p:nvSpPr>
        <p:spPr>
          <a:xfrm>
            <a:off x="3758356" y="2915013"/>
            <a:ext cx="2115553" cy="2820738"/>
          </a:xfrm>
          <a:custGeom>
            <a:avLst/>
            <a:gdLst/>
            <a:ahLst/>
            <a:cxnLst/>
            <a:rect l="l" t="t" r="r" b="b"/>
            <a:pathLst>
              <a:path w="2115553" h="2820738">
                <a:moveTo>
                  <a:pt x="52889" y="0"/>
                </a:moveTo>
                <a:lnTo>
                  <a:pt x="2062664" y="0"/>
                </a:lnTo>
                <a:cubicBezTo>
                  <a:pt x="2091874" y="0"/>
                  <a:pt x="2115553" y="23679"/>
                  <a:pt x="2115553" y="52889"/>
                </a:cubicBezTo>
                <a:lnTo>
                  <a:pt x="2115553" y="2767849"/>
                </a:lnTo>
                <a:cubicBezTo>
                  <a:pt x="2115553" y="2797059"/>
                  <a:pt x="2091874" y="2820738"/>
                  <a:pt x="2062664" y="2820738"/>
                </a:cubicBezTo>
                <a:lnTo>
                  <a:pt x="52889" y="2820738"/>
                </a:lnTo>
                <a:cubicBezTo>
                  <a:pt x="23679" y="2820738"/>
                  <a:pt x="0" y="2797059"/>
                  <a:pt x="0" y="2767849"/>
                </a:cubicBezTo>
                <a:lnTo>
                  <a:pt x="0" y="52889"/>
                </a:lnTo>
                <a:cubicBezTo>
                  <a:pt x="0" y="23679"/>
                  <a:pt x="23679" y="0"/>
                  <a:pt x="52889" y="0"/>
                </a:cubicBezTo>
                <a:close/>
              </a:path>
            </a:pathLst>
          </a:custGeom>
          <a:solidFill>
            <a:srgbClr val="0E1318"/>
          </a:solidFill>
          <a:ln>
            <a:noFill/>
          </a:ln>
        </p:spPr>
      </p:sp>
      <p:sp>
        <p:nvSpPr>
          <p:cNvPr id="60" name="!!rect-2rg"/>
          <p:cNvSpPr/>
          <p:nvPr/>
        </p:nvSpPr>
        <p:spPr>
          <a:xfrm>
            <a:off x="3758356" y="2915013"/>
            <a:ext cx="2115553" cy="246815"/>
          </a:xfrm>
          <a:custGeom>
            <a:avLst/>
            <a:gdLst/>
            <a:ahLst/>
            <a:cxnLst/>
            <a:rect l="l" t="t" r="r" b="b"/>
            <a:pathLst>
              <a:path w="2115553" h="246815">
                <a:moveTo>
                  <a:pt x="52889" y="0"/>
                </a:moveTo>
                <a:lnTo>
                  <a:pt x="2062664" y="0"/>
                </a:lnTo>
                <a:cubicBezTo>
                  <a:pt x="2091874" y="0"/>
                  <a:pt x="2115553" y="23679"/>
                  <a:pt x="2115553" y="52889"/>
                </a:cubicBezTo>
                <a:lnTo>
                  <a:pt x="2115553" y="246815"/>
                </a:lnTo>
                <a:lnTo>
                  <a:pt x="0" y="246815"/>
                </a:lnTo>
                <a:lnTo>
                  <a:pt x="0" y="52889"/>
                </a:lnTo>
                <a:cubicBezTo>
                  <a:pt x="0" y="23679"/>
                  <a:pt x="23679" y="0"/>
                  <a:pt x="52889" y="0"/>
                </a:cubicBezTo>
                <a:close/>
              </a:path>
            </a:pathLst>
          </a:custGeom>
          <a:solidFill>
            <a:srgbClr val="18212A"/>
          </a:solidFill>
          <a:ln>
            <a:noFill/>
          </a:ln>
        </p:spPr>
      </p:sp>
      <p:sp>
        <p:nvSpPr>
          <p:cNvPr id="61" name="!!text-2rh" descr="智慧書櫃"/>
          <p:cNvSpPr txBox="1"/>
          <p:nvPr/>
        </p:nvSpPr>
        <p:spPr>
          <a:xfrm>
            <a:off x="3846504" y="2950978"/>
            <a:ext cx="530651" cy="17869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72" b="1" kern="0" dirty="0">
                <a:solidFill>
                  <a:srgbClr val="EEF2F5"/>
                </a:solidFill>
                <a:latin typeface="Noto Sans TC"/>
                <a:ea typeface="Noto Sans TC"/>
                <a:cs typeface="Noto Sans TC"/>
              </a:rPr>
              <a:t>智慧書櫃</a:t>
            </a:r>
            <a:endParaRPr lang="zh-TW" sz="972"/>
          </a:p>
        </p:txBody>
      </p:sp>
      <p:sp>
        <p:nvSpPr>
          <p:cNvPr id="62" name="!!circle-2rm"/>
          <p:cNvSpPr/>
          <p:nvPr/>
        </p:nvSpPr>
        <p:spPr>
          <a:xfrm>
            <a:off x="5715242" y="3003161"/>
            <a:ext cx="70518" cy="70518"/>
          </a:xfrm>
          <a:prstGeom prst="ellipse">
            <a:avLst/>
          </a:prstGeom>
          <a:solidFill>
            <a:srgbClr val="3CCF8E"/>
          </a:solidFill>
          <a:ln>
            <a:noFill/>
          </a:ln>
        </p:spPr>
      </p:sp>
      <p:sp>
        <p:nvSpPr>
          <p:cNvPr id="63" name="!!rect-2rq"/>
          <p:cNvSpPr/>
          <p:nvPr/>
        </p:nvSpPr>
        <p:spPr>
          <a:xfrm>
            <a:off x="3934652" y="3249976"/>
            <a:ext cx="1762961" cy="176296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64" name="!!path-2rr"/>
          <p:cNvSpPr/>
          <p:nvPr/>
        </p:nvSpPr>
        <p:spPr>
          <a:xfrm>
            <a:off x="4155022" y="3470346"/>
            <a:ext cx="1322221" cy="1322221"/>
          </a:xfrm>
          <a:custGeom>
            <a:avLst/>
            <a:gdLst/>
            <a:ahLst/>
            <a:cxnLst/>
            <a:rect l="l" t="t" r="r" b="b"/>
            <a:pathLst>
              <a:path w="1322221" h="1322221">
                <a:moveTo>
                  <a:pt x="0" y="0"/>
                </a:moveTo>
                <a:lnTo>
                  <a:pt x="370222" y="0"/>
                </a:lnTo>
                <a:lnTo>
                  <a:pt x="370222" y="52889"/>
                </a:lnTo>
                <a:lnTo>
                  <a:pt x="0" y="52889"/>
                </a:lnTo>
                <a:close/>
                <a:moveTo>
                  <a:pt x="581777" y="0"/>
                </a:moveTo>
                <a:lnTo>
                  <a:pt x="740444" y="0"/>
                </a:lnTo>
                <a:lnTo>
                  <a:pt x="740444" y="52889"/>
                </a:lnTo>
                <a:lnTo>
                  <a:pt x="581777" y="52889"/>
                </a:lnTo>
                <a:close/>
                <a:moveTo>
                  <a:pt x="793332" y="0"/>
                </a:moveTo>
                <a:lnTo>
                  <a:pt x="846221" y="0"/>
                </a:lnTo>
                <a:lnTo>
                  <a:pt x="846221" y="52889"/>
                </a:lnTo>
                <a:lnTo>
                  <a:pt x="793332" y="52889"/>
                </a:lnTo>
                <a:close/>
                <a:moveTo>
                  <a:pt x="951999" y="0"/>
                </a:moveTo>
                <a:lnTo>
                  <a:pt x="1322221" y="0"/>
                </a:lnTo>
                <a:lnTo>
                  <a:pt x="1322221" y="52889"/>
                </a:lnTo>
                <a:lnTo>
                  <a:pt x="951999" y="52889"/>
                </a:lnTo>
                <a:close/>
                <a:moveTo>
                  <a:pt x="0" y="52889"/>
                </a:moveTo>
                <a:lnTo>
                  <a:pt x="52889" y="52889"/>
                </a:lnTo>
                <a:lnTo>
                  <a:pt x="52889" y="105778"/>
                </a:lnTo>
                <a:lnTo>
                  <a:pt x="0" y="105778"/>
                </a:lnTo>
                <a:close/>
                <a:moveTo>
                  <a:pt x="317333" y="52889"/>
                </a:moveTo>
                <a:lnTo>
                  <a:pt x="370222" y="52889"/>
                </a:lnTo>
                <a:lnTo>
                  <a:pt x="370222" y="105778"/>
                </a:lnTo>
                <a:lnTo>
                  <a:pt x="317333" y="105778"/>
                </a:lnTo>
                <a:close/>
                <a:moveTo>
                  <a:pt x="528888" y="52889"/>
                </a:moveTo>
                <a:lnTo>
                  <a:pt x="634666" y="52889"/>
                </a:lnTo>
                <a:lnTo>
                  <a:pt x="634666" y="105778"/>
                </a:lnTo>
                <a:lnTo>
                  <a:pt x="528888" y="105778"/>
                </a:lnTo>
                <a:close/>
                <a:moveTo>
                  <a:pt x="687555" y="52889"/>
                </a:moveTo>
                <a:lnTo>
                  <a:pt x="899110" y="52889"/>
                </a:lnTo>
                <a:lnTo>
                  <a:pt x="899110" y="105778"/>
                </a:lnTo>
                <a:lnTo>
                  <a:pt x="687555" y="105778"/>
                </a:lnTo>
                <a:close/>
                <a:moveTo>
                  <a:pt x="951999" y="52889"/>
                </a:moveTo>
                <a:lnTo>
                  <a:pt x="1004888" y="52889"/>
                </a:lnTo>
                <a:lnTo>
                  <a:pt x="1004888" y="105778"/>
                </a:lnTo>
                <a:lnTo>
                  <a:pt x="951999" y="105778"/>
                </a:lnTo>
                <a:close/>
                <a:moveTo>
                  <a:pt x="1269332" y="52889"/>
                </a:moveTo>
                <a:lnTo>
                  <a:pt x="1322221" y="52889"/>
                </a:lnTo>
                <a:lnTo>
                  <a:pt x="1322221" y="105778"/>
                </a:lnTo>
                <a:lnTo>
                  <a:pt x="1269332" y="105778"/>
                </a:lnTo>
                <a:close/>
                <a:moveTo>
                  <a:pt x="0" y="105778"/>
                </a:moveTo>
                <a:lnTo>
                  <a:pt x="52889" y="105778"/>
                </a:lnTo>
                <a:lnTo>
                  <a:pt x="52889" y="158666"/>
                </a:lnTo>
                <a:lnTo>
                  <a:pt x="0" y="158666"/>
                </a:lnTo>
                <a:close/>
                <a:moveTo>
                  <a:pt x="105778" y="105778"/>
                </a:moveTo>
                <a:lnTo>
                  <a:pt x="264444" y="105778"/>
                </a:lnTo>
                <a:lnTo>
                  <a:pt x="264444" y="158666"/>
                </a:lnTo>
                <a:lnTo>
                  <a:pt x="105778" y="158666"/>
                </a:lnTo>
                <a:close/>
                <a:moveTo>
                  <a:pt x="317333" y="105778"/>
                </a:moveTo>
                <a:lnTo>
                  <a:pt x="370222" y="105778"/>
                </a:lnTo>
                <a:lnTo>
                  <a:pt x="370222" y="158666"/>
                </a:lnTo>
                <a:lnTo>
                  <a:pt x="317333" y="158666"/>
                </a:lnTo>
                <a:close/>
                <a:moveTo>
                  <a:pt x="423111" y="105778"/>
                </a:moveTo>
                <a:lnTo>
                  <a:pt x="475999" y="105778"/>
                </a:lnTo>
                <a:lnTo>
                  <a:pt x="475999" y="158666"/>
                </a:lnTo>
                <a:lnTo>
                  <a:pt x="423111" y="158666"/>
                </a:lnTo>
                <a:close/>
                <a:moveTo>
                  <a:pt x="528888" y="105778"/>
                </a:moveTo>
                <a:lnTo>
                  <a:pt x="634666" y="105778"/>
                </a:lnTo>
                <a:lnTo>
                  <a:pt x="634666" y="158666"/>
                </a:lnTo>
                <a:lnTo>
                  <a:pt x="528888" y="158666"/>
                </a:lnTo>
                <a:close/>
                <a:moveTo>
                  <a:pt x="687555" y="105778"/>
                </a:moveTo>
                <a:lnTo>
                  <a:pt x="740444" y="105778"/>
                </a:lnTo>
                <a:lnTo>
                  <a:pt x="740444" y="158666"/>
                </a:lnTo>
                <a:lnTo>
                  <a:pt x="687555" y="158666"/>
                </a:lnTo>
                <a:close/>
                <a:moveTo>
                  <a:pt x="793332" y="105778"/>
                </a:moveTo>
                <a:lnTo>
                  <a:pt x="899110" y="105778"/>
                </a:lnTo>
                <a:lnTo>
                  <a:pt x="899110" y="158666"/>
                </a:lnTo>
                <a:lnTo>
                  <a:pt x="793332" y="158666"/>
                </a:lnTo>
                <a:close/>
                <a:moveTo>
                  <a:pt x="951999" y="105778"/>
                </a:moveTo>
                <a:lnTo>
                  <a:pt x="1004888" y="105778"/>
                </a:lnTo>
                <a:lnTo>
                  <a:pt x="1004888" y="158666"/>
                </a:lnTo>
                <a:lnTo>
                  <a:pt x="951999" y="158666"/>
                </a:lnTo>
                <a:close/>
                <a:moveTo>
                  <a:pt x="1057777" y="105778"/>
                </a:moveTo>
                <a:lnTo>
                  <a:pt x="1216443" y="105778"/>
                </a:lnTo>
                <a:lnTo>
                  <a:pt x="1216443" y="158666"/>
                </a:lnTo>
                <a:lnTo>
                  <a:pt x="1057777" y="158666"/>
                </a:lnTo>
                <a:close/>
                <a:moveTo>
                  <a:pt x="1269332" y="105778"/>
                </a:moveTo>
                <a:lnTo>
                  <a:pt x="1322221" y="105778"/>
                </a:lnTo>
                <a:lnTo>
                  <a:pt x="1322221" y="158666"/>
                </a:lnTo>
                <a:lnTo>
                  <a:pt x="1269332" y="158666"/>
                </a:lnTo>
                <a:close/>
                <a:moveTo>
                  <a:pt x="0" y="158666"/>
                </a:moveTo>
                <a:lnTo>
                  <a:pt x="52889" y="158666"/>
                </a:lnTo>
                <a:lnTo>
                  <a:pt x="52889" y="211555"/>
                </a:lnTo>
                <a:lnTo>
                  <a:pt x="0" y="211555"/>
                </a:lnTo>
                <a:close/>
                <a:moveTo>
                  <a:pt x="105778" y="158666"/>
                </a:moveTo>
                <a:lnTo>
                  <a:pt x="264444" y="158666"/>
                </a:lnTo>
                <a:lnTo>
                  <a:pt x="264444" y="211555"/>
                </a:lnTo>
                <a:lnTo>
                  <a:pt x="105778" y="211555"/>
                </a:lnTo>
                <a:close/>
                <a:moveTo>
                  <a:pt x="317333" y="158666"/>
                </a:moveTo>
                <a:lnTo>
                  <a:pt x="370222" y="158666"/>
                </a:lnTo>
                <a:lnTo>
                  <a:pt x="370222" y="211555"/>
                </a:lnTo>
                <a:lnTo>
                  <a:pt x="317333" y="211555"/>
                </a:lnTo>
                <a:close/>
                <a:moveTo>
                  <a:pt x="423111" y="158666"/>
                </a:moveTo>
                <a:lnTo>
                  <a:pt x="475999" y="158666"/>
                </a:lnTo>
                <a:lnTo>
                  <a:pt x="475999" y="211555"/>
                </a:lnTo>
                <a:lnTo>
                  <a:pt x="423111" y="211555"/>
                </a:lnTo>
                <a:close/>
                <a:moveTo>
                  <a:pt x="528888" y="158666"/>
                </a:moveTo>
                <a:lnTo>
                  <a:pt x="634666" y="158666"/>
                </a:lnTo>
                <a:lnTo>
                  <a:pt x="634666" y="211555"/>
                </a:lnTo>
                <a:lnTo>
                  <a:pt x="528888" y="211555"/>
                </a:lnTo>
                <a:close/>
                <a:moveTo>
                  <a:pt x="740444" y="158666"/>
                </a:moveTo>
                <a:lnTo>
                  <a:pt x="899110" y="158666"/>
                </a:lnTo>
                <a:lnTo>
                  <a:pt x="899110" y="211555"/>
                </a:lnTo>
                <a:lnTo>
                  <a:pt x="740444" y="211555"/>
                </a:lnTo>
                <a:close/>
                <a:moveTo>
                  <a:pt x="951999" y="158666"/>
                </a:moveTo>
                <a:lnTo>
                  <a:pt x="1004888" y="158666"/>
                </a:lnTo>
                <a:lnTo>
                  <a:pt x="1004888" y="211555"/>
                </a:lnTo>
                <a:lnTo>
                  <a:pt x="951999" y="211555"/>
                </a:lnTo>
                <a:close/>
                <a:moveTo>
                  <a:pt x="1057777" y="158666"/>
                </a:moveTo>
                <a:lnTo>
                  <a:pt x="1216443" y="158666"/>
                </a:lnTo>
                <a:lnTo>
                  <a:pt x="1216443" y="211555"/>
                </a:lnTo>
                <a:lnTo>
                  <a:pt x="1057777" y="211555"/>
                </a:lnTo>
                <a:close/>
                <a:moveTo>
                  <a:pt x="1269332" y="158666"/>
                </a:moveTo>
                <a:lnTo>
                  <a:pt x="1322221" y="158666"/>
                </a:lnTo>
                <a:lnTo>
                  <a:pt x="1322221" y="211555"/>
                </a:lnTo>
                <a:lnTo>
                  <a:pt x="1269332" y="211555"/>
                </a:lnTo>
                <a:close/>
                <a:moveTo>
                  <a:pt x="0" y="211555"/>
                </a:moveTo>
                <a:lnTo>
                  <a:pt x="52889" y="211555"/>
                </a:lnTo>
                <a:lnTo>
                  <a:pt x="52889" y="264444"/>
                </a:lnTo>
                <a:lnTo>
                  <a:pt x="0" y="264444"/>
                </a:lnTo>
                <a:close/>
                <a:moveTo>
                  <a:pt x="105778" y="211555"/>
                </a:moveTo>
                <a:lnTo>
                  <a:pt x="264444" y="211555"/>
                </a:lnTo>
                <a:lnTo>
                  <a:pt x="264444" y="264444"/>
                </a:lnTo>
                <a:lnTo>
                  <a:pt x="105778" y="264444"/>
                </a:lnTo>
                <a:close/>
                <a:moveTo>
                  <a:pt x="317333" y="211555"/>
                </a:moveTo>
                <a:lnTo>
                  <a:pt x="370222" y="211555"/>
                </a:lnTo>
                <a:lnTo>
                  <a:pt x="370222" y="264444"/>
                </a:lnTo>
                <a:lnTo>
                  <a:pt x="317333" y="264444"/>
                </a:lnTo>
                <a:close/>
                <a:moveTo>
                  <a:pt x="423111" y="211555"/>
                </a:moveTo>
                <a:lnTo>
                  <a:pt x="475999" y="211555"/>
                </a:lnTo>
                <a:lnTo>
                  <a:pt x="475999" y="264444"/>
                </a:lnTo>
                <a:lnTo>
                  <a:pt x="423111" y="264444"/>
                </a:lnTo>
                <a:close/>
                <a:moveTo>
                  <a:pt x="581777" y="211555"/>
                </a:moveTo>
                <a:lnTo>
                  <a:pt x="687555" y="211555"/>
                </a:lnTo>
                <a:lnTo>
                  <a:pt x="687555" y="264444"/>
                </a:lnTo>
                <a:lnTo>
                  <a:pt x="581777" y="264444"/>
                </a:lnTo>
                <a:close/>
                <a:moveTo>
                  <a:pt x="951999" y="211555"/>
                </a:moveTo>
                <a:lnTo>
                  <a:pt x="1004888" y="211555"/>
                </a:lnTo>
                <a:lnTo>
                  <a:pt x="1004888" y="264444"/>
                </a:lnTo>
                <a:lnTo>
                  <a:pt x="951999" y="264444"/>
                </a:lnTo>
                <a:close/>
                <a:moveTo>
                  <a:pt x="1057777" y="211555"/>
                </a:moveTo>
                <a:lnTo>
                  <a:pt x="1216443" y="211555"/>
                </a:lnTo>
                <a:lnTo>
                  <a:pt x="1216443" y="264444"/>
                </a:lnTo>
                <a:lnTo>
                  <a:pt x="1057777" y="264444"/>
                </a:lnTo>
                <a:close/>
                <a:moveTo>
                  <a:pt x="1269332" y="211555"/>
                </a:moveTo>
                <a:lnTo>
                  <a:pt x="1322221" y="211555"/>
                </a:lnTo>
                <a:lnTo>
                  <a:pt x="1322221" y="264444"/>
                </a:lnTo>
                <a:lnTo>
                  <a:pt x="1269332" y="264444"/>
                </a:lnTo>
                <a:close/>
                <a:moveTo>
                  <a:pt x="0" y="264444"/>
                </a:moveTo>
                <a:lnTo>
                  <a:pt x="52889" y="264444"/>
                </a:lnTo>
                <a:lnTo>
                  <a:pt x="52889" y="317333"/>
                </a:lnTo>
                <a:lnTo>
                  <a:pt x="0" y="317333"/>
                </a:lnTo>
                <a:close/>
                <a:moveTo>
                  <a:pt x="317333" y="264444"/>
                </a:moveTo>
                <a:lnTo>
                  <a:pt x="370222" y="264444"/>
                </a:lnTo>
                <a:lnTo>
                  <a:pt x="370222" y="317333"/>
                </a:lnTo>
                <a:lnTo>
                  <a:pt x="317333" y="317333"/>
                </a:lnTo>
                <a:close/>
                <a:moveTo>
                  <a:pt x="423111" y="264444"/>
                </a:moveTo>
                <a:lnTo>
                  <a:pt x="581777" y="264444"/>
                </a:lnTo>
                <a:lnTo>
                  <a:pt x="581777" y="317333"/>
                </a:lnTo>
                <a:lnTo>
                  <a:pt x="423111" y="317333"/>
                </a:lnTo>
                <a:close/>
                <a:moveTo>
                  <a:pt x="793332" y="264444"/>
                </a:moveTo>
                <a:lnTo>
                  <a:pt x="846221" y="264444"/>
                </a:lnTo>
                <a:lnTo>
                  <a:pt x="846221" y="317333"/>
                </a:lnTo>
                <a:lnTo>
                  <a:pt x="793332" y="317333"/>
                </a:lnTo>
                <a:close/>
                <a:moveTo>
                  <a:pt x="951999" y="264444"/>
                </a:moveTo>
                <a:lnTo>
                  <a:pt x="1004888" y="264444"/>
                </a:lnTo>
                <a:lnTo>
                  <a:pt x="1004888" y="317333"/>
                </a:lnTo>
                <a:lnTo>
                  <a:pt x="951999" y="317333"/>
                </a:lnTo>
                <a:close/>
                <a:moveTo>
                  <a:pt x="1269332" y="264444"/>
                </a:moveTo>
                <a:lnTo>
                  <a:pt x="1322221" y="264444"/>
                </a:lnTo>
                <a:lnTo>
                  <a:pt x="1322221" y="317333"/>
                </a:lnTo>
                <a:lnTo>
                  <a:pt x="1269332" y="317333"/>
                </a:lnTo>
                <a:close/>
                <a:moveTo>
                  <a:pt x="0" y="317333"/>
                </a:moveTo>
                <a:lnTo>
                  <a:pt x="370222" y="317333"/>
                </a:lnTo>
                <a:lnTo>
                  <a:pt x="370222" y="370222"/>
                </a:lnTo>
                <a:lnTo>
                  <a:pt x="0" y="370222"/>
                </a:lnTo>
                <a:close/>
                <a:moveTo>
                  <a:pt x="423111" y="317333"/>
                </a:moveTo>
                <a:lnTo>
                  <a:pt x="475999" y="317333"/>
                </a:lnTo>
                <a:lnTo>
                  <a:pt x="475999" y="370222"/>
                </a:lnTo>
                <a:lnTo>
                  <a:pt x="423111" y="370222"/>
                </a:lnTo>
                <a:close/>
                <a:moveTo>
                  <a:pt x="528888" y="317333"/>
                </a:moveTo>
                <a:lnTo>
                  <a:pt x="581777" y="317333"/>
                </a:lnTo>
                <a:lnTo>
                  <a:pt x="581777" y="370222"/>
                </a:lnTo>
                <a:lnTo>
                  <a:pt x="528888" y="370222"/>
                </a:lnTo>
                <a:close/>
                <a:moveTo>
                  <a:pt x="634666" y="317333"/>
                </a:moveTo>
                <a:lnTo>
                  <a:pt x="687555" y="317333"/>
                </a:lnTo>
                <a:lnTo>
                  <a:pt x="687555" y="370222"/>
                </a:lnTo>
                <a:lnTo>
                  <a:pt x="634666" y="370222"/>
                </a:lnTo>
                <a:close/>
                <a:moveTo>
                  <a:pt x="740444" y="317333"/>
                </a:moveTo>
                <a:lnTo>
                  <a:pt x="793332" y="317333"/>
                </a:lnTo>
                <a:lnTo>
                  <a:pt x="793332" y="370222"/>
                </a:lnTo>
                <a:lnTo>
                  <a:pt x="740444" y="370222"/>
                </a:lnTo>
                <a:close/>
                <a:moveTo>
                  <a:pt x="846221" y="317333"/>
                </a:moveTo>
                <a:lnTo>
                  <a:pt x="899110" y="317333"/>
                </a:lnTo>
                <a:lnTo>
                  <a:pt x="899110" y="370222"/>
                </a:lnTo>
                <a:lnTo>
                  <a:pt x="846221" y="370222"/>
                </a:lnTo>
                <a:close/>
                <a:moveTo>
                  <a:pt x="951999" y="317333"/>
                </a:moveTo>
                <a:lnTo>
                  <a:pt x="1322221" y="317333"/>
                </a:lnTo>
                <a:lnTo>
                  <a:pt x="1322221" y="370222"/>
                </a:lnTo>
                <a:lnTo>
                  <a:pt x="951999" y="370222"/>
                </a:lnTo>
                <a:close/>
                <a:moveTo>
                  <a:pt x="423111" y="370222"/>
                </a:moveTo>
                <a:lnTo>
                  <a:pt x="528888" y="370222"/>
                </a:lnTo>
                <a:lnTo>
                  <a:pt x="528888" y="423111"/>
                </a:lnTo>
                <a:lnTo>
                  <a:pt x="423111" y="423111"/>
                </a:lnTo>
                <a:close/>
                <a:moveTo>
                  <a:pt x="740444" y="370222"/>
                </a:moveTo>
                <a:lnTo>
                  <a:pt x="793332" y="370222"/>
                </a:lnTo>
                <a:lnTo>
                  <a:pt x="793332" y="423111"/>
                </a:lnTo>
                <a:lnTo>
                  <a:pt x="740444" y="423111"/>
                </a:lnTo>
                <a:close/>
                <a:moveTo>
                  <a:pt x="0" y="423111"/>
                </a:moveTo>
                <a:lnTo>
                  <a:pt x="52889" y="423111"/>
                </a:lnTo>
                <a:lnTo>
                  <a:pt x="52889" y="475999"/>
                </a:lnTo>
                <a:lnTo>
                  <a:pt x="0" y="475999"/>
                </a:lnTo>
                <a:close/>
                <a:moveTo>
                  <a:pt x="105778" y="423111"/>
                </a:moveTo>
                <a:lnTo>
                  <a:pt x="370222" y="423111"/>
                </a:lnTo>
                <a:lnTo>
                  <a:pt x="370222" y="475999"/>
                </a:lnTo>
                <a:lnTo>
                  <a:pt x="105778" y="475999"/>
                </a:lnTo>
                <a:close/>
                <a:moveTo>
                  <a:pt x="793332" y="423111"/>
                </a:moveTo>
                <a:lnTo>
                  <a:pt x="899110" y="423111"/>
                </a:lnTo>
                <a:lnTo>
                  <a:pt x="899110" y="475999"/>
                </a:lnTo>
                <a:lnTo>
                  <a:pt x="793332" y="475999"/>
                </a:lnTo>
                <a:close/>
                <a:moveTo>
                  <a:pt x="951999" y="423111"/>
                </a:moveTo>
                <a:lnTo>
                  <a:pt x="1216443" y="423111"/>
                </a:lnTo>
                <a:lnTo>
                  <a:pt x="1216443" y="475999"/>
                </a:lnTo>
                <a:lnTo>
                  <a:pt x="951999" y="475999"/>
                </a:lnTo>
                <a:close/>
                <a:moveTo>
                  <a:pt x="0" y="475999"/>
                </a:moveTo>
                <a:lnTo>
                  <a:pt x="52889" y="475999"/>
                </a:lnTo>
                <a:lnTo>
                  <a:pt x="52889" y="528888"/>
                </a:lnTo>
                <a:lnTo>
                  <a:pt x="0" y="528888"/>
                </a:lnTo>
                <a:close/>
                <a:moveTo>
                  <a:pt x="105778" y="475999"/>
                </a:moveTo>
                <a:lnTo>
                  <a:pt x="317333" y="475999"/>
                </a:lnTo>
                <a:lnTo>
                  <a:pt x="317333" y="528888"/>
                </a:lnTo>
                <a:lnTo>
                  <a:pt x="105778" y="528888"/>
                </a:lnTo>
                <a:close/>
                <a:moveTo>
                  <a:pt x="370222" y="475999"/>
                </a:moveTo>
                <a:lnTo>
                  <a:pt x="423111" y="475999"/>
                </a:lnTo>
                <a:lnTo>
                  <a:pt x="423111" y="528888"/>
                </a:lnTo>
                <a:lnTo>
                  <a:pt x="370222" y="528888"/>
                </a:lnTo>
                <a:close/>
                <a:moveTo>
                  <a:pt x="528888" y="475999"/>
                </a:moveTo>
                <a:lnTo>
                  <a:pt x="634666" y="475999"/>
                </a:lnTo>
                <a:lnTo>
                  <a:pt x="634666" y="528888"/>
                </a:lnTo>
                <a:lnTo>
                  <a:pt x="528888" y="528888"/>
                </a:lnTo>
                <a:close/>
                <a:moveTo>
                  <a:pt x="687555" y="475999"/>
                </a:moveTo>
                <a:lnTo>
                  <a:pt x="793332" y="475999"/>
                </a:lnTo>
                <a:lnTo>
                  <a:pt x="793332" y="528888"/>
                </a:lnTo>
                <a:lnTo>
                  <a:pt x="687555" y="528888"/>
                </a:lnTo>
                <a:close/>
                <a:moveTo>
                  <a:pt x="899110" y="475999"/>
                </a:moveTo>
                <a:lnTo>
                  <a:pt x="1057777" y="475999"/>
                </a:lnTo>
                <a:lnTo>
                  <a:pt x="1057777" y="528888"/>
                </a:lnTo>
                <a:lnTo>
                  <a:pt x="899110" y="528888"/>
                </a:lnTo>
                <a:close/>
                <a:moveTo>
                  <a:pt x="1110665" y="475999"/>
                </a:moveTo>
                <a:lnTo>
                  <a:pt x="1216443" y="475999"/>
                </a:lnTo>
                <a:lnTo>
                  <a:pt x="1216443" y="528888"/>
                </a:lnTo>
                <a:lnTo>
                  <a:pt x="1110665" y="528888"/>
                </a:lnTo>
                <a:close/>
                <a:moveTo>
                  <a:pt x="1269332" y="475999"/>
                </a:moveTo>
                <a:lnTo>
                  <a:pt x="1322221" y="475999"/>
                </a:lnTo>
                <a:lnTo>
                  <a:pt x="1322221" y="528888"/>
                </a:lnTo>
                <a:lnTo>
                  <a:pt x="1269332" y="528888"/>
                </a:lnTo>
                <a:close/>
                <a:moveTo>
                  <a:pt x="52889" y="528888"/>
                </a:moveTo>
                <a:lnTo>
                  <a:pt x="158666" y="528888"/>
                </a:lnTo>
                <a:lnTo>
                  <a:pt x="158666" y="581777"/>
                </a:lnTo>
                <a:lnTo>
                  <a:pt x="52889" y="581777"/>
                </a:lnTo>
                <a:close/>
                <a:moveTo>
                  <a:pt x="317333" y="528888"/>
                </a:moveTo>
                <a:lnTo>
                  <a:pt x="370222" y="528888"/>
                </a:lnTo>
                <a:lnTo>
                  <a:pt x="370222" y="581777"/>
                </a:lnTo>
                <a:lnTo>
                  <a:pt x="317333" y="581777"/>
                </a:lnTo>
                <a:close/>
                <a:moveTo>
                  <a:pt x="581777" y="528888"/>
                </a:moveTo>
                <a:lnTo>
                  <a:pt x="846221" y="528888"/>
                </a:lnTo>
                <a:lnTo>
                  <a:pt x="846221" y="581777"/>
                </a:lnTo>
                <a:lnTo>
                  <a:pt x="581777" y="581777"/>
                </a:lnTo>
                <a:close/>
                <a:moveTo>
                  <a:pt x="899110" y="528888"/>
                </a:moveTo>
                <a:lnTo>
                  <a:pt x="1057777" y="528888"/>
                </a:lnTo>
                <a:lnTo>
                  <a:pt x="1057777" y="581777"/>
                </a:lnTo>
                <a:lnTo>
                  <a:pt x="899110" y="581777"/>
                </a:lnTo>
                <a:close/>
                <a:moveTo>
                  <a:pt x="1216443" y="528888"/>
                </a:moveTo>
                <a:lnTo>
                  <a:pt x="1322221" y="528888"/>
                </a:lnTo>
                <a:lnTo>
                  <a:pt x="1322221" y="581777"/>
                </a:lnTo>
                <a:lnTo>
                  <a:pt x="1216443" y="581777"/>
                </a:lnTo>
                <a:close/>
                <a:moveTo>
                  <a:pt x="0" y="581777"/>
                </a:moveTo>
                <a:lnTo>
                  <a:pt x="158666" y="581777"/>
                </a:lnTo>
                <a:lnTo>
                  <a:pt x="158666" y="634666"/>
                </a:lnTo>
                <a:lnTo>
                  <a:pt x="0" y="634666"/>
                </a:lnTo>
                <a:close/>
                <a:moveTo>
                  <a:pt x="264444" y="581777"/>
                </a:moveTo>
                <a:lnTo>
                  <a:pt x="317333" y="581777"/>
                </a:lnTo>
                <a:lnTo>
                  <a:pt x="317333" y="634666"/>
                </a:lnTo>
                <a:lnTo>
                  <a:pt x="264444" y="634666"/>
                </a:lnTo>
                <a:close/>
                <a:moveTo>
                  <a:pt x="475999" y="581777"/>
                </a:moveTo>
                <a:lnTo>
                  <a:pt x="740444" y="581777"/>
                </a:lnTo>
                <a:lnTo>
                  <a:pt x="740444" y="634666"/>
                </a:lnTo>
                <a:lnTo>
                  <a:pt x="475999" y="634666"/>
                </a:lnTo>
                <a:close/>
                <a:moveTo>
                  <a:pt x="899110" y="581777"/>
                </a:moveTo>
                <a:lnTo>
                  <a:pt x="951999" y="581777"/>
                </a:lnTo>
                <a:lnTo>
                  <a:pt x="951999" y="634666"/>
                </a:lnTo>
                <a:lnTo>
                  <a:pt x="899110" y="634666"/>
                </a:lnTo>
                <a:close/>
                <a:moveTo>
                  <a:pt x="1004888" y="581777"/>
                </a:moveTo>
                <a:lnTo>
                  <a:pt x="1057777" y="581777"/>
                </a:lnTo>
                <a:lnTo>
                  <a:pt x="1057777" y="634666"/>
                </a:lnTo>
                <a:lnTo>
                  <a:pt x="1004888" y="634666"/>
                </a:lnTo>
                <a:close/>
                <a:moveTo>
                  <a:pt x="1216443" y="581777"/>
                </a:moveTo>
                <a:lnTo>
                  <a:pt x="1322221" y="581777"/>
                </a:lnTo>
                <a:lnTo>
                  <a:pt x="1322221" y="634666"/>
                </a:lnTo>
                <a:lnTo>
                  <a:pt x="1216443" y="634666"/>
                </a:lnTo>
                <a:close/>
                <a:moveTo>
                  <a:pt x="105778" y="634666"/>
                </a:moveTo>
                <a:lnTo>
                  <a:pt x="370222" y="634666"/>
                </a:lnTo>
                <a:lnTo>
                  <a:pt x="370222" y="687555"/>
                </a:lnTo>
                <a:lnTo>
                  <a:pt x="105778" y="687555"/>
                </a:lnTo>
                <a:close/>
                <a:moveTo>
                  <a:pt x="475999" y="634666"/>
                </a:moveTo>
                <a:lnTo>
                  <a:pt x="581777" y="634666"/>
                </a:lnTo>
                <a:lnTo>
                  <a:pt x="581777" y="687555"/>
                </a:lnTo>
                <a:lnTo>
                  <a:pt x="475999" y="687555"/>
                </a:lnTo>
                <a:close/>
                <a:moveTo>
                  <a:pt x="634666" y="634666"/>
                </a:moveTo>
                <a:lnTo>
                  <a:pt x="687555" y="634666"/>
                </a:lnTo>
                <a:lnTo>
                  <a:pt x="687555" y="687555"/>
                </a:lnTo>
                <a:lnTo>
                  <a:pt x="634666" y="687555"/>
                </a:lnTo>
                <a:close/>
                <a:moveTo>
                  <a:pt x="740444" y="634666"/>
                </a:moveTo>
                <a:lnTo>
                  <a:pt x="1004888" y="634666"/>
                </a:lnTo>
                <a:lnTo>
                  <a:pt x="1004888" y="687555"/>
                </a:lnTo>
                <a:lnTo>
                  <a:pt x="740444" y="687555"/>
                </a:lnTo>
                <a:close/>
                <a:moveTo>
                  <a:pt x="1216443" y="634666"/>
                </a:moveTo>
                <a:lnTo>
                  <a:pt x="1269332" y="634666"/>
                </a:lnTo>
                <a:lnTo>
                  <a:pt x="1269332" y="687555"/>
                </a:lnTo>
                <a:lnTo>
                  <a:pt x="1216443" y="687555"/>
                </a:lnTo>
                <a:close/>
                <a:moveTo>
                  <a:pt x="0" y="687555"/>
                </a:moveTo>
                <a:lnTo>
                  <a:pt x="105778" y="687555"/>
                </a:lnTo>
                <a:lnTo>
                  <a:pt x="105778" y="740444"/>
                </a:lnTo>
                <a:lnTo>
                  <a:pt x="0" y="740444"/>
                </a:lnTo>
                <a:close/>
                <a:moveTo>
                  <a:pt x="211555" y="687555"/>
                </a:moveTo>
                <a:lnTo>
                  <a:pt x="317333" y="687555"/>
                </a:lnTo>
                <a:lnTo>
                  <a:pt x="317333" y="740444"/>
                </a:lnTo>
                <a:lnTo>
                  <a:pt x="211555" y="740444"/>
                </a:lnTo>
                <a:close/>
                <a:moveTo>
                  <a:pt x="423111" y="687555"/>
                </a:moveTo>
                <a:lnTo>
                  <a:pt x="475999" y="687555"/>
                </a:lnTo>
                <a:lnTo>
                  <a:pt x="475999" y="740444"/>
                </a:lnTo>
                <a:lnTo>
                  <a:pt x="423111" y="740444"/>
                </a:lnTo>
                <a:close/>
                <a:moveTo>
                  <a:pt x="528888" y="687555"/>
                </a:moveTo>
                <a:lnTo>
                  <a:pt x="581777" y="687555"/>
                </a:lnTo>
                <a:lnTo>
                  <a:pt x="581777" y="740444"/>
                </a:lnTo>
                <a:lnTo>
                  <a:pt x="528888" y="740444"/>
                </a:lnTo>
                <a:close/>
                <a:moveTo>
                  <a:pt x="951999" y="687555"/>
                </a:moveTo>
                <a:lnTo>
                  <a:pt x="1057777" y="687555"/>
                </a:lnTo>
                <a:lnTo>
                  <a:pt x="1057777" y="740444"/>
                </a:lnTo>
                <a:lnTo>
                  <a:pt x="951999" y="740444"/>
                </a:lnTo>
                <a:close/>
                <a:moveTo>
                  <a:pt x="1110665" y="687555"/>
                </a:moveTo>
                <a:lnTo>
                  <a:pt x="1216443" y="687555"/>
                </a:lnTo>
                <a:lnTo>
                  <a:pt x="1216443" y="740444"/>
                </a:lnTo>
                <a:lnTo>
                  <a:pt x="1110665" y="740444"/>
                </a:lnTo>
                <a:close/>
                <a:moveTo>
                  <a:pt x="1269332" y="687555"/>
                </a:moveTo>
                <a:lnTo>
                  <a:pt x="1322221" y="687555"/>
                </a:lnTo>
                <a:lnTo>
                  <a:pt x="1322221" y="740444"/>
                </a:lnTo>
                <a:lnTo>
                  <a:pt x="1269332" y="740444"/>
                </a:lnTo>
                <a:close/>
                <a:moveTo>
                  <a:pt x="0" y="740444"/>
                </a:moveTo>
                <a:lnTo>
                  <a:pt x="52889" y="740444"/>
                </a:lnTo>
                <a:lnTo>
                  <a:pt x="52889" y="793332"/>
                </a:lnTo>
                <a:lnTo>
                  <a:pt x="0" y="793332"/>
                </a:lnTo>
                <a:close/>
                <a:moveTo>
                  <a:pt x="158666" y="740444"/>
                </a:moveTo>
                <a:lnTo>
                  <a:pt x="264444" y="740444"/>
                </a:lnTo>
                <a:lnTo>
                  <a:pt x="264444" y="793332"/>
                </a:lnTo>
                <a:lnTo>
                  <a:pt x="158666" y="793332"/>
                </a:lnTo>
                <a:close/>
                <a:moveTo>
                  <a:pt x="317333" y="740444"/>
                </a:moveTo>
                <a:lnTo>
                  <a:pt x="423111" y="740444"/>
                </a:lnTo>
                <a:lnTo>
                  <a:pt x="423111" y="793332"/>
                </a:lnTo>
                <a:lnTo>
                  <a:pt x="317333" y="793332"/>
                </a:lnTo>
                <a:close/>
                <a:moveTo>
                  <a:pt x="475999" y="740444"/>
                </a:moveTo>
                <a:lnTo>
                  <a:pt x="687555" y="740444"/>
                </a:lnTo>
                <a:lnTo>
                  <a:pt x="687555" y="793332"/>
                </a:lnTo>
                <a:lnTo>
                  <a:pt x="475999" y="793332"/>
                </a:lnTo>
                <a:close/>
                <a:moveTo>
                  <a:pt x="793332" y="740444"/>
                </a:moveTo>
                <a:lnTo>
                  <a:pt x="846221" y="740444"/>
                </a:lnTo>
                <a:lnTo>
                  <a:pt x="846221" y="793332"/>
                </a:lnTo>
                <a:lnTo>
                  <a:pt x="793332" y="793332"/>
                </a:lnTo>
                <a:close/>
                <a:moveTo>
                  <a:pt x="899110" y="740444"/>
                </a:moveTo>
                <a:lnTo>
                  <a:pt x="951999" y="740444"/>
                </a:lnTo>
                <a:lnTo>
                  <a:pt x="951999" y="793332"/>
                </a:lnTo>
                <a:lnTo>
                  <a:pt x="899110" y="793332"/>
                </a:lnTo>
                <a:close/>
                <a:moveTo>
                  <a:pt x="1004888" y="740444"/>
                </a:moveTo>
                <a:lnTo>
                  <a:pt x="1057777" y="740444"/>
                </a:lnTo>
                <a:lnTo>
                  <a:pt x="1057777" y="793332"/>
                </a:lnTo>
                <a:lnTo>
                  <a:pt x="1004888" y="793332"/>
                </a:lnTo>
                <a:close/>
                <a:moveTo>
                  <a:pt x="1110665" y="740444"/>
                </a:moveTo>
                <a:lnTo>
                  <a:pt x="1163554" y="740444"/>
                </a:lnTo>
                <a:lnTo>
                  <a:pt x="1163554" y="793332"/>
                </a:lnTo>
                <a:lnTo>
                  <a:pt x="1110665" y="793332"/>
                </a:lnTo>
                <a:close/>
                <a:moveTo>
                  <a:pt x="1216443" y="740444"/>
                </a:moveTo>
                <a:lnTo>
                  <a:pt x="1322221" y="740444"/>
                </a:lnTo>
                <a:lnTo>
                  <a:pt x="1322221" y="793332"/>
                </a:lnTo>
                <a:lnTo>
                  <a:pt x="1216443" y="793332"/>
                </a:lnTo>
                <a:close/>
                <a:moveTo>
                  <a:pt x="0" y="793332"/>
                </a:moveTo>
                <a:lnTo>
                  <a:pt x="52889" y="793332"/>
                </a:lnTo>
                <a:lnTo>
                  <a:pt x="52889" y="846221"/>
                </a:lnTo>
                <a:lnTo>
                  <a:pt x="0" y="846221"/>
                </a:lnTo>
                <a:close/>
                <a:moveTo>
                  <a:pt x="105778" y="793332"/>
                </a:moveTo>
                <a:lnTo>
                  <a:pt x="211555" y="793332"/>
                </a:lnTo>
                <a:lnTo>
                  <a:pt x="211555" y="846221"/>
                </a:lnTo>
                <a:lnTo>
                  <a:pt x="105778" y="846221"/>
                </a:lnTo>
                <a:close/>
                <a:moveTo>
                  <a:pt x="423111" y="793332"/>
                </a:moveTo>
                <a:lnTo>
                  <a:pt x="634666" y="793332"/>
                </a:lnTo>
                <a:lnTo>
                  <a:pt x="634666" y="846221"/>
                </a:lnTo>
                <a:lnTo>
                  <a:pt x="423111" y="846221"/>
                </a:lnTo>
                <a:close/>
                <a:moveTo>
                  <a:pt x="740444" y="793332"/>
                </a:moveTo>
                <a:lnTo>
                  <a:pt x="846221" y="793332"/>
                </a:lnTo>
                <a:lnTo>
                  <a:pt x="846221" y="846221"/>
                </a:lnTo>
                <a:lnTo>
                  <a:pt x="740444" y="846221"/>
                </a:lnTo>
                <a:close/>
                <a:moveTo>
                  <a:pt x="899110" y="793332"/>
                </a:moveTo>
                <a:lnTo>
                  <a:pt x="951999" y="793332"/>
                </a:lnTo>
                <a:lnTo>
                  <a:pt x="951999" y="846221"/>
                </a:lnTo>
                <a:lnTo>
                  <a:pt x="899110" y="846221"/>
                </a:lnTo>
                <a:close/>
                <a:moveTo>
                  <a:pt x="0" y="846221"/>
                </a:moveTo>
                <a:lnTo>
                  <a:pt x="52889" y="846221"/>
                </a:lnTo>
                <a:lnTo>
                  <a:pt x="52889" y="899110"/>
                </a:lnTo>
                <a:lnTo>
                  <a:pt x="0" y="899110"/>
                </a:lnTo>
                <a:close/>
                <a:moveTo>
                  <a:pt x="211555" y="846221"/>
                </a:moveTo>
                <a:lnTo>
                  <a:pt x="264444" y="846221"/>
                </a:lnTo>
                <a:lnTo>
                  <a:pt x="264444" y="899110"/>
                </a:lnTo>
                <a:lnTo>
                  <a:pt x="211555" y="899110"/>
                </a:lnTo>
                <a:close/>
                <a:moveTo>
                  <a:pt x="317333" y="846221"/>
                </a:moveTo>
                <a:lnTo>
                  <a:pt x="370222" y="846221"/>
                </a:lnTo>
                <a:lnTo>
                  <a:pt x="370222" y="899110"/>
                </a:lnTo>
                <a:lnTo>
                  <a:pt x="317333" y="899110"/>
                </a:lnTo>
                <a:close/>
                <a:moveTo>
                  <a:pt x="423111" y="846221"/>
                </a:moveTo>
                <a:lnTo>
                  <a:pt x="634666" y="846221"/>
                </a:lnTo>
                <a:lnTo>
                  <a:pt x="634666" y="899110"/>
                </a:lnTo>
                <a:lnTo>
                  <a:pt x="423111" y="899110"/>
                </a:lnTo>
                <a:close/>
                <a:moveTo>
                  <a:pt x="793332" y="846221"/>
                </a:moveTo>
                <a:lnTo>
                  <a:pt x="1110665" y="846221"/>
                </a:lnTo>
                <a:lnTo>
                  <a:pt x="1110665" y="899110"/>
                </a:lnTo>
                <a:lnTo>
                  <a:pt x="793332" y="899110"/>
                </a:lnTo>
                <a:close/>
                <a:moveTo>
                  <a:pt x="1216443" y="846221"/>
                </a:moveTo>
                <a:lnTo>
                  <a:pt x="1269332" y="846221"/>
                </a:lnTo>
                <a:lnTo>
                  <a:pt x="1269332" y="899110"/>
                </a:lnTo>
                <a:lnTo>
                  <a:pt x="1216443" y="899110"/>
                </a:lnTo>
                <a:close/>
                <a:moveTo>
                  <a:pt x="423111" y="899110"/>
                </a:moveTo>
                <a:lnTo>
                  <a:pt x="475999" y="899110"/>
                </a:lnTo>
                <a:lnTo>
                  <a:pt x="475999" y="951999"/>
                </a:lnTo>
                <a:lnTo>
                  <a:pt x="423111" y="951999"/>
                </a:lnTo>
                <a:close/>
                <a:moveTo>
                  <a:pt x="528888" y="899110"/>
                </a:moveTo>
                <a:lnTo>
                  <a:pt x="581777" y="899110"/>
                </a:lnTo>
                <a:lnTo>
                  <a:pt x="581777" y="951999"/>
                </a:lnTo>
                <a:lnTo>
                  <a:pt x="528888" y="951999"/>
                </a:lnTo>
                <a:close/>
                <a:moveTo>
                  <a:pt x="634666" y="899110"/>
                </a:moveTo>
                <a:lnTo>
                  <a:pt x="793332" y="899110"/>
                </a:lnTo>
                <a:lnTo>
                  <a:pt x="793332" y="951999"/>
                </a:lnTo>
                <a:lnTo>
                  <a:pt x="634666" y="951999"/>
                </a:lnTo>
                <a:close/>
                <a:moveTo>
                  <a:pt x="846221" y="899110"/>
                </a:moveTo>
                <a:lnTo>
                  <a:pt x="899110" y="899110"/>
                </a:lnTo>
                <a:lnTo>
                  <a:pt x="899110" y="951999"/>
                </a:lnTo>
                <a:lnTo>
                  <a:pt x="846221" y="951999"/>
                </a:lnTo>
                <a:close/>
                <a:moveTo>
                  <a:pt x="1057777" y="899110"/>
                </a:moveTo>
                <a:lnTo>
                  <a:pt x="1216443" y="899110"/>
                </a:lnTo>
                <a:lnTo>
                  <a:pt x="1216443" y="951999"/>
                </a:lnTo>
                <a:lnTo>
                  <a:pt x="1057777" y="951999"/>
                </a:lnTo>
                <a:close/>
                <a:moveTo>
                  <a:pt x="1269332" y="899110"/>
                </a:moveTo>
                <a:lnTo>
                  <a:pt x="1322221" y="899110"/>
                </a:lnTo>
                <a:lnTo>
                  <a:pt x="1322221" y="951999"/>
                </a:lnTo>
                <a:lnTo>
                  <a:pt x="1269332" y="951999"/>
                </a:lnTo>
                <a:close/>
                <a:moveTo>
                  <a:pt x="0" y="951999"/>
                </a:moveTo>
                <a:lnTo>
                  <a:pt x="370222" y="951999"/>
                </a:lnTo>
                <a:lnTo>
                  <a:pt x="370222" y="1004888"/>
                </a:lnTo>
                <a:lnTo>
                  <a:pt x="0" y="1004888"/>
                </a:lnTo>
                <a:close/>
                <a:moveTo>
                  <a:pt x="687555" y="951999"/>
                </a:moveTo>
                <a:lnTo>
                  <a:pt x="793332" y="951999"/>
                </a:lnTo>
                <a:lnTo>
                  <a:pt x="793332" y="1004888"/>
                </a:lnTo>
                <a:lnTo>
                  <a:pt x="687555" y="1004888"/>
                </a:lnTo>
                <a:close/>
                <a:moveTo>
                  <a:pt x="846221" y="951999"/>
                </a:moveTo>
                <a:lnTo>
                  <a:pt x="899110" y="951999"/>
                </a:lnTo>
                <a:lnTo>
                  <a:pt x="899110" y="1004888"/>
                </a:lnTo>
                <a:lnTo>
                  <a:pt x="846221" y="1004888"/>
                </a:lnTo>
                <a:close/>
                <a:moveTo>
                  <a:pt x="951999" y="951999"/>
                </a:moveTo>
                <a:lnTo>
                  <a:pt x="1004888" y="951999"/>
                </a:lnTo>
                <a:lnTo>
                  <a:pt x="1004888" y="1004888"/>
                </a:lnTo>
                <a:lnTo>
                  <a:pt x="951999" y="1004888"/>
                </a:lnTo>
                <a:close/>
                <a:moveTo>
                  <a:pt x="1057777" y="951999"/>
                </a:moveTo>
                <a:lnTo>
                  <a:pt x="1163554" y="951999"/>
                </a:lnTo>
                <a:lnTo>
                  <a:pt x="1163554" y="1004888"/>
                </a:lnTo>
                <a:lnTo>
                  <a:pt x="1057777" y="1004888"/>
                </a:lnTo>
                <a:close/>
                <a:moveTo>
                  <a:pt x="1216443" y="951999"/>
                </a:moveTo>
                <a:lnTo>
                  <a:pt x="1322221" y="951999"/>
                </a:lnTo>
                <a:lnTo>
                  <a:pt x="1322221" y="1004888"/>
                </a:lnTo>
                <a:lnTo>
                  <a:pt x="1216443" y="1004888"/>
                </a:lnTo>
                <a:close/>
                <a:moveTo>
                  <a:pt x="0" y="1004888"/>
                </a:moveTo>
                <a:lnTo>
                  <a:pt x="52889" y="1004888"/>
                </a:lnTo>
                <a:lnTo>
                  <a:pt x="52889" y="1057777"/>
                </a:lnTo>
                <a:lnTo>
                  <a:pt x="0" y="1057777"/>
                </a:lnTo>
                <a:close/>
                <a:moveTo>
                  <a:pt x="317333" y="1004888"/>
                </a:moveTo>
                <a:lnTo>
                  <a:pt x="370222" y="1004888"/>
                </a:lnTo>
                <a:lnTo>
                  <a:pt x="370222" y="1057777"/>
                </a:lnTo>
                <a:lnTo>
                  <a:pt x="317333" y="1057777"/>
                </a:lnTo>
                <a:close/>
                <a:moveTo>
                  <a:pt x="423111" y="1004888"/>
                </a:moveTo>
                <a:lnTo>
                  <a:pt x="528888" y="1004888"/>
                </a:lnTo>
                <a:lnTo>
                  <a:pt x="528888" y="1057777"/>
                </a:lnTo>
                <a:lnTo>
                  <a:pt x="423111" y="1057777"/>
                </a:lnTo>
                <a:close/>
                <a:moveTo>
                  <a:pt x="634666" y="1004888"/>
                </a:moveTo>
                <a:lnTo>
                  <a:pt x="740444" y="1004888"/>
                </a:lnTo>
                <a:lnTo>
                  <a:pt x="740444" y="1057777"/>
                </a:lnTo>
                <a:lnTo>
                  <a:pt x="634666" y="1057777"/>
                </a:lnTo>
                <a:close/>
                <a:moveTo>
                  <a:pt x="793332" y="1004888"/>
                </a:moveTo>
                <a:lnTo>
                  <a:pt x="899110" y="1004888"/>
                </a:lnTo>
                <a:lnTo>
                  <a:pt x="899110" y="1057777"/>
                </a:lnTo>
                <a:lnTo>
                  <a:pt x="793332" y="1057777"/>
                </a:lnTo>
                <a:close/>
                <a:moveTo>
                  <a:pt x="1057777" y="1004888"/>
                </a:moveTo>
                <a:lnTo>
                  <a:pt x="1163554" y="1004888"/>
                </a:lnTo>
                <a:lnTo>
                  <a:pt x="1163554" y="1057777"/>
                </a:lnTo>
                <a:lnTo>
                  <a:pt x="1057777" y="1057777"/>
                </a:lnTo>
                <a:close/>
                <a:moveTo>
                  <a:pt x="1216443" y="1004888"/>
                </a:moveTo>
                <a:lnTo>
                  <a:pt x="1322221" y="1004888"/>
                </a:lnTo>
                <a:lnTo>
                  <a:pt x="1322221" y="1057777"/>
                </a:lnTo>
                <a:lnTo>
                  <a:pt x="1216443" y="1057777"/>
                </a:lnTo>
                <a:close/>
                <a:moveTo>
                  <a:pt x="0" y="1057777"/>
                </a:moveTo>
                <a:lnTo>
                  <a:pt x="52889" y="1057777"/>
                </a:lnTo>
                <a:lnTo>
                  <a:pt x="52889" y="1110665"/>
                </a:lnTo>
                <a:lnTo>
                  <a:pt x="0" y="1110665"/>
                </a:lnTo>
                <a:close/>
                <a:moveTo>
                  <a:pt x="105778" y="1057777"/>
                </a:moveTo>
                <a:lnTo>
                  <a:pt x="264444" y="1057777"/>
                </a:lnTo>
                <a:lnTo>
                  <a:pt x="264444" y="1110665"/>
                </a:lnTo>
                <a:lnTo>
                  <a:pt x="105778" y="1110665"/>
                </a:lnTo>
                <a:close/>
                <a:moveTo>
                  <a:pt x="317333" y="1057777"/>
                </a:moveTo>
                <a:lnTo>
                  <a:pt x="370222" y="1057777"/>
                </a:lnTo>
                <a:lnTo>
                  <a:pt x="370222" y="1110665"/>
                </a:lnTo>
                <a:lnTo>
                  <a:pt x="317333" y="1110665"/>
                </a:lnTo>
                <a:close/>
                <a:moveTo>
                  <a:pt x="423111" y="1057777"/>
                </a:moveTo>
                <a:lnTo>
                  <a:pt x="581777" y="1057777"/>
                </a:lnTo>
                <a:lnTo>
                  <a:pt x="581777" y="1110665"/>
                </a:lnTo>
                <a:lnTo>
                  <a:pt x="423111" y="1110665"/>
                </a:lnTo>
                <a:close/>
                <a:moveTo>
                  <a:pt x="634666" y="1057777"/>
                </a:moveTo>
                <a:lnTo>
                  <a:pt x="687555" y="1057777"/>
                </a:lnTo>
                <a:lnTo>
                  <a:pt x="687555" y="1110665"/>
                </a:lnTo>
                <a:lnTo>
                  <a:pt x="634666" y="1110665"/>
                </a:lnTo>
                <a:close/>
                <a:moveTo>
                  <a:pt x="740444" y="1057777"/>
                </a:moveTo>
                <a:lnTo>
                  <a:pt x="1216443" y="1057777"/>
                </a:lnTo>
                <a:lnTo>
                  <a:pt x="1216443" y="1110665"/>
                </a:lnTo>
                <a:lnTo>
                  <a:pt x="740444" y="1110665"/>
                </a:lnTo>
                <a:close/>
                <a:moveTo>
                  <a:pt x="1269332" y="1057777"/>
                </a:moveTo>
                <a:lnTo>
                  <a:pt x="1322221" y="1057777"/>
                </a:lnTo>
                <a:lnTo>
                  <a:pt x="1322221" y="1110665"/>
                </a:lnTo>
                <a:lnTo>
                  <a:pt x="1269332" y="1110665"/>
                </a:lnTo>
                <a:close/>
                <a:moveTo>
                  <a:pt x="0" y="1110665"/>
                </a:moveTo>
                <a:lnTo>
                  <a:pt x="52889" y="1110665"/>
                </a:lnTo>
                <a:lnTo>
                  <a:pt x="52889" y="1163554"/>
                </a:lnTo>
                <a:lnTo>
                  <a:pt x="0" y="1163554"/>
                </a:lnTo>
                <a:close/>
                <a:moveTo>
                  <a:pt x="105778" y="1110665"/>
                </a:moveTo>
                <a:lnTo>
                  <a:pt x="264444" y="1110665"/>
                </a:lnTo>
                <a:lnTo>
                  <a:pt x="264444" y="1163554"/>
                </a:lnTo>
                <a:lnTo>
                  <a:pt x="105778" y="1163554"/>
                </a:lnTo>
                <a:close/>
                <a:moveTo>
                  <a:pt x="317333" y="1110665"/>
                </a:moveTo>
                <a:lnTo>
                  <a:pt x="370222" y="1110665"/>
                </a:lnTo>
                <a:lnTo>
                  <a:pt x="370222" y="1163554"/>
                </a:lnTo>
                <a:lnTo>
                  <a:pt x="317333" y="1163554"/>
                </a:lnTo>
                <a:close/>
                <a:moveTo>
                  <a:pt x="423111" y="1110665"/>
                </a:moveTo>
                <a:lnTo>
                  <a:pt x="528888" y="1110665"/>
                </a:lnTo>
                <a:lnTo>
                  <a:pt x="528888" y="1163554"/>
                </a:lnTo>
                <a:lnTo>
                  <a:pt x="423111" y="1163554"/>
                </a:lnTo>
                <a:close/>
                <a:moveTo>
                  <a:pt x="793332" y="1110665"/>
                </a:moveTo>
                <a:lnTo>
                  <a:pt x="846221" y="1110665"/>
                </a:lnTo>
                <a:lnTo>
                  <a:pt x="846221" y="1163554"/>
                </a:lnTo>
                <a:lnTo>
                  <a:pt x="793332" y="1163554"/>
                </a:lnTo>
                <a:close/>
                <a:moveTo>
                  <a:pt x="899110" y="1110665"/>
                </a:moveTo>
                <a:lnTo>
                  <a:pt x="1004888" y="1110665"/>
                </a:lnTo>
                <a:lnTo>
                  <a:pt x="1004888" y="1163554"/>
                </a:lnTo>
                <a:lnTo>
                  <a:pt x="899110" y="1163554"/>
                </a:lnTo>
                <a:close/>
                <a:moveTo>
                  <a:pt x="1110665" y="1110665"/>
                </a:moveTo>
                <a:lnTo>
                  <a:pt x="1163554" y="1110665"/>
                </a:lnTo>
                <a:lnTo>
                  <a:pt x="1163554" y="1163554"/>
                </a:lnTo>
                <a:lnTo>
                  <a:pt x="1110665" y="1163554"/>
                </a:lnTo>
                <a:close/>
                <a:moveTo>
                  <a:pt x="1216443" y="1110665"/>
                </a:moveTo>
                <a:lnTo>
                  <a:pt x="1322221" y="1110665"/>
                </a:lnTo>
                <a:lnTo>
                  <a:pt x="1322221" y="1163554"/>
                </a:lnTo>
                <a:lnTo>
                  <a:pt x="1216443" y="1163554"/>
                </a:lnTo>
                <a:close/>
                <a:moveTo>
                  <a:pt x="0" y="1163554"/>
                </a:moveTo>
                <a:lnTo>
                  <a:pt x="52889" y="1163554"/>
                </a:lnTo>
                <a:lnTo>
                  <a:pt x="52889" y="1216443"/>
                </a:lnTo>
                <a:lnTo>
                  <a:pt x="0" y="1216443"/>
                </a:lnTo>
                <a:close/>
                <a:moveTo>
                  <a:pt x="105778" y="1163554"/>
                </a:moveTo>
                <a:lnTo>
                  <a:pt x="264444" y="1163554"/>
                </a:lnTo>
                <a:lnTo>
                  <a:pt x="264444" y="1216443"/>
                </a:lnTo>
                <a:lnTo>
                  <a:pt x="105778" y="1216443"/>
                </a:lnTo>
                <a:close/>
                <a:moveTo>
                  <a:pt x="317333" y="1163554"/>
                </a:moveTo>
                <a:lnTo>
                  <a:pt x="370222" y="1163554"/>
                </a:lnTo>
                <a:lnTo>
                  <a:pt x="370222" y="1216443"/>
                </a:lnTo>
                <a:lnTo>
                  <a:pt x="317333" y="1216443"/>
                </a:lnTo>
                <a:close/>
                <a:moveTo>
                  <a:pt x="423111" y="1163554"/>
                </a:moveTo>
                <a:lnTo>
                  <a:pt x="687555" y="1163554"/>
                </a:lnTo>
                <a:lnTo>
                  <a:pt x="687555" y="1216443"/>
                </a:lnTo>
                <a:lnTo>
                  <a:pt x="423111" y="1216443"/>
                </a:lnTo>
                <a:close/>
                <a:moveTo>
                  <a:pt x="793332" y="1163554"/>
                </a:moveTo>
                <a:lnTo>
                  <a:pt x="846221" y="1163554"/>
                </a:lnTo>
                <a:lnTo>
                  <a:pt x="846221" y="1216443"/>
                </a:lnTo>
                <a:lnTo>
                  <a:pt x="793332" y="1216443"/>
                </a:lnTo>
                <a:close/>
                <a:moveTo>
                  <a:pt x="951999" y="1163554"/>
                </a:moveTo>
                <a:lnTo>
                  <a:pt x="1057777" y="1163554"/>
                </a:lnTo>
                <a:lnTo>
                  <a:pt x="1057777" y="1216443"/>
                </a:lnTo>
                <a:lnTo>
                  <a:pt x="951999" y="1216443"/>
                </a:lnTo>
                <a:close/>
                <a:moveTo>
                  <a:pt x="1110665" y="1163554"/>
                </a:moveTo>
                <a:lnTo>
                  <a:pt x="1163554" y="1163554"/>
                </a:lnTo>
                <a:lnTo>
                  <a:pt x="1163554" y="1216443"/>
                </a:lnTo>
                <a:lnTo>
                  <a:pt x="1110665" y="1216443"/>
                </a:lnTo>
                <a:close/>
                <a:moveTo>
                  <a:pt x="1269332" y="1163554"/>
                </a:moveTo>
                <a:lnTo>
                  <a:pt x="1322221" y="1163554"/>
                </a:lnTo>
                <a:lnTo>
                  <a:pt x="1322221" y="1216443"/>
                </a:lnTo>
                <a:lnTo>
                  <a:pt x="1269332" y="1216443"/>
                </a:lnTo>
                <a:close/>
                <a:moveTo>
                  <a:pt x="0" y="1216443"/>
                </a:moveTo>
                <a:lnTo>
                  <a:pt x="52889" y="1216443"/>
                </a:lnTo>
                <a:lnTo>
                  <a:pt x="52889" y="1269332"/>
                </a:lnTo>
                <a:lnTo>
                  <a:pt x="0" y="1269332"/>
                </a:lnTo>
                <a:close/>
                <a:moveTo>
                  <a:pt x="317333" y="1216443"/>
                </a:moveTo>
                <a:lnTo>
                  <a:pt x="370222" y="1216443"/>
                </a:lnTo>
                <a:lnTo>
                  <a:pt x="370222" y="1269332"/>
                </a:lnTo>
                <a:lnTo>
                  <a:pt x="317333" y="1269332"/>
                </a:lnTo>
                <a:close/>
                <a:moveTo>
                  <a:pt x="475999" y="1216443"/>
                </a:moveTo>
                <a:lnTo>
                  <a:pt x="528888" y="1216443"/>
                </a:lnTo>
                <a:lnTo>
                  <a:pt x="528888" y="1269332"/>
                </a:lnTo>
                <a:lnTo>
                  <a:pt x="475999" y="1269332"/>
                </a:lnTo>
                <a:close/>
                <a:moveTo>
                  <a:pt x="581777" y="1216443"/>
                </a:moveTo>
                <a:lnTo>
                  <a:pt x="634666" y="1216443"/>
                </a:lnTo>
                <a:lnTo>
                  <a:pt x="634666" y="1269332"/>
                </a:lnTo>
                <a:lnTo>
                  <a:pt x="581777" y="1269332"/>
                </a:lnTo>
                <a:close/>
                <a:moveTo>
                  <a:pt x="740444" y="1216443"/>
                </a:moveTo>
                <a:lnTo>
                  <a:pt x="951999" y="1216443"/>
                </a:lnTo>
                <a:lnTo>
                  <a:pt x="951999" y="1269332"/>
                </a:lnTo>
                <a:lnTo>
                  <a:pt x="740444" y="1269332"/>
                </a:lnTo>
                <a:close/>
                <a:moveTo>
                  <a:pt x="1269332" y="1216443"/>
                </a:moveTo>
                <a:lnTo>
                  <a:pt x="1322221" y="1216443"/>
                </a:lnTo>
                <a:lnTo>
                  <a:pt x="1322221" y="1269332"/>
                </a:lnTo>
                <a:lnTo>
                  <a:pt x="1269332" y="1269332"/>
                </a:lnTo>
                <a:close/>
                <a:moveTo>
                  <a:pt x="0" y="1269332"/>
                </a:moveTo>
                <a:lnTo>
                  <a:pt x="370222" y="1269332"/>
                </a:lnTo>
                <a:lnTo>
                  <a:pt x="370222" y="1322221"/>
                </a:lnTo>
                <a:lnTo>
                  <a:pt x="0" y="1322221"/>
                </a:lnTo>
                <a:close/>
                <a:moveTo>
                  <a:pt x="423111" y="1269332"/>
                </a:moveTo>
                <a:lnTo>
                  <a:pt x="528888" y="1269332"/>
                </a:lnTo>
                <a:lnTo>
                  <a:pt x="528888" y="1322221"/>
                </a:lnTo>
                <a:lnTo>
                  <a:pt x="423111" y="1322221"/>
                </a:lnTo>
                <a:close/>
                <a:moveTo>
                  <a:pt x="581777" y="1269332"/>
                </a:moveTo>
                <a:lnTo>
                  <a:pt x="634666" y="1269332"/>
                </a:lnTo>
                <a:lnTo>
                  <a:pt x="634666" y="1322221"/>
                </a:lnTo>
                <a:lnTo>
                  <a:pt x="581777" y="1322221"/>
                </a:lnTo>
                <a:close/>
                <a:moveTo>
                  <a:pt x="793332" y="1269332"/>
                </a:moveTo>
                <a:lnTo>
                  <a:pt x="846221" y="1269332"/>
                </a:lnTo>
                <a:lnTo>
                  <a:pt x="846221" y="1322221"/>
                </a:lnTo>
                <a:lnTo>
                  <a:pt x="793332" y="1322221"/>
                </a:lnTo>
                <a:close/>
                <a:moveTo>
                  <a:pt x="1057777" y="1269332"/>
                </a:moveTo>
                <a:lnTo>
                  <a:pt x="1163554" y="1269332"/>
                </a:lnTo>
                <a:lnTo>
                  <a:pt x="1163554" y="1322221"/>
                </a:lnTo>
                <a:lnTo>
                  <a:pt x="1057777" y="1322221"/>
                </a:lnTo>
                <a:close/>
                <a:moveTo>
                  <a:pt x="1216443" y="1269332"/>
                </a:moveTo>
                <a:lnTo>
                  <a:pt x="1322221" y="1269332"/>
                </a:lnTo>
                <a:lnTo>
                  <a:pt x="1322221" y="1322221"/>
                </a:lnTo>
                <a:lnTo>
                  <a:pt x="1216443" y="132222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65" name="!!rect-2ru"/>
          <p:cNvSpPr/>
          <p:nvPr/>
        </p:nvSpPr>
        <p:spPr>
          <a:xfrm>
            <a:off x="3934652" y="5083455"/>
            <a:ext cx="1762961" cy="35259"/>
          </a:xfrm>
          <a:prstGeom prst="rect">
            <a:avLst/>
          </a:prstGeom>
          <a:solidFill>
            <a:srgbClr val="2A3540"/>
          </a:solidFill>
          <a:ln>
            <a:noFill/>
          </a:ln>
        </p:spPr>
      </p:sp>
      <p:sp>
        <p:nvSpPr>
          <p:cNvPr id="66" name="!!rect-2rv"/>
          <p:cNvSpPr/>
          <p:nvPr/>
        </p:nvSpPr>
        <p:spPr>
          <a:xfrm>
            <a:off x="3934652" y="5083455"/>
            <a:ext cx="820879" cy="35259"/>
          </a:xfrm>
          <a:prstGeom prst="rect">
            <a:avLst/>
          </a:prstGeom>
          <a:solidFill>
            <a:srgbClr val="46B59C"/>
          </a:solidFill>
          <a:ln>
            <a:noFill/>
          </a:ln>
        </p:spPr>
      </p:sp>
      <p:sp>
        <p:nvSpPr>
          <p:cNvPr id="67" name="!!text-2rx" descr="請使用 SaveMyBook App 掃描"/>
          <p:cNvSpPr txBox="1"/>
          <p:nvPr/>
        </p:nvSpPr>
        <p:spPr>
          <a:xfrm>
            <a:off x="3983072" y="5189938"/>
            <a:ext cx="1703144" cy="17869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72" kern="0" dirty="0">
                <a:solidFill>
                  <a:srgbClr val="EEF2F5"/>
                </a:solidFill>
                <a:latin typeface="Noto Sans TC"/>
                <a:ea typeface="Noto Sans TC"/>
                <a:cs typeface="Noto Sans TC"/>
              </a:rPr>
              <a:t>請使用 Sa</a:t>
            </a:r>
            <a:r>
              <a:rPr lang="zh-TW" altLang="en-US" sz="972" kern="0" spc="-7" dirty="0">
                <a:solidFill>
                  <a:srgbClr val="EEF2F5"/>
                </a:solidFill>
                <a:latin typeface="Noto Sans TC"/>
                <a:ea typeface="Noto Sans TC"/>
                <a:cs typeface="Noto Sans TC"/>
              </a:rPr>
              <a:t>v</a:t>
            </a:r>
            <a:r>
              <a:rPr lang="zh-TW" altLang="en-US" sz="972" kern="0" dirty="0">
                <a:solidFill>
                  <a:srgbClr val="EEF2F5"/>
                </a:solidFill>
                <a:latin typeface="Noto Sans TC"/>
                <a:ea typeface="Noto Sans TC"/>
                <a:cs typeface="Noto Sans TC"/>
              </a:rPr>
              <a:t>eMyBook App 掃描</a:t>
            </a:r>
            <a:endParaRPr lang="zh-TW" sz="972"/>
          </a:p>
        </p:txBody>
      </p:sp>
      <p:sp>
        <p:nvSpPr>
          <p:cNvPr id="68" name="!!path-2x0"/>
          <p:cNvSpPr/>
          <p:nvPr/>
        </p:nvSpPr>
        <p:spPr>
          <a:xfrm>
            <a:off x="3996160" y="6214517"/>
            <a:ext cx="317333" cy="209988"/>
          </a:xfrm>
          <a:custGeom>
            <a:avLst/>
            <a:gdLst/>
            <a:ahLst/>
            <a:cxnLst/>
            <a:rect l="l" t="t" r="r" b="b"/>
            <a:pathLst>
              <a:path w="317333" h="209988">
                <a:moveTo>
                  <a:pt x="0" y="20568"/>
                </a:moveTo>
                <a:cubicBezTo>
                  <a:pt x="17630" y="7835"/>
                  <a:pt x="60724" y="3918"/>
                  <a:pt x="95983" y="13320"/>
                </a:cubicBezTo>
                <a:cubicBezTo>
                  <a:pt x="125366" y="21547"/>
                  <a:pt x="146913" y="33300"/>
                  <a:pt x="160625" y="45053"/>
                </a:cubicBezTo>
                <a:cubicBezTo>
                  <a:pt x="176296" y="31342"/>
                  <a:pt x="203720" y="13712"/>
                  <a:pt x="237020" y="5485"/>
                </a:cubicBezTo>
                <a:cubicBezTo>
                  <a:pt x="268362" y="0"/>
                  <a:pt x="299703" y="2938"/>
                  <a:pt x="317333" y="16650"/>
                </a:cubicBezTo>
                <a:lnTo>
                  <a:pt x="316941" y="171987"/>
                </a:lnTo>
                <a:cubicBezTo>
                  <a:pt x="282074" y="167481"/>
                  <a:pt x="213514" y="170420"/>
                  <a:pt x="161801" y="208813"/>
                </a:cubicBezTo>
                <a:quadBezTo>
                  <a:pt x="160625" y="209988"/>
                  <a:pt x="159450" y="208813"/>
                </a:quadBezTo>
                <a:cubicBezTo>
                  <a:pt x="107737" y="170420"/>
                  <a:pt x="41136" y="167481"/>
                  <a:pt x="5877" y="173946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69" name="!!path-2x1"/>
          <p:cNvSpPr/>
          <p:nvPr/>
        </p:nvSpPr>
        <p:spPr>
          <a:xfrm>
            <a:off x="3996160" y="6216084"/>
            <a:ext cx="317333" cy="209988"/>
          </a:xfrm>
          <a:custGeom>
            <a:avLst/>
            <a:gdLst/>
            <a:ahLst/>
            <a:cxnLst/>
            <a:rect l="l" t="t" r="r" b="b"/>
            <a:pathLst>
              <a:path w="317333" h="209988">
                <a:moveTo>
                  <a:pt x="0" y="20568"/>
                </a:moveTo>
                <a:cubicBezTo>
                  <a:pt x="17630" y="7835"/>
                  <a:pt x="60724" y="3918"/>
                  <a:pt x="95983" y="13320"/>
                </a:cubicBezTo>
                <a:cubicBezTo>
                  <a:pt x="125366" y="21547"/>
                  <a:pt x="146913" y="33300"/>
                  <a:pt x="160625" y="45053"/>
                </a:cubicBezTo>
                <a:cubicBezTo>
                  <a:pt x="176296" y="31342"/>
                  <a:pt x="203720" y="13712"/>
                  <a:pt x="237020" y="5485"/>
                </a:cubicBezTo>
                <a:cubicBezTo>
                  <a:pt x="268362" y="0"/>
                  <a:pt x="299703" y="2938"/>
                  <a:pt x="317333" y="16650"/>
                </a:cubicBezTo>
                <a:lnTo>
                  <a:pt x="316941" y="171987"/>
                </a:lnTo>
                <a:cubicBezTo>
                  <a:pt x="282074" y="167481"/>
                  <a:pt x="213514" y="170420"/>
                  <a:pt x="161801" y="208813"/>
                </a:cubicBezTo>
                <a:quadBezTo>
                  <a:pt x="160625" y="209988"/>
                  <a:pt x="159450" y="208813"/>
                </a:quadBezTo>
                <a:cubicBezTo>
                  <a:pt x="107737" y="170420"/>
                  <a:pt x="41136" y="167481"/>
                  <a:pt x="5877" y="173946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0" name="!!path-2x2"/>
          <p:cNvSpPr/>
          <p:nvPr/>
        </p:nvSpPr>
        <p:spPr>
          <a:xfrm>
            <a:off x="3996160" y="6217652"/>
            <a:ext cx="317333" cy="209988"/>
          </a:xfrm>
          <a:custGeom>
            <a:avLst/>
            <a:gdLst/>
            <a:ahLst/>
            <a:cxnLst/>
            <a:rect l="l" t="t" r="r" b="b"/>
            <a:pathLst>
              <a:path w="317333" h="209988">
                <a:moveTo>
                  <a:pt x="0" y="20568"/>
                </a:moveTo>
                <a:cubicBezTo>
                  <a:pt x="17630" y="7835"/>
                  <a:pt x="60724" y="3918"/>
                  <a:pt x="95983" y="13320"/>
                </a:cubicBezTo>
                <a:cubicBezTo>
                  <a:pt x="125366" y="21547"/>
                  <a:pt x="146913" y="33300"/>
                  <a:pt x="160625" y="45053"/>
                </a:cubicBezTo>
                <a:cubicBezTo>
                  <a:pt x="176296" y="31342"/>
                  <a:pt x="203720" y="13712"/>
                  <a:pt x="237020" y="5485"/>
                </a:cubicBezTo>
                <a:cubicBezTo>
                  <a:pt x="268362" y="0"/>
                  <a:pt x="299703" y="2938"/>
                  <a:pt x="317333" y="16650"/>
                </a:cubicBezTo>
                <a:lnTo>
                  <a:pt x="316941" y="171987"/>
                </a:lnTo>
                <a:cubicBezTo>
                  <a:pt x="282074" y="167481"/>
                  <a:pt x="213514" y="170420"/>
                  <a:pt x="161801" y="208813"/>
                </a:cubicBezTo>
                <a:quadBezTo>
                  <a:pt x="160625" y="209988"/>
                  <a:pt x="159450" y="208813"/>
                </a:quadBezTo>
                <a:cubicBezTo>
                  <a:pt x="107737" y="170420"/>
                  <a:pt x="41136" y="167481"/>
                  <a:pt x="5877" y="173946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1" name="!!path-2x3"/>
          <p:cNvSpPr/>
          <p:nvPr/>
        </p:nvSpPr>
        <p:spPr>
          <a:xfrm>
            <a:off x="3996160" y="6219219"/>
            <a:ext cx="317333" cy="209988"/>
          </a:xfrm>
          <a:custGeom>
            <a:avLst/>
            <a:gdLst/>
            <a:ahLst/>
            <a:cxnLst/>
            <a:rect l="l" t="t" r="r" b="b"/>
            <a:pathLst>
              <a:path w="317333" h="209988">
                <a:moveTo>
                  <a:pt x="0" y="20568"/>
                </a:moveTo>
                <a:cubicBezTo>
                  <a:pt x="17630" y="7835"/>
                  <a:pt x="60724" y="3918"/>
                  <a:pt x="95983" y="13320"/>
                </a:cubicBezTo>
                <a:cubicBezTo>
                  <a:pt x="125366" y="21547"/>
                  <a:pt x="146913" y="33300"/>
                  <a:pt x="160625" y="45053"/>
                </a:cubicBezTo>
                <a:cubicBezTo>
                  <a:pt x="176296" y="31342"/>
                  <a:pt x="203720" y="13712"/>
                  <a:pt x="237020" y="5485"/>
                </a:cubicBezTo>
                <a:cubicBezTo>
                  <a:pt x="268362" y="0"/>
                  <a:pt x="299703" y="2938"/>
                  <a:pt x="317333" y="16650"/>
                </a:cubicBezTo>
                <a:lnTo>
                  <a:pt x="316941" y="171987"/>
                </a:lnTo>
                <a:cubicBezTo>
                  <a:pt x="282074" y="167481"/>
                  <a:pt x="213514" y="170420"/>
                  <a:pt x="161801" y="208813"/>
                </a:cubicBezTo>
                <a:quadBezTo>
                  <a:pt x="160625" y="209988"/>
                  <a:pt x="159450" y="208813"/>
                </a:quadBezTo>
                <a:cubicBezTo>
                  <a:pt x="107737" y="170420"/>
                  <a:pt x="41136" y="167481"/>
                  <a:pt x="5877" y="173946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2" name="!!path-2x4"/>
          <p:cNvSpPr/>
          <p:nvPr/>
        </p:nvSpPr>
        <p:spPr>
          <a:xfrm>
            <a:off x="3996160" y="6220786"/>
            <a:ext cx="317333" cy="209988"/>
          </a:xfrm>
          <a:custGeom>
            <a:avLst/>
            <a:gdLst/>
            <a:ahLst/>
            <a:cxnLst/>
            <a:rect l="l" t="t" r="r" b="b"/>
            <a:pathLst>
              <a:path w="317333" h="209988">
                <a:moveTo>
                  <a:pt x="0" y="20568"/>
                </a:moveTo>
                <a:cubicBezTo>
                  <a:pt x="17630" y="7835"/>
                  <a:pt x="60724" y="3918"/>
                  <a:pt x="95983" y="13320"/>
                </a:cubicBezTo>
                <a:cubicBezTo>
                  <a:pt x="125366" y="21547"/>
                  <a:pt x="146913" y="33300"/>
                  <a:pt x="160625" y="45053"/>
                </a:cubicBezTo>
                <a:cubicBezTo>
                  <a:pt x="176296" y="31342"/>
                  <a:pt x="203720" y="13712"/>
                  <a:pt x="237020" y="5485"/>
                </a:cubicBezTo>
                <a:cubicBezTo>
                  <a:pt x="268362" y="0"/>
                  <a:pt x="299703" y="2938"/>
                  <a:pt x="317333" y="16650"/>
                </a:cubicBezTo>
                <a:lnTo>
                  <a:pt x="316941" y="171987"/>
                </a:lnTo>
                <a:cubicBezTo>
                  <a:pt x="282074" y="167481"/>
                  <a:pt x="213514" y="170420"/>
                  <a:pt x="161801" y="208813"/>
                </a:cubicBezTo>
                <a:quadBezTo>
                  <a:pt x="160625" y="209988"/>
                  <a:pt x="159450" y="208813"/>
                </a:quadBezTo>
                <a:cubicBezTo>
                  <a:pt x="107737" y="170420"/>
                  <a:pt x="41136" y="167481"/>
                  <a:pt x="5877" y="173946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3" name="!!path-2x5"/>
          <p:cNvSpPr/>
          <p:nvPr/>
        </p:nvSpPr>
        <p:spPr>
          <a:xfrm>
            <a:off x="3996160" y="6222353"/>
            <a:ext cx="317333" cy="209988"/>
          </a:xfrm>
          <a:custGeom>
            <a:avLst/>
            <a:gdLst/>
            <a:ahLst/>
            <a:cxnLst/>
            <a:rect l="l" t="t" r="r" b="b"/>
            <a:pathLst>
              <a:path w="317333" h="209988">
                <a:moveTo>
                  <a:pt x="0" y="20568"/>
                </a:moveTo>
                <a:cubicBezTo>
                  <a:pt x="17630" y="7835"/>
                  <a:pt x="60724" y="3918"/>
                  <a:pt x="95983" y="13320"/>
                </a:cubicBezTo>
                <a:cubicBezTo>
                  <a:pt x="125366" y="21547"/>
                  <a:pt x="146913" y="33300"/>
                  <a:pt x="160625" y="45053"/>
                </a:cubicBezTo>
                <a:cubicBezTo>
                  <a:pt x="176296" y="31342"/>
                  <a:pt x="203720" y="13712"/>
                  <a:pt x="237020" y="5485"/>
                </a:cubicBezTo>
                <a:cubicBezTo>
                  <a:pt x="268362" y="0"/>
                  <a:pt x="299703" y="2938"/>
                  <a:pt x="317333" y="16650"/>
                </a:cubicBezTo>
                <a:lnTo>
                  <a:pt x="316941" y="171987"/>
                </a:lnTo>
                <a:cubicBezTo>
                  <a:pt x="282074" y="167481"/>
                  <a:pt x="213514" y="170420"/>
                  <a:pt x="161801" y="208813"/>
                </a:cubicBezTo>
                <a:quadBezTo>
                  <a:pt x="160625" y="209988"/>
                  <a:pt x="159450" y="208813"/>
                </a:quadBezTo>
                <a:cubicBezTo>
                  <a:pt x="107737" y="170420"/>
                  <a:pt x="41136" y="167481"/>
                  <a:pt x="5877" y="173946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4" name="!!path-2x6"/>
          <p:cNvSpPr/>
          <p:nvPr/>
        </p:nvSpPr>
        <p:spPr>
          <a:xfrm>
            <a:off x="3996160" y="6223920"/>
            <a:ext cx="317333" cy="209988"/>
          </a:xfrm>
          <a:custGeom>
            <a:avLst/>
            <a:gdLst/>
            <a:ahLst/>
            <a:cxnLst/>
            <a:rect l="l" t="t" r="r" b="b"/>
            <a:pathLst>
              <a:path w="317333" h="209988">
                <a:moveTo>
                  <a:pt x="0" y="20568"/>
                </a:moveTo>
                <a:cubicBezTo>
                  <a:pt x="17630" y="7835"/>
                  <a:pt x="60724" y="3918"/>
                  <a:pt x="95983" y="13320"/>
                </a:cubicBezTo>
                <a:cubicBezTo>
                  <a:pt x="125366" y="21547"/>
                  <a:pt x="146913" y="33300"/>
                  <a:pt x="160625" y="45053"/>
                </a:cubicBezTo>
                <a:cubicBezTo>
                  <a:pt x="176296" y="31342"/>
                  <a:pt x="203720" y="13712"/>
                  <a:pt x="237020" y="5485"/>
                </a:cubicBezTo>
                <a:cubicBezTo>
                  <a:pt x="268362" y="0"/>
                  <a:pt x="299703" y="2938"/>
                  <a:pt x="317333" y="16650"/>
                </a:cubicBezTo>
                <a:lnTo>
                  <a:pt x="316941" y="171987"/>
                </a:lnTo>
                <a:cubicBezTo>
                  <a:pt x="282074" y="167481"/>
                  <a:pt x="213514" y="170420"/>
                  <a:pt x="161801" y="208813"/>
                </a:cubicBezTo>
                <a:quadBezTo>
                  <a:pt x="160625" y="209988"/>
                  <a:pt x="159450" y="208813"/>
                </a:quadBezTo>
                <a:cubicBezTo>
                  <a:pt x="107737" y="170420"/>
                  <a:pt x="41136" y="167481"/>
                  <a:pt x="5877" y="173946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5" name="!!path-2x7"/>
          <p:cNvSpPr/>
          <p:nvPr/>
        </p:nvSpPr>
        <p:spPr>
          <a:xfrm>
            <a:off x="3996160" y="6225487"/>
            <a:ext cx="317333" cy="209988"/>
          </a:xfrm>
          <a:custGeom>
            <a:avLst/>
            <a:gdLst/>
            <a:ahLst/>
            <a:cxnLst/>
            <a:rect l="l" t="t" r="r" b="b"/>
            <a:pathLst>
              <a:path w="317333" h="209988">
                <a:moveTo>
                  <a:pt x="0" y="20568"/>
                </a:moveTo>
                <a:cubicBezTo>
                  <a:pt x="17630" y="7835"/>
                  <a:pt x="60724" y="3918"/>
                  <a:pt x="95983" y="13320"/>
                </a:cubicBezTo>
                <a:cubicBezTo>
                  <a:pt x="125366" y="21547"/>
                  <a:pt x="146913" y="33300"/>
                  <a:pt x="160625" y="45053"/>
                </a:cubicBezTo>
                <a:cubicBezTo>
                  <a:pt x="176296" y="31342"/>
                  <a:pt x="203720" y="13712"/>
                  <a:pt x="237020" y="5485"/>
                </a:cubicBezTo>
                <a:cubicBezTo>
                  <a:pt x="268362" y="0"/>
                  <a:pt x="299703" y="2938"/>
                  <a:pt x="317333" y="16650"/>
                </a:cubicBezTo>
                <a:lnTo>
                  <a:pt x="316941" y="171987"/>
                </a:lnTo>
                <a:cubicBezTo>
                  <a:pt x="282074" y="167481"/>
                  <a:pt x="213514" y="170420"/>
                  <a:pt x="161801" y="208813"/>
                </a:cubicBezTo>
                <a:quadBezTo>
                  <a:pt x="160625" y="209988"/>
                  <a:pt x="159450" y="208813"/>
                </a:quadBezTo>
                <a:cubicBezTo>
                  <a:pt x="107737" y="170420"/>
                  <a:pt x="41136" y="167481"/>
                  <a:pt x="5877" y="173946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6" name="!!path-2x8"/>
          <p:cNvSpPr/>
          <p:nvPr/>
        </p:nvSpPr>
        <p:spPr>
          <a:xfrm>
            <a:off x="4033378" y="6178671"/>
            <a:ext cx="123799" cy="118510"/>
          </a:xfrm>
          <a:custGeom>
            <a:avLst/>
            <a:gdLst/>
            <a:ahLst/>
            <a:cxnLst/>
            <a:rect l="l" t="t" r="r" b="b"/>
            <a:pathLst>
              <a:path w="123799" h="118510">
                <a:moveTo>
                  <a:pt x="0" y="17042"/>
                </a:moveTo>
                <a:lnTo>
                  <a:pt x="7835" y="4897"/>
                </a:lnTo>
                <a:cubicBezTo>
                  <a:pt x="31342" y="0"/>
                  <a:pt x="70518" y="6856"/>
                  <a:pt x="97942" y="25465"/>
                </a:cubicBezTo>
                <a:cubicBezTo>
                  <a:pt x="112634" y="35847"/>
                  <a:pt x="120469" y="47992"/>
                  <a:pt x="123799" y="60724"/>
                </a:cubicBezTo>
                <a:lnTo>
                  <a:pt x="123799" y="118510"/>
                </a:lnTo>
                <a:lnTo>
                  <a:pt x="0" y="118510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77" name="!!path-2x9"/>
          <p:cNvSpPr/>
          <p:nvPr/>
        </p:nvSpPr>
        <p:spPr>
          <a:xfrm>
            <a:off x="4033378" y="6178671"/>
            <a:ext cx="123799" cy="60724"/>
          </a:xfrm>
          <a:custGeom>
            <a:avLst/>
            <a:gdLst/>
            <a:ahLst/>
            <a:cxnLst/>
            <a:rect l="l" t="t" r="r" b="b"/>
            <a:pathLst>
              <a:path w="123799" h="60724" fill="none">
                <a:moveTo>
                  <a:pt x="123799" y="60724"/>
                </a:moveTo>
                <a:cubicBezTo>
                  <a:pt x="120469" y="47992"/>
                  <a:pt x="112634" y="35847"/>
                  <a:pt x="97942" y="25465"/>
                </a:cubicBezTo>
                <a:cubicBezTo>
                  <a:pt x="70518" y="6856"/>
                  <a:pt x="31342" y="0"/>
                  <a:pt x="7835" y="4897"/>
                </a:cubicBezTo>
                <a:lnTo>
                  <a:pt x="0" y="17042"/>
                </a:lnTo>
              </a:path>
            </a:pathLst>
          </a:custGeom>
          <a:noFill/>
          <a:ln w="4701" cap="rnd">
            <a:solidFill>
              <a:srgbClr val="627D8D"/>
            </a:solidFill>
            <a:prstDash val="solid"/>
            <a:round/>
          </a:ln>
        </p:spPr>
      </p:sp>
      <p:sp>
        <p:nvSpPr>
          <p:cNvPr id="78" name="!!path-2xa"/>
          <p:cNvSpPr/>
          <p:nvPr/>
        </p:nvSpPr>
        <p:spPr>
          <a:xfrm>
            <a:off x="4021233" y="6190424"/>
            <a:ext cx="135944" cy="106757"/>
          </a:xfrm>
          <a:custGeom>
            <a:avLst/>
            <a:gdLst/>
            <a:ahLst/>
            <a:cxnLst/>
            <a:rect l="l" t="t" r="r" b="b"/>
            <a:pathLst>
              <a:path w="135944" h="106757">
                <a:moveTo>
                  <a:pt x="0" y="21547"/>
                </a:moveTo>
                <a:lnTo>
                  <a:pt x="6268" y="6268"/>
                </a:lnTo>
                <a:cubicBezTo>
                  <a:pt x="35651" y="0"/>
                  <a:pt x="76787" y="6856"/>
                  <a:pt x="106169" y="24486"/>
                </a:cubicBezTo>
                <a:cubicBezTo>
                  <a:pt x="121840" y="33888"/>
                  <a:pt x="131634" y="47992"/>
                  <a:pt x="135944" y="60724"/>
                </a:cubicBezTo>
                <a:lnTo>
                  <a:pt x="135944" y="106757"/>
                </a:lnTo>
                <a:lnTo>
                  <a:pt x="0" y="106757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79" name="!!path-2xb"/>
          <p:cNvSpPr/>
          <p:nvPr/>
        </p:nvSpPr>
        <p:spPr>
          <a:xfrm>
            <a:off x="4021233" y="6190424"/>
            <a:ext cx="135944" cy="60724"/>
          </a:xfrm>
          <a:custGeom>
            <a:avLst/>
            <a:gdLst/>
            <a:ahLst/>
            <a:cxnLst/>
            <a:rect l="l" t="t" r="r" b="b"/>
            <a:pathLst>
              <a:path w="135944" h="60724" fill="none">
                <a:moveTo>
                  <a:pt x="135944" y="60724"/>
                </a:moveTo>
                <a:cubicBezTo>
                  <a:pt x="131634" y="47992"/>
                  <a:pt x="121840" y="33888"/>
                  <a:pt x="106169" y="24486"/>
                </a:cubicBezTo>
                <a:cubicBezTo>
                  <a:pt x="76787" y="6856"/>
                  <a:pt x="35651" y="0"/>
                  <a:pt x="6268" y="6268"/>
                </a:cubicBezTo>
                <a:lnTo>
                  <a:pt x="0" y="21547"/>
                </a:lnTo>
              </a:path>
            </a:pathLst>
          </a:custGeom>
          <a:noFill/>
          <a:ln w="4701" cap="rnd">
            <a:solidFill>
              <a:srgbClr val="627D8D"/>
            </a:solidFill>
            <a:prstDash val="solid"/>
            <a:round/>
          </a:ln>
        </p:spPr>
      </p:sp>
      <p:sp>
        <p:nvSpPr>
          <p:cNvPr id="80" name="!!path-2xc"/>
          <p:cNvSpPr/>
          <p:nvPr/>
        </p:nvSpPr>
        <p:spPr>
          <a:xfrm>
            <a:off x="4010459" y="6203156"/>
            <a:ext cx="146326" cy="94025"/>
          </a:xfrm>
          <a:custGeom>
            <a:avLst/>
            <a:gdLst/>
            <a:ahLst/>
            <a:cxnLst/>
            <a:rect l="l" t="t" r="r" b="b"/>
            <a:pathLst>
              <a:path w="146326" h="94025">
                <a:moveTo>
                  <a:pt x="0" y="22331"/>
                </a:moveTo>
                <a:lnTo>
                  <a:pt x="3722" y="12145"/>
                </a:lnTo>
                <a:cubicBezTo>
                  <a:pt x="36630" y="0"/>
                  <a:pt x="81684" y="4897"/>
                  <a:pt x="113025" y="21156"/>
                </a:cubicBezTo>
                <a:cubicBezTo>
                  <a:pt x="130655" y="30362"/>
                  <a:pt x="141429" y="42115"/>
                  <a:pt x="146326" y="53281"/>
                </a:cubicBezTo>
                <a:lnTo>
                  <a:pt x="146326" y="94025"/>
                </a:lnTo>
                <a:lnTo>
                  <a:pt x="0" y="94025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81" name="!!path-2xd"/>
          <p:cNvSpPr/>
          <p:nvPr/>
        </p:nvSpPr>
        <p:spPr>
          <a:xfrm>
            <a:off x="4010459" y="6203156"/>
            <a:ext cx="146326" cy="53281"/>
          </a:xfrm>
          <a:custGeom>
            <a:avLst/>
            <a:gdLst/>
            <a:ahLst/>
            <a:cxnLst/>
            <a:rect l="l" t="t" r="r" b="b"/>
            <a:pathLst>
              <a:path w="146326" h="53281" fill="none">
                <a:moveTo>
                  <a:pt x="146326" y="53281"/>
                </a:moveTo>
                <a:cubicBezTo>
                  <a:pt x="141429" y="42115"/>
                  <a:pt x="130655" y="30362"/>
                  <a:pt x="113025" y="21156"/>
                </a:cubicBezTo>
                <a:cubicBezTo>
                  <a:pt x="81684" y="4897"/>
                  <a:pt x="36630" y="0"/>
                  <a:pt x="3722" y="12145"/>
                </a:cubicBezTo>
                <a:lnTo>
                  <a:pt x="0" y="22331"/>
                </a:lnTo>
              </a:path>
            </a:pathLst>
          </a:custGeom>
          <a:noFill/>
          <a:ln w="4701" cap="rnd">
            <a:solidFill>
              <a:srgbClr val="627D8D"/>
            </a:solidFill>
            <a:prstDash val="solid"/>
            <a:round/>
          </a:ln>
        </p:spPr>
      </p:sp>
      <p:sp>
        <p:nvSpPr>
          <p:cNvPr id="82" name="!!path-2xe"/>
          <p:cNvSpPr/>
          <p:nvPr/>
        </p:nvSpPr>
        <p:spPr>
          <a:xfrm>
            <a:off x="4157373" y="6173773"/>
            <a:ext cx="115964" cy="123407"/>
          </a:xfrm>
          <a:custGeom>
            <a:avLst/>
            <a:gdLst/>
            <a:ahLst/>
            <a:cxnLst/>
            <a:rect l="l" t="t" r="r" b="b"/>
            <a:pathLst>
              <a:path w="115964" h="123407">
                <a:moveTo>
                  <a:pt x="115964" y="17630"/>
                </a:moveTo>
                <a:lnTo>
                  <a:pt x="109499" y="4309"/>
                </a:lnTo>
                <a:cubicBezTo>
                  <a:pt x="83643" y="0"/>
                  <a:pt x="42507" y="9794"/>
                  <a:pt x="17042" y="29383"/>
                </a:cubicBezTo>
                <a:cubicBezTo>
                  <a:pt x="6268" y="38197"/>
                  <a:pt x="1371" y="50930"/>
                  <a:pt x="0" y="64642"/>
                </a:cubicBezTo>
                <a:lnTo>
                  <a:pt x="0" y="123407"/>
                </a:lnTo>
                <a:lnTo>
                  <a:pt x="115964" y="123407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83" name="!!path-2xf"/>
          <p:cNvSpPr/>
          <p:nvPr/>
        </p:nvSpPr>
        <p:spPr>
          <a:xfrm>
            <a:off x="4157373" y="6173773"/>
            <a:ext cx="115964" cy="64642"/>
          </a:xfrm>
          <a:custGeom>
            <a:avLst/>
            <a:gdLst/>
            <a:ahLst/>
            <a:cxnLst/>
            <a:rect l="l" t="t" r="r" b="b"/>
            <a:pathLst>
              <a:path w="115964" h="64642" fill="none">
                <a:moveTo>
                  <a:pt x="0" y="64642"/>
                </a:moveTo>
                <a:cubicBezTo>
                  <a:pt x="1371" y="50930"/>
                  <a:pt x="6268" y="38197"/>
                  <a:pt x="17042" y="29383"/>
                </a:cubicBezTo>
                <a:cubicBezTo>
                  <a:pt x="42507" y="9794"/>
                  <a:pt x="83643" y="0"/>
                  <a:pt x="109499" y="4309"/>
                </a:cubicBezTo>
                <a:lnTo>
                  <a:pt x="115964" y="17630"/>
                </a:lnTo>
              </a:path>
            </a:pathLst>
          </a:custGeom>
          <a:noFill/>
          <a:ln w="4701" cap="rnd">
            <a:solidFill>
              <a:srgbClr val="627D8D"/>
            </a:solidFill>
            <a:prstDash val="solid"/>
            <a:round/>
          </a:ln>
        </p:spPr>
      </p:sp>
      <p:sp>
        <p:nvSpPr>
          <p:cNvPr id="84" name="!!path-2xg"/>
          <p:cNvSpPr/>
          <p:nvPr/>
        </p:nvSpPr>
        <p:spPr>
          <a:xfrm>
            <a:off x="4157569" y="6188465"/>
            <a:ext cx="128500" cy="108716"/>
          </a:xfrm>
          <a:custGeom>
            <a:avLst/>
            <a:gdLst/>
            <a:ahLst/>
            <a:cxnLst/>
            <a:rect l="l" t="t" r="r" b="b"/>
            <a:pathLst>
              <a:path w="128500" h="108716">
                <a:moveTo>
                  <a:pt x="128500" y="19001"/>
                </a:moveTo>
                <a:lnTo>
                  <a:pt x="122624" y="2938"/>
                </a:lnTo>
                <a:cubicBezTo>
                  <a:pt x="91282" y="0"/>
                  <a:pt x="52105" y="10774"/>
                  <a:pt x="26640" y="29579"/>
                </a:cubicBezTo>
                <a:cubicBezTo>
                  <a:pt x="12928" y="39765"/>
                  <a:pt x="4114" y="51909"/>
                  <a:pt x="0" y="62683"/>
                </a:cubicBezTo>
                <a:lnTo>
                  <a:pt x="0" y="108716"/>
                </a:lnTo>
                <a:lnTo>
                  <a:pt x="128500" y="10871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85" name="!!path-2xh"/>
          <p:cNvSpPr/>
          <p:nvPr/>
        </p:nvSpPr>
        <p:spPr>
          <a:xfrm>
            <a:off x="4157569" y="6188465"/>
            <a:ext cx="128500" cy="62683"/>
          </a:xfrm>
          <a:custGeom>
            <a:avLst/>
            <a:gdLst/>
            <a:ahLst/>
            <a:cxnLst/>
            <a:rect l="l" t="t" r="r" b="b"/>
            <a:pathLst>
              <a:path w="128500" h="62683" fill="none">
                <a:moveTo>
                  <a:pt x="0" y="62683"/>
                </a:moveTo>
                <a:cubicBezTo>
                  <a:pt x="4114" y="51909"/>
                  <a:pt x="12928" y="39765"/>
                  <a:pt x="26640" y="29579"/>
                </a:cubicBezTo>
                <a:cubicBezTo>
                  <a:pt x="52105" y="10774"/>
                  <a:pt x="91282" y="0"/>
                  <a:pt x="122624" y="2938"/>
                </a:cubicBezTo>
                <a:lnTo>
                  <a:pt x="128500" y="19001"/>
                </a:lnTo>
              </a:path>
            </a:pathLst>
          </a:custGeom>
          <a:noFill/>
          <a:ln w="4701" cap="rnd">
            <a:solidFill>
              <a:srgbClr val="627D8D"/>
            </a:solidFill>
            <a:prstDash val="solid"/>
            <a:round/>
          </a:ln>
        </p:spPr>
      </p:sp>
      <p:sp>
        <p:nvSpPr>
          <p:cNvPr id="86" name="!!path-2xi"/>
          <p:cNvSpPr/>
          <p:nvPr/>
        </p:nvSpPr>
        <p:spPr>
          <a:xfrm>
            <a:off x="4157961" y="6202177"/>
            <a:ext cx="137511" cy="95004"/>
          </a:xfrm>
          <a:custGeom>
            <a:avLst/>
            <a:gdLst/>
            <a:ahLst/>
            <a:cxnLst/>
            <a:rect l="l" t="t" r="r" b="b"/>
            <a:pathLst>
              <a:path w="137511" h="95004">
                <a:moveTo>
                  <a:pt x="137511" y="18217"/>
                </a:moveTo>
                <a:lnTo>
                  <a:pt x="134769" y="8423"/>
                </a:lnTo>
                <a:cubicBezTo>
                  <a:pt x="102644" y="0"/>
                  <a:pt x="61508" y="4897"/>
                  <a:pt x="34084" y="18609"/>
                </a:cubicBezTo>
                <a:cubicBezTo>
                  <a:pt x="16454" y="27424"/>
                  <a:pt x="5681" y="41136"/>
                  <a:pt x="0" y="54260"/>
                </a:cubicBezTo>
                <a:lnTo>
                  <a:pt x="0" y="95004"/>
                </a:lnTo>
                <a:lnTo>
                  <a:pt x="137511" y="95004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87" name="!!path-2xj"/>
          <p:cNvSpPr/>
          <p:nvPr/>
        </p:nvSpPr>
        <p:spPr>
          <a:xfrm>
            <a:off x="4157961" y="6202177"/>
            <a:ext cx="137511" cy="54260"/>
          </a:xfrm>
          <a:custGeom>
            <a:avLst/>
            <a:gdLst/>
            <a:ahLst/>
            <a:cxnLst/>
            <a:rect l="l" t="t" r="r" b="b"/>
            <a:pathLst>
              <a:path w="137511" h="54260" fill="none">
                <a:moveTo>
                  <a:pt x="0" y="54260"/>
                </a:moveTo>
                <a:cubicBezTo>
                  <a:pt x="5681" y="41136"/>
                  <a:pt x="16454" y="27424"/>
                  <a:pt x="34084" y="18609"/>
                </a:cubicBezTo>
                <a:cubicBezTo>
                  <a:pt x="61508" y="4897"/>
                  <a:pt x="102644" y="0"/>
                  <a:pt x="134769" y="8423"/>
                </a:cubicBezTo>
                <a:lnTo>
                  <a:pt x="137511" y="18217"/>
                </a:lnTo>
              </a:path>
            </a:pathLst>
          </a:custGeom>
          <a:noFill/>
          <a:ln w="4701" cap="rnd">
            <a:solidFill>
              <a:srgbClr val="627D8D"/>
            </a:solidFill>
            <a:prstDash val="solid"/>
            <a:round/>
          </a:ln>
        </p:spPr>
      </p:sp>
      <p:sp>
        <p:nvSpPr>
          <p:cNvPr id="88" name="!!path-2xk"/>
          <p:cNvSpPr/>
          <p:nvPr/>
        </p:nvSpPr>
        <p:spPr>
          <a:xfrm>
            <a:off x="3996160" y="6212950"/>
            <a:ext cx="317333" cy="209988"/>
          </a:xfrm>
          <a:custGeom>
            <a:avLst/>
            <a:gdLst/>
            <a:ahLst/>
            <a:cxnLst/>
            <a:rect l="l" t="t" r="r" b="b"/>
            <a:pathLst>
              <a:path w="317333" h="209988">
                <a:moveTo>
                  <a:pt x="0" y="20568"/>
                </a:moveTo>
                <a:cubicBezTo>
                  <a:pt x="17630" y="7835"/>
                  <a:pt x="60724" y="3918"/>
                  <a:pt x="95983" y="13320"/>
                </a:cubicBezTo>
                <a:cubicBezTo>
                  <a:pt x="125366" y="21547"/>
                  <a:pt x="146913" y="33300"/>
                  <a:pt x="160625" y="45053"/>
                </a:cubicBezTo>
                <a:cubicBezTo>
                  <a:pt x="176296" y="31342"/>
                  <a:pt x="203720" y="13712"/>
                  <a:pt x="237020" y="5485"/>
                </a:cubicBezTo>
                <a:cubicBezTo>
                  <a:pt x="268362" y="0"/>
                  <a:pt x="299703" y="2938"/>
                  <a:pt x="317333" y="16650"/>
                </a:cubicBezTo>
                <a:lnTo>
                  <a:pt x="316941" y="171987"/>
                </a:lnTo>
                <a:cubicBezTo>
                  <a:pt x="282074" y="167481"/>
                  <a:pt x="213514" y="170420"/>
                  <a:pt x="161801" y="208813"/>
                </a:cubicBezTo>
                <a:quadBezTo>
                  <a:pt x="160625" y="209988"/>
                  <a:pt x="159450" y="208813"/>
                </a:quadBezTo>
                <a:cubicBezTo>
                  <a:pt x="107737" y="170420"/>
                  <a:pt x="41136" y="167481"/>
                  <a:pt x="5877" y="173946"/>
                </a:cubicBezTo>
                <a:close/>
              </a:path>
            </a:pathLst>
          </a:custGeom>
          <a:gradFill rotWithShape="1">
            <a:gsLst>
              <a:gs pos="0">
                <a:srgbClr val="627D8D"/>
              </a:gs>
              <a:gs pos="21794">
                <a:srgbClr val="627D8D"/>
              </a:gs>
              <a:gs pos="55376">
                <a:srgbClr val="627D8D"/>
              </a:gs>
              <a:gs pos="96421">
                <a:srgbClr val="98ABB7"/>
              </a:gs>
              <a:gs pos="100000">
                <a:srgbClr val="98ABB7"/>
              </a:gs>
            </a:gsLst>
            <a:lin ang="1983350" scaled="0"/>
          </a:gradFill>
          <a:ln>
            <a:noFill/>
          </a:ln>
        </p:spPr>
      </p:sp>
      <p:sp>
        <p:nvSpPr>
          <p:cNvPr id="89" name="!!path-2xl"/>
          <p:cNvSpPr/>
          <p:nvPr/>
        </p:nvSpPr>
        <p:spPr>
          <a:xfrm>
            <a:off x="3996160" y="6212950"/>
            <a:ext cx="317333" cy="209988"/>
          </a:xfrm>
          <a:custGeom>
            <a:avLst/>
            <a:gdLst/>
            <a:ahLst/>
            <a:cxnLst/>
            <a:rect l="l" t="t" r="r" b="b"/>
            <a:pathLst>
              <a:path w="317333" h="209988">
                <a:moveTo>
                  <a:pt x="0" y="20568"/>
                </a:moveTo>
                <a:cubicBezTo>
                  <a:pt x="17630" y="7835"/>
                  <a:pt x="60724" y="3918"/>
                  <a:pt x="95983" y="13320"/>
                </a:cubicBezTo>
                <a:cubicBezTo>
                  <a:pt x="125366" y="21547"/>
                  <a:pt x="146913" y="33300"/>
                  <a:pt x="160625" y="45053"/>
                </a:cubicBezTo>
                <a:cubicBezTo>
                  <a:pt x="176296" y="31342"/>
                  <a:pt x="203720" y="13712"/>
                  <a:pt x="237020" y="5485"/>
                </a:cubicBezTo>
                <a:cubicBezTo>
                  <a:pt x="268362" y="0"/>
                  <a:pt x="299703" y="2938"/>
                  <a:pt x="317333" y="16650"/>
                </a:cubicBezTo>
                <a:lnTo>
                  <a:pt x="316941" y="171987"/>
                </a:lnTo>
                <a:cubicBezTo>
                  <a:pt x="282074" y="167481"/>
                  <a:pt x="213514" y="170420"/>
                  <a:pt x="161801" y="208813"/>
                </a:cubicBezTo>
                <a:quadBezTo>
                  <a:pt x="160625" y="209988"/>
                  <a:pt x="159450" y="208813"/>
                </a:quadBezTo>
                <a:cubicBezTo>
                  <a:pt x="107737" y="170420"/>
                  <a:pt x="41136" y="167481"/>
                  <a:pt x="5877" y="173946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0000"/>
                </a:srgbClr>
              </a:gs>
              <a:gs pos="4764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83333" t="79291" r="16667" b="20709"/>
            </a:path>
          </a:gradFill>
          <a:ln>
            <a:noFill/>
          </a:ln>
        </p:spPr>
      </p:sp>
      <p:sp>
        <p:nvSpPr>
          <p:cNvPr id="90" name="!!line-2xm"/>
          <p:cNvSpPr/>
          <p:nvPr/>
        </p:nvSpPr>
        <p:spPr>
          <a:xfrm>
            <a:off x="4158156" y="6268973"/>
            <a:ext cx="1" cy="148089"/>
          </a:xfrm>
          <a:custGeom>
            <a:avLst/>
            <a:gdLst/>
            <a:ahLst/>
            <a:cxnLst/>
            <a:rect l="l" t="t" r="r" b="b"/>
            <a:pathLst>
              <a:path w="1" h="148089">
                <a:moveTo>
                  <a:pt x="0" y="0"/>
                </a:moveTo>
                <a:lnTo>
                  <a:pt x="0" y="148089"/>
                </a:lnTo>
              </a:path>
            </a:pathLst>
          </a:custGeom>
          <a:solidFill>
            <a:srgbClr val="000000"/>
          </a:solidFill>
          <a:ln w="6660" cap="rnd">
            <a:solidFill>
              <a:srgbClr val="C9D3D9"/>
            </a:solidFill>
            <a:prstDash val="solid"/>
            <a:miter lim="800000"/>
          </a:ln>
        </p:spPr>
      </p:sp>
      <p:sp>
        <p:nvSpPr>
          <p:cNvPr id="91" name="!!path-2xn"/>
          <p:cNvSpPr/>
          <p:nvPr/>
        </p:nvSpPr>
        <p:spPr>
          <a:xfrm>
            <a:off x="4263151" y="6345172"/>
            <a:ext cx="24486" cy="36630"/>
          </a:xfrm>
          <a:custGeom>
            <a:avLst/>
            <a:gdLst/>
            <a:ahLst/>
            <a:cxnLst/>
            <a:rect l="l" t="t" r="r" b="b"/>
            <a:pathLst>
              <a:path w="24486" h="36630">
                <a:moveTo>
                  <a:pt x="0" y="2546"/>
                </a:moveTo>
                <a:lnTo>
                  <a:pt x="14691" y="0"/>
                </a:lnTo>
                <a:lnTo>
                  <a:pt x="24486" y="35847"/>
                </a:lnTo>
                <a:lnTo>
                  <a:pt x="7248" y="36630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 w="979" cap="flat">
            <a:solidFill>
              <a:srgbClr val="FFFFFF">
                <a:alpha val="55000"/>
              </a:srgbClr>
            </a:solidFill>
            <a:prstDash val="solid"/>
            <a:round/>
          </a:ln>
        </p:spPr>
      </p:sp>
      <p:sp>
        <p:nvSpPr>
          <p:cNvPr id="92" name="!!text-2xo" descr="救「舊」我的書"/>
          <p:cNvSpPr txBox="1"/>
          <p:nvPr/>
        </p:nvSpPr>
        <p:spPr>
          <a:xfrm>
            <a:off x="4387342" y="6136580"/>
            <a:ext cx="1311202" cy="30136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639" b="1" kern="0" spc="-819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救</a:t>
            </a:r>
            <a:r>
              <a:rPr lang="zh-TW" altLang="en-US" sz="1639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「舊</a:t>
            </a:r>
            <a:r>
              <a:rPr lang="zh-TW" altLang="en-US" sz="1639" b="1" kern="0" spc="-819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」</a:t>
            </a:r>
            <a:r>
              <a:rPr lang="zh-TW" altLang="en-US" sz="1639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我的書</a:t>
            </a:r>
            <a:endParaRPr lang="zh-TW" sz="1639"/>
          </a:p>
        </p:txBody>
      </p:sp>
      <p:sp>
        <p:nvSpPr>
          <p:cNvPr id="93" name="!!rect-2y2"/>
          <p:cNvSpPr/>
          <p:nvPr/>
        </p:nvSpPr>
        <p:spPr>
          <a:xfrm>
            <a:off x="3199105" y="6538878"/>
            <a:ext cx="1519085" cy="319122"/>
          </a:xfrm>
          <a:prstGeom prst="rect">
            <a:avLst/>
          </a:prstGeom>
          <a:solidFill>
            <a:srgbClr val="D5DDE2"/>
          </a:solidFill>
          <a:ln>
            <a:noFill/>
          </a:ln>
        </p:spPr>
      </p:sp>
      <p:sp>
        <p:nvSpPr>
          <p:cNvPr id="94" name="!!path-2y3"/>
          <p:cNvSpPr/>
          <p:nvPr/>
        </p:nvSpPr>
        <p:spPr>
          <a:xfrm>
            <a:off x="2587946" y="6538878"/>
            <a:ext cx="611160" cy="319122"/>
          </a:xfrm>
          <a:custGeom>
            <a:avLst/>
            <a:gdLst/>
            <a:ahLst/>
            <a:cxnLst/>
            <a:rect l="l" t="t" r="r" b="b"/>
            <a:pathLst>
              <a:path w="611160" h="319122">
                <a:moveTo>
                  <a:pt x="0" y="319122"/>
                </a:moveTo>
                <a:lnTo>
                  <a:pt x="0" y="0"/>
                </a:lnTo>
                <a:lnTo>
                  <a:pt x="0" y="0"/>
                </a:lnTo>
                <a:lnTo>
                  <a:pt x="611160" y="0"/>
                </a:lnTo>
                <a:lnTo>
                  <a:pt x="611160" y="319122"/>
                </a:lnTo>
                <a:close/>
              </a:path>
            </a:pathLst>
          </a:custGeom>
          <a:solidFill>
            <a:srgbClr val="C4CED5"/>
          </a:solidFill>
          <a:ln>
            <a:noFill/>
          </a:ln>
        </p:spPr>
      </p:sp>
      <p:sp>
        <p:nvSpPr>
          <p:cNvPr id="95" name="!!rect-2yl"/>
          <p:cNvSpPr/>
          <p:nvPr/>
        </p:nvSpPr>
        <p:spPr>
          <a:xfrm>
            <a:off x="2587946" y="6538878"/>
            <a:ext cx="2130245" cy="319122"/>
          </a:xfrm>
          <a:prstGeom prst="rect">
            <a:avLst/>
          </a:prstGeom>
          <a:gradFill rotWithShape="1">
            <a:gsLst>
              <a:gs pos="0">
                <a:srgbClr val="0B1A26">
                  <a:alpha val="20000"/>
                </a:srgbClr>
              </a:gs>
              <a:gs pos="100000">
                <a:srgbClr val="0B1A26">
                  <a:alpha val="14076"/>
                </a:srgbClr>
              </a:gs>
            </a:gsLst>
            <a:lin ang="5400000" scaled="0"/>
          </a:gradFill>
          <a:ln>
            <a:noFill/>
          </a:ln>
        </p:spPr>
      </p:sp>
      <p:sp>
        <p:nvSpPr>
          <p:cNvPr id="96" name="!!rect-2yy"/>
          <p:cNvSpPr/>
          <p:nvPr/>
        </p:nvSpPr>
        <p:spPr>
          <a:xfrm>
            <a:off x="2587946" y="6538878"/>
            <a:ext cx="2130245" cy="2154730"/>
          </a:xfrm>
          <a:prstGeom prst="roundRect">
            <a:avLst>
              <a:gd name="adj" fmla="val 4023"/>
            </a:avLst>
          </a:prstGeom>
          <a:solidFill>
            <a:srgbClr val="F4F8FA">
              <a:alpha val="40000"/>
            </a:srgbClr>
          </a:solidFill>
          <a:ln>
            <a:noFill/>
          </a:ln>
        </p:spPr>
      </p:sp>
      <p:sp>
        <p:nvSpPr>
          <p:cNvPr id="97" name="!!path-2yz"/>
          <p:cNvSpPr/>
          <p:nvPr/>
        </p:nvSpPr>
        <p:spPr>
          <a:xfrm>
            <a:off x="3564729" y="6538878"/>
            <a:ext cx="429178" cy="319122"/>
          </a:xfrm>
          <a:custGeom>
            <a:avLst/>
            <a:gdLst/>
            <a:ahLst/>
            <a:cxnLst/>
            <a:rect l="l" t="t" r="r" b="b"/>
            <a:pathLst>
              <a:path w="429178" h="319122">
                <a:moveTo>
                  <a:pt x="0" y="319122"/>
                </a:moveTo>
                <a:lnTo>
                  <a:pt x="88339" y="0"/>
                </a:lnTo>
                <a:lnTo>
                  <a:pt x="429178" y="0"/>
                </a:lnTo>
                <a:lnTo>
                  <a:pt x="340839" y="319122"/>
                </a:lnTo>
                <a:close/>
              </a:path>
            </a:pathLst>
          </a:custGeom>
          <a:solidFill>
            <a:srgbClr val="FFFFFF">
              <a:alpha val="34000"/>
            </a:srgbClr>
          </a:solidFill>
          <a:ln>
            <a:noFill/>
          </a:ln>
        </p:spPr>
      </p:sp>
      <p:sp>
        <p:nvSpPr>
          <p:cNvPr id="98" name="!!path-2z0"/>
          <p:cNvSpPr/>
          <p:nvPr/>
        </p:nvSpPr>
        <p:spPr>
          <a:xfrm>
            <a:off x="4012081" y="6538878"/>
            <a:ext cx="173549" cy="319122"/>
          </a:xfrm>
          <a:custGeom>
            <a:avLst/>
            <a:gdLst/>
            <a:ahLst/>
            <a:cxnLst/>
            <a:rect l="l" t="t" r="r" b="b"/>
            <a:pathLst>
              <a:path w="173549" h="319122">
                <a:moveTo>
                  <a:pt x="0" y="319122"/>
                </a:moveTo>
                <a:lnTo>
                  <a:pt x="88339" y="0"/>
                </a:lnTo>
                <a:lnTo>
                  <a:pt x="173549" y="0"/>
                </a:lnTo>
                <a:lnTo>
                  <a:pt x="85210" y="319122"/>
                </a:lnTo>
                <a:close/>
              </a:path>
            </a:pathLst>
          </a:custGeom>
          <a:solidFill>
            <a:srgbClr val="FFFFFF">
              <a:alpha val="28000"/>
            </a:srgbClr>
          </a:solidFill>
          <a:ln>
            <a:noFill/>
          </a:ln>
        </p:spPr>
      </p:sp>
      <p:sp>
        <p:nvSpPr>
          <p:cNvPr id="99" name="!!rect-2z1"/>
          <p:cNvSpPr/>
          <p:nvPr/>
        </p:nvSpPr>
        <p:spPr>
          <a:xfrm>
            <a:off x="2597740" y="6548672"/>
            <a:ext cx="2110656" cy="2135142"/>
          </a:xfrm>
          <a:prstGeom prst="roundRect">
            <a:avLst>
              <a:gd name="adj" fmla="val 3770"/>
            </a:avLst>
          </a:prstGeom>
          <a:noFill/>
          <a:ln w="19588" cap="flat">
            <a:solidFill>
              <a:srgbClr val="FFFFFF">
                <a:alpha val="95000"/>
              </a:srgbClr>
            </a:solidFill>
            <a:prstDash val="solid"/>
            <a:miter lim="800000"/>
          </a:ln>
        </p:spPr>
      </p:sp>
      <p:sp>
        <p:nvSpPr>
          <p:cNvPr id="100" name="!!rect-2z2"/>
          <p:cNvSpPr/>
          <p:nvPr/>
        </p:nvSpPr>
        <p:spPr>
          <a:xfrm>
            <a:off x="2587946" y="6538878"/>
            <a:ext cx="2130245" cy="2154730"/>
          </a:xfrm>
          <a:prstGeom prst="roundRect">
            <a:avLst>
              <a:gd name="adj" fmla="val 4023"/>
            </a:avLst>
          </a:prstGeom>
          <a:noFill/>
          <a:ln w="12243" cap="flat">
            <a:solidFill>
              <a:srgbClr val="8FA0AB">
                <a:alpha val="50000"/>
              </a:srgbClr>
            </a:solidFill>
            <a:prstDash val="solid"/>
            <a:miter lim="800000"/>
          </a:ln>
        </p:spPr>
      </p:sp>
      <p:sp>
        <p:nvSpPr>
          <p:cNvPr id="101" name="!!rect-2z3"/>
          <p:cNvSpPr/>
          <p:nvPr/>
        </p:nvSpPr>
        <p:spPr>
          <a:xfrm>
            <a:off x="2722616" y="6673548"/>
            <a:ext cx="612139" cy="293827"/>
          </a:xfrm>
          <a:prstGeom prst="roundRect">
            <a:avLst>
              <a:gd name="adj" fmla="val 29167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102" name="!!text-2z6" descr="A01"/>
          <p:cNvSpPr txBox="1"/>
          <p:nvPr/>
        </p:nvSpPr>
        <p:spPr>
          <a:xfrm>
            <a:off x="2872627" y="6682853"/>
            <a:ext cx="363537" cy="24818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50" b="1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A01</a:t>
            </a:r>
            <a:endParaRPr lang="zh-TW" sz="1350"/>
          </a:p>
        </p:txBody>
      </p:sp>
      <p:sp>
        <p:nvSpPr>
          <p:cNvPr id="103" name="!!rect-2zw"/>
          <p:cNvSpPr/>
          <p:nvPr/>
        </p:nvSpPr>
        <p:spPr>
          <a:xfrm>
            <a:off x="5525235" y="6538878"/>
            <a:ext cx="1519084" cy="319122"/>
          </a:xfrm>
          <a:prstGeom prst="rect">
            <a:avLst/>
          </a:prstGeom>
          <a:solidFill>
            <a:srgbClr val="D5DDE2"/>
          </a:solidFill>
          <a:ln>
            <a:noFill/>
          </a:ln>
        </p:spPr>
      </p:sp>
      <p:sp>
        <p:nvSpPr>
          <p:cNvPr id="104" name="!!path-2zx"/>
          <p:cNvSpPr/>
          <p:nvPr/>
        </p:nvSpPr>
        <p:spPr>
          <a:xfrm>
            <a:off x="4914075" y="6538878"/>
            <a:ext cx="611160" cy="319122"/>
          </a:xfrm>
          <a:custGeom>
            <a:avLst/>
            <a:gdLst/>
            <a:ahLst/>
            <a:cxnLst/>
            <a:rect l="l" t="t" r="r" b="b"/>
            <a:pathLst>
              <a:path w="611160" h="319122">
                <a:moveTo>
                  <a:pt x="0" y="319122"/>
                </a:moveTo>
                <a:lnTo>
                  <a:pt x="0" y="0"/>
                </a:lnTo>
                <a:lnTo>
                  <a:pt x="0" y="0"/>
                </a:lnTo>
                <a:lnTo>
                  <a:pt x="611160" y="0"/>
                </a:lnTo>
                <a:lnTo>
                  <a:pt x="611160" y="319122"/>
                </a:lnTo>
                <a:close/>
              </a:path>
            </a:pathLst>
          </a:custGeom>
          <a:solidFill>
            <a:srgbClr val="C4CED5"/>
          </a:solidFill>
          <a:ln>
            <a:noFill/>
          </a:ln>
        </p:spPr>
      </p:sp>
      <p:sp>
        <p:nvSpPr>
          <p:cNvPr id="105" name="!!rect-306"/>
          <p:cNvSpPr/>
          <p:nvPr/>
        </p:nvSpPr>
        <p:spPr>
          <a:xfrm>
            <a:off x="4914075" y="6538878"/>
            <a:ext cx="2130245" cy="319122"/>
          </a:xfrm>
          <a:prstGeom prst="rect">
            <a:avLst/>
          </a:prstGeom>
          <a:gradFill rotWithShape="1">
            <a:gsLst>
              <a:gs pos="0">
                <a:srgbClr val="0B1A26">
                  <a:alpha val="20000"/>
                </a:srgbClr>
              </a:gs>
              <a:gs pos="100000">
                <a:srgbClr val="0B1A26">
                  <a:alpha val="14076"/>
                </a:srgbClr>
              </a:gs>
            </a:gsLst>
            <a:lin ang="5400000" scaled="0"/>
          </a:gradFill>
          <a:ln>
            <a:noFill/>
          </a:ln>
        </p:spPr>
      </p:sp>
      <p:sp>
        <p:nvSpPr>
          <p:cNvPr id="106" name="!!rect-309"/>
          <p:cNvSpPr/>
          <p:nvPr/>
        </p:nvSpPr>
        <p:spPr>
          <a:xfrm>
            <a:off x="4914075" y="6538878"/>
            <a:ext cx="2130245" cy="2154730"/>
          </a:xfrm>
          <a:prstGeom prst="roundRect">
            <a:avLst>
              <a:gd name="adj" fmla="val 4023"/>
            </a:avLst>
          </a:prstGeom>
          <a:solidFill>
            <a:srgbClr val="F4F8FA">
              <a:alpha val="40000"/>
            </a:srgbClr>
          </a:solidFill>
          <a:ln>
            <a:noFill/>
          </a:ln>
        </p:spPr>
      </p:sp>
      <p:sp>
        <p:nvSpPr>
          <p:cNvPr id="107" name="!!path-30a"/>
          <p:cNvSpPr/>
          <p:nvPr/>
        </p:nvSpPr>
        <p:spPr>
          <a:xfrm>
            <a:off x="5890858" y="6538878"/>
            <a:ext cx="429178" cy="319122"/>
          </a:xfrm>
          <a:custGeom>
            <a:avLst/>
            <a:gdLst/>
            <a:ahLst/>
            <a:cxnLst/>
            <a:rect l="l" t="t" r="r" b="b"/>
            <a:pathLst>
              <a:path w="429178" h="319122">
                <a:moveTo>
                  <a:pt x="0" y="319122"/>
                </a:moveTo>
                <a:lnTo>
                  <a:pt x="88339" y="0"/>
                </a:lnTo>
                <a:lnTo>
                  <a:pt x="429178" y="0"/>
                </a:lnTo>
                <a:lnTo>
                  <a:pt x="340839" y="319122"/>
                </a:lnTo>
                <a:close/>
              </a:path>
            </a:pathLst>
          </a:custGeom>
          <a:solidFill>
            <a:srgbClr val="FFFFFF">
              <a:alpha val="34000"/>
            </a:srgbClr>
          </a:solidFill>
          <a:ln>
            <a:noFill/>
          </a:ln>
        </p:spPr>
      </p:sp>
      <p:sp>
        <p:nvSpPr>
          <p:cNvPr id="108" name="!!path-30b"/>
          <p:cNvSpPr/>
          <p:nvPr/>
        </p:nvSpPr>
        <p:spPr>
          <a:xfrm>
            <a:off x="6338210" y="6538878"/>
            <a:ext cx="173549" cy="319122"/>
          </a:xfrm>
          <a:custGeom>
            <a:avLst/>
            <a:gdLst/>
            <a:ahLst/>
            <a:cxnLst/>
            <a:rect l="l" t="t" r="r" b="b"/>
            <a:pathLst>
              <a:path w="173549" h="319122">
                <a:moveTo>
                  <a:pt x="0" y="319122"/>
                </a:moveTo>
                <a:lnTo>
                  <a:pt x="88339" y="0"/>
                </a:lnTo>
                <a:lnTo>
                  <a:pt x="173549" y="0"/>
                </a:lnTo>
                <a:lnTo>
                  <a:pt x="85210" y="319122"/>
                </a:lnTo>
                <a:close/>
              </a:path>
            </a:pathLst>
          </a:custGeom>
          <a:solidFill>
            <a:srgbClr val="FFFFFF">
              <a:alpha val="28000"/>
            </a:srgbClr>
          </a:solidFill>
          <a:ln>
            <a:noFill/>
          </a:ln>
        </p:spPr>
      </p:sp>
      <p:sp>
        <p:nvSpPr>
          <p:cNvPr id="109" name="!!rect-30c"/>
          <p:cNvSpPr/>
          <p:nvPr/>
        </p:nvSpPr>
        <p:spPr>
          <a:xfrm>
            <a:off x="4923869" y="6548672"/>
            <a:ext cx="2110656" cy="2135142"/>
          </a:xfrm>
          <a:prstGeom prst="roundRect">
            <a:avLst>
              <a:gd name="adj" fmla="val 3770"/>
            </a:avLst>
          </a:prstGeom>
          <a:noFill/>
          <a:ln w="19588" cap="flat">
            <a:solidFill>
              <a:srgbClr val="FFFFFF">
                <a:alpha val="95000"/>
              </a:srgbClr>
            </a:solidFill>
            <a:prstDash val="solid"/>
            <a:miter lim="800000"/>
          </a:ln>
        </p:spPr>
      </p:sp>
      <p:sp>
        <p:nvSpPr>
          <p:cNvPr id="110" name="!!rect-30d"/>
          <p:cNvSpPr/>
          <p:nvPr/>
        </p:nvSpPr>
        <p:spPr>
          <a:xfrm>
            <a:off x="4914075" y="6538878"/>
            <a:ext cx="2130245" cy="2154730"/>
          </a:xfrm>
          <a:prstGeom prst="roundRect">
            <a:avLst>
              <a:gd name="adj" fmla="val 4023"/>
            </a:avLst>
          </a:prstGeom>
          <a:noFill/>
          <a:ln w="12243" cap="flat">
            <a:solidFill>
              <a:srgbClr val="8FA0AB">
                <a:alpha val="50000"/>
              </a:srgbClr>
            </a:solidFill>
            <a:prstDash val="solid"/>
            <a:miter lim="800000"/>
          </a:ln>
        </p:spPr>
      </p:sp>
      <p:sp>
        <p:nvSpPr>
          <p:cNvPr id="111" name="!!rect-30e"/>
          <p:cNvSpPr/>
          <p:nvPr/>
        </p:nvSpPr>
        <p:spPr>
          <a:xfrm>
            <a:off x="5048746" y="6673548"/>
            <a:ext cx="612139" cy="293827"/>
          </a:xfrm>
          <a:prstGeom prst="roundRect">
            <a:avLst>
              <a:gd name="adj" fmla="val 29167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112" name="!!text-30f" descr="A02"/>
          <p:cNvSpPr txBox="1"/>
          <p:nvPr/>
        </p:nvSpPr>
        <p:spPr>
          <a:xfrm>
            <a:off x="5198756" y="6682853"/>
            <a:ext cx="363537" cy="24818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50" b="1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A02</a:t>
            </a:r>
            <a:endParaRPr lang="zh-TW" sz="1350"/>
          </a:p>
        </p:txBody>
      </p:sp>
      <p:sp>
        <p:nvSpPr>
          <p:cNvPr id="113" name="!!rect-6pr"/>
          <p:cNvSpPr/>
          <p:nvPr/>
        </p:nvSpPr>
        <p:spPr>
          <a:xfrm>
            <a:off x="3889441" y="2278800"/>
            <a:ext cx="1858614" cy="404228"/>
          </a:xfrm>
          <a:prstGeom prst="roundRect">
            <a:avLst>
              <a:gd name="adj" fmla="val 50000"/>
            </a:avLst>
          </a:prstGeom>
          <a:solidFill>
            <a:srgbClr val="0B1A26">
              <a:alpha val="9029"/>
            </a:srgbClr>
          </a:solidFill>
          <a:ln>
            <a:noFill/>
          </a:ln>
          <a:effectLst>
            <a:softEdge rad="94320"/>
          </a:effectLst>
        </p:spPr>
      </p:sp>
      <p:sp>
        <p:nvSpPr>
          <p:cNvPr id="114" name="!!rect-6ps"/>
          <p:cNvSpPr/>
          <p:nvPr/>
        </p:nvSpPr>
        <p:spPr>
          <a:xfrm>
            <a:off x="3913940" y="2272676"/>
            <a:ext cx="1809617" cy="318482"/>
          </a:xfrm>
          <a:prstGeom prst="roundRect">
            <a:avLst>
              <a:gd name="adj" fmla="val 50000"/>
            </a:avLst>
          </a:prstGeom>
          <a:solidFill>
            <a:srgbClr val="FFFFFF">
              <a:alpha val="90287"/>
            </a:srgbClr>
          </a:solidFill>
          <a:ln w="7350" cap="flat">
            <a:solidFill>
              <a:srgbClr val="E3E7EA">
                <a:alpha val="90287"/>
              </a:srgbClr>
            </a:solidFill>
            <a:prstDash val="solid"/>
            <a:miter lim="800000"/>
          </a:ln>
        </p:spPr>
      </p:sp>
      <p:sp>
        <p:nvSpPr>
          <p:cNvPr id="115" name="!!path-6pt"/>
          <p:cNvSpPr/>
          <p:nvPr/>
        </p:nvSpPr>
        <p:spPr>
          <a:xfrm>
            <a:off x="4055273" y="2362255"/>
            <a:ext cx="139397" cy="139397"/>
          </a:xfrm>
          <a:custGeom>
            <a:avLst/>
            <a:gdLst/>
            <a:ahLst/>
            <a:cxnLst/>
            <a:rect l="l" t="t" r="r" b="b"/>
            <a:pathLst>
              <a:path w="139397" h="139397">
                <a:moveTo>
                  <a:pt x="69699" y="0"/>
                </a:moveTo>
                <a:cubicBezTo>
                  <a:pt x="31225" y="0"/>
                  <a:pt x="0" y="31225"/>
                  <a:pt x="0" y="69699"/>
                </a:cubicBezTo>
                <a:cubicBezTo>
                  <a:pt x="0" y="108172"/>
                  <a:pt x="31225" y="139397"/>
                  <a:pt x="69699" y="139397"/>
                </a:cubicBezTo>
                <a:cubicBezTo>
                  <a:pt x="108172" y="139397"/>
                  <a:pt x="139397" y="108172"/>
                  <a:pt x="139397" y="69699"/>
                </a:cubicBezTo>
                <a:cubicBezTo>
                  <a:pt x="139397" y="31225"/>
                  <a:pt x="108172" y="0"/>
                  <a:pt x="69699" y="0"/>
                </a:cubicBezTo>
                <a:close/>
                <a:moveTo>
                  <a:pt x="55759" y="104548"/>
                </a:moveTo>
                <a:lnTo>
                  <a:pt x="20910" y="69699"/>
                </a:lnTo>
                <a:lnTo>
                  <a:pt x="30737" y="59871"/>
                </a:lnTo>
                <a:lnTo>
                  <a:pt x="55759" y="84823"/>
                </a:lnTo>
                <a:lnTo>
                  <a:pt x="108660" y="31922"/>
                </a:lnTo>
                <a:lnTo>
                  <a:pt x="118488" y="41819"/>
                </a:lnTo>
                <a:lnTo>
                  <a:pt x="55759" y="104548"/>
                </a:lnTo>
                <a:close/>
              </a:path>
            </a:pathLst>
          </a:custGeom>
          <a:solidFill>
            <a:srgbClr val="2E9E5B">
              <a:alpha val="90287"/>
            </a:srgbClr>
          </a:solidFill>
          <a:ln>
            <a:noFill/>
          </a:ln>
        </p:spPr>
      </p:sp>
      <p:sp>
        <p:nvSpPr>
          <p:cNvPr id="116" name="!!text-6pu" descr="QR Code 驗證成功"/>
          <p:cNvSpPr txBox="1"/>
          <p:nvPr/>
        </p:nvSpPr>
        <p:spPr>
          <a:xfrm>
            <a:off x="4264270" y="2304524"/>
            <a:ext cx="1379665" cy="23058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54" kern="0" dirty="0">
                <a:solidFill>
                  <a:srgbClr val="151E27">
                    <a:alpha val="90287"/>
                  </a:srgbClr>
                </a:solidFill>
                <a:latin typeface="Noto Sans TC SemiBold"/>
                <a:ea typeface="Noto Sans TC SemiBold"/>
                <a:cs typeface="Noto Sans TC SemiBold"/>
              </a:rPr>
              <a:t>QR Code 驗證成功</a:t>
            </a:r>
            <a:endParaRPr lang="zh-TW" sz="1254"/>
          </a:p>
        </p:txBody>
      </p:sp>
      <p:sp>
        <p:nvSpPr>
          <p:cNvPr id="117" name="!!text-6rd" descr="存書流程"/>
          <p:cNvSpPr txBox="1"/>
          <p:nvPr/>
        </p:nvSpPr>
        <p:spPr>
          <a:xfrm>
            <a:off x="711200" y="636016"/>
            <a:ext cx="710184" cy="2206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00" b="1" kern="0" spc="144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存書流</a:t>
            </a:r>
            <a:r>
              <a:rPr lang="zh-TW" altLang="en-US" sz="12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程</a:t>
            </a:r>
            <a:endParaRPr lang="zh-TW" sz="1200"/>
          </a:p>
        </p:txBody>
      </p:sp>
      <p:sp>
        <p:nvSpPr>
          <p:cNvPr id="118" name="!!circle-6rk"/>
          <p:cNvSpPr/>
          <p:nvPr/>
        </p:nvSpPr>
        <p:spPr>
          <a:xfrm>
            <a:off x="1568450" y="730250"/>
            <a:ext cx="63500" cy="63500"/>
          </a:xfrm>
          <a:prstGeom prst="ellipse">
            <a:avLst/>
          </a:prstGeom>
          <a:solidFill>
            <a:srgbClr val="E3E7EA"/>
          </a:solidFill>
          <a:ln>
            <a:noFill/>
          </a:ln>
        </p:spPr>
      </p:sp>
      <p:sp>
        <p:nvSpPr>
          <p:cNvPr id="119" name="!!circle-6rl"/>
          <p:cNvSpPr/>
          <p:nvPr/>
        </p:nvSpPr>
        <p:spPr>
          <a:xfrm>
            <a:off x="1568450" y="730250"/>
            <a:ext cx="63500" cy="63500"/>
          </a:xfrm>
          <a:prstGeom prst="ellipse">
            <a:avLst/>
          </a:prstGeom>
          <a:solidFill>
            <a:srgbClr val="627D8D"/>
          </a:solidFill>
          <a:ln>
            <a:noFill/>
          </a:ln>
        </p:spPr>
      </p:sp>
      <p:sp>
        <p:nvSpPr>
          <p:cNvPr id="120" name="!!circle-6rq"/>
          <p:cNvSpPr/>
          <p:nvPr/>
        </p:nvSpPr>
        <p:spPr>
          <a:xfrm>
            <a:off x="1733550" y="730250"/>
            <a:ext cx="63500" cy="63500"/>
          </a:xfrm>
          <a:prstGeom prst="ellipse">
            <a:avLst/>
          </a:prstGeom>
          <a:solidFill>
            <a:srgbClr val="E3E7EA"/>
          </a:solidFill>
          <a:ln>
            <a:noFill/>
          </a:ln>
        </p:spPr>
      </p:sp>
      <p:sp>
        <p:nvSpPr>
          <p:cNvPr id="121" name="!!circle-6rw"/>
          <p:cNvSpPr/>
          <p:nvPr/>
        </p:nvSpPr>
        <p:spPr>
          <a:xfrm>
            <a:off x="1898650" y="730250"/>
            <a:ext cx="63500" cy="63500"/>
          </a:xfrm>
          <a:prstGeom prst="ellipse">
            <a:avLst/>
          </a:prstGeom>
          <a:solidFill>
            <a:srgbClr val="E3E7EA"/>
          </a:solidFill>
          <a:ln>
            <a:noFill/>
          </a:ln>
        </p:spPr>
      </p:sp>
      <p:sp>
        <p:nvSpPr>
          <p:cNvPr id="122" name="!!circle-6s2"/>
          <p:cNvSpPr/>
          <p:nvPr/>
        </p:nvSpPr>
        <p:spPr>
          <a:xfrm>
            <a:off x="2063750" y="730250"/>
            <a:ext cx="63500" cy="63500"/>
          </a:xfrm>
          <a:prstGeom prst="ellipse">
            <a:avLst/>
          </a:prstGeom>
          <a:solidFill>
            <a:srgbClr val="E3E7EA"/>
          </a:solidFill>
          <a:ln>
            <a:noFill/>
          </a:ln>
        </p:spPr>
      </p:sp>
      <p:sp>
        <p:nvSpPr>
          <p:cNvPr id="123" name="!!text-6se" descr="01"/>
          <p:cNvSpPr txBox="1"/>
          <p:nvPr/>
        </p:nvSpPr>
        <p:spPr>
          <a:xfrm>
            <a:off x="698500" y="904748"/>
            <a:ext cx="619963" cy="66202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3600" kern="0" dirty="0">
                <a:solidFill>
                  <a:srgbClr val="627D8D"/>
                </a:solidFill>
                <a:latin typeface="Noto Sans TC ExtraLight"/>
                <a:ea typeface="Noto Sans TC ExtraLight"/>
                <a:cs typeface="Noto Sans TC ExtraLight"/>
              </a:rPr>
              <a:t>01</a:t>
            </a:r>
            <a:endParaRPr lang="zh-TW" sz="3600"/>
          </a:p>
        </p:txBody>
      </p:sp>
      <p:sp>
        <p:nvSpPr>
          <p:cNvPr id="124" name="!!text-6sh" descr="掃碼"/>
          <p:cNvSpPr txBox="1"/>
          <p:nvPr/>
        </p:nvSpPr>
        <p:spPr>
          <a:xfrm>
            <a:off x="1321003" y="904748"/>
            <a:ext cx="1051560" cy="66202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3600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掃碼</a:t>
            </a:r>
            <a:endParaRPr lang="zh-TW" sz="3600"/>
          </a:p>
        </p:txBody>
      </p:sp>
      <p:sp>
        <p:nvSpPr>
          <p:cNvPr id="125" name="!!text-6so" descr="QR Code 約每 30 秒更新，每組只能使用一次。"/>
          <p:cNvSpPr txBox="1"/>
          <p:nvPr/>
        </p:nvSpPr>
        <p:spPr>
          <a:xfrm>
            <a:off x="698500" y="1620520"/>
            <a:ext cx="4039934" cy="27584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500" kern="0" dirty="0">
                <a:solidFill>
                  <a:srgbClr val="3F4A54"/>
                </a:solidFill>
                <a:latin typeface="Noto Sans TC Medium"/>
                <a:ea typeface="Noto Sans TC Medium"/>
                <a:cs typeface="Noto Sans TC Medium"/>
              </a:rPr>
              <a:t>QR Code 約每 30 秒更新，每組只能使用一次。</a:t>
            </a:r>
            <a:endParaRPr lang="zh-TW" sz="1500"/>
          </a:p>
        </p:txBody>
      </p:sp>
      <p:sp>
        <p:nvSpPr>
          <p:cNvPr id="126" name="!!rect-70h"/>
          <p:cNvSpPr/>
          <p:nvPr/>
        </p:nvSpPr>
        <p:spPr>
          <a:xfrm>
            <a:off x="8521700" y="660400"/>
            <a:ext cx="2933700" cy="6121400"/>
          </a:xfrm>
          <a:prstGeom prst="roundRect">
            <a:avLst>
              <a:gd name="adj" fmla="val 18020"/>
            </a:avLst>
          </a:prstGeom>
          <a:solidFill>
            <a:srgbClr val="0B1A26">
              <a:alpha val="30000"/>
            </a:srgbClr>
          </a:solidFill>
          <a:ln>
            <a:noFill/>
          </a:ln>
          <a:effectLst>
            <a:softEdge rad="474980"/>
          </a:effectLst>
        </p:spPr>
      </p:sp>
      <p:sp>
        <p:nvSpPr>
          <p:cNvPr id="127" name="!!rect-70i"/>
          <p:cNvSpPr/>
          <p:nvPr/>
        </p:nvSpPr>
        <p:spPr>
          <a:xfrm>
            <a:off x="8591550" y="527050"/>
            <a:ext cx="2794000" cy="5829300"/>
          </a:xfrm>
          <a:prstGeom prst="roundRect">
            <a:avLst>
              <a:gd name="adj" fmla="val 16825"/>
            </a:avLst>
          </a:prstGeom>
          <a:solidFill>
            <a:srgbClr val="0B1A26">
              <a:alpha val="16000"/>
            </a:srgbClr>
          </a:solidFill>
          <a:ln>
            <a:noFill/>
          </a:ln>
          <a:effectLst>
            <a:softEdge rad="125730"/>
          </a:effectLst>
        </p:spPr>
      </p:sp>
      <p:sp>
        <p:nvSpPr>
          <p:cNvPr id="128" name="!!rect-70j"/>
          <p:cNvSpPr/>
          <p:nvPr/>
        </p:nvSpPr>
        <p:spPr>
          <a:xfrm>
            <a:off x="8590280" y="1676400"/>
            <a:ext cx="31750" cy="2159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129" name="!!rect-70k"/>
          <p:cNvSpPr/>
          <p:nvPr/>
        </p:nvSpPr>
        <p:spPr>
          <a:xfrm>
            <a:off x="8590280" y="2108200"/>
            <a:ext cx="31750" cy="4064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130" name="!!rect-70l"/>
          <p:cNvSpPr/>
          <p:nvPr/>
        </p:nvSpPr>
        <p:spPr>
          <a:xfrm>
            <a:off x="8590280" y="2603500"/>
            <a:ext cx="31750" cy="4064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131" name="!!rect-70m"/>
          <p:cNvSpPr/>
          <p:nvPr/>
        </p:nvSpPr>
        <p:spPr>
          <a:xfrm>
            <a:off x="11355070" y="2260600"/>
            <a:ext cx="31750" cy="6350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132" name="!!rect-70n"/>
          <p:cNvSpPr/>
          <p:nvPr/>
        </p:nvSpPr>
        <p:spPr>
          <a:xfrm>
            <a:off x="11357610" y="4114800"/>
            <a:ext cx="25400" cy="419100"/>
          </a:xfrm>
          <a:prstGeom prst="roundRect">
            <a:avLst>
              <a:gd name="adj" fmla="val 50000"/>
            </a:avLst>
          </a:prstGeom>
          <a:solidFill>
            <a:srgbClr val="8795A0"/>
          </a:solidFill>
          <a:ln>
            <a:noFill/>
          </a:ln>
        </p:spPr>
      </p:sp>
      <p:sp>
        <p:nvSpPr>
          <p:cNvPr id="133" name="!!rect-70o"/>
          <p:cNvSpPr/>
          <p:nvPr/>
        </p:nvSpPr>
        <p:spPr>
          <a:xfrm>
            <a:off x="8610600" y="508000"/>
            <a:ext cx="2755900" cy="5753100"/>
          </a:xfrm>
          <a:prstGeom prst="roundRect">
            <a:avLst>
              <a:gd name="adj" fmla="val 16359"/>
            </a:avLst>
          </a:prstGeom>
          <a:gradFill rotWithShape="1">
            <a:gsLst>
              <a:gs pos="0">
                <a:srgbClr val="FBFCFD"/>
              </a:gs>
              <a:gs pos="18000">
                <a:srgbClr val="DDE5EB"/>
              </a:gs>
              <a:gs pos="46000">
                <a:srgbClr val="B4C2CC"/>
              </a:gs>
              <a:gs pos="62000">
                <a:srgbClr val="D3DCE3"/>
              </a:gs>
              <a:gs pos="84000">
                <a:srgbClr val="A9B8C3"/>
              </a:gs>
              <a:gs pos="100000">
                <a:srgbClr val="E8EEF2"/>
              </a:gs>
              <a:gs pos="100000">
                <a:srgbClr val="E8EEF2"/>
              </a:gs>
            </a:gsLst>
            <a:lin ang="3864255" scaled="0"/>
          </a:gradFill>
          <a:ln>
            <a:noFill/>
          </a:ln>
        </p:spPr>
      </p:sp>
      <p:sp>
        <p:nvSpPr>
          <p:cNvPr id="134" name="!!rect-70p"/>
          <p:cNvSpPr/>
          <p:nvPr/>
        </p:nvSpPr>
        <p:spPr>
          <a:xfrm>
            <a:off x="8614410" y="511810"/>
            <a:ext cx="2748280" cy="5745480"/>
          </a:xfrm>
          <a:prstGeom prst="roundRect">
            <a:avLst>
              <a:gd name="adj" fmla="val 16266"/>
            </a:avLst>
          </a:prstGeom>
          <a:noFill/>
          <a:ln w="7620" cap="flat">
            <a:solidFill>
              <a:srgbClr val="7F8F9B">
                <a:alpha val="55000"/>
              </a:srgbClr>
            </a:solidFill>
            <a:prstDash val="solid"/>
            <a:miter lim="800000"/>
          </a:ln>
        </p:spPr>
      </p:sp>
      <p:sp>
        <p:nvSpPr>
          <p:cNvPr id="135" name="!!rect-70q"/>
          <p:cNvSpPr/>
          <p:nvPr/>
        </p:nvSpPr>
        <p:spPr>
          <a:xfrm>
            <a:off x="8637270" y="534670"/>
            <a:ext cx="2702560" cy="5699760"/>
          </a:xfrm>
          <a:prstGeom prst="roundRect">
            <a:avLst>
              <a:gd name="adj" fmla="val 15695"/>
            </a:avLst>
          </a:prstGeom>
          <a:noFill/>
          <a:ln w="8890" cap="flat">
            <a:solidFill>
              <a:srgbClr val="FFFFFF">
                <a:alpha val="75000"/>
              </a:srgbClr>
            </a:solidFill>
            <a:prstDash val="solid"/>
            <a:miter lim="800000"/>
          </a:ln>
        </p:spPr>
      </p:sp>
      <p:sp>
        <p:nvSpPr>
          <p:cNvPr id="136" name="!!rect-70r"/>
          <p:cNvSpPr/>
          <p:nvPr/>
        </p:nvSpPr>
        <p:spPr>
          <a:xfrm>
            <a:off x="8664575" y="561975"/>
            <a:ext cx="2647950" cy="5645150"/>
          </a:xfrm>
          <a:prstGeom prst="roundRect">
            <a:avLst>
              <a:gd name="adj" fmla="val 14988"/>
            </a:avLst>
          </a:prstGeom>
          <a:solidFill>
            <a:srgbClr val="050608"/>
          </a:solidFill>
          <a:ln>
            <a:noFill/>
          </a:ln>
        </p:spPr>
      </p:sp>
      <p:sp>
        <p:nvSpPr>
          <p:cNvPr id="137" name="!!rect-70t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solidFill>
            <a:srgbClr val="F3F5F7"/>
          </a:solidFill>
          <a:ln>
            <a:noFill/>
          </a:ln>
        </p:spPr>
      </p:sp>
      <p:sp>
        <p:nvSpPr>
          <p:cNvPr id="138" name="!!rect-70w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139" name="!!rect-717"/>
          <p:cNvSpPr/>
          <p:nvPr/>
        </p:nvSpPr>
        <p:spPr>
          <a:xfrm>
            <a:off x="8712200" y="1149350"/>
            <a:ext cx="2552700" cy="5010150"/>
          </a:xfrm>
          <a:prstGeom prst="rect">
            <a:avLst/>
          </a:prstGeom>
          <a:gradFill rotWithShape="1">
            <a:gsLst>
              <a:gs pos="0">
                <a:srgbClr val="F1F4F6"/>
              </a:gs>
              <a:gs pos="100000">
                <a:srgbClr val="D9E0E5"/>
              </a:gs>
            </a:gsLst>
            <a:lin ang="5400000" scaled="0"/>
          </a:gradFill>
          <a:ln>
            <a:noFill/>
          </a:ln>
        </p:spPr>
      </p:sp>
      <p:sp>
        <p:nvSpPr>
          <p:cNvPr id="140" name="!!rect-719"/>
          <p:cNvSpPr/>
          <p:nvPr/>
        </p:nvSpPr>
        <p:spPr>
          <a:xfrm>
            <a:off x="9038590" y="2446020"/>
            <a:ext cx="1899920" cy="2458720"/>
          </a:xfrm>
          <a:prstGeom prst="roundRect">
            <a:avLst>
              <a:gd name="adj" fmla="val 6618"/>
            </a:avLst>
          </a:prstGeom>
          <a:solidFill>
            <a:srgbClr val="20282F"/>
          </a:solidFill>
          <a:ln>
            <a:noFill/>
          </a:ln>
        </p:spPr>
      </p:sp>
      <p:sp>
        <p:nvSpPr>
          <p:cNvPr id="141" name="!!rect-71a"/>
          <p:cNvSpPr/>
          <p:nvPr/>
        </p:nvSpPr>
        <p:spPr>
          <a:xfrm>
            <a:off x="9150350" y="2557780"/>
            <a:ext cx="1676400" cy="2235200"/>
          </a:xfrm>
          <a:prstGeom prst="roundRect">
            <a:avLst>
              <a:gd name="adj" fmla="val 2500"/>
            </a:avLst>
          </a:prstGeom>
          <a:solidFill>
            <a:srgbClr val="0E1318"/>
          </a:solidFill>
          <a:ln>
            <a:noFill/>
          </a:ln>
        </p:spPr>
      </p:sp>
      <p:sp>
        <p:nvSpPr>
          <p:cNvPr id="142" name="!!rect-71b"/>
          <p:cNvSpPr/>
          <p:nvPr/>
        </p:nvSpPr>
        <p:spPr>
          <a:xfrm>
            <a:off x="9150350" y="2557780"/>
            <a:ext cx="1676400" cy="195580"/>
          </a:xfrm>
          <a:prstGeom prst="rect">
            <a:avLst/>
          </a:prstGeom>
          <a:solidFill>
            <a:srgbClr val="18212A"/>
          </a:solidFill>
          <a:ln>
            <a:noFill/>
          </a:ln>
        </p:spPr>
      </p:sp>
      <p:sp>
        <p:nvSpPr>
          <p:cNvPr id="143" name="!!circle-71c"/>
          <p:cNvSpPr/>
          <p:nvPr/>
        </p:nvSpPr>
        <p:spPr>
          <a:xfrm>
            <a:off x="10701020" y="2627630"/>
            <a:ext cx="55880" cy="55880"/>
          </a:xfrm>
          <a:prstGeom prst="ellipse">
            <a:avLst/>
          </a:prstGeom>
          <a:solidFill>
            <a:srgbClr val="3CCF8E"/>
          </a:solidFill>
          <a:ln>
            <a:noFill/>
          </a:ln>
        </p:spPr>
      </p:sp>
      <p:sp>
        <p:nvSpPr>
          <p:cNvPr id="144" name="!!rect-71d"/>
          <p:cNvSpPr/>
          <p:nvPr/>
        </p:nvSpPr>
        <p:spPr>
          <a:xfrm>
            <a:off x="9290050" y="2823210"/>
            <a:ext cx="1397000" cy="139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45" name="!!path-71e"/>
          <p:cNvSpPr/>
          <p:nvPr/>
        </p:nvSpPr>
        <p:spPr>
          <a:xfrm>
            <a:off x="9464675" y="2997835"/>
            <a:ext cx="1047750" cy="1047750"/>
          </a:xfrm>
          <a:custGeom>
            <a:avLst/>
            <a:gdLst/>
            <a:ahLst/>
            <a:cxnLst/>
            <a:rect l="l" t="t" r="r" b="b"/>
            <a:pathLst>
              <a:path w="1047750" h="1047750">
                <a:moveTo>
                  <a:pt x="0" y="0"/>
                </a:moveTo>
                <a:lnTo>
                  <a:pt x="293370" y="0"/>
                </a:lnTo>
                <a:lnTo>
                  <a:pt x="293370" y="41910"/>
                </a:lnTo>
                <a:lnTo>
                  <a:pt x="0" y="41910"/>
                </a:lnTo>
                <a:close/>
                <a:moveTo>
                  <a:pt x="419100" y="0"/>
                </a:moveTo>
                <a:lnTo>
                  <a:pt x="461010" y="0"/>
                </a:lnTo>
                <a:lnTo>
                  <a:pt x="461010" y="41910"/>
                </a:lnTo>
                <a:lnTo>
                  <a:pt x="419100" y="41910"/>
                </a:lnTo>
                <a:close/>
                <a:moveTo>
                  <a:pt x="544830" y="0"/>
                </a:moveTo>
                <a:lnTo>
                  <a:pt x="586740" y="0"/>
                </a:lnTo>
                <a:lnTo>
                  <a:pt x="586740" y="41910"/>
                </a:lnTo>
                <a:lnTo>
                  <a:pt x="544830" y="41910"/>
                </a:lnTo>
                <a:close/>
                <a:moveTo>
                  <a:pt x="670560" y="0"/>
                </a:moveTo>
                <a:lnTo>
                  <a:pt x="712470" y="0"/>
                </a:lnTo>
                <a:lnTo>
                  <a:pt x="712470" y="41910"/>
                </a:lnTo>
                <a:lnTo>
                  <a:pt x="670560" y="41910"/>
                </a:lnTo>
                <a:close/>
                <a:moveTo>
                  <a:pt x="754380" y="0"/>
                </a:moveTo>
                <a:lnTo>
                  <a:pt x="1047750" y="0"/>
                </a:lnTo>
                <a:lnTo>
                  <a:pt x="1047750" y="41910"/>
                </a:lnTo>
                <a:lnTo>
                  <a:pt x="754380" y="41910"/>
                </a:lnTo>
                <a:close/>
                <a:moveTo>
                  <a:pt x="0" y="41910"/>
                </a:moveTo>
                <a:lnTo>
                  <a:pt x="41910" y="41910"/>
                </a:lnTo>
                <a:lnTo>
                  <a:pt x="41910" y="83820"/>
                </a:lnTo>
                <a:lnTo>
                  <a:pt x="0" y="83820"/>
                </a:lnTo>
                <a:close/>
                <a:moveTo>
                  <a:pt x="251460" y="41910"/>
                </a:moveTo>
                <a:lnTo>
                  <a:pt x="293370" y="41910"/>
                </a:lnTo>
                <a:lnTo>
                  <a:pt x="293370" y="83820"/>
                </a:lnTo>
                <a:lnTo>
                  <a:pt x="251460" y="83820"/>
                </a:lnTo>
                <a:close/>
                <a:moveTo>
                  <a:pt x="377190" y="41910"/>
                </a:moveTo>
                <a:lnTo>
                  <a:pt x="670560" y="41910"/>
                </a:lnTo>
                <a:lnTo>
                  <a:pt x="670560" y="83820"/>
                </a:lnTo>
                <a:lnTo>
                  <a:pt x="377190" y="83820"/>
                </a:lnTo>
                <a:close/>
                <a:moveTo>
                  <a:pt x="754380" y="41910"/>
                </a:moveTo>
                <a:lnTo>
                  <a:pt x="796290" y="41910"/>
                </a:lnTo>
                <a:lnTo>
                  <a:pt x="796290" y="83820"/>
                </a:lnTo>
                <a:lnTo>
                  <a:pt x="754380" y="83820"/>
                </a:lnTo>
                <a:close/>
                <a:moveTo>
                  <a:pt x="1005840" y="41910"/>
                </a:moveTo>
                <a:lnTo>
                  <a:pt x="1047750" y="41910"/>
                </a:lnTo>
                <a:lnTo>
                  <a:pt x="1047750" y="83820"/>
                </a:lnTo>
                <a:lnTo>
                  <a:pt x="1005840" y="83820"/>
                </a:lnTo>
                <a:close/>
                <a:moveTo>
                  <a:pt x="0" y="83820"/>
                </a:moveTo>
                <a:lnTo>
                  <a:pt x="41910" y="83820"/>
                </a:lnTo>
                <a:lnTo>
                  <a:pt x="41910" y="125730"/>
                </a:lnTo>
                <a:lnTo>
                  <a:pt x="0" y="125730"/>
                </a:lnTo>
                <a:close/>
                <a:moveTo>
                  <a:pt x="83820" y="83820"/>
                </a:moveTo>
                <a:lnTo>
                  <a:pt x="209550" y="83820"/>
                </a:lnTo>
                <a:lnTo>
                  <a:pt x="209550" y="125730"/>
                </a:lnTo>
                <a:lnTo>
                  <a:pt x="83820" y="125730"/>
                </a:lnTo>
                <a:close/>
                <a:moveTo>
                  <a:pt x="251460" y="83820"/>
                </a:moveTo>
                <a:lnTo>
                  <a:pt x="293370" y="83820"/>
                </a:lnTo>
                <a:lnTo>
                  <a:pt x="293370" y="125730"/>
                </a:lnTo>
                <a:lnTo>
                  <a:pt x="251460" y="125730"/>
                </a:lnTo>
                <a:close/>
                <a:moveTo>
                  <a:pt x="419100" y="83820"/>
                </a:moveTo>
                <a:lnTo>
                  <a:pt x="461010" y="83820"/>
                </a:lnTo>
                <a:lnTo>
                  <a:pt x="461010" y="125730"/>
                </a:lnTo>
                <a:lnTo>
                  <a:pt x="419100" y="125730"/>
                </a:lnTo>
                <a:close/>
                <a:moveTo>
                  <a:pt x="502920" y="83820"/>
                </a:moveTo>
                <a:lnTo>
                  <a:pt x="586740" y="83820"/>
                </a:lnTo>
                <a:lnTo>
                  <a:pt x="586740" y="125730"/>
                </a:lnTo>
                <a:lnTo>
                  <a:pt x="502920" y="125730"/>
                </a:lnTo>
                <a:close/>
                <a:moveTo>
                  <a:pt x="670560" y="83820"/>
                </a:moveTo>
                <a:lnTo>
                  <a:pt x="712470" y="83820"/>
                </a:lnTo>
                <a:lnTo>
                  <a:pt x="712470" y="125730"/>
                </a:lnTo>
                <a:lnTo>
                  <a:pt x="670560" y="125730"/>
                </a:lnTo>
                <a:close/>
                <a:moveTo>
                  <a:pt x="754380" y="83820"/>
                </a:moveTo>
                <a:lnTo>
                  <a:pt x="796290" y="83820"/>
                </a:lnTo>
                <a:lnTo>
                  <a:pt x="796290" y="125730"/>
                </a:lnTo>
                <a:lnTo>
                  <a:pt x="754380" y="125730"/>
                </a:lnTo>
                <a:close/>
                <a:moveTo>
                  <a:pt x="838200" y="83820"/>
                </a:moveTo>
                <a:lnTo>
                  <a:pt x="963930" y="83820"/>
                </a:lnTo>
                <a:lnTo>
                  <a:pt x="963930" y="125730"/>
                </a:lnTo>
                <a:lnTo>
                  <a:pt x="838200" y="125730"/>
                </a:lnTo>
                <a:close/>
                <a:moveTo>
                  <a:pt x="1005840" y="83820"/>
                </a:moveTo>
                <a:lnTo>
                  <a:pt x="1047750" y="83820"/>
                </a:lnTo>
                <a:lnTo>
                  <a:pt x="1047750" y="125730"/>
                </a:lnTo>
                <a:lnTo>
                  <a:pt x="1005840" y="125730"/>
                </a:lnTo>
                <a:close/>
                <a:moveTo>
                  <a:pt x="0" y="125730"/>
                </a:moveTo>
                <a:lnTo>
                  <a:pt x="41910" y="125730"/>
                </a:lnTo>
                <a:lnTo>
                  <a:pt x="41910" y="167640"/>
                </a:lnTo>
                <a:lnTo>
                  <a:pt x="0" y="167640"/>
                </a:lnTo>
                <a:close/>
                <a:moveTo>
                  <a:pt x="83820" y="125730"/>
                </a:moveTo>
                <a:lnTo>
                  <a:pt x="209550" y="125730"/>
                </a:lnTo>
                <a:lnTo>
                  <a:pt x="209550" y="167640"/>
                </a:lnTo>
                <a:lnTo>
                  <a:pt x="83820" y="167640"/>
                </a:lnTo>
                <a:close/>
                <a:moveTo>
                  <a:pt x="251460" y="125730"/>
                </a:moveTo>
                <a:lnTo>
                  <a:pt x="293370" y="125730"/>
                </a:lnTo>
                <a:lnTo>
                  <a:pt x="293370" y="167640"/>
                </a:lnTo>
                <a:lnTo>
                  <a:pt x="251460" y="167640"/>
                </a:lnTo>
                <a:close/>
                <a:moveTo>
                  <a:pt x="377190" y="125730"/>
                </a:moveTo>
                <a:lnTo>
                  <a:pt x="419100" y="125730"/>
                </a:lnTo>
                <a:lnTo>
                  <a:pt x="419100" y="167640"/>
                </a:lnTo>
                <a:lnTo>
                  <a:pt x="377190" y="167640"/>
                </a:lnTo>
                <a:close/>
                <a:moveTo>
                  <a:pt x="544830" y="125730"/>
                </a:moveTo>
                <a:lnTo>
                  <a:pt x="670560" y="125730"/>
                </a:lnTo>
                <a:lnTo>
                  <a:pt x="670560" y="167640"/>
                </a:lnTo>
                <a:lnTo>
                  <a:pt x="544830" y="167640"/>
                </a:lnTo>
                <a:close/>
                <a:moveTo>
                  <a:pt x="754380" y="125730"/>
                </a:moveTo>
                <a:lnTo>
                  <a:pt x="796290" y="125730"/>
                </a:lnTo>
                <a:lnTo>
                  <a:pt x="796290" y="167640"/>
                </a:lnTo>
                <a:lnTo>
                  <a:pt x="754380" y="167640"/>
                </a:lnTo>
                <a:close/>
                <a:moveTo>
                  <a:pt x="838200" y="125730"/>
                </a:moveTo>
                <a:lnTo>
                  <a:pt x="963930" y="125730"/>
                </a:lnTo>
                <a:lnTo>
                  <a:pt x="963930" y="167640"/>
                </a:lnTo>
                <a:lnTo>
                  <a:pt x="838200" y="167640"/>
                </a:lnTo>
                <a:close/>
                <a:moveTo>
                  <a:pt x="1005840" y="125730"/>
                </a:moveTo>
                <a:lnTo>
                  <a:pt x="1047750" y="125730"/>
                </a:lnTo>
                <a:lnTo>
                  <a:pt x="1047750" y="167640"/>
                </a:lnTo>
                <a:lnTo>
                  <a:pt x="1005840" y="167640"/>
                </a:lnTo>
                <a:close/>
                <a:moveTo>
                  <a:pt x="0" y="167640"/>
                </a:moveTo>
                <a:lnTo>
                  <a:pt x="41910" y="167640"/>
                </a:lnTo>
                <a:lnTo>
                  <a:pt x="41910" y="209550"/>
                </a:lnTo>
                <a:lnTo>
                  <a:pt x="0" y="209550"/>
                </a:lnTo>
                <a:close/>
                <a:moveTo>
                  <a:pt x="83820" y="167640"/>
                </a:moveTo>
                <a:lnTo>
                  <a:pt x="209550" y="167640"/>
                </a:lnTo>
                <a:lnTo>
                  <a:pt x="209550" y="209550"/>
                </a:lnTo>
                <a:lnTo>
                  <a:pt x="83820" y="209550"/>
                </a:lnTo>
                <a:close/>
                <a:moveTo>
                  <a:pt x="251460" y="167640"/>
                </a:moveTo>
                <a:lnTo>
                  <a:pt x="293370" y="167640"/>
                </a:lnTo>
                <a:lnTo>
                  <a:pt x="293370" y="209550"/>
                </a:lnTo>
                <a:lnTo>
                  <a:pt x="251460" y="209550"/>
                </a:lnTo>
                <a:close/>
                <a:moveTo>
                  <a:pt x="419100" y="167640"/>
                </a:moveTo>
                <a:lnTo>
                  <a:pt x="461010" y="167640"/>
                </a:lnTo>
                <a:lnTo>
                  <a:pt x="461010" y="209550"/>
                </a:lnTo>
                <a:lnTo>
                  <a:pt x="419100" y="209550"/>
                </a:lnTo>
                <a:close/>
                <a:moveTo>
                  <a:pt x="544830" y="167640"/>
                </a:moveTo>
                <a:lnTo>
                  <a:pt x="628650" y="167640"/>
                </a:lnTo>
                <a:lnTo>
                  <a:pt x="628650" y="209550"/>
                </a:lnTo>
                <a:lnTo>
                  <a:pt x="544830" y="209550"/>
                </a:lnTo>
                <a:close/>
                <a:moveTo>
                  <a:pt x="670560" y="167640"/>
                </a:moveTo>
                <a:lnTo>
                  <a:pt x="712470" y="167640"/>
                </a:lnTo>
                <a:lnTo>
                  <a:pt x="712470" y="209550"/>
                </a:lnTo>
                <a:lnTo>
                  <a:pt x="670560" y="209550"/>
                </a:lnTo>
                <a:close/>
                <a:moveTo>
                  <a:pt x="754380" y="167640"/>
                </a:moveTo>
                <a:lnTo>
                  <a:pt x="796290" y="167640"/>
                </a:lnTo>
                <a:lnTo>
                  <a:pt x="796290" y="209550"/>
                </a:lnTo>
                <a:lnTo>
                  <a:pt x="754380" y="209550"/>
                </a:lnTo>
                <a:close/>
                <a:moveTo>
                  <a:pt x="838200" y="167640"/>
                </a:moveTo>
                <a:lnTo>
                  <a:pt x="963930" y="167640"/>
                </a:lnTo>
                <a:lnTo>
                  <a:pt x="963930" y="209550"/>
                </a:lnTo>
                <a:lnTo>
                  <a:pt x="838200" y="209550"/>
                </a:lnTo>
                <a:close/>
                <a:moveTo>
                  <a:pt x="1005840" y="167640"/>
                </a:moveTo>
                <a:lnTo>
                  <a:pt x="1047750" y="167640"/>
                </a:lnTo>
                <a:lnTo>
                  <a:pt x="1047750" y="209550"/>
                </a:lnTo>
                <a:lnTo>
                  <a:pt x="1005840" y="209550"/>
                </a:lnTo>
                <a:close/>
                <a:moveTo>
                  <a:pt x="0" y="209550"/>
                </a:moveTo>
                <a:lnTo>
                  <a:pt x="41910" y="209550"/>
                </a:lnTo>
                <a:lnTo>
                  <a:pt x="41910" y="251460"/>
                </a:lnTo>
                <a:lnTo>
                  <a:pt x="0" y="251460"/>
                </a:lnTo>
                <a:close/>
                <a:moveTo>
                  <a:pt x="251460" y="209550"/>
                </a:moveTo>
                <a:lnTo>
                  <a:pt x="293370" y="209550"/>
                </a:lnTo>
                <a:lnTo>
                  <a:pt x="293370" y="251460"/>
                </a:lnTo>
                <a:lnTo>
                  <a:pt x="251460" y="251460"/>
                </a:lnTo>
                <a:close/>
                <a:moveTo>
                  <a:pt x="335280" y="209550"/>
                </a:moveTo>
                <a:lnTo>
                  <a:pt x="628650" y="209550"/>
                </a:lnTo>
                <a:lnTo>
                  <a:pt x="628650" y="251460"/>
                </a:lnTo>
                <a:lnTo>
                  <a:pt x="335280" y="251460"/>
                </a:lnTo>
                <a:close/>
                <a:moveTo>
                  <a:pt x="754380" y="209550"/>
                </a:moveTo>
                <a:lnTo>
                  <a:pt x="796290" y="209550"/>
                </a:lnTo>
                <a:lnTo>
                  <a:pt x="796290" y="251460"/>
                </a:lnTo>
                <a:lnTo>
                  <a:pt x="754380" y="251460"/>
                </a:lnTo>
                <a:close/>
                <a:moveTo>
                  <a:pt x="1005840" y="209550"/>
                </a:moveTo>
                <a:lnTo>
                  <a:pt x="1047750" y="209550"/>
                </a:lnTo>
                <a:lnTo>
                  <a:pt x="1047750" y="251460"/>
                </a:lnTo>
                <a:lnTo>
                  <a:pt x="1005840" y="251460"/>
                </a:lnTo>
                <a:close/>
                <a:moveTo>
                  <a:pt x="0" y="251460"/>
                </a:moveTo>
                <a:lnTo>
                  <a:pt x="293370" y="251460"/>
                </a:lnTo>
                <a:lnTo>
                  <a:pt x="293370" y="293370"/>
                </a:lnTo>
                <a:lnTo>
                  <a:pt x="0" y="293370"/>
                </a:lnTo>
                <a:close/>
                <a:moveTo>
                  <a:pt x="335280" y="251460"/>
                </a:moveTo>
                <a:lnTo>
                  <a:pt x="377190" y="251460"/>
                </a:lnTo>
                <a:lnTo>
                  <a:pt x="377190" y="293370"/>
                </a:lnTo>
                <a:lnTo>
                  <a:pt x="335280" y="293370"/>
                </a:lnTo>
                <a:close/>
                <a:moveTo>
                  <a:pt x="419100" y="251460"/>
                </a:moveTo>
                <a:lnTo>
                  <a:pt x="461010" y="251460"/>
                </a:lnTo>
                <a:lnTo>
                  <a:pt x="461010" y="293370"/>
                </a:lnTo>
                <a:lnTo>
                  <a:pt x="419100" y="293370"/>
                </a:lnTo>
                <a:close/>
                <a:moveTo>
                  <a:pt x="502920" y="251460"/>
                </a:moveTo>
                <a:lnTo>
                  <a:pt x="544830" y="251460"/>
                </a:lnTo>
                <a:lnTo>
                  <a:pt x="544830" y="293370"/>
                </a:lnTo>
                <a:lnTo>
                  <a:pt x="502920" y="293370"/>
                </a:lnTo>
                <a:close/>
                <a:moveTo>
                  <a:pt x="586740" y="251460"/>
                </a:moveTo>
                <a:lnTo>
                  <a:pt x="628650" y="251460"/>
                </a:lnTo>
                <a:lnTo>
                  <a:pt x="628650" y="293370"/>
                </a:lnTo>
                <a:lnTo>
                  <a:pt x="586740" y="293370"/>
                </a:lnTo>
                <a:close/>
                <a:moveTo>
                  <a:pt x="670560" y="251460"/>
                </a:moveTo>
                <a:lnTo>
                  <a:pt x="712470" y="251460"/>
                </a:lnTo>
                <a:lnTo>
                  <a:pt x="712470" y="293370"/>
                </a:lnTo>
                <a:lnTo>
                  <a:pt x="670560" y="293370"/>
                </a:lnTo>
                <a:close/>
                <a:moveTo>
                  <a:pt x="754380" y="251460"/>
                </a:moveTo>
                <a:lnTo>
                  <a:pt x="1047750" y="251460"/>
                </a:lnTo>
                <a:lnTo>
                  <a:pt x="1047750" y="293370"/>
                </a:lnTo>
                <a:lnTo>
                  <a:pt x="754380" y="293370"/>
                </a:lnTo>
                <a:close/>
                <a:moveTo>
                  <a:pt x="419100" y="293370"/>
                </a:moveTo>
                <a:lnTo>
                  <a:pt x="544830" y="293370"/>
                </a:lnTo>
                <a:lnTo>
                  <a:pt x="544830" y="335280"/>
                </a:lnTo>
                <a:lnTo>
                  <a:pt x="419100" y="335280"/>
                </a:lnTo>
                <a:close/>
                <a:moveTo>
                  <a:pt x="586740" y="293370"/>
                </a:moveTo>
                <a:lnTo>
                  <a:pt x="628650" y="293370"/>
                </a:lnTo>
                <a:lnTo>
                  <a:pt x="628650" y="335280"/>
                </a:lnTo>
                <a:lnTo>
                  <a:pt x="586740" y="335280"/>
                </a:lnTo>
                <a:close/>
                <a:moveTo>
                  <a:pt x="0" y="335280"/>
                </a:moveTo>
                <a:lnTo>
                  <a:pt x="41910" y="335280"/>
                </a:lnTo>
                <a:lnTo>
                  <a:pt x="41910" y="377190"/>
                </a:lnTo>
                <a:lnTo>
                  <a:pt x="0" y="377190"/>
                </a:lnTo>
                <a:close/>
                <a:moveTo>
                  <a:pt x="125730" y="335280"/>
                </a:moveTo>
                <a:lnTo>
                  <a:pt x="167640" y="335280"/>
                </a:lnTo>
                <a:lnTo>
                  <a:pt x="167640" y="377190"/>
                </a:lnTo>
                <a:lnTo>
                  <a:pt x="125730" y="377190"/>
                </a:lnTo>
                <a:close/>
                <a:moveTo>
                  <a:pt x="209550" y="335280"/>
                </a:moveTo>
                <a:lnTo>
                  <a:pt x="293370" y="335280"/>
                </a:lnTo>
                <a:lnTo>
                  <a:pt x="293370" y="377190"/>
                </a:lnTo>
                <a:lnTo>
                  <a:pt x="209550" y="377190"/>
                </a:lnTo>
                <a:close/>
                <a:moveTo>
                  <a:pt x="335280" y="335280"/>
                </a:moveTo>
                <a:lnTo>
                  <a:pt x="377190" y="335280"/>
                </a:lnTo>
                <a:lnTo>
                  <a:pt x="377190" y="377190"/>
                </a:lnTo>
                <a:lnTo>
                  <a:pt x="335280" y="377190"/>
                </a:lnTo>
                <a:close/>
                <a:moveTo>
                  <a:pt x="419100" y="335280"/>
                </a:moveTo>
                <a:lnTo>
                  <a:pt x="461010" y="335280"/>
                </a:lnTo>
                <a:lnTo>
                  <a:pt x="461010" y="377190"/>
                </a:lnTo>
                <a:lnTo>
                  <a:pt x="419100" y="377190"/>
                </a:lnTo>
                <a:close/>
                <a:moveTo>
                  <a:pt x="502920" y="335280"/>
                </a:moveTo>
                <a:lnTo>
                  <a:pt x="544830" y="335280"/>
                </a:lnTo>
                <a:lnTo>
                  <a:pt x="544830" y="377190"/>
                </a:lnTo>
                <a:lnTo>
                  <a:pt x="502920" y="377190"/>
                </a:lnTo>
                <a:close/>
                <a:moveTo>
                  <a:pt x="628650" y="335280"/>
                </a:moveTo>
                <a:lnTo>
                  <a:pt x="754380" y="335280"/>
                </a:lnTo>
                <a:lnTo>
                  <a:pt x="754380" y="377190"/>
                </a:lnTo>
                <a:lnTo>
                  <a:pt x="628650" y="377190"/>
                </a:lnTo>
                <a:close/>
                <a:moveTo>
                  <a:pt x="796290" y="335280"/>
                </a:moveTo>
                <a:lnTo>
                  <a:pt x="838200" y="335280"/>
                </a:lnTo>
                <a:lnTo>
                  <a:pt x="838200" y="377190"/>
                </a:lnTo>
                <a:lnTo>
                  <a:pt x="796290" y="377190"/>
                </a:lnTo>
                <a:close/>
                <a:moveTo>
                  <a:pt x="41910" y="377190"/>
                </a:moveTo>
                <a:lnTo>
                  <a:pt x="83820" y="377190"/>
                </a:lnTo>
                <a:lnTo>
                  <a:pt x="83820" y="419100"/>
                </a:lnTo>
                <a:lnTo>
                  <a:pt x="41910" y="419100"/>
                </a:lnTo>
                <a:close/>
                <a:moveTo>
                  <a:pt x="125730" y="377190"/>
                </a:moveTo>
                <a:lnTo>
                  <a:pt x="251460" y="377190"/>
                </a:lnTo>
                <a:lnTo>
                  <a:pt x="251460" y="419100"/>
                </a:lnTo>
                <a:lnTo>
                  <a:pt x="125730" y="419100"/>
                </a:lnTo>
                <a:close/>
                <a:moveTo>
                  <a:pt x="293370" y="377190"/>
                </a:moveTo>
                <a:lnTo>
                  <a:pt x="461010" y="377190"/>
                </a:lnTo>
                <a:lnTo>
                  <a:pt x="461010" y="419100"/>
                </a:lnTo>
                <a:lnTo>
                  <a:pt x="293370" y="419100"/>
                </a:lnTo>
                <a:close/>
                <a:moveTo>
                  <a:pt x="502920" y="377190"/>
                </a:moveTo>
                <a:lnTo>
                  <a:pt x="544830" y="377190"/>
                </a:lnTo>
                <a:lnTo>
                  <a:pt x="544830" y="419100"/>
                </a:lnTo>
                <a:lnTo>
                  <a:pt x="502920" y="419100"/>
                </a:lnTo>
                <a:close/>
                <a:moveTo>
                  <a:pt x="586740" y="377190"/>
                </a:moveTo>
                <a:lnTo>
                  <a:pt x="670560" y="377190"/>
                </a:lnTo>
                <a:lnTo>
                  <a:pt x="670560" y="419100"/>
                </a:lnTo>
                <a:lnTo>
                  <a:pt x="586740" y="419100"/>
                </a:lnTo>
                <a:close/>
                <a:moveTo>
                  <a:pt x="712470" y="377190"/>
                </a:moveTo>
                <a:lnTo>
                  <a:pt x="796290" y="377190"/>
                </a:lnTo>
                <a:lnTo>
                  <a:pt x="796290" y="419100"/>
                </a:lnTo>
                <a:lnTo>
                  <a:pt x="712470" y="419100"/>
                </a:lnTo>
                <a:close/>
                <a:moveTo>
                  <a:pt x="1005840" y="377190"/>
                </a:moveTo>
                <a:lnTo>
                  <a:pt x="1047750" y="377190"/>
                </a:lnTo>
                <a:lnTo>
                  <a:pt x="1047750" y="419100"/>
                </a:lnTo>
                <a:lnTo>
                  <a:pt x="1005840" y="419100"/>
                </a:lnTo>
                <a:close/>
                <a:moveTo>
                  <a:pt x="83820" y="419100"/>
                </a:moveTo>
                <a:lnTo>
                  <a:pt x="209550" y="419100"/>
                </a:lnTo>
                <a:lnTo>
                  <a:pt x="209550" y="461010"/>
                </a:lnTo>
                <a:lnTo>
                  <a:pt x="83820" y="461010"/>
                </a:lnTo>
                <a:close/>
                <a:moveTo>
                  <a:pt x="251460" y="419100"/>
                </a:moveTo>
                <a:lnTo>
                  <a:pt x="293370" y="419100"/>
                </a:lnTo>
                <a:lnTo>
                  <a:pt x="293370" y="461010"/>
                </a:lnTo>
                <a:lnTo>
                  <a:pt x="251460" y="461010"/>
                </a:lnTo>
                <a:close/>
                <a:moveTo>
                  <a:pt x="335280" y="419100"/>
                </a:moveTo>
                <a:lnTo>
                  <a:pt x="377190" y="419100"/>
                </a:lnTo>
                <a:lnTo>
                  <a:pt x="377190" y="461010"/>
                </a:lnTo>
                <a:lnTo>
                  <a:pt x="335280" y="461010"/>
                </a:lnTo>
                <a:close/>
                <a:moveTo>
                  <a:pt x="419100" y="419100"/>
                </a:moveTo>
                <a:lnTo>
                  <a:pt x="502920" y="419100"/>
                </a:lnTo>
                <a:lnTo>
                  <a:pt x="502920" y="461010"/>
                </a:lnTo>
                <a:lnTo>
                  <a:pt x="419100" y="461010"/>
                </a:lnTo>
                <a:close/>
                <a:moveTo>
                  <a:pt x="670560" y="419100"/>
                </a:moveTo>
                <a:lnTo>
                  <a:pt x="712470" y="419100"/>
                </a:lnTo>
                <a:lnTo>
                  <a:pt x="712470" y="461010"/>
                </a:lnTo>
                <a:lnTo>
                  <a:pt x="670560" y="461010"/>
                </a:lnTo>
                <a:close/>
                <a:moveTo>
                  <a:pt x="922020" y="419100"/>
                </a:moveTo>
                <a:lnTo>
                  <a:pt x="1047750" y="419100"/>
                </a:lnTo>
                <a:lnTo>
                  <a:pt x="1047750" y="461010"/>
                </a:lnTo>
                <a:lnTo>
                  <a:pt x="922020" y="461010"/>
                </a:lnTo>
                <a:close/>
                <a:moveTo>
                  <a:pt x="0" y="461010"/>
                </a:moveTo>
                <a:lnTo>
                  <a:pt x="125730" y="461010"/>
                </a:lnTo>
                <a:lnTo>
                  <a:pt x="125730" y="502920"/>
                </a:lnTo>
                <a:lnTo>
                  <a:pt x="0" y="502920"/>
                </a:lnTo>
                <a:close/>
                <a:moveTo>
                  <a:pt x="209550" y="461010"/>
                </a:moveTo>
                <a:lnTo>
                  <a:pt x="251460" y="461010"/>
                </a:lnTo>
                <a:lnTo>
                  <a:pt x="251460" y="502920"/>
                </a:lnTo>
                <a:lnTo>
                  <a:pt x="209550" y="502920"/>
                </a:lnTo>
                <a:close/>
                <a:moveTo>
                  <a:pt x="293370" y="461010"/>
                </a:moveTo>
                <a:lnTo>
                  <a:pt x="335280" y="461010"/>
                </a:lnTo>
                <a:lnTo>
                  <a:pt x="335280" y="502920"/>
                </a:lnTo>
                <a:lnTo>
                  <a:pt x="293370" y="502920"/>
                </a:lnTo>
                <a:close/>
                <a:moveTo>
                  <a:pt x="377190" y="461010"/>
                </a:moveTo>
                <a:lnTo>
                  <a:pt x="461010" y="461010"/>
                </a:lnTo>
                <a:lnTo>
                  <a:pt x="461010" y="502920"/>
                </a:lnTo>
                <a:lnTo>
                  <a:pt x="377190" y="502920"/>
                </a:lnTo>
                <a:close/>
                <a:moveTo>
                  <a:pt x="502920" y="461010"/>
                </a:moveTo>
                <a:lnTo>
                  <a:pt x="544830" y="461010"/>
                </a:lnTo>
                <a:lnTo>
                  <a:pt x="544830" y="502920"/>
                </a:lnTo>
                <a:lnTo>
                  <a:pt x="502920" y="502920"/>
                </a:lnTo>
                <a:close/>
                <a:moveTo>
                  <a:pt x="586740" y="461010"/>
                </a:moveTo>
                <a:lnTo>
                  <a:pt x="628650" y="461010"/>
                </a:lnTo>
                <a:lnTo>
                  <a:pt x="628650" y="502920"/>
                </a:lnTo>
                <a:lnTo>
                  <a:pt x="586740" y="502920"/>
                </a:lnTo>
                <a:close/>
                <a:moveTo>
                  <a:pt x="670560" y="461010"/>
                </a:moveTo>
                <a:lnTo>
                  <a:pt x="796290" y="461010"/>
                </a:lnTo>
                <a:lnTo>
                  <a:pt x="796290" y="502920"/>
                </a:lnTo>
                <a:lnTo>
                  <a:pt x="670560" y="502920"/>
                </a:lnTo>
                <a:close/>
                <a:moveTo>
                  <a:pt x="963930" y="461010"/>
                </a:moveTo>
                <a:lnTo>
                  <a:pt x="1005840" y="461010"/>
                </a:lnTo>
                <a:lnTo>
                  <a:pt x="1005840" y="502920"/>
                </a:lnTo>
                <a:lnTo>
                  <a:pt x="963930" y="502920"/>
                </a:lnTo>
                <a:close/>
                <a:moveTo>
                  <a:pt x="0" y="502920"/>
                </a:moveTo>
                <a:lnTo>
                  <a:pt x="41910" y="502920"/>
                </a:lnTo>
                <a:lnTo>
                  <a:pt x="41910" y="544830"/>
                </a:lnTo>
                <a:lnTo>
                  <a:pt x="0" y="544830"/>
                </a:lnTo>
                <a:close/>
                <a:moveTo>
                  <a:pt x="83820" y="502920"/>
                </a:moveTo>
                <a:lnTo>
                  <a:pt x="167640" y="502920"/>
                </a:lnTo>
                <a:lnTo>
                  <a:pt x="167640" y="544830"/>
                </a:lnTo>
                <a:lnTo>
                  <a:pt x="83820" y="544830"/>
                </a:lnTo>
                <a:close/>
                <a:moveTo>
                  <a:pt x="251460" y="502920"/>
                </a:moveTo>
                <a:lnTo>
                  <a:pt x="419100" y="502920"/>
                </a:lnTo>
                <a:lnTo>
                  <a:pt x="419100" y="544830"/>
                </a:lnTo>
                <a:lnTo>
                  <a:pt x="251460" y="544830"/>
                </a:lnTo>
                <a:close/>
                <a:moveTo>
                  <a:pt x="502920" y="502920"/>
                </a:moveTo>
                <a:lnTo>
                  <a:pt x="544830" y="502920"/>
                </a:lnTo>
                <a:lnTo>
                  <a:pt x="544830" y="544830"/>
                </a:lnTo>
                <a:lnTo>
                  <a:pt x="502920" y="544830"/>
                </a:lnTo>
                <a:close/>
                <a:moveTo>
                  <a:pt x="628650" y="502920"/>
                </a:moveTo>
                <a:lnTo>
                  <a:pt x="712470" y="502920"/>
                </a:lnTo>
                <a:lnTo>
                  <a:pt x="712470" y="544830"/>
                </a:lnTo>
                <a:lnTo>
                  <a:pt x="628650" y="544830"/>
                </a:lnTo>
                <a:close/>
                <a:moveTo>
                  <a:pt x="754380" y="502920"/>
                </a:moveTo>
                <a:lnTo>
                  <a:pt x="796290" y="502920"/>
                </a:lnTo>
                <a:lnTo>
                  <a:pt x="796290" y="544830"/>
                </a:lnTo>
                <a:lnTo>
                  <a:pt x="754380" y="544830"/>
                </a:lnTo>
                <a:close/>
                <a:moveTo>
                  <a:pt x="1005840" y="502920"/>
                </a:moveTo>
                <a:lnTo>
                  <a:pt x="1047750" y="502920"/>
                </a:lnTo>
                <a:lnTo>
                  <a:pt x="1047750" y="544830"/>
                </a:lnTo>
                <a:lnTo>
                  <a:pt x="1005840" y="544830"/>
                </a:lnTo>
                <a:close/>
                <a:moveTo>
                  <a:pt x="167640" y="544830"/>
                </a:moveTo>
                <a:lnTo>
                  <a:pt x="209550" y="544830"/>
                </a:lnTo>
                <a:lnTo>
                  <a:pt x="209550" y="586740"/>
                </a:lnTo>
                <a:lnTo>
                  <a:pt x="167640" y="586740"/>
                </a:lnTo>
                <a:close/>
                <a:moveTo>
                  <a:pt x="377190" y="544830"/>
                </a:moveTo>
                <a:lnTo>
                  <a:pt x="419100" y="544830"/>
                </a:lnTo>
                <a:lnTo>
                  <a:pt x="419100" y="586740"/>
                </a:lnTo>
                <a:lnTo>
                  <a:pt x="377190" y="586740"/>
                </a:lnTo>
                <a:close/>
                <a:moveTo>
                  <a:pt x="461010" y="544830"/>
                </a:moveTo>
                <a:lnTo>
                  <a:pt x="544830" y="544830"/>
                </a:lnTo>
                <a:lnTo>
                  <a:pt x="544830" y="586740"/>
                </a:lnTo>
                <a:lnTo>
                  <a:pt x="461010" y="586740"/>
                </a:lnTo>
                <a:close/>
                <a:moveTo>
                  <a:pt x="628650" y="544830"/>
                </a:moveTo>
                <a:lnTo>
                  <a:pt x="670560" y="544830"/>
                </a:lnTo>
                <a:lnTo>
                  <a:pt x="670560" y="586740"/>
                </a:lnTo>
                <a:lnTo>
                  <a:pt x="628650" y="586740"/>
                </a:lnTo>
                <a:close/>
                <a:moveTo>
                  <a:pt x="712470" y="544830"/>
                </a:moveTo>
                <a:lnTo>
                  <a:pt x="838200" y="544830"/>
                </a:lnTo>
                <a:lnTo>
                  <a:pt x="838200" y="586740"/>
                </a:lnTo>
                <a:lnTo>
                  <a:pt x="712470" y="586740"/>
                </a:lnTo>
                <a:close/>
                <a:moveTo>
                  <a:pt x="922020" y="544830"/>
                </a:moveTo>
                <a:lnTo>
                  <a:pt x="1047750" y="544830"/>
                </a:lnTo>
                <a:lnTo>
                  <a:pt x="1047750" y="586740"/>
                </a:lnTo>
                <a:lnTo>
                  <a:pt x="922020" y="586740"/>
                </a:lnTo>
                <a:close/>
                <a:moveTo>
                  <a:pt x="0" y="586740"/>
                </a:moveTo>
                <a:lnTo>
                  <a:pt x="41910" y="586740"/>
                </a:lnTo>
                <a:lnTo>
                  <a:pt x="41910" y="628650"/>
                </a:lnTo>
                <a:lnTo>
                  <a:pt x="0" y="628650"/>
                </a:lnTo>
                <a:close/>
                <a:moveTo>
                  <a:pt x="125730" y="586740"/>
                </a:moveTo>
                <a:lnTo>
                  <a:pt x="419100" y="586740"/>
                </a:lnTo>
                <a:lnTo>
                  <a:pt x="419100" y="628650"/>
                </a:lnTo>
                <a:lnTo>
                  <a:pt x="125730" y="628650"/>
                </a:lnTo>
                <a:close/>
                <a:moveTo>
                  <a:pt x="502920" y="586740"/>
                </a:moveTo>
                <a:lnTo>
                  <a:pt x="544830" y="586740"/>
                </a:lnTo>
                <a:lnTo>
                  <a:pt x="544830" y="628650"/>
                </a:lnTo>
                <a:lnTo>
                  <a:pt x="502920" y="628650"/>
                </a:lnTo>
                <a:close/>
                <a:moveTo>
                  <a:pt x="712470" y="586740"/>
                </a:moveTo>
                <a:lnTo>
                  <a:pt x="963930" y="586740"/>
                </a:lnTo>
                <a:lnTo>
                  <a:pt x="963930" y="628650"/>
                </a:lnTo>
                <a:lnTo>
                  <a:pt x="712470" y="628650"/>
                </a:lnTo>
                <a:close/>
                <a:moveTo>
                  <a:pt x="1005840" y="586740"/>
                </a:moveTo>
                <a:lnTo>
                  <a:pt x="1047750" y="586740"/>
                </a:lnTo>
                <a:lnTo>
                  <a:pt x="1047750" y="628650"/>
                </a:lnTo>
                <a:lnTo>
                  <a:pt x="1005840" y="628650"/>
                </a:lnTo>
                <a:close/>
                <a:moveTo>
                  <a:pt x="41910" y="628650"/>
                </a:moveTo>
                <a:lnTo>
                  <a:pt x="125730" y="628650"/>
                </a:lnTo>
                <a:lnTo>
                  <a:pt x="125730" y="670560"/>
                </a:lnTo>
                <a:lnTo>
                  <a:pt x="41910" y="670560"/>
                </a:lnTo>
                <a:close/>
                <a:moveTo>
                  <a:pt x="293370" y="628650"/>
                </a:moveTo>
                <a:lnTo>
                  <a:pt x="377190" y="628650"/>
                </a:lnTo>
                <a:lnTo>
                  <a:pt x="377190" y="670560"/>
                </a:lnTo>
                <a:lnTo>
                  <a:pt x="293370" y="670560"/>
                </a:lnTo>
                <a:close/>
                <a:moveTo>
                  <a:pt x="502920" y="628650"/>
                </a:moveTo>
                <a:lnTo>
                  <a:pt x="754380" y="628650"/>
                </a:lnTo>
                <a:lnTo>
                  <a:pt x="754380" y="670560"/>
                </a:lnTo>
                <a:lnTo>
                  <a:pt x="502920" y="670560"/>
                </a:lnTo>
                <a:close/>
                <a:moveTo>
                  <a:pt x="838200" y="628650"/>
                </a:moveTo>
                <a:lnTo>
                  <a:pt x="880110" y="628650"/>
                </a:lnTo>
                <a:lnTo>
                  <a:pt x="880110" y="670560"/>
                </a:lnTo>
                <a:lnTo>
                  <a:pt x="838200" y="670560"/>
                </a:lnTo>
                <a:close/>
                <a:moveTo>
                  <a:pt x="1005840" y="628650"/>
                </a:moveTo>
                <a:lnTo>
                  <a:pt x="1047750" y="628650"/>
                </a:lnTo>
                <a:lnTo>
                  <a:pt x="1047750" y="670560"/>
                </a:lnTo>
                <a:lnTo>
                  <a:pt x="1005840" y="670560"/>
                </a:lnTo>
                <a:close/>
                <a:moveTo>
                  <a:pt x="0" y="670560"/>
                </a:moveTo>
                <a:lnTo>
                  <a:pt x="83820" y="670560"/>
                </a:lnTo>
                <a:lnTo>
                  <a:pt x="83820" y="712470"/>
                </a:lnTo>
                <a:lnTo>
                  <a:pt x="0" y="712470"/>
                </a:lnTo>
                <a:close/>
                <a:moveTo>
                  <a:pt x="125730" y="670560"/>
                </a:moveTo>
                <a:lnTo>
                  <a:pt x="293370" y="670560"/>
                </a:lnTo>
                <a:lnTo>
                  <a:pt x="293370" y="712470"/>
                </a:lnTo>
                <a:lnTo>
                  <a:pt x="125730" y="712470"/>
                </a:lnTo>
                <a:close/>
                <a:moveTo>
                  <a:pt x="335280" y="670560"/>
                </a:moveTo>
                <a:lnTo>
                  <a:pt x="377190" y="670560"/>
                </a:lnTo>
                <a:lnTo>
                  <a:pt x="377190" y="712470"/>
                </a:lnTo>
                <a:lnTo>
                  <a:pt x="335280" y="712470"/>
                </a:lnTo>
                <a:close/>
                <a:moveTo>
                  <a:pt x="461010" y="670560"/>
                </a:moveTo>
                <a:lnTo>
                  <a:pt x="502920" y="670560"/>
                </a:lnTo>
                <a:lnTo>
                  <a:pt x="502920" y="712470"/>
                </a:lnTo>
                <a:lnTo>
                  <a:pt x="461010" y="712470"/>
                </a:lnTo>
                <a:close/>
                <a:moveTo>
                  <a:pt x="544830" y="670560"/>
                </a:moveTo>
                <a:lnTo>
                  <a:pt x="880110" y="670560"/>
                </a:lnTo>
                <a:lnTo>
                  <a:pt x="880110" y="712470"/>
                </a:lnTo>
                <a:lnTo>
                  <a:pt x="544830" y="712470"/>
                </a:lnTo>
                <a:close/>
                <a:moveTo>
                  <a:pt x="1005840" y="670560"/>
                </a:moveTo>
                <a:lnTo>
                  <a:pt x="1047750" y="670560"/>
                </a:lnTo>
                <a:lnTo>
                  <a:pt x="1047750" y="712470"/>
                </a:lnTo>
                <a:lnTo>
                  <a:pt x="1005840" y="712470"/>
                </a:lnTo>
                <a:close/>
                <a:moveTo>
                  <a:pt x="335280" y="712470"/>
                </a:moveTo>
                <a:lnTo>
                  <a:pt x="419100" y="712470"/>
                </a:lnTo>
                <a:lnTo>
                  <a:pt x="419100" y="754380"/>
                </a:lnTo>
                <a:lnTo>
                  <a:pt x="335280" y="754380"/>
                </a:lnTo>
                <a:close/>
                <a:moveTo>
                  <a:pt x="628650" y="712470"/>
                </a:moveTo>
                <a:lnTo>
                  <a:pt x="712470" y="712470"/>
                </a:lnTo>
                <a:lnTo>
                  <a:pt x="712470" y="754380"/>
                </a:lnTo>
                <a:lnTo>
                  <a:pt x="628650" y="754380"/>
                </a:lnTo>
                <a:close/>
                <a:moveTo>
                  <a:pt x="838200" y="712470"/>
                </a:moveTo>
                <a:lnTo>
                  <a:pt x="880110" y="712470"/>
                </a:lnTo>
                <a:lnTo>
                  <a:pt x="880110" y="754380"/>
                </a:lnTo>
                <a:lnTo>
                  <a:pt x="838200" y="754380"/>
                </a:lnTo>
                <a:close/>
                <a:moveTo>
                  <a:pt x="922020" y="712470"/>
                </a:moveTo>
                <a:lnTo>
                  <a:pt x="1005840" y="712470"/>
                </a:lnTo>
                <a:lnTo>
                  <a:pt x="1005840" y="754380"/>
                </a:lnTo>
                <a:lnTo>
                  <a:pt x="922020" y="754380"/>
                </a:lnTo>
                <a:close/>
                <a:moveTo>
                  <a:pt x="0" y="754380"/>
                </a:moveTo>
                <a:lnTo>
                  <a:pt x="293370" y="754380"/>
                </a:lnTo>
                <a:lnTo>
                  <a:pt x="293370" y="796290"/>
                </a:lnTo>
                <a:lnTo>
                  <a:pt x="0" y="796290"/>
                </a:lnTo>
                <a:close/>
                <a:moveTo>
                  <a:pt x="544830" y="754380"/>
                </a:moveTo>
                <a:lnTo>
                  <a:pt x="586740" y="754380"/>
                </a:lnTo>
                <a:lnTo>
                  <a:pt x="586740" y="796290"/>
                </a:lnTo>
                <a:lnTo>
                  <a:pt x="544830" y="796290"/>
                </a:lnTo>
                <a:close/>
                <a:moveTo>
                  <a:pt x="670560" y="754380"/>
                </a:moveTo>
                <a:lnTo>
                  <a:pt x="712470" y="754380"/>
                </a:lnTo>
                <a:lnTo>
                  <a:pt x="712470" y="796290"/>
                </a:lnTo>
                <a:lnTo>
                  <a:pt x="670560" y="796290"/>
                </a:lnTo>
                <a:close/>
                <a:moveTo>
                  <a:pt x="754380" y="754380"/>
                </a:moveTo>
                <a:lnTo>
                  <a:pt x="796290" y="754380"/>
                </a:lnTo>
                <a:lnTo>
                  <a:pt x="796290" y="796290"/>
                </a:lnTo>
                <a:lnTo>
                  <a:pt x="754380" y="796290"/>
                </a:lnTo>
                <a:close/>
                <a:moveTo>
                  <a:pt x="838200" y="754380"/>
                </a:moveTo>
                <a:lnTo>
                  <a:pt x="1047750" y="754380"/>
                </a:lnTo>
                <a:lnTo>
                  <a:pt x="1047750" y="796290"/>
                </a:lnTo>
                <a:lnTo>
                  <a:pt x="838200" y="796290"/>
                </a:lnTo>
                <a:close/>
                <a:moveTo>
                  <a:pt x="0" y="796290"/>
                </a:moveTo>
                <a:lnTo>
                  <a:pt x="41910" y="796290"/>
                </a:lnTo>
                <a:lnTo>
                  <a:pt x="41910" y="838200"/>
                </a:lnTo>
                <a:lnTo>
                  <a:pt x="0" y="838200"/>
                </a:lnTo>
                <a:close/>
                <a:moveTo>
                  <a:pt x="251460" y="796290"/>
                </a:moveTo>
                <a:lnTo>
                  <a:pt x="293370" y="796290"/>
                </a:lnTo>
                <a:lnTo>
                  <a:pt x="293370" y="838200"/>
                </a:lnTo>
                <a:lnTo>
                  <a:pt x="251460" y="838200"/>
                </a:lnTo>
                <a:close/>
                <a:moveTo>
                  <a:pt x="335280" y="796290"/>
                </a:moveTo>
                <a:lnTo>
                  <a:pt x="377190" y="796290"/>
                </a:lnTo>
                <a:lnTo>
                  <a:pt x="377190" y="838200"/>
                </a:lnTo>
                <a:lnTo>
                  <a:pt x="335280" y="838200"/>
                </a:lnTo>
                <a:close/>
                <a:moveTo>
                  <a:pt x="419100" y="796290"/>
                </a:moveTo>
                <a:lnTo>
                  <a:pt x="502920" y="796290"/>
                </a:lnTo>
                <a:lnTo>
                  <a:pt x="502920" y="838200"/>
                </a:lnTo>
                <a:lnTo>
                  <a:pt x="419100" y="838200"/>
                </a:lnTo>
                <a:close/>
                <a:moveTo>
                  <a:pt x="544830" y="796290"/>
                </a:moveTo>
                <a:lnTo>
                  <a:pt x="586740" y="796290"/>
                </a:lnTo>
                <a:lnTo>
                  <a:pt x="586740" y="838200"/>
                </a:lnTo>
                <a:lnTo>
                  <a:pt x="544830" y="838200"/>
                </a:lnTo>
                <a:close/>
                <a:moveTo>
                  <a:pt x="670560" y="796290"/>
                </a:moveTo>
                <a:lnTo>
                  <a:pt x="712470" y="796290"/>
                </a:lnTo>
                <a:lnTo>
                  <a:pt x="712470" y="838200"/>
                </a:lnTo>
                <a:lnTo>
                  <a:pt x="670560" y="838200"/>
                </a:lnTo>
                <a:close/>
                <a:moveTo>
                  <a:pt x="838200" y="796290"/>
                </a:moveTo>
                <a:lnTo>
                  <a:pt x="880110" y="796290"/>
                </a:lnTo>
                <a:lnTo>
                  <a:pt x="880110" y="838200"/>
                </a:lnTo>
                <a:lnTo>
                  <a:pt x="838200" y="838200"/>
                </a:lnTo>
                <a:close/>
                <a:moveTo>
                  <a:pt x="922020" y="796290"/>
                </a:moveTo>
                <a:lnTo>
                  <a:pt x="963930" y="796290"/>
                </a:lnTo>
                <a:lnTo>
                  <a:pt x="963930" y="838200"/>
                </a:lnTo>
                <a:lnTo>
                  <a:pt x="922020" y="838200"/>
                </a:lnTo>
                <a:close/>
                <a:moveTo>
                  <a:pt x="1005840" y="796290"/>
                </a:moveTo>
                <a:lnTo>
                  <a:pt x="1047750" y="796290"/>
                </a:lnTo>
                <a:lnTo>
                  <a:pt x="1047750" y="838200"/>
                </a:lnTo>
                <a:lnTo>
                  <a:pt x="1005840" y="838200"/>
                </a:lnTo>
                <a:close/>
                <a:moveTo>
                  <a:pt x="0" y="838200"/>
                </a:moveTo>
                <a:lnTo>
                  <a:pt x="41910" y="838200"/>
                </a:lnTo>
                <a:lnTo>
                  <a:pt x="41910" y="880110"/>
                </a:lnTo>
                <a:lnTo>
                  <a:pt x="0" y="880110"/>
                </a:lnTo>
                <a:close/>
                <a:moveTo>
                  <a:pt x="83820" y="838200"/>
                </a:moveTo>
                <a:lnTo>
                  <a:pt x="209550" y="838200"/>
                </a:lnTo>
                <a:lnTo>
                  <a:pt x="209550" y="880110"/>
                </a:lnTo>
                <a:lnTo>
                  <a:pt x="83820" y="880110"/>
                </a:lnTo>
                <a:close/>
                <a:moveTo>
                  <a:pt x="251460" y="838200"/>
                </a:moveTo>
                <a:lnTo>
                  <a:pt x="293370" y="838200"/>
                </a:lnTo>
                <a:lnTo>
                  <a:pt x="293370" y="880110"/>
                </a:lnTo>
                <a:lnTo>
                  <a:pt x="251460" y="880110"/>
                </a:lnTo>
                <a:close/>
                <a:moveTo>
                  <a:pt x="377190" y="838200"/>
                </a:moveTo>
                <a:lnTo>
                  <a:pt x="419100" y="838200"/>
                </a:lnTo>
                <a:lnTo>
                  <a:pt x="419100" y="880110"/>
                </a:lnTo>
                <a:lnTo>
                  <a:pt x="377190" y="880110"/>
                </a:lnTo>
                <a:close/>
                <a:moveTo>
                  <a:pt x="461010" y="838200"/>
                </a:moveTo>
                <a:lnTo>
                  <a:pt x="544830" y="838200"/>
                </a:lnTo>
                <a:lnTo>
                  <a:pt x="544830" y="880110"/>
                </a:lnTo>
                <a:lnTo>
                  <a:pt x="461010" y="880110"/>
                </a:lnTo>
                <a:close/>
                <a:moveTo>
                  <a:pt x="586740" y="838200"/>
                </a:moveTo>
                <a:lnTo>
                  <a:pt x="628650" y="838200"/>
                </a:lnTo>
                <a:lnTo>
                  <a:pt x="628650" y="880110"/>
                </a:lnTo>
                <a:lnTo>
                  <a:pt x="586740" y="880110"/>
                </a:lnTo>
                <a:close/>
                <a:moveTo>
                  <a:pt x="670560" y="838200"/>
                </a:moveTo>
                <a:lnTo>
                  <a:pt x="922020" y="838200"/>
                </a:lnTo>
                <a:lnTo>
                  <a:pt x="922020" y="880110"/>
                </a:lnTo>
                <a:lnTo>
                  <a:pt x="670560" y="880110"/>
                </a:lnTo>
                <a:close/>
                <a:moveTo>
                  <a:pt x="0" y="880110"/>
                </a:moveTo>
                <a:lnTo>
                  <a:pt x="41910" y="880110"/>
                </a:lnTo>
                <a:lnTo>
                  <a:pt x="41910" y="922020"/>
                </a:lnTo>
                <a:lnTo>
                  <a:pt x="0" y="922020"/>
                </a:lnTo>
                <a:close/>
                <a:moveTo>
                  <a:pt x="83820" y="880110"/>
                </a:moveTo>
                <a:lnTo>
                  <a:pt x="209550" y="880110"/>
                </a:lnTo>
                <a:lnTo>
                  <a:pt x="209550" y="922020"/>
                </a:lnTo>
                <a:lnTo>
                  <a:pt x="83820" y="922020"/>
                </a:lnTo>
                <a:close/>
                <a:moveTo>
                  <a:pt x="251460" y="880110"/>
                </a:moveTo>
                <a:lnTo>
                  <a:pt x="293370" y="880110"/>
                </a:lnTo>
                <a:lnTo>
                  <a:pt x="293370" y="922020"/>
                </a:lnTo>
                <a:lnTo>
                  <a:pt x="251460" y="922020"/>
                </a:lnTo>
                <a:close/>
                <a:moveTo>
                  <a:pt x="335280" y="880110"/>
                </a:moveTo>
                <a:lnTo>
                  <a:pt x="419100" y="880110"/>
                </a:lnTo>
                <a:lnTo>
                  <a:pt x="419100" y="922020"/>
                </a:lnTo>
                <a:lnTo>
                  <a:pt x="335280" y="922020"/>
                </a:lnTo>
                <a:close/>
                <a:moveTo>
                  <a:pt x="461010" y="880110"/>
                </a:moveTo>
                <a:lnTo>
                  <a:pt x="586740" y="880110"/>
                </a:lnTo>
                <a:lnTo>
                  <a:pt x="586740" y="922020"/>
                </a:lnTo>
                <a:lnTo>
                  <a:pt x="461010" y="922020"/>
                </a:lnTo>
                <a:close/>
                <a:moveTo>
                  <a:pt x="796290" y="880110"/>
                </a:moveTo>
                <a:lnTo>
                  <a:pt x="1005840" y="880110"/>
                </a:lnTo>
                <a:lnTo>
                  <a:pt x="1005840" y="922020"/>
                </a:lnTo>
                <a:lnTo>
                  <a:pt x="796290" y="922020"/>
                </a:lnTo>
                <a:close/>
                <a:moveTo>
                  <a:pt x="0" y="922020"/>
                </a:moveTo>
                <a:lnTo>
                  <a:pt x="41910" y="922020"/>
                </a:lnTo>
                <a:lnTo>
                  <a:pt x="41910" y="963930"/>
                </a:lnTo>
                <a:lnTo>
                  <a:pt x="0" y="963930"/>
                </a:lnTo>
                <a:close/>
                <a:moveTo>
                  <a:pt x="83820" y="922020"/>
                </a:moveTo>
                <a:lnTo>
                  <a:pt x="209550" y="922020"/>
                </a:lnTo>
                <a:lnTo>
                  <a:pt x="209550" y="963930"/>
                </a:lnTo>
                <a:lnTo>
                  <a:pt x="83820" y="963930"/>
                </a:lnTo>
                <a:close/>
                <a:moveTo>
                  <a:pt x="251460" y="922020"/>
                </a:moveTo>
                <a:lnTo>
                  <a:pt x="293370" y="922020"/>
                </a:lnTo>
                <a:lnTo>
                  <a:pt x="293370" y="963930"/>
                </a:lnTo>
                <a:lnTo>
                  <a:pt x="251460" y="963930"/>
                </a:lnTo>
                <a:close/>
                <a:moveTo>
                  <a:pt x="377190" y="922020"/>
                </a:moveTo>
                <a:lnTo>
                  <a:pt x="419100" y="922020"/>
                </a:lnTo>
                <a:lnTo>
                  <a:pt x="419100" y="963930"/>
                </a:lnTo>
                <a:lnTo>
                  <a:pt x="377190" y="963930"/>
                </a:lnTo>
                <a:close/>
                <a:moveTo>
                  <a:pt x="461010" y="922020"/>
                </a:moveTo>
                <a:lnTo>
                  <a:pt x="670560" y="922020"/>
                </a:lnTo>
                <a:lnTo>
                  <a:pt x="670560" y="963930"/>
                </a:lnTo>
                <a:lnTo>
                  <a:pt x="461010" y="963930"/>
                </a:lnTo>
                <a:close/>
                <a:moveTo>
                  <a:pt x="754380" y="922020"/>
                </a:moveTo>
                <a:lnTo>
                  <a:pt x="796290" y="922020"/>
                </a:lnTo>
                <a:lnTo>
                  <a:pt x="796290" y="963930"/>
                </a:lnTo>
                <a:lnTo>
                  <a:pt x="754380" y="963930"/>
                </a:lnTo>
                <a:close/>
                <a:moveTo>
                  <a:pt x="838200" y="922020"/>
                </a:moveTo>
                <a:lnTo>
                  <a:pt x="922020" y="922020"/>
                </a:lnTo>
                <a:lnTo>
                  <a:pt x="922020" y="963930"/>
                </a:lnTo>
                <a:lnTo>
                  <a:pt x="838200" y="963930"/>
                </a:lnTo>
                <a:close/>
                <a:moveTo>
                  <a:pt x="1005840" y="922020"/>
                </a:moveTo>
                <a:lnTo>
                  <a:pt x="1047750" y="922020"/>
                </a:lnTo>
                <a:lnTo>
                  <a:pt x="1047750" y="963930"/>
                </a:lnTo>
                <a:lnTo>
                  <a:pt x="1005840" y="963930"/>
                </a:lnTo>
                <a:close/>
                <a:moveTo>
                  <a:pt x="0" y="963930"/>
                </a:moveTo>
                <a:lnTo>
                  <a:pt x="41910" y="963930"/>
                </a:lnTo>
                <a:lnTo>
                  <a:pt x="41910" y="1005840"/>
                </a:lnTo>
                <a:lnTo>
                  <a:pt x="0" y="1005840"/>
                </a:lnTo>
                <a:close/>
                <a:moveTo>
                  <a:pt x="251460" y="963930"/>
                </a:moveTo>
                <a:lnTo>
                  <a:pt x="293370" y="963930"/>
                </a:lnTo>
                <a:lnTo>
                  <a:pt x="293370" y="1005840"/>
                </a:lnTo>
                <a:lnTo>
                  <a:pt x="251460" y="1005840"/>
                </a:lnTo>
                <a:close/>
                <a:moveTo>
                  <a:pt x="377190" y="963930"/>
                </a:moveTo>
                <a:lnTo>
                  <a:pt x="419100" y="963930"/>
                </a:lnTo>
                <a:lnTo>
                  <a:pt x="419100" y="1005840"/>
                </a:lnTo>
                <a:lnTo>
                  <a:pt x="377190" y="1005840"/>
                </a:lnTo>
                <a:close/>
                <a:moveTo>
                  <a:pt x="461010" y="963930"/>
                </a:moveTo>
                <a:lnTo>
                  <a:pt x="586740" y="963930"/>
                </a:lnTo>
                <a:lnTo>
                  <a:pt x="586740" y="1005840"/>
                </a:lnTo>
                <a:lnTo>
                  <a:pt x="461010" y="1005840"/>
                </a:lnTo>
                <a:close/>
                <a:moveTo>
                  <a:pt x="628650" y="963930"/>
                </a:moveTo>
                <a:lnTo>
                  <a:pt x="670560" y="963930"/>
                </a:lnTo>
                <a:lnTo>
                  <a:pt x="670560" y="1005840"/>
                </a:lnTo>
                <a:lnTo>
                  <a:pt x="628650" y="1005840"/>
                </a:lnTo>
                <a:close/>
                <a:moveTo>
                  <a:pt x="712470" y="963930"/>
                </a:moveTo>
                <a:lnTo>
                  <a:pt x="754380" y="963930"/>
                </a:lnTo>
                <a:lnTo>
                  <a:pt x="754380" y="1005840"/>
                </a:lnTo>
                <a:lnTo>
                  <a:pt x="712470" y="1005840"/>
                </a:lnTo>
                <a:close/>
                <a:moveTo>
                  <a:pt x="796290" y="963930"/>
                </a:moveTo>
                <a:lnTo>
                  <a:pt x="838200" y="963930"/>
                </a:lnTo>
                <a:lnTo>
                  <a:pt x="838200" y="1005840"/>
                </a:lnTo>
                <a:lnTo>
                  <a:pt x="796290" y="1005840"/>
                </a:lnTo>
                <a:close/>
                <a:moveTo>
                  <a:pt x="0" y="1005840"/>
                </a:moveTo>
                <a:lnTo>
                  <a:pt x="293370" y="1005840"/>
                </a:lnTo>
                <a:lnTo>
                  <a:pt x="293370" y="1047750"/>
                </a:lnTo>
                <a:lnTo>
                  <a:pt x="0" y="1047750"/>
                </a:lnTo>
                <a:close/>
                <a:moveTo>
                  <a:pt x="335280" y="1005840"/>
                </a:moveTo>
                <a:lnTo>
                  <a:pt x="502920" y="1005840"/>
                </a:lnTo>
                <a:lnTo>
                  <a:pt x="502920" y="1047750"/>
                </a:lnTo>
                <a:lnTo>
                  <a:pt x="335280" y="1047750"/>
                </a:lnTo>
                <a:close/>
                <a:moveTo>
                  <a:pt x="586740" y="1005840"/>
                </a:moveTo>
                <a:lnTo>
                  <a:pt x="712470" y="1005840"/>
                </a:lnTo>
                <a:lnTo>
                  <a:pt x="712470" y="1047750"/>
                </a:lnTo>
                <a:lnTo>
                  <a:pt x="586740" y="1047750"/>
                </a:lnTo>
                <a:close/>
                <a:moveTo>
                  <a:pt x="754380" y="1005840"/>
                </a:moveTo>
                <a:lnTo>
                  <a:pt x="796290" y="1005840"/>
                </a:lnTo>
                <a:lnTo>
                  <a:pt x="796290" y="1047750"/>
                </a:lnTo>
                <a:lnTo>
                  <a:pt x="754380" y="1047750"/>
                </a:lnTo>
                <a:close/>
                <a:moveTo>
                  <a:pt x="838200" y="1005840"/>
                </a:moveTo>
                <a:lnTo>
                  <a:pt x="880110" y="1005840"/>
                </a:lnTo>
                <a:lnTo>
                  <a:pt x="880110" y="1047750"/>
                </a:lnTo>
                <a:lnTo>
                  <a:pt x="838200" y="1047750"/>
                </a:lnTo>
                <a:close/>
                <a:moveTo>
                  <a:pt x="922020" y="1005840"/>
                </a:moveTo>
                <a:lnTo>
                  <a:pt x="1047750" y="1005840"/>
                </a:lnTo>
                <a:lnTo>
                  <a:pt x="1047750" y="1047750"/>
                </a:lnTo>
                <a:lnTo>
                  <a:pt x="922020" y="104775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146" name="!!rect-71f"/>
          <p:cNvSpPr/>
          <p:nvPr/>
        </p:nvSpPr>
        <p:spPr>
          <a:xfrm>
            <a:off x="9290050" y="4276090"/>
            <a:ext cx="1397000" cy="27940"/>
          </a:xfrm>
          <a:prstGeom prst="rect">
            <a:avLst/>
          </a:prstGeom>
          <a:solidFill>
            <a:srgbClr val="2A3540"/>
          </a:solidFill>
          <a:ln>
            <a:noFill/>
          </a:ln>
        </p:spPr>
      </p:sp>
      <p:sp>
        <p:nvSpPr>
          <p:cNvPr id="147" name="!!rect-71g"/>
          <p:cNvSpPr/>
          <p:nvPr/>
        </p:nvSpPr>
        <p:spPr>
          <a:xfrm>
            <a:off x="9290050" y="4276090"/>
            <a:ext cx="1117600" cy="27940"/>
          </a:xfrm>
          <a:prstGeom prst="rect">
            <a:avLst/>
          </a:prstGeom>
          <a:solidFill>
            <a:srgbClr val="46B59C"/>
          </a:solidFill>
          <a:ln>
            <a:noFill/>
          </a:ln>
        </p:spPr>
      </p:sp>
      <p:sp>
        <p:nvSpPr>
          <p:cNvPr id="148" name="!!rect-71h"/>
          <p:cNvSpPr/>
          <p:nvPr/>
        </p:nvSpPr>
        <p:spPr>
          <a:xfrm>
            <a:off x="8712200" y="1149350"/>
            <a:ext cx="2552700" cy="501015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27854">
                <a:srgbClr val="000000">
                  <a:alpha val="0"/>
                </a:srgbClr>
              </a:gs>
              <a:gs pos="66319">
                <a:srgbClr val="000000">
                  <a:alpha val="50000"/>
                </a:srgbClr>
              </a:gs>
              <a:gs pos="100000">
                <a:srgbClr val="000000">
                  <a:alpha val="50000"/>
                </a:srgbClr>
              </a:gs>
            </a:gsLst>
            <a:path path="circle">
              <a:fillToRect l="50000" t="44613" r="50000" b="55387"/>
            </a:path>
          </a:gradFill>
          <a:ln>
            <a:noFill/>
          </a:ln>
        </p:spPr>
      </p:sp>
      <p:sp>
        <p:nvSpPr>
          <p:cNvPr id="149" name="!!text-71i" descr="請對準書櫃螢幕上的 QR Code"/>
          <p:cNvSpPr txBox="1"/>
          <p:nvPr/>
        </p:nvSpPr>
        <p:spPr>
          <a:xfrm>
            <a:off x="9221997" y="2401062"/>
            <a:ext cx="1567396" cy="16550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1" kern="0" dirty="0">
                <a:solidFill>
                  <a:srgbClr val="FFFFFF">
                    <a:alpha val="92000"/>
                  </a:srgbClr>
                </a:solidFill>
                <a:latin typeface="Noto Sans TC"/>
                <a:ea typeface="Noto Sans TC"/>
                <a:cs typeface="Noto Sans TC"/>
              </a:rPr>
              <a:t>請對準書櫃螢幕上的 QR Code</a:t>
            </a:r>
            <a:endParaRPr lang="zh-TW" sz="900"/>
          </a:p>
        </p:txBody>
      </p:sp>
      <p:sp>
        <p:nvSpPr>
          <p:cNvPr id="150" name="!!path-723"/>
          <p:cNvSpPr/>
          <p:nvPr/>
        </p:nvSpPr>
        <p:spPr>
          <a:xfrm>
            <a:off x="9225707" y="2758867"/>
            <a:ext cx="1525687" cy="1525687"/>
          </a:xfrm>
          <a:custGeom>
            <a:avLst/>
            <a:gdLst/>
            <a:ahLst/>
            <a:cxnLst/>
            <a:rect l="l" t="t" r="r" b="b"/>
            <a:pathLst>
              <a:path w="1525687" h="1525687" fill="none">
                <a:moveTo>
                  <a:pt x="0" y="350908"/>
                </a:moveTo>
                <a:lnTo>
                  <a:pt x="0" y="93888"/>
                </a:lnTo>
                <a:quadBezTo>
                  <a:pt x="0" y="0"/>
                  <a:pt x="93888" y="0"/>
                </a:quadBezTo>
                <a:lnTo>
                  <a:pt x="350908" y="0"/>
                </a:lnTo>
                <a:moveTo>
                  <a:pt x="1525687" y="350908"/>
                </a:moveTo>
                <a:lnTo>
                  <a:pt x="1525687" y="93888"/>
                </a:lnTo>
                <a:quadBezTo>
                  <a:pt x="1525687" y="0"/>
                  <a:pt x="1431798" y="0"/>
                </a:quadBezTo>
                <a:lnTo>
                  <a:pt x="1174779" y="0"/>
                </a:lnTo>
                <a:moveTo>
                  <a:pt x="0" y="1174779"/>
                </a:moveTo>
                <a:lnTo>
                  <a:pt x="0" y="1431798"/>
                </a:lnTo>
                <a:quadBezTo>
                  <a:pt x="0" y="1525687"/>
                  <a:pt x="93888" y="1525687"/>
                </a:quadBezTo>
                <a:lnTo>
                  <a:pt x="350908" y="1525687"/>
                </a:lnTo>
                <a:moveTo>
                  <a:pt x="1525687" y="1174779"/>
                </a:moveTo>
                <a:lnTo>
                  <a:pt x="1525687" y="1431798"/>
                </a:lnTo>
                <a:quadBezTo>
                  <a:pt x="1525687" y="1525687"/>
                  <a:pt x="1431798" y="1525687"/>
                </a:quadBezTo>
                <a:lnTo>
                  <a:pt x="1174779" y="1525687"/>
                </a:lnTo>
              </a:path>
            </a:pathLst>
          </a:custGeom>
          <a:noFill/>
          <a:ln w="29340" cap="rnd">
            <a:solidFill>
              <a:srgbClr val="FFFFFF">
                <a:alpha val="90000"/>
              </a:srgbClr>
            </a:solidFill>
            <a:prstDash val="solid"/>
            <a:miter lim="800000"/>
          </a:ln>
        </p:spPr>
      </p:sp>
      <p:sp>
        <p:nvSpPr>
          <p:cNvPr id="151" name="!!path-727"/>
          <p:cNvSpPr/>
          <p:nvPr/>
        </p:nvSpPr>
        <p:spPr>
          <a:xfrm>
            <a:off x="8712200" y="609600"/>
            <a:ext cx="2552700" cy="730250"/>
          </a:xfrm>
          <a:custGeom>
            <a:avLst/>
            <a:gdLst/>
            <a:ahLst/>
            <a:cxnLst/>
            <a:rect l="l" t="t" r="r" b="b"/>
            <a:pathLst>
              <a:path w="2552700" h="730250">
                <a:moveTo>
                  <a:pt x="0" y="349250"/>
                </a:moveTo>
                <a:lnTo>
                  <a:pt x="6711" y="281115"/>
                </a:lnTo>
                <a:lnTo>
                  <a:pt x="26585" y="215598"/>
                </a:lnTo>
                <a:lnTo>
                  <a:pt x="58859" y="155217"/>
                </a:lnTo>
                <a:lnTo>
                  <a:pt x="102293" y="102293"/>
                </a:lnTo>
                <a:lnTo>
                  <a:pt x="155217" y="58859"/>
                </a:lnTo>
                <a:lnTo>
                  <a:pt x="215598" y="26585"/>
                </a:lnTo>
                <a:lnTo>
                  <a:pt x="281115" y="6711"/>
                </a:lnTo>
                <a:lnTo>
                  <a:pt x="349250" y="0"/>
                </a:lnTo>
                <a:lnTo>
                  <a:pt x="2203450" y="0"/>
                </a:lnTo>
                <a:lnTo>
                  <a:pt x="2271585" y="6711"/>
                </a:lnTo>
                <a:lnTo>
                  <a:pt x="2337102" y="26585"/>
                </a:lnTo>
                <a:lnTo>
                  <a:pt x="2397483" y="58859"/>
                </a:lnTo>
                <a:lnTo>
                  <a:pt x="2450407" y="102293"/>
                </a:lnTo>
                <a:lnTo>
                  <a:pt x="2493841" y="155217"/>
                </a:lnTo>
                <a:lnTo>
                  <a:pt x="2526115" y="215598"/>
                </a:lnTo>
                <a:lnTo>
                  <a:pt x="2545989" y="281115"/>
                </a:lnTo>
                <a:lnTo>
                  <a:pt x="2552700" y="349250"/>
                </a:lnTo>
                <a:lnTo>
                  <a:pt x="2552700" y="577850"/>
                </a:lnTo>
                <a:lnTo>
                  <a:pt x="2551642" y="602192"/>
                </a:lnTo>
                <a:lnTo>
                  <a:pt x="2548467" y="624417"/>
                </a:lnTo>
                <a:lnTo>
                  <a:pt x="2543175" y="644525"/>
                </a:lnTo>
                <a:lnTo>
                  <a:pt x="2535767" y="662517"/>
                </a:lnTo>
                <a:lnTo>
                  <a:pt x="2526242" y="678392"/>
                </a:lnTo>
                <a:lnTo>
                  <a:pt x="2514600" y="692150"/>
                </a:lnTo>
                <a:lnTo>
                  <a:pt x="2500842" y="703792"/>
                </a:lnTo>
                <a:lnTo>
                  <a:pt x="2484967" y="713317"/>
                </a:lnTo>
                <a:lnTo>
                  <a:pt x="2466975" y="720725"/>
                </a:lnTo>
                <a:lnTo>
                  <a:pt x="2446867" y="726017"/>
                </a:lnTo>
                <a:lnTo>
                  <a:pt x="2424642" y="729192"/>
                </a:lnTo>
                <a:lnTo>
                  <a:pt x="2400300" y="730250"/>
                </a:lnTo>
                <a:lnTo>
                  <a:pt x="152400" y="730250"/>
                </a:lnTo>
                <a:lnTo>
                  <a:pt x="128058" y="729192"/>
                </a:lnTo>
                <a:lnTo>
                  <a:pt x="105833" y="726017"/>
                </a:lnTo>
                <a:lnTo>
                  <a:pt x="85725" y="720725"/>
                </a:lnTo>
                <a:lnTo>
                  <a:pt x="67733" y="713317"/>
                </a:lnTo>
                <a:lnTo>
                  <a:pt x="51858" y="703792"/>
                </a:lnTo>
                <a:lnTo>
                  <a:pt x="38100" y="692150"/>
                </a:lnTo>
                <a:lnTo>
                  <a:pt x="26458" y="678392"/>
                </a:lnTo>
                <a:lnTo>
                  <a:pt x="16933" y="662517"/>
                </a:lnTo>
                <a:lnTo>
                  <a:pt x="9525" y="644525"/>
                </a:lnTo>
                <a:lnTo>
                  <a:pt x="4233" y="624417"/>
                </a:lnTo>
                <a:lnTo>
                  <a:pt x="1058" y="602192"/>
                </a:lnTo>
                <a:lnTo>
                  <a:pt x="0" y="577850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152" name="!!text-728" descr="2:25"/>
          <p:cNvSpPr txBox="1"/>
          <p:nvPr/>
        </p:nvSpPr>
        <p:spPr>
          <a:xfrm>
            <a:off x="9020597" y="714883"/>
            <a:ext cx="253790" cy="1563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50" kern="0" dirty="0">
                <a:solidFill>
                  <a:srgbClr val="FFFFFF"/>
                </a:solidFill>
                <a:latin typeface="Noto Sans TC SemiBold"/>
                <a:ea typeface="Noto Sans TC SemiBold"/>
                <a:cs typeface="Noto Sans TC SemiBold"/>
              </a:rPr>
              <a:t>2:25</a:t>
            </a:r>
            <a:endParaRPr lang="zh-TW" sz="850"/>
          </a:p>
        </p:txBody>
      </p:sp>
      <p:sp>
        <p:nvSpPr>
          <p:cNvPr id="153" name="!!rect-72d"/>
          <p:cNvSpPr/>
          <p:nvPr/>
        </p:nvSpPr>
        <p:spPr>
          <a:xfrm>
            <a:off x="10579100" y="808990"/>
            <a:ext cx="21590" cy="2667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54" name="!!rect-72e"/>
          <p:cNvSpPr/>
          <p:nvPr/>
        </p:nvSpPr>
        <p:spPr>
          <a:xfrm>
            <a:off x="10612120" y="792480"/>
            <a:ext cx="21590" cy="4318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55" name="!!rect-72f"/>
          <p:cNvSpPr/>
          <p:nvPr/>
        </p:nvSpPr>
        <p:spPr>
          <a:xfrm>
            <a:off x="10645140" y="775970"/>
            <a:ext cx="21590" cy="5969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56" name="!!rect-72g"/>
          <p:cNvSpPr/>
          <p:nvPr/>
        </p:nvSpPr>
        <p:spPr>
          <a:xfrm>
            <a:off x="10678160" y="759460"/>
            <a:ext cx="21590" cy="7620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57" name="!!path-72h"/>
          <p:cNvSpPr/>
          <p:nvPr/>
        </p:nvSpPr>
        <p:spPr>
          <a:xfrm>
            <a:off x="10763250" y="763570"/>
            <a:ext cx="95250" cy="70820"/>
          </a:xfrm>
          <a:custGeom>
            <a:avLst/>
            <a:gdLst/>
            <a:ahLst/>
            <a:cxnLst/>
            <a:rect l="l" t="t" r="r" b="b"/>
            <a:pathLst>
              <a:path w="95250" h="70820">
                <a:moveTo>
                  <a:pt x="47625" y="70820"/>
                </a:moveTo>
                <a:lnTo>
                  <a:pt x="31115" y="51135"/>
                </a:lnTo>
                <a:cubicBezTo>
                  <a:pt x="40714" y="43262"/>
                  <a:pt x="54536" y="43262"/>
                  <a:pt x="64135" y="51135"/>
                </a:cubicBezTo>
                <a:close/>
                <a:moveTo>
                  <a:pt x="0" y="23830"/>
                </a:moveTo>
                <a:cubicBezTo>
                  <a:pt x="27279" y="0"/>
                  <a:pt x="67971" y="0"/>
                  <a:pt x="95250" y="23830"/>
                </a:cubicBezTo>
                <a:lnTo>
                  <a:pt x="83820" y="37165"/>
                </a:lnTo>
                <a:cubicBezTo>
                  <a:pt x="63051" y="19153"/>
                  <a:pt x="32199" y="19153"/>
                  <a:pt x="11430" y="37165"/>
                </a:cubicBezTo>
                <a:close/>
                <a:moveTo>
                  <a:pt x="16510" y="43515"/>
                </a:moveTo>
                <a:cubicBezTo>
                  <a:pt x="34385" y="28089"/>
                  <a:pt x="60865" y="28089"/>
                  <a:pt x="78740" y="43515"/>
                </a:cubicBezTo>
                <a:lnTo>
                  <a:pt x="67310" y="56850"/>
                </a:lnTo>
                <a:cubicBezTo>
                  <a:pt x="55947" y="47238"/>
                  <a:pt x="39303" y="47238"/>
                  <a:pt x="27940" y="5685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58" name="!!rect-72i"/>
          <p:cNvSpPr/>
          <p:nvPr/>
        </p:nvSpPr>
        <p:spPr>
          <a:xfrm>
            <a:off x="10902950" y="760730"/>
            <a:ext cx="161925" cy="78740"/>
          </a:xfrm>
          <a:prstGeom prst="roundRect">
            <a:avLst>
              <a:gd name="adj" fmla="val 32258"/>
            </a:avLst>
          </a:prstGeom>
          <a:noFill/>
          <a:ln w="6985" cap="flat">
            <a:solidFill>
              <a:srgbClr val="FFFFFF">
                <a:alpha val="38000"/>
              </a:srgbClr>
            </a:solidFill>
            <a:prstDash val="solid"/>
            <a:miter lim="800000"/>
          </a:ln>
        </p:spPr>
      </p:sp>
      <p:sp>
        <p:nvSpPr>
          <p:cNvPr id="159" name="!!rect-72j"/>
          <p:cNvSpPr/>
          <p:nvPr/>
        </p:nvSpPr>
        <p:spPr>
          <a:xfrm>
            <a:off x="10916285" y="774065"/>
            <a:ext cx="110909" cy="52070"/>
          </a:xfrm>
          <a:prstGeom prst="roundRect">
            <a:avLst>
              <a:gd name="adj" fmla="val 26829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60" name="!!path-72k"/>
          <p:cNvSpPr/>
          <p:nvPr/>
        </p:nvSpPr>
        <p:spPr>
          <a:xfrm>
            <a:off x="11074400" y="786130"/>
            <a:ext cx="10345" cy="27940"/>
          </a:xfrm>
          <a:custGeom>
            <a:avLst/>
            <a:gdLst/>
            <a:ahLst/>
            <a:cxnLst/>
            <a:rect l="l" t="t" r="r" b="b"/>
            <a:pathLst>
              <a:path w="10345" h="27940">
                <a:moveTo>
                  <a:pt x="0" y="0"/>
                </a:moveTo>
                <a:lnTo>
                  <a:pt x="0" y="27940"/>
                </a:lnTo>
                <a:cubicBezTo>
                  <a:pt x="6146" y="26066"/>
                  <a:pt x="10345" y="20395"/>
                  <a:pt x="10345" y="13970"/>
                </a:cubicBezTo>
                <a:cubicBezTo>
                  <a:pt x="10345" y="7545"/>
                  <a:pt x="6146" y="1874"/>
                  <a:pt x="0" y="0"/>
                </a:cubicBezTo>
                <a:close/>
              </a:path>
            </a:pathLst>
          </a:custGeom>
          <a:solidFill>
            <a:srgbClr val="FFFFFF">
              <a:alpha val="45000"/>
            </a:srgbClr>
          </a:solidFill>
          <a:ln>
            <a:noFill/>
          </a:ln>
        </p:spPr>
      </p:sp>
      <p:sp>
        <p:nvSpPr>
          <p:cNvPr id="161" name="!!path-72l"/>
          <p:cNvSpPr/>
          <p:nvPr/>
        </p:nvSpPr>
        <p:spPr>
          <a:xfrm>
            <a:off x="8845537" y="1109129"/>
            <a:ext cx="62258" cy="105791"/>
          </a:xfrm>
          <a:custGeom>
            <a:avLst/>
            <a:gdLst/>
            <a:ahLst/>
            <a:cxnLst/>
            <a:rect l="l" t="t" r="r" b="b"/>
            <a:pathLst>
              <a:path w="62258" h="105791">
                <a:moveTo>
                  <a:pt x="62258" y="9363"/>
                </a:moveTo>
                <a:lnTo>
                  <a:pt x="52896" y="0"/>
                </a:lnTo>
                <a:lnTo>
                  <a:pt x="0" y="52896"/>
                </a:lnTo>
                <a:lnTo>
                  <a:pt x="52896" y="105791"/>
                </a:lnTo>
                <a:lnTo>
                  <a:pt x="62258" y="96429"/>
                </a:lnTo>
                <a:lnTo>
                  <a:pt x="18725" y="5289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62" name="!!path-72m"/>
          <p:cNvSpPr/>
          <p:nvPr/>
        </p:nvSpPr>
        <p:spPr>
          <a:xfrm>
            <a:off x="9429426" y="1109129"/>
            <a:ext cx="105791" cy="105791"/>
          </a:xfrm>
          <a:custGeom>
            <a:avLst/>
            <a:gdLst/>
            <a:ahLst/>
            <a:cxnLst/>
            <a:rect l="l" t="t" r="r" b="b"/>
            <a:pathLst>
              <a:path w="105791" h="105791">
                <a:moveTo>
                  <a:pt x="39672" y="23803"/>
                </a:moveTo>
                <a:lnTo>
                  <a:pt x="39672" y="39672"/>
                </a:lnTo>
                <a:lnTo>
                  <a:pt x="23803" y="39672"/>
                </a:lnTo>
                <a:lnTo>
                  <a:pt x="23803" y="23803"/>
                </a:lnTo>
                <a:lnTo>
                  <a:pt x="39672" y="23803"/>
                </a:lnTo>
                <a:moveTo>
                  <a:pt x="47606" y="15869"/>
                </a:moveTo>
                <a:lnTo>
                  <a:pt x="15869" y="15869"/>
                </a:lnTo>
                <a:lnTo>
                  <a:pt x="15869" y="47606"/>
                </a:lnTo>
                <a:lnTo>
                  <a:pt x="47606" y="47606"/>
                </a:lnTo>
                <a:lnTo>
                  <a:pt x="47606" y="15869"/>
                </a:lnTo>
                <a:close/>
                <a:moveTo>
                  <a:pt x="39672" y="66119"/>
                </a:moveTo>
                <a:lnTo>
                  <a:pt x="39672" y="81988"/>
                </a:lnTo>
                <a:lnTo>
                  <a:pt x="23803" y="81988"/>
                </a:lnTo>
                <a:lnTo>
                  <a:pt x="23803" y="66119"/>
                </a:lnTo>
                <a:lnTo>
                  <a:pt x="39672" y="66119"/>
                </a:lnTo>
                <a:moveTo>
                  <a:pt x="47606" y="58185"/>
                </a:moveTo>
                <a:lnTo>
                  <a:pt x="15869" y="58185"/>
                </a:lnTo>
                <a:lnTo>
                  <a:pt x="15869" y="89922"/>
                </a:lnTo>
                <a:lnTo>
                  <a:pt x="47606" y="89922"/>
                </a:lnTo>
                <a:lnTo>
                  <a:pt x="47606" y="58185"/>
                </a:lnTo>
                <a:close/>
                <a:moveTo>
                  <a:pt x="81988" y="23803"/>
                </a:moveTo>
                <a:lnTo>
                  <a:pt x="81988" y="39672"/>
                </a:lnTo>
                <a:lnTo>
                  <a:pt x="66119" y="39672"/>
                </a:lnTo>
                <a:lnTo>
                  <a:pt x="66119" y="23803"/>
                </a:lnTo>
                <a:lnTo>
                  <a:pt x="81988" y="23803"/>
                </a:lnTo>
                <a:moveTo>
                  <a:pt x="89922" y="15869"/>
                </a:moveTo>
                <a:lnTo>
                  <a:pt x="58185" y="15869"/>
                </a:lnTo>
                <a:lnTo>
                  <a:pt x="58185" y="47606"/>
                </a:lnTo>
                <a:lnTo>
                  <a:pt x="89922" y="47606"/>
                </a:lnTo>
                <a:lnTo>
                  <a:pt x="89922" y="15869"/>
                </a:lnTo>
                <a:close/>
                <a:moveTo>
                  <a:pt x="58185" y="58185"/>
                </a:moveTo>
                <a:lnTo>
                  <a:pt x="66119" y="58185"/>
                </a:lnTo>
                <a:lnTo>
                  <a:pt x="66119" y="66119"/>
                </a:lnTo>
                <a:lnTo>
                  <a:pt x="58185" y="66119"/>
                </a:lnTo>
                <a:lnTo>
                  <a:pt x="58185" y="58185"/>
                </a:lnTo>
                <a:close/>
                <a:moveTo>
                  <a:pt x="66119" y="66119"/>
                </a:moveTo>
                <a:lnTo>
                  <a:pt x="74054" y="66119"/>
                </a:lnTo>
                <a:lnTo>
                  <a:pt x="74054" y="74054"/>
                </a:lnTo>
                <a:lnTo>
                  <a:pt x="66119" y="74054"/>
                </a:lnTo>
                <a:lnTo>
                  <a:pt x="66119" y="66119"/>
                </a:lnTo>
                <a:close/>
                <a:moveTo>
                  <a:pt x="74054" y="58185"/>
                </a:moveTo>
                <a:lnTo>
                  <a:pt x="81988" y="58185"/>
                </a:lnTo>
                <a:lnTo>
                  <a:pt x="81988" y="66119"/>
                </a:lnTo>
                <a:lnTo>
                  <a:pt x="74054" y="66119"/>
                </a:lnTo>
                <a:lnTo>
                  <a:pt x="74054" y="58185"/>
                </a:lnTo>
                <a:close/>
                <a:moveTo>
                  <a:pt x="58185" y="74054"/>
                </a:moveTo>
                <a:lnTo>
                  <a:pt x="66119" y="74054"/>
                </a:lnTo>
                <a:lnTo>
                  <a:pt x="66119" y="81988"/>
                </a:lnTo>
                <a:lnTo>
                  <a:pt x="58185" y="81988"/>
                </a:lnTo>
                <a:lnTo>
                  <a:pt x="58185" y="74054"/>
                </a:lnTo>
                <a:close/>
                <a:moveTo>
                  <a:pt x="66119" y="81988"/>
                </a:moveTo>
                <a:lnTo>
                  <a:pt x="74054" y="81988"/>
                </a:lnTo>
                <a:lnTo>
                  <a:pt x="74054" y="89922"/>
                </a:lnTo>
                <a:lnTo>
                  <a:pt x="66119" y="89922"/>
                </a:lnTo>
                <a:lnTo>
                  <a:pt x="66119" y="81988"/>
                </a:lnTo>
                <a:close/>
                <a:moveTo>
                  <a:pt x="74054" y="74054"/>
                </a:moveTo>
                <a:lnTo>
                  <a:pt x="81988" y="74054"/>
                </a:lnTo>
                <a:lnTo>
                  <a:pt x="81988" y="81988"/>
                </a:lnTo>
                <a:lnTo>
                  <a:pt x="74054" y="81988"/>
                </a:lnTo>
                <a:lnTo>
                  <a:pt x="74054" y="74054"/>
                </a:lnTo>
                <a:close/>
                <a:moveTo>
                  <a:pt x="81988" y="66119"/>
                </a:moveTo>
                <a:lnTo>
                  <a:pt x="89922" y="66119"/>
                </a:lnTo>
                <a:lnTo>
                  <a:pt x="89922" y="74054"/>
                </a:lnTo>
                <a:lnTo>
                  <a:pt x="81988" y="74054"/>
                </a:lnTo>
                <a:lnTo>
                  <a:pt x="81988" y="66119"/>
                </a:lnTo>
                <a:close/>
                <a:moveTo>
                  <a:pt x="81988" y="81988"/>
                </a:moveTo>
                <a:lnTo>
                  <a:pt x="89922" y="81988"/>
                </a:lnTo>
                <a:lnTo>
                  <a:pt x="89922" y="89922"/>
                </a:lnTo>
                <a:lnTo>
                  <a:pt x="81988" y="89922"/>
                </a:lnTo>
                <a:lnTo>
                  <a:pt x="81988" y="81988"/>
                </a:lnTo>
                <a:close/>
                <a:moveTo>
                  <a:pt x="105791" y="26448"/>
                </a:moveTo>
                <a:lnTo>
                  <a:pt x="95212" y="26448"/>
                </a:lnTo>
                <a:lnTo>
                  <a:pt x="95212" y="10579"/>
                </a:lnTo>
                <a:lnTo>
                  <a:pt x="79343" y="10579"/>
                </a:lnTo>
                <a:lnTo>
                  <a:pt x="79343" y="0"/>
                </a:lnTo>
                <a:lnTo>
                  <a:pt x="105791" y="0"/>
                </a:lnTo>
                <a:lnTo>
                  <a:pt x="105791" y="26448"/>
                </a:lnTo>
                <a:close/>
                <a:moveTo>
                  <a:pt x="105791" y="105791"/>
                </a:moveTo>
                <a:lnTo>
                  <a:pt x="105791" y="79343"/>
                </a:lnTo>
                <a:lnTo>
                  <a:pt x="95212" y="79343"/>
                </a:lnTo>
                <a:lnTo>
                  <a:pt x="95212" y="95212"/>
                </a:lnTo>
                <a:lnTo>
                  <a:pt x="79343" y="95212"/>
                </a:lnTo>
                <a:lnTo>
                  <a:pt x="79343" y="105791"/>
                </a:lnTo>
                <a:lnTo>
                  <a:pt x="105791" y="105791"/>
                </a:lnTo>
                <a:close/>
                <a:moveTo>
                  <a:pt x="0" y="105791"/>
                </a:moveTo>
                <a:lnTo>
                  <a:pt x="26448" y="105791"/>
                </a:lnTo>
                <a:lnTo>
                  <a:pt x="26448" y="95212"/>
                </a:lnTo>
                <a:lnTo>
                  <a:pt x="10579" y="95212"/>
                </a:lnTo>
                <a:lnTo>
                  <a:pt x="10579" y="79343"/>
                </a:lnTo>
                <a:lnTo>
                  <a:pt x="0" y="79343"/>
                </a:lnTo>
                <a:lnTo>
                  <a:pt x="0" y="105791"/>
                </a:lnTo>
                <a:close/>
                <a:moveTo>
                  <a:pt x="0" y="0"/>
                </a:moveTo>
                <a:lnTo>
                  <a:pt x="0" y="26448"/>
                </a:lnTo>
                <a:lnTo>
                  <a:pt x="10579" y="26448"/>
                </a:lnTo>
                <a:lnTo>
                  <a:pt x="10579" y="10579"/>
                </a:lnTo>
                <a:lnTo>
                  <a:pt x="26448" y="10579"/>
                </a:lnTo>
                <a:lnTo>
                  <a:pt x="26448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63" name="!!text-72n" descr="掃描書櫃 QR Code"/>
          <p:cNvSpPr txBox="1"/>
          <p:nvPr/>
        </p:nvSpPr>
        <p:spPr>
          <a:xfrm>
            <a:off x="9596647" y="1070737"/>
            <a:ext cx="995896" cy="16550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1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掃描書櫃 QR Code</a:t>
            </a:r>
            <a:endParaRPr lang="zh-TW" sz="900"/>
          </a:p>
        </p:txBody>
      </p:sp>
      <p:sp>
        <p:nvSpPr>
          <p:cNvPr id="164" name="!!rect-72y"/>
          <p:cNvSpPr/>
          <p:nvPr/>
        </p:nvSpPr>
        <p:spPr>
          <a:xfrm>
            <a:off x="9531350" y="6076950"/>
            <a:ext cx="914400" cy="31750"/>
          </a:xfrm>
          <a:prstGeom prst="roundRect">
            <a:avLst>
              <a:gd name="adj" fmla="val 50000"/>
            </a:avLst>
          </a:prstGeom>
          <a:solidFill>
            <a:srgbClr val="FFFFFF">
              <a:alpha val="90000"/>
            </a:srgbClr>
          </a:solidFill>
          <a:ln>
            <a:noFill/>
          </a:ln>
        </p:spPr>
      </p:sp>
      <p:sp>
        <p:nvSpPr>
          <p:cNvPr id="165" name="!!rect-7ie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10000"/>
                </a:srgbClr>
              </a:gs>
              <a:gs pos="30762">
                <a:srgbClr val="FFFFFF">
                  <a:alpha val="2000"/>
                </a:srgbClr>
              </a:gs>
              <a:gs pos="31723">
                <a:srgbClr val="FFFFFF">
                  <a:alpha val="0"/>
                </a:srgbClr>
              </a:gs>
              <a:gs pos="9613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4329186" scaled="0"/>
          </a:gradFill>
          <a:ln>
            <a:noFill/>
          </a:ln>
        </p:spPr>
      </p:sp>
      <p:sp>
        <p:nvSpPr>
          <p:cNvPr id="166" name="!!rect-7ih"/>
          <p:cNvSpPr/>
          <p:nvPr/>
        </p:nvSpPr>
        <p:spPr>
          <a:xfrm>
            <a:off x="9728200" y="679450"/>
            <a:ext cx="520700" cy="23495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</p:spPr>
      </p:sp>
      <p:sp>
        <p:nvSpPr>
          <p:cNvPr id="167" name="!!circle-7ii"/>
          <p:cNvSpPr/>
          <p:nvPr/>
        </p:nvSpPr>
        <p:spPr>
          <a:xfrm>
            <a:off x="10088880" y="757555"/>
            <a:ext cx="78740" cy="78740"/>
          </a:xfrm>
          <a:prstGeom prst="ellipse">
            <a:avLst/>
          </a:prstGeom>
          <a:solidFill>
            <a:srgbClr val="0A0F16"/>
          </a:solidFill>
          <a:ln>
            <a:noFill/>
          </a:ln>
        </p:spPr>
      </p:sp>
      <p:sp>
        <p:nvSpPr>
          <p:cNvPr id="168" name="!!circle-7ij"/>
          <p:cNvSpPr/>
          <p:nvPr/>
        </p:nvSpPr>
        <p:spPr>
          <a:xfrm>
            <a:off x="10107930" y="776605"/>
            <a:ext cx="40640" cy="40640"/>
          </a:xfrm>
          <a:prstGeom prst="ellipse">
            <a:avLst/>
          </a:prstGeom>
          <a:solidFill>
            <a:srgbClr val="111B28"/>
          </a:solidFill>
          <a:ln>
            <a:noFill/>
          </a:ln>
        </p:spPr>
      </p:sp>
      <p:sp>
        <p:nvSpPr>
          <p:cNvPr id="169" name="!!circle-7ik"/>
          <p:cNvSpPr/>
          <p:nvPr/>
        </p:nvSpPr>
        <p:spPr>
          <a:xfrm>
            <a:off x="10130155" y="781685"/>
            <a:ext cx="13970" cy="13970"/>
          </a:xfrm>
          <a:prstGeom prst="ellipse">
            <a:avLst/>
          </a:prstGeom>
          <a:solidFill>
            <a:srgbClr val="3A5070">
              <a:alpha val="80000"/>
            </a:srgbClr>
          </a:solidFill>
          <a:ln>
            <a:noFill/>
          </a:ln>
        </p:spPr>
      </p:sp>
      <p:sp>
        <p:nvSpPr>
          <p:cNvPr id="170" name="!!circle-7io"/>
          <p:cNvSpPr/>
          <p:nvPr/>
        </p:nvSpPr>
        <p:spPr>
          <a:xfrm>
            <a:off x="8399295" y="1932455"/>
            <a:ext cx="3178511" cy="3178511"/>
          </a:xfrm>
          <a:prstGeom prst="ellipse">
            <a:avLst/>
          </a:prstGeom>
          <a:noFill/>
          <a:ln w="15875" cap="flat">
            <a:solidFill>
              <a:srgbClr val="627D8D">
                <a:alpha val="2303"/>
              </a:srgbClr>
            </a:solidFill>
            <a:prstDash val="solid"/>
            <a:miter lim="800000"/>
          </a:ln>
        </p:spPr>
      </p:sp>
      <p:sp>
        <p:nvSpPr>
          <p:cNvPr id="171" name="!!circle-7ir"/>
          <p:cNvSpPr/>
          <p:nvPr/>
        </p:nvSpPr>
        <p:spPr>
          <a:xfrm>
            <a:off x="8524743" y="2057902"/>
            <a:ext cx="2927615" cy="2927615"/>
          </a:xfrm>
          <a:prstGeom prst="ellipse">
            <a:avLst/>
          </a:prstGeom>
          <a:noFill/>
          <a:ln w="15875" cap="flat">
            <a:solidFill>
              <a:srgbClr val="627D8D">
                <a:alpha val="6982"/>
              </a:srgbClr>
            </a:solidFill>
            <a:prstDash val="solid"/>
            <a:miter lim="800000"/>
          </a:ln>
        </p:spPr>
      </p:sp>
      <p:sp>
        <p:nvSpPr>
          <p:cNvPr id="172" name="!!circle-7iu"/>
          <p:cNvSpPr/>
          <p:nvPr/>
        </p:nvSpPr>
        <p:spPr>
          <a:xfrm>
            <a:off x="8900991" y="2434151"/>
            <a:ext cx="2175118" cy="2175118"/>
          </a:xfrm>
          <a:prstGeom prst="ellipse">
            <a:avLst/>
          </a:prstGeom>
          <a:noFill/>
          <a:ln w="15875" cap="flat">
            <a:solidFill>
              <a:srgbClr val="627D8D">
                <a:alpha val="21015"/>
              </a:srgbClr>
            </a:solidFill>
            <a:prstDash val="solid"/>
            <a:miter lim="800000"/>
          </a:ln>
        </p:spPr>
      </p:sp>
      <p:sp>
        <p:nvSpPr>
          <p:cNvPr id="173" name="!!path-9ic"/>
          <p:cNvSpPr/>
          <p:nvPr/>
        </p:nvSpPr>
        <p:spPr>
          <a:xfrm>
            <a:off x="381000" y="306527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74" name="!!path-9id"/>
          <p:cNvSpPr/>
          <p:nvPr/>
        </p:nvSpPr>
        <p:spPr>
          <a:xfrm>
            <a:off x="381000" y="308153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75" name="!!path-9ie"/>
          <p:cNvSpPr/>
          <p:nvPr/>
        </p:nvSpPr>
        <p:spPr>
          <a:xfrm>
            <a:off x="381000" y="309778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76" name="!!path-9if"/>
          <p:cNvSpPr/>
          <p:nvPr/>
        </p:nvSpPr>
        <p:spPr>
          <a:xfrm>
            <a:off x="381000" y="311404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77" name="!!path-9ig"/>
          <p:cNvSpPr/>
          <p:nvPr/>
        </p:nvSpPr>
        <p:spPr>
          <a:xfrm>
            <a:off x="381000" y="313030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78" name="!!path-9ih"/>
          <p:cNvSpPr/>
          <p:nvPr/>
        </p:nvSpPr>
        <p:spPr>
          <a:xfrm>
            <a:off x="381000" y="314655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79" name="!!path-9ii"/>
          <p:cNvSpPr/>
          <p:nvPr/>
        </p:nvSpPr>
        <p:spPr>
          <a:xfrm>
            <a:off x="381000" y="316281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80" name="!!path-9ij"/>
          <p:cNvSpPr/>
          <p:nvPr/>
        </p:nvSpPr>
        <p:spPr>
          <a:xfrm>
            <a:off x="381000" y="317906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81" name="!!path-9ik"/>
          <p:cNvSpPr/>
          <p:nvPr/>
        </p:nvSpPr>
        <p:spPr>
          <a:xfrm>
            <a:off x="419608" y="269342"/>
            <a:ext cx="128422" cy="122936"/>
          </a:xfrm>
          <a:custGeom>
            <a:avLst/>
            <a:gdLst/>
            <a:ahLst/>
            <a:cxnLst/>
            <a:rect l="l" t="t" r="r" b="b"/>
            <a:pathLst>
              <a:path w="128422" h="122936">
                <a:moveTo>
                  <a:pt x="0" y="17678"/>
                </a:moveTo>
                <a:lnTo>
                  <a:pt x="8128" y="5080"/>
                </a:lnTo>
                <a:cubicBezTo>
                  <a:pt x="32512" y="0"/>
                  <a:pt x="73152" y="7112"/>
                  <a:pt x="101600" y="26416"/>
                </a:cubicBezTo>
                <a:cubicBezTo>
                  <a:pt x="116840" y="37186"/>
                  <a:pt x="124968" y="49784"/>
                  <a:pt x="128422" y="62992"/>
                </a:cubicBezTo>
                <a:lnTo>
                  <a:pt x="128422" y="122936"/>
                </a:lnTo>
                <a:lnTo>
                  <a:pt x="0" y="1229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82" name="!!path-9il"/>
          <p:cNvSpPr/>
          <p:nvPr/>
        </p:nvSpPr>
        <p:spPr>
          <a:xfrm>
            <a:off x="419608" y="269342"/>
            <a:ext cx="128422" cy="62992"/>
          </a:xfrm>
          <a:custGeom>
            <a:avLst/>
            <a:gdLst/>
            <a:ahLst/>
            <a:cxnLst/>
            <a:rect l="l" t="t" r="r" b="b"/>
            <a:pathLst>
              <a:path w="128422" h="62992" fill="none">
                <a:moveTo>
                  <a:pt x="128422" y="62992"/>
                </a:moveTo>
                <a:cubicBezTo>
                  <a:pt x="124968" y="49784"/>
                  <a:pt x="116840" y="37186"/>
                  <a:pt x="101600" y="26416"/>
                </a:cubicBezTo>
                <a:cubicBezTo>
                  <a:pt x="73152" y="7112"/>
                  <a:pt x="32512" y="0"/>
                  <a:pt x="8128" y="5080"/>
                </a:cubicBezTo>
                <a:lnTo>
                  <a:pt x="0" y="1767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83" name="!!path-9im"/>
          <p:cNvSpPr/>
          <p:nvPr/>
        </p:nvSpPr>
        <p:spPr>
          <a:xfrm>
            <a:off x="407010" y="281534"/>
            <a:ext cx="141021" cy="110744"/>
          </a:xfrm>
          <a:custGeom>
            <a:avLst/>
            <a:gdLst/>
            <a:ahLst/>
            <a:cxnLst/>
            <a:rect l="l" t="t" r="r" b="b"/>
            <a:pathLst>
              <a:path w="141021" h="110744">
                <a:moveTo>
                  <a:pt x="0" y="22352"/>
                </a:moveTo>
                <a:lnTo>
                  <a:pt x="6502" y="6502"/>
                </a:lnTo>
                <a:cubicBezTo>
                  <a:pt x="36982" y="0"/>
                  <a:pt x="79654" y="7112"/>
                  <a:pt x="110134" y="25400"/>
                </a:cubicBezTo>
                <a:cubicBezTo>
                  <a:pt x="126390" y="35154"/>
                  <a:pt x="136550" y="49784"/>
                  <a:pt x="141021" y="62992"/>
                </a:cubicBezTo>
                <a:lnTo>
                  <a:pt x="141021" y="110744"/>
                </a:lnTo>
                <a:lnTo>
                  <a:pt x="0" y="110744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84" name="!!path-9in"/>
          <p:cNvSpPr/>
          <p:nvPr/>
        </p:nvSpPr>
        <p:spPr>
          <a:xfrm>
            <a:off x="407010" y="281534"/>
            <a:ext cx="141021" cy="62992"/>
          </a:xfrm>
          <a:custGeom>
            <a:avLst/>
            <a:gdLst/>
            <a:ahLst/>
            <a:cxnLst/>
            <a:rect l="l" t="t" r="r" b="b"/>
            <a:pathLst>
              <a:path w="141021" h="62992" fill="none">
                <a:moveTo>
                  <a:pt x="141021" y="62992"/>
                </a:moveTo>
                <a:cubicBezTo>
                  <a:pt x="136550" y="49784"/>
                  <a:pt x="126390" y="35154"/>
                  <a:pt x="110134" y="25400"/>
                </a:cubicBezTo>
                <a:cubicBezTo>
                  <a:pt x="79654" y="7112"/>
                  <a:pt x="36982" y="0"/>
                  <a:pt x="6502" y="6502"/>
                </a:cubicBezTo>
                <a:lnTo>
                  <a:pt x="0" y="22352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85" name="!!path-9io"/>
          <p:cNvSpPr/>
          <p:nvPr/>
        </p:nvSpPr>
        <p:spPr>
          <a:xfrm>
            <a:off x="395834" y="294742"/>
            <a:ext cx="151790" cy="97536"/>
          </a:xfrm>
          <a:custGeom>
            <a:avLst/>
            <a:gdLst/>
            <a:ahLst/>
            <a:cxnLst/>
            <a:rect l="l" t="t" r="r" b="b"/>
            <a:pathLst>
              <a:path w="151790" h="97536">
                <a:moveTo>
                  <a:pt x="0" y="23165"/>
                </a:moveTo>
                <a:lnTo>
                  <a:pt x="3861" y="12598"/>
                </a:lnTo>
                <a:cubicBezTo>
                  <a:pt x="37998" y="0"/>
                  <a:pt x="84734" y="5080"/>
                  <a:pt x="117246" y="21946"/>
                </a:cubicBezTo>
                <a:cubicBezTo>
                  <a:pt x="135534" y="31496"/>
                  <a:pt x="146710" y="43688"/>
                  <a:pt x="151790" y="55270"/>
                </a:cubicBezTo>
                <a:lnTo>
                  <a:pt x="151790" y="97536"/>
                </a:lnTo>
                <a:lnTo>
                  <a:pt x="0" y="975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86" name="!!path-9ip"/>
          <p:cNvSpPr/>
          <p:nvPr/>
        </p:nvSpPr>
        <p:spPr>
          <a:xfrm>
            <a:off x="395834" y="294742"/>
            <a:ext cx="151790" cy="55270"/>
          </a:xfrm>
          <a:custGeom>
            <a:avLst/>
            <a:gdLst/>
            <a:ahLst/>
            <a:cxnLst/>
            <a:rect l="l" t="t" r="r" b="b"/>
            <a:pathLst>
              <a:path w="151790" h="55270" fill="none">
                <a:moveTo>
                  <a:pt x="151790" y="55270"/>
                </a:moveTo>
                <a:cubicBezTo>
                  <a:pt x="146710" y="43688"/>
                  <a:pt x="135534" y="31496"/>
                  <a:pt x="117246" y="21946"/>
                </a:cubicBezTo>
                <a:cubicBezTo>
                  <a:pt x="84734" y="5080"/>
                  <a:pt x="37998" y="0"/>
                  <a:pt x="3861" y="12598"/>
                </a:cubicBezTo>
                <a:lnTo>
                  <a:pt x="0" y="23165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87" name="!!path-9iq"/>
          <p:cNvSpPr/>
          <p:nvPr/>
        </p:nvSpPr>
        <p:spPr>
          <a:xfrm>
            <a:off x="548234" y="264262"/>
            <a:ext cx="120294" cy="128016"/>
          </a:xfrm>
          <a:custGeom>
            <a:avLst/>
            <a:gdLst/>
            <a:ahLst/>
            <a:cxnLst/>
            <a:rect l="l" t="t" r="r" b="b"/>
            <a:pathLst>
              <a:path w="120294" h="128016">
                <a:moveTo>
                  <a:pt x="120294" y="18288"/>
                </a:moveTo>
                <a:lnTo>
                  <a:pt x="113589" y="4470"/>
                </a:lnTo>
                <a:cubicBezTo>
                  <a:pt x="86766" y="0"/>
                  <a:pt x="44094" y="10160"/>
                  <a:pt x="17678" y="30480"/>
                </a:cubicBezTo>
                <a:cubicBezTo>
                  <a:pt x="6502" y="39624"/>
                  <a:pt x="1422" y="52832"/>
                  <a:pt x="0" y="67056"/>
                </a:cubicBezTo>
                <a:lnTo>
                  <a:pt x="0" y="128016"/>
                </a:lnTo>
                <a:lnTo>
                  <a:pt x="120294" y="12801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88" name="!!path-9ir"/>
          <p:cNvSpPr/>
          <p:nvPr/>
        </p:nvSpPr>
        <p:spPr>
          <a:xfrm>
            <a:off x="548234" y="264262"/>
            <a:ext cx="120294" cy="67056"/>
          </a:xfrm>
          <a:custGeom>
            <a:avLst/>
            <a:gdLst/>
            <a:ahLst/>
            <a:cxnLst/>
            <a:rect l="l" t="t" r="r" b="b"/>
            <a:pathLst>
              <a:path w="120294" h="67056" fill="none">
                <a:moveTo>
                  <a:pt x="0" y="67056"/>
                </a:moveTo>
                <a:cubicBezTo>
                  <a:pt x="1422" y="52832"/>
                  <a:pt x="6502" y="39624"/>
                  <a:pt x="17678" y="30480"/>
                </a:cubicBezTo>
                <a:cubicBezTo>
                  <a:pt x="44094" y="10160"/>
                  <a:pt x="86766" y="0"/>
                  <a:pt x="113589" y="4470"/>
                </a:cubicBezTo>
                <a:lnTo>
                  <a:pt x="120294" y="1828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89" name="!!path-9is"/>
          <p:cNvSpPr/>
          <p:nvPr/>
        </p:nvSpPr>
        <p:spPr>
          <a:xfrm>
            <a:off x="548437" y="279502"/>
            <a:ext cx="133299" cy="112776"/>
          </a:xfrm>
          <a:custGeom>
            <a:avLst/>
            <a:gdLst/>
            <a:ahLst/>
            <a:cxnLst/>
            <a:rect l="l" t="t" r="r" b="b"/>
            <a:pathLst>
              <a:path w="133299" h="112776">
                <a:moveTo>
                  <a:pt x="133299" y="19710"/>
                </a:moveTo>
                <a:lnTo>
                  <a:pt x="127203" y="3048"/>
                </a:lnTo>
                <a:cubicBezTo>
                  <a:pt x="94691" y="0"/>
                  <a:pt x="54051" y="11176"/>
                  <a:pt x="27635" y="30683"/>
                </a:cubicBezTo>
                <a:cubicBezTo>
                  <a:pt x="13411" y="41250"/>
                  <a:pt x="4267" y="53848"/>
                  <a:pt x="0" y="65024"/>
                </a:cubicBezTo>
                <a:lnTo>
                  <a:pt x="0" y="112776"/>
                </a:lnTo>
                <a:lnTo>
                  <a:pt x="133299" y="11277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90" name="!!path-9it"/>
          <p:cNvSpPr/>
          <p:nvPr/>
        </p:nvSpPr>
        <p:spPr>
          <a:xfrm>
            <a:off x="548437" y="279502"/>
            <a:ext cx="133299" cy="65024"/>
          </a:xfrm>
          <a:custGeom>
            <a:avLst/>
            <a:gdLst/>
            <a:ahLst/>
            <a:cxnLst/>
            <a:rect l="l" t="t" r="r" b="b"/>
            <a:pathLst>
              <a:path w="133299" h="65024" fill="none">
                <a:moveTo>
                  <a:pt x="0" y="65024"/>
                </a:moveTo>
                <a:cubicBezTo>
                  <a:pt x="4267" y="53848"/>
                  <a:pt x="13411" y="41250"/>
                  <a:pt x="27635" y="30683"/>
                </a:cubicBezTo>
                <a:cubicBezTo>
                  <a:pt x="54051" y="11176"/>
                  <a:pt x="94691" y="0"/>
                  <a:pt x="127203" y="3048"/>
                </a:cubicBezTo>
                <a:lnTo>
                  <a:pt x="133299" y="19710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91" name="!!path-9iu"/>
          <p:cNvSpPr/>
          <p:nvPr/>
        </p:nvSpPr>
        <p:spPr>
          <a:xfrm>
            <a:off x="548843" y="293726"/>
            <a:ext cx="142646" cy="98552"/>
          </a:xfrm>
          <a:custGeom>
            <a:avLst/>
            <a:gdLst/>
            <a:ahLst/>
            <a:cxnLst/>
            <a:rect l="l" t="t" r="r" b="b"/>
            <a:pathLst>
              <a:path w="142646" h="98552">
                <a:moveTo>
                  <a:pt x="142646" y="18898"/>
                </a:moveTo>
                <a:lnTo>
                  <a:pt x="139802" y="8738"/>
                </a:lnTo>
                <a:cubicBezTo>
                  <a:pt x="106477" y="0"/>
                  <a:pt x="63805" y="5080"/>
                  <a:pt x="35357" y="19304"/>
                </a:cubicBezTo>
                <a:cubicBezTo>
                  <a:pt x="17069" y="28448"/>
                  <a:pt x="5893" y="42672"/>
                  <a:pt x="0" y="56286"/>
                </a:cubicBezTo>
                <a:lnTo>
                  <a:pt x="0" y="98552"/>
                </a:lnTo>
                <a:lnTo>
                  <a:pt x="142646" y="98552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92" name="!!path-9iv"/>
          <p:cNvSpPr/>
          <p:nvPr/>
        </p:nvSpPr>
        <p:spPr>
          <a:xfrm>
            <a:off x="548843" y="293726"/>
            <a:ext cx="142646" cy="56286"/>
          </a:xfrm>
          <a:custGeom>
            <a:avLst/>
            <a:gdLst/>
            <a:ahLst/>
            <a:cxnLst/>
            <a:rect l="l" t="t" r="r" b="b"/>
            <a:pathLst>
              <a:path w="142646" h="56286" fill="none">
                <a:moveTo>
                  <a:pt x="0" y="56286"/>
                </a:moveTo>
                <a:cubicBezTo>
                  <a:pt x="5893" y="42672"/>
                  <a:pt x="17069" y="28448"/>
                  <a:pt x="35357" y="19304"/>
                </a:cubicBezTo>
                <a:cubicBezTo>
                  <a:pt x="63805" y="5080"/>
                  <a:pt x="106477" y="0"/>
                  <a:pt x="139802" y="8738"/>
                </a:cubicBezTo>
                <a:lnTo>
                  <a:pt x="142646" y="1889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93" name="!!path-9iw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627D8D"/>
              </a:gs>
              <a:gs pos="21794">
                <a:srgbClr val="627D8D"/>
              </a:gs>
              <a:gs pos="55376">
                <a:srgbClr val="627D8D"/>
              </a:gs>
              <a:gs pos="96421">
                <a:srgbClr val="98ABB7"/>
              </a:gs>
              <a:gs pos="100000">
                <a:srgbClr val="98ABB7"/>
              </a:gs>
            </a:gsLst>
            <a:lin ang="1983350" scaled="0"/>
          </a:gradFill>
          <a:ln>
            <a:noFill/>
          </a:ln>
        </p:spPr>
      </p:sp>
      <p:sp>
        <p:nvSpPr>
          <p:cNvPr id="194" name="!!path-9ix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0000"/>
                </a:srgbClr>
              </a:gs>
              <a:gs pos="4764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83333" t="79291" r="16667" b="20709"/>
            </a:path>
          </a:gradFill>
          <a:ln>
            <a:noFill/>
          </a:ln>
        </p:spPr>
      </p:sp>
      <p:sp>
        <p:nvSpPr>
          <p:cNvPr id="195" name="!!line-9iy"/>
          <p:cNvSpPr/>
          <p:nvPr/>
        </p:nvSpPr>
        <p:spPr>
          <a:xfrm>
            <a:off x="549046" y="363017"/>
            <a:ext cx="1" cy="153619"/>
          </a:xfrm>
          <a:custGeom>
            <a:avLst/>
            <a:gdLst/>
            <a:ahLst/>
            <a:cxnLst/>
            <a:rect l="l" t="t" r="r" b="b"/>
            <a:pathLst>
              <a:path w="1" h="153619">
                <a:moveTo>
                  <a:pt x="0" y="0"/>
                </a:moveTo>
                <a:lnTo>
                  <a:pt x="0" y="153619"/>
                </a:lnTo>
              </a:path>
            </a:pathLst>
          </a:custGeom>
          <a:solidFill>
            <a:srgbClr val="000000"/>
          </a:solidFill>
          <a:ln w="6909" cap="rnd">
            <a:solidFill>
              <a:srgbClr val="C9D3D9"/>
            </a:solidFill>
            <a:prstDash val="solid"/>
            <a:miter lim="800000"/>
          </a:ln>
        </p:spPr>
      </p:sp>
      <p:sp>
        <p:nvSpPr>
          <p:cNvPr id="196" name="!!path-9iz"/>
          <p:cNvSpPr/>
          <p:nvPr/>
        </p:nvSpPr>
        <p:spPr>
          <a:xfrm>
            <a:off x="657962" y="442062"/>
            <a:ext cx="25400" cy="37998"/>
          </a:xfrm>
          <a:custGeom>
            <a:avLst/>
            <a:gdLst/>
            <a:ahLst/>
            <a:cxnLst/>
            <a:rect l="l" t="t" r="r" b="b"/>
            <a:pathLst>
              <a:path w="25400" h="37998">
                <a:moveTo>
                  <a:pt x="0" y="2642"/>
                </a:moveTo>
                <a:lnTo>
                  <a:pt x="15240" y="0"/>
                </a:lnTo>
                <a:lnTo>
                  <a:pt x="25400" y="37186"/>
                </a:lnTo>
                <a:lnTo>
                  <a:pt x="7518" y="37998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 w="1016" cap="flat">
            <a:solidFill>
              <a:srgbClr val="FFFFFF">
                <a:alpha val="55000"/>
              </a:srgbClr>
            </a:solidFill>
            <a:prstDash val="solid"/>
            <a:round/>
          </a:ln>
        </p:spPr>
      </p:sp>
      <p:sp>
        <p:nvSpPr>
          <p:cNvPr id="197" name="!!text-9j0" descr="救「舊」我的書"/>
          <p:cNvSpPr txBox="1"/>
          <p:nvPr/>
        </p:nvSpPr>
        <p:spPr>
          <a:xfrm>
            <a:off x="805879" y="251460"/>
            <a:ext cx="1120140" cy="25745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400" b="1" kern="0" spc="-70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救</a:t>
            </a:r>
            <a:r>
              <a:rPr lang="zh-TW" altLang="en-US" sz="14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「舊</a:t>
            </a:r>
            <a:r>
              <a:rPr lang="zh-TW" altLang="en-US" sz="1400" b="1" kern="0" spc="-70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」</a:t>
            </a:r>
            <a:r>
              <a:rPr lang="zh-TW" altLang="en-US" sz="14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我的書</a:t>
            </a:r>
            <a:endParaRPr lang="zh-TW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fast" p14:dur="3600" advTm="0">
        <p159:morph option="byObject"/>
      </p:transition>
    </mc:Choice>
    <mc:Fallback>
      <p:transition spd="fast" advTm="0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34.7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rect-1q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7"/>
          </a:solidFill>
          <a:ln>
            <a:noFill/>
          </a:ln>
        </p:spPr>
      </p:sp>
      <p:sp>
        <p:nvSpPr>
          <p:cNvPr id="3" name="!!ellipse-1q2"/>
          <p:cNvSpPr/>
          <p:nvPr/>
        </p:nvSpPr>
        <p:spPr>
          <a:xfrm>
            <a:off x="-889000" y="-952500"/>
            <a:ext cx="13970000" cy="7874000"/>
          </a:xfrm>
          <a:prstGeom prst="ellipse">
            <a:avLst/>
          </a:prstGeom>
          <a:gradFill rotWithShape="1">
            <a:gsLst>
              <a:gs pos="0">
                <a:srgbClr val="FFFFFF">
                  <a:alpha val="95000"/>
                </a:srgbClr>
              </a:gs>
              <a:gs pos="40865">
                <a:srgbClr val="FFFFFF">
                  <a:alpha val="35000"/>
                </a:srgbClr>
              </a:gs>
              <a:gs pos="68108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!!rect-1q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P1"/>
            <a:srcRect/>
            <a:tile tx="142513" ty="153156" sx="16667" sy="16667" flip="none" algn="tl"/>
          </a:blipFill>
          <a:ln>
            <a:noFill/>
          </a:ln>
        </p:spPr>
      </p:sp>
      <p:sp>
        <p:nvSpPr>
          <p:cNvPr id="5" name="!!circle-1qb"/>
          <p:cNvSpPr/>
          <p:nvPr/>
        </p:nvSpPr>
        <p:spPr>
          <a:xfrm>
            <a:off x="-189903" y="4660653"/>
            <a:ext cx="2046732" cy="2046732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" name="!!circle-1qg"/>
          <p:cNvSpPr/>
          <p:nvPr/>
        </p:nvSpPr>
        <p:spPr>
          <a:xfrm>
            <a:off x="2672416" y="6465958"/>
            <a:ext cx="1987309" cy="1987309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7" name="!!circle-1rf"/>
          <p:cNvSpPr/>
          <p:nvPr/>
        </p:nvSpPr>
        <p:spPr>
          <a:xfrm>
            <a:off x="741553" y="5501456"/>
            <a:ext cx="1614653" cy="1614653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8" name="!!circle-1ro"/>
          <p:cNvSpPr/>
          <p:nvPr/>
        </p:nvSpPr>
        <p:spPr>
          <a:xfrm>
            <a:off x="5289308" y="6612389"/>
            <a:ext cx="1641335" cy="1641335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9" name="!!circle-1rq"/>
          <p:cNvSpPr/>
          <p:nvPr/>
        </p:nvSpPr>
        <p:spPr>
          <a:xfrm>
            <a:off x="-1009904" y="3170352"/>
            <a:ext cx="1404252" cy="1404252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0" name="!!circle-1sg"/>
          <p:cNvSpPr/>
          <p:nvPr/>
        </p:nvSpPr>
        <p:spPr>
          <a:xfrm>
            <a:off x="-989641" y="2510416"/>
            <a:ext cx="1615783" cy="1615783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1" name="!!rect-1sh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5F7">
                  <a:alpha val="0"/>
                </a:srgbClr>
              </a:gs>
              <a:gs pos="20428">
                <a:srgbClr val="F3F5F7">
                  <a:alpha val="0"/>
                </a:srgbClr>
              </a:gs>
              <a:gs pos="66730">
                <a:srgbClr val="F3F5F7"/>
              </a:gs>
              <a:gs pos="100000">
                <a:srgbClr val="F3F5F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2" name="!!circle-1sj"/>
          <p:cNvSpPr/>
          <p:nvPr/>
        </p:nvSpPr>
        <p:spPr>
          <a:xfrm>
            <a:off x="114425" y="340915"/>
            <a:ext cx="50038" cy="50038"/>
          </a:xfrm>
          <a:prstGeom prst="ellipse">
            <a:avLst/>
          </a:prstGeom>
          <a:solidFill>
            <a:srgbClr val="627D8D">
              <a:alpha val="25400"/>
            </a:srgbClr>
          </a:solidFill>
          <a:ln>
            <a:noFill/>
          </a:ln>
        </p:spPr>
      </p:sp>
      <p:sp>
        <p:nvSpPr>
          <p:cNvPr id="13" name="!!circle-1sm"/>
          <p:cNvSpPr/>
          <p:nvPr/>
        </p:nvSpPr>
        <p:spPr>
          <a:xfrm>
            <a:off x="5654414" y="1586591"/>
            <a:ext cx="36055" cy="36055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14" name="!!circle-1sp"/>
          <p:cNvSpPr/>
          <p:nvPr/>
        </p:nvSpPr>
        <p:spPr>
          <a:xfrm>
            <a:off x="9304837" y="3499827"/>
            <a:ext cx="24295" cy="24295"/>
          </a:xfrm>
          <a:prstGeom prst="ellipse">
            <a:avLst/>
          </a:prstGeom>
          <a:solidFill>
            <a:srgbClr val="627D8D">
              <a:alpha val="18100"/>
            </a:srgbClr>
          </a:solidFill>
          <a:ln>
            <a:noFill/>
          </a:ln>
        </p:spPr>
      </p:sp>
      <p:sp>
        <p:nvSpPr>
          <p:cNvPr id="15" name="!!circle-1ss"/>
          <p:cNvSpPr/>
          <p:nvPr/>
        </p:nvSpPr>
        <p:spPr>
          <a:xfrm>
            <a:off x="3587585" y="6657614"/>
            <a:ext cx="25959" cy="25959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16" name="!!circle-1sv"/>
          <p:cNvSpPr/>
          <p:nvPr/>
        </p:nvSpPr>
        <p:spPr>
          <a:xfrm>
            <a:off x="1881730" y="1949262"/>
            <a:ext cx="35878" cy="35878"/>
          </a:xfrm>
          <a:prstGeom prst="ellipse">
            <a:avLst/>
          </a:prstGeom>
          <a:solidFill>
            <a:srgbClr val="627D8D">
              <a:alpha val="26800"/>
            </a:srgbClr>
          </a:solidFill>
          <a:ln>
            <a:noFill/>
          </a:ln>
        </p:spPr>
      </p:sp>
      <p:sp>
        <p:nvSpPr>
          <p:cNvPr id="17" name="!!circle-1sy"/>
          <p:cNvSpPr/>
          <p:nvPr/>
        </p:nvSpPr>
        <p:spPr>
          <a:xfrm>
            <a:off x="6745258" y="4176908"/>
            <a:ext cx="40234" cy="40234"/>
          </a:xfrm>
          <a:prstGeom prst="ellipse">
            <a:avLst/>
          </a:prstGeom>
          <a:solidFill>
            <a:srgbClr val="627D8D">
              <a:alpha val="31300"/>
            </a:srgbClr>
          </a:solidFill>
          <a:ln>
            <a:noFill/>
          </a:ln>
        </p:spPr>
      </p:sp>
      <p:sp>
        <p:nvSpPr>
          <p:cNvPr id="18" name="!!circle-1t1"/>
          <p:cNvSpPr/>
          <p:nvPr/>
        </p:nvSpPr>
        <p:spPr>
          <a:xfrm>
            <a:off x="10062116" y="210051"/>
            <a:ext cx="23559" cy="23559"/>
          </a:xfrm>
          <a:prstGeom prst="ellipse">
            <a:avLst/>
          </a:prstGeom>
          <a:solidFill>
            <a:srgbClr val="627D8D">
              <a:alpha val="17900"/>
            </a:srgbClr>
          </a:solidFill>
          <a:ln>
            <a:noFill/>
          </a:ln>
        </p:spPr>
      </p:sp>
      <p:sp>
        <p:nvSpPr>
          <p:cNvPr id="19" name="!!circle-1t4"/>
          <p:cNvSpPr/>
          <p:nvPr/>
        </p:nvSpPr>
        <p:spPr>
          <a:xfrm>
            <a:off x="1074605" y="5196737"/>
            <a:ext cx="29959" cy="29959"/>
          </a:xfrm>
          <a:prstGeom prst="ellipse">
            <a:avLst/>
          </a:prstGeom>
          <a:solidFill>
            <a:srgbClr val="627D8D">
              <a:alpha val="19400"/>
            </a:srgbClr>
          </a:solidFill>
          <a:ln>
            <a:noFill/>
          </a:ln>
        </p:spPr>
      </p:sp>
      <p:sp>
        <p:nvSpPr>
          <p:cNvPr id="20" name="!!circle-1t7"/>
          <p:cNvSpPr/>
          <p:nvPr/>
        </p:nvSpPr>
        <p:spPr>
          <a:xfrm>
            <a:off x="8547404" y="4673417"/>
            <a:ext cx="28702" cy="28702"/>
          </a:xfrm>
          <a:prstGeom prst="ellipse">
            <a:avLst/>
          </a:prstGeom>
          <a:solidFill>
            <a:srgbClr val="627D8D">
              <a:alpha val="17800"/>
            </a:srgbClr>
          </a:solidFill>
          <a:ln>
            <a:noFill/>
          </a:ln>
        </p:spPr>
      </p:sp>
      <p:sp>
        <p:nvSpPr>
          <p:cNvPr id="21" name="!!circle-1ta"/>
          <p:cNvSpPr/>
          <p:nvPr/>
        </p:nvSpPr>
        <p:spPr>
          <a:xfrm>
            <a:off x="11103944" y="2152935"/>
            <a:ext cx="24066" cy="24066"/>
          </a:xfrm>
          <a:prstGeom prst="ellipse">
            <a:avLst/>
          </a:prstGeom>
          <a:solidFill>
            <a:srgbClr val="627D8D">
              <a:alpha val="23900"/>
            </a:srgbClr>
          </a:solidFill>
          <a:ln>
            <a:noFill/>
          </a:ln>
        </p:spPr>
      </p:sp>
      <p:sp>
        <p:nvSpPr>
          <p:cNvPr id="22" name="!!circle-1td"/>
          <p:cNvSpPr/>
          <p:nvPr/>
        </p:nvSpPr>
        <p:spPr>
          <a:xfrm>
            <a:off x="8338973" y="6232630"/>
            <a:ext cx="35865" cy="35865"/>
          </a:xfrm>
          <a:prstGeom prst="ellipse">
            <a:avLst/>
          </a:prstGeom>
          <a:solidFill>
            <a:srgbClr val="627D8D">
              <a:alpha val="28200"/>
            </a:srgbClr>
          </a:solidFill>
          <a:ln>
            <a:noFill/>
          </a:ln>
        </p:spPr>
      </p:sp>
      <p:sp>
        <p:nvSpPr>
          <p:cNvPr id="23" name="!!circle-1tg"/>
          <p:cNvSpPr/>
          <p:nvPr/>
        </p:nvSpPr>
        <p:spPr>
          <a:xfrm>
            <a:off x="1419015" y="3525372"/>
            <a:ext cx="39218" cy="39218"/>
          </a:xfrm>
          <a:prstGeom prst="ellipse">
            <a:avLst/>
          </a:prstGeom>
          <a:solidFill>
            <a:srgbClr val="627D8D">
              <a:alpha val="29600"/>
            </a:srgbClr>
          </a:solidFill>
          <a:ln>
            <a:noFill/>
          </a:ln>
        </p:spPr>
      </p:sp>
      <p:sp>
        <p:nvSpPr>
          <p:cNvPr id="24" name="!!circle-1tj"/>
          <p:cNvSpPr/>
          <p:nvPr/>
        </p:nvSpPr>
        <p:spPr>
          <a:xfrm>
            <a:off x="7202987" y="6505883"/>
            <a:ext cx="49733" cy="49733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5" name="!!circle-1tm"/>
          <p:cNvSpPr/>
          <p:nvPr/>
        </p:nvSpPr>
        <p:spPr>
          <a:xfrm>
            <a:off x="6287574" y="2153844"/>
            <a:ext cx="41694" cy="41694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6" name="!!circle-1tp"/>
          <p:cNvSpPr/>
          <p:nvPr/>
        </p:nvSpPr>
        <p:spPr>
          <a:xfrm>
            <a:off x="6783482" y="5555281"/>
            <a:ext cx="31979" cy="31979"/>
          </a:xfrm>
          <a:prstGeom prst="ellipse">
            <a:avLst/>
          </a:prstGeom>
          <a:solidFill>
            <a:srgbClr val="627D8D">
              <a:alpha val="24100"/>
            </a:srgbClr>
          </a:solidFill>
          <a:ln>
            <a:noFill/>
          </a:ln>
        </p:spPr>
      </p:sp>
      <p:sp>
        <p:nvSpPr>
          <p:cNvPr id="27" name="!!circle-1ts"/>
          <p:cNvSpPr/>
          <p:nvPr/>
        </p:nvSpPr>
        <p:spPr>
          <a:xfrm>
            <a:off x="3811042" y="1527083"/>
            <a:ext cx="18085" cy="18085"/>
          </a:xfrm>
          <a:prstGeom prst="ellipse">
            <a:avLst/>
          </a:prstGeom>
          <a:solidFill>
            <a:srgbClr val="627D8D">
              <a:alpha val="10500"/>
            </a:srgbClr>
          </a:solidFill>
          <a:ln>
            <a:noFill/>
          </a:ln>
        </p:spPr>
      </p:sp>
      <p:sp>
        <p:nvSpPr>
          <p:cNvPr id="28" name="!!circle-1tv"/>
          <p:cNvSpPr/>
          <p:nvPr/>
        </p:nvSpPr>
        <p:spPr>
          <a:xfrm>
            <a:off x="7686259" y="7196"/>
            <a:ext cx="38214" cy="38214"/>
          </a:xfrm>
          <a:prstGeom prst="ellipse">
            <a:avLst/>
          </a:prstGeom>
          <a:solidFill>
            <a:srgbClr val="627D8D">
              <a:alpha val="23100"/>
            </a:srgbClr>
          </a:solidFill>
          <a:ln>
            <a:noFill/>
          </a:ln>
        </p:spPr>
      </p:sp>
      <p:sp>
        <p:nvSpPr>
          <p:cNvPr id="29" name="!!circle-1ty"/>
          <p:cNvSpPr/>
          <p:nvPr/>
        </p:nvSpPr>
        <p:spPr>
          <a:xfrm>
            <a:off x="3381112" y="6678172"/>
            <a:ext cx="39243" cy="39243"/>
          </a:xfrm>
          <a:prstGeom prst="ellipse">
            <a:avLst/>
          </a:prstGeom>
          <a:solidFill>
            <a:srgbClr val="627D8D">
              <a:alpha val="27700"/>
            </a:srgbClr>
          </a:solidFill>
          <a:ln>
            <a:noFill/>
          </a:ln>
        </p:spPr>
      </p:sp>
      <p:sp>
        <p:nvSpPr>
          <p:cNvPr id="30" name="!!circle-1u1"/>
          <p:cNvSpPr/>
          <p:nvPr/>
        </p:nvSpPr>
        <p:spPr>
          <a:xfrm>
            <a:off x="1674628" y="6766859"/>
            <a:ext cx="34519" cy="34519"/>
          </a:xfrm>
          <a:prstGeom prst="ellipse">
            <a:avLst/>
          </a:prstGeom>
          <a:solidFill>
            <a:srgbClr val="627D8D">
              <a:alpha val="22500"/>
            </a:srgbClr>
          </a:solidFill>
          <a:ln>
            <a:noFill/>
          </a:ln>
        </p:spPr>
      </p:sp>
      <p:sp>
        <p:nvSpPr>
          <p:cNvPr id="31" name="!!circle-1u4"/>
          <p:cNvSpPr/>
          <p:nvPr/>
        </p:nvSpPr>
        <p:spPr>
          <a:xfrm>
            <a:off x="2562278" y="5487731"/>
            <a:ext cx="46228" cy="46228"/>
          </a:xfrm>
          <a:prstGeom prst="ellipse">
            <a:avLst/>
          </a:prstGeom>
          <a:solidFill>
            <a:srgbClr val="627D8D">
              <a:alpha val="26200"/>
            </a:srgbClr>
          </a:solidFill>
          <a:ln>
            <a:noFill/>
          </a:ln>
        </p:spPr>
      </p:sp>
      <p:sp>
        <p:nvSpPr>
          <p:cNvPr id="32" name="!!circle-1u7"/>
          <p:cNvSpPr/>
          <p:nvPr/>
        </p:nvSpPr>
        <p:spPr>
          <a:xfrm>
            <a:off x="7406941" y="4987096"/>
            <a:ext cx="49327" cy="49327"/>
          </a:xfrm>
          <a:prstGeom prst="ellipse">
            <a:avLst/>
          </a:prstGeom>
          <a:solidFill>
            <a:srgbClr val="627D8D">
              <a:alpha val="20800"/>
            </a:srgbClr>
          </a:solidFill>
          <a:ln>
            <a:noFill/>
          </a:ln>
        </p:spPr>
      </p:sp>
      <p:sp>
        <p:nvSpPr>
          <p:cNvPr id="33" name="!!circle-1ua"/>
          <p:cNvSpPr/>
          <p:nvPr/>
        </p:nvSpPr>
        <p:spPr>
          <a:xfrm>
            <a:off x="9689810" y="5788193"/>
            <a:ext cx="24054" cy="24054"/>
          </a:xfrm>
          <a:prstGeom prst="ellipse">
            <a:avLst/>
          </a:prstGeom>
          <a:solidFill>
            <a:srgbClr val="627D8D">
              <a:alpha val="22200"/>
            </a:srgbClr>
          </a:solidFill>
          <a:ln>
            <a:noFill/>
          </a:ln>
        </p:spPr>
      </p:sp>
      <p:sp>
        <p:nvSpPr>
          <p:cNvPr id="34" name="!!circle-1ud"/>
          <p:cNvSpPr/>
          <p:nvPr/>
        </p:nvSpPr>
        <p:spPr>
          <a:xfrm>
            <a:off x="2163795" y="1667916"/>
            <a:ext cx="32271" cy="32271"/>
          </a:xfrm>
          <a:prstGeom prst="ellipse">
            <a:avLst/>
          </a:prstGeom>
          <a:solidFill>
            <a:srgbClr val="627D8D">
              <a:alpha val="20500"/>
            </a:srgbClr>
          </a:solidFill>
          <a:ln>
            <a:noFill/>
          </a:ln>
        </p:spPr>
      </p:sp>
      <p:sp>
        <p:nvSpPr>
          <p:cNvPr id="35" name="!!circle-1ug"/>
          <p:cNvSpPr/>
          <p:nvPr/>
        </p:nvSpPr>
        <p:spPr>
          <a:xfrm>
            <a:off x="2085240" y="63845"/>
            <a:ext cx="21323" cy="21323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36" name="!!circle-1uj"/>
          <p:cNvSpPr/>
          <p:nvPr/>
        </p:nvSpPr>
        <p:spPr>
          <a:xfrm>
            <a:off x="2104996" y="2712211"/>
            <a:ext cx="34252" cy="34252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37" name="!!circle-1um"/>
          <p:cNvSpPr/>
          <p:nvPr/>
        </p:nvSpPr>
        <p:spPr>
          <a:xfrm>
            <a:off x="9625157" y="4774037"/>
            <a:ext cx="44196" cy="44196"/>
          </a:xfrm>
          <a:prstGeom prst="ellipse">
            <a:avLst/>
          </a:prstGeom>
          <a:solidFill>
            <a:srgbClr val="627D8D">
              <a:alpha val="21700"/>
            </a:srgbClr>
          </a:solidFill>
          <a:ln>
            <a:noFill/>
          </a:ln>
        </p:spPr>
      </p:sp>
      <p:sp>
        <p:nvSpPr>
          <p:cNvPr id="38" name="!!circle-1up"/>
          <p:cNvSpPr/>
          <p:nvPr/>
        </p:nvSpPr>
        <p:spPr>
          <a:xfrm>
            <a:off x="6833519" y="1960853"/>
            <a:ext cx="35192" cy="35192"/>
          </a:xfrm>
          <a:prstGeom prst="ellipse">
            <a:avLst/>
          </a:prstGeom>
          <a:solidFill>
            <a:srgbClr val="627D8D">
              <a:alpha val="27100"/>
            </a:srgbClr>
          </a:solidFill>
          <a:ln>
            <a:noFill/>
          </a:ln>
        </p:spPr>
      </p:sp>
      <p:sp>
        <p:nvSpPr>
          <p:cNvPr id="39" name="!!circle-1us"/>
          <p:cNvSpPr/>
          <p:nvPr/>
        </p:nvSpPr>
        <p:spPr>
          <a:xfrm>
            <a:off x="10073688" y="5604828"/>
            <a:ext cx="43358" cy="43358"/>
          </a:xfrm>
          <a:prstGeom prst="ellipse">
            <a:avLst/>
          </a:prstGeom>
          <a:solidFill>
            <a:srgbClr val="627D8D">
              <a:alpha val="19500"/>
            </a:srgbClr>
          </a:solidFill>
          <a:ln>
            <a:noFill/>
          </a:ln>
        </p:spPr>
      </p:sp>
      <p:sp>
        <p:nvSpPr>
          <p:cNvPr id="40" name="!!circle-1uv"/>
          <p:cNvSpPr/>
          <p:nvPr/>
        </p:nvSpPr>
        <p:spPr>
          <a:xfrm>
            <a:off x="3063851" y="2410911"/>
            <a:ext cx="33528" cy="33528"/>
          </a:xfrm>
          <a:prstGeom prst="ellipse">
            <a:avLst/>
          </a:prstGeom>
          <a:solidFill>
            <a:srgbClr val="627D8D">
              <a:alpha val="28300"/>
            </a:srgbClr>
          </a:solidFill>
          <a:ln>
            <a:noFill/>
          </a:ln>
        </p:spPr>
      </p:sp>
      <p:sp>
        <p:nvSpPr>
          <p:cNvPr id="41" name="!!circle-1uy"/>
          <p:cNvSpPr/>
          <p:nvPr/>
        </p:nvSpPr>
        <p:spPr>
          <a:xfrm>
            <a:off x="6719996" y="2934536"/>
            <a:ext cx="28956" cy="28956"/>
          </a:xfrm>
          <a:prstGeom prst="ellipse">
            <a:avLst/>
          </a:prstGeom>
          <a:solidFill>
            <a:srgbClr val="627D8D">
              <a:alpha val="21800"/>
            </a:srgbClr>
          </a:solidFill>
          <a:ln>
            <a:noFill/>
          </a:ln>
        </p:spPr>
      </p:sp>
      <p:sp>
        <p:nvSpPr>
          <p:cNvPr id="42" name="!!circle-1v1"/>
          <p:cNvSpPr/>
          <p:nvPr/>
        </p:nvSpPr>
        <p:spPr>
          <a:xfrm>
            <a:off x="6961022" y="6686346"/>
            <a:ext cx="45555" cy="45555"/>
          </a:xfrm>
          <a:prstGeom prst="ellipse">
            <a:avLst/>
          </a:prstGeom>
          <a:solidFill>
            <a:srgbClr val="627D8D">
              <a:alpha val="20900"/>
            </a:srgbClr>
          </a:solidFill>
          <a:ln>
            <a:noFill/>
          </a:ln>
        </p:spPr>
      </p:sp>
      <p:sp>
        <p:nvSpPr>
          <p:cNvPr id="43" name="!!circle-1v4"/>
          <p:cNvSpPr/>
          <p:nvPr/>
        </p:nvSpPr>
        <p:spPr>
          <a:xfrm>
            <a:off x="11328043" y="3685813"/>
            <a:ext cx="39484" cy="39484"/>
          </a:xfrm>
          <a:prstGeom prst="ellipse">
            <a:avLst/>
          </a:prstGeom>
          <a:solidFill>
            <a:srgbClr val="627D8D">
              <a:alpha val="13600"/>
            </a:srgbClr>
          </a:solidFill>
          <a:ln>
            <a:noFill/>
          </a:ln>
        </p:spPr>
      </p:sp>
      <p:sp>
        <p:nvSpPr>
          <p:cNvPr id="44" name="!!circle-1v7"/>
          <p:cNvSpPr/>
          <p:nvPr/>
        </p:nvSpPr>
        <p:spPr>
          <a:xfrm>
            <a:off x="7424716" y="5826173"/>
            <a:ext cx="30455" cy="30455"/>
          </a:xfrm>
          <a:prstGeom prst="ellipse">
            <a:avLst/>
          </a:prstGeom>
          <a:solidFill>
            <a:srgbClr val="627D8D">
              <a:alpha val="16500"/>
            </a:srgbClr>
          </a:solidFill>
          <a:ln>
            <a:noFill/>
          </a:ln>
        </p:spPr>
      </p:sp>
      <p:sp>
        <p:nvSpPr>
          <p:cNvPr id="45" name="!!circle-1va"/>
          <p:cNvSpPr/>
          <p:nvPr/>
        </p:nvSpPr>
        <p:spPr>
          <a:xfrm>
            <a:off x="8919579" y="6573652"/>
            <a:ext cx="28257" cy="28257"/>
          </a:xfrm>
          <a:prstGeom prst="ellipse">
            <a:avLst/>
          </a:prstGeom>
          <a:solidFill>
            <a:srgbClr val="627D8D">
              <a:alpha val="15700"/>
            </a:srgbClr>
          </a:solidFill>
          <a:ln>
            <a:noFill/>
          </a:ln>
        </p:spPr>
      </p:sp>
      <p:sp>
        <p:nvSpPr>
          <p:cNvPr id="46" name="!!circle-1vd"/>
          <p:cNvSpPr/>
          <p:nvPr/>
        </p:nvSpPr>
        <p:spPr>
          <a:xfrm>
            <a:off x="11286001" y="5316753"/>
            <a:ext cx="45149" cy="45149"/>
          </a:xfrm>
          <a:prstGeom prst="ellipse">
            <a:avLst/>
          </a:prstGeom>
          <a:solidFill>
            <a:srgbClr val="627D8D">
              <a:alpha val="31200"/>
            </a:srgbClr>
          </a:solidFill>
          <a:ln>
            <a:noFill/>
          </a:ln>
        </p:spPr>
      </p:sp>
      <p:sp>
        <p:nvSpPr>
          <p:cNvPr id="47" name="!!circle-1vg"/>
          <p:cNvSpPr/>
          <p:nvPr/>
        </p:nvSpPr>
        <p:spPr>
          <a:xfrm>
            <a:off x="3434285" y="3601772"/>
            <a:ext cx="30696" cy="30696"/>
          </a:xfrm>
          <a:prstGeom prst="ellipse">
            <a:avLst/>
          </a:prstGeom>
          <a:solidFill>
            <a:srgbClr val="627D8D">
              <a:alpha val="25700"/>
            </a:srgbClr>
          </a:solidFill>
          <a:ln>
            <a:noFill/>
          </a:ln>
        </p:spPr>
      </p:sp>
      <p:sp>
        <p:nvSpPr>
          <p:cNvPr id="48" name="!!circle-1vj"/>
          <p:cNvSpPr/>
          <p:nvPr/>
        </p:nvSpPr>
        <p:spPr>
          <a:xfrm>
            <a:off x="8826287" y="4163172"/>
            <a:ext cx="37401" cy="37401"/>
          </a:xfrm>
          <a:prstGeom prst="ellipse">
            <a:avLst/>
          </a:prstGeom>
          <a:solidFill>
            <a:srgbClr val="627D8D">
              <a:alpha val="16000"/>
            </a:srgbClr>
          </a:solidFill>
          <a:ln>
            <a:noFill/>
          </a:ln>
        </p:spPr>
      </p:sp>
      <p:sp>
        <p:nvSpPr>
          <p:cNvPr id="49" name="!!circle-1vm"/>
          <p:cNvSpPr/>
          <p:nvPr/>
        </p:nvSpPr>
        <p:spPr>
          <a:xfrm>
            <a:off x="1701547" y="4877587"/>
            <a:ext cx="33096" cy="33096"/>
          </a:xfrm>
          <a:prstGeom prst="ellipse">
            <a:avLst/>
          </a:prstGeom>
          <a:solidFill>
            <a:srgbClr val="627D8D">
              <a:alpha val="22300"/>
            </a:srgbClr>
          </a:solidFill>
          <a:ln>
            <a:noFill/>
          </a:ln>
        </p:spPr>
      </p:sp>
      <p:sp>
        <p:nvSpPr>
          <p:cNvPr id="50" name="!!circle-1vp"/>
          <p:cNvSpPr/>
          <p:nvPr/>
        </p:nvSpPr>
        <p:spPr>
          <a:xfrm>
            <a:off x="11605110" y="981583"/>
            <a:ext cx="21145" cy="21145"/>
          </a:xfrm>
          <a:prstGeom prst="ellipse">
            <a:avLst/>
          </a:prstGeom>
          <a:solidFill>
            <a:srgbClr val="627D8D">
              <a:alpha val="16300"/>
            </a:srgbClr>
          </a:solidFill>
          <a:ln>
            <a:noFill/>
          </a:ln>
        </p:spPr>
      </p:sp>
      <p:sp>
        <p:nvSpPr>
          <p:cNvPr id="51" name="!!circle-1vs"/>
          <p:cNvSpPr/>
          <p:nvPr/>
        </p:nvSpPr>
        <p:spPr>
          <a:xfrm>
            <a:off x="11077541" y="5819251"/>
            <a:ext cx="35281" cy="35281"/>
          </a:xfrm>
          <a:prstGeom prst="ellipse">
            <a:avLst/>
          </a:prstGeom>
          <a:solidFill>
            <a:srgbClr val="627D8D">
              <a:alpha val="30000"/>
            </a:srgbClr>
          </a:solidFill>
          <a:ln>
            <a:noFill/>
          </a:ln>
        </p:spPr>
      </p:sp>
      <p:sp>
        <p:nvSpPr>
          <p:cNvPr id="52" name="!!path-2q9"/>
          <p:cNvSpPr/>
          <p:nvPr/>
        </p:nvSpPr>
        <p:spPr>
          <a:xfrm>
            <a:off x="7286399" y="2009418"/>
            <a:ext cx="793293" cy="4848582"/>
          </a:xfrm>
          <a:custGeom>
            <a:avLst/>
            <a:gdLst/>
            <a:ahLst/>
            <a:cxnLst/>
            <a:rect l="l" t="t" r="r" b="b"/>
            <a:pathLst>
              <a:path w="793293" h="4848582">
                <a:moveTo>
                  <a:pt x="0" y="4848582"/>
                </a:moveTo>
                <a:lnTo>
                  <a:pt x="0" y="471018"/>
                </a:lnTo>
                <a:lnTo>
                  <a:pt x="793293" y="0"/>
                </a:lnTo>
                <a:lnTo>
                  <a:pt x="793293" y="4848582"/>
                </a:lnTo>
                <a:close/>
              </a:path>
            </a:pathLst>
          </a:custGeom>
          <a:gradFill rotWithShape="1">
            <a:gsLst>
              <a:gs pos="0">
                <a:srgbClr val="DCE3E8"/>
              </a:gs>
              <a:gs pos="100000">
                <a:srgbClr val="CFD8DE"/>
              </a:gs>
            </a:gsLst>
            <a:lin ang="5400000" scaled="0"/>
          </a:gradFill>
          <a:ln>
            <a:noFill/>
          </a:ln>
        </p:spPr>
      </p:sp>
      <p:sp>
        <p:nvSpPr>
          <p:cNvPr id="53" name="!!path-2qa"/>
          <p:cNvSpPr/>
          <p:nvPr/>
        </p:nvSpPr>
        <p:spPr>
          <a:xfrm>
            <a:off x="2328316" y="2009418"/>
            <a:ext cx="5751376" cy="471018"/>
          </a:xfrm>
          <a:custGeom>
            <a:avLst/>
            <a:gdLst/>
            <a:ahLst/>
            <a:cxnLst/>
            <a:rect l="l" t="t" r="r" b="b"/>
            <a:pathLst>
              <a:path w="5751376" h="471018">
                <a:moveTo>
                  <a:pt x="0" y="471018"/>
                </a:moveTo>
                <a:lnTo>
                  <a:pt x="4958083" y="471018"/>
                </a:lnTo>
                <a:lnTo>
                  <a:pt x="5751376" y="0"/>
                </a:lnTo>
                <a:lnTo>
                  <a:pt x="793293" y="0"/>
                </a:lnTo>
                <a:close/>
              </a:path>
            </a:pathLst>
          </a:custGeom>
          <a:gradFill rotWithShape="1">
            <a:gsLst>
              <a:gs pos="0">
                <a:srgbClr val="F9FAFB"/>
              </a:gs>
              <a:gs pos="100000">
                <a:srgbClr val="E7ECEF"/>
              </a:gs>
            </a:gsLst>
            <a:lin ang="5400000" scaled="0"/>
          </a:gradFill>
          <a:ln>
            <a:noFill/>
          </a:ln>
        </p:spPr>
      </p:sp>
      <p:sp>
        <p:nvSpPr>
          <p:cNvPr id="54" name="!!path-2qb"/>
          <p:cNvSpPr/>
          <p:nvPr/>
        </p:nvSpPr>
        <p:spPr>
          <a:xfrm>
            <a:off x="2328316" y="2480436"/>
            <a:ext cx="4958083" cy="4377564"/>
          </a:xfrm>
          <a:custGeom>
            <a:avLst/>
            <a:gdLst/>
            <a:ahLst/>
            <a:cxnLst/>
            <a:rect l="l" t="t" r="r" b="b"/>
            <a:pathLst>
              <a:path w="4958083" h="4377564">
                <a:moveTo>
                  <a:pt x="61976" y="0"/>
                </a:moveTo>
                <a:lnTo>
                  <a:pt x="4896107" y="0"/>
                </a:lnTo>
                <a:lnTo>
                  <a:pt x="4904518" y="566"/>
                </a:lnTo>
                <a:lnTo>
                  <a:pt x="4912585" y="2214"/>
                </a:lnTo>
                <a:lnTo>
                  <a:pt x="4920234" y="4871"/>
                </a:lnTo>
                <a:lnTo>
                  <a:pt x="4927390" y="8463"/>
                </a:lnTo>
                <a:lnTo>
                  <a:pt x="4933981" y="12915"/>
                </a:lnTo>
                <a:lnTo>
                  <a:pt x="4939933" y="18154"/>
                </a:lnTo>
                <a:lnTo>
                  <a:pt x="4945171" y="24107"/>
                </a:lnTo>
                <a:lnTo>
                  <a:pt x="4949623" y="30698"/>
                </a:lnTo>
                <a:lnTo>
                  <a:pt x="4953213" y="37854"/>
                </a:lnTo>
                <a:lnTo>
                  <a:pt x="4955869" y="45502"/>
                </a:lnTo>
                <a:lnTo>
                  <a:pt x="4957517" y="53567"/>
                </a:lnTo>
                <a:lnTo>
                  <a:pt x="4958083" y="61976"/>
                </a:lnTo>
                <a:lnTo>
                  <a:pt x="4958083" y="4377564"/>
                </a:lnTo>
                <a:lnTo>
                  <a:pt x="0" y="4377564"/>
                </a:lnTo>
                <a:lnTo>
                  <a:pt x="0" y="61976"/>
                </a:lnTo>
                <a:lnTo>
                  <a:pt x="566" y="53567"/>
                </a:lnTo>
                <a:lnTo>
                  <a:pt x="2214" y="45502"/>
                </a:lnTo>
                <a:lnTo>
                  <a:pt x="4871" y="37854"/>
                </a:lnTo>
                <a:lnTo>
                  <a:pt x="8463" y="30698"/>
                </a:lnTo>
                <a:lnTo>
                  <a:pt x="12915" y="24107"/>
                </a:lnTo>
                <a:lnTo>
                  <a:pt x="18154" y="18154"/>
                </a:lnTo>
                <a:lnTo>
                  <a:pt x="24107" y="12915"/>
                </a:lnTo>
                <a:lnTo>
                  <a:pt x="30698" y="8463"/>
                </a:lnTo>
                <a:lnTo>
                  <a:pt x="37854" y="4871"/>
                </a:lnTo>
                <a:lnTo>
                  <a:pt x="45502" y="2214"/>
                </a:lnTo>
                <a:lnTo>
                  <a:pt x="53567" y="566"/>
                </a:lnTo>
                <a:lnTo>
                  <a:pt x="61976" y="0"/>
                </a:ln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rgbClr val="F9FBFB"/>
              </a:gs>
            </a:gsLst>
            <a:lin ang="5400000" scaled="0"/>
          </a:gradFill>
          <a:ln>
            <a:noFill/>
          </a:ln>
        </p:spPr>
      </p:sp>
      <p:sp>
        <p:nvSpPr>
          <p:cNvPr id="55" name="!!path-2qc"/>
          <p:cNvSpPr/>
          <p:nvPr/>
        </p:nvSpPr>
        <p:spPr>
          <a:xfrm>
            <a:off x="2328316" y="2480436"/>
            <a:ext cx="4958083" cy="8924549"/>
          </a:xfrm>
          <a:custGeom>
            <a:avLst/>
            <a:gdLst/>
            <a:ahLst/>
            <a:cxnLst/>
            <a:rect l="l" t="t" r="r" b="b"/>
            <a:pathLst>
              <a:path w="4958083" h="8924549" fill="none">
                <a:moveTo>
                  <a:pt x="61976" y="0"/>
                </a:moveTo>
                <a:lnTo>
                  <a:pt x="4896107" y="0"/>
                </a:lnTo>
                <a:cubicBezTo>
                  <a:pt x="4930342" y="0"/>
                  <a:pt x="4958083" y="27753"/>
                  <a:pt x="4958083" y="61976"/>
                </a:cubicBezTo>
                <a:lnTo>
                  <a:pt x="4958083" y="8862573"/>
                </a:lnTo>
                <a:cubicBezTo>
                  <a:pt x="4958083" y="8896809"/>
                  <a:pt x="4930342" y="8924549"/>
                  <a:pt x="4896107" y="8924549"/>
                </a:cubicBezTo>
                <a:lnTo>
                  <a:pt x="61976" y="8924549"/>
                </a:lnTo>
                <a:cubicBezTo>
                  <a:pt x="27753" y="8924549"/>
                  <a:pt x="0" y="8896809"/>
                  <a:pt x="0" y="8862573"/>
                </a:cubicBezTo>
                <a:lnTo>
                  <a:pt x="0" y="61976"/>
                </a:lnTo>
                <a:cubicBezTo>
                  <a:pt x="0" y="27753"/>
                  <a:pt x="27753" y="0"/>
                  <a:pt x="61976" y="0"/>
                </a:cubicBezTo>
                <a:close/>
              </a:path>
            </a:pathLst>
          </a:custGeom>
          <a:noFill/>
          <a:ln w="12395" cap="flat">
            <a:solidFill>
              <a:srgbClr val="D3DBE0"/>
            </a:solidFill>
            <a:prstDash val="solid"/>
            <a:miter lim="800000"/>
          </a:ln>
        </p:spPr>
      </p:sp>
      <p:sp>
        <p:nvSpPr>
          <p:cNvPr id="56" name="!!path-2qe"/>
          <p:cNvSpPr/>
          <p:nvPr/>
        </p:nvSpPr>
        <p:spPr>
          <a:xfrm>
            <a:off x="7286399" y="2009418"/>
            <a:ext cx="793293" cy="471018"/>
          </a:xfrm>
          <a:custGeom>
            <a:avLst/>
            <a:gdLst/>
            <a:ahLst/>
            <a:cxnLst/>
            <a:rect l="l" t="t" r="r" b="b"/>
            <a:pathLst>
              <a:path w="793293" h="471018">
                <a:moveTo>
                  <a:pt x="0" y="471018"/>
                </a:moveTo>
                <a:lnTo>
                  <a:pt x="793293" y="0"/>
                </a:lnTo>
              </a:path>
            </a:pathLst>
          </a:custGeom>
          <a:solidFill>
            <a:srgbClr val="000000"/>
          </a:solidFill>
          <a:ln w="17353" cap="flat">
            <a:solidFill>
              <a:srgbClr val="FFFFFF"/>
            </a:solidFill>
            <a:prstDash val="solid"/>
            <a:miter lim="800000"/>
          </a:ln>
        </p:spPr>
      </p:sp>
      <p:sp>
        <p:nvSpPr>
          <p:cNvPr id="57" name="!!rect-2r7"/>
          <p:cNvSpPr/>
          <p:nvPr/>
        </p:nvSpPr>
        <p:spPr>
          <a:xfrm>
            <a:off x="3587669" y="2753130"/>
            <a:ext cx="2439377" cy="3153341"/>
          </a:xfrm>
          <a:prstGeom prst="roundRect">
            <a:avLst>
              <a:gd name="adj" fmla="val 7114"/>
            </a:avLst>
          </a:prstGeom>
          <a:solidFill>
            <a:srgbClr val="20282F"/>
          </a:solidFill>
          <a:ln>
            <a:noFill/>
          </a:ln>
        </p:spPr>
      </p:sp>
      <p:sp>
        <p:nvSpPr>
          <p:cNvPr id="58" name="!!rect-2r8"/>
          <p:cNvSpPr/>
          <p:nvPr/>
        </p:nvSpPr>
        <p:spPr>
          <a:xfrm>
            <a:off x="3600064" y="2765525"/>
            <a:ext cx="2414586" cy="3128550"/>
          </a:xfrm>
          <a:prstGeom prst="roundRect">
            <a:avLst>
              <a:gd name="adj" fmla="val 6674"/>
            </a:avLst>
          </a:prstGeom>
          <a:noFill/>
          <a:ln w="12395" cap="flat">
            <a:solidFill>
              <a:srgbClr val="FFFFFF">
                <a:alpha val="12000"/>
              </a:srgbClr>
            </a:solidFill>
            <a:prstDash val="solid"/>
            <a:miter lim="800000"/>
          </a:ln>
        </p:spPr>
      </p:sp>
      <p:sp>
        <p:nvSpPr>
          <p:cNvPr id="59" name="!!rect-2rd"/>
          <p:cNvSpPr/>
          <p:nvPr/>
        </p:nvSpPr>
        <p:spPr>
          <a:xfrm>
            <a:off x="3736411" y="2901873"/>
            <a:ext cx="2141892" cy="2855856"/>
          </a:xfrm>
          <a:custGeom>
            <a:avLst/>
            <a:gdLst/>
            <a:ahLst/>
            <a:cxnLst/>
            <a:rect l="l" t="t" r="r" b="b"/>
            <a:pathLst>
              <a:path w="2141892" h="2855856">
                <a:moveTo>
                  <a:pt x="53547" y="0"/>
                </a:moveTo>
                <a:lnTo>
                  <a:pt x="2088344" y="0"/>
                </a:lnTo>
                <a:cubicBezTo>
                  <a:pt x="2117918" y="0"/>
                  <a:pt x="2141892" y="23974"/>
                  <a:pt x="2141892" y="53547"/>
                </a:cubicBezTo>
                <a:lnTo>
                  <a:pt x="2141892" y="2802308"/>
                </a:lnTo>
                <a:cubicBezTo>
                  <a:pt x="2141892" y="2831882"/>
                  <a:pt x="2117918" y="2855856"/>
                  <a:pt x="2088344" y="2855856"/>
                </a:cubicBezTo>
                <a:lnTo>
                  <a:pt x="53547" y="2855856"/>
                </a:lnTo>
                <a:cubicBezTo>
                  <a:pt x="23974" y="2855856"/>
                  <a:pt x="0" y="2831882"/>
                  <a:pt x="0" y="2802308"/>
                </a:cubicBezTo>
                <a:lnTo>
                  <a:pt x="0" y="53547"/>
                </a:lnTo>
                <a:cubicBezTo>
                  <a:pt x="0" y="23974"/>
                  <a:pt x="23974" y="0"/>
                  <a:pt x="53547" y="0"/>
                </a:cubicBezTo>
                <a:close/>
              </a:path>
            </a:pathLst>
          </a:custGeom>
          <a:solidFill>
            <a:srgbClr val="0E1318"/>
          </a:solidFill>
          <a:ln>
            <a:noFill/>
          </a:ln>
        </p:spPr>
      </p:sp>
      <p:sp>
        <p:nvSpPr>
          <p:cNvPr id="60" name="!!rect-2rg"/>
          <p:cNvSpPr/>
          <p:nvPr/>
        </p:nvSpPr>
        <p:spPr>
          <a:xfrm>
            <a:off x="3736411" y="2901873"/>
            <a:ext cx="2141892" cy="249887"/>
          </a:xfrm>
          <a:custGeom>
            <a:avLst/>
            <a:gdLst/>
            <a:ahLst/>
            <a:cxnLst/>
            <a:rect l="l" t="t" r="r" b="b"/>
            <a:pathLst>
              <a:path w="2141892" h="249887">
                <a:moveTo>
                  <a:pt x="53547" y="0"/>
                </a:moveTo>
                <a:lnTo>
                  <a:pt x="2088344" y="0"/>
                </a:lnTo>
                <a:cubicBezTo>
                  <a:pt x="2117918" y="0"/>
                  <a:pt x="2141892" y="23974"/>
                  <a:pt x="2141892" y="53547"/>
                </a:cubicBezTo>
                <a:lnTo>
                  <a:pt x="2141892" y="249887"/>
                </a:lnTo>
                <a:lnTo>
                  <a:pt x="0" y="249887"/>
                </a:lnTo>
                <a:lnTo>
                  <a:pt x="0" y="53547"/>
                </a:lnTo>
                <a:cubicBezTo>
                  <a:pt x="0" y="23974"/>
                  <a:pt x="23974" y="0"/>
                  <a:pt x="53547" y="0"/>
                </a:cubicBezTo>
                <a:close/>
              </a:path>
            </a:pathLst>
          </a:custGeom>
          <a:solidFill>
            <a:srgbClr val="18212A"/>
          </a:solidFill>
          <a:ln>
            <a:noFill/>
          </a:ln>
        </p:spPr>
      </p:sp>
      <p:sp>
        <p:nvSpPr>
          <p:cNvPr id="61" name="!!text-2rh" descr="智慧書櫃"/>
          <p:cNvSpPr txBox="1"/>
          <p:nvPr/>
        </p:nvSpPr>
        <p:spPr>
          <a:xfrm>
            <a:off x="3825657" y="2938285"/>
            <a:ext cx="537258" cy="18091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84" b="1" kern="0" dirty="0">
                <a:solidFill>
                  <a:srgbClr val="EEF2F5"/>
                </a:solidFill>
                <a:latin typeface="Noto Sans TC"/>
                <a:ea typeface="Noto Sans TC"/>
                <a:cs typeface="Noto Sans TC"/>
              </a:rPr>
              <a:t>智慧書櫃</a:t>
            </a:r>
            <a:endParaRPr lang="zh-TW" sz="984"/>
          </a:p>
        </p:txBody>
      </p:sp>
      <p:sp>
        <p:nvSpPr>
          <p:cNvPr id="62" name="!!circle-2rm"/>
          <p:cNvSpPr/>
          <p:nvPr/>
        </p:nvSpPr>
        <p:spPr>
          <a:xfrm>
            <a:off x="5717661" y="2991118"/>
            <a:ext cx="71396" cy="71396"/>
          </a:xfrm>
          <a:prstGeom prst="ellipse">
            <a:avLst/>
          </a:prstGeom>
          <a:solidFill>
            <a:srgbClr val="3CCF8E"/>
          </a:solidFill>
          <a:ln>
            <a:noFill/>
          </a:ln>
        </p:spPr>
      </p:sp>
      <p:sp>
        <p:nvSpPr>
          <p:cNvPr id="63" name="!!text-2si" descr="書櫃使用中"/>
          <p:cNvSpPr txBox="1"/>
          <p:nvPr/>
        </p:nvSpPr>
        <p:spPr>
          <a:xfrm>
            <a:off x="4361129" y="3744350"/>
            <a:ext cx="946002" cy="25845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405" b="1" kern="0" dirty="0">
                <a:solidFill>
                  <a:srgbClr val="EEF2F5"/>
                </a:solidFill>
                <a:latin typeface="Noto Sans TC"/>
                <a:ea typeface="Noto Sans TC"/>
                <a:cs typeface="Noto Sans TC"/>
              </a:rPr>
              <a:t>書櫃使用中</a:t>
            </a:r>
            <a:endParaRPr lang="zh-TW" sz="1405"/>
          </a:p>
        </p:txBody>
      </p:sp>
      <p:sp>
        <p:nvSpPr>
          <p:cNvPr id="64" name="!!text-2so" descr="請於手機確認項目"/>
          <p:cNvSpPr txBox="1"/>
          <p:nvPr/>
        </p:nvSpPr>
        <p:spPr>
          <a:xfrm>
            <a:off x="4307582" y="4027080"/>
            <a:ext cx="1037033" cy="18091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84" kern="0" dirty="0">
                <a:solidFill>
                  <a:srgbClr val="93A2AD"/>
                </a:solidFill>
                <a:latin typeface="Noto Sans TC"/>
                <a:ea typeface="Noto Sans TC"/>
                <a:cs typeface="Noto Sans TC"/>
              </a:rPr>
              <a:t>請於手機確認項目</a:t>
            </a:r>
            <a:endParaRPr lang="zh-TW" sz="984"/>
          </a:p>
        </p:txBody>
      </p:sp>
      <p:sp>
        <p:nvSpPr>
          <p:cNvPr id="65" name="!!path-2x0"/>
          <p:cNvSpPr/>
          <p:nvPr/>
        </p:nvSpPr>
        <p:spPr>
          <a:xfrm>
            <a:off x="3977176" y="6242455"/>
            <a:ext cx="321284" cy="212603"/>
          </a:xfrm>
          <a:custGeom>
            <a:avLst/>
            <a:gdLst/>
            <a:ahLst/>
            <a:cxnLst/>
            <a:rect l="l" t="t" r="r" b="b"/>
            <a:pathLst>
              <a:path w="321284" h="212603">
                <a:moveTo>
                  <a:pt x="0" y="20824"/>
                </a:moveTo>
                <a:cubicBezTo>
                  <a:pt x="17849" y="7933"/>
                  <a:pt x="61480" y="3966"/>
                  <a:pt x="97178" y="13486"/>
                </a:cubicBezTo>
                <a:cubicBezTo>
                  <a:pt x="126927" y="21816"/>
                  <a:pt x="148742" y="33715"/>
                  <a:pt x="162625" y="45614"/>
                </a:cubicBezTo>
                <a:cubicBezTo>
                  <a:pt x="178491" y="31732"/>
                  <a:pt x="206256" y="13883"/>
                  <a:pt x="239971" y="5553"/>
                </a:cubicBezTo>
                <a:cubicBezTo>
                  <a:pt x="271703" y="0"/>
                  <a:pt x="303435" y="2975"/>
                  <a:pt x="321284" y="16857"/>
                </a:cubicBezTo>
                <a:lnTo>
                  <a:pt x="320887" y="174128"/>
                </a:lnTo>
                <a:cubicBezTo>
                  <a:pt x="285586" y="169566"/>
                  <a:pt x="216172" y="172541"/>
                  <a:pt x="163815" y="211413"/>
                </a:cubicBezTo>
                <a:quadBezTo>
                  <a:pt x="162625" y="212603"/>
                  <a:pt x="161435" y="211413"/>
                </a:quadBezTo>
                <a:cubicBezTo>
                  <a:pt x="109078" y="172541"/>
                  <a:pt x="41648" y="169566"/>
                  <a:pt x="5950" y="176111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66" name="!!path-2x1"/>
          <p:cNvSpPr/>
          <p:nvPr/>
        </p:nvSpPr>
        <p:spPr>
          <a:xfrm>
            <a:off x="3977176" y="6244042"/>
            <a:ext cx="321284" cy="212603"/>
          </a:xfrm>
          <a:custGeom>
            <a:avLst/>
            <a:gdLst/>
            <a:ahLst/>
            <a:cxnLst/>
            <a:rect l="l" t="t" r="r" b="b"/>
            <a:pathLst>
              <a:path w="321284" h="212603">
                <a:moveTo>
                  <a:pt x="0" y="20824"/>
                </a:moveTo>
                <a:cubicBezTo>
                  <a:pt x="17849" y="7933"/>
                  <a:pt x="61480" y="3966"/>
                  <a:pt x="97178" y="13486"/>
                </a:cubicBezTo>
                <a:cubicBezTo>
                  <a:pt x="126927" y="21816"/>
                  <a:pt x="148742" y="33715"/>
                  <a:pt x="162625" y="45614"/>
                </a:cubicBezTo>
                <a:cubicBezTo>
                  <a:pt x="178491" y="31732"/>
                  <a:pt x="206256" y="13883"/>
                  <a:pt x="239971" y="5553"/>
                </a:cubicBezTo>
                <a:cubicBezTo>
                  <a:pt x="271703" y="0"/>
                  <a:pt x="303435" y="2975"/>
                  <a:pt x="321284" y="16857"/>
                </a:cubicBezTo>
                <a:lnTo>
                  <a:pt x="320887" y="174128"/>
                </a:lnTo>
                <a:cubicBezTo>
                  <a:pt x="285586" y="169566"/>
                  <a:pt x="216172" y="172541"/>
                  <a:pt x="163815" y="211413"/>
                </a:cubicBezTo>
                <a:quadBezTo>
                  <a:pt x="162625" y="212603"/>
                  <a:pt x="161435" y="211413"/>
                </a:quadBezTo>
                <a:cubicBezTo>
                  <a:pt x="109078" y="172541"/>
                  <a:pt x="41648" y="169566"/>
                  <a:pt x="5950" y="176111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67" name="!!path-2x2"/>
          <p:cNvSpPr/>
          <p:nvPr/>
        </p:nvSpPr>
        <p:spPr>
          <a:xfrm>
            <a:off x="3977176" y="6245628"/>
            <a:ext cx="321284" cy="212603"/>
          </a:xfrm>
          <a:custGeom>
            <a:avLst/>
            <a:gdLst/>
            <a:ahLst/>
            <a:cxnLst/>
            <a:rect l="l" t="t" r="r" b="b"/>
            <a:pathLst>
              <a:path w="321284" h="212603">
                <a:moveTo>
                  <a:pt x="0" y="20824"/>
                </a:moveTo>
                <a:cubicBezTo>
                  <a:pt x="17849" y="7933"/>
                  <a:pt x="61480" y="3966"/>
                  <a:pt x="97178" y="13486"/>
                </a:cubicBezTo>
                <a:cubicBezTo>
                  <a:pt x="126927" y="21816"/>
                  <a:pt x="148742" y="33715"/>
                  <a:pt x="162625" y="45614"/>
                </a:cubicBezTo>
                <a:cubicBezTo>
                  <a:pt x="178491" y="31732"/>
                  <a:pt x="206256" y="13883"/>
                  <a:pt x="239971" y="5553"/>
                </a:cubicBezTo>
                <a:cubicBezTo>
                  <a:pt x="271703" y="0"/>
                  <a:pt x="303435" y="2975"/>
                  <a:pt x="321284" y="16857"/>
                </a:cubicBezTo>
                <a:lnTo>
                  <a:pt x="320887" y="174128"/>
                </a:lnTo>
                <a:cubicBezTo>
                  <a:pt x="285586" y="169566"/>
                  <a:pt x="216172" y="172541"/>
                  <a:pt x="163815" y="211413"/>
                </a:cubicBezTo>
                <a:quadBezTo>
                  <a:pt x="162625" y="212603"/>
                  <a:pt x="161435" y="211413"/>
                </a:quadBezTo>
                <a:cubicBezTo>
                  <a:pt x="109078" y="172541"/>
                  <a:pt x="41648" y="169566"/>
                  <a:pt x="5950" y="176111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68" name="!!path-2x3"/>
          <p:cNvSpPr/>
          <p:nvPr/>
        </p:nvSpPr>
        <p:spPr>
          <a:xfrm>
            <a:off x="3977176" y="6247215"/>
            <a:ext cx="321284" cy="212603"/>
          </a:xfrm>
          <a:custGeom>
            <a:avLst/>
            <a:gdLst/>
            <a:ahLst/>
            <a:cxnLst/>
            <a:rect l="l" t="t" r="r" b="b"/>
            <a:pathLst>
              <a:path w="321284" h="212603">
                <a:moveTo>
                  <a:pt x="0" y="20824"/>
                </a:moveTo>
                <a:cubicBezTo>
                  <a:pt x="17849" y="7933"/>
                  <a:pt x="61480" y="3966"/>
                  <a:pt x="97178" y="13486"/>
                </a:cubicBezTo>
                <a:cubicBezTo>
                  <a:pt x="126927" y="21816"/>
                  <a:pt x="148742" y="33715"/>
                  <a:pt x="162625" y="45614"/>
                </a:cubicBezTo>
                <a:cubicBezTo>
                  <a:pt x="178491" y="31732"/>
                  <a:pt x="206256" y="13883"/>
                  <a:pt x="239971" y="5553"/>
                </a:cubicBezTo>
                <a:cubicBezTo>
                  <a:pt x="271703" y="0"/>
                  <a:pt x="303435" y="2975"/>
                  <a:pt x="321284" y="16857"/>
                </a:cubicBezTo>
                <a:lnTo>
                  <a:pt x="320887" y="174128"/>
                </a:lnTo>
                <a:cubicBezTo>
                  <a:pt x="285586" y="169566"/>
                  <a:pt x="216172" y="172541"/>
                  <a:pt x="163815" y="211413"/>
                </a:cubicBezTo>
                <a:quadBezTo>
                  <a:pt x="162625" y="212603"/>
                  <a:pt x="161435" y="211413"/>
                </a:quadBezTo>
                <a:cubicBezTo>
                  <a:pt x="109078" y="172541"/>
                  <a:pt x="41648" y="169566"/>
                  <a:pt x="5950" y="176111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69" name="!!path-2x4"/>
          <p:cNvSpPr/>
          <p:nvPr/>
        </p:nvSpPr>
        <p:spPr>
          <a:xfrm>
            <a:off x="3977176" y="6248802"/>
            <a:ext cx="321284" cy="212603"/>
          </a:xfrm>
          <a:custGeom>
            <a:avLst/>
            <a:gdLst/>
            <a:ahLst/>
            <a:cxnLst/>
            <a:rect l="l" t="t" r="r" b="b"/>
            <a:pathLst>
              <a:path w="321284" h="212603">
                <a:moveTo>
                  <a:pt x="0" y="20824"/>
                </a:moveTo>
                <a:cubicBezTo>
                  <a:pt x="17849" y="7933"/>
                  <a:pt x="61480" y="3966"/>
                  <a:pt x="97178" y="13486"/>
                </a:cubicBezTo>
                <a:cubicBezTo>
                  <a:pt x="126927" y="21816"/>
                  <a:pt x="148742" y="33715"/>
                  <a:pt x="162625" y="45614"/>
                </a:cubicBezTo>
                <a:cubicBezTo>
                  <a:pt x="178491" y="31732"/>
                  <a:pt x="206256" y="13883"/>
                  <a:pt x="239971" y="5553"/>
                </a:cubicBezTo>
                <a:cubicBezTo>
                  <a:pt x="271703" y="0"/>
                  <a:pt x="303435" y="2975"/>
                  <a:pt x="321284" y="16857"/>
                </a:cubicBezTo>
                <a:lnTo>
                  <a:pt x="320887" y="174128"/>
                </a:lnTo>
                <a:cubicBezTo>
                  <a:pt x="285586" y="169566"/>
                  <a:pt x="216172" y="172541"/>
                  <a:pt x="163815" y="211413"/>
                </a:cubicBezTo>
                <a:quadBezTo>
                  <a:pt x="162625" y="212603"/>
                  <a:pt x="161435" y="211413"/>
                </a:quadBezTo>
                <a:cubicBezTo>
                  <a:pt x="109078" y="172541"/>
                  <a:pt x="41648" y="169566"/>
                  <a:pt x="5950" y="176111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0" name="!!path-2x5"/>
          <p:cNvSpPr/>
          <p:nvPr/>
        </p:nvSpPr>
        <p:spPr>
          <a:xfrm>
            <a:off x="3977176" y="6250388"/>
            <a:ext cx="321284" cy="212603"/>
          </a:xfrm>
          <a:custGeom>
            <a:avLst/>
            <a:gdLst/>
            <a:ahLst/>
            <a:cxnLst/>
            <a:rect l="l" t="t" r="r" b="b"/>
            <a:pathLst>
              <a:path w="321284" h="212603">
                <a:moveTo>
                  <a:pt x="0" y="20824"/>
                </a:moveTo>
                <a:cubicBezTo>
                  <a:pt x="17849" y="7933"/>
                  <a:pt x="61480" y="3966"/>
                  <a:pt x="97178" y="13486"/>
                </a:cubicBezTo>
                <a:cubicBezTo>
                  <a:pt x="126927" y="21816"/>
                  <a:pt x="148742" y="33715"/>
                  <a:pt x="162625" y="45614"/>
                </a:cubicBezTo>
                <a:cubicBezTo>
                  <a:pt x="178491" y="31732"/>
                  <a:pt x="206256" y="13883"/>
                  <a:pt x="239971" y="5553"/>
                </a:cubicBezTo>
                <a:cubicBezTo>
                  <a:pt x="271703" y="0"/>
                  <a:pt x="303435" y="2975"/>
                  <a:pt x="321284" y="16857"/>
                </a:cubicBezTo>
                <a:lnTo>
                  <a:pt x="320887" y="174128"/>
                </a:lnTo>
                <a:cubicBezTo>
                  <a:pt x="285586" y="169566"/>
                  <a:pt x="216172" y="172541"/>
                  <a:pt x="163815" y="211413"/>
                </a:cubicBezTo>
                <a:quadBezTo>
                  <a:pt x="162625" y="212603"/>
                  <a:pt x="161435" y="211413"/>
                </a:quadBezTo>
                <a:cubicBezTo>
                  <a:pt x="109078" y="172541"/>
                  <a:pt x="41648" y="169566"/>
                  <a:pt x="5950" y="176111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1" name="!!path-2x6"/>
          <p:cNvSpPr/>
          <p:nvPr/>
        </p:nvSpPr>
        <p:spPr>
          <a:xfrm>
            <a:off x="3977176" y="6251975"/>
            <a:ext cx="321284" cy="212603"/>
          </a:xfrm>
          <a:custGeom>
            <a:avLst/>
            <a:gdLst/>
            <a:ahLst/>
            <a:cxnLst/>
            <a:rect l="l" t="t" r="r" b="b"/>
            <a:pathLst>
              <a:path w="321284" h="212603">
                <a:moveTo>
                  <a:pt x="0" y="20824"/>
                </a:moveTo>
                <a:cubicBezTo>
                  <a:pt x="17849" y="7933"/>
                  <a:pt x="61480" y="3966"/>
                  <a:pt x="97178" y="13486"/>
                </a:cubicBezTo>
                <a:cubicBezTo>
                  <a:pt x="126927" y="21816"/>
                  <a:pt x="148742" y="33715"/>
                  <a:pt x="162625" y="45614"/>
                </a:cubicBezTo>
                <a:cubicBezTo>
                  <a:pt x="178491" y="31732"/>
                  <a:pt x="206256" y="13883"/>
                  <a:pt x="239971" y="5553"/>
                </a:cubicBezTo>
                <a:cubicBezTo>
                  <a:pt x="271703" y="0"/>
                  <a:pt x="303435" y="2975"/>
                  <a:pt x="321284" y="16857"/>
                </a:cubicBezTo>
                <a:lnTo>
                  <a:pt x="320887" y="174128"/>
                </a:lnTo>
                <a:cubicBezTo>
                  <a:pt x="285586" y="169566"/>
                  <a:pt x="216172" y="172541"/>
                  <a:pt x="163815" y="211413"/>
                </a:cubicBezTo>
                <a:quadBezTo>
                  <a:pt x="162625" y="212603"/>
                  <a:pt x="161435" y="211413"/>
                </a:quadBezTo>
                <a:cubicBezTo>
                  <a:pt x="109078" y="172541"/>
                  <a:pt x="41648" y="169566"/>
                  <a:pt x="5950" y="176111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2" name="!!path-2x7"/>
          <p:cNvSpPr/>
          <p:nvPr/>
        </p:nvSpPr>
        <p:spPr>
          <a:xfrm>
            <a:off x="3977176" y="6253561"/>
            <a:ext cx="321284" cy="212603"/>
          </a:xfrm>
          <a:custGeom>
            <a:avLst/>
            <a:gdLst/>
            <a:ahLst/>
            <a:cxnLst/>
            <a:rect l="l" t="t" r="r" b="b"/>
            <a:pathLst>
              <a:path w="321284" h="212603">
                <a:moveTo>
                  <a:pt x="0" y="20824"/>
                </a:moveTo>
                <a:cubicBezTo>
                  <a:pt x="17849" y="7933"/>
                  <a:pt x="61480" y="3966"/>
                  <a:pt x="97178" y="13486"/>
                </a:cubicBezTo>
                <a:cubicBezTo>
                  <a:pt x="126927" y="21816"/>
                  <a:pt x="148742" y="33715"/>
                  <a:pt x="162625" y="45614"/>
                </a:cubicBezTo>
                <a:cubicBezTo>
                  <a:pt x="178491" y="31732"/>
                  <a:pt x="206256" y="13883"/>
                  <a:pt x="239971" y="5553"/>
                </a:cubicBezTo>
                <a:cubicBezTo>
                  <a:pt x="271703" y="0"/>
                  <a:pt x="303435" y="2975"/>
                  <a:pt x="321284" y="16857"/>
                </a:cubicBezTo>
                <a:lnTo>
                  <a:pt x="320887" y="174128"/>
                </a:lnTo>
                <a:cubicBezTo>
                  <a:pt x="285586" y="169566"/>
                  <a:pt x="216172" y="172541"/>
                  <a:pt x="163815" y="211413"/>
                </a:cubicBezTo>
                <a:quadBezTo>
                  <a:pt x="162625" y="212603"/>
                  <a:pt x="161435" y="211413"/>
                </a:quadBezTo>
                <a:cubicBezTo>
                  <a:pt x="109078" y="172541"/>
                  <a:pt x="41648" y="169566"/>
                  <a:pt x="5950" y="176111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3" name="!!path-2x8"/>
          <p:cNvSpPr/>
          <p:nvPr/>
        </p:nvSpPr>
        <p:spPr>
          <a:xfrm>
            <a:off x="4014857" y="6206162"/>
            <a:ext cx="125340" cy="119986"/>
          </a:xfrm>
          <a:custGeom>
            <a:avLst/>
            <a:gdLst/>
            <a:ahLst/>
            <a:cxnLst/>
            <a:rect l="l" t="t" r="r" b="b"/>
            <a:pathLst>
              <a:path w="125340" h="119986">
                <a:moveTo>
                  <a:pt x="0" y="17254"/>
                </a:moveTo>
                <a:lnTo>
                  <a:pt x="7933" y="4958"/>
                </a:lnTo>
                <a:cubicBezTo>
                  <a:pt x="31732" y="0"/>
                  <a:pt x="71396" y="6941"/>
                  <a:pt x="99162" y="25782"/>
                </a:cubicBezTo>
                <a:cubicBezTo>
                  <a:pt x="114036" y="36293"/>
                  <a:pt x="121969" y="48589"/>
                  <a:pt x="125340" y="61480"/>
                </a:cubicBezTo>
                <a:lnTo>
                  <a:pt x="125340" y="119986"/>
                </a:lnTo>
                <a:lnTo>
                  <a:pt x="0" y="11998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74" name="!!path-2x9"/>
          <p:cNvSpPr/>
          <p:nvPr/>
        </p:nvSpPr>
        <p:spPr>
          <a:xfrm>
            <a:off x="4014857" y="6206162"/>
            <a:ext cx="125340" cy="61480"/>
          </a:xfrm>
          <a:custGeom>
            <a:avLst/>
            <a:gdLst/>
            <a:ahLst/>
            <a:cxnLst/>
            <a:rect l="l" t="t" r="r" b="b"/>
            <a:pathLst>
              <a:path w="125340" h="61480" fill="none">
                <a:moveTo>
                  <a:pt x="125340" y="61480"/>
                </a:moveTo>
                <a:cubicBezTo>
                  <a:pt x="121969" y="48589"/>
                  <a:pt x="114036" y="36293"/>
                  <a:pt x="99162" y="25782"/>
                </a:cubicBezTo>
                <a:cubicBezTo>
                  <a:pt x="71396" y="6941"/>
                  <a:pt x="31732" y="0"/>
                  <a:pt x="7933" y="4958"/>
                </a:cubicBezTo>
                <a:lnTo>
                  <a:pt x="0" y="17254"/>
                </a:lnTo>
              </a:path>
            </a:pathLst>
          </a:custGeom>
          <a:noFill/>
          <a:ln w="4760" cap="rnd">
            <a:solidFill>
              <a:srgbClr val="627D8D"/>
            </a:solidFill>
            <a:prstDash val="solid"/>
            <a:round/>
          </a:ln>
        </p:spPr>
      </p:sp>
      <p:sp>
        <p:nvSpPr>
          <p:cNvPr id="75" name="!!path-2xa"/>
          <p:cNvSpPr/>
          <p:nvPr/>
        </p:nvSpPr>
        <p:spPr>
          <a:xfrm>
            <a:off x="4002561" y="6218061"/>
            <a:ext cx="137636" cy="108086"/>
          </a:xfrm>
          <a:custGeom>
            <a:avLst/>
            <a:gdLst/>
            <a:ahLst/>
            <a:cxnLst/>
            <a:rect l="l" t="t" r="r" b="b"/>
            <a:pathLst>
              <a:path w="137636" h="108086">
                <a:moveTo>
                  <a:pt x="0" y="21816"/>
                </a:moveTo>
                <a:lnTo>
                  <a:pt x="6346" y="6346"/>
                </a:lnTo>
                <a:cubicBezTo>
                  <a:pt x="36095" y="0"/>
                  <a:pt x="77743" y="6941"/>
                  <a:pt x="107491" y="24790"/>
                </a:cubicBezTo>
                <a:cubicBezTo>
                  <a:pt x="123357" y="34310"/>
                  <a:pt x="133273" y="48589"/>
                  <a:pt x="137636" y="61480"/>
                </a:cubicBezTo>
                <a:lnTo>
                  <a:pt x="137636" y="108086"/>
                </a:lnTo>
                <a:lnTo>
                  <a:pt x="0" y="10808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76" name="!!path-2xb"/>
          <p:cNvSpPr/>
          <p:nvPr/>
        </p:nvSpPr>
        <p:spPr>
          <a:xfrm>
            <a:off x="4002561" y="6218061"/>
            <a:ext cx="137636" cy="61480"/>
          </a:xfrm>
          <a:custGeom>
            <a:avLst/>
            <a:gdLst/>
            <a:ahLst/>
            <a:cxnLst/>
            <a:rect l="l" t="t" r="r" b="b"/>
            <a:pathLst>
              <a:path w="137636" h="61480" fill="none">
                <a:moveTo>
                  <a:pt x="137636" y="61480"/>
                </a:moveTo>
                <a:cubicBezTo>
                  <a:pt x="133273" y="48589"/>
                  <a:pt x="123357" y="34310"/>
                  <a:pt x="107491" y="24790"/>
                </a:cubicBezTo>
                <a:cubicBezTo>
                  <a:pt x="77743" y="6941"/>
                  <a:pt x="36095" y="0"/>
                  <a:pt x="6346" y="6346"/>
                </a:cubicBezTo>
                <a:lnTo>
                  <a:pt x="0" y="21816"/>
                </a:lnTo>
              </a:path>
            </a:pathLst>
          </a:custGeom>
          <a:noFill/>
          <a:ln w="4760" cap="rnd">
            <a:solidFill>
              <a:srgbClr val="627D8D"/>
            </a:solidFill>
            <a:prstDash val="solid"/>
            <a:round/>
          </a:ln>
        </p:spPr>
      </p:sp>
      <p:sp>
        <p:nvSpPr>
          <p:cNvPr id="77" name="!!path-2xc"/>
          <p:cNvSpPr/>
          <p:nvPr/>
        </p:nvSpPr>
        <p:spPr>
          <a:xfrm>
            <a:off x="3991653" y="6230952"/>
            <a:ext cx="148148" cy="95195"/>
          </a:xfrm>
          <a:custGeom>
            <a:avLst/>
            <a:gdLst/>
            <a:ahLst/>
            <a:cxnLst/>
            <a:rect l="l" t="t" r="r" b="b"/>
            <a:pathLst>
              <a:path w="148148" h="95195">
                <a:moveTo>
                  <a:pt x="0" y="22609"/>
                </a:moveTo>
                <a:lnTo>
                  <a:pt x="3768" y="12296"/>
                </a:lnTo>
                <a:cubicBezTo>
                  <a:pt x="37086" y="0"/>
                  <a:pt x="82701" y="4958"/>
                  <a:pt x="114433" y="21419"/>
                </a:cubicBezTo>
                <a:cubicBezTo>
                  <a:pt x="132282" y="30740"/>
                  <a:pt x="143189" y="42640"/>
                  <a:pt x="148148" y="53944"/>
                </a:cubicBezTo>
                <a:lnTo>
                  <a:pt x="148148" y="95195"/>
                </a:lnTo>
                <a:lnTo>
                  <a:pt x="0" y="95195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78" name="!!path-2xd"/>
          <p:cNvSpPr/>
          <p:nvPr/>
        </p:nvSpPr>
        <p:spPr>
          <a:xfrm>
            <a:off x="3991653" y="6230952"/>
            <a:ext cx="148148" cy="53944"/>
          </a:xfrm>
          <a:custGeom>
            <a:avLst/>
            <a:gdLst/>
            <a:ahLst/>
            <a:cxnLst/>
            <a:rect l="l" t="t" r="r" b="b"/>
            <a:pathLst>
              <a:path w="148148" h="53944" fill="none">
                <a:moveTo>
                  <a:pt x="148148" y="53944"/>
                </a:moveTo>
                <a:cubicBezTo>
                  <a:pt x="143189" y="42640"/>
                  <a:pt x="132282" y="30740"/>
                  <a:pt x="114433" y="21419"/>
                </a:cubicBezTo>
                <a:cubicBezTo>
                  <a:pt x="82701" y="4958"/>
                  <a:pt x="37086" y="0"/>
                  <a:pt x="3768" y="12296"/>
                </a:cubicBezTo>
                <a:lnTo>
                  <a:pt x="0" y="22609"/>
                </a:lnTo>
              </a:path>
            </a:pathLst>
          </a:custGeom>
          <a:noFill/>
          <a:ln w="4760" cap="rnd">
            <a:solidFill>
              <a:srgbClr val="627D8D"/>
            </a:solidFill>
            <a:prstDash val="solid"/>
            <a:round/>
          </a:ln>
        </p:spPr>
      </p:sp>
      <p:sp>
        <p:nvSpPr>
          <p:cNvPr id="79" name="!!path-2xe"/>
          <p:cNvSpPr/>
          <p:nvPr/>
        </p:nvSpPr>
        <p:spPr>
          <a:xfrm>
            <a:off x="4140396" y="6201204"/>
            <a:ext cx="117407" cy="124944"/>
          </a:xfrm>
          <a:custGeom>
            <a:avLst/>
            <a:gdLst/>
            <a:ahLst/>
            <a:cxnLst/>
            <a:rect l="l" t="t" r="r" b="b"/>
            <a:pathLst>
              <a:path w="117407" h="124944">
                <a:moveTo>
                  <a:pt x="117407" y="17849"/>
                </a:moveTo>
                <a:lnTo>
                  <a:pt x="110863" y="4363"/>
                </a:lnTo>
                <a:cubicBezTo>
                  <a:pt x="84684" y="0"/>
                  <a:pt x="43036" y="9916"/>
                  <a:pt x="17254" y="29748"/>
                </a:cubicBezTo>
                <a:cubicBezTo>
                  <a:pt x="6346" y="38673"/>
                  <a:pt x="1388" y="51564"/>
                  <a:pt x="0" y="65447"/>
                </a:cubicBezTo>
                <a:lnTo>
                  <a:pt x="0" y="124944"/>
                </a:lnTo>
                <a:lnTo>
                  <a:pt x="117407" y="124944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80" name="!!path-2xf"/>
          <p:cNvSpPr/>
          <p:nvPr/>
        </p:nvSpPr>
        <p:spPr>
          <a:xfrm>
            <a:off x="4140396" y="6201204"/>
            <a:ext cx="117407" cy="65447"/>
          </a:xfrm>
          <a:custGeom>
            <a:avLst/>
            <a:gdLst/>
            <a:ahLst/>
            <a:cxnLst/>
            <a:rect l="l" t="t" r="r" b="b"/>
            <a:pathLst>
              <a:path w="117407" h="65447" fill="none">
                <a:moveTo>
                  <a:pt x="0" y="65447"/>
                </a:moveTo>
                <a:cubicBezTo>
                  <a:pt x="1388" y="51564"/>
                  <a:pt x="6346" y="38673"/>
                  <a:pt x="17254" y="29748"/>
                </a:cubicBezTo>
                <a:cubicBezTo>
                  <a:pt x="43036" y="9916"/>
                  <a:pt x="84684" y="0"/>
                  <a:pt x="110863" y="4363"/>
                </a:cubicBezTo>
                <a:lnTo>
                  <a:pt x="117407" y="17849"/>
                </a:lnTo>
              </a:path>
            </a:pathLst>
          </a:custGeom>
          <a:noFill/>
          <a:ln w="4760" cap="rnd">
            <a:solidFill>
              <a:srgbClr val="627D8D"/>
            </a:solidFill>
            <a:prstDash val="solid"/>
            <a:round/>
          </a:ln>
        </p:spPr>
      </p:sp>
      <p:sp>
        <p:nvSpPr>
          <p:cNvPr id="81" name="!!path-2xg"/>
          <p:cNvSpPr/>
          <p:nvPr/>
        </p:nvSpPr>
        <p:spPr>
          <a:xfrm>
            <a:off x="4140594" y="6216078"/>
            <a:ext cx="130100" cy="110069"/>
          </a:xfrm>
          <a:custGeom>
            <a:avLst/>
            <a:gdLst/>
            <a:ahLst/>
            <a:cxnLst/>
            <a:rect l="l" t="t" r="r" b="b"/>
            <a:pathLst>
              <a:path w="130100" h="110069">
                <a:moveTo>
                  <a:pt x="130100" y="19237"/>
                </a:moveTo>
                <a:lnTo>
                  <a:pt x="124150" y="2975"/>
                </a:lnTo>
                <a:cubicBezTo>
                  <a:pt x="92419" y="0"/>
                  <a:pt x="52754" y="10908"/>
                  <a:pt x="26972" y="29947"/>
                </a:cubicBezTo>
                <a:cubicBezTo>
                  <a:pt x="13089" y="40260"/>
                  <a:pt x="4165" y="52556"/>
                  <a:pt x="0" y="63463"/>
                </a:cubicBezTo>
                <a:lnTo>
                  <a:pt x="0" y="110069"/>
                </a:lnTo>
                <a:lnTo>
                  <a:pt x="130100" y="110069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82" name="!!path-2xh"/>
          <p:cNvSpPr/>
          <p:nvPr/>
        </p:nvSpPr>
        <p:spPr>
          <a:xfrm>
            <a:off x="4140594" y="6216078"/>
            <a:ext cx="130100" cy="63463"/>
          </a:xfrm>
          <a:custGeom>
            <a:avLst/>
            <a:gdLst/>
            <a:ahLst/>
            <a:cxnLst/>
            <a:rect l="l" t="t" r="r" b="b"/>
            <a:pathLst>
              <a:path w="130100" h="63463" fill="none">
                <a:moveTo>
                  <a:pt x="0" y="63463"/>
                </a:moveTo>
                <a:cubicBezTo>
                  <a:pt x="4165" y="52556"/>
                  <a:pt x="13089" y="40260"/>
                  <a:pt x="26972" y="29947"/>
                </a:cubicBezTo>
                <a:cubicBezTo>
                  <a:pt x="52754" y="10908"/>
                  <a:pt x="92419" y="0"/>
                  <a:pt x="124150" y="2975"/>
                </a:cubicBezTo>
                <a:lnTo>
                  <a:pt x="130100" y="19237"/>
                </a:lnTo>
              </a:path>
            </a:pathLst>
          </a:custGeom>
          <a:noFill/>
          <a:ln w="4760" cap="rnd">
            <a:solidFill>
              <a:srgbClr val="627D8D"/>
            </a:solidFill>
            <a:prstDash val="solid"/>
            <a:round/>
          </a:ln>
        </p:spPr>
      </p:sp>
      <p:sp>
        <p:nvSpPr>
          <p:cNvPr id="83" name="!!path-2xi"/>
          <p:cNvSpPr/>
          <p:nvPr/>
        </p:nvSpPr>
        <p:spPr>
          <a:xfrm>
            <a:off x="4140991" y="6229961"/>
            <a:ext cx="139223" cy="96187"/>
          </a:xfrm>
          <a:custGeom>
            <a:avLst/>
            <a:gdLst/>
            <a:ahLst/>
            <a:cxnLst/>
            <a:rect l="l" t="t" r="r" b="b"/>
            <a:pathLst>
              <a:path w="139223" h="96187">
                <a:moveTo>
                  <a:pt x="139223" y="18444"/>
                </a:moveTo>
                <a:lnTo>
                  <a:pt x="136446" y="8528"/>
                </a:lnTo>
                <a:cubicBezTo>
                  <a:pt x="103921" y="0"/>
                  <a:pt x="62274" y="4958"/>
                  <a:pt x="34508" y="18841"/>
                </a:cubicBezTo>
                <a:cubicBezTo>
                  <a:pt x="16659" y="27765"/>
                  <a:pt x="5751" y="41648"/>
                  <a:pt x="0" y="54936"/>
                </a:cubicBezTo>
                <a:lnTo>
                  <a:pt x="0" y="96187"/>
                </a:lnTo>
                <a:lnTo>
                  <a:pt x="139223" y="96187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84" name="!!path-2xj"/>
          <p:cNvSpPr/>
          <p:nvPr/>
        </p:nvSpPr>
        <p:spPr>
          <a:xfrm>
            <a:off x="4140991" y="6229961"/>
            <a:ext cx="139223" cy="54936"/>
          </a:xfrm>
          <a:custGeom>
            <a:avLst/>
            <a:gdLst/>
            <a:ahLst/>
            <a:cxnLst/>
            <a:rect l="l" t="t" r="r" b="b"/>
            <a:pathLst>
              <a:path w="139223" h="54936" fill="none">
                <a:moveTo>
                  <a:pt x="0" y="54936"/>
                </a:moveTo>
                <a:cubicBezTo>
                  <a:pt x="5751" y="41648"/>
                  <a:pt x="16659" y="27765"/>
                  <a:pt x="34508" y="18841"/>
                </a:cubicBezTo>
                <a:cubicBezTo>
                  <a:pt x="62274" y="4958"/>
                  <a:pt x="103921" y="0"/>
                  <a:pt x="136446" y="8528"/>
                </a:cubicBezTo>
                <a:lnTo>
                  <a:pt x="139223" y="18444"/>
                </a:lnTo>
              </a:path>
            </a:pathLst>
          </a:custGeom>
          <a:noFill/>
          <a:ln w="4760" cap="rnd">
            <a:solidFill>
              <a:srgbClr val="627D8D"/>
            </a:solidFill>
            <a:prstDash val="solid"/>
            <a:round/>
          </a:ln>
        </p:spPr>
      </p:sp>
      <p:sp>
        <p:nvSpPr>
          <p:cNvPr id="85" name="!!path-2xk"/>
          <p:cNvSpPr/>
          <p:nvPr/>
        </p:nvSpPr>
        <p:spPr>
          <a:xfrm>
            <a:off x="3977176" y="6240869"/>
            <a:ext cx="321284" cy="212603"/>
          </a:xfrm>
          <a:custGeom>
            <a:avLst/>
            <a:gdLst/>
            <a:ahLst/>
            <a:cxnLst/>
            <a:rect l="l" t="t" r="r" b="b"/>
            <a:pathLst>
              <a:path w="321284" h="212603">
                <a:moveTo>
                  <a:pt x="0" y="20824"/>
                </a:moveTo>
                <a:cubicBezTo>
                  <a:pt x="17849" y="7933"/>
                  <a:pt x="61480" y="3966"/>
                  <a:pt x="97178" y="13486"/>
                </a:cubicBezTo>
                <a:cubicBezTo>
                  <a:pt x="126927" y="21816"/>
                  <a:pt x="148742" y="33715"/>
                  <a:pt x="162625" y="45614"/>
                </a:cubicBezTo>
                <a:cubicBezTo>
                  <a:pt x="178491" y="31732"/>
                  <a:pt x="206256" y="13883"/>
                  <a:pt x="239971" y="5553"/>
                </a:cubicBezTo>
                <a:cubicBezTo>
                  <a:pt x="271703" y="0"/>
                  <a:pt x="303435" y="2975"/>
                  <a:pt x="321284" y="16857"/>
                </a:cubicBezTo>
                <a:lnTo>
                  <a:pt x="320887" y="174128"/>
                </a:lnTo>
                <a:cubicBezTo>
                  <a:pt x="285586" y="169566"/>
                  <a:pt x="216172" y="172541"/>
                  <a:pt x="163815" y="211413"/>
                </a:cubicBezTo>
                <a:quadBezTo>
                  <a:pt x="162625" y="212603"/>
                  <a:pt x="161435" y="211413"/>
                </a:quadBezTo>
                <a:cubicBezTo>
                  <a:pt x="109078" y="172541"/>
                  <a:pt x="41648" y="169566"/>
                  <a:pt x="5950" y="176111"/>
                </a:cubicBezTo>
                <a:close/>
              </a:path>
            </a:pathLst>
          </a:custGeom>
          <a:gradFill rotWithShape="1">
            <a:gsLst>
              <a:gs pos="0">
                <a:srgbClr val="627D8D"/>
              </a:gs>
              <a:gs pos="21794">
                <a:srgbClr val="627D8D"/>
              </a:gs>
              <a:gs pos="55376">
                <a:srgbClr val="627D8D"/>
              </a:gs>
              <a:gs pos="96421">
                <a:srgbClr val="98ABB7"/>
              </a:gs>
              <a:gs pos="100000">
                <a:srgbClr val="98ABB7"/>
              </a:gs>
            </a:gsLst>
            <a:lin ang="1983350" scaled="0"/>
          </a:gradFill>
          <a:ln>
            <a:noFill/>
          </a:ln>
        </p:spPr>
      </p:sp>
      <p:sp>
        <p:nvSpPr>
          <p:cNvPr id="86" name="!!path-2xl"/>
          <p:cNvSpPr/>
          <p:nvPr/>
        </p:nvSpPr>
        <p:spPr>
          <a:xfrm>
            <a:off x="3977176" y="6240869"/>
            <a:ext cx="321284" cy="212603"/>
          </a:xfrm>
          <a:custGeom>
            <a:avLst/>
            <a:gdLst/>
            <a:ahLst/>
            <a:cxnLst/>
            <a:rect l="l" t="t" r="r" b="b"/>
            <a:pathLst>
              <a:path w="321284" h="212603">
                <a:moveTo>
                  <a:pt x="0" y="20824"/>
                </a:moveTo>
                <a:cubicBezTo>
                  <a:pt x="17849" y="7933"/>
                  <a:pt x="61480" y="3966"/>
                  <a:pt x="97178" y="13486"/>
                </a:cubicBezTo>
                <a:cubicBezTo>
                  <a:pt x="126927" y="21816"/>
                  <a:pt x="148742" y="33715"/>
                  <a:pt x="162625" y="45614"/>
                </a:cubicBezTo>
                <a:cubicBezTo>
                  <a:pt x="178491" y="31732"/>
                  <a:pt x="206256" y="13883"/>
                  <a:pt x="239971" y="5553"/>
                </a:cubicBezTo>
                <a:cubicBezTo>
                  <a:pt x="271703" y="0"/>
                  <a:pt x="303435" y="2975"/>
                  <a:pt x="321284" y="16857"/>
                </a:cubicBezTo>
                <a:lnTo>
                  <a:pt x="320887" y="174128"/>
                </a:lnTo>
                <a:cubicBezTo>
                  <a:pt x="285586" y="169566"/>
                  <a:pt x="216172" y="172541"/>
                  <a:pt x="163815" y="211413"/>
                </a:cubicBezTo>
                <a:quadBezTo>
                  <a:pt x="162625" y="212603"/>
                  <a:pt x="161435" y="211413"/>
                </a:quadBezTo>
                <a:cubicBezTo>
                  <a:pt x="109078" y="172541"/>
                  <a:pt x="41648" y="169566"/>
                  <a:pt x="5950" y="176111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0000"/>
                </a:srgbClr>
              </a:gs>
              <a:gs pos="4764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83333" t="79291" r="16667" b="20709"/>
            </a:path>
          </a:gradFill>
          <a:ln>
            <a:noFill/>
          </a:ln>
        </p:spPr>
      </p:sp>
      <p:sp>
        <p:nvSpPr>
          <p:cNvPr id="87" name="!!line-2xm"/>
          <p:cNvSpPr/>
          <p:nvPr/>
        </p:nvSpPr>
        <p:spPr>
          <a:xfrm>
            <a:off x="4141189" y="6297589"/>
            <a:ext cx="1" cy="149932"/>
          </a:xfrm>
          <a:custGeom>
            <a:avLst/>
            <a:gdLst/>
            <a:ahLst/>
            <a:cxnLst/>
            <a:rect l="l" t="t" r="r" b="b"/>
            <a:pathLst>
              <a:path w="1" h="149932">
                <a:moveTo>
                  <a:pt x="0" y="0"/>
                </a:moveTo>
                <a:lnTo>
                  <a:pt x="0" y="149932"/>
                </a:lnTo>
              </a:path>
            </a:pathLst>
          </a:custGeom>
          <a:solidFill>
            <a:srgbClr val="000000"/>
          </a:solidFill>
          <a:ln w="6743" cap="rnd">
            <a:solidFill>
              <a:srgbClr val="C9D3D9"/>
            </a:solidFill>
            <a:prstDash val="solid"/>
            <a:miter lim="800000"/>
          </a:ln>
        </p:spPr>
      </p:sp>
      <p:sp>
        <p:nvSpPr>
          <p:cNvPr id="88" name="!!path-2xn"/>
          <p:cNvSpPr/>
          <p:nvPr/>
        </p:nvSpPr>
        <p:spPr>
          <a:xfrm>
            <a:off x="4247491" y="6374737"/>
            <a:ext cx="24790" cy="37086"/>
          </a:xfrm>
          <a:custGeom>
            <a:avLst/>
            <a:gdLst/>
            <a:ahLst/>
            <a:cxnLst/>
            <a:rect l="l" t="t" r="r" b="b"/>
            <a:pathLst>
              <a:path w="24790" h="37086">
                <a:moveTo>
                  <a:pt x="0" y="2578"/>
                </a:moveTo>
                <a:lnTo>
                  <a:pt x="14874" y="0"/>
                </a:lnTo>
                <a:lnTo>
                  <a:pt x="24790" y="36293"/>
                </a:lnTo>
                <a:lnTo>
                  <a:pt x="7338" y="37086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 w="992" cap="flat">
            <a:solidFill>
              <a:srgbClr val="FFFFFF">
                <a:alpha val="55000"/>
              </a:srgbClr>
            </a:solidFill>
            <a:prstDash val="solid"/>
            <a:round/>
          </a:ln>
        </p:spPr>
      </p:sp>
      <p:sp>
        <p:nvSpPr>
          <p:cNvPr id="89" name="!!text-2xo" descr="救「舊」我的書"/>
          <p:cNvSpPr txBox="1"/>
          <p:nvPr/>
        </p:nvSpPr>
        <p:spPr>
          <a:xfrm>
            <a:off x="4373228" y="6163547"/>
            <a:ext cx="1327527" cy="3051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659" b="1" kern="0" spc="-83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救</a:t>
            </a:r>
            <a:r>
              <a:rPr lang="zh-TW" altLang="en-US" sz="1659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「舊</a:t>
            </a:r>
            <a:r>
              <a:rPr lang="zh-TW" altLang="en-US" sz="1659" b="1" kern="0" spc="-83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」</a:t>
            </a:r>
            <a:r>
              <a:rPr lang="zh-TW" altLang="en-US" sz="1659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我的書</a:t>
            </a:r>
            <a:endParaRPr lang="zh-TW" sz="1659"/>
          </a:p>
        </p:txBody>
      </p:sp>
      <p:sp>
        <p:nvSpPr>
          <p:cNvPr id="90" name="!!rect-2y2"/>
          <p:cNvSpPr/>
          <p:nvPr/>
        </p:nvSpPr>
        <p:spPr>
          <a:xfrm>
            <a:off x="3170198" y="6570854"/>
            <a:ext cx="1537997" cy="287146"/>
          </a:xfrm>
          <a:prstGeom prst="rect">
            <a:avLst/>
          </a:prstGeom>
          <a:solidFill>
            <a:srgbClr val="D5DDE2"/>
          </a:solidFill>
          <a:ln>
            <a:noFill/>
          </a:ln>
        </p:spPr>
      </p:sp>
      <p:sp>
        <p:nvSpPr>
          <p:cNvPr id="91" name="!!path-2y3"/>
          <p:cNvSpPr/>
          <p:nvPr/>
        </p:nvSpPr>
        <p:spPr>
          <a:xfrm>
            <a:off x="2551430" y="6570854"/>
            <a:ext cx="618769" cy="287146"/>
          </a:xfrm>
          <a:custGeom>
            <a:avLst/>
            <a:gdLst/>
            <a:ahLst/>
            <a:cxnLst/>
            <a:rect l="l" t="t" r="r" b="b"/>
            <a:pathLst>
              <a:path w="618769" h="287146">
                <a:moveTo>
                  <a:pt x="0" y="287146"/>
                </a:moveTo>
                <a:lnTo>
                  <a:pt x="0" y="0"/>
                </a:lnTo>
                <a:lnTo>
                  <a:pt x="0" y="0"/>
                </a:lnTo>
                <a:lnTo>
                  <a:pt x="618769" y="0"/>
                </a:lnTo>
                <a:lnTo>
                  <a:pt x="618769" y="287146"/>
                </a:lnTo>
                <a:close/>
              </a:path>
            </a:pathLst>
          </a:custGeom>
          <a:solidFill>
            <a:srgbClr val="C4CED5"/>
          </a:solidFill>
          <a:ln>
            <a:noFill/>
          </a:ln>
        </p:spPr>
      </p:sp>
      <p:sp>
        <p:nvSpPr>
          <p:cNvPr id="92" name="!!rect-2yl"/>
          <p:cNvSpPr/>
          <p:nvPr/>
        </p:nvSpPr>
        <p:spPr>
          <a:xfrm>
            <a:off x="2551430" y="6570854"/>
            <a:ext cx="2156766" cy="287146"/>
          </a:xfrm>
          <a:prstGeom prst="rect">
            <a:avLst/>
          </a:prstGeom>
          <a:gradFill rotWithShape="1">
            <a:gsLst>
              <a:gs pos="0">
                <a:srgbClr val="0B1A26">
                  <a:alpha val="20000"/>
                </a:srgbClr>
              </a:gs>
              <a:gs pos="100000">
                <a:srgbClr val="0B1A26">
                  <a:alpha val="14735"/>
                </a:srgbClr>
              </a:gs>
            </a:gsLst>
            <a:lin ang="5400000" scaled="0"/>
          </a:gradFill>
          <a:ln>
            <a:noFill/>
          </a:ln>
        </p:spPr>
      </p:sp>
      <p:sp>
        <p:nvSpPr>
          <p:cNvPr id="93" name="!!rect-2yy"/>
          <p:cNvSpPr/>
          <p:nvPr/>
        </p:nvSpPr>
        <p:spPr>
          <a:xfrm>
            <a:off x="2551430" y="6570854"/>
            <a:ext cx="2156766" cy="2181556"/>
          </a:xfrm>
          <a:prstGeom prst="roundRect">
            <a:avLst>
              <a:gd name="adj" fmla="val 4023"/>
            </a:avLst>
          </a:prstGeom>
          <a:solidFill>
            <a:srgbClr val="F4F8FA">
              <a:alpha val="40000"/>
            </a:srgbClr>
          </a:solidFill>
          <a:ln>
            <a:noFill/>
          </a:ln>
        </p:spPr>
      </p:sp>
      <p:sp>
        <p:nvSpPr>
          <p:cNvPr id="94" name="!!path-2yz"/>
          <p:cNvSpPr/>
          <p:nvPr/>
        </p:nvSpPr>
        <p:spPr>
          <a:xfrm>
            <a:off x="3550325" y="6570854"/>
            <a:ext cx="424570" cy="287146"/>
          </a:xfrm>
          <a:custGeom>
            <a:avLst/>
            <a:gdLst/>
            <a:ahLst/>
            <a:cxnLst/>
            <a:rect l="l" t="t" r="r" b="b"/>
            <a:pathLst>
              <a:path w="424570" h="287146">
                <a:moveTo>
                  <a:pt x="0" y="287146"/>
                </a:moveTo>
                <a:lnTo>
                  <a:pt x="79487" y="0"/>
                </a:lnTo>
                <a:lnTo>
                  <a:pt x="424570" y="0"/>
                </a:lnTo>
                <a:lnTo>
                  <a:pt x="345083" y="287146"/>
                </a:lnTo>
                <a:close/>
              </a:path>
            </a:pathLst>
          </a:custGeom>
          <a:solidFill>
            <a:srgbClr val="FFFFFF">
              <a:alpha val="34000"/>
            </a:srgbClr>
          </a:solidFill>
          <a:ln>
            <a:noFill/>
          </a:ln>
        </p:spPr>
      </p:sp>
      <p:sp>
        <p:nvSpPr>
          <p:cNvPr id="95" name="!!path-2z0"/>
          <p:cNvSpPr/>
          <p:nvPr/>
        </p:nvSpPr>
        <p:spPr>
          <a:xfrm>
            <a:off x="4003246" y="6570854"/>
            <a:ext cx="165758" cy="287146"/>
          </a:xfrm>
          <a:custGeom>
            <a:avLst/>
            <a:gdLst/>
            <a:ahLst/>
            <a:cxnLst/>
            <a:rect l="l" t="t" r="r" b="b"/>
            <a:pathLst>
              <a:path w="165758" h="287146">
                <a:moveTo>
                  <a:pt x="0" y="287146"/>
                </a:moveTo>
                <a:lnTo>
                  <a:pt x="79487" y="0"/>
                </a:lnTo>
                <a:lnTo>
                  <a:pt x="165758" y="0"/>
                </a:lnTo>
                <a:lnTo>
                  <a:pt x="86271" y="287146"/>
                </a:lnTo>
                <a:close/>
              </a:path>
            </a:pathLst>
          </a:custGeom>
          <a:solidFill>
            <a:srgbClr val="FFFFFF">
              <a:alpha val="28000"/>
            </a:srgbClr>
          </a:solidFill>
          <a:ln>
            <a:noFill/>
          </a:ln>
        </p:spPr>
      </p:sp>
      <p:sp>
        <p:nvSpPr>
          <p:cNvPr id="96" name="!!rect-2z1"/>
          <p:cNvSpPr/>
          <p:nvPr/>
        </p:nvSpPr>
        <p:spPr>
          <a:xfrm>
            <a:off x="2561346" y="6580770"/>
            <a:ext cx="2136934" cy="2161724"/>
          </a:xfrm>
          <a:prstGeom prst="roundRect">
            <a:avLst>
              <a:gd name="adj" fmla="val 3770"/>
            </a:avLst>
          </a:prstGeom>
          <a:noFill/>
          <a:ln w="19832" cap="flat">
            <a:solidFill>
              <a:srgbClr val="FFFFFF">
                <a:alpha val="95000"/>
              </a:srgbClr>
            </a:solidFill>
            <a:prstDash val="solid"/>
            <a:miter lim="800000"/>
          </a:ln>
        </p:spPr>
      </p:sp>
      <p:sp>
        <p:nvSpPr>
          <p:cNvPr id="97" name="!!rect-2z2"/>
          <p:cNvSpPr/>
          <p:nvPr/>
        </p:nvSpPr>
        <p:spPr>
          <a:xfrm>
            <a:off x="2551430" y="6570854"/>
            <a:ext cx="2156766" cy="2181556"/>
          </a:xfrm>
          <a:prstGeom prst="roundRect">
            <a:avLst>
              <a:gd name="adj" fmla="val 4023"/>
            </a:avLst>
          </a:prstGeom>
          <a:noFill/>
          <a:ln w="12395" cap="flat">
            <a:solidFill>
              <a:srgbClr val="8FA0AB">
                <a:alpha val="50000"/>
              </a:srgbClr>
            </a:solidFill>
            <a:prstDash val="solid"/>
            <a:miter lim="800000"/>
          </a:ln>
        </p:spPr>
      </p:sp>
      <p:sp>
        <p:nvSpPr>
          <p:cNvPr id="98" name="!!rect-2z3"/>
          <p:cNvSpPr/>
          <p:nvPr/>
        </p:nvSpPr>
        <p:spPr>
          <a:xfrm>
            <a:off x="2687777" y="6707201"/>
            <a:ext cx="619760" cy="297485"/>
          </a:xfrm>
          <a:prstGeom prst="roundRect">
            <a:avLst>
              <a:gd name="adj" fmla="val 29167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99" name="!!rect-2zw"/>
          <p:cNvSpPr/>
          <p:nvPr/>
        </p:nvSpPr>
        <p:spPr>
          <a:xfrm>
            <a:off x="5525288" y="6570854"/>
            <a:ext cx="1537997" cy="287146"/>
          </a:xfrm>
          <a:prstGeom prst="rect">
            <a:avLst/>
          </a:prstGeom>
          <a:solidFill>
            <a:srgbClr val="D5DDE2"/>
          </a:solidFill>
          <a:ln>
            <a:noFill/>
          </a:ln>
        </p:spPr>
      </p:sp>
      <p:sp>
        <p:nvSpPr>
          <p:cNvPr id="100" name="!!path-2zx"/>
          <p:cNvSpPr/>
          <p:nvPr/>
        </p:nvSpPr>
        <p:spPr>
          <a:xfrm>
            <a:off x="4906519" y="6570854"/>
            <a:ext cx="618769" cy="287146"/>
          </a:xfrm>
          <a:custGeom>
            <a:avLst/>
            <a:gdLst/>
            <a:ahLst/>
            <a:cxnLst/>
            <a:rect l="l" t="t" r="r" b="b"/>
            <a:pathLst>
              <a:path w="618769" h="287146">
                <a:moveTo>
                  <a:pt x="0" y="287146"/>
                </a:moveTo>
                <a:lnTo>
                  <a:pt x="0" y="0"/>
                </a:lnTo>
                <a:lnTo>
                  <a:pt x="0" y="0"/>
                </a:lnTo>
                <a:lnTo>
                  <a:pt x="618769" y="0"/>
                </a:lnTo>
                <a:lnTo>
                  <a:pt x="618769" y="287146"/>
                </a:lnTo>
                <a:close/>
              </a:path>
            </a:pathLst>
          </a:custGeom>
          <a:solidFill>
            <a:srgbClr val="C4CED5"/>
          </a:solidFill>
          <a:ln>
            <a:noFill/>
          </a:ln>
        </p:spPr>
      </p:sp>
      <p:sp>
        <p:nvSpPr>
          <p:cNvPr id="101" name="!!rect-306"/>
          <p:cNvSpPr/>
          <p:nvPr/>
        </p:nvSpPr>
        <p:spPr>
          <a:xfrm>
            <a:off x="4906519" y="6570854"/>
            <a:ext cx="2156766" cy="287146"/>
          </a:xfrm>
          <a:prstGeom prst="rect">
            <a:avLst/>
          </a:prstGeom>
          <a:gradFill rotWithShape="1">
            <a:gsLst>
              <a:gs pos="0">
                <a:srgbClr val="0B1A26">
                  <a:alpha val="20000"/>
                </a:srgbClr>
              </a:gs>
              <a:gs pos="100000">
                <a:srgbClr val="0B1A26">
                  <a:alpha val="14735"/>
                </a:srgbClr>
              </a:gs>
            </a:gsLst>
            <a:lin ang="5400000" scaled="0"/>
          </a:gradFill>
          <a:ln>
            <a:noFill/>
          </a:ln>
        </p:spPr>
      </p:sp>
      <p:sp>
        <p:nvSpPr>
          <p:cNvPr id="102" name="!!rect-309"/>
          <p:cNvSpPr/>
          <p:nvPr/>
        </p:nvSpPr>
        <p:spPr>
          <a:xfrm>
            <a:off x="4906519" y="6570854"/>
            <a:ext cx="2156766" cy="2181556"/>
          </a:xfrm>
          <a:prstGeom prst="roundRect">
            <a:avLst>
              <a:gd name="adj" fmla="val 4023"/>
            </a:avLst>
          </a:prstGeom>
          <a:solidFill>
            <a:srgbClr val="F4F8FA">
              <a:alpha val="40000"/>
            </a:srgbClr>
          </a:solidFill>
          <a:ln>
            <a:noFill/>
          </a:ln>
        </p:spPr>
      </p:sp>
      <p:sp>
        <p:nvSpPr>
          <p:cNvPr id="103" name="!!path-30a"/>
          <p:cNvSpPr/>
          <p:nvPr/>
        </p:nvSpPr>
        <p:spPr>
          <a:xfrm>
            <a:off x="5905415" y="6570854"/>
            <a:ext cx="424570" cy="287146"/>
          </a:xfrm>
          <a:custGeom>
            <a:avLst/>
            <a:gdLst/>
            <a:ahLst/>
            <a:cxnLst/>
            <a:rect l="l" t="t" r="r" b="b"/>
            <a:pathLst>
              <a:path w="424570" h="287146">
                <a:moveTo>
                  <a:pt x="0" y="287146"/>
                </a:moveTo>
                <a:lnTo>
                  <a:pt x="79487" y="0"/>
                </a:lnTo>
                <a:lnTo>
                  <a:pt x="424570" y="0"/>
                </a:lnTo>
                <a:lnTo>
                  <a:pt x="345083" y="287146"/>
                </a:lnTo>
                <a:close/>
              </a:path>
            </a:pathLst>
          </a:custGeom>
          <a:solidFill>
            <a:srgbClr val="FFFFFF">
              <a:alpha val="34000"/>
            </a:srgbClr>
          </a:solidFill>
          <a:ln>
            <a:noFill/>
          </a:ln>
        </p:spPr>
      </p:sp>
      <p:sp>
        <p:nvSpPr>
          <p:cNvPr id="104" name="!!path-30b"/>
          <p:cNvSpPr/>
          <p:nvPr/>
        </p:nvSpPr>
        <p:spPr>
          <a:xfrm>
            <a:off x="6358335" y="6570854"/>
            <a:ext cx="165758" cy="287146"/>
          </a:xfrm>
          <a:custGeom>
            <a:avLst/>
            <a:gdLst/>
            <a:ahLst/>
            <a:cxnLst/>
            <a:rect l="l" t="t" r="r" b="b"/>
            <a:pathLst>
              <a:path w="165758" h="287146">
                <a:moveTo>
                  <a:pt x="0" y="287146"/>
                </a:moveTo>
                <a:lnTo>
                  <a:pt x="79487" y="0"/>
                </a:lnTo>
                <a:lnTo>
                  <a:pt x="165758" y="0"/>
                </a:lnTo>
                <a:lnTo>
                  <a:pt x="86271" y="287146"/>
                </a:lnTo>
                <a:close/>
              </a:path>
            </a:pathLst>
          </a:custGeom>
          <a:solidFill>
            <a:srgbClr val="FFFFFF">
              <a:alpha val="28000"/>
            </a:srgbClr>
          </a:solidFill>
          <a:ln>
            <a:noFill/>
          </a:ln>
        </p:spPr>
      </p:sp>
      <p:sp>
        <p:nvSpPr>
          <p:cNvPr id="105" name="!!rect-30c"/>
          <p:cNvSpPr/>
          <p:nvPr/>
        </p:nvSpPr>
        <p:spPr>
          <a:xfrm>
            <a:off x="4916435" y="6580770"/>
            <a:ext cx="2136934" cy="2161724"/>
          </a:xfrm>
          <a:prstGeom prst="roundRect">
            <a:avLst>
              <a:gd name="adj" fmla="val 3770"/>
            </a:avLst>
          </a:prstGeom>
          <a:noFill/>
          <a:ln w="19832" cap="flat">
            <a:solidFill>
              <a:srgbClr val="FFFFFF">
                <a:alpha val="95000"/>
              </a:srgbClr>
            </a:solidFill>
            <a:prstDash val="solid"/>
            <a:miter lim="800000"/>
          </a:ln>
        </p:spPr>
      </p:sp>
      <p:sp>
        <p:nvSpPr>
          <p:cNvPr id="106" name="!!rect-30d"/>
          <p:cNvSpPr/>
          <p:nvPr/>
        </p:nvSpPr>
        <p:spPr>
          <a:xfrm>
            <a:off x="4906519" y="6570854"/>
            <a:ext cx="2156766" cy="2181556"/>
          </a:xfrm>
          <a:prstGeom prst="roundRect">
            <a:avLst>
              <a:gd name="adj" fmla="val 4023"/>
            </a:avLst>
          </a:prstGeom>
          <a:noFill/>
          <a:ln w="12395" cap="flat">
            <a:solidFill>
              <a:srgbClr val="8FA0AB">
                <a:alpha val="50000"/>
              </a:srgbClr>
            </a:solidFill>
            <a:prstDash val="solid"/>
            <a:miter lim="800000"/>
          </a:ln>
        </p:spPr>
      </p:sp>
      <p:sp>
        <p:nvSpPr>
          <p:cNvPr id="107" name="!!rect-30e"/>
          <p:cNvSpPr/>
          <p:nvPr/>
        </p:nvSpPr>
        <p:spPr>
          <a:xfrm>
            <a:off x="5042866" y="6707201"/>
            <a:ext cx="619760" cy="297485"/>
          </a:xfrm>
          <a:prstGeom prst="roundRect">
            <a:avLst>
              <a:gd name="adj" fmla="val 29167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108" name="!!rect-6pr"/>
          <p:cNvSpPr/>
          <p:nvPr/>
        </p:nvSpPr>
        <p:spPr>
          <a:xfrm>
            <a:off x="3855250" y="2273167"/>
            <a:ext cx="1926996" cy="419100"/>
          </a:xfrm>
          <a:prstGeom prst="roundRect">
            <a:avLst>
              <a:gd name="adj" fmla="val 50000"/>
            </a:avLst>
          </a:prstGeom>
          <a:solidFill>
            <a:srgbClr val="0B1A26">
              <a:alpha val="10000"/>
            </a:srgbClr>
          </a:solidFill>
          <a:ln>
            <a:noFill/>
          </a:ln>
          <a:effectLst>
            <a:softEdge rad="97790"/>
          </a:effectLst>
        </p:spPr>
      </p:sp>
      <p:sp>
        <p:nvSpPr>
          <p:cNvPr id="109" name="!!rect-6ps"/>
          <p:cNvSpPr/>
          <p:nvPr/>
        </p:nvSpPr>
        <p:spPr>
          <a:xfrm>
            <a:off x="3880650" y="2266817"/>
            <a:ext cx="1876196" cy="330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110" name="!!path-6pt"/>
          <p:cNvSpPr/>
          <p:nvPr/>
        </p:nvSpPr>
        <p:spPr>
          <a:xfrm>
            <a:off x="4027183" y="2359692"/>
            <a:ext cx="144526" cy="144526"/>
          </a:xfrm>
          <a:custGeom>
            <a:avLst/>
            <a:gdLst/>
            <a:ahLst/>
            <a:cxnLst/>
            <a:rect l="l" t="t" r="r" b="b"/>
            <a:pathLst>
              <a:path w="144526" h="144526">
                <a:moveTo>
                  <a:pt x="72263" y="0"/>
                </a:moveTo>
                <a:cubicBezTo>
                  <a:pt x="32374" y="0"/>
                  <a:pt x="0" y="32374"/>
                  <a:pt x="0" y="72263"/>
                </a:cubicBezTo>
                <a:cubicBezTo>
                  <a:pt x="0" y="112152"/>
                  <a:pt x="32374" y="144526"/>
                  <a:pt x="72263" y="144526"/>
                </a:cubicBezTo>
                <a:cubicBezTo>
                  <a:pt x="112152" y="144526"/>
                  <a:pt x="144526" y="112152"/>
                  <a:pt x="144526" y="72263"/>
                </a:cubicBezTo>
                <a:cubicBezTo>
                  <a:pt x="144526" y="32374"/>
                  <a:pt x="112152" y="0"/>
                  <a:pt x="72263" y="0"/>
                </a:cubicBezTo>
                <a:close/>
                <a:moveTo>
                  <a:pt x="57810" y="108395"/>
                </a:moveTo>
                <a:lnTo>
                  <a:pt x="21679" y="72263"/>
                </a:lnTo>
                <a:lnTo>
                  <a:pt x="31868" y="62074"/>
                </a:lnTo>
                <a:lnTo>
                  <a:pt x="57810" y="87944"/>
                </a:lnTo>
                <a:lnTo>
                  <a:pt x="112658" y="33096"/>
                </a:lnTo>
                <a:lnTo>
                  <a:pt x="122847" y="43358"/>
                </a:lnTo>
                <a:lnTo>
                  <a:pt x="57810" y="108395"/>
                </a:lnTo>
                <a:close/>
              </a:path>
            </a:pathLst>
          </a:custGeom>
          <a:solidFill>
            <a:srgbClr val="2E9E5B"/>
          </a:solidFill>
          <a:ln>
            <a:noFill/>
          </a:ln>
        </p:spPr>
      </p:sp>
      <p:sp>
        <p:nvSpPr>
          <p:cNvPr id="111" name="!!text-6pu" descr="QR Code 驗證成功"/>
          <p:cNvSpPr txBox="1"/>
          <p:nvPr/>
        </p:nvSpPr>
        <p:spPr>
          <a:xfrm>
            <a:off x="4243870" y="2299837"/>
            <a:ext cx="1430426" cy="23906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00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QR Code 驗證成功</a:t>
            </a:r>
            <a:endParaRPr lang="zh-TW" sz="1300"/>
          </a:p>
        </p:txBody>
      </p:sp>
      <p:sp>
        <p:nvSpPr>
          <p:cNvPr id="112" name="!!text-6rd" descr="存書流程"/>
          <p:cNvSpPr txBox="1"/>
          <p:nvPr/>
        </p:nvSpPr>
        <p:spPr>
          <a:xfrm>
            <a:off x="711200" y="636016"/>
            <a:ext cx="710184" cy="2206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00" b="1" kern="0" spc="144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存書流</a:t>
            </a:r>
            <a:r>
              <a:rPr lang="zh-TW" altLang="en-US" sz="12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程</a:t>
            </a:r>
            <a:endParaRPr lang="zh-TW" sz="1200"/>
          </a:p>
        </p:txBody>
      </p:sp>
      <p:sp>
        <p:nvSpPr>
          <p:cNvPr id="113" name="!!circle-6rk"/>
          <p:cNvSpPr/>
          <p:nvPr/>
        </p:nvSpPr>
        <p:spPr>
          <a:xfrm>
            <a:off x="1568450" y="730250"/>
            <a:ext cx="63500" cy="63500"/>
          </a:xfrm>
          <a:prstGeom prst="ellipse">
            <a:avLst/>
          </a:prstGeom>
          <a:solidFill>
            <a:srgbClr val="E3E7EA"/>
          </a:solidFill>
          <a:ln>
            <a:noFill/>
          </a:ln>
        </p:spPr>
      </p:sp>
      <p:sp>
        <p:nvSpPr>
          <p:cNvPr id="114" name="!!circle-6rl"/>
          <p:cNvSpPr/>
          <p:nvPr/>
        </p:nvSpPr>
        <p:spPr>
          <a:xfrm>
            <a:off x="1568450" y="730250"/>
            <a:ext cx="63500" cy="63500"/>
          </a:xfrm>
          <a:prstGeom prst="ellipse">
            <a:avLst/>
          </a:prstGeom>
          <a:solidFill>
            <a:srgbClr val="627D8D"/>
          </a:solidFill>
          <a:ln>
            <a:noFill/>
          </a:ln>
        </p:spPr>
      </p:sp>
      <p:sp>
        <p:nvSpPr>
          <p:cNvPr id="115" name="!!circle-6rq"/>
          <p:cNvSpPr/>
          <p:nvPr/>
        </p:nvSpPr>
        <p:spPr>
          <a:xfrm>
            <a:off x="1733550" y="730250"/>
            <a:ext cx="63500" cy="63500"/>
          </a:xfrm>
          <a:prstGeom prst="ellipse">
            <a:avLst/>
          </a:prstGeom>
          <a:solidFill>
            <a:srgbClr val="E3E7EA"/>
          </a:solidFill>
          <a:ln>
            <a:noFill/>
          </a:ln>
        </p:spPr>
      </p:sp>
      <p:sp>
        <p:nvSpPr>
          <p:cNvPr id="116" name="!!circle-6rw"/>
          <p:cNvSpPr/>
          <p:nvPr/>
        </p:nvSpPr>
        <p:spPr>
          <a:xfrm>
            <a:off x="1898650" y="730250"/>
            <a:ext cx="63500" cy="63500"/>
          </a:xfrm>
          <a:prstGeom prst="ellipse">
            <a:avLst/>
          </a:prstGeom>
          <a:solidFill>
            <a:srgbClr val="E3E7EA"/>
          </a:solidFill>
          <a:ln>
            <a:noFill/>
          </a:ln>
        </p:spPr>
      </p:sp>
      <p:sp>
        <p:nvSpPr>
          <p:cNvPr id="117" name="!!circle-6s2"/>
          <p:cNvSpPr/>
          <p:nvPr/>
        </p:nvSpPr>
        <p:spPr>
          <a:xfrm>
            <a:off x="2063750" y="730250"/>
            <a:ext cx="63500" cy="63500"/>
          </a:xfrm>
          <a:prstGeom prst="ellipse">
            <a:avLst/>
          </a:prstGeom>
          <a:solidFill>
            <a:srgbClr val="E3E7EA"/>
          </a:solidFill>
          <a:ln>
            <a:noFill/>
          </a:ln>
        </p:spPr>
      </p:sp>
      <p:sp>
        <p:nvSpPr>
          <p:cNvPr id="118" name="!!text-6se" descr="01"/>
          <p:cNvSpPr txBox="1"/>
          <p:nvPr/>
        </p:nvSpPr>
        <p:spPr>
          <a:xfrm>
            <a:off x="698500" y="904748"/>
            <a:ext cx="619963" cy="66202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3600" kern="0" dirty="0">
                <a:solidFill>
                  <a:srgbClr val="627D8D"/>
                </a:solidFill>
                <a:latin typeface="Noto Sans TC ExtraLight"/>
                <a:ea typeface="Noto Sans TC ExtraLight"/>
                <a:cs typeface="Noto Sans TC ExtraLight"/>
              </a:rPr>
              <a:t>01</a:t>
            </a:r>
            <a:endParaRPr lang="zh-TW" sz="3600"/>
          </a:p>
        </p:txBody>
      </p:sp>
      <p:sp>
        <p:nvSpPr>
          <p:cNvPr id="119" name="!!text-6sh" descr="掃碼"/>
          <p:cNvSpPr txBox="1"/>
          <p:nvPr/>
        </p:nvSpPr>
        <p:spPr>
          <a:xfrm>
            <a:off x="1321003" y="904748"/>
            <a:ext cx="1051560" cy="66202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3600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掃碼</a:t>
            </a:r>
            <a:endParaRPr lang="zh-TW" sz="3600"/>
          </a:p>
        </p:txBody>
      </p:sp>
      <p:sp>
        <p:nvSpPr>
          <p:cNvPr id="120" name="!!text-6so" descr="QR Code 約每 30 秒更新，每組只能使用一次。"/>
          <p:cNvSpPr txBox="1"/>
          <p:nvPr/>
        </p:nvSpPr>
        <p:spPr>
          <a:xfrm>
            <a:off x="698500" y="1620520"/>
            <a:ext cx="4039934" cy="27584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500" kern="0" dirty="0">
                <a:solidFill>
                  <a:srgbClr val="3F4A54"/>
                </a:solidFill>
                <a:latin typeface="Noto Sans TC Medium"/>
                <a:ea typeface="Noto Sans TC Medium"/>
                <a:cs typeface="Noto Sans TC Medium"/>
              </a:rPr>
              <a:t>QR Code 約每 30 秒更新，每組只能使用一次。</a:t>
            </a:r>
            <a:endParaRPr lang="zh-TW" sz="1500"/>
          </a:p>
        </p:txBody>
      </p:sp>
      <p:sp>
        <p:nvSpPr>
          <p:cNvPr id="121" name="!!rect-70h"/>
          <p:cNvSpPr/>
          <p:nvPr/>
        </p:nvSpPr>
        <p:spPr>
          <a:xfrm>
            <a:off x="8521700" y="660400"/>
            <a:ext cx="2933700" cy="6121400"/>
          </a:xfrm>
          <a:prstGeom prst="roundRect">
            <a:avLst>
              <a:gd name="adj" fmla="val 18020"/>
            </a:avLst>
          </a:prstGeom>
          <a:solidFill>
            <a:srgbClr val="0B1A26">
              <a:alpha val="30000"/>
            </a:srgbClr>
          </a:solidFill>
          <a:ln>
            <a:noFill/>
          </a:ln>
          <a:effectLst>
            <a:softEdge rad="474980"/>
          </a:effectLst>
        </p:spPr>
      </p:sp>
      <p:sp>
        <p:nvSpPr>
          <p:cNvPr id="122" name="!!rect-70i"/>
          <p:cNvSpPr/>
          <p:nvPr/>
        </p:nvSpPr>
        <p:spPr>
          <a:xfrm>
            <a:off x="8591550" y="527050"/>
            <a:ext cx="2794000" cy="5829300"/>
          </a:xfrm>
          <a:prstGeom prst="roundRect">
            <a:avLst>
              <a:gd name="adj" fmla="val 16825"/>
            </a:avLst>
          </a:prstGeom>
          <a:solidFill>
            <a:srgbClr val="0B1A26">
              <a:alpha val="16000"/>
            </a:srgbClr>
          </a:solidFill>
          <a:ln>
            <a:noFill/>
          </a:ln>
          <a:effectLst>
            <a:softEdge rad="125730"/>
          </a:effectLst>
        </p:spPr>
      </p:sp>
      <p:sp>
        <p:nvSpPr>
          <p:cNvPr id="123" name="!!rect-70j"/>
          <p:cNvSpPr/>
          <p:nvPr/>
        </p:nvSpPr>
        <p:spPr>
          <a:xfrm>
            <a:off x="8590280" y="1676400"/>
            <a:ext cx="31750" cy="2159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124" name="!!rect-70k"/>
          <p:cNvSpPr/>
          <p:nvPr/>
        </p:nvSpPr>
        <p:spPr>
          <a:xfrm>
            <a:off x="8590280" y="2108200"/>
            <a:ext cx="31750" cy="4064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125" name="!!rect-70l"/>
          <p:cNvSpPr/>
          <p:nvPr/>
        </p:nvSpPr>
        <p:spPr>
          <a:xfrm>
            <a:off x="8590280" y="2603500"/>
            <a:ext cx="31750" cy="4064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126" name="!!rect-70m"/>
          <p:cNvSpPr/>
          <p:nvPr/>
        </p:nvSpPr>
        <p:spPr>
          <a:xfrm>
            <a:off x="11355070" y="2260600"/>
            <a:ext cx="31750" cy="6350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127" name="!!rect-70n"/>
          <p:cNvSpPr/>
          <p:nvPr/>
        </p:nvSpPr>
        <p:spPr>
          <a:xfrm>
            <a:off x="11357610" y="4114800"/>
            <a:ext cx="25400" cy="419100"/>
          </a:xfrm>
          <a:prstGeom prst="roundRect">
            <a:avLst>
              <a:gd name="adj" fmla="val 50000"/>
            </a:avLst>
          </a:prstGeom>
          <a:solidFill>
            <a:srgbClr val="8795A0"/>
          </a:solidFill>
          <a:ln>
            <a:noFill/>
          </a:ln>
        </p:spPr>
      </p:sp>
      <p:sp>
        <p:nvSpPr>
          <p:cNvPr id="128" name="!!rect-70o"/>
          <p:cNvSpPr/>
          <p:nvPr/>
        </p:nvSpPr>
        <p:spPr>
          <a:xfrm>
            <a:off x="8610600" y="508000"/>
            <a:ext cx="2755900" cy="5753100"/>
          </a:xfrm>
          <a:prstGeom prst="roundRect">
            <a:avLst>
              <a:gd name="adj" fmla="val 16359"/>
            </a:avLst>
          </a:prstGeom>
          <a:gradFill rotWithShape="1">
            <a:gsLst>
              <a:gs pos="0">
                <a:srgbClr val="FBFCFD"/>
              </a:gs>
              <a:gs pos="18000">
                <a:srgbClr val="DDE5EB"/>
              </a:gs>
              <a:gs pos="46000">
                <a:srgbClr val="B4C2CC"/>
              </a:gs>
              <a:gs pos="62000">
                <a:srgbClr val="D3DCE3"/>
              </a:gs>
              <a:gs pos="84000">
                <a:srgbClr val="A9B8C3"/>
              </a:gs>
              <a:gs pos="100000">
                <a:srgbClr val="E8EEF2"/>
              </a:gs>
              <a:gs pos="100000">
                <a:srgbClr val="E8EEF2"/>
              </a:gs>
            </a:gsLst>
            <a:lin ang="3864255" scaled="0"/>
          </a:gradFill>
          <a:ln>
            <a:noFill/>
          </a:ln>
        </p:spPr>
      </p:sp>
      <p:sp>
        <p:nvSpPr>
          <p:cNvPr id="129" name="!!rect-70p"/>
          <p:cNvSpPr/>
          <p:nvPr/>
        </p:nvSpPr>
        <p:spPr>
          <a:xfrm>
            <a:off x="8614410" y="511810"/>
            <a:ext cx="2748280" cy="5745480"/>
          </a:xfrm>
          <a:prstGeom prst="roundRect">
            <a:avLst>
              <a:gd name="adj" fmla="val 16266"/>
            </a:avLst>
          </a:prstGeom>
          <a:noFill/>
          <a:ln w="7620" cap="flat">
            <a:solidFill>
              <a:srgbClr val="7F8F9B">
                <a:alpha val="55000"/>
              </a:srgbClr>
            </a:solidFill>
            <a:prstDash val="solid"/>
            <a:miter lim="800000"/>
          </a:ln>
        </p:spPr>
      </p:sp>
      <p:sp>
        <p:nvSpPr>
          <p:cNvPr id="130" name="!!rect-70q"/>
          <p:cNvSpPr/>
          <p:nvPr/>
        </p:nvSpPr>
        <p:spPr>
          <a:xfrm>
            <a:off x="8637270" y="534670"/>
            <a:ext cx="2702560" cy="5699760"/>
          </a:xfrm>
          <a:prstGeom prst="roundRect">
            <a:avLst>
              <a:gd name="adj" fmla="val 15695"/>
            </a:avLst>
          </a:prstGeom>
          <a:noFill/>
          <a:ln w="8890" cap="flat">
            <a:solidFill>
              <a:srgbClr val="FFFFFF">
                <a:alpha val="75000"/>
              </a:srgbClr>
            </a:solidFill>
            <a:prstDash val="solid"/>
            <a:miter lim="800000"/>
          </a:ln>
        </p:spPr>
      </p:sp>
      <p:sp>
        <p:nvSpPr>
          <p:cNvPr id="131" name="!!rect-70r"/>
          <p:cNvSpPr/>
          <p:nvPr/>
        </p:nvSpPr>
        <p:spPr>
          <a:xfrm>
            <a:off x="8664575" y="561975"/>
            <a:ext cx="2647950" cy="5645150"/>
          </a:xfrm>
          <a:prstGeom prst="roundRect">
            <a:avLst>
              <a:gd name="adj" fmla="val 14988"/>
            </a:avLst>
          </a:prstGeom>
          <a:solidFill>
            <a:srgbClr val="050608"/>
          </a:solidFill>
          <a:ln>
            <a:noFill/>
          </a:ln>
        </p:spPr>
      </p:sp>
      <p:sp>
        <p:nvSpPr>
          <p:cNvPr id="132" name="!!rect-70t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solidFill>
            <a:srgbClr val="F3F5F7"/>
          </a:solidFill>
          <a:ln>
            <a:noFill/>
          </a:ln>
        </p:spPr>
      </p:sp>
      <p:sp>
        <p:nvSpPr>
          <p:cNvPr id="133" name="!!rect-731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solidFill>
            <a:srgbClr val="F3F5F7"/>
          </a:solidFill>
          <a:ln>
            <a:noFill/>
          </a:ln>
        </p:spPr>
      </p:sp>
      <p:sp>
        <p:nvSpPr>
          <p:cNvPr id="134" name="!!rect-732"/>
          <p:cNvSpPr/>
          <p:nvPr/>
        </p:nvSpPr>
        <p:spPr>
          <a:xfrm>
            <a:off x="8813800" y="1441450"/>
            <a:ext cx="2349500" cy="469900"/>
          </a:xfrm>
          <a:prstGeom prst="roundRect">
            <a:avLst>
              <a:gd name="adj" fmla="val 2162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35" name="!!rect-733"/>
          <p:cNvSpPr/>
          <p:nvPr/>
        </p:nvSpPr>
        <p:spPr>
          <a:xfrm>
            <a:off x="8915400" y="1543050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627D8D">
              <a:alpha val="12000"/>
            </a:srgbClr>
          </a:solidFill>
          <a:ln>
            <a:noFill/>
          </a:ln>
        </p:spPr>
      </p:sp>
      <p:sp>
        <p:nvSpPr>
          <p:cNvPr id="136" name="!!path-734"/>
          <p:cNvSpPr/>
          <p:nvPr/>
        </p:nvSpPr>
        <p:spPr>
          <a:xfrm>
            <a:off x="8990546" y="1629842"/>
            <a:ext cx="116459" cy="93167"/>
          </a:xfrm>
          <a:custGeom>
            <a:avLst/>
            <a:gdLst/>
            <a:ahLst/>
            <a:cxnLst/>
            <a:rect l="l" t="t" r="r" b="b"/>
            <a:pathLst>
              <a:path w="116459" h="93167">
                <a:moveTo>
                  <a:pt x="0" y="93167"/>
                </a:moveTo>
                <a:lnTo>
                  <a:pt x="116459" y="93167"/>
                </a:lnTo>
                <a:lnTo>
                  <a:pt x="116459" y="69875"/>
                </a:lnTo>
                <a:lnTo>
                  <a:pt x="0" y="69875"/>
                </a:lnTo>
                <a:lnTo>
                  <a:pt x="0" y="93167"/>
                </a:lnTo>
                <a:close/>
                <a:moveTo>
                  <a:pt x="11646" y="75698"/>
                </a:moveTo>
                <a:lnTo>
                  <a:pt x="23292" y="75698"/>
                </a:lnTo>
                <a:lnTo>
                  <a:pt x="23292" y="87344"/>
                </a:lnTo>
                <a:lnTo>
                  <a:pt x="11646" y="87344"/>
                </a:lnTo>
                <a:lnTo>
                  <a:pt x="11646" y="75698"/>
                </a:lnTo>
                <a:close/>
                <a:moveTo>
                  <a:pt x="0" y="0"/>
                </a:moveTo>
                <a:lnTo>
                  <a:pt x="0" y="23292"/>
                </a:lnTo>
                <a:lnTo>
                  <a:pt x="116459" y="23292"/>
                </a:lnTo>
                <a:lnTo>
                  <a:pt x="116459" y="0"/>
                </a:lnTo>
                <a:lnTo>
                  <a:pt x="0" y="0"/>
                </a:lnTo>
                <a:close/>
                <a:moveTo>
                  <a:pt x="23292" y="17469"/>
                </a:moveTo>
                <a:lnTo>
                  <a:pt x="11646" y="17469"/>
                </a:lnTo>
                <a:lnTo>
                  <a:pt x="11646" y="5823"/>
                </a:lnTo>
                <a:lnTo>
                  <a:pt x="23292" y="5823"/>
                </a:lnTo>
                <a:lnTo>
                  <a:pt x="23292" y="17469"/>
                </a:lnTo>
                <a:close/>
                <a:moveTo>
                  <a:pt x="0" y="58230"/>
                </a:moveTo>
                <a:lnTo>
                  <a:pt x="116459" y="58230"/>
                </a:lnTo>
                <a:lnTo>
                  <a:pt x="116459" y="34938"/>
                </a:lnTo>
                <a:lnTo>
                  <a:pt x="0" y="34938"/>
                </a:lnTo>
                <a:lnTo>
                  <a:pt x="0" y="58230"/>
                </a:lnTo>
                <a:close/>
                <a:moveTo>
                  <a:pt x="11646" y="40761"/>
                </a:moveTo>
                <a:lnTo>
                  <a:pt x="23292" y="40761"/>
                </a:lnTo>
                <a:lnTo>
                  <a:pt x="23292" y="52407"/>
                </a:lnTo>
                <a:lnTo>
                  <a:pt x="11646" y="52407"/>
                </a:lnTo>
                <a:lnTo>
                  <a:pt x="11646" y="40761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137" name="!!text-735" descr="圖書館大廳"/>
          <p:cNvSpPr txBox="1"/>
          <p:nvPr/>
        </p:nvSpPr>
        <p:spPr>
          <a:xfrm>
            <a:off x="9258300" y="1539494"/>
            <a:ext cx="538480" cy="14711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圖書館大廳</a:t>
            </a:r>
            <a:endParaRPr lang="zh-TW" sz="800"/>
          </a:p>
        </p:txBody>
      </p:sp>
      <p:sp>
        <p:nvSpPr>
          <p:cNvPr id="138" name="!!text-73b" descr="圖書館一樓"/>
          <p:cNvSpPr txBox="1"/>
          <p:nvPr/>
        </p:nvSpPr>
        <p:spPr>
          <a:xfrm>
            <a:off x="9258300" y="1694942"/>
            <a:ext cx="437515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圖書館一樓</a:t>
            </a:r>
            <a:endParaRPr lang="zh-TW" sz="650"/>
          </a:p>
        </p:txBody>
      </p:sp>
      <p:sp>
        <p:nvSpPr>
          <p:cNvPr id="139" name="!!rect-73h"/>
          <p:cNvSpPr/>
          <p:nvPr/>
        </p:nvSpPr>
        <p:spPr>
          <a:xfrm>
            <a:off x="8813800" y="2000250"/>
            <a:ext cx="2349500" cy="901700"/>
          </a:xfrm>
          <a:prstGeom prst="roundRect">
            <a:avLst>
              <a:gd name="adj" fmla="val 11268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40" name="!!text-73i" descr="依訂單存書"/>
          <p:cNvSpPr txBox="1"/>
          <p:nvPr/>
        </p:nvSpPr>
        <p:spPr>
          <a:xfrm>
            <a:off x="8915400" y="2066544"/>
            <a:ext cx="538480" cy="14711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依訂單存書</a:t>
            </a:r>
            <a:endParaRPr lang="zh-TW" sz="800"/>
          </a:p>
        </p:txBody>
      </p:sp>
      <p:sp>
        <p:nvSpPr>
          <p:cNvPr id="141" name="!!rect-73o"/>
          <p:cNvSpPr/>
          <p:nvPr/>
        </p:nvSpPr>
        <p:spPr>
          <a:xfrm>
            <a:off x="8915400" y="2273300"/>
            <a:ext cx="2146300" cy="6350"/>
          </a:xfrm>
          <a:prstGeom prst="rect">
            <a:avLst/>
          </a:prstGeom>
          <a:solidFill>
            <a:srgbClr val="E8EBEE"/>
          </a:solidFill>
          <a:ln>
            <a:noFill/>
          </a:ln>
        </p:spPr>
      </p:sp>
      <p:sp>
        <p:nvSpPr>
          <p:cNvPr id="142" name="!!rect-73p"/>
          <p:cNvSpPr/>
          <p:nvPr/>
        </p:nvSpPr>
        <p:spPr>
          <a:xfrm>
            <a:off x="8953500" y="2476500"/>
            <a:ext cx="114300" cy="114300"/>
          </a:xfrm>
          <a:prstGeom prst="roundRect">
            <a:avLst>
              <a:gd name="adj" fmla="val 22222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143" name="!!path-73q"/>
          <p:cNvSpPr/>
          <p:nvPr/>
        </p:nvSpPr>
        <p:spPr>
          <a:xfrm>
            <a:off x="8975725" y="2510790"/>
            <a:ext cx="71120" cy="48260"/>
          </a:xfrm>
          <a:custGeom>
            <a:avLst/>
            <a:gdLst/>
            <a:ahLst/>
            <a:cxnLst/>
            <a:rect l="l" t="t" r="r" b="b"/>
            <a:pathLst>
              <a:path w="71120" h="48260" fill="none">
                <a:moveTo>
                  <a:pt x="0" y="24130"/>
                </a:moveTo>
                <a:lnTo>
                  <a:pt x="24130" y="48260"/>
                </a:lnTo>
                <a:lnTo>
                  <a:pt x="71120" y="0"/>
                </a:lnTo>
              </a:path>
            </a:pathLst>
          </a:custGeom>
          <a:noFill/>
          <a:ln w="13970" cap="rnd">
            <a:solidFill>
              <a:srgbClr val="FFFFFF"/>
            </a:solidFill>
            <a:prstDash val="solid"/>
            <a:round/>
          </a:ln>
        </p:spPr>
      </p:sp>
      <p:sp>
        <p:nvSpPr>
          <p:cNvPr id="144" name="!!rect-73s"/>
          <p:cNvSpPr/>
          <p:nvPr/>
        </p:nvSpPr>
        <p:spPr>
          <a:xfrm>
            <a:off x="9182100" y="2355850"/>
            <a:ext cx="279400" cy="381000"/>
          </a:xfrm>
          <a:prstGeom prst="roundRect">
            <a:avLst>
              <a:gd name="adj" fmla="val 18182"/>
            </a:avLst>
          </a:prstGeom>
          <a:gradFill rotWithShape="1">
            <a:gsLst>
              <a:gs pos="0">
                <a:srgbClr val="5D856F"/>
              </a:gs>
              <a:gs pos="100000">
                <a:srgbClr val="3F624F"/>
              </a:gs>
              <a:gs pos="100000">
                <a:srgbClr val="3F624F"/>
              </a:gs>
            </a:gsLst>
            <a:lin ang="3224770" scaled="0"/>
          </a:gradFill>
          <a:ln>
            <a:noFill/>
          </a:ln>
        </p:spPr>
      </p:sp>
      <p:sp>
        <p:nvSpPr>
          <p:cNvPr id="145" name="!!rect-73t"/>
          <p:cNvSpPr/>
          <p:nvPr/>
        </p:nvSpPr>
        <p:spPr>
          <a:xfrm>
            <a:off x="9207246" y="2355850"/>
            <a:ext cx="13970" cy="381000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</p:spPr>
      </p:sp>
      <p:sp>
        <p:nvSpPr>
          <p:cNvPr id="146" name="!!rect-73u"/>
          <p:cNvSpPr/>
          <p:nvPr/>
        </p:nvSpPr>
        <p:spPr>
          <a:xfrm>
            <a:off x="9251950" y="2424430"/>
            <a:ext cx="156464" cy="26670"/>
          </a:xfrm>
          <a:prstGeom prst="roundRect">
            <a:avLst>
              <a:gd name="adj" fmla="val 28571"/>
            </a:avLst>
          </a:prstGeom>
          <a:solidFill>
            <a:srgbClr val="E7D9B8"/>
          </a:solidFill>
          <a:ln>
            <a:noFill/>
          </a:ln>
        </p:spPr>
      </p:sp>
      <p:sp>
        <p:nvSpPr>
          <p:cNvPr id="147" name="!!rect-73v"/>
          <p:cNvSpPr/>
          <p:nvPr/>
        </p:nvSpPr>
        <p:spPr>
          <a:xfrm>
            <a:off x="9251950" y="2470150"/>
            <a:ext cx="106172" cy="17145"/>
          </a:xfrm>
          <a:prstGeom prst="roundRect">
            <a:avLst>
              <a:gd name="adj" fmla="val 44444"/>
            </a:avLst>
          </a:prstGeom>
          <a:solidFill>
            <a:srgbClr val="E7D9B8">
              <a:alpha val="72000"/>
            </a:srgbClr>
          </a:solidFill>
          <a:ln>
            <a:noFill/>
          </a:ln>
        </p:spPr>
      </p:sp>
      <p:sp>
        <p:nvSpPr>
          <p:cNvPr id="148" name="!!rect-73w"/>
          <p:cNvSpPr/>
          <p:nvPr/>
        </p:nvSpPr>
        <p:spPr>
          <a:xfrm>
            <a:off x="9251950" y="2660650"/>
            <a:ext cx="78232" cy="15240"/>
          </a:xfrm>
          <a:prstGeom prst="roundRect">
            <a:avLst>
              <a:gd name="adj" fmla="val 50000"/>
            </a:avLst>
          </a:prstGeom>
          <a:solidFill>
            <a:srgbClr val="E7D9B8">
              <a:alpha val="55000"/>
            </a:srgbClr>
          </a:solidFill>
          <a:ln>
            <a:noFill/>
          </a:ln>
        </p:spPr>
      </p:sp>
      <p:sp>
        <p:nvSpPr>
          <p:cNvPr id="149" name="!!text-73x" descr="統計學概論"/>
          <p:cNvSpPr txBox="1"/>
          <p:nvPr/>
        </p:nvSpPr>
        <p:spPr>
          <a:xfrm>
            <a:off x="9537700" y="2367026"/>
            <a:ext cx="471170" cy="12872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00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統計學概論</a:t>
            </a:r>
            <a:endParaRPr lang="zh-TW" sz="700"/>
          </a:p>
        </p:txBody>
      </p:sp>
      <p:sp>
        <p:nvSpPr>
          <p:cNvPr id="150" name="!!text-743" descr="訂單編號 ODNMX0225"/>
          <p:cNvSpPr txBox="1"/>
          <p:nvPr/>
        </p:nvSpPr>
        <p:spPr>
          <a:xfrm>
            <a:off x="9537700" y="2508758"/>
            <a:ext cx="783488" cy="11033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00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訂單編號 ODNMX0225</a:t>
            </a:r>
            <a:endParaRPr lang="zh-TW" sz="600"/>
          </a:p>
        </p:txBody>
      </p:sp>
      <p:sp>
        <p:nvSpPr>
          <p:cNvPr id="151" name="!!rect-74i"/>
          <p:cNvSpPr/>
          <p:nvPr/>
        </p:nvSpPr>
        <p:spPr>
          <a:xfrm>
            <a:off x="9537700" y="2654300"/>
            <a:ext cx="382257" cy="120650"/>
          </a:xfrm>
          <a:prstGeom prst="roundRect">
            <a:avLst>
              <a:gd name="adj" fmla="val 31579"/>
            </a:avLst>
          </a:prstGeom>
          <a:solidFill>
            <a:srgbClr val="627D8D">
              <a:alpha val="14000"/>
            </a:srgbClr>
          </a:solidFill>
          <a:ln>
            <a:noFill/>
          </a:ln>
        </p:spPr>
      </p:sp>
      <p:sp>
        <p:nvSpPr>
          <p:cNvPr id="152" name="!!text-74j" descr="櫃門 A01"/>
          <p:cNvSpPr txBox="1"/>
          <p:nvPr/>
        </p:nvSpPr>
        <p:spPr>
          <a:xfrm>
            <a:off x="9588500" y="2658999"/>
            <a:ext cx="301612" cy="10114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550" kern="0" dirty="0">
                <a:solidFill>
                  <a:srgbClr val="627D8D"/>
                </a:solidFill>
                <a:latin typeface="Noto Sans TC SemiBold"/>
                <a:ea typeface="Noto Sans TC SemiBold"/>
                <a:cs typeface="Noto Sans TC SemiBold"/>
              </a:rPr>
              <a:t>櫃門 A01</a:t>
            </a:r>
            <a:endParaRPr lang="zh-TW" sz="550"/>
          </a:p>
        </p:txBody>
      </p:sp>
      <p:sp>
        <p:nvSpPr>
          <p:cNvPr id="153" name="!!path-74q"/>
          <p:cNvSpPr/>
          <p:nvPr/>
        </p:nvSpPr>
        <p:spPr>
          <a:xfrm>
            <a:off x="8712200" y="4919980"/>
            <a:ext cx="2552700" cy="1193800"/>
          </a:xfrm>
          <a:custGeom>
            <a:avLst/>
            <a:gdLst/>
            <a:ahLst/>
            <a:cxnLst/>
            <a:rect l="l" t="t" r="r" b="b"/>
            <a:pathLst>
              <a:path w="2552700" h="1193800">
                <a:moveTo>
                  <a:pt x="155217" y="1180661"/>
                </a:moveTo>
                <a:lnTo>
                  <a:pt x="102293" y="1137227"/>
                </a:lnTo>
                <a:lnTo>
                  <a:pt x="58859" y="1084303"/>
                </a:lnTo>
                <a:lnTo>
                  <a:pt x="26585" y="1023922"/>
                </a:lnTo>
                <a:lnTo>
                  <a:pt x="6711" y="958405"/>
                </a:lnTo>
                <a:lnTo>
                  <a:pt x="0" y="890270"/>
                </a:lnTo>
                <a:lnTo>
                  <a:pt x="0" y="152400"/>
                </a:lnTo>
                <a:lnTo>
                  <a:pt x="1058" y="128058"/>
                </a:lnTo>
                <a:lnTo>
                  <a:pt x="4233" y="105833"/>
                </a:lnTo>
                <a:lnTo>
                  <a:pt x="9525" y="85725"/>
                </a:lnTo>
                <a:lnTo>
                  <a:pt x="16933" y="67733"/>
                </a:lnTo>
                <a:lnTo>
                  <a:pt x="26458" y="51858"/>
                </a:lnTo>
                <a:lnTo>
                  <a:pt x="38100" y="38100"/>
                </a:lnTo>
                <a:lnTo>
                  <a:pt x="51858" y="26458"/>
                </a:lnTo>
                <a:lnTo>
                  <a:pt x="67733" y="16933"/>
                </a:lnTo>
                <a:lnTo>
                  <a:pt x="85725" y="9525"/>
                </a:lnTo>
                <a:lnTo>
                  <a:pt x="105833" y="4233"/>
                </a:lnTo>
                <a:lnTo>
                  <a:pt x="128058" y="1058"/>
                </a:lnTo>
                <a:lnTo>
                  <a:pt x="152400" y="0"/>
                </a:lnTo>
                <a:lnTo>
                  <a:pt x="2400300" y="0"/>
                </a:lnTo>
                <a:lnTo>
                  <a:pt x="2424642" y="1058"/>
                </a:lnTo>
                <a:lnTo>
                  <a:pt x="2446867" y="4233"/>
                </a:lnTo>
                <a:lnTo>
                  <a:pt x="2466975" y="9525"/>
                </a:lnTo>
                <a:lnTo>
                  <a:pt x="2484967" y="16933"/>
                </a:lnTo>
                <a:lnTo>
                  <a:pt x="2500842" y="26458"/>
                </a:lnTo>
                <a:lnTo>
                  <a:pt x="2514600" y="38100"/>
                </a:lnTo>
                <a:lnTo>
                  <a:pt x="2526242" y="51858"/>
                </a:lnTo>
                <a:lnTo>
                  <a:pt x="2535767" y="67733"/>
                </a:lnTo>
                <a:lnTo>
                  <a:pt x="2543175" y="85725"/>
                </a:lnTo>
                <a:lnTo>
                  <a:pt x="2548467" y="105833"/>
                </a:lnTo>
                <a:lnTo>
                  <a:pt x="2551642" y="128058"/>
                </a:lnTo>
                <a:lnTo>
                  <a:pt x="2552700" y="152400"/>
                </a:lnTo>
                <a:lnTo>
                  <a:pt x="2552700" y="890270"/>
                </a:lnTo>
                <a:lnTo>
                  <a:pt x="2545989" y="958405"/>
                </a:lnTo>
                <a:lnTo>
                  <a:pt x="2526115" y="1023922"/>
                </a:lnTo>
                <a:lnTo>
                  <a:pt x="2493841" y="1084303"/>
                </a:lnTo>
                <a:lnTo>
                  <a:pt x="2450407" y="1137227"/>
                </a:lnTo>
                <a:lnTo>
                  <a:pt x="2397483" y="1180661"/>
                </a:lnTo>
                <a:lnTo>
                  <a:pt x="2372901" y="1193800"/>
                </a:lnTo>
                <a:lnTo>
                  <a:pt x="179799" y="1193800"/>
                </a:lnTo>
                <a:close/>
              </a:path>
            </a:pathLst>
          </a:custGeom>
          <a:solidFill>
            <a:srgbClr val="0B1A26">
              <a:alpha val="2200"/>
            </a:srgbClr>
          </a:solidFill>
          <a:ln>
            <a:noFill/>
          </a:ln>
        </p:spPr>
      </p:sp>
      <p:sp>
        <p:nvSpPr>
          <p:cNvPr id="154" name="!!path-74r"/>
          <p:cNvSpPr/>
          <p:nvPr/>
        </p:nvSpPr>
        <p:spPr>
          <a:xfrm>
            <a:off x="8712200" y="4937125"/>
            <a:ext cx="2552700" cy="1193800"/>
          </a:xfrm>
          <a:custGeom>
            <a:avLst/>
            <a:gdLst/>
            <a:ahLst/>
            <a:cxnLst/>
            <a:rect l="l" t="t" r="r" b="b"/>
            <a:pathLst>
              <a:path w="2552700" h="1193800">
                <a:moveTo>
                  <a:pt x="155217" y="1163516"/>
                </a:moveTo>
                <a:lnTo>
                  <a:pt x="102293" y="1120082"/>
                </a:lnTo>
                <a:lnTo>
                  <a:pt x="58859" y="1067158"/>
                </a:lnTo>
                <a:lnTo>
                  <a:pt x="26585" y="1006777"/>
                </a:lnTo>
                <a:lnTo>
                  <a:pt x="6711" y="941260"/>
                </a:lnTo>
                <a:lnTo>
                  <a:pt x="0" y="873125"/>
                </a:lnTo>
                <a:lnTo>
                  <a:pt x="0" y="152400"/>
                </a:lnTo>
                <a:lnTo>
                  <a:pt x="1058" y="128058"/>
                </a:lnTo>
                <a:lnTo>
                  <a:pt x="4233" y="105833"/>
                </a:lnTo>
                <a:lnTo>
                  <a:pt x="9525" y="85725"/>
                </a:lnTo>
                <a:lnTo>
                  <a:pt x="16933" y="67733"/>
                </a:lnTo>
                <a:lnTo>
                  <a:pt x="26458" y="51858"/>
                </a:lnTo>
                <a:lnTo>
                  <a:pt x="38100" y="38100"/>
                </a:lnTo>
                <a:lnTo>
                  <a:pt x="51858" y="26458"/>
                </a:lnTo>
                <a:lnTo>
                  <a:pt x="67733" y="16933"/>
                </a:lnTo>
                <a:lnTo>
                  <a:pt x="85725" y="9525"/>
                </a:lnTo>
                <a:lnTo>
                  <a:pt x="105833" y="4233"/>
                </a:lnTo>
                <a:lnTo>
                  <a:pt x="128058" y="1058"/>
                </a:lnTo>
                <a:lnTo>
                  <a:pt x="152400" y="0"/>
                </a:lnTo>
                <a:lnTo>
                  <a:pt x="2400300" y="0"/>
                </a:lnTo>
                <a:lnTo>
                  <a:pt x="2424642" y="1058"/>
                </a:lnTo>
                <a:lnTo>
                  <a:pt x="2446867" y="4233"/>
                </a:lnTo>
                <a:lnTo>
                  <a:pt x="2466975" y="9525"/>
                </a:lnTo>
                <a:lnTo>
                  <a:pt x="2484967" y="16933"/>
                </a:lnTo>
                <a:lnTo>
                  <a:pt x="2500842" y="26458"/>
                </a:lnTo>
                <a:lnTo>
                  <a:pt x="2514600" y="38100"/>
                </a:lnTo>
                <a:lnTo>
                  <a:pt x="2526242" y="51858"/>
                </a:lnTo>
                <a:lnTo>
                  <a:pt x="2535767" y="67733"/>
                </a:lnTo>
                <a:lnTo>
                  <a:pt x="2543175" y="85725"/>
                </a:lnTo>
                <a:lnTo>
                  <a:pt x="2548467" y="105833"/>
                </a:lnTo>
                <a:lnTo>
                  <a:pt x="2551642" y="128058"/>
                </a:lnTo>
                <a:lnTo>
                  <a:pt x="2552700" y="152400"/>
                </a:lnTo>
                <a:lnTo>
                  <a:pt x="2552700" y="873125"/>
                </a:lnTo>
                <a:lnTo>
                  <a:pt x="2545989" y="941260"/>
                </a:lnTo>
                <a:lnTo>
                  <a:pt x="2526115" y="1006777"/>
                </a:lnTo>
                <a:lnTo>
                  <a:pt x="2493841" y="1067158"/>
                </a:lnTo>
                <a:lnTo>
                  <a:pt x="2450407" y="1120082"/>
                </a:lnTo>
                <a:lnTo>
                  <a:pt x="2397483" y="1163516"/>
                </a:lnTo>
                <a:lnTo>
                  <a:pt x="2340825" y="1193800"/>
                </a:lnTo>
                <a:lnTo>
                  <a:pt x="211875" y="1193800"/>
                </a:lnTo>
                <a:close/>
              </a:path>
            </a:pathLst>
          </a:custGeom>
          <a:solidFill>
            <a:srgbClr val="0B1A26">
              <a:alpha val="2200"/>
            </a:srgbClr>
          </a:solidFill>
          <a:ln>
            <a:noFill/>
          </a:ln>
        </p:spPr>
      </p:sp>
      <p:sp>
        <p:nvSpPr>
          <p:cNvPr id="155" name="!!path-74s"/>
          <p:cNvSpPr/>
          <p:nvPr/>
        </p:nvSpPr>
        <p:spPr>
          <a:xfrm>
            <a:off x="8712200" y="4951413"/>
            <a:ext cx="2552700" cy="1193800"/>
          </a:xfrm>
          <a:custGeom>
            <a:avLst/>
            <a:gdLst/>
            <a:ahLst/>
            <a:cxnLst/>
            <a:rect l="l" t="t" r="r" b="b"/>
            <a:pathLst>
              <a:path w="2552700" h="1193800">
                <a:moveTo>
                  <a:pt x="215598" y="1181502"/>
                </a:moveTo>
                <a:lnTo>
                  <a:pt x="155217" y="1149228"/>
                </a:lnTo>
                <a:lnTo>
                  <a:pt x="102293" y="1105795"/>
                </a:lnTo>
                <a:lnTo>
                  <a:pt x="58859" y="1052870"/>
                </a:lnTo>
                <a:lnTo>
                  <a:pt x="26585" y="992490"/>
                </a:lnTo>
                <a:lnTo>
                  <a:pt x="6711" y="926973"/>
                </a:lnTo>
                <a:lnTo>
                  <a:pt x="0" y="858838"/>
                </a:lnTo>
                <a:lnTo>
                  <a:pt x="0" y="152400"/>
                </a:lnTo>
                <a:lnTo>
                  <a:pt x="1058" y="128058"/>
                </a:lnTo>
                <a:lnTo>
                  <a:pt x="4233" y="105833"/>
                </a:lnTo>
                <a:lnTo>
                  <a:pt x="9525" y="85725"/>
                </a:lnTo>
                <a:lnTo>
                  <a:pt x="16933" y="67733"/>
                </a:lnTo>
                <a:lnTo>
                  <a:pt x="26458" y="51858"/>
                </a:lnTo>
                <a:lnTo>
                  <a:pt x="38100" y="38100"/>
                </a:lnTo>
                <a:lnTo>
                  <a:pt x="51858" y="26458"/>
                </a:lnTo>
                <a:lnTo>
                  <a:pt x="67733" y="16933"/>
                </a:lnTo>
                <a:lnTo>
                  <a:pt x="85725" y="9525"/>
                </a:lnTo>
                <a:lnTo>
                  <a:pt x="105833" y="4233"/>
                </a:lnTo>
                <a:lnTo>
                  <a:pt x="128058" y="1058"/>
                </a:lnTo>
                <a:lnTo>
                  <a:pt x="152400" y="0"/>
                </a:lnTo>
                <a:lnTo>
                  <a:pt x="2400300" y="0"/>
                </a:lnTo>
                <a:lnTo>
                  <a:pt x="2424642" y="1058"/>
                </a:lnTo>
                <a:lnTo>
                  <a:pt x="2446867" y="4233"/>
                </a:lnTo>
                <a:lnTo>
                  <a:pt x="2466975" y="9525"/>
                </a:lnTo>
                <a:lnTo>
                  <a:pt x="2484967" y="16933"/>
                </a:lnTo>
                <a:lnTo>
                  <a:pt x="2500842" y="26458"/>
                </a:lnTo>
                <a:lnTo>
                  <a:pt x="2514600" y="38100"/>
                </a:lnTo>
                <a:lnTo>
                  <a:pt x="2526242" y="51858"/>
                </a:lnTo>
                <a:lnTo>
                  <a:pt x="2535767" y="67733"/>
                </a:lnTo>
                <a:lnTo>
                  <a:pt x="2543175" y="85725"/>
                </a:lnTo>
                <a:lnTo>
                  <a:pt x="2548467" y="105833"/>
                </a:lnTo>
                <a:lnTo>
                  <a:pt x="2551642" y="128058"/>
                </a:lnTo>
                <a:lnTo>
                  <a:pt x="2552700" y="152400"/>
                </a:lnTo>
                <a:lnTo>
                  <a:pt x="2552700" y="858838"/>
                </a:lnTo>
                <a:lnTo>
                  <a:pt x="2545989" y="926973"/>
                </a:lnTo>
                <a:lnTo>
                  <a:pt x="2526115" y="992490"/>
                </a:lnTo>
                <a:lnTo>
                  <a:pt x="2493841" y="1052870"/>
                </a:lnTo>
                <a:lnTo>
                  <a:pt x="2450407" y="1105795"/>
                </a:lnTo>
                <a:lnTo>
                  <a:pt x="2397483" y="1149228"/>
                </a:lnTo>
                <a:lnTo>
                  <a:pt x="2337102" y="1181502"/>
                </a:lnTo>
                <a:lnTo>
                  <a:pt x="2296563" y="1193800"/>
                </a:lnTo>
                <a:lnTo>
                  <a:pt x="256137" y="1193800"/>
                </a:lnTo>
                <a:close/>
              </a:path>
            </a:pathLst>
          </a:custGeom>
          <a:solidFill>
            <a:srgbClr val="0B1A26">
              <a:alpha val="2200"/>
            </a:srgbClr>
          </a:solidFill>
          <a:ln>
            <a:noFill/>
          </a:ln>
        </p:spPr>
      </p:sp>
      <p:sp>
        <p:nvSpPr>
          <p:cNvPr id="156" name="!!path-74t"/>
          <p:cNvSpPr/>
          <p:nvPr/>
        </p:nvSpPr>
        <p:spPr>
          <a:xfrm>
            <a:off x="8712200" y="4965700"/>
            <a:ext cx="2552700" cy="1193800"/>
          </a:xfrm>
          <a:custGeom>
            <a:avLst/>
            <a:gdLst/>
            <a:ahLst/>
            <a:cxnLst/>
            <a:rect l="l" t="t" r="r" b="b"/>
            <a:pathLst>
              <a:path w="2552700" h="1193800">
                <a:moveTo>
                  <a:pt x="281115" y="1187089"/>
                </a:moveTo>
                <a:lnTo>
                  <a:pt x="215598" y="1167215"/>
                </a:lnTo>
                <a:lnTo>
                  <a:pt x="155217" y="1134941"/>
                </a:lnTo>
                <a:lnTo>
                  <a:pt x="102293" y="1091507"/>
                </a:lnTo>
                <a:lnTo>
                  <a:pt x="58859" y="1038583"/>
                </a:lnTo>
                <a:lnTo>
                  <a:pt x="26585" y="978202"/>
                </a:lnTo>
                <a:lnTo>
                  <a:pt x="6711" y="912685"/>
                </a:lnTo>
                <a:lnTo>
                  <a:pt x="0" y="844550"/>
                </a:lnTo>
                <a:lnTo>
                  <a:pt x="0" y="152400"/>
                </a:lnTo>
                <a:lnTo>
                  <a:pt x="1058" y="128058"/>
                </a:lnTo>
                <a:lnTo>
                  <a:pt x="4233" y="105833"/>
                </a:lnTo>
                <a:lnTo>
                  <a:pt x="9525" y="85725"/>
                </a:lnTo>
                <a:lnTo>
                  <a:pt x="16933" y="67733"/>
                </a:lnTo>
                <a:lnTo>
                  <a:pt x="26458" y="51858"/>
                </a:lnTo>
                <a:lnTo>
                  <a:pt x="38100" y="38100"/>
                </a:lnTo>
                <a:lnTo>
                  <a:pt x="51858" y="26458"/>
                </a:lnTo>
                <a:lnTo>
                  <a:pt x="67733" y="16933"/>
                </a:lnTo>
                <a:lnTo>
                  <a:pt x="85725" y="9525"/>
                </a:lnTo>
                <a:lnTo>
                  <a:pt x="105833" y="4233"/>
                </a:lnTo>
                <a:lnTo>
                  <a:pt x="128058" y="1058"/>
                </a:lnTo>
                <a:lnTo>
                  <a:pt x="152400" y="0"/>
                </a:lnTo>
                <a:lnTo>
                  <a:pt x="2400300" y="0"/>
                </a:lnTo>
                <a:lnTo>
                  <a:pt x="2424642" y="1058"/>
                </a:lnTo>
                <a:lnTo>
                  <a:pt x="2446867" y="4233"/>
                </a:lnTo>
                <a:lnTo>
                  <a:pt x="2466975" y="9525"/>
                </a:lnTo>
                <a:lnTo>
                  <a:pt x="2484967" y="16933"/>
                </a:lnTo>
                <a:lnTo>
                  <a:pt x="2500842" y="26458"/>
                </a:lnTo>
                <a:lnTo>
                  <a:pt x="2514600" y="38100"/>
                </a:lnTo>
                <a:lnTo>
                  <a:pt x="2526242" y="51858"/>
                </a:lnTo>
                <a:lnTo>
                  <a:pt x="2535767" y="67733"/>
                </a:lnTo>
                <a:lnTo>
                  <a:pt x="2543175" y="85725"/>
                </a:lnTo>
                <a:lnTo>
                  <a:pt x="2548467" y="105833"/>
                </a:lnTo>
                <a:lnTo>
                  <a:pt x="2551642" y="128058"/>
                </a:lnTo>
                <a:lnTo>
                  <a:pt x="2552700" y="152400"/>
                </a:lnTo>
                <a:lnTo>
                  <a:pt x="2552700" y="844550"/>
                </a:lnTo>
                <a:lnTo>
                  <a:pt x="2545989" y="912685"/>
                </a:lnTo>
                <a:lnTo>
                  <a:pt x="2526115" y="978202"/>
                </a:lnTo>
                <a:lnTo>
                  <a:pt x="2493841" y="1038583"/>
                </a:lnTo>
                <a:lnTo>
                  <a:pt x="2450407" y="1091507"/>
                </a:lnTo>
                <a:lnTo>
                  <a:pt x="2397483" y="1134941"/>
                </a:lnTo>
                <a:lnTo>
                  <a:pt x="2337102" y="1167215"/>
                </a:lnTo>
                <a:lnTo>
                  <a:pt x="2271585" y="1187089"/>
                </a:lnTo>
                <a:lnTo>
                  <a:pt x="2203450" y="1193800"/>
                </a:lnTo>
                <a:lnTo>
                  <a:pt x="349250" y="11938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57" name="!!text-74u" descr="請於 0:52 內確認"/>
          <p:cNvSpPr txBox="1"/>
          <p:nvPr/>
        </p:nvSpPr>
        <p:spPr>
          <a:xfrm>
            <a:off x="9683486" y="5035042"/>
            <a:ext cx="634892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請於 0:52 內確認</a:t>
            </a:r>
            <a:endParaRPr lang="zh-TW" sz="650"/>
          </a:p>
        </p:txBody>
      </p:sp>
      <p:sp>
        <p:nvSpPr>
          <p:cNvPr id="158" name="!!rect-759"/>
          <p:cNvSpPr/>
          <p:nvPr/>
        </p:nvSpPr>
        <p:spPr>
          <a:xfrm>
            <a:off x="8813800" y="5207000"/>
            <a:ext cx="2349500" cy="304800"/>
          </a:xfrm>
          <a:prstGeom prst="roundRect">
            <a:avLst>
              <a:gd name="adj" fmla="val 29167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159" name="!!path-75a"/>
          <p:cNvSpPr/>
          <p:nvPr/>
        </p:nvSpPr>
        <p:spPr>
          <a:xfrm>
            <a:off x="9723958" y="5301190"/>
            <a:ext cx="84633" cy="111081"/>
          </a:xfrm>
          <a:custGeom>
            <a:avLst/>
            <a:gdLst/>
            <a:ahLst/>
            <a:cxnLst/>
            <a:rect l="l" t="t" r="r" b="b"/>
            <a:pathLst>
              <a:path w="84633" h="111081">
                <a:moveTo>
                  <a:pt x="42316" y="84633"/>
                </a:moveTo>
                <a:cubicBezTo>
                  <a:pt x="48135" y="84633"/>
                  <a:pt x="52896" y="79872"/>
                  <a:pt x="52896" y="74054"/>
                </a:cubicBezTo>
                <a:cubicBezTo>
                  <a:pt x="52896" y="68235"/>
                  <a:pt x="48135" y="63475"/>
                  <a:pt x="42316" y="63475"/>
                </a:cubicBezTo>
                <a:cubicBezTo>
                  <a:pt x="36498" y="63475"/>
                  <a:pt x="31737" y="68235"/>
                  <a:pt x="31737" y="74054"/>
                </a:cubicBezTo>
                <a:cubicBezTo>
                  <a:pt x="31737" y="79872"/>
                  <a:pt x="36498" y="84633"/>
                  <a:pt x="42316" y="84633"/>
                </a:cubicBezTo>
                <a:close/>
                <a:moveTo>
                  <a:pt x="74054" y="37027"/>
                </a:moveTo>
                <a:lnTo>
                  <a:pt x="68764" y="37027"/>
                </a:lnTo>
                <a:lnTo>
                  <a:pt x="68764" y="26448"/>
                </a:lnTo>
                <a:cubicBezTo>
                  <a:pt x="68764" y="11849"/>
                  <a:pt x="56916" y="0"/>
                  <a:pt x="42316" y="0"/>
                </a:cubicBezTo>
                <a:cubicBezTo>
                  <a:pt x="30256" y="0"/>
                  <a:pt x="19730" y="8146"/>
                  <a:pt x="16715" y="19836"/>
                </a:cubicBezTo>
                <a:cubicBezTo>
                  <a:pt x="15974" y="22692"/>
                  <a:pt x="17667" y="25549"/>
                  <a:pt x="20523" y="26289"/>
                </a:cubicBezTo>
                <a:cubicBezTo>
                  <a:pt x="23327" y="27030"/>
                  <a:pt x="26236" y="25337"/>
                  <a:pt x="26977" y="22481"/>
                </a:cubicBezTo>
                <a:cubicBezTo>
                  <a:pt x="23486" y="15498"/>
                  <a:pt x="32266" y="10579"/>
                  <a:pt x="42316" y="10579"/>
                </a:cubicBezTo>
                <a:cubicBezTo>
                  <a:pt x="51044" y="10579"/>
                  <a:pt x="58185" y="17720"/>
                  <a:pt x="58185" y="26448"/>
                </a:cubicBezTo>
                <a:lnTo>
                  <a:pt x="58185" y="37027"/>
                </a:lnTo>
                <a:lnTo>
                  <a:pt x="10579" y="37027"/>
                </a:lnTo>
                <a:cubicBezTo>
                  <a:pt x="4761" y="37027"/>
                  <a:pt x="0" y="41787"/>
                  <a:pt x="0" y="47606"/>
                </a:cubicBezTo>
                <a:lnTo>
                  <a:pt x="0" y="100501"/>
                </a:lnTo>
                <a:cubicBezTo>
                  <a:pt x="0" y="106320"/>
                  <a:pt x="4761" y="111081"/>
                  <a:pt x="10579" y="111081"/>
                </a:cubicBezTo>
                <a:lnTo>
                  <a:pt x="74054" y="111081"/>
                </a:lnTo>
                <a:cubicBezTo>
                  <a:pt x="79872" y="111081"/>
                  <a:pt x="84633" y="106320"/>
                  <a:pt x="84633" y="100501"/>
                </a:cubicBezTo>
                <a:lnTo>
                  <a:pt x="84633" y="47606"/>
                </a:lnTo>
                <a:cubicBezTo>
                  <a:pt x="84633" y="41787"/>
                  <a:pt x="79872" y="37027"/>
                  <a:pt x="74054" y="37027"/>
                </a:cubicBezTo>
                <a:close/>
                <a:moveTo>
                  <a:pt x="74054" y="95212"/>
                </a:moveTo>
                <a:cubicBezTo>
                  <a:pt x="74054" y="98121"/>
                  <a:pt x="71673" y="100501"/>
                  <a:pt x="68764" y="100501"/>
                </a:cubicBezTo>
                <a:lnTo>
                  <a:pt x="15869" y="100501"/>
                </a:lnTo>
                <a:cubicBezTo>
                  <a:pt x="12959" y="100501"/>
                  <a:pt x="10579" y="98121"/>
                  <a:pt x="10579" y="95212"/>
                </a:cubicBezTo>
                <a:lnTo>
                  <a:pt x="10579" y="52896"/>
                </a:lnTo>
                <a:cubicBezTo>
                  <a:pt x="10579" y="49986"/>
                  <a:pt x="12959" y="47606"/>
                  <a:pt x="15869" y="47606"/>
                </a:cubicBezTo>
                <a:lnTo>
                  <a:pt x="68764" y="47606"/>
                </a:lnTo>
                <a:cubicBezTo>
                  <a:pt x="71673" y="47606"/>
                  <a:pt x="74054" y="49986"/>
                  <a:pt x="74054" y="52896"/>
                </a:cubicBezTo>
                <a:lnTo>
                  <a:pt x="74054" y="9521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60" name="!!text-75b" descr="開啟櫃門"/>
          <p:cNvSpPr txBox="1"/>
          <p:nvPr/>
        </p:nvSpPr>
        <p:spPr>
          <a:xfrm>
            <a:off x="9867900" y="5279644"/>
            <a:ext cx="436880" cy="14711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00" b="1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開啟櫃門</a:t>
            </a:r>
            <a:endParaRPr lang="zh-TW" sz="800"/>
          </a:p>
        </p:txBody>
      </p:sp>
      <p:sp>
        <p:nvSpPr>
          <p:cNvPr id="161" name="!!rect-75j"/>
          <p:cNvSpPr/>
          <p:nvPr/>
        </p:nvSpPr>
        <p:spPr>
          <a:xfrm>
            <a:off x="8818563" y="5567363"/>
            <a:ext cx="2339975" cy="295275"/>
          </a:xfrm>
          <a:prstGeom prst="roundRect">
            <a:avLst>
              <a:gd name="adj" fmla="val 29032"/>
            </a:avLst>
          </a:prstGeom>
          <a:solidFill>
            <a:srgbClr val="FFFFFF"/>
          </a:solidFill>
          <a:ln w="9525" cap="flat">
            <a:solidFill>
              <a:srgbClr val="627D8D"/>
            </a:solidFill>
            <a:prstDash val="solid"/>
            <a:miter lim="800000"/>
          </a:ln>
        </p:spPr>
      </p:sp>
      <p:sp>
        <p:nvSpPr>
          <p:cNvPr id="162" name="!!text-75k" descr="取消作業"/>
          <p:cNvSpPr txBox="1"/>
          <p:nvPr/>
        </p:nvSpPr>
        <p:spPr>
          <a:xfrm>
            <a:off x="9785350" y="5635244"/>
            <a:ext cx="436880" cy="14711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取消作業</a:t>
            </a:r>
            <a:endParaRPr lang="zh-TW" sz="800"/>
          </a:p>
        </p:txBody>
      </p:sp>
      <p:sp>
        <p:nvSpPr>
          <p:cNvPr id="163" name="!!path-75q"/>
          <p:cNvSpPr/>
          <p:nvPr/>
        </p:nvSpPr>
        <p:spPr>
          <a:xfrm>
            <a:off x="8712200" y="609600"/>
            <a:ext cx="2552700" cy="730250"/>
          </a:xfrm>
          <a:custGeom>
            <a:avLst/>
            <a:gdLst/>
            <a:ahLst/>
            <a:cxnLst/>
            <a:rect l="l" t="t" r="r" b="b"/>
            <a:pathLst>
              <a:path w="2552700" h="730250">
                <a:moveTo>
                  <a:pt x="0" y="349250"/>
                </a:moveTo>
                <a:lnTo>
                  <a:pt x="6711" y="281115"/>
                </a:lnTo>
                <a:lnTo>
                  <a:pt x="26585" y="215598"/>
                </a:lnTo>
                <a:lnTo>
                  <a:pt x="58859" y="155217"/>
                </a:lnTo>
                <a:lnTo>
                  <a:pt x="102293" y="102293"/>
                </a:lnTo>
                <a:lnTo>
                  <a:pt x="155217" y="58859"/>
                </a:lnTo>
                <a:lnTo>
                  <a:pt x="215598" y="26585"/>
                </a:lnTo>
                <a:lnTo>
                  <a:pt x="281115" y="6711"/>
                </a:lnTo>
                <a:lnTo>
                  <a:pt x="349250" y="0"/>
                </a:lnTo>
                <a:lnTo>
                  <a:pt x="2203450" y="0"/>
                </a:lnTo>
                <a:lnTo>
                  <a:pt x="2271585" y="6711"/>
                </a:lnTo>
                <a:lnTo>
                  <a:pt x="2337102" y="26585"/>
                </a:lnTo>
                <a:lnTo>
                  <a:pt x="2397483" y="58859"/>
                </a:lnTo>
                <a:lnTo>
                  <a:pt x="2450407" y="102293"/>
                </a:lnTo>
                <a:lnTo>
                  <a:pt x="2493841" y="155217"/>
                </a:lnTo>
                <a:lnTo>
                  <a:pt x="2526115" y="215598"/>
                </a:lnTo>
                <a:lnTo>
                  <a:pt x="2545989" y="281115"/>
                </a:lnTo>
                <a:lnTo>
                  <a:pt x="2552700" y="349250"/>
                </a:lnTo>
                <a:lnTo>
                  <a:pt x="2552700" y="577850"/>
                </a:lnTo>
                <a:lnTo>
                  <a:pt x="2551642" y="602192"/>
                </a:lnTo>
                <a:lnTo>
                  <a:pt x="2548467" y="624417"/>
                </a:lnTo>
                <a:lnTo>
                  <a:pt x="2543175" y="644525"/>
                </a:lnTo>
                <a:lnTo>
                  <a:pt x="2535767" y="662517"/>
                </a:lnTo>
                <a:lnTo>
                  <a:pt x="2526242" y="678392"/>
                </a:lnTo>
                <a:lnTo>
                  <a:pt x="2514600" y="692150"/>
                </a:lnTo>
                <a:lnTo>
                  <a:pt x="2500842" y="703792"/>
                </a:lnTo>
                <a:lnTo>
                  <a:pt x="2484967" y="713317"/>
                </a:lnTo>
                <a:lnTo>
                  <a:pt x="2466975" y="720725"/>
                </a:lnTo>
                <a:lnTo>
                  <a:pt x="2446867" y="726017"/>
                </a:lnTo>
                <a:lnTo>
                  <a:pt x="2424642" y="729192"/>
                </a:lnTo>
                <a:lnTo>
                  <a:pt x="2400300" y="730250"/>
                </a:lnTo>
                <a:lnTo>
                  <a:pt x="152400" y="730250"/>
                </a:lnTo>
                <a:lnTo>
                  <a:pt x="128058" y="729192"/>
                </a:lnTo>
                <a:lnTo>
                  <a:pt x="105833" y="726017"/>
                </a:lnTo>
                <a:lnTo>
                  <a:pt x="85725" y="720725"/>
                </a:lnTo>
                <a:lnTo>
                  <a:pt x="67733" y="713317"/>
                </a:lnTo>
                <a:lnTo>
                  <a:pt x="51858" y="703792"/>
                </a:lnTo>
                <a:lnTo>
                  <a:pt x="38100" y="692150"/>
                </a:lnTo>
                <a:lnTo>
                  <a:pt x="26458" y="678392"/>
                </a:lnTo>
                <a:lnTo>
                  <a:pt x="16933" y="662517"/>
                </a:lnTo>
                <a:lnTo>
                  <a:pt x="9525" y="644525"/>
                </a:lnTo>
                <a:lnTo>
                  <a:pt x="4233" y="624417"/>
                </a:lnTo>
                <a:lnTo>
                  <a:pt x="1058" y="602192"/>
                </a:lnTo>
                <a:lnTo>
                  <a:pt x="0" y="577850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164" name="!!text-75r" descr="2:25"/>
          <p:cNvSpPr txBox="1"/>
          <p:nvPr/>
        </p:nvSpPr>
        <p:spPr>
          <a:xfrm>
            <a:off x="9020597" y="714883"/>
            <a:ext cx="253790" cy="1563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50" kern="0" dirty="0">
                <a:solidFill>
                  <a:srgbClr val="FFFFFF"/>
                </a:solidFill>
                <a:latin typeface="Noto Sans TC SemiBold"/>
                <a:ea typeface="Noto Sans TC SemiBold"/>
                <a:cs typeface="Noto Sans TC SemiBold"/>
              </a:rPr>
              <a:t>2:25</a:t>
            </a:r>
            <a:endParaRPr lang="zh-TW" sz="850"/>
          </a:p>
        </p:txBody>
      </p:sp>
      <p:sp>
        <p:nvSpPr>
          <p:cNvPr id="165" name="!!rect-75w"/>
          <p:cNvSpPr/>
          <p:nvPr/>
        </p:nvSpPr>
        <p:spPr>
          <a:xfrm>
            <a:off x="10579100" y="808990"/>
            <a:ext cx="21590" cy="2667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66" name="!!rect-75x"/>
          <p:cNvSpPr/>
          <p:nvPr/>
        </p:nvSpPr>
        <p:spPr>
          <a:xfrm>
            <a:off x="10612120" y="792480"/>
            <a:ext cx="21590" cy="4318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67" name="!!rect-75y"/>
          <p:cNvSpPr/>
          <p:nvPr/>
        </p:nvSpPr>
        <p:spPr>
          <a:xfrm>
            <a:off x="10645140" y="775970"/>
            <a:ext cx="21590" cy="5969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68" name="!!rect-75z"/>
          <p:cNvSpPr/>
          <p:nvPr/>
        </p:nvSpPr>
        <p:spPr>
          <a:xfrm>
            <a:off x="10678160" y="759460"/>
            <a:ext cx="21590" cy="7620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69" name="!!path-760"/>
          <p:cNvSpPr/>
          <p:nvPr/>
        </p:nvSpPr>
        <p:spPr>
          <a:xfrm>
            <a:off x="10763250" y="763570"/>
            <a:ext cx="95250" cy="70820"/>
          </a:xfrm>
          <a:custGeom>
            <a:avLst/>
            <a:gdLst/>
            <a:ahLst/>
            <a:cxnLst/>
            <a:rect l="l" t="t" r="r" b="b"/>
            <a:pathLst>
              <a:path w="95250" h="70820">
                <a:moveTo>
                  <a:pt x="47625" y="70820"/>
                </a:moveTo>
                <a:lnTo>
                  <a:pt x="31115" y="51135"/>
                </a:lnTo>
                <a:cubicBezTo>
                  <a:pt x="40714" y="43262"/>
                  <a:pt x="54536" y="43262"/>
                  <a:pt x="64135" y="51135"/>
                </a:cubicBezTo>
                <a:close/>
                <a:moveTo>
                  <a:pt x="0" y="23830"/>
                </a:moveTo>
                <a:cubicBezTo>
                  <a:pt x="27279" y="0"/>
                  <a:pt x="67971" y="0"/>
                  <a:pt x="95250" y="23830"/>
                </a:cubicBezTo>
                <a:lnTo>
                  <a:pt x="83820" y="37165"/>
                </a:lnTo>
                <a:cubicBezTo>
                  <a:pt x="63051" y="19153"/>
                  <a:pt x="32199" y="19153"/>
                  <a:pt x="11430" y="37165"/>
                </a:cubicBezTo>
                <a:close/>
                <a:moveTo>
                  <a:pt x="16510" y="43515"/>
                </a:moveTo>
                <a:cubicBezTo>
                  <a:pt x="34385" y="28089"/>
                  <a:pt x="60865" y="28089"/>
                  <a:pt x="78740" y="43515"/>
                </a:cubicBezTo>
                <a:lnTo>
                  <a:pt x="67310" y="56850"/>
                </a:lnTo>
                <a:cubicBezTo>
                  <a:pt x="55947" y="47238"/>
                  <a:pt x="39303" y="47238"/>
                  <a:pt x="27940" y="5685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70" name="!!rect-761"/>
          <p:cNvSpPr/>
          <p:nvPr/>
        </p:nvSpPr>
        <p:spPr>
          <a:xfrm>
            <a:off x="10902950" y="760730"/>
            <a:ext cx="161925" cy="78740"/>
          </a:xfrm>
          <a:prstGeom prst="roundRect">
            <a:avLst>
              <a:gd name="adj" fmla="val 32258"/>
            </a:avLst>
          </a:prstGeom>
          <a:noFill/>
          <a:ln w="6985" cap="flat">
            <a:solidFill>
              <a:srgbClr val="FFFFFF">
                <a:alpha val="38000"/>
              </a:srgbClr>
            </a:solidFill>
            <a:prstDash val="solid"/>
            <a:miter lim="800000"/>
          </a:ln>
        </p:spPr>
      </p:sp>
      <p:sp>
        <p:nvSpPr>
          <p:cNvPr id="171" name="!!rect-762"/>
          <p:cNvSpPr/>
          <p:nvPr/>
        </p:nvSpPr>
        <p:spPr>
          <a:xfrm>
            <a:off x="10916285" y="774065"/>
            <a:ext cx="110909" cy="52070"/>
          </a:xfrm>
          <a:prstGeom prst="roundRect">
            <a:avLst>
              <a:gd name="adj" fmla="val 26829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72" name="!!path-763"/>
          <p:cNvSpPr/>
          <p:nvPr/>
        </p:nvSpPr>
        <p:spPr>
          <a:xfrm>
            <a:off x="11074400" y="786130"/>
            <a:ext cx="10345" cy="27940"/>
          </a:xfrm>
          <a:custGeom>
            <a:avLst/>
            <a:gdLst/>
            <a:ahLst/>
            <a:cxnLst/>
            <a:rect l="l" t="t" r="r" b="b"/>
            <a:pathLst>
              <a:path w="10345" h="27940">
                <a:moveTo>
                  <a:pt x="0" y="0"/>
                </a:moveTo>
                <a:lnTo>
                  <a:pt x="0" y="27940"/>
                </a:lnTo>
                <a:cubicBezTo>
                  <a:pt x="6146" y="26066"/>
                  <a:pt x="10345" y="20395"/>
                  <a:pt x="10345" y="13970"/>
                </a:cubicBezTo>
                <a:cubicBezTo>
                  <a:pt x="10345" y="7545"/>
                  <a:pt x="6146" y="1874"/>
                  <a:pt x="0" y="0"/>
                </a:cubicBezTo>
                <a:close/>
              </a:path>
            </a:pathLst>
          </a:custGeom>
          <a:solidFill>
            <a:srgbClr val="FFFFFF">
              <a:alpha val="45000"/>
            </a:srgbClr>
          </a:solidFill>
          <a:ln>
            <a:noFill/>
          </a:ln>
        </p:spPr>
      </p:sp>
      <p:sp>
        <p:nvSpPr>
          <p:cNvPr id="173" name="!!path-764"/>
          <p:cNvSpPr/>
          <p:nvPr/>
        </p:nvSpPr>
        <p:spPr>
          <a:xfrm>
            <a:off x="8845537" y="1109129"/>
            <a:ext cx="62258" cy="105791"/>
          </a:xfrm>
          <a:custGeom>
            <a:avLst/>
            <a:gdLst/>
            <a:ahLst/>
            <a:cxnLst/>
            <a:rect l="l" t="t" r="r" b="b"/>
            <a:pathLst>
              <a:path w="62258" h="105791">
                <a:moveTo>
                  <a:pt x="62258" y="9363"/>
                </a:moveTo>
                <a:lnTo>
                  <a:pt x="52896" y="0"/>
                </a:lnTo>
                <a:lnTo>
                  <a:pt x="0" y="52896"/>
                </a:lnTo>
                <a:lnTo>
                  <a:pt x="52896" y="105791"/>
                </a:lnTo>
                <a:lnTo>
                  <a:pt x="62258" y="96429"/>
                </a:lnTo>
                <a:lnTo>
                  <a:pt x="18725" y="5289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74" name="!!path-765"/>
          <p:cNvSpPr/>
          <p:nvPr/>
        </p:nvSpPr>
        <p:spPr>
          <a:xfrm>
            <a:off x="9567329" y="1109129"/>
            <a:ext cx="105791" cy="105791"/>
          </a:xfrm>
          <a:custGeom>
            <a:avLst/>
            <a:gdLst/>
            <a:ahLst/>
            <a:cxnLst/>
            <a:rect l="l" t="t" r="r" b="b"/>
            <a:pathLst>
              <a:path w="105791" h="105791">
                <a:moveTo>
                  <a:pt x="39672" y="23803"/>
                </a:moveTo>
                <a:lnTo>
                  <a:pt x="39672" y="39672"/>
                </a:lnTo>
                <a:lnTo>
                  <a:pt x="23803" y="39672"/>
                </a:lnTo>
                <a:lnTo>
                  <a:pt x="23803" y="23803"/>
                </a:lnTo>
                <a:lnTo>
                  <a:pt x="39672" y="23803"/>
                </a:lnTo>
                <a:moveTo>
                  <a:pt x="47606" y="15869"/>
                </a:moveTo>
                <a:lnTo>
                  <a:pt x="15869" y="15869"/>
                </a:lnTo>
                <a:lnTo>
                  <a:pt x="15869" y="47606"/>
                </a:lnTo>
                <a:lnTo>
                  <a:pt x="47606" y="47606"/>
                </a:lnTo>
                <a:lnTo>
                  <a:pt x="47606" y="15869"/>
                </a:lnTo>
                <a:close/>
                <a:moveTo>
                  <a:pt x="39672" y="66119"/>
                </a:moveTo>
                <a:lnTo>
                  <a:pt x="39672" y="81988"/>
                </a:lnTo>
                <a:lnTo>
                  <a:pt x="23803" y="81988"/>
                </a:lnTo>
                <a:lnTo>
                  <a:pt x="23803" y="66119"/>
                </a:lnTo>
                <a:lnTo>
                  <a:pt x="39672" y="66119"/>
                </a:lnTo>
                <a:moveTo>
                  <a:pt x="47606" y="58185"/>
                </a:moveTo>
                <a:lnTo>
                  <a:pt x="15869" y="58185"/>
                </a:lnTo>
                <a:lnTo>
                  <a:pt x="15869" y="89922"/>
                </a:lnTo>
                <a:lnTo>
                  <a:pt x="47606" y="89922"/>
                </a:lnTo>
                <a:lnTo>
                  <a:pt x="47606" y="58185"/>
                </a:lnTo>
                <a:close/>
                <a:moveTo>
                  <a:pt x="81988" y="23803"/>
                </a:moveTo>
                <a:lnTo>
                  <a:pt x="81988" y="39672"/>
                </a:lnTo>
                <a:lnTo>
                  <a:pt x="66119" y="39672"/>
                </a:lnTo>
                <a:lnTo>
                  <a:pt x="66119" y="23803"/>
                </a:lnTo>
                <a:lnTo>
                  <a:pt x="81988" y="23803"/>
                </a:lnTo>
                <a:moveTo>
                  <a:pt x="89922" y="15869"/>
                </a:moveTo>
                <a:lnTo>
                  <a:pt x="58185" y="15869"/>
                </a:lnTo>
                <a:lnTo>
                  <a:pt x="58185" y="47606"/>
                </a:lnTo>
                <a:lnTo>
                  <a:pt x="89922" y="47606"/>
                </a:lnTo>
                <a:lnTo>
                  <a:pt x="89922" y="15869"/>
                </a:lnTo>
                <a:close/>
                <a:moveTo>
                  <a:pt x="58185" y="58185"/>
                </a:moveTo>
                <a:lnTo>
                  <a:pt x="66119" y="58185"/>
                </a:lnTo>
                <a:lnTo>
                  <a:pt x="66119" y="66119"/>
                </a:lnTo>
                <a:lnTo>
                  <a:pt x="58185" y="66119"/>
                </a:lnTo>
                <a:lnTo>
                  <a:pt x="58185" y="58185"/>
                </a:lnTo>
                <a:close/>
                <a:moveTo>
                  <a:pt x="66119" y="66119"/>
                </a:moveTo>
                <a:lnTo>
                  <a:pt x="74054" y="66119"/>
                </a:lnTo>
                <a:lnTo>
                  <a:pt x="74054" y="74054"/>
                </a:lnTo>
                <a:lnTo>
                  <a:pt x="66119" y="74054"/>
                </a:lnTo>
                <a:lnTo>
                  <a:pt x="66119" y="66119"/>
                </a:lnTo>
                <a:close/>
                <a:moveTo>
                  <a:pt x="74054" y="58185"/>
                </a:moveTo>
                <a:lnTo>
                  <a:pt x="81988" y="58185"/>
                </a:lnTo>
                <a:lnTo>
                  <a:pt x="81988" y="66119"/>
                </a:lnTo>
                <a:lnTo>
                  <a:pt x="74054" y="66119"/>
                </a:lnTo>
                <a:lnTo>
                  <a:pt x="74054" y="58185"/>
                </a:lnTo>
                <a:close/>
                <a:moveTo>
                  <a:pt x="58185" y="74054"/>
                </a:moveTo>
                <a:lnTo>
                  <a:pt x="66119" y="74054"/>
                </a:lnTo>
                <a:lnTo>
                  <a:pt x="66119" y="81988"/>
                </a:lnTo>
                <a:lnTo>
                  <a:pt x="58185" y="81988"/>
                </a:lnTo>
                <a:lnTo>
                  <a:pt x="58185" y="74054"/>
                </a:lnTo>
                <a:close/>
                <a:moveTo>
                  <a:pt x="66119" y="81988"/>
                </a:moveTo>
                <a:lnTo>
                  <a:pt x="74054" y="81988"/>
                </a:lnTo>
                <a:lnTo>
                  <a:pt x="74054" y="89922"/>
                </a:lnTo>
                <a:lnTo>
                  <a:pt x="66119" y="89922"/>
                </a:lnTo>
                <a:lnTo>
                  <a:pt x="66119" y="81988"/>
                </a:lnTo>
                <a:close/>
                <a:moveTo>
                  <a:pt x="74054" y="74054"/>
                </a:moveTo>
                <a:lnTo>
                  <a:pt x="81988" y="74054"/>
                </a:lnTo>
                <a:lnTo>
                  <a:pt x="81988" y="81988"/>
                </a:lnTo>
                <a:lnTo>
                  <a:pt x="74054" y="81988"/>
                </a:lnTo>
                <a:lnTo>
                  <a:pt x="74054" y="74054"/>
                </a:lnTo>
                <a:close/>
                <a:moveTo>
                  <a:pt x="81988" y="66119"/>
                </a:moveTo>
                <a:lnTo>
                  <a:pt x="89922" y="66119"/>
                </a:lnTo>
                <a:lnTo>
                  <a:pt x="89922" y="74054"/>
                </a:lnTo>
                <a:lnTo>
                  <a:pt x="81988" y="74054"/>
                </a:lnTo>
                <a:lnTo>
                  <a:pt x="81988" y="66119"/>
                </a:lnTo>
                <a:close/>
                <a:moveTo>
                  <a:pt x="81988" y="81988"/>
                </a:moveTo>
                <a:lnTo>
                  <a:pt x="89922" y="81988"/>
                </a:lnTo>
                <a:lnTo>
                  <a:pt x="89922" y="89922"/>
                </a:lnTo>
                <a:lnTo>
                  <a:pt x="81988" y="89922"/>
                </a:lnTo>
                <a:lnTo>
                  <a:pt x="81988" y="81988"/>
                </a:lnTo>
                <a:close/>
                <a:moveTo>
                  <a:pt x="105791" y="26448"/>
                </a:moveTo>
                <a:lnTo>
                  <a:pt x="95212" y="26448"/>
                </a:lnTo>
                <a:lnTo>
                  <a:pt x="95212" y="10579"/>
                </a:lnTo>
                <a:lnTo>
                  <a:pt x="79343" y="10579"/>
                </a:lnTo>
                <a:lnTo>
                  <a:pt x="79343" y="0"/>
                </a:lnTo>
                <a:lnTo>
                  <a:pt x="105791" y="0"/>
                </a:lnTo>
                <a:lnTo>
                  <a:pt x="105791" y="26448"/>
                </a:lnTo>
                <a:close/>
                <a:moveTo>
                  <a:pt x="105791" y="105791"/>
                </a:moveTo>
                <a:lnTo>
                  <a:pt x="105791" y="79343"/>
                </a:lnTo>
                <a:lnTo>
                  <a:pt x="95212" y="79343"/>
                </a:lnTo>
                <a:lnTo>
                  <a:pt x="95212" y="95212"/>
                </a:lnTo>
                <a:lnTo>
                  <a:pt x="79343" y="95212"/>
                </a:lnTo>
                <a:lnTo>
                  <a:pt x="79343" y="105791"/>
                </a:lnTo>
                <a:lnTo>
                  <a:pt x="105791" y="105791"/>
                </a:lnTo>
                <a:close/>
                <a:moveTo>
                  <a:pt x="0" y="105791"/>
                </a:moveTo>
                <a:lnTo>
                  <a:pt x="26448" y="105791"/>
                </a:lnTo>
                <a:lnTo>
                  <a:pt x="26448" y="95212"/>
                </a:lnTo>
                <a:lnTo>
                  <a:pt x="10579" y="95212"/>
                </a:lnTo>
                <a:lnTo>
                  <a:pt x="10579" y="79343"/>
                </a:lnTo>
                <a:lnTo>
                  <a:pt x="0" y="79343"/>
                </a:lnTo>
                <a:lnTo>
                  <a:pt x="0" y="105791"/>
                </a:lnTo>
                <a:close/>
                <a:moveTo>
                  <a:pt x="0" y="0"/>
                </a:moveTo>
                <a:lnTo>
                  <a:pt x="0" y="26448"/>
                </a:lnTo>
                <a:lnTo>
                  <a:pt x="10579" y="26448"/>
                </a:lnTo>
                <a:lnTo>
                  <a:pt x="10579" y="10579"/>
                </a:lnTo>
                <a:lnTo>
                  <a:pt x="26448" y="10579"/>
                </a:lnTo>
                <a:lnTo>
                  <a:pt x="26448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75" name="!!text-766" descr="確認書櫃作業"/>
          <p:cNvSpPr txBox="1"/>
          <p:nvPr/>
        </p:nvSpPr>
        <p:spPr>
          <a:xfrm>
            <a:off x="9734550" y="1070737"/>
            <a:ext cx="720090" cy="16550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1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確認書櫃作業</a:t>
            </a:r>
            <a:endParaRPr lang="zh-TW" sz="900"/>
          </a:p>
        </p:txBody>
      </p:sp>
      <p:sp>
        <p:nvSpPr>
          <p:cNvPr id="176" name="!!rect-76m"/>
          <p:cNvSpPr/>
          <p:nvPr/>
        </p:nvSpPr>
        <p:spPr>
          <a:xfrm>
            <a:off x="9531350" y="6076950"/>
            <a:ext cx="914400" cy="31750"/>
          </a:xfrm>
          <a:prstGeom prst="roundRect">
            <a:avLst>
              <a:gd name="adj" fmla="val 50000"/>
            </a:avLst>
          </a:prstGeom>
          <a:solidFill>
            <a:srgbClr val="000000">
              <a:alpha val="90000"/>
            </a:srgbClr>
          </a:solidFill>
          <a:ln>
            <a:noFill/>
          </a:ln>
        </p:spPr>
      </p:sp>
      <p:sp>
        <p:nvSpPr>
          <p:cNvPr id="177" name="!!rect-7ie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10000"/>
                </a:srgbClr>
              </a:gs>
              <a:gs pos="30762">
                <a:srgbClr val="FFFFFF">
                  <a:alpha val="2000"/>
                </a:srgbClr>
              </a:gs>
              <a:gs pos="31723">
                <a:srgbClr val="FFFFFF">
                  <a:alpha val="0"/>
                </a:srgbClr>
              </a:gs>
              <a:gs pos="9613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4329186" scaled="0"/>
          </a:gradFill>
          <a:ln>
            <a:noFill/>
          </a:ln>
        </p:spPr>
      </p:sp>
      <p:sp>
        <p:nvSpPr>
          <p:cNvPr id="178" name="!!rect-7ih"/>
          <p:cNvSpPr/>
          <p:nvPr/>
        </p:nvSpPr>
        <p:spPr>
          <a:xfrm>
            <a:off x="9728200" y="679450"/>
            <a:ext cx="520700" cy="23495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</p:spPr>
      </p:sp>
      <p:sp>
        <p:nvSpPr>
          <p:cNvPr id="179" name="!!circle-7ii"/>
          <p:cNvSpPr/>
          <p:nvPr/>
        </p:nvSpPr>
        <p:spPr>
          <a:xfrm>
            <a:off x="10088880" y="757555"/>
            <a:ext cx="78740" cy="78740"/>
          </a:xfrm>
          <a:prstGeom prst="ellipse">
            <a:avLst/>
          </a:prstGeom>
          <a:solidFill>
            <a:srgbClr val="0A0F16"/>
          </a:solidFill>
          <a:ln>
            <a:noFill/>
          </a:ln>
        </p:spPr>
      </p:sp>
      <p:sp>
        <p:nvSpPr>
          <p:cNvPr id="180" name="!!circle-7ij"/>
          <p:cNvSpPr/>
          <p:nvPr/>
        </p:nvSpPr>
        <p:spPr>
          <a:xfrm>
            <a:off x="10107930" y="776605"/>
            <a:ext cx="40640" cy="40640"/>
          </a:xfrm>
          <a:prstGeom prst="ellipse">
            <a:avLst/>
          </a:prstGeom>
          <a:solidFill>
            <a:srgbClr val="111B28"/>
          </a:solidFill>
          <a:ln>
            <a:noFill/>
          </a:ln>
        </p:spPr>
      </p:sp>
      <p:sp>
        <p:nvSpPr>
          <p:cNvPr id="181" name="!!circle-7ik"/>
          <p:cNvSpPr/>
          <p:nvPr/>
        </p:nvSpPr>
        <p:spPr>
          <a:xfrm>
            <a:off x="10130155" y="781685"/>
            <a:ext cx="13970" cy="13970"/>
          </a:xfrm>
          <a:prstGeom prst="ellipse">
            <a:avLst/>
          </a:prstGeom>
          <a:solidFill>
            <a:srgbClr val="3A5070">
              <a:alpha val="80000"/>
            </a:srgbClr>
          </a:solidFill>
          <a:ln>
            <a:noFill/>
          </a:ln>
        </p:spPr>
      </p:sp>
      <p:sp>
        <p:nvSpPr>
          <p:cNvPr id="182" name="!!path-9ic"/>
          <p:cNvSpPr/>
          <p:nvPr/>
        </p:nvSpPr>
        <p:spPr>
          <a:xfrm>
            <a:off x="381000" y="306527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83" name="!!path-9id"/>
          <p:cNvSpPr/>
          <p:nvPr/>
        </p:nvSpPr>
        <p:spPr>
          <a:xfrm>
            <a:off x="381000" y="308153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84" name="!!path-9ie"/>
          <p:cNvSpPr/>
          <p:nvPr/>
        </p:nvSpPr>
        <p:spPr>
          <a:xfrm>
            <a:off x="381000" y="309778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85" name="!!path-9if"/>
          <p:cNvSpPr/>
          <p:nvPr/>
        </p:nvSpPr>
        <p:spPr>
          <a:xfrm>
            <a:off x="381000" y="311404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86" name="!!path-9ig"/>
          <p:cNvSpPr/>
          <p:nvPr/>
        </p:nvSpPr>
        <p:spPr>
          <a:xfrm>
            <a:off x="381000" y="313030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87" name="!!path-9ih"/>
          <p:cNvSpPr/>
          <p:nvPr/>
        </p:nvSpPr>
        <p:spPr>
          <a:xfrm>
            <a:off x="381000" y="314655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88" name="!!path-9ii"/>
          <p:cNvSpPr/>
          <p:nvPr/>
        </p:nvSpPr>
        <p:spPr>
          <a:xfrm>
            <a:off x="381000" y="316281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89" name="!!path-9ij"/>
          <p:cNvSpPr/>
          <p:nvPr/>
        </p:nvSpPr>
        <p:spPr>
          <a:xfrm>
            <a:off x="381000" y="317906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90" name="!!path-9ik"/>
          <p:cNvSpPr/>
          <p:nvPr/>
        </p:nvSpPr>
        <p:spPr>
          <a:xfrm>
            <a:off x="419608" y="269342"/>
            <a:ext cx="128422" cy="122936"/>
          </a:xfrm>
          <a:custGeom>
            <a:avLst/>
            <a:gdLst/>
            <a:ahLst/>
            <a:cxnLst/>
            <a:rect l="l" t="t" r="r" b="b"/>
            <a:pathLst>
              <a:path w="128422" h="122936">
                <a:moveTo>
                  <a:pt x="0" y="17678"/>
                </a:moveTo>
                <a:lnTo>
                  <a:pt x="8128" y="5080"/>
                </a:lnTo>
                <a:cubicBezTo>
                  <a:pt x="32512" y="0"/>
                  <a:pt x="73152" y="7112"/>
                  <a:pt x="101600" y="26416"/>
                </a:cubicBezTo>
                <a:cubicBezTo>
                  <a:pt x="116840" y="37186"/>
                  <a:pt x="124968" y="49784"/>
                  <a:pt x="128422" y="62992"/>
                </a:cubicBezTo>
                <a:lnTo>
                  <a:pt x="128422" y="122936"/>
                </a:lnTo>
                <a:lnTo>
                  <a:pt x="0" y="1229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91" name="!!path-9il"/>
          <p:cNvSpPr/>
          <p:nvPr/>
        </p:nvSpPr>
        <p:spPr>
          <a:xfrm>
            <a:off x="419608" y="269342"/>
            <a:ext cx="128422" cy="62992"/>
          </a:xfrm>
          <a:custGeom>
            <a:avLst/>
            <a:gdLst/>
            <a:ahLst/>
            <a:cxnLst/>
            <a:rect l="l" t="t" r="r" b="b"/>
            <a:pathLst>
              <a:path w="128422" h="62992" fill="none">
                <a:moveTo>
                  <a:pt x="128422" y="62992"/>
                </a:moveTo>
                <a:cubicBezTo>
                  <a:pt x="124968" y="49784"/>
                  <a:pt x="116840" y="37186"/>
                  <a:pt x="101600" y="26416"/>
                </a:cubicBezTo>
                <a:cubicBezTo>
                  <a:pt x="73152" y="7112"/>
                  <a:pt x="32512" y="0"/>
                  <a:pt x="8128" y="5080"/>
                </a:cubicBezTo>
                <a:lnTo>
                  <a:pt x="0" y="1767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92" name="!!path-9im"/>
          <p:cNvSpPr/>
          <p:nvPr/>
        </p:nvSpPr>
        <p:spPr>
          <a:xfrm>
            <a:off x="407010" y="281534"/>
            <a:ext cx="141021" cy="110744"/>
          </a:xfrm>
          <a:custGeom>
            <a:avLst/>
            <a:gdLst/>
            <a:ahLst/>
            <a:cxnLst/>
            <a:rect l="l" t="t" r="r" b="b"/>
            <a:pathLst>
              <a:path w="141021" h="110744">
                <a:moveTo>
                  <a:pt x="0" y="22352"/>
                </a:moveTo>
                <a:lnTo>
                  <a:pt x="6502" y="6502"/>
                </a:lnTo>
                <a:cubicBezTo>
                  <a:pt x="36982" y="0"/>
                  <a:pt x="79654" y="7112"/>
                  <a:pt x="110134" y="25400"/>
                </a:cubicBezTo>
                <a:cubicBezTo>
                  <a:pt x="126390" y="35154"/>
                  <a:pt x="136550" y="49784"/>
                  <a:pt x="141021" y="62992"/>
                </a:cubicBezTo>
                <a:lnTo>
                  <a:pt x="141021" y="110744"/>
                </a:lnTo>
                <a:lnTo>
                  <a:pt x="0" y="110744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93" name="!!path-9in"/>
          <p:cNvSpPr/>
          <p:nvPr/>
        </p:nvSpPr>
        <p:spPr>
          <a:xfrm>
            <a:off x="407010" y="281534"/>
            <a:ext cx="141021" cy="62992"/>
          </a:xfrm>
          <a:custGeom>
            <a:avLst/>
            <a:gdLst/>
            <a:ahLst/>
            <a:cxnLst/>
            <a:rect l="l" t="t" r="r" b="b"/>
            <a:pathLst>
              <a:path w="141021" h="62992" fill="none">
                <a:moveTo>
                  <a:pt x="141021" y="62992"/>
                </a:moveTo>
                <a:cubicBezTo>
                  <a:pt x="136550" y="49784"/>
                  <a:pt x="126390" y="35154"/>
                  <a:pt x="110134" y="25400"/>
                </a:cubicBezTo>
                <a:cubicBezTo>
                  <a:pt x="79654" y="7112"/>
                  <a:pt x="36982" y="0"/>
                  <a:pt x="6502" y="6502"/>
                </a:cubicBezTo>
                <a:lnTo>
                  <a:pt x="0" y="22352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94" name="!!path-9io"/>
          <p:cNvSpPr/>
          <p:nvPr/>
        </p:nvSpPr>
        <p:spPr>
          <a:xfrm>
            <a:off x="395834" y="294742"/>
            <a:ext cx="151790" cy="97536"/>
          </a:xfrm>
          <a:custGeom>
            <a:avLst/>
            <a:gdLst/>
            <a:ahLst/>
            <a:cxnLst/>
            <a:rect l="l" t="t" r="r" b="b"/>
            <a:pathLst>
              <a:path w="151790" h="97536">
                <a:moveTo>
                  <a:pt x="0" y="23165"/>
                </a:moveTo>
                <a:lnTo>
                  <a:pt x="3861" y="12598"/>
                </a:lnTo>
                <a:cubicBezTo>
                  <a:pt x="37998" y="0"/>
                  <a:pt x="84734" y="5080"/>
                  <a:pt x="117246" y="21946"/>
                </a:cubicBezTo>
                <a:cubicBezTo>
                  <a:pt x="135534" y="31496"/>
                  <a:pt x="146710" y="43688"/>
                  <a:pt x="151790" y="55270"/>
                </a:cubicBezTo>
                <a:lnTo>
                  <a:pt x="151790" y="97536"/>
                </a:lnTo>
                <a:lnTo>
                  <a:pt x="0" y="975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95" name="!!path-9ip"/>
          <p:cNvSpPr/>
          <p:nvPr/>
        </p:nvSpPr>
        <p:spPr>
          <a:xfrm>
            <a:off x="395834" y="294742"/>
            <a:ext cx="151790" cy="55270"/>
          </a:xfrm>
          <a:custGeom>
            <a:avLst/>
            <a:gdLst/>
            <a:ahLst/>
            <a:cxnLst/>
            <a:rect l="l" t="t" r="r" b="b"/>
            <a:pathLst>
              <a:path w="151790" h="55270" fill="none">
                <a:moveTo>
                  <a:pt x="151790" y="55270"/>
                </a:moveTo>
                <a:cubicBezTo>
                  <a:pt x="146710" y="43688"/>
                  <a:pt x="135534" y="31496"/>
                  <a:pt x="117246" y="21946"/>
                </a:cubicBezTo>
                <a:cubicBezTo>
                  <a:pt x="84734" y="5080"/>
                  <a:pt x="37998" y="0"/>
                  <a:pt x="3861" y="12598"/>
                </a:cubicBezTo>
                <a:lnTo>
                  <a:pt x="0" y="23165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96" name="!!path-9iq"/>
          <p:cNvSpPr/>
          <p:nvPr/>
        </p:nvSpPr>
        <p:spPr>
          <a:xfrm>
            <a:off x="548234" y="264262"/>
            <a:ext cx="120294" cy="128016"/>
          </a:xfrm>
          <a:custGeom>
            <a:avLst/>
            <a:gdLst/>
            <a:ahLst/>
            <a:cxnLst/>
            <a:rect l="l" t="t" r="r" b="b"/>
            <a:pathLst>
              <a:path w="120294" h="128016">
                <a:moveTo>
                  <a:pt x="120294" y="18288"/>
                </a:moveTo>
                <a:lnTo>
                  <a:pt x="113589" y="4470"/>
                </a:lnTo>
                <a:cubicBezTo>
                  <a:pt x="86766" y="0"/>
                  <a:pt x="44094" y="10160"/>
                  <a:pt x="17678" y="30480"/>
                </a:cubicBezTo>
                <a:cubicBezTo>
                  <a:pt x="6502" y="39624"/>
                  <a:pt x="1422" y="52832"/>
                  <a:pt x="0" y="67056"/>
                </a:cubicBezTo>
                <a:lnTo>
                  <a:pt x="0" y="128016"/>
                </a:lnTo>
                <a:lnTo>
                  <a:pt x="120294" y="12801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97" name="!!path-9ir"/>
          <p:cNvSpPr/>
          <p:nvPr/>
        </p:nvSpPr>
        <p:spPr>
          <a:xfrm>
            <a:off x="548234" y="264262"/>
            <a:ext cx="120294" cy="67056"/>
          </a:xfrm>
          <a:custGeom>
            <a:avLst/>
            <a:gdLst/>
            <a:ahLst/>
            <a:cxnLst/>
            <a:rect l="l" t="t" r="r" b="b"/>
            <a:pathLst>
              <a:path w="120294" h="67056" fill="none">
                <a:moveTo>
                  <a:pt x="0" y="67056"/>
                </a:moveTo>
                <a:cubicBezTo>
                  <a:pt x="1422" y="52832"/>
                  <a:pt x="6502" y="39624"/>
                  <a:pt x="17678" y="30480"/>
                </a:cubicBezTo>
                <a:cubicBezTo>
                  <a:pt x="44094" y="10160"/>
                  <a:pt x="86766" y="0"/>
                  <a:pt x="113589" y="4470"/>
                </a:cubicBezTo>
                <a:lnTo>
                  <a:pt x="120294" y="1828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98" name="!!path-9is"/>
          <p:cNvSpPr/>
          <p:nvPr/>
        </p:nvSpPr>
        <p:spPr>
          <a:xfrm>
            <a:off x="548437" y="279502"/>
            <a:ext cx="133299" cy="112776"/>
          </a:xfrm>
          <a:custGeom>
            <a:avLst/>
            <a:gdLst/>
            <a:ahLst/>
            <a:cxnLst/>
            <a:rect l="l" t="t" r="r" b="b"/>
            <a:pathLst>
              <a:path w="133299" h="112776">
                <a:moveTo>
                  <a:pt x="133299" y="19710"/>
                </a:moveTo>
                <a:lnTo>
                  <a:pt x="127203" y="3048"/>
                </a:lnTo>
                <a:cubicBezTo>
                  <a:pt x="94691" y="0"/>
                  <a:pt x="54051" y="11176"/>
                  <a:pt x="27635" y="30683"/>
                </a:cubicBezTo>
                <a:cubicBezTo>
                  <a:pt x="13411" y="41250"/>
                  <a:pt x="4267" y="53848"/>
                  <a:pt x="0" y="65024"/>
                </a:cubicBezTo>
                <a:lnTo>
                  <a:pt x="0" y="112776"/>
                </a:lnTo>
                <a:lnTo>
                  <a:pt x="133299" y="11277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99" name="!!path-9it"/>
          <p:cNvSpPr/>
          <p:nvPr/>
        </p:nvSpPr>
        <p:spPr>
          <a:xfrm>
            <a:off x="548437" y="279502"/>
            <a:ext cx="133299" cy="65024"/>
          </a:xfrm>
          <a:custGeom>
            <a:avLst/>
            <a:gdLst/>
            <a:ahLst/>
            <a:cxnLst/>
            <a:rect l="l" t="t" r="r" b="b"/>
            <a:pathLst>
              <a:path w="133299" h="65024" fill="none">
                <a:moveTo>
                  <a:pt x="0" y="65024"/>
                </a:moveTo>
                <a:cubicBezTo>
                  <a:pt x="4267" y="53848"/>
                  <a:pt x="13411" y="41250"/>
                  <a:pt x="27635" y="30683"/>
                </a:cubicBezTo>
                <a:cubicBezTo>
                  <a:pt x="54051" y="11176"/>
                  <a:pt x="94691" y="0"/>
                  <a:pt x="127203" y="3048"/>
                </a:cubicBezTo>
                <a:lnTo>
                  <a:pt x="133299" y="19710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200" name="!!path-9iu"/>
          <p:cNvSpPr/>
          <p:nvPr/>
        </p:nvSpPr>
        <p:spPr>
          <a:xfrm>
            <a:off x="548843" y="293726"/>
            <a:ext cx="142646" cy="98552"/>
          </a:xfrm>
          <a:custGeom>
            <a:avLst/>
            <a:gdLst/>
            <a:ahLst/>
            <a:cxnLst/>
            <a:rect l="l" t="t" r="r" b="b"/>
            <a:pathLst>
              <a:path w="142646" h="98552">
                <a:moveTo>
                  <a:pt x="142646" y="18898"/>
                </a:moveTo>
                <a:lnTo>
                  <a:pt x="139802" y="8738"/>
                </a:lnTo>
                <a:cubicBezTo>
                  <a:pt x="106477" y="0"/>
                  <a:pt x="63805" y="5080"/>
                  <a:pt x="35357" y="19304"/>
                </a:cubicBezTo>
                <a:cubicBezTo>
                  <a:pt x="17069" y="28448"/>
                  <a:pt x="5893" y="42672"/>
                  <a:pt x="0" y="56286"/>
                </a:cubicBezTo>
                <a:lnTo>
                  <a:pt x="0" y="98552"/>
                </a:lnTo>
                <a:lnTo>
                  <a:pt x="142646" y="98552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201" name="!!path-9iv"/>
          <p:cNvSpPr/>
          <p:nvPr/>
        </p:nvSpPr>
        <p:spPr>
          <a:xfrm>
            <a:off x="548843" y="293726"/>
            <a:ext cx="142646" cy="56286"/>
          </a:xfrm>
          <a:custGeom>
            <a:avLst/>
            <a:gdLst/>
            <a:ahLst/>
            <a:cxnLst/>
            <a:rect l="l" t="t" r="r" b="b"/>
            <a:pathLst>
              <a:path w="142646" h="56286" fill="none">
                <a:moveTo>
                  <a:pt x="0" y="56286"/>
                </a:moveTo>
                <a:cubicBezTo>
                  <a:pt x="5893" y="42672"/>
                  <a:pt x="17069" y="28448"/>
                  <a:pt x="35357" y="19304"/>
                </a:cubicBezTo>
                <a:cubicBezTo>
                  <a:pt x="63805" y="5080"/>
                  <a:pt x="106477" y="0"/>
                  <a:pt x="139802" y="8738"/>
                </a:cubicBezTo>
                <a:lnTo>
                  <a:pt x="142646" y="1889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202" name="!!path-9iw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627D8D"/>
              </a:gs>
              <a:gs pos="21794">
                <a:srgbClr val="627D8D"/>
              </a:gs>
              <a:gs pos="55376">
                <a:srgbClr val="627D8D"/>
              </a:gs>
              <a:gs pos="96421">
                <a:srgbClr val="98ABB7"/>
              </a:gs>
              <a:gs pos="100000">
                <a:srgbClr val="98ABB7"/>
              </a:gs>
            </a:gsLst>
            <a:lin ang="1983350" scaled="0"/>
          </a:gradFill>
          <a:ln>
            <a:noFill/>
          </a:ln>
        </p:spPr>
      </p:sp>
      <p:sp>
        <p:nvSpPr>
          <p:cNvPr id="203" name="!!path-9ix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0000"/>
                </a:srgbClr>
              </a:gs>
              <a:gs pos="4764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83333" t="79291" r="16667" b="20709"/>
            </a:path>
          </a:gradFill>
          <a:ln>
            <a:noFill/>
          </a:ln>
        </p:spPr>
      </p:sp>
      <p:sp>
        <p:nvSpPr>
          <p:cNvPr id="204" name="!!line-9iy"/>
          <p:cNvSpPr/>
          <p:nvPr/>
        </p:nvSpPr>
        <p:spPr>
          <a:xfrm>
            <a:off x="549046" y="363017"/>
            <a:ext cx="1" cy="153619"/>
          </a:xfrm>
          <a:custGeom>
            <a:avLst/>
            <a:gdLst/>
            <a:ahLst/>
            <a:cxnLst/>
            <a:rect l="l" t="t" r="r" b="b"/>
            <a:pathLst>
              <a:path w="1" h="153619">
                <a:moveTo>
                  <a:pt x="0" y="0"/>
                </a:moveTo>
                <a:lnTo>
                  <a:pt x="0" y="153619"/>
                </a:lnTo>
              </a:path>
            </a:pathLst>
          </a:custGeom>
          <a:solidFill>
            <a:srgbClr val="000000"/>
          </a:solidFill>
          <a:ln w="6909" cap="rnd">
            <a:solidFill>
              <a:srgbClr val="C9D3D9"/>
            </a:solidFill>
            <a:prstDash val="solid"/>
            <a:miter lim="800000"/>
          </a:ln>
        </p:spPr>
      </p:sp>
      <p:sp>
        <p:nvSpPr>
          <p:cNvPr id="205" name="!!path-9iz"/>
          <p:cNvSpPr/>
          <p:nvPr/>
        </p:nvSpPr>
        <p:spPr>
          <a:xfrm>
            <a:off x="657962" y="442062"/>
            <a:ext cx="25400" cy="37998"/>
          </a:xfrm>
          <a:custGeom>
            <a:avLst/>
            <a:gdLst/>
            <a:ahLst/>
            <a:cxnLst/>
            <a:rect l="l" t="t" r="r" b="b"/>
            <a:pathLst>
              <a:path w="25400" h="37998">
                <a:moveTo>
                  <a:pt x="0" y="2642"/>
                </a:moveTo>
                <a:lnTo>
                  <a:pt x="15240" y="0"/>
                </a:lnTo>
                <a:lnTo>
                  <a:pt x="25400" y="37186"/>
                </a:lnTo>
                <a:lnTo>
                  <a:pt x="7518" y="37998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 w="1016" cap="flat">
            <a:solidFill>
              <a:srgbClr val="FFFFFF">
                <a:alpha val="55000"/>
              </a:srgbClr>
            </a:solidFill>
            <a:prstDash val="solid"/>
            <a:round/>
          </a:ln>
        </p:spPr>
      </p:sp>
      <p:sp>
        <p:nvSpPr>
          <p:cNvPr id="206" name="!!text-9j0" descr="救「舊」我的書"/>
          <p:cNvSpPr txBox="1"/>
          <p:nvPr/>
        </p:nvSpPr>
        <p:spPr>
          <a:xfrm>
            <a:off x="805879" y="251460"/>
            <a:ext cx="1120140" cy="25745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400" b="1" kern="0" spc="-70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救</a:t>
            </a:r>
            <a:r>
              <a:rPr lang="zh-TW" altLang="en-US" sz="14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「舊</a:t>
            </a:r>
            <a:r>
              <a:rPr lang="zh-TW" altLang="en-US" sz="1400" b="1" kern="0" spc="-70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」</a:t>
            </a:r>
            <a:r>
              <a:rPr lang="zh-TW" altLang="en-US" sz="14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我的書</a:t>
            </a:r>
            <a:endParaRPr lang="zh-TW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fast" p14:dur="1300" advTm="100">
        <p159:morph option="byObject"/>
      </p:transition>
    </mc:Choice>
    <mc:Fallback>
      <p:transition spd="fast" advTm="100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35.9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rect-1q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7"/>
          </a:solidFill>
          <a:ln>
            <a:noFill/>
          </a:ln>
        </p:spPr>
      </p:sp>
      <p:sp>
        <p:nvSpPr>
          <p:cNvPr id="3" name="!!ellipse-1q2"/>
          <p:cNvSpPr/>
          <p:nvPr/>
        </p:nvSpPr>
        <p:spPr>
          <a:xfrm>
            <a:off x="-889000" y="-952500"/>
            <a:ext cx="13970000" cy="7874000"/>
          </a:xfrm>
          <a:prstGeom prst="ellipse">
            <a:avLst/>
          </a:prstGeom>
          <a:gradFill rotWithShape="1">
            <a:gsLst>
              <a:gs pos="0">
                <a:srgbClr val="FFFFFF">
                  <a:alpha val="95000"/>
                </a:srgbClr>
              </a:gs>
              <a:gs pos="40865">
                <a:srgbClr val="FFFFFF">
                  <a:alpha val="35000"/>
                </a:srgbClr>
              </a:gs>
              <a:gs pos="68108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!!rect-1q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P1"/>
            <a:srcRect/>
            <a:tile tx="141192" ty="157785" sx="16667" sy="16667" flip="none" algn="tl"/>
          </a:blipFill>
          <a:ln>
            <a:noFill/>
          </a:ln>
        </p:spPr>
      </p:sp>
      <p:sp>
        <p:nvSpPr>
          <p:cNvPr id="5" name="!!circle-1qb"/>
          <p:cNvSpPr/>
          <p:nvPr/>
        </p:nvSpPr>
        <p:spPr>
          <a:xfrm>
            <a:off x="-193580" y="4673511"/>
            <a:ext cx="2046732" cy="2046732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" name="!!circle-1qg"/>
          <p:cNvSpPr/>
          <p:nvPr/>
        </p:nvSpPr>
        <p:spPr>
          <a:xfrm>
            <a:off x="2668740" y="6478816"/>
            <a:ext cx="1987309" cy="1987309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7" name="!!circle-1rf"/>
          <p:cNvSpPr/>
          <p:nvPr/>
        </p:nvSpPr>
        <p:spPr>
          <a:xfrm>
            <a:off x="737876" y="5514314"/>
            <a:ext cx="1614653" cy="1614653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8" name="!!circle-1ro"/>
          <p:cNvSpPr/>
          <p:nvPr/>
        </p:nvSpPr>
        <p:spPr>
          <a:xfrm>
            <a:off x="5285632" y="6625247"/>
            <a:ext cx="1641335" cy="1641335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9" name="!!circle-1rq"/>
          <p:cNvSpPr/>
          <p:nvPr/>
        </p:nvSpPr>
        <p:spPr>
          <a:xfrm>
            <a:off x="-1013581" y="3183210"/>
            <a:ext cx="1404252" cy="1404252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0" name="!!circle-1sg"/>
          <p:cNvSpPr/>
          <p:nvPr/>
        </p:nvSpPr>
        <p:spPr>
          <a:xfrm>
            <a:off x="-993318" y="2523274"/>
            <a:ext cx="1615783" cy="1615783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1" name="!!rect-1sh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5F7">
                  <a:alpha val="0"/>
                </a:srgbClr>
              </a:gs>
              <a:gs pos="20428">
                <a:srgbClr val="F3F5F7">
                  <a:alpha val="0"/>
                </a:srgbClr>
              </a:gs>
              <a:gs pos="66730">
                <a:srgbClr val="F3F5F7"/>
              </a:gs>
              <a:gs pos="100000">
                <a:srgbClr val="F3F5F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2" name="!!circle-1sj"/>
          <p:cNvSpPr/>
          <p:nvPr/>
        </p:nvSpPr>
        <p:spPr>
          <a:xfrm>
            <a:off x="114203" y="336890"/>
            <a:ext cx="50038" cy="50038"/>
          </a:xfrm>
          <a:prstGeom prst="ellipse">
            <a:avLst/>
          </a:prstGeom>
          <a:solidFill>
            <a:srgbClr val="627D8D">
              <a:alpha val="25400"/>
            </a:srgbClr>
          </a:solidFill>
          <a:ln>
            <a:noFill/>
          </a:ln>
        </p:spPr>
      </p:sp>
      <p:sp>
        <p:nvSpPr>
          <p:cNvPr id="13" name="!!circle-1sm"/>
          <p:cNvSpPr/>
          <p:nvPr/>
        </p:nvSpPr>
        <p:spPr>
          <a:xfrm>
            <a:off x="5653604" y="1583807"/>
            <a:ext cx="36055" cy="36055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14" name="!!circle-1sp"/>
          <p:cNvSpPr/>
          <p:nvPr/>
        </p:nvSpPr>
        <p:spPr>
          <a:xfrm>
            <a:off x="9304919" y="3496877"/>
            <a:ext cx="24295" cy="24295"/>
          </a:xfrm>
          <a:prstGeom prst="ellipse">
            <a:avLst/>
          </a:prstGeom>
          <a:solidFill>
            <a:srgbClr val="627D8D">
              <a:alpha val="18100"/>
            </a:srgbClr>
          </a:solidFill>
          <a:ln>
            <a:noFill/>
          </a:ln>
        </p:spPr>
      </p:sp>
      <p:sp>
        <p:nvSpPr>
          <p:cNvPr id="15" name="!!circle-1ss"/>
          <p:cNvSpPr/>
          <p:nvPr/>
        </p:nvSpPr>
        <p:spPr>
          <a:xfrm>
            <a:off x="3586746" y="6655146"/>
            <a:ext cx="25959" cy="25959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16" name="!!circle-1sv"/>
          <p:cNvSpPr/>
          <p:nvPr/>
        </p:nvSpPr>
        <p:spPr>
          <a:xfrm>
            <a:off x="1882702" y="1947342"/>
            <a:ext cx="35878" cy="35878"/>
          </a:xfrm>
          <a:prstGeom prst="ellipse">
            <a:avLst/>
          </a:prstGeom>
          <a:solidFill>
            <a:srgbClr val="627D8D">
              <a:alpha val="26800"/>
            </a:srgbClr>
          </a:solidFill>
          <a:ln>
            <a:noFill/>
          </a:ln>
        </p:spPr>
      </p:sp>
      <p:sp>
        <p:nvSpPr>
          <p:cNvPr id="17" name="!!circle-1sy"/>
          <p:cNvSpPr/>
          <p:nvPr/>
        </p:nvSpPr>
        <p:spPr>
          <a:xfrm>
            <a:off x="6746249" y="4172399"/>
            <a:ext cx="40234" cy="40234"/>
          </a:xfrm>
          <a:prstGeom prst="ellipse">
            <a:avLst/>
          </a:prstGeom>
          <a:solidFill>
            <a:srgbClr val="627D8D">
              <a:alpha val="31300"/>
            </a:srgbClr>
          </a:solidFill>
          <a:ln>
            <a:noFill/>
          </a:ln>
        </p:spPr>
      </p:sp>
      <p:sp>
        <p:nvSpPr>
          <p:cNvPr id="18" name="!!circle-1t1"/>
          <p:cNvSpPr/>
          <p:nvPr/>
        </p:nvSpPr>
        <p:spPr>
          <a:xfrm>
            <a:off x="10060987" y="206479"/>
            <a:ext cx="23559" cy="23559"/>
          </a:xfrm>
          <a:prstGeom prst="ellipse">
            <a:avLst/>
          </a:prstGeom>
          <a:solidFill>
            <a:srgbClr val="627D8D">
              <a:alpha val="17900"/>
            </a:srgbClr>
          </a:solidFill>
          <a:ln>
            <a:noFill/>
          </a:ln>
        </p:spPr>
      </p:sp>
      <p:sp>
        <p:nvSpPr>
          <p:cNvPr id="19" name="!!circle-1t4"/>
          <p:cNvSpPr/>
          <p:nvPr/>
        </p:nvSpPr>
        <p:spPr>
          <a:xfrm>
            <a:off x="1075656" y="5192961"/>
            <a:ext cx="29959" cy="29959"/>
          </a:xfrm>
          <a:prstGeom prst="ellipse">
            <a:avLst/>
          </a:prstGeom>
          <a:solidFill>
            <a:srgbClr val="627D8D">
              <a:alpha val="19400"/>
            </a:srgbClr>
          </a:solidFill>
          <a:ln>
            <a:noFill/>
          </a:ln>
        </p:spPr>
      </p:sp>
      <p:sp>
        <p:nvSpPr>
          <p:cNvPr id="20" name="!!circle-1t7"/>
          <p:cNvSpPr/>
          <p:nvPr/>
        </p:nvSpPr>
        <p:spPr>
          <a:xfrm>
            <a:off x="8546541" y="4671194"/>
            <a:ext cx="28702" cy="28702"/>
          </a:xfrm>
          <a:prstGeom prst="ellipse">
            <a:avLst/>
          </a:prstGeom>
          <a:solidFill>
            <a:srgbClr val="627D8D">
              <a:alpha val="17800"/>
            </a:srgbClr>
          </a:solidFill>
          <a:ln>
            <a:noFill/>
          </a:ln>
        </p:spPr>
      </p:sp>
      <p:sp>
        <p:nvSpPr>
          <p:cNvPr id="21" name="!!circle-1ta"/>
          <p:cNvSpPr/>
          <p:nvPr/>
        </p:nvSpPr>
        <p:spPr>
          <a:xfrm>
            <a:off x="11102870" y="2149780"/>
            <a:ext cx="24066" cy="24066"/>
          </a:xfrm>
          <a:prstGeom prst="ellipse">
            <a:avLst/>
          </a:prstGeom>
          <a:solidFill>
            <a:srgbClr val="627D8D">
              <a:alpha val="23900"/>
            </a:srgbClr>
          </a:solidFill>
          <a:ln>
            <a:noFill/>
          </a:ln>
        </p:spPr>
      </p:sp>
      <p:sp>
        <p:nvSpPr>
          <p:cNvPr id="22" name="!!circle-1td"/>
          <p:cNvSpPr/>
          <p:nvPr/>
        </p:nvSpPr>
        <p:spPr>
          <a:xfrm>
            <a:off x="8339962" y="6227975"/>
            <a:ext cx="35865" cy="35865"/>
          </a:xfrm>
          <a:prstGeom prst="ellipse">
            <a:avLst/>
          </a:prstGeom>
          <a:solidFill>
            <a:srgbClr val="627D8D">
              <a:alpha val="28200"/>
            </a:srgbClr>
          </a:solidFill>
          <a:ln>
            <a:noFill/>
          </a:ln>
        </p:spPr>
      </p:sp>
      <p:sp>
        <p:nvSpPr>
          <p:cNvPr id="23" name="!!circle-1tg"/>
          <p:cNvSpPr/>
          <p:nvPr/>
        </p:nvSpPr>
        <p:spPr>
          <a:xfrm>
            <a:off x="1419811" y="3519281"/>
            <a:ext cx="39218" cy="39218"/>
          </a:xfrm>
          <a:prstGeom prst="ellipse">
            <a:avLst/>
          </a:prstGeom>
          <a:solidFill>
            <a:srgbClr val="627D8D">
              <a:alpha val="29600"/>
            </a:srgbClr>
          </a:solidFill>
          <a:ln>
            <a:noFill/>
          </a:ln>
        </p:spPr>
      </p:sp>
      <p:sp>
        <p:nvSpPr>
          <p:cNvPr id="24" name="!!circle-1tj"/>
          <p:cNvSpPr/>
          <p:nvPr/>
        </p:nvSpPr>
        <p:spPr>
          <a:xfrm>
            <a:off x="7201823" y="6500459"/>
            <a:ext cx="49733" cy="49733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5" name="!!circle-1tm"/>
          <p:cNvSpPr/>
          <p:nvPr/>
        </p:nvSpPr>
        <p:spPr>
          <a:xfrm>
            <a:off x="6288697" y="2148718"/>
            <a:ext cx="41694" cy="41694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6" name="!!circle-1tp"/>
          <p:cNvSpPr/>
          <p:nvPr/>
        </p:nvSpPr>
        <p:spPr>
          <a:xfrm>
            <a:off x="6783603" y="5550234"/>
            <a:ext cx="31979" cy="31979"/>
          </a:xfrm>
          <a:prstGeom prst="ellipse">
            <a:avLst/>
          </a:prstGeom>
          <a:solidFill>
            <a:srgbClr val="627D8D">
              <a:alpha val="24100"/>
            </a:srgbClr>
          </a:solidFill>
          <a:ln>
            <a:noFill/>
          </a:ln>
        </p:spPr>
      </p:sp>
      <p:sp>
        <p:nvSpPr>
          <p:cNvPr id="27" name="!!circle-1ts"/>
          <p:cNvSpPr/>
          <p:nvPr/>
        </p:nvSpPr>
        <p:spPr>
          <a:xfrm>
            <a:off x="3811827" y="1521072"/>
            <a:ext cx="18085" cy="18085"/>
          </a:xfrm>
          <a:prstGeom prst="ellipse">
            <a:avLst/>
          </a:prstGeom>
          <a:solidFill>
            <a:srgbClr val="627D8D">
              <a:alpha val="10500"/>
            </a:srgbClr>
          </a:solidFill>
          <a:ln>
            <a:noFill/>
          </a:ln>
        </p:spPr>
      </p:sp>
      <p:sp>
        <p:nvSpPr>
          <p:cNvPr id="28" name="!!circle-1tv"/>
          <p:cNvSpPr/>
          <p:nvPr/>
        </p:nvSpPr>
        <p:spPr>
          <a:xfrm>
            <a:off x="7687424" y="2251"/>
            <a:ext cx="38214" cy="38214"/>
          </a:xfrm>
          <a:prstGeom prst="ellipse">
            <a:avLst/>
          </a:prstGeom>
          <a:solidFill>
            <a:srgbClr val="627D8D">
              <a:alpha val="23100"/>
            </a:srgbClr>
          </a:solidFill>
          <a:ln>
            <a:noFill/>
          </a:ln>
        </p:spPr>
      </p:sp>
      <p:sp>
        <p:nvSpPr>
          <p:cNvPr id="29" name="!!circle-1ty"/>
          <p:cNvSpPr/>
          <p:nvPr/>
        </p:nvSpPr>
        <p:spPr>
          <a:xfrm>
            <a:off x="3381889" y="6673663"/>
            <a:ext cx="39243" cy="39243"/>
          </a:xfrm>
          <a:prstGeom prst="ellipse">
            <a:avLst/>
          </a:prstGeom>
          <a:solidFill>
            <a:srgbClr val="627D8D">
              <a:alpha val="27700"/>
            </a:srgbClr>
          </a:solidFill>
          <a:ln>
            <a:noFill/>
          </a:ln>
        </p:spPr>
      </p:sp>
      <p:sp>
        <p:nvSpPr>
          <p:cNvPr id="30" name="!!circle-1u1"/>
          <p:cNvSpPr/>
          <p:nvPr/>
        </p:nvSpPr>
        <p:spPr>
          <a:xfrm>
            <a:off x="1674383" y="6764532"/>
            <a:ext cx="34519" cy="34519"/>
          </a:xfrm>
          <a:prstGeom prst="ellipse">
            <a:avLst/>
          </a:prstGeom>
          <a:solidFill>
            <a:srgbClr val="627D8D">
              <a:alpha val="22500"/>
            </a:srgbClr>
          </a:solidFill>
          <a:ln>
            <a:noFill/>
          </a:ln>
        </p:spPr>
      </p:sp>
      <p:sp>
        <p:nvSpPr>
          <p:cNvPr id="31" name="!!circle-1u4"/>
          <p:cNvSpPr/>
          <p:nvPr/>
        </p:nvSpPr>
        <p:spPr>
          <a:xfrm>
            <a:off x="2563433" y="5483061"/>
            <a:ext cx="46228" cy="46228"/>
          </a:xfrm>
          <a:prstGeom prst="ellipse">
            <a:avLst/>
          </a:prstGeom>
          <a:solidFill>
            <a:srgbClr val="627D8D">
              <a:alpha val="26200"/>
            </a:srgbClr>
          </a:solidFill>
          <a:ln>
            <a:noFill/>
          </a:ln>
        </p:spPr>
      </p:sp>
      <p:sp>
        <p:nvSpPr>
          <p:cNvPr id="32" name="!!circle-1u7"/>
          <p:cNvSpPr/>
          <p:nvPr/>
        </p:nvSpPr>
        <p:spPr>
          <a:xfrm>
            <a:off x="7407138" y="4984445"/>
            <a:ext cx="49327" cy="49327"/>
          </a:xfrm>
          <a:prstGeom prst="ellipse">
            <a:avLst/>
          </a:prstGeom>
          <a:solidFill>
            <a:srgbClr val="627D8D">
              <a:alpha val="20800"/>
            </a:srgbClr>
          </a:solidFill>
          <a:ln>
            <a:noFill/>
          </a:ln>
        </p:spPr>
      </p:sp>
      <p:sp>
        <p:nvSpPr>
          <p:cNvPr id="33" name="!!circle-1ua"/>
          <p:cNvSpPr/>
          <p:nvPr/>
        </p:nvSpPr>
        <p:spPr>
          <a:xfrm>
            <a:off x="9689870" y="5784375"/>
            <a:ext cx="24054" cy="24054"/>
          </a:xfrm>
          <a:prstGeom prst="ellipse">
            <a:avLst/>
          </a:prstGeom>
          <a:solidFill>
            <a:srgbClr val="627D8D">
              <a:alpha val="22200"/>
            </a:srgbClr>
          </a:solidFill>
          <a:ln>
            <a:noFill/>
          </a:ln>
        </p:spPr>
      </p:sp>
      <p:sp>
        <p:nvSpPr>
          <p:cNvPr id="34" name="!!circle-1ud"/>
          <p:cNvSpPr/>
          <p:nvPr/>
        </p:nvSpPr>
        <p:spPr>
          <a:xfrm>
            <a:off x="2162625" y="1665542"/>
            <a:ext cx="32271" cy="32271"/>
          </a:xfrm>
          <a:prstGeom prst="ellipse">
            <a:avLst/>
          </a:prstGeom>
          <a:solidFill>
            <a:srgbClr val="627D8D">
              <a:alpha val="20500"/>
            </a:srgbClr>
          </a:solidFill>
          <a:ln>
            <a:noFill/>
          </a:ln>
        </p:spPr>
      </p:sp>
      <p:sp>
        <p:nvSpPr>
          <p:cNvPr id="35" name="!!circle-1ug"/>
          <p:cNvSpPr/>
          <p:nvPr/>
        </p:nvSpPr>
        <p:spPr>
          <a:xfrm>
            <a:off x="2084204" y="57648"/>
            <a:ext cx="21323" cy="21323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36" name="!!circle-1uj"/>
          <p:cNvSpPr/>
          <p:nvPr/>
        </p:nvSpPr>
        <p:spPr>
          <a:xfrm>
            <a:off x="2104667" y="2708908"/>
            <a:ext cx="34252" cy="34252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37" name="!!circle-1um"/>
          <p:cNvSpPr/>
          <p:nvPr/>
        </p:nvSpPr>
        <p:spPr>
          <a:xfrm>
            <a:off x="9624951" y="4768709"/>
            <a:ext cx="44196" cy="44196"/>
          </a:xfrm>
          <a:prstGeom prst="ellipse">
            <a:avLst/>
          </a:prstGeom>
          <a:solidFill>
            <a:srgbClr val="627D8D">
              <a:alpha val="21700"/>
            </a:srgbClr>
          </a:solidFill>
          <a:ln>
            <a:noFill/>
          </a:ln>
        </p:spPr>
      </p:sp>
      <p:sp>
        <p:nvSpPr>
          <p:cNvPr id="38" name="!!circle-1up"/>
          <p:cNvSpPr/>
          <p:nvPr/>
        </p:nvSpPr>
        <p:spPr>
          <a:xfrm>
            <a:off x="6832936" y="1958907"/>
            <a:ext cx="35192" cy="35192"/>
          </a:xfrm>
          <a:prstGeom prst="ellipse">
            <a:avLst/>
          </a:prstGeom>
          <a:solidFill>
            <a:srgbClr val="627D8D">
              <a:alpha val="27100"/>
            </a:srgbClr>
          </a:solidFill>
          <a:ln>
            <a:noFill/>
          </a:ln>
        </p:spPr>
      </p:sp>
      <p:sp>
        <p:nvSpPr>
          <p:cNvPr id="39" name="!!circle-1us"/>
          <p:cNvSpPr/>
          <p:nvPr/>
        </p:nvSpPr>
        <p:spPr>
          <a:xfrm>
            <a:off x="10074677" y="5601579"/>
            <a:ext cx="43358" cy="43358"/>
          </a:xfrm>
          <a:prstGeom prst="ellipse">
            <a:avLst/>
          </a:prstGeom>
          <a:solidFill>
            <a:srgbClr val="627D8D">
              <a:alpha val="19500"/>
            </a:srgbClr>
          </a:solidFill>
          <a:ln>
            <a:noFill/>
          </a:ln>
        </p:spPr>
      </p:sp>
      <p:sp>
        <p:nvSpPr>
          <p:cNvPr id="40" name="!!circle-1uv"/>
          <p:cNvSpPr/>
          <p:nvPr/>
        </p:nvSpPr>
        <p:spPr>
          <a:xfrm>
            <a:off x="3064968" y="2407439"/>
            <a:ext cx="33528" cy="33528"/>
          </a:xfrm>
          <a:prstGeom prst="ellipse">
            <a:avLst/>
          </a:prstGeom>
          <a:solidFill>
            <a:srgbClr val="627D8D">
              <a:alpha val="28300"/>
            </a:srgbClr>
          </a:solidFill>
          <a:ln>
            <a:noFill/>
          </a:ln>
        </p:spPr>
      </p:sp>
      <p:sp>
        <p:nvSpPr>
          <p:cNvPr id="41" name="!!circle-1uy"/>
          <p:cNvSpPr/>
          <p:nvPr/>
        </p:nvSpPr>
        <p:spPr>
          <a:xfrm>
            <a:off x="6720901" y="2931586"/>
            <a:ext cx="28956" cy="28956"/>
          </a:xfrm>
          <a:prstGeom prst="ellipse">
            <a:avLst/>
          </a:prstGeom>
          <a:solidFill>
            <a:srgbClr val="627D8D">
              <a:alpha val="21800"/>
            </a:srgbClr>
          </a:solidFill>
          <a:ln>
            <a:noFill/>
          </a:ln>
        </p:spPr>
      </p:sp>
      <p:sp>
        <p:nvSpPr>
          <p:cNvPr id="42" name="!!circle-1v1"/>
          <p:cNvSpPr/>
          <p:nvPr/>
        </p:nvSpPr>
        <p:spPr>
          <a:xfrm>
            <a:off x="6961487" y="6682720"/>
            <a:ext cx="45555" cy="45555"/>
          </a:xfrm>
          <a:prstGeom prst="ellipse">
            <a:avLst/>
          </a:prstGeom>
          <a:solidFill>
            <a:srgbClr val="627D8D">
              <a:alpha val="20900"/>
            </a:srgbClr>
          </a:solidFill>
          <a:ln>
            <a:noFill/>
          </a:ln>
        </p:spPr>
      </p:sp>
      <p:sp>
        <p:nvSpPr>
          <p:cNvPr id="43" name="!!circle-1v4"/>
          <p:cNvSpPr/>
          <p:nvPr/>
        </p:nvSpPr>
        <p:spPr>
          <a:xfrm>
            <a:off x="11327786" y="3680979"/>
            <a:ext cx="39484" cy="39484"/>
          </a:xfrm>
          <a:prstGeom prst="ellipse">
            <a:avLst/>
          </a:prstGeom>
          <a:solidFill>
            <a:srgbClr val="627D8D">
              <a:alpha val="13600"/>
            </a:srgbClr>
          </a:solidFill>
          <a:ln>
            <a:noFill/>
          </a:ln>
        </p:spPr>
      </p:sp>
      <p:sp>
        <p:nvSpPr>
          <p:cNvPr id="44" name="!!circle-1v7"/>
          <p:cNvSpPr/>
          <p:nvPr/>
        </p:nvSpPr>
        <p:spPr>
          <a:xfrm>
            <a:off x="7425148" y="5824177"/>
            <a:ext cx="30455" cy="30455"/>
          </a:xfrm>
          <a:prstGeom prst="ellipse">
            <a:avLst/>
          </a:prstGeom>
          <a:solidFill>
            <a:srgbClr val="627D8D">
              <a:alpha val="16500"/>
            </a:srgbClr>
          </a:solidFill>
          <a:ln>
            <a:noFill/>
          </a:ln>
        </p:spPr>
      </p:sp>
      <p:sp>
        <p:nvSpPr>
          <p:cNvPr id="45" name="!!circle-1va"/>
          <p:cNvSpPr/>
          <p:nvPr/>
        </p:nvSpPr>
        <p:spPr>
          <a:xfrm>
            <a:off x="8920098" y="6571765"/>
            <a:ext cx="28257" cy="28257"/>
          </a:xfrm>
          <a:prstGeom prst="ellipse">
            <a:avLst/>
          </a:prstGeom>
          <a:solidFill>
            <a:srgbClr val="627D8D">
              <a:alpha val="15700"/>
            </a:srgbClr>
          </a:solidFill>
          <a:ln>
            <a:noFill/>
          </a:ln>
        </p:spPr>
      </p:sp>
      <p:sp>
        <p:nvSpPr>
          <p:cNvPr id="46" name="!!circle-1vd"/>
          <p:cNvSpPr/>
          <p:nvPr/>
        </p:nvSpPr>
        <p:spPr>
          <a:xfrm>
            <a:off x="11287128" y="5314117"/>
            <a:ext cx="45149" cy="45149"/>
          </a:xfrm>
          <a:prstGeom prst="ellipse">
            <a:avLst/>
          </a:prstGeom>
          <a:solidFill>
            <a:srgbClr val="627D8D">
              <a:alpha val="31200"/>
            </a:srgbClr>
          </a:solidFill>
          <a:ln>
            <a:noFill/>
          </a:ln>
        </p:spPr>
      </p:sp>
      <p:sp>
        <p:nvSpPr>
          <p:cNvPr id="47" name="!!circle-1vg"/>
          <p:cNvSpPr/>
          <p:nvPr/>
        </p:nvSpPr>
        <p:spPr>
          <a:xfrm>
            <a:off x="3434576" y="3596624"/>
            <a:ext cx="30696" cy="30696"/>
          </a:xfrm>
          <a:prstGeom prst="ellipse">
            <a:avLst/>
          </a:prstGeom>
          <a:solidFill>
            <a:srgbClr val="627D8D">
              <a:alpha val="25700"/>
            </a:srgbClr>
          </a:solidFill>
          <a:ln>
            <a:noFill/>
          </a:ln>
        </p:spPr>
      </p:sp>
      <p:sp>
        <p:nvSpPr>
          <p:cNvPr id="48" name="!!circle-1vj"/>
          <p:cNvSpPr/>
          <p:nvPr/>
        </p:nvSpPr>
        <p:spPr>
          <a:xfrm>
            <a:off x="8826246" y="4157685"/>
            <a:ext cx="37401" cy="37401"/>
          </a:xfrm>
          <a:prstGeom prst="ellipse">
            <a:avLst/>
          </a:prstGeom>
          <a:solidFill>
            <a:srgbClr val="627D8D">
              <a:alpha val="16000"/>
            </a:srgbClr>
          </a:solidFill>
          <a:ln>
            <a:noFill/>
          </a:ln>
        </p:spPr>
      </p:sp>
      <p:sp>
        <p:nvSpPr>
          <p:cNvPr id="49" name="!!circle-1vm"/>
          <p:cNvSpPr/>
          <p:nvPr/>
        </p:nvSpPr>
        <p:spPr>
          <a:xfrm>
            <a:off x="1702460" y="4873422"/>
            <a:ext cx="33096" cy="33096"/>
          </a:xfrm>
          <a:prstGeom prst="ellipse">
            <a:avLst/>
          </a:prstGeom>
          <a:solidFill>
            <a:srgbClr val="627D8D">
              <a:alpha val="22300"/>
            </a:srgbClr>
          </a:solidFill>
          <a:ln>
            <a:noFill/>
          </a:ln>
        </p:spPr>
      </p:sp>
      <p:sp>
        <p:nvSpPr>
          <p:cNvPr id="50" name="!!circle-1vp"/>
          <p:cNvSpPr/>
          <p:nvPr/>
        </p:nvSpPr>
        <p:spPr>
          <a:xfrm>
            <a:off x="11604857" y="977547"/>
            <a:ext cx="21145" cy="21145"/>
          </a:xfrm>
          <a:prstGeom prst="ellipse">
            <a:avLst/>
          </a:prstGeom>
          <a:solidFill>
            <a:srgbClr val="627D8D">
              <a:alpha val="16300"/>
            </a:srgbClr>
          </a:solidFill>
          <a:ln>
            <a:noFill/>
          </a:ln>
        </p:spPr>
      </p:sp>
      <p:sp>
        <p:nvSpPr>
          <p:cNvPr id="51" name="!!circle-1vs"/>
          <p:cNvSpPr/>
          <p:nvPr/>
        </p:nvSpPr>
        <p:spPr>
          <a:xfrm>
            <a:off x="11077525" y="5816370"/>
            <a:ext cx="35281" cy="35281"/>
          </a:xfrm>
          <a:prstGeom prst="ellipse">
            <a:avLst/>
          </a:prstGeom>
          <a:solidFill>
            <a:srgbClr val="627D8D">
              <a:alpha val="30000"/>
            </a:srgbClr>
          </a:solidFill>
          <a:ln>
            <a:noFill/>
          </a:ln>
        </p:spPr>
      </p:sp>
      <p:sp>
        <p:nvSpPr>
          <p:cNvPr id="52" name="!!path-2q9"/>
          <p:cNvSpPr/>
          <p:nvPr/>
        </p:nvSpPr>
        <p:spPr>
          <a:xfrm>
            <a:off x="7300009" y="1994327"/>
            <a:ext cx="799389" cy="4863673"/>
          </a:xfrm>
          <a:custGeom>
            <a:avLst/>
            <a:gdLst/>
            <a:ahLst/>
            <a:cxnLst/>
            <a:rect l="l" t="t" r="r" b="b"/>
            <a:pathLst>
              <a:path w="799389" h="4863673">
                <a:moveTo>
                  <a:pt x="0" y="4863673"/>
                </a:moveTo>
                <a:lnTo>
                  <a:pt x="0" y="474637"/>
                </a:lnTo>
                <a:lnTo>
                  <a:pt x="799389" y="0"/>
                </a:lnTo>
                <a:lnTo>
                  <a:pt x="799389" y="4863673"/>
                </a:lnTo>
                <a:close/>
              </a:path>
            </a:pathLst>
          </a:custGeom>
          <a:gradFill rotWithShape="1">
            <a:gsLst>
              <a:gs pos="0">
                <a:srgbClr val="DCE3E8"/>
              </a:gs>
              <a:gs pos="100000">
                <a:srgbClr val="CFD8DE"/>
              </a:gs>
            </a:gsLst>
            <a:lin ang="5400000" scaled="0"/>
          </a:gradFill>
          <a:ln>
            <a:noFill/>
          </a:ln>
        </p:spPr>
      </p:sp>
      <p:sp>
        <p:nvSpPr>
          <p:cNvPr id="53" name="!!path-2qa"/>
          <p:cNvSpPr/>
          <p:nvPr/>
        </p:nvSpPr>
        <p:spPr>
          <a:xfrm>
            <a:off x="2303829" y="1994327"/>
            <a:ext cx="5795569" cy="474637"/>
          </a:xfrm>
          <a:custGeom>
            <a:avLst/>
            <a:gdLst/>
            <a:ahLst/>
            <a:cxnLst/>
            <a:rect l="l" t="t" r="r" b="b"/>
            <a:pathLst>
              <a:path w="5795569" h="474637">
                <a:moveTo>
                  <a:pt x="0" y="474637"/>
                </a:moveTo>
                <a:lnTo>
                  <a:pt x="4996180" y="474637"/>
                </a:lnTo>
                <a:lnTo>
                  <a:pt x="5795569" y="0"/>
                </a:lnTo>
                <a:lnTo>
                  <a:pt x="799389" y="0"/>
                </a:lnTo>
                <a:close/>
              </a:path>
            </a:pathLst>
          </a:custGeom>
          <a:gradFill rotWithShape="1">
            <a:gsLst>
              <a:gs pos="0">
                <a:srgbClr val="F9FAFB"/>
              </a:gs>
              <a:gs pos="100000">
                <a:srgbClr val="E7ECEF"/>
              </a:gs>
            </a:gsLst>
            <a:lin ang="5400000" scaled="0"/>
          </a:gradFill>
          <a:ln>
            <a:noFill/>
          </a:ln>
        </p:spPr>
      </p:sp>
      <p:sp>
        <p:nvSpPr>
          <p:cNvPr id="54" name="!!path-2qb"/>
          <p:cNvSpPr/>
          <p:nvPr/>
        </p:nvSpPr>
        <p:spPr>
          <a:xfrm>
            <a:off x="2303829" y="2468964"/>
            <a:ext cx="4996180" cy="4389036"/>
          </a:xfrm>
          <a:custGeom>
            <a:avLst/>
            <a:gdLst/>
            <a:ahLst/>
            <a:cxnLst/>
            <a:rect l="l" t="t" r="r" b="b"/>
            <a:pathLst>
              <a:path w="4996180" h="4389036">
                <a:moveTo>
                  <a:pt x="62452" y="0"/>
                </a:moveTo>
                <a:lnTo>
                  <a:pt x="4933728" y="0"/>
                </a:lnTo>
                <a:lnTo>
                  <a:pt x="4942204" y="570"/>
                </a:lnTo>
                <a:lnTo>
                  <a:pt x="4950333" y="2231"/>
                </a:lnTo>
                <a:lnTo>
                  <a:pt x="4958040" y="4909"/>
                </a:lnTo>
                <a:lnTo>
                  <a:pt x="4965252" y="8528"/>
                </a:lnTo>
                <a:lnTo>
                  <a:pt x="4971894" y="13014"/>
                </a:lnTo>
                <a:lnTo>
                  <a:pt x="4977891" y="18294"/>
                </a:lnTo>
                <a:lnTo>
                  <a:pt x="4983169" y="24292"/>
                </a:lnTo>
                <a:lnTo>
                  <a:pt x="4987655" y="30934"/>
                </a:lnTo>
                <a:lnTo>
                  <a:pt x="4991273" y="38145"/>
                </a:lnTo>
                <a:lnTo>
                  <a:pt x="4993950" y="45852"/>
                </a:lnTo>
                <a:lnTo>
                  <a:pt x="4995610" y="53979"/>
                </a:lnTo>
                <a:lnTo>
                  <a:pt x="4996180" y="62452"/>
                </a:lnTo>
                <a:lnTo>
                  <a:pt x="4996180" y="4389036"/>
                </a:lnTo>
                <a:lnTo>
                  <a:pt x="0" y="4389036"/>
                </a:lnTo>
                <a:lnTo>
                  <a:pt x="0" y="62452"/>
                </a:lnTo>
                <a:lnTo>
                  <a:pt x="570" y="53979"/>
                </a:lnTo>
                <a:lnTo>
                  <a:pt x="2231" y="45852"/>
                </a:lnTo>
                <a:lnTo>
                  <a:pt x="4909" y="38145"/>
                </a:lnTo>
                <a:lnTo>
                  <a:pt x="8528" y="30934"/>
                </a:lnTo>
                <a:lnTo>
                  <a:pt x="13014" y="24292"/>
                </a:lnTo>
                <a:lnTo>
                  <a:pt x="18294" y="18294"/>
                </a:lnTo>
                <a:lnTo>
                  <a:pt x="24292" y="13014"/>
                </a:lnTo>
                <a:lnTo>
                  <a:pt x="30934" y="8528"/>
                </a:lnTo>
                <a:lnTo>
                  <a:pt x="38145" y="4909"/>
                </a:lnTo>
                <a:lnTo>
                  <a:pt x="45852" y="2231"/>
                </a:lnTo>
                <a:lnTo>
                  <a:pt x="53979" y="570"/>
                </a:lnTo>
                <a:lnTo>
                  <a:pt x="62452" y="0"/>
                </a:ln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rgbClr val="F9FBFB"/>
              </a:gs>
            </a:gsLst>
            <a:lin ang="5400000" scaled="0"/>
          </a:gradFill>
          <a:ln>
            <a:noFill/>
          </a:ln>
        </p:spPr>
      </p:sp>
      <p:sp>
        <p:nvSpPr>
          <p:cNvPr id="55" name="!!path-2qc"/>
          <p:cNvSpPr/>
          <p:nvPr/>
        </p:nvSpPr>
        <p:spPr>
          <a:xfrm>
            <a:off x="2303829" y="2468964"/>
            <a:ext cx="4996180" cy="8993124"/>
          </a:xfrm>
          <a:custGeom>
            <a:avLst/>
            <a:gdLst/>
            <a:ahLst/>
            <a:cxnLst/>
            <a:rect l="l" t="t" r="r" b="b"/>
            <a:pathLst>
              <a:path w="4996180" h="8993124" fill="none">
                <a:moveTo>
                  <a:pt x="62452" y="0"/>
                </a:moveTo>
                <a:lnTo>
                  <a:pt x="4933728" y="0"/>
                </a:lnTo>
                <a:cubicBezTo>
                  <a:pt x="4968226" y="0"/>
                  <a:pt x="4996180" y="27966"/>
                  <a:pt x="4996180" y="62452"/>
                </a:cubicBezTo>
                <a:lnTo>
                  <a:pt x="4996180" y="8930672"/>
                </a:lnTo>
                <a:cubicBezTo>
                  <a:pt x="4996180" y="8965170"/>
                  <a:pt x="4968226" y="8993124"/>
                  <a:pt x="4933728" y="8993124"/>
                </a:cubicBezTo>
                <a:lnTo>
                  <a:pt x="62452" y="8993124"/>
                </a:lnTo>
                <a:cubicBezTo>
                  <a:pt x="27966" y="8993124"/>
                  <a:pt x="0" y="8965170"/>
                  <a:pt x="0" y="8930672"/>
                </a:cubicBezTo>
                <a:lnTo>
                  <a:pt x="0" y="62452"/>
                </a:lnTo>
                <a:cubicBezTo>
                  <a:pt x="0" y="27966"/>
                  <a:pt x="27966" y="0"/>
                  <a:pt x="62452" y="0"/>
                </a:cubicBezTo>
                <a:close/>
              </a:path>
            </a:pathLst>
          </a:custGeom>
          <a:noFill/>
          <a:ln w="12490" cap="flat">
            <a:solidFill>
              <a:srgbClr val="D3DBE0"/>
            </a:solidFill>
            <a:prstDash val="solid"/>
            <a:miter lim="800000"/>
          </a:ln>
        </p:spPr>
      </p:sp>
      <p:sp>
        <p:nvSpPr>
          <p:cNvPr id="56" name="!!path-2qe"/>
          <p:cNvSpPr/>
          <p:nvPr/>
        </p:nvSpPr>
        <p:spPr>
          <a:xfrm>
            <a:off x="7300009" y="1994327"/>
            <a:ext cx="799389" cy="474637"/>
          </a:xfrm>
          <a:custGeom>
            <a:avLst/>
            <a:gdLst/>
            <a:ahLst/>
            <a:cxnLst/>
            <a:rect l="l" t="t" r="r" b="b"/>
            <a:pathLst>
              <a:path w="799389" h="474637">
                <a:moveTo>
                  <a:pt x="0" y="474637"/>
                </a:moveTo>
                <a:lnTo>
                  <a:pt x="799389" y="0"/>
                </a:lnTo>
              </a:path>
            </a:pathLst>
          </a:custGeom>
          <a:solidFill>
            <a:srgbClr val="000000"/>
          </a:solidFill>
          <a:ln w="17487" cap="flat">
            <a:solidFill>
              <a:srgbClr val="FFFFFF"/>
            </a:solidFill>
            <a:prstDash val="solid"/>
            <a:miter lim="800000"/>
          </a:ln>
        </p:spPr>
      </p:sp>
      <p:sp>
        <p:nvSpPr>
          <p:cNvPr id="57" name="!!rect-2r7"/>
          <p:cNvSpPr/>
          <p:nvPr/>
        </p:nvSpPr>
        <p:spPr>
          <a:xfrm>
            <a:off x="3572858" y="2743754"/>
            <a:ext cx="2458121" cy="3177570"/>
          </a:xfrm>
          <a:prstGeom prst="roundRect">
            <a:avLst>
              <a:gd name="adj" fmla="val 7114"/>
            </a:avLst>
          </a:prstGeom>
          <a:solidFill>
            <a:srgbClr val="20282F"/>
          </a:solidFill>
          <a:ln>
            <a:noFill/>
          </a:ln>
        </p:spPr>
      </p:sp>
      <p:sp>
        <p:nvSpPr>
          <p:cNvPr id="58" name="!!rect-2r8"/>
          <p:cNvSpPr/>
          <p:nvPr/>
        </p:nvSpPr>
        <p:spPr>
          <a:xfrm>
            <a:off x="3585349" y="2756244"/>
            <a:ext cx="2433140" cy="3152590"/>
          </a:xfrm>
          <a:prstGeom prst="roundRect">
            <a:avLst>
              <a:gd name="adj" fmla="val 6674"/>
            </a:avLst>
          </a:prstGeom>
          <a:noFill/>
          <a:ln w="12490" cap="flat">
            <a:solidFill>
              <a:srgbClr val="FFFFFF">
                <a:alpha val="12000"/>
              </a:srgbClr>
            </a:solidFill>
            <a:prstDash val="solid"/>
            <a:miter lim="800000"/>
          </a:ln>
        </p:spPr>
      </p:sp>
      <p:sp>
        <p:nvSpPr>
          <p:cNvPr id="59" name="!!rect-2rd"/>
          <p:cNvSpPr/>
          <p:nvPr/>
        </p:nvSpPr>
        <p:spPr>
          <a:xfrm>
            <a:off x="3722743" y="2893639"/>
            <a:ext cx="2158350" cy="2877800"/>
          </a:xfrm>
          <a:custGeom>
            <a:avLst/>
            <a:gdLst/>
            <a:ahLst/>
            <a:cxnLst/>
            <a:rect l="l" t="t" r="r" b="b"/>
            <a:pathLst>
              <a:path w="2158350" h="2877800">
                <a:moveTo>
                  <a:pt x="53959" y="0"/>
                </a:moveTo>
                <a:lnTo>
                  <a:pt x="2104391" y="0"/>
                </a:lnTo>
                <a:cubicBezTo>
                  <a:pt x="2134192" y="0"/>
                  <a:pt x="2158350" y="24158"/>
                  <a:pt x="2158350" y="53959"/>
                </a:cubicBezTo>
                <a:lnTo>
                  <a:pt x="2158350" y="2823841"/>
                </a:lnTo>
                <a:cubicBezTo>
                  <a:pt x="2158350" y="2853641"/>
                  <a:pt x="2134192" y="2877800"/>
                  <a:pt x="2104391" y="2877800"/>
                </a:cubicBezTo>
                <a:lnTo>
                  <a:pt x="53959" y="2877800"/>
                </a:lnTo>
                <a:cubicBezTo>
                  <a:pt x="24158" y="2877800"/>
                  <a:pt x="0" y="2853641"/>
                  <a:pt x="0" y="2823841"/>
                </a:cubicBezTo>
                <a:lnTo>
                  <a:pt x="0" y="53959"/>
                </a:lnTo>
                <a:cubicBezTo>
                  <a:pt x="0" y="24158"/>
                  <a:pt x="24158" y="0"/>
                  <a:pt x="53959" y="0"/>
                </a:cubicBezTo>
                <a:close/>
              </a:path>
            </a:pathLst>
          </a:custGeom>
          <a:solidFill>
            <a:srgbClr val="0E1318"/>
          </a:solidFill>
          <a:ln>
            <a:noFill/>
          </a:ln>
        </p:spPr>
      </p:sp>
      <p:sp>
        <p:nvSpPr>
          <p:cNvPr id="60" name="!!rect-2rg"/>
          <p:cNvSpPr/>
          <p:nvPr/>
        </p:nvSpPr>
        <p:spPr>
          <a:xfrm>
            <a:off x="3722743" y="2893639"/>
            <a:ext cx="2158350" cy="251807"/>
          </a:xfrm>
          <a:custGeom>
            <a:avLst/>
            <a:gdLst/>
            <a:ahLst/>
            <a:cxnLst/>
            <a:rect l="l" t="t" r="r" b="b"/>
            <a:pathLst>
              <a:path w="2158350" h="251807">
                <a:moveTo>
                  <a:pt x="53959" y="0"/>
                </a:moveTo>
                <a:lnTo>
                  <a:pt x="2104391" y="0"/>
                </a:lnTo>
                <a:cubicBezTo>
                  <a:pt x="2134192" y="0"/>
                  <a:pt x="2158350" y="24158"/>
                  <a:pt x="2158350" y="53959"/>
                </a:cubicBezTo>
                <a:lnTo>
                  <a:pt x="2158350" y="251807"/>
                </a:lnTo>
                <a:lnTo>
                  <a:pt x="0" y="251807"/>
                </a:lnTo>
                <a:lnTo>
                  <a:pt x="0" y="53959"/>
                </a:lnTo>
                <a:cubicBezTo>
                  <a:pt x="0" y="24158"/>
                  <a:pt x="24158" y="0"/>
                  <a:pt x="53959" y="0"/>
                </a:cubicBezTo>
                <a:close/>
              </a:path>
            </a:pathLst>
          </a:custGeom>
          <a:solidFill>
            <a:srgbClr val="18212A"/>
          </a:solidFill>
          <a:ln>
            <a:noFill/>
          </a:ln>
        </p:spPr>
      </p:sp>
      <p:sp>
        <p:nvSpPr>
          <p:cNvPr id="61" name="!!text-2rh" descr="智慧書櫃"/>
          <p:cNvSpPr txBox="1"/>
          <p:nvPr/>
        </p:nvSpPr>
        <p:spPr>
          <a:xfrm>
            <a:off x="3812675" y="2930331"/>
            <a:ext cx="541386" cy="18230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91" b="1" kern="0" dirty="0">
                <a:solidFill>
                  <a:srgbClr val="EEF2F5"/>
                </a:solidFill>
                <a:latin typeface="Noto Sans TC"/>
                <a:ea typeface="Noto Sans TC"/>
                <a:cs typeface="Noto Sans TC"/>
              </a:rPr>
              <a:t>智慧書櫃</a:t>
            </a:r>
            <a:endParaRPr lang="zh-TW" sz="991"/>
          </a:p>
        </p:txBody>
      </p:sp>
      <p:sp>
        <p:nvSpPr>
          <p:cNvPr id="62" name="!!circle-2rm"/>
          <p:cNvSpPr/>
          <p:nvPr/>
        </p:nvSpPr>
        <p:spPr>
          <a:xfrm>
            <a:off x="5719217" y="2983570"/>
            <a:ext cx="71945" cy="71945"/>
          </a:xfrm>
          <a:prstGeom prst="ellipse">
            <a:avLst/>
          </a:prstGeom>
          <a:solidFill>
            <a:srgbClr val="3CCF8E"/>
          </a:solidFill>
          <a:ln>
            <a:noFill/>
          </a:ln>
        </p:spPr>
      </p:sp>
      <p:sp>
        <p:nvSpPr>
          <p:cNvPr id="63" name="!!text-2si" descr="書櫃使用中"/>
          <p:cNvSpPr txBox="1"/>
          <p:nvPr/>
        </p:nvSpPr>
        <p:spPr>
          <a:xfrm>
            <a:off x="4352262" y="3742590"/>
            <a:ext cx="953271" cy="26044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416" b="1" kern="0" dirty="0">
                <a:solidFill>
                  <a:srgbClr val="EEF2F5"/>
                </a:solidFill>
                <a:latin typeface="Noto Sans TC"/>
                <a:ea typeface="Noto Sans TC"/>
                <a:cs typeface="Noto Sans TC"/>
              </a:rPr>
              <a:t>書櫃使用中</a:t>
            </a:r>
            <a:endParaRPr lang="zh-TW" sz="1416"/>
          </a:p>
        </p:txBody>
      </p:sp>
      <p:sp>
        <p:nvSpPr>
          <p:cNvPr id="64" name="!!text-2so" descr="請於手機確認項目"/>
          <p:cNvSpPr txBox="1"/>
          <p:nvPr/>
        </p:nvSpPr>
        <p:spPr>
          <a:xfrm>
            <a:off x="4298303" y="4027492"/>
            <a:ext cx="1045001" cy="18230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91" kern="0" dirty="0">
                <a:solidFill>
                  <a:srgbClr val="93A2AD"/>
                </a:solidFill>
                <a:latin typeface="Noto Sans TC"/>
                <a:ea typeface="Noto Sans TC"/>
                <a:cs typeface="Noto Sans TC"/>
              </a:rPr>
              <a:t>請於手機確認項目</a:t>
            </a:r>
            <a:endParaRPr lang="zh-TW" sz="991"/>
          </a:p>
        </p:txBody>
      </p:sp>
      <p:sp>
        <p:nvSpPr>
          <p:cNvPr id="65" name="!!path-2x0"/>
          <p:cNvSpPr/>
          <p:nvPr/>
        </p:nvSpPr>
        <p:spPr>
          <a:xfrm>
            <a:off x="3965358" y="6259890"/>
            <a:ext cx="323752" cy="214236"/>
          </a:xfrm>
          <a:custGeom>
            <a:avLst/>
            <a:gdLst/>
            <a:ahLst/>
            <a:cxnLst/>
            <a:rect l="l" t="t" r="r" b="b"/>
            <a:pathLst>
              <a:path w="323752" h="214236">
                <a:moveTo>
                  <a:pt x="0" y="20984"/>
                </a:moveTo>
                <a:cubicBezTo>
                  <a:pt x="17986" y="7994"/>
                  <a:pt x="61953" y="3997"/>
                  <a:pt x="97925" y="13590"/>
                </a:cubicBezTo>
                <a:cubicBezTo>
                  <a:pt x="127902" y="21983"/>
                  <a:pt x="149885" y="33974"/>
                  <a:pt x="163875" y="45965"/>
                </a:cubicBezTo>
                <a:cubicBezTo>
                  <a:pt x="179862" y="31976"/>
                  <a:pt x="207841" y="13989"/>
                  <a:pt x="241815" y="5596"/>
                </a:cubicBezTo>
                <a:cubicBezTo>
                  <a:pt x="273791" y="0"/>
                  <a:pt x="305766" y="2998"/>
                  <a:pt x="323752" y="16987"/>
                </a:cubicBezTo>
                <a:lnTo>
                  <a:pt x="323353" y="175466"/>
                </a:lnTo>
                <a:cubicBezTo>
                  <a:pt x="287780" y="170869"/>
                  <a:pt x="217833" y="173867"/>
                  <a:pt x="165074" y="213037"/>
                </a:cubicBezTo>
                <a:quadBezTo>
                  <a:pt x="163875" y="214236"/>
                  <a:pt x="162676" y="213037"/>
                </a:quadBezTo>
                <a:cubicBezTo>
                  <a:pt x="109916" y="173867"/>
                  <a:pt x="41968" y="170869"/>
                  <a:pt x="5995" y="177464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66" name="!!path-2x1"/>
          <p:cNvSpPr/>
          <p:nvPr/>
        </p:nvSpPr>
        <p:spPr>
          <a:xfrm>
            <a:off x="3965358" y="6261489"/>
            <a:ext cx="323752" cy="214236"/>
          </a:xfrm>
          <a:custGeom>
            <a:avLst/>
            <a:gdLst/>
            <a:ahLst/>
            <a:cxnLst/>
            <a:rect l="l" t="t" r="r" b="b"/>
            <a:pathLst>
              <a:path w="323752" h="214236">
                <a:moveTo>
                  <a:pt x="0" y="20984"/>
                </a:moveTo>
                <a:cubicBezTo>
                  <a:pt x="17986" y="7994"/>
                  <a:pt x="61953" y="3997"/>
                  <a:pt x="97925" y="13590"/>
                </a:cubicBezTo>
                <a:cubicBezTo>
                  <a:pt x="127902" y="21983"/>
                  <a:pt x="149885" y="33974"/>
                  <a:pt x="163875" y="45965"/>
                </a:cubicBezTo>
                <a:cubicBezTo>
                  <a:pt x="179862" y="31976"/>
                  <a:pt x="207841" y="13989"/>
                  <a:pt x="241815" y="5596"/>
                </a:cubicBezTo>
                <a:cubicBezTo>
                  <a:pt x="273791" y="0"/>
                  <a:pt x="305766" y="2998"/>
                  <a:pt x="323752" y="16987"/>
                </a:cubicBezTo>
                <a:lnTo>
                  <a:pt x="323353" y="175466"/>
                </a:lnTo>
                <a:cubicBezTo>
                  <a:pt x="287780" y="170869"/>
                  <a:pt x="217833" y="173867"/>
                  <a:pt x="165074" y="213037"/>
                </a:cubicBezTo>
                <a:quadBezTo>
                  <a:pt x="163875" y="214236"/>
                  <a:pt x="162676" y="213037"/>
                </a:quadBezTo>
                <a:cubicBezTo>
                  <a:pt x="109916" y="173867"/>
                  <a:pt x="41968" y="170869"/>
                  <a:pt x="5995" y="177464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67" name="!!path-2x2"/>
          <p:cNvSpPr/>
          <p:nvPr/>
        </p:nvSpPr>
        <p:spPr>
          <a:xfrm>
            <a:off x="3965358" y="6263088"/>
            <a:ext cx="323752" cy="214236"/>
          </a:xfrm>
          <a:custGeom>
            <a:avLst/>
            <a:gdLst/>
            <a:ahLst/>
            <a:cxnLst/>
            <a:rect l="l" t="t" r="r" b="b"/>
            <a:pathLst>
              <a:path w="323752" h="214236">
                <a:moveTo>
                  <a:pt x="0" y="20984"/>
                </a:moveTo>
                <a:cubicBezTo>
                  <a:pt x="17986" y="7994"/>
                  <a:pt x="61953" y="3997"/>
                  <a:pt x="97925" y="13590"/>
                </a:cubicBezTo>
                <a:cubicBezTo>
                  <a:pt x="127902" y="21983"/>
                  <a:pt x="149885" y="33974"/>
                  <a:pt x="163875" y="45965"/>
                </a:cubicBezTo>
                <a:cubicBezTo>
                  <a:pt x="179862" y="31976"/>
                  <a:pt x="207841" y="13989"/>
                  <a:pt x="241815" y="5596"/>
                </a:cubicBezTo>
                <a:cubicBezTo>
                  <a:pt x="273791" y="0"/>
                  <a:pt x="305766" y="2998"/>
                  <a:pt x="323752" y="16987"/>
                </a:cubicBezTo>
                <a:lnTo>
                  <a:pt x="323353" y="175466"/>
                </a:lnTo>
                <a:cubicBezTo>
                  <a:pt x="287780" y="170869"/>
                  <a:pt x="217833" y="173867"/>
                  <a:pt x="165074" y="213037"/>
                </a:cubicBezTo>
                <a:quadBezTo>
                  <a:pt x="163875" y="214236"/>
                  <a:pt x="162676" y="213037"/>
                </a:quadBezTo>
                <a:cubicBezTo>
                  <a:pt x="109916" y="173867"/>
                  <a:pt x="41968" y="170869"/>
                  <a:pt x="5995" y="177464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68" name="!!path-2x3"/>
          <p:cNvSpPr/>
          <p:nvPr/>
        </p:nvSpPr>
        <p:spPr>
          <a:xfrm>
            <a:off x="3965358" y="6264686"/>
            <a:ext cx="323752" cy="214236"/>
          </a:xfrm>
          <a:custGeom>
            <a:avLst/>
            <a:gdLst/>
            <a:ahLst/>
            <a:cxnLst/>
            <a:rect l="l" t="t" r="r" b="b"/>
            <a:pathLst>
              <a:path w="323752" h="214236">
                <a:moveTo>
                  <a:pt x="0" y="20984"/>
                </a:moveTo>
                <a:cubicBezTo>
                  <a:pt x="17986" y="7994"/>
                  <a:pt x="61953" y="3997"/>
                  <a:pt x="97925" y="13590"/>
                </a:cubicBezTo>
                <a:cubicBezTo>
                  <a:pt x="127902" y="21983"/>
                  <a:pt x="149885" y="33974"/>
                  <a:pt x="163875" y="45965"/>
                </a:cubicBezTo>
                <a:cubicBezTo>
                  <a:pt x="179862" y="31976"/>
                  <a:pt x="207841" y="13989"/>
                  <a:pt x="241815" y="5596"/>
                </a:cubicBezTo>
                <a:cubicBezTo>
                  <a:pt x="273791" y="0"/>
                  <a:pt x="305766" y="2998"/>
                  <a:pt x="323752" y="16987"/>
                </a:cubicBezTo>
                <a:lnTo>
                  <a:pt x="323353" y="175466"/>
                </a:lnTo>
                <a:cubicBezTo>
                  <a:pt x="287780" y="170869"/>
                  <a:pt x="217833" y="173867"/>
                  <a:pt x="165074" y="213037"/>
                </a:cubicBezTo>
                <a:quadBezTo>
                  <a:pt x="163875" y="214236"/>
                  <a:pt x="162676" y="213037"/>
                </a:quadBezTo>
                <a:cubicBezTo>
                  <a:pt x="109916" y="173867"/>
                  <a:pt x="41968" y="170869"/>
                  <a:pt x="5995" y="177464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69" name="!!path-2x4"/>
          <p:cNvSpPr/>
          <p:nvPr/>
        </p:nvSpPr>
        <p:spPr>
          <a:xfrm>
            <a:off x="3965358" y="6266285"/>
            <a:ext cx="323752" cy="214236"/>
          </a:xfrm>
          <a:custGeom>
            <a:avLst/>
            <a:gdLst/>
            <a:ahLst/>
            <a:cxnLst/>
            <a:rect l="l" t="t" r="r" b="b"/>
            <a:pathLst>
              <a:path w="323752" h="214236">
                <a:moveTo>
                  <a:pt x="0" y="20984"/>
                </a:moveTo>
                <a:cubicBezTo>
                  <a:pt x="17986" y="7994"/>
                  <a:pt x="61953" y="3997"/>
                  <a:pt x="97925" y="13590"/>
                </a:cubicBezTo>
                <a:cubicBezTo>
                  <a:pt x="127902" y="21983"/>
                  <a:pt x="149885" y="33974"/>
                  <a:pt x="163875" y="45965"/>
                </a:cubicBezTo>
                <a:cubicBezTo>
                  <a:pt x="179862" y="31976"/>
                  <a:pt x="207841" y="13989"/>
                  <a:pt x="241815" y="5596"/>
                </a:cubicBezTo>
                <a:cubicBezTo>
                  <a:pt x="273791" y="0"/>
                  <a:pt x="305766" y="2998"/>
                  <a:pt x="323752" y="16987"/>
                </a:cubicBezTo>
                <a:lnTo>
                  <a:pt x="323353" y="175466"/>
                </a:lnTo>
                <a:cubicBezTo>
                  <a:pt x="287780" y="170869"/>
                  <a:pt x="217833" y="173867"/>
                  <a:pt x="165074" y="213037"/>
                </a:cubicBezTo>
                <a:quadBezTo>
                  <a:pt x="163875" y="214236"/>
                  <a:pt x="162676" y="213037"/>
                </a:quadBezTo>
                <a:cubicBezTo>
                  <a:pt x="109916" y="173867"/>
                  <a:pt x="41968" y="170869"/>
                  <a:pt x="5995" y="177464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0" name="!!path-2x5"/>
          <p:cNvSpPr/>
          <p:nvPr/>
        </p:nvSpPr>
        <p:spPr>
          <a:xfrm>
            <a:off x="3965358" y="6267884"/>
            <a:ext cx="323752" cy="214236"/>
          </a:xfrm>
          <a:custGeom>
            <a:avLst/>
            <a:gdLst/>
            <a:ahLst/>
            <a:cxnLst/>
            <a:rect l="l" t="t" r="r" b="b"/>
            <a:pathLst>
              <a:path w="323752" h="214236">
                <a:moveTo>
                  <a:pt x="0" y="20984"/>
                </a:moveTo>
                <a:cubicBezTo>
                  <a:pt x="17986" y="7994"/>
                  <a:pt x="61953" y="3997"/>
                  <a:pt x="97925" y="13590"/>
                </a:cubicBezTo>
                <a:cubicBezTo>
                  <a:pt x="127902" y="21983"/>
                  <a:pt x="149885" y="33974"/>
                  <a:pt x="163875" y="45965"/>
                </a:cubicBezTo>
                <a:cubicBezTo>
                  <a:pt x="179862" y="31976"/>
                  <a:pt x="207841" y="13989"/>
                  <a:pt x="241815" y="5596"/>
                </a:cubicBezTo>
                <a:cubicBezTo>
                  <a:pt x="273791" y="0"/>
                  <a:pt x="305766" y="2998"/>
                  <a:pt x="323752" y="16987"/>
                </a:cubicBezTo>
                <a:lnTo>
                  <a:pt x="323353" y="175466"/>
                </a:lnTo>
                <a:cubicBezTo>
                  <a:pt x="287780" y="170869"/>
                  <a:pt x="217833" y="173867"/>
                  <a:pt x="165074" y="213037"/>
                </a:cubicBezTo>
                <a:quadBezTo>
                  <a:pt x="163875" y="214236"/>
                  <a:pt x="162676" y="213037"/>
                </a:quadBezTo>
                <a:cubicBezTo>
                  <a:pt x="109916" y="173867"/>
                  <a:pt x="41968" y="170869"/>
                  <a:pt x="5995" y="177464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1" name="!!path-2x6"/>
          <p:cNvSpPr/>
          <p:nvPr/>
        </p:nvSpPr>
        <p:spPr>
          <a:xfrm>
            <a:off x="3965358" y="6269483"/>
            <a:ext cx="323752" cy="214236"/>
          </a:xfrm>
          <a:custGeom>
            <a:avLst/>
            <a:gdLst/>
            <a:ahLst/>
            <a:cxnLst/>
            <a:rect l="l" t="t" r="r" b="b"/>
            <a:pathLst>
              <a:path w="323752" h="214236">
                <a:moveTo>
                  <a:pt x="0" y="20984"/>
                </a:moveTo>
                <a:cubicBezTo>
                  <a:pt x="17986" y="7994"/>
                  <a:pt x="61953" y="3997"/>
                  <a:pt x="97925" y="13590"/>
                </a:cubicBezTo>
                <a:cubicBezTo>
                  <a:pt x="127902" y="21983"/>
                  <a:pt x="149885" y="33974"/>
                  <a:pt x="163875" y="45965"/>
                </a:cubicBezTo>
                <a:cubicBezTo>
                  <a:pt x="179862" y="31976"/>
                  <a:pt x="207841" y="13989"/>
                  <a:pt x="241815" y="5596"/>
                </a:cubicBezTo>
                <a:cubicBezTo>
                  <a:pt x="273791" y="0"/>
                  <a:pt x="305766" y="2998"/>
                  <a:pt x="323752" y="16987"/>
                </a:cubicBezTo>
                <a:lnTo>
                  <a:pt x="323353" y="175466"/>
                </a:lnTo>
                <a:cubicBezTo>
                  <a:pt x="287780" y="170869"/>
                  <a:pt x="217833" y="173867"/>
                  <a:pt x="165074" y="213037"/>
                </a:cubicBezTo>
                <a:quadBezTo>
                  <a:pt x="163875" y="214236"/>
                  <a:pt x="162676" y="213037"/>
                </a:quadBezTo>
                <a:cubicBezTo>
                  <a:pt x="109916" y="173867"/>
                  <a:pt x="41968" y="170869"/>
                  <a:pt x="5995" y="177464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2" name="!!path-2x7"/>
          <p:cNvSpPr/>
          <p:nvPr/>
        </p:nvSpPr>
        <p:spPr>
          <a:xfrm>
            <a:off x="3965358" y="6271082"/>
            <a:ext cx="323752" cy="214236"/>
          </a:xfrm>
          <a:custGeom>
            <a:avLst/>
            <a:gdLst/>
            <a:ahLst/>
            <a:cxnLst/>
            <a:rect l="l" t="t" r="r" b="b"/>
            <a:pathLst>
              <a:path w="323752" h="214236">
                <a:moveTo>
                  <a:pt x="0" y="20984"/>
                </a:moveTo>
                <a:cubicBezTo>
                  <a:pt x="17986" y="7994"/>
                  <a:pt x="61953" y="3997"/>
                  <a:pt x="97925" y="13590"/>
                </a:cubicBezTo>
                <a:cubicBezTo>
                  <a:pt x="127902" y="21983"/>
                  <a:pt x="149885" y="33974"/>
                  <a:pt x="163875" y="45965"/>
                </a:cubicBezTo>
                <a:cubicBezTo>
                  <a:pt x="179862" y="31976"/>
                  <a:pt x="207841" y="13989"/>
                  <a:pt x="241815" y="5596"/>
                </a:cubicBezTo>
                <a:cubicBezTo>
                  <a:pt x="273791" y="0"/>
                  <a:pt x="305766" y="2998"/>
                  <a:pt x="323752" y="16987"/>
                </a:cubicBezTo>
                <a:lnTo>
                  <a:pt x="323353" y="175466"/>
                </a:lnTo>
                <a:cubicBezTo>
                  <a:pt x="287780" y="170869"/>
                  <a:pt x="217833" y="173867"/>
                  <a:pt x="165074" y="213037"/>
                </a:cubicBezTo>
                <a:quadBezTo>
                  <a:pt x="163875" y="214236"/>
                  <a:pt x="162676" y="213037"/>
                </a:quadBezTo>
                <a:cubicBezTo>
                  <a:pt x="109916" y="173867"/>
                  <a:pt x="41968" y="170869"/>
                  <a:pt x="5995" y="177464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3" name="!!path-2x8"/>
          <p:cNvSpPr/>
          <p:nvPr/>
        </p:nvSpPr>
        <p:spPr>
          <a:xfrm>
            <a:off x="4003329" y="6223318"/>
            <a:ext cx="126303" cy="120908"/>
          </a:xfrm>
          <a:custGeom>
            <a:avLst/>
            <a:gdLst/>
            <a:ahLst/>
            <a:cxnLst/>
            <a:rect l="l" t="t" r="r" b="b"/>
            <a:pathLst>
              <a:path w="126303" h="120908">
                <a:moveTo>
                  <a:pt x="0" y="17387"/>
                </a:moveTo>
                <a:lnTo>
                  <a:pt x="7994" y="4996"/>
                </a:lnTo>
                <a:cubicBezTo>
                  <a:pt x="31976" y="0"/>
                  <a:pt x="71945" y="6995"/>
                  <a:pt x="99924" y="25980"/>
                </a:cubicBezTo>
                <a:cubicBezTo>
                  <a:pt x="114912" y="36572"/>
                  <a:pt x="122906" y="48963"/>
                  <a:pt x="126303" y="61953"/>
                </a:cubicBezTo>
                <a:lnTo>
                  <a:pt x="126303" y="120908"/>
                </a:lnTo>
                <a:lnTo>
                  <a:pt x="0" y="120908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74" name="!!path-2x9"/>
          <p:cNvSpPr/>
          <p:nvPr/>
        </p:nvSpPr>
        <p:spPr>
          <a:xfrm>
            <a:off x="4003329" y="6223318"/>
            <a:ext cx="126303" cy="61953"/>
          </a:xfrm>
          <a:custGeom>
            <a:avLst/>
            <a:gdLst/>
            <a:ahLst/>
            <a:cxnLst/>
            <a:rect l="l" t="t" r="r" b="b"/>
            <a:pathLst>
              <a:path w="126303" h="61953" fill="none">
                <a:moveTo>
                  <a:pt x="126303" y="61953"/>
                </a:moveTo>
                <a:cubicBezTo>
                  <a:pt x="122906" y="48963"/>
                  <a:pt x="114912" y="36572"/>
                  <a:pt x="99924" y="25980"/>
                </a:cubicBezTo>
                <a:cubicBezTo>
                  <a:pt x="71945" y="6995"/>
                  <a:pt x="31976" y="0"/>
                  <a:pt x="7994" y="4996"/>
                </a:cubicBezTo>
                <a:lnTo>
                  <a:pt x="0" y="17387"/>
                </a:lnTo>
              </a:path>
            </a:pathLst>
          </a:custGeom>
          <a:noFill/>
          <a:ln w="4796" cap="rnd">
            <a:solidFill>
              <a:srgbClr val="627D8D"/>
            </a:solidFill>
            <a:prstDash val="solid"/>
            <a:round/>
          </a:ln>
        </p:spPr>
      </p:sp>
      <p:sp>
        <p:nvSpPr>
          <p:cNvPr id="75" name="!!path-2xa"/>
          <p:cNvSpPr/>
          <p:nvPr/>
        </p:nvSpPr>
        <p:spPr>
          <a:xfrm>
            <a:off x="3990939" y="6235309"/>
            <a:ext cx="138694" cy="108917"/>
          </a:xfrm>
          <a:custGeom>
            <a:avLst/>
            <a:gdLst/>
            <a:ahLst/>
            <a:cxnLst/>
            <a:rect l="l" t="t" r="r" b="b"/>
            <a:pathLst>
              <a:path w="138694" h="108917">
                <a:moveTo>
                  <a:pt x="0" y="21983"/>
                </a:moveTo>
                <a:lnTo>
                  <a:pt x="6395" y="6395"/>
                </a:lnTo>
                <a:cubicBezTo>
                  <a:pt x="36372" y="0"/>
                  <a:pt x="78340" y="6995"/>
                  <a:pt x="108317" y="24981"/>
                </a:cubicBezTo>
                <a:cubicBezTo>
                  <a:pt x="124305" y="34574"/>
                  <a:pt x="134297" y="48963"/>
                  <a:pt x="138694" y="61953"/>
                </a:cubicBezTo>
                <a:lnTo>
                  <a:pt x="138694" y="108917"/>
                </a:lnTo>
                <a:lnTo>
                  <a:pt x="0" y="108917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76" name="!!path-2xb"/>
          <p:cNvSpPr/>
          <p:nvPr/>
        </p:nvSpPr>
        <p:spPr>
          <a:xfrm>
            <a:off x="3990939" y="6235309"/>
            <a:ext cx="138694" cy="61953"/>
          </a:xfrm>
          <a:custGeom>
            <a:avLst/>
            <a:gdLst/>
            <a:ahLst/>
            <a:cxnLst/>
            <a:rect l="l" t="t" r="r" b="b"/>
            <a:pathLst>
              <a:path w="138694" h="61953" fill="none">
                <a:moveTo>
                  <a:pt x="138694" y="61953"/>
                </a:moveTo>
                <a:cubicBezTo>
                  <a:pt x="134297" y="48963"/>
                  <a:pt x="124305" y="34574"/>
                  <a:pt x="108317" y="24981"/>
                </a:cubicBezTo>
                <a:cubicBezTo>
                  <a:pt x="78340" y="6995"/>
                  <a:pt x="36372" y="0"/>
                  <a:pt x="6395" y="6395"/>
                </a:cubicBezTo>
                <a:lnTo>
                  <a:pt x="0" y="21983"/>
                </a:lnTo>
              </a:path>
            </a:pathLst>
          </a:custGeom>
          <a:noFill/>
          <a:ln w="4796" cap="rnd">
            <a:solidFill>
              <a:srgbClr val="627D8D"/>
            </a:solidFill>
            <a:prstDash val="solid"/>
            <a:round/>
          </a:ln>
        </p:spPr>
      </p:sp>
      <p:sp>
        <p:nvSpPr>
          <p:cNvPr id="77" name="!!path-2xc"/>
          <p:cNvSpPr/>
          <p:nvPr/>
        </p:nvSpPr>
        <p:spPr>
          <a:xfrm>
            <a:off x="3979947" y="6248299"/>
            <a:ext cx="149286" cy="95927"/>
          </a:xfrm>
          <a:custGeom>
            <a:avLst/>
            <a:gdLst/>
            <a:ahLst/>
            <a:cxnLst/>
            <a:rect l="l" t="t" r="r" b="b"/>
            <a:pathLst>
              <a:path w="149286" h="95927">
                <a:moveTo>
                  <a:pt x="0" y="22783"/>
                </a:moveTo>
                <a:lnTo>
                  <a:pt x="3797" y="12391"/>
                </a:lnTo>
                <a:cubicBezTo>
                  <a:pt x="37371" y="0"/>
                  <a:pt x="83336" y="4996"/>
                  <a:pt x="115312" y="21583"/>
                </a:cubicBezTo>
                <a:cubicBezTo>
                  <a:pt x="133298" y="30976"/>
                  <a:pt x="144290" y="42967"/>
                  <a:pt x="149286" y="54358"/>
                </a:cubicBezTo>
                <a:lnTo>
                  <a:pt x="149286" y="95927"/>
                </a:lnTo>
                <a:lnTo>
                  <a:pt x="0" y="95927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78" name="!!path-2xd"/>
          <p:cNvSpPr/>
          <p:nvPr/>
        </p:nvSpPr>
        <p:spPr>
          <a:xfrm>
            <a:off x="3979947" y="6248299"/>
            <a:ext cx="149286" cy="54358"/>
          </a:xfrm>
          <a:custGeom>
            <a:avLst/>
            <a:gdLst/>
            <a:ahLst/>
            <a:cxnLst/>
            <a:rect l="l" t="t" r="r" b="b"/>
            <a:pathLst>
              <a:path w="149286" h="54358" fill="none">
                <a:moveTo>
                  <a:pt x="149286" y="54358"/>
                </a:moveTo>
                <a:cubicBezTo>
                  <a:pt x="144290" y="42967"/>
                  <a:pt x="133298" y="30976"/>
                  <a:pt x="115312" y="21583"/>
                </a:cubicBezTo>
                <a:cubicBezTo>
                  <a:pt x="83336" y="4996"/>
                  <a:pt x="37371" y="0"/>
                  <a:pt x="3797" y="12391"/>
                </a:cubicBezTo>
                <a:lnTo>
                  <a:pt x="0" y="22783"/>
                </a:lnTo>
              </a:path>
            </a:pathLst>
          </a:custGeom>
          <a:noFill/>
          <a:ln w="4796" cap="rnd">
            <a:solidFill>
              <a:srgbClr val="627D8D"/>
            </a:solidFill>
            <a:prstDash val="solid"/>
            <a:round/>
          </a:ln>
        </p:spPr>
      </p:sp>
      <p:sp>
        <p:nvSpPr>
          <p:cNvPr id="79" name="!!path-2xe"/>
          <p:cNvSpPr/>
          <p:nvPr/>
        </p:nvSpPr>
        <p:spPr>
          <a:xfrm>
            <a:off x="4129833" y="6218322"/>
            <a:ext cx="118310" cy="125904"/>
          </a:xfrm>
          <a:custGeom>
            <a:avLst/>
            <a:gdLst/>
            <a:ahLst/>
            <a:cxnLst/>
            <a:rect l="l" t="t" r="r" b="b"/>
            <a:pathLst>
              <a:path w="118310" h="125904">
                <a:moveTo>
                  <a:pt x="118310" y="17986"/>
                </a:moveTo>
                <a:lnTo>
                  <a:pt x="111715" y="4397"/>
                </a:lnTo>
                <a:cubicBezTo>
                  <a:pt x="85335" y="0"/>
                  <a:pt x="43367" y="9992"/>
                  <a:pt x="17387" y="29977"/>
                </a:cubicBezTo>
                <a:cubicBezTo>
                  <a:pt x="6395" y="38970"/>
                  <a:pt x="1399" y="51960"/>
                  <a:pt x="0" y="65950"/>
                </a:cubicBezTo>
                <a:lnTo>
                  <a:pt x="0" y="125904"/>
                </a:lnTo>
                <a:lnTo>
                  <a:pt x="118310" y="125904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80" name="!!path-2xf"/>
          <p:cNvSpPr/>
          <p:nvPr/>
        </p:nvSpPr>
        <p:spPr>
          <a:xfrm>
            <a:off x="4129833" y="6218322"/>
            <a:ext cx="118310" cy="65950"/>
          </a:xfrm>
          <a:custGeom>
            <a:avLst/>
            <a:gdLst/>
            <a:ahLst/>
            <a:cxnLst/>
            <a:rect l="l" t="t" r="r" b="b"/>
            <a:pathLst>
              <a:path w="118310" h="65950" fill="none">
                <a:moveTo>
                  <a:pt x="0" y="65950"/>
                </a:moveTo>
                <a:cubicBezTo>
                  <a:pt x="1399" y="51960"/>
                  <a:pt x="6395" y="38970"/>
                  <a:pt x="17387" y="29977"/>
                </a:cubicBezTo>
                <a:cubicBezTo>
                  <a:pt x="43367" y="9992"/>
                  <a:pt x="85335" y="0"/>
                  <a:pt x="111715" y="4397"/>
                </a:cubicBezTo>
                <a:lnTo>
                  <a:pt x="118310" y="17986"/>
                </a:lnTo>
              </a:path>
            </a:pathLst>
          </a:custGeom>
          <a:noFill/>
          <a:ln w="4796" cap="rnd">
            <a:solidFill>
              <a:srgbClr val="627D8D"/>
            </a:solidFill>
            <a:prstDash val="solid"/>
            <a:round/>
          </a:ln>
        </p:spPr>
      </p:sp>
      <p:sp>
        <p:nvSpPr>
          <p:cNvPr id="81" name="!!path-2xg"/>
          <p:cNvSpPr/>
          <p:nvPr/>
        </p:nvSpPr>
        <p:spPr>
          <a:xfrm>
            <a:off x="4130032" y="6233310"/>
            <a:ext cx="131100" cy="110915"/>
          </a:xfrm>
          <a:custGeom>
            <a:avLst/>
            <a:gdLst/>
            <a:ahLst/>
            <a:cxnLst/>
            <a:rect l="l" t="t" r="r" b="b"/>
            <a:pathLst>
              <a:path w="131100" h="110915">
                <a:moveTo>
                  <a:pt x="131100" y="19385"/>
                </a:moveTo>
                <a:lnTo>
                  <a:pt x="125104" y="2998"/>
                </a:lnTo>
                <a:cubicBezTo>
                  <a:pt x="93129" y="0"/>
                  <a:pt x="53159" y="10992"/>
                  <a:pt x="27179" y="30177"/>
                </a:cubicBezTo>
                <a:cubicBezTo>
                  <a:pt x="13190" y="40569"/>
                  <a:pt x="4197" y="52960"/>
                  <a:pt x="0" y="63951"/>
                </a:cubicBezTo>
                <a:lnTo>
                  <a:pt x="0" y="110915"/>
                </a:lnTo>
                <a:lnTo>
                  <a:pt x="131100" y="110915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82" name="!!path-2xh"/>
          <p:cNvSpPr/>
          <p:nvPr/>
        </p:nvSpPr>
        <p:spPr>
          <a:xfrm>
            <a:off x="4130032" y="6233310"/>
            <a:ext cx="131100" cy="63951"/>
          </a:xfrm>
          <a:custGeom>
            <a:avLst/>
            <a:gdLst/>
            <a:ahLst/>
            <a:cxnLst/>
            <a:rect l="l" t="t" r="r" b="b"/>
            <a:pathLst>
              <a:path w="131100" h="63951" fill="none">
                <a:moveTo>
                  <a:pt x="0" y="63951"/>
                </a:moveTo>
                <a:cubicBezTo>
                  <a:pt x="4197" y="52960"/>
                  <a:pt x="13190" y="40569"/>
                  <a:pt x="27179" y="30177"/>
                </a:cubicBezTo>
                <a:cubicBezTo>
                  <a:pt x="53159" y="10992"/>
                  <a:pt x="93129" y="0"/>
                  <a:pt x="125104" y="2998"/>
                </a:cubicBezTo>
                <a:lnTo>
                  <a:pt x="131100" y="19385"/>
                </a:lnTo>
              </a:path>
            </a:pathLst>
          </a:custGeom>
          <a:noFill/>
          <a:ln w="4796" cap="rnd">
            <a:solidFill>
              <a:srgbClr val="627D8D"/>
            </a:solidFill>
            <a:prstDash val="solid"/>
            <a:round/>
          </a:ln>
        </p:spPr>
      </p:sp>
      <p:sp>
        <p:nvSpPr>
          <p:cNvPr id="83" name="!!path-2xi"/>
          <p:cNvSpPr/>
          <p:nvPr/>
        </p:nvSpPr>
        <p:spPr>
          <a:xfrm>
            <a:off x="4130432" y="6247300"/>
            <a:ext cx="140293" cy="96926"/>
          </a:xfrm>
          <a:custGeom>
            <a:avLst/>
            <a:gdLst/>
            <a:ahLst/>
            <a:cxnLst/>
            <a:rect l="l" t="t" r="r" b="b"/>
            <a:pathLst>
              <a:path w="140293" h="96926">
                <a:moveTo>
                  <a:pt x="140293" y="18586"/>
                </a:moveTo>
                <a:lnTo>
                  <a:pt x="137495" y="8593"/>
                </a:lnTo>
                <a:cubicBezTo>
                  <a:pt x="104720" y="0"/>
                  <a:pt x="62752" y="4996"/>
                  <a:pt x="34773" y="18985"/>
                </a:cubicBezTo>
                <a:cubicBezTo>
                  <a:pt x="16787" y="27979"/>
                  <a:pt x="5796" y="41968"/>
                  <a:pt x="0" y="55358"/>
                </a:cubicBezTo>
                <a:lnTo>
                  <a:pt x="0" y="96926"/>
                </a:lnTo>
                <a:lnTo>
                  <a:pt x="140293" y="9692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84" name="!!path-2xj"/>
          <p:cNvSpPr/>
          <p:nvPr/>
        </p:nvSpPr>
        <p:spPr>
          <a:xfrm>
            <a:off x="4130432" y="6247300"/>
            <a:ext cx="140293" cy="55358"/>
          </a:xfrm>
          <a:custGeom>
            <a:avLst/>
            <a:gdLst/>
            <a:ahLst/>
            <a:cxnLst/>
            <a:rect l="l" t="t" r="r" b="b"/>
            <a:pathLst>
              <a:path w="140293" h="55358" fill="none">
                <a:moveTo>
                  <a:pt x="0" y="55358"/>
                </a:moveTo>
                <a:cubicBezTo>
                  <a:pt x="5796" y="41968"/>
                  <a:pt x="16787" y="27979"/>
                  <a:pt x="34773" y="18985"/>
                </a:cubicBezTo>
                <a:cubicBezTo>
                  <a:pt x="62752" y="4996"/>
                  <a:pt x="104720" y="0"/>
                  <a:pt x="137495" y="8593"/>
                </a:cubicBezTo>
                <a:lnTo>
                  <a:pt x="140293" y="18586"/>
                </a:lnTo>
              </a:path>
            </a:pathLst>
          </a:custGeom>
          <a:noFill/>
          <a:ln w="4796" cap="rnd">
            <a:solidFill>
              <a:srgbClr val="627D8D"/>
            </a:solidFill>
            <a:prstDash val="solid"/>
            <a:round/>
          </a:ln>
        </p:spPr>
      </p:sp>
      <p:sp>
        <p:nvSpPr>
          <p:cNvPr id="85" name="!!path-2xk"/>
          <p:cNvSpPr/>
          <p:nvPr/>
        </p:nvSpPr>
        <p:spPr>
          <a:xfrm>
            <a:off x="3965358" y="6258291"/>
            <a:ext cx="323752" cy="214236"/>
          </a:xfrm>
          <a:custGeom>
            <a:avLst/>
            <a:gdLst/>
            <a:ahLst/>
            <a:cxnLst/>
            <a:rect l="l" t="t" r="r" b="b"/>
            <a:pathLst>
              <a:path w="323752" h="214236">
                <a:moveTo>
                  <a:pt x="0" y="20984"/>
                </a:moveTo>
                <a:cubicBezTo>
                  <a:pt x="17986" y="7994"/>
                  <a:pt x="61953" y="3997"/>
                  <a:pt x="97925" y="13590"/>
                </a:cubicBezTo>
                <a:cubicBezTo>
                  <a:pt x="127902" y="21983"/>
                  <a:pt x="149885" y="33974"/>
                  <a:pt x="163875" y="45965"/>
                </a:cubicBezTo>
                <a:cubicBezTo>
                  <a:pt x="179862" y="31976"/>
                  <a:pt x="207841" y="13989"/>
                  <a:pt x="241815" y="5596"/>
                </a:cubicBezTo>
                <a:cubicBezTo>
                  <a:pt x="273791" y="0"/>
                  <a:pt x="305766" y="2998"/>
                  <a:pt x="323752" y="16987"/>
                </a:cubicBezTo>
                <a:lnTo>
                  <a:pt x="323353" y="175466"/>
                </a:lnTo>
                <a:cubicBezTo>
                  <a:pt x="287780" y="170869"/>
                  <a:pt x="217833" y="173867"/>
                  <a:pt x="165074" y="213037"/>
                </a:cubicBezTo>
                <a:quadBezTo>
                  <a:pt x="163875" y="214236"/>
                  <a:pt x="162676" y="213037"/>
                </a:quadBezTo>
                <a:cubicBezTo>
                  <a:pt x="109916" y="173867"/>
                  <a:pt x="41968" y="170869"/>
                  <a:pt x="5995" y="177464"/>
                </a:cubicBezTo>
                <a:close/>
              </a:path>
            </a:pathLst>
          </a:custGeom>
          <a:gradFill rotWithShape="1">
            <a:gsLst>
              <a:gs pos="0">
                <a:srgbClr val="627D8D"/>
              </a:gs>
              <a:gs pos="21794">
                <a:srgbClr val="627D8D"/>
              </a:gs>
              <a:gs pos="55376">
                <a:srgbClr val="627D8D"/>
              </a:gs>
              <a:gs pos="96421">
                <a:srgbClr val="98ABB7"/>
              </a:gs>
              <a:gs pos="100000">
                <a:srgbClr val="98ABB7"/>
              </a:gs>
            </a:gsLst>
            <a:lin ang="1983350" scaled="0"/>
          </a:gradFill>
          <a:ln>
            <a:noFill/>
          </a:ln>
        </p:spPr>
      </p:sp>
      <p:sp>
        <p:nvSpPr>
          <p:cNvPr id="86" name="!!path-2xl"/>
          <p:cNvSpPr/>
          <p:nvPr/>
        </p:nvSpPr>
        <p:spPr>
          <a:xfrm>
            <a:off x="3965358" y="6258291"/>
            <a:ext cx="323752" cy="214236"/>
          </a:xfrm>
          <a:custGeom>
            <a:avLst/>
            <a:gdLst/>
            <a:ahLst/>
            <a:cxnLst/>
            <a:rect l="l" t="t" r="r" b="b"/>
            <a:pathLst>
              <a:path w="323752" h="214236">
                <a:moveTo>
                  <a:pt x="0" y="20984"/>
                </a:moveTo>
                <a:cubicBezTo>
                  <a:pt x="17986" y="7994"/>
                  <a:pt x="61953" y="3997"/>
                  <a:pt x="97925" y="13590"/>
                </a:cubicBezTo>
                <a:cubicBezTo>
                  <a:pt x="127902" y="21983"/>
                  <a:pt x="149885" y="33974"/>
                  <a:pt x="163875" y="45965"/>
                </a:cubicBezTo>
                <a:cubicBezTo>
                  <a:pt x="179862" y="31976"/>
                  <a:pt x="207841" y="13989"/>
                  <a:pt x="241815" y="5596"/>
                </a:cubicBezTo>
                <a:cubicBezTo>
                  <a:pt x="273791" y="0"/>
                  <a:pt x="305766" y="2998"/>
                  <a:pt x="323752" y="16987"/>
                </a:cubicBezTo>
                <a:lnTo>
                  <a:pt x="323353" y="175466"/>
                </a:lnTo>
                <a:cubicBezTo>
                  <a:pt x="287780" y="170869"/>
                  <a:pt x="217833" y="173867"/>
                  <a:pt x="165074" y="213037"/>
                </a:cubicBezTo>
                <a:quadBezTo>
                  <a:pt x="163875" y="214236"/>
                  <a:pt x="162676" y="213037"/>
                </a:quadBezTo>
                <a:cubicBezTo>
                  <a:pt x="109916" y="173867"/>
                  <a:pt x="41968" y="170869"/>
                  <a:pt x="5995" y="177464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0000"/>
                </a:srgbClr>
              </a:gs>
              <a:gs pos="4764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83333" t="79291" r="16667" b="20709"/>
            </a:path>
          </a:gradFill>
          <a:ln>
            <a:noFill/>
          </a:ln>
        </p:spPr>
      </p:sp>
      <p:sp>
        <p:nvSpPr>
          <p:cNvPr id="87" name="!!line-2xm"/>
          <p:cNvSpPr/>
          <p:nvPr/>
        </p:nvSpPr>
        <p:spPr>
          <a:xfrm>
            <a:off x="4130632" y="6315448"/>
            <a:ext cx="1" cy="151084"/>
          </a:xfrm>
          <a:custGeom>
            <a:avLst/>
            <a:gdLst/>
            <a:ahLst/>
            <a:cxnLst/>
            <a:rect l="l" t="t" r="r" b="b"/>
            <a:pathLst>
              <a:path w="1" h="151084">
                <a:moveTo>
                  <a:pt x="0" y="0"/>
                </a:moveTo>
                <a:lnTo>
                  <a:pt x="0" y="151084"/>
                </a:lnTo>
              </a:path>
            </a:pathLst>
          </a:custGeom>
          <a:solidFill>
            <a:srgbClr val="000000"/>
          </a:solidFill>
          <a:ln w="6795" cap="rnd">
            <a:solidFill>
              <a:srgbClr val="C9D3D9"/>
            </a:solidFill>
            <a:prstDash val="solid"/>
            <a:miter lim="800000"/>
          </a:ln>
        </p:spPr>
      </p:sp>
      <p:sp>
        <p:nvSpPr>
          <p:cNvPr id="88" name="!!path-2xn"/>
          <p:cNvSpPr/>
          <p:nvPr/>
        </p:nvSpPr>
        <p:spPr>
          <a:xfrm>
            <a:off x="4237750" y="6393188"/>
            <a:ext cx="24981" cy="37371"/>
          </a:xfrm>
          <a:custGeom>
            <a:avLst/>
            <a:gdLst/>
            <a:ahLst/>
            <a:cxnLst/>
            <a:rect l="l" t="t" r="r" b="b"/>
            <a:pathLst>
              <a:path w="24981" h="37371">
                <a:moveTo>
                  <a:pt x="0" y="2598"/>
                </a:moveTo>
                <a:lnTo>
                  <a:pt x="14989" y="0"/>
                </a:lnTo>
                <a:lnTo>
                  <a:pt x="24981" y="36572"/>
                </a:lnTo>
                <a:lnTo>
                  <a:pt x="7394" y="37371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 w="999" cap="flat">
            <a:solidFill>
              <a:srgbClr val="FFFFFF">
                <a:alpha val="55000"/>
              </a:srgbClr>
            </a:solidFill>
            <a:prstDash val="solid"/>
            <a:round/>
          </a:ln>
        </p:spPr>
      </p:sp>
      <p:sp>
        <p:nvSpPr>
          <p:cNvPr id="89" name="!!text-2xo" descr="救「舊」我的書"/>
          <p:cNvSpPr txBox="1"/>
          <p:nvPr/>
        </p:nvSpPr>
        <p:spPr>
          <a:xfrm>
            <a:off x="4364453" y="6180376"/>
            <a:ext cx="1337727" cy="30746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672" b="1" kern="0" spc="-836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救</a:t>
            </a:r>
            <a:r>
              <a:rPr lang="zh-TW" altLang="en-US" sz="1672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「舊</a:t>
            </a:r>
            <a:r>
              <a:rPr lang="zh-TW" altLang="en-US" sz="1672" b="1" kern="0" spc="-836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」</a:t>
            </a:r>
            <a:r>
              <a:rPr lang="zh-TW" altLang="en-US" sz="1672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我的書</a:t>
            </a:r>
            <a:endParaRPr lang="zh-TW" sz="1672"/>
          </a:p>
        </p:txBody>
      </p:sp>
      <p:sp>
        <p:nvSpPr>
          <p:cNvPr id="90" name="!!rect-2y2"/>
          <p:cNvSpPr/>
          <p:nvPr/>
        </p:nvSpPr>
        <p:spPr>
          <a:xfrm>
            <a:off x="3152180" y="6590812"/>
            <a:ext cx="1549815" cy="267188"/>
          </a:xfrm>
          <a:prstGeom prst="rect">
            <a:avLst/>
          </a:prstGeom>
          <a:solidFill>
            <a:srgbClr val="D5DDE2"/>
          </a:solidFill>
          <a:ln>
            <a:noFill/>
          </a:ln>
        </p:spPr>
      </p:sp>
      <p:sp>
        <p:nvSpPr>
          <p:cNvPr id="91" name="!!path-2y3"/>
          <p:cNvSpPr/>
          <p:nvPr/>
        </p:nvSpPr>
        <p:spPr>
          <a:xfrm>
            <a:off x="2528657" y="6590812"/>
            <a:ext cx="623523" cy="267188"/>
          </a:xfrm>
          <a:custGeom>
            <a:avLst/>
            <a:gdLst/>
            <a:ahLst/>
            <a:cxnLst/>
            <a:rect l="l" t="t" r="r" b="b"/>
            <a:pathLst>
              <a:path w="623523" h="267188">
                <a:moveTo>
                  <a:pt x="0" y="267188"/>
                </a:moveTo>
                <a:lnTo>
                  <a:pt x="0" y="0"/>
                </a:lnTo>
                <a:lnTo>
                  <a:pt x="0" y="0"/>
                </a:lnTo>
                <a:lnTo>
                  <a:pt x="623523" y="0"/>
                </a:lnTo>
                <a:lnTo>
                  <a:pt x="623523" y="267188"/>
                </a:lnTo>
                <a:close/>
              </a:path>
            </a:pathLst>
          </a:custGeom>
          <a:solidFill>
            <a:srgbClr val="C4CED5"/>
          </a:solidFill>
          <a:ln>
            <a:noFill/>
          </a:ln>
        </p:spPr>
      </p:sp>
      <p:sp>
        <p:nvSpPr>
          <p:cNvPr id="92" name="!!rect-2yl"/>
          <p:cNvSpPr/>
          <p:nvPr/>
        </p:nvSpPr>
        <p:spPr>
          <a:xfrm>
            <a:off x="2528657" y="6590812"/>
            <a:ext cx="2173338" cy="267188"/>
          </a:xfrm>
          <a:prstGeom prst="rect">
            <a:avLst/>
          </a:prstGeom>
          <a:gradFill rotWithShape="1">
            <a:gsLst>
              <a:gs pos="0">
                <a:srgbClr val="0B1A26">
                  <a:alpha val="20000"/>
                </a:srgbClr>
              </a:gs>
              <a:gs pos="100000">
                <a:srgbClr val="0B1A26">
                  <a:alpha val="15138"/>
                </a:srgbClr>
              </a:gs>
            </a:gsLst>
            <a:lin ang="5400000" scaled="0"/>
          </a:gradFill>
          <a:ln>
            <a:noFill/>
          </a:ln>
        </p:spPr>
      </p:sp>
      <p:sp>
        <p:nvSpPr>
          <p:cNvPr id="93" name="!!rect-2yy"/>
          <p:cNvSpPr/>
          <p:nvPr/>
        </p:nvSpPr>
        <p:spPr>
          <a:xfrm>
            <a:off x="2528657" y="6590812"/>
            <a:ext cx="2173338" cy="2198319"/>
          </a:xfrm>
          <a:prstGeom prst="roundRect">
            <a:avLst>
              <a:gd name="adj" fmla="val 4023"/>
            </a:avLst>
          </a:prstGeom>
          <a:solidFill>
            <a:srgbClr val="F4F8FA">
              <a:alpha val="40000"/>
            </a:srgbClr>
          </a:solidFill>
          <a:ln>
            <a:noFill/>
          </a:ln>
        </p:spPr>
      </p:sp>
      <p:sp>
        <p:nvSpPr>
          <p:cNvPr id="94" name="!!path-2yz"/>
          <p:cNvSpPr/>
          <p:nvPr/>
        </p:nvSpPr>
        <p:spPr>
          <a:xfrm>
            <a:off x="3541363" y="6590812"/>
            <a:ext cx="421697" cy="267188"/>
          </a:xfrm>
          <a:custGeom>
            <a:avLst/>
            <a:gdLst/>
            <a:ahLst/>
            <a:cxnLst/>
            <a:rect l="l" t="t" r="r" b="b"/>
            <a:pathLst>
              <a:path w="421697" h="267188">
                <a:moveTo>
                  <a:pt x="0" y="267188"/>
                </a:moveTo>
                <a:lnTo>
                  <a:pt x="73962" y="0"/>
                </a:lnTo>
                <a:lnTo>
                  <a:pt x="421697" y="0"/>
                </a:lnTo>
                <a:lnTo>
                  <a:pt x="347734" y="267188"/>
                </a:lnTo>
                <a:close/>
              </a:path>
            </a:pathLst>
          </a:custGeom>
          <a:solidFill>
            <a:srgbClr val="FFFFFF">
              <a:alpha val="34000"/>
            </a:srgbClr>
          </a:solidFill>
          <a:ln>
            <a:noFill/>
          </a:ln>
        </p:spPr>
      </p:sp>
      <p:sp>
        <p:nvSpPr>
          <p:cNvPr id="95" name="!!path-2z0"/>
          <p:cNvSpPr/>
          <p:nvPr/>
        </p:nvSpPr>
        <p:spPr>
          <a:xfrm>
            <a:off x="3997765" y="6590812"/>
            <a:ext cx="160896" cy="267188"/>
          </a:xfrm>
          <a:custGeom>
            <a:avLst/>
            <a:gdLst/>
            <a:ahLst/>
            <a:cxnLst/>
            <a:rect l="l" t="t" r="r" b="b"/>
            <a:pathLst>
              <a:path w="160896" h="267188">
                <a:moveTo>
                  <a:pt x="0" y="267188"/>
                </a:moveTo>
                <a:lnTo>
                  <a:pt x="73962" y="0"/>
                </a:lnTo>
                <a:lnTo>
                  <a:pt x="160896" y="0"/>
                </a:lnTo>
                <a:lnTo>
                  <a:pt x="86934" y="267188"/>
                </a:lnTo>
                <a:close/>
              </a:path>
            </a:pathLst>
          </a:custGeom>
          <a:solidFill>
            <a:srgbClr val="FFFFFF">
              <a:alpha val="28000"/>
            </a:srgbClr>
          </a:solidFill>
          <a:ln>
            <a:noFill/>
          </a:ln>
        </p:spPr>
      </p:sp>
      <p:sp>
        <p:nvSpPr>
          <p:cNvPr id="96" name="!!rect-2z1"/>
          <p:cNvSpPr/>
          <p:nvPr/>
        </p:nvSpPr>
        <p:spPr>
          <a:xfrm>
            <a:off x="2538649" y="6600804"/>
            <a:ext cx="2153354" cy="2178334"/>
          </a:xfrm>
          <a:prstGeom prst="roundRect">
            <a:avLst>
              <a:gd name="adj" fmla="val 3770"/>
            </a:avLst>
          </a:prstGeom>
          <a:noFill/>
          <a:ln w="19985" cap="flat">
            <a:solidFill>
              <a:srgbClr val="FFFFFF">
                <a:alpha val="95000"/>
              </a:srgbClr>
            </a:solidFill>
            <a:prstDash val="solid"/>
            <a:miter lim="800000"/>
          </a:ln>
        </p:spPr>
      </p:sp>
      <p:sp>
        <p:nvSpPr>
          <p:cNvPr id="97" name="!!rect-2z2"/>
          <p:cNvSpPr/>
          <p:nvPr/>
        </p:nvSpPr>
        <p:spPr>
          <a:xfrm>
            <a:off x="2528657" y="6590812"/>
            <a:ext cx="2173338" cy="2198319"/>
          </a:xfrm>
          <a:prstGeom prst="roundRect">
            <a:avLst>
              <a:gd name="adj" fmla="val 4023"/>
            </a:avLst>
          </a:prstGeom>
          <a:noFill/>
          <a:ln w="12490" cap="flat">
            <a:solidFill>
              <a:srgbClr val="8FA0AB">
                <a:alpha val="50000"/>
              </a:srgbClr>
            </a:solidFill>
            <a:prstDash val="solid"/>
            <a:miter lim="800000"/>
          </a:ln>
        </p:spPr>
      </p:sp>
      <p:sp>
        <p:nvSpPr>
          <p:cNvPr id="98" name="!!rect-2z3"/>
          <p:cNvSpPr/>
          <p:nvPr/>
        </p:nvSpPr>
        <p:spPr>
          <a:xfrm>
            <a:off x="2666052" y="6728207"/>
            <a:ext cx="624523" cy="299771"/>
          </a:xfrm>
          <a:prstGeom prst="roundRect">
            <a:avLst>
              <a:gd name="adj" fmla="val 29167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99" name="!!rect-2zw"/>
          <p:cNvSpPr/>
          <p:nvPr/>
        </p:nvSpPr>
        <p:spPr>
          <a:xfrm>
            <a:off x="5525366" y="6590812"/>
            <a:ext cx="1549814" cy="267188"/>
          </a:xfrm>
          <a:prstGeom prst="rect">
            <a:avLst/>
          </a:prstGeom>
          <a:solidFill>
            <a:srgbClr val="D5DDE2"/>
          </a:solidFill>
          <a:ln>
            <a:noFill/>
          </a:ln>
        </p:spPr>
      </p:sp>
      <p:sp>
        <p:nvSpPr>
          <p:cNvPr id="100" name="!!path-2zx"/>
          <p:cNvSpPr/>
          <p:nvPr/>
        </p:nvSpPr>
        <p:spPr>
          <a:xfrm>
            <a:off x="4901842" y="6590812"/>
            <a:ext cx="623523" cy="267188"/>
          </a:xfrm>
          <a:custGeom>
            <a:avLst/>
            <a:gdLst/>
            <a:ahLst/>
            <a:cxnLst/>
            <a:rect l="l" t="t" r="r" b="b"/>
            <a:pathLst>
              <a:path w="623523" h="267188">
                <a:moveTo>
                  <a:pt x="0" y="267188"/>
                </a:moveTo>
                <a:lnTo>
                  <a:pt x="0" y="0"/>
                </a:lnTo>
                <a:lnTo>
                  <a:pt x="0" y="0"/>
                </a:lnTo>
                <a:lnTo>
                  <a:pt x="623523" y="0"/>
                </a:lnTo>
                <a:lnTo>
                  <a:pt x="623523" y="267188"/>
                </a:lnTo>
                <a:close/>
              </a:path>
            </a:pathLst>
          </a:custGeom>
          <a:solidFill>
            <a:srgbClr val="C4CED5"/>
          </a:solidFill>
          <a:ln>
            <a:noFill/>
          </a:ln>
        </p:spPr>
      </p:sp>
      <p:sp>
        <p:nvSpPr>
          <p:cNvPr id="101" name="!!rect-306"/>
          <p:cNvSpPr/>
          <p:nvPr/>
        </p:nvSpPr>
        <p:spPr>
          <a:xfrm>
            <a:off x="4901842" y="6590812"/>
            <a:ext cx="2173338" cy="267188"/>
          </a:xfrm>
          <a:prstGeom prst="rect">
            <a:avLst/>
          </a:prstGeom>
          <a:gradFill rotWithShape="1">
            <a:gsLst>
              <a:gs pos="0">
                <a:srgbClr val="0B1A26">
                  <a:alpha val="20000"/>
                </a:srgbClr>
              </a:gs>
              <a:gs pos="100000">
                <a:srgbClr val="0B1A26">
                  <a:alpha val="15138"/>
                </a:srgbClr>
              </a:gs>
            </a:gsLst>
            <a:lin ang="5400000" scaled="0"/>
          </a:gradFill>
          <a:ln>
            <a:noFill/>
          </a:ln>
        </p:spPr>
      </p:sp>
      <p:sp>
        <p:nvSpPr>
          <p:cNvPr id="102" name="!!rect-309"/>
          <p:cNvSpPr/>
          <p:nvPr/>
        </p:nvSpPr>
        <p:spPr>
          <a:xfrm>
            <a:off x="4901842" y="6590812"/>
            <a:ext cx="2173338" cy="2198319"/>
          </a:xfrm>
          <a:prstGeom prst="roundRect">
            <a:avLst>
              <a:gd name="adj" fmla="val 4023"/>
            </a:avLst>
          </a:prstGeom>
          <a:solidFill>
            <a:srgbClr val="F4F8FA">
              <a:alpha val="40000"/>
            </a:srgbClr>
          </a:solidFill>
          <a:ln>
            <a:noFill/>
          </a:ln>
        </p:spPr>
      </p:sp>
      <p:sp>
        <p:nvSpPr>
          <p:cNvPr id="103" name="!!path-30a"/>
          <p:cNvSpPr/>
          <p:nvPr/>
        </p:nvSpPr>
        <p:spPr>
          <a:xfrm>
            <a:off x="5914549" y="6590812"/>
            <a:ext cx="421697" cy="267188"/>
          </a:xfrm>
          <a:custGeom>
            <a:avLst/>
            <a:gdLst/>
            <a:ahLst/>
            <a:cxnLst/>
            <a:rect l="l" t="t" r="r" b="b"/>
            <a:pathLst>
              <a:path w="421697" h="267188">
                <a:moveTo>
                  <a:pt x="0" y="267188"/>
                </a:moveTo>
                <a:lnTo>
                  <a:pt x="73962" y="0"/>
                </a:lnTo>
                <a:lnTo>
                  <a:pt x="421697" y="0"/>
                </a:lnTo>
                <a:lnTo>
                  <a:pt x="347734" y="267188"/>
                </a:lnTo>
                <a:close/>
              </a:path>
            </a:pathLst>
          </a:custGeom>
          <a:solidFill>
            <a:srgbClr val="FFFFFF">
              <a:alpha val="34000"/>
            </a:srgbClr>
          </a:solidFill>
          <a:ln>
            <a:noFill/>
          </a:ln>
        </p:spPr>
      </p:sp>
      <p:sp>
        <p:nvSpPr>
          <p:cNvPr id="104" name="!!path-30b"/>
          <p:cNvSpPr/>
          <p:nvPr/>
        </p:nvSpPr>
        <p:spPr>
          <a:xfrm>
            <a:off x="6370950" y="6590812"/>
            <a:ext cx="160896" cy="267188"/>
          </a:xfrm>
          <a:custGeom>
            <a:avLst/>
            <a:gdLst/>
            <a:ahLst/>
            <a:cxnLst/>
            <a:rect l="l" t="t" r="r" b="b"/>
            <a:pathLst>
              <a:path w="160896" h="267188">
                <a:moveTo>
                  <a:pt x="0" y="267188"/>
                </a:moveTo>
                <a:lnTo>
                  <a:pt x="73962" y="0"/>
                </a:lnTo>
                <a:lnTo>
                  <a:pt x="160896" y="0"/>
                </a:lnTo>
                <a:lnTo>
                  <a:pt x="86934" y="267188"/>
                </a:lnTo>
                <a:close/>
              </a:path>
            </a:pathLst>
          </a:custGeom>
          <a:solidFill>
            <a:srgbClr val="FFFFFF">
              <a:alpha val="28000"/>
            </a:srgbClr>
          </a:solidFill>
          <a:ln>
            <a:noFill/>
          </a:ln>
        </p:spPr>
      </p:sp>
      <p:sp>
        <p:nvSpPr>
          <p:cNvPr id="105" name="!!rect-30c"/>
          <p:cNvSpPr/>
          <p:nvPr/>
        </p:nvSpPr>
        <p:spPr>
          <a:xfrm>
            <a:off x="4911834" y="6600804"/>
            <a:ext cx="2153354" cy="2178334"/>
          </a:xfrm>
          <a:prstGeom prst="roundRect">
            <a:avLst>
              <a:gd name="adj" fmla="val 3770"/>
            </a:avLst>
          </a:prstGeom>
          <a:noFill/>
          <a:ln w="19985" cap="flat">
            <a:solidFill>
              <a:srgbClr val="FFFFFF">
                <a:alpha val="95000"/>
              </a:srgbClr>
            </a:solidFill>
            <a:prstDash val="solid"/>
            <a:miter lim="800000"/>
          </a:ln>
        </p:spPr>
      </p:sp>
      <p:sp>
        <p:nvSpPr>
          <p:cNvPr id="106" name="!!rect-30d"/>
          <p:cNvSpPr/>
          <p:nvPr/>
        </p:nvSpPr>
        <p:spPr>
          <a:xfrm>
            <a:off x="4901842" y="6590812"/>
            <a:ext cx="2173338" cy="2198319"/>
          </a:xfrm>
          <a:prstGeom prst="roundRect">
            <a:avLst>
              <a:gd name="adj" fmla="val 4023"/>
            </a:avLst>
          </a:prstGeom>
          <a:noFill/>
          <a:ln w="12490" cap="flat">
            <a:solidFill>
              <a:srgbClr val="8FA0AB">
                <a:alpha val="50000"/>
              </a:srgbClr>
            </a:solidFill>
            <a:prstDash val="solid"/>
            <a:miter lim="800000"/>
          </a:ln>
        </p:spPr>
      </p:sp>
      <p:sp>
        <p:nvSpPr>
          <p:cNvPr id="107" name="!!rect-30e"/>
          <p:cNvSpPr/>
          <p:nvPr/>
        </p:nvSpPr>
        <p:spPr>
          <a:xfrm>
            <a:off x="5039237" y="6728207"/>
            <a:ext cx="624523" cy="299771"/>
          </a:xfrm>
          <a:prstGeom prst="roundRect">
            <a:avLst>
              <a:gd name="adj" fmla="val 29167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108" name="!!text-6rd" descr="存書流程"/>
          <p:cNvSpPr txBox="1"/>
          <p:nvPr/>
        </p:nvSpPr>
        <p:spPr>
          <a:xfrm>
            <a:off x="711200" y="636016"/>
            <a:ext cx="710184" cy="2206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00" b="1" kern="0" spc="144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存書流</a:t>
            </a:r>
            <a:r>
              <a:rPr lang="zh-TW" altLang="en-US" sz="12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程</a:t>
            </a:r>
            <a:endParaRPr lang="zh-TW" sz="1200"/>
          </a:p>
        </p:txBody>
      </p:sp>
      <p:sp>
        <p:nvSpPr>
          <p:cNvPr id="109" name="!!circle-6rk"/>
          <p:cNvSpPr/>
          <p:nvPr/>
        </p:nvSpPr>
        <p:spPr>
          <a:xfrm>
            <a:off x="1568450" y="730250"/>
            <a:ext cx="63500" cy="63500"/>
          </a:xfrm>
          <a:prstGeom prst="ellipse">
            <a:avLst/>
          </a:prstGeom>
          <a:solidFill>
            <a:srgbClr val="E3E7EA"/>
          </a:solidFill>
          <a:ln>
            <a:noFill/>
          </a:ln>
        </p:spPr>
      </p:sp>
      <p:sp>
        <p:nvSpPr>
          <p:cNvPr id="110" name="!!circle-6rl"/>
          <p:cNvSpPr/>
          <p:nvPr/>
        </p:nvSpPr>
        <p:spPr>
          <a:xfrm>
            <a:off x="1568450" y="730250"/>
            <a:ext cx="63500" cy="63500"/>
          </a:xfrm>
          <a:prstGeom prst="ellipse">
            <a:avLst/>
          </a:prstGeom>
          <a:solidFill>
            <a:srgbClr val="627D8D"/>
          </a:solidFill>
          <a:ln>
            <a:noFill/>
          </a:ln>
        </p:spPr>
      </p:sp>
      <p:sp>
        <p:nvSpPr>
          <p:cNvPr id="111" name="!!circle-6rq"/>
          <p:cNvSpPr/>
          <p:nvPr/>
        </p:nvSpPr>
        <p:spPr>
          <a:xfrm>
            <a:off x="1733550" y="730250"/>
            <a:ext cx="63500" cy="63500"/>
          </a:xfrm>
          <a:prstGeom prst="ellipse">
            <a:avLst/>
          </a:prstGeom>
          <a:solidFill>
            <a:srgbClr val="E3E7EA"/>
          </a:solidFill>
          <a:ln>
            <a:noFill/>
          </a:ln>
        </p:spPr>
      </p:sp>
      <p:sp>
        <p:nvSpPr>
          <p:cNvPr id="112" name="!!circle-6rw"/>
          <p:cNvSpPr/>
          <p:nvPr/>
        </p:nvSpPr>
        <p:spPr>
          <a:xfrm>
            <a:off x="1898650" y="730250"/>
            <a:ext cx="63500" cy="63500"/>
          </a:xfrm>
          <a:prstGeom prst="ellipse">
            <a:avLst/>
          </a:prstGeom>
          <a:solidFill>
            <a:srgbClr val="E3E7EA"/>
          </a:solidFill>
          <a:ln>
            <a:noFill/>
          </a:ln>
        </p:spPr>
      </p:sp>
      <p:sp>
        <p:nvSpPr>
          <p:cNvPr id="113" name="!!circle-6s2"/>
          <p:cNvSpPr/>
          <p:nvPr/>
        </p:nvSpPr>
        <p:spPr>
          <a:xfrm>
            <a:off x="2063750" y="730250"/>
            <a:ext cx="63500" cy="63500"/>
          </a:xfrm>
          <a:prstGeom prst="ellipse">
            <a:avLst/>
          </a:prstGeom>
          <a:solidFill>
            <a:srgbClr val="E3E7EA"/>
          </a:solidFill>
          <a:ln>
            <a:noFill/>
          </a:ln>
        </p:spPr>
      </p:sp>
      <p:sp>
        <p:nvSpPr>
          <p:cNvPr id="114" name="!!text-6se" descr="01"/>
          <p:cNvSpPr txBox="1"/>
          <p:nvPr/>
        </p:nvSpPr>
        <p:spPr>
          <a:xfrm>
            <a:off x="698500" y="904748"/>
            <a:ext cx="619963" cy="66202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3600" kern="0" dirty="0">
                <a:solidFill>
                  <a:srgbClr val="627D8D"/>
                </a:solidFill>
                <a:latin typeface="Noto Sans TC ExtraLight"/>
                <a:ea typeface="Noto Sans TC ExtraLight"/>
                <a:cs typeface="Noto Sans TC ExtraLight"/>
              </a:rPr>
              <a:t>01</a:t>
            </a:r>
            <a:endParaRPr lang="zh-TW" sz="3600"/>
          </a:p>
        </p:txBody>
      </p:sp>
      <p:sp>
        <p:nvSpPr>
          <p:cNvPr id="115" name="!!text-6sh" descr="掃碼"/>
          <p:cNvSpPr txBox="1"/>
          <p:nvPr/>
        </p:nvSpPr>
        <p:spPr>
          <a:xfrm>
            <a:off x="1321003" y="904748"/>
            <a:ext cx="1051560" cy="66202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3600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掃碼</a:t>
            </a:r>
            <a:endParaRPr lang="zh-TW" sz="3600"/>
          </a:p>
        </p:txBody>
      </p:sp>
      <p:sp>
        <p:nvSpPr>
          <p:cNvPr id="116" name="!!text-6so" descr="QR Code 約每 30 秒更新，每組只能使用一次。"/>
          <p:cNvSpPr txBox="1"/>
          <p:nvPr/>
        </p:nvSpPr>
        <p:spPr>
          <a:xfrm>
            <a:off x="698500" y="1620520"/>
            <a:ext cx="4039934" cy="27584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500" kern="0" dirty="0">
                <a:solidFill>
                  <a:srgbClr val="3F4A54"/>
                </a:solidFill>
                <a:latin typeface="Noto Sans TC Medium"/>
                <a:ea typeface="Noto Sans TC Medium"/>
                <a:cs typeface="Noto Sans TC Medium"/>
              </a:rPr>
              <a:t>QR Code 約每 30 秒更新，每組只能使用一次。</a:t>
            </a:r>
            <a:endParaRPr lang="zh-TW" sz="1500"/>
          </a:p>
        </p:txBody>
      </p:sp>
      <p:sp>
        <p:nvSpPr>
          <p:cNvPr id="117" name="!!rect-70h"/>
          <p:cNvSpPr/>
          <p:nvPr/>
        </p:nvSpPr>
        <p:spPr>
          <a:xfrm>
            <a:off x="8521700" y="660400"/>
            <a:ext cx="2933700" cy="6121400"/>
          </a:xfrm>
          <a:prstGeom prst="roundRect">
            <a:avLst>
              <a:gd name="adj" fmla="val 18020"/>
            </a:avLst>
          </a:prstGeom>
          <a:solidFill>
            <a:srgbClr val="0B1A26">
              <a:alpha val="30000"/>
            </a:srgbClr>
          </a:solidFill>
          <a:ln>
            <a:noFill/>
          </a:ln>
          <a:effectLst>
            <a:softEdge rad="474980"/>
          </a:effectLst>
        </p:spPr>
      </p:sp>
      <p:sp>
        <p:nvSpPr>
          <p:cNvPr id="118" name="!!rect-70i"/>
          <p:cNvSpPr/>
          <p:nvPr/>
        </p:nvSpPr>
        <p:spPr>
          <a:xfrm>
            <a:off x="8591550" y="527050"/>
            <a:ext cx="2794000" cy="5829300"/>
          </a:xfrm>
          <a:prstGeom prst="roundRect">
            <a:avLst>
              <a:gd name="adj" fmla="val 16825"/>
            </a:avLst>
          </a:prstGeom>
          <a:solidFill>
            <a:srgbClr val="0B1A26">
              <a:alpha val="16000"/>
            </a:srgbClr>
          </a:solidFill>
          <a:ln>
            <a:noFill/>
          </a:ln>
          <a:effectLst>
            <a:softEdge rad="125730"/>
          </a:effectLst>
        </p:spPr>
      </p:sp>
      <p:sp>
        <p:nvSpPr>
          <p:cNvPr id="119" name="!!rect-70j"/>
          <p:cNvSpPr/>
          <p:nvPr/>
        </p:nvSpPr>
        <p:spPr>
          <a:xfrm>
            <a:off x="8590280" y="1676400"/>
            <a:ext cx="31750" cy="2159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120" name="!!rect-70k"/>
          <p:cNvSpPr/>
          <p:nvPr/>
        </p:nvSpPr>
        <p:spPr>
          <a:xfrm>
            <a:off x="8590280" y="2108200"/>
            <a:ext cx="31750" cy="4064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121" name="!!rect-70l"/>
          <p:cNvSpPr/>
          <p:nvPr/>
        </p:nvSpPr>
        <p:spPr>
          <a:xfrm>
            <a:off x="8590280" y="2603500"/>
            <a:ext cx="31750" cy="4064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122" name="!!rect-70m"/>
          <p:cNvSpPr/>
          <p:nvPr/>
        </p:nvSpPr>
        <p:spPr>
          <a:xfrm>
            <a:off x="11355070" y="2260600"/>
            <a:ext cx="31750" cy="6350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123" name="!!rect-70n"/>
          <p:cNvSpPr/>
          <p:nvPr/>
        </p:nvSpPr>
        <p:spPr>
          <a:xfrm>
            <a:off x="11357610" y="4114800"/>
            <a:ext cx="25400" cy="419100"/>
          </a:xfrm>
          <a:prstGeom prst="roundRect">
            <a:avLst>
              <a:gd name="adj" fmla="val 50000"/>
            </a:avLst>
          </a:prstGeom>
          <a:solidFill>
            <a:srgbClr val="8795A0"/>
          </a:solidFill>
          <a:ln>
            <a:noFill/>
          </a:ln>
        </p:spPr>
      </p:sp>
      <p:sp>
        <p:nvSpPr>
          <p:cNvPr id="124" name="!!rect-70o"/>
          <p:cNvSpPr/>
          <p:nvPr/>
        </p:nvSpPr>
        <p:spPr>
          <a:xfrm>
            <a:off x="8610600" y="508000"/>
            <a:ext cx="2755900" cy="5753100"/>
          </a:xfrm>
          <a:prstGeom prst="roundRect">
            <a:avLst>
              <a:gd name="adj" fmla="val 16359"/>
            </a:avLst>
          </a:prstGeom>
          <a:gradFill rotWithShape="1">
            <a:gsLst>
              <a:gs pos="0">
                <a:srgbClr val="FBFCFD"/>
              </a:gs>
              <a:gs pos="18000">
                <a:srgbClr val="DDE5EB"/>
              </a:gs>
              <a:gs pos="46000">
                <a:srgbClr val="B4C2CC"/>
              </a:gs>
              <a:gs pos="62000">
                <a:srgbClr val="D3DCE3"/>
              </a:gs>
              <a:gs pos="84000">
                <a:srgbClr val="A9B8C3"/>
              </a:gs>
              <a:gs pos="100000">
                <a:srgbClr val="E8EEF2"/>
              </a:gs>
              <a:gs pos="100000">
                <a:srgbClr val="E8EEF2"/>
              </a:gs>
            </a:gsLst>
            <a:lin ang="3864255" scaled="0"/>
          </a:gradFill>
          <a:ln>
            <a:noFill/>
          </a:ln>
        </p:spPr>
      </p:sp>
      <p:sp>
        <p:nvSpPr>
          <p:cNvPr id="125" name="!!rect-70p"/>
          <p:cNvSpPr/>
          <p:nvPr/>
        </p:nvSpPr>
        <p:spPr>
          <a:xfrm>
            <a:off x="8614410" y="511810"/>
            <a:ext cx="2748280" cy="5745480"/>
          </a:xfrm>
          <a:prstGeom prst="roundRect">
            <a:avLst>
              <a:gd name="adj" fmla="val 16266"/>
            </a:avLst>
          </a:prstGeom>
          <a:noFill/>
          <a:ln w="7620" cap="flat">
            <a:solidFill>
              <a:srgbClr val="7F8F9B">
                <a:alpha val="55000"/>
              </a:srgbClr>
            </a:solidFill>
            <a:prstDash val="solid"/>
            <a:miter lim="800000"/>
          </a:ln>
        </p:spPr>
      </p:sp>
      <p:sp>
        <p:nvSpPr>
          <p:cNvPr id="126" name="!!rect-70q"/>
          <p:cNvSpPr/>
          <p:nvPr/>
        </p:nvSpPr>
        <p:spPr>
          <a:xfrm>
            <a:off x="8637270" y="534670"/>
            <a:ext cx="2702560" cy="5699760"/>
          </a:xfrm>
          <a:prstGeom prst="roundRect">
            <a:avLst>
              <a:gd name="adj" fmla="val 15695"/>
            </a:avLst>
          </a:prstGeom>
          <a:noFill/>
          <a:ln w="8890" cap="flat">
            <a:solidFill>
              <a:srgbClr val="FFFFFF">
                <a:alpha val="75000"/>
              </a:srgbClr>
            </a:solidFill>
            <a:prstDash val="solid"/>
            <a:miter lim="800000"/>
          </a:ln>
        </p:spPr>
      </p:sp>
      <p:sp>
        <p:nvSpPr>
          <p:cNvPr id="127" name="!!rect-70r"/>
          <p:cNvSpPr/>
          <p:nvPr/>
        </p:nvSpPr>
        <p:spPr>
          <a:xfrm>
            <a:off x="8664575" y="561975"/>
            <a:ext cx="2647950" cy="5645150"/>
          </a:xfrm>
          <a:prstGeom prst="roundRect">
            <a:avLst>
              <a:gd name="adj" fmla="val 14988"/>
            </a:avLst>
          </a:prstGeom>
          <a:solidFill>
            <a:srgbClr val="050608"/>
          </a:solidFill>
          <a:ln>
            <a:noFill/>
          </a:ln>
        </p:spPr>
      </p:sp>
      <p:sp>
        <p:nvSpPr>
          <p:cNvPr id="128" name="!!rect-70t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solidFill>
            <a:srgbClr val="F3F5F7"/>
          </a:solidFill>
          <a:ln>
            <a:noFill/>
          </a:ln>
        </p:spPr>
      </p:sp>
      <p:sp>
        <p:nvSpPr>
          <p:cNvPr id="129" name="!!rect-731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solidFill>
            <a:srgbClr val="F3F5F7"/>
          </a:solidFill>
          <a:ln>
            <a:noFill/>
          </a:ln>
        </p:spPr>
      </p:sp>
      <p:sp>
        <p:nvSpPr>
          <p:cNvPr id="130" name="!!rect-732"/>
          <p:cNvSpPr/>
          <p:nvPr/>
        </p:nvSpPr>
        <p:spPr>
          <a:xfrm>
            <a:off x="8813800" y="1441450"/>
            <a:ext cx="2349500" cy="469900"/>
          </a:xfrm>
          <a:prstGeom prst="roundRect">
            <a:avLst>
              <a:gd name="adj" fmla="val 2162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31" name="!!rect-733"/>
          <p:cNvSpPr/>
          <p:nvPr/>
        </p:nvSpPr>
        <p:spPr>
          <a:xfrm>
            <a:off x="8915400" y="1543050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627D8D">
              <a:alpha val="12000"/>
            </a:srgbClr>
          </a:solidFill>
          <a:ln>
            <a:noFill/>
          </a:ln>
        </p:spPr>
      </p:sp>
      <p:sp>
        <p:nvSpPr>
          <p:cNvPr id="132" name="!!path-734"/>
          <p:cNvSpPr/>
          <p:nvPr/>
        </p:nvSpPr>
        <p:spPr>
          <a:xfrm>
            <a:off x="8990546" y="1629842"/>
            <a:ext cx="116459" cy="93167"/>
          </a:xfrm>
          <a:custGeom>
            <a:avLst/>
            <a:gdLst/>
            <a:ahLst/>
            <a:cxnLst/>
            <a:rect l="l" t="t" r="r" b="b"/>
            <a:pathLst>
              <a:path w="116459" h="93167">
                <a:moveTo>
                  <a:pt x="0" y="93167"/>
                </a:moveTo>
                <a:lnTo>
                  <a:pt x="116459" y="93167"/>
                </a:lnTo>
                <a:lnTo>
                  <a:pt x="116459" y="69875"/>
                </a:lnTo>
                <a:lnTo>
                  <a:pt x="0" y="69875"/>
                </a:lnTo>
                <a:lnTo>
                  <a:pt x="0" y="93167"/>
                </a:lnTo>
                <a:close/>
                <a:moveTo>
                  <a:pt x="11646" y="75698"/>
                </a:moveTo>
                <a:lnTo>
                  <a:pt x="23292" y="75698"/>
                </a:lnTo>
                <a:lnTo>
                  <a:pt x="23292" y="87344"/>
                </a:lnTo>
                <a:lnTo>
                  <a:pt x="11646" y="87344"/>
                </a:lnTo>
                <a:lnTo>
                  <a:pt x="11646" y="75698"/>
                </a:lnTo>
                <a:close/>
                <a:moveTo>
                  <a:pt x="0" y="0"/>
                </a:moveTo>
                <a:lnTo>
                  <a:pt x="0" y="23292"/>
                </a:lnTo>
                <a:lnTo>
                  <a:pt x="116459" y="23292"/>
                </a:lnTo>
                <a:lnTo>
                  <a:pt x="116459" y="0"/>
                </a:lnTo>
                <a:lnTo>
                  <a:pt x="0" y="0"/>
                </a:lnTo>
                <a:close/>
                <a:moveTo>
                  <a:pt x="23292" y="17469"/>
                </a:moveTo>
                <a:lnTo>
                  <a:pt x="11646" y="17469"/>
                </a:lnTo>
                <a:lnTo>
                  <a:pt x="11646" y="5823"/>
                </a:lnTo>
                <a:lnTo>
                  <a:pt x="23292" y="5823"/>
                </a:lnTo>
                <a:lnTo>
                  <a:pt x="23292" y="17469"/>
                </a:lnTo>
                <a:close/>
                <a:moveTo>
                  <a:pt x="0" y="58230"/>
                </a:moveTo>
                <a:lnTo>
                  <a:pt x="116459" y="58230"/>
                </a:lnTo>
                <a:lnTo>
                  <a:pt x="116459" y="34938"/>
                </a:lnTo>
                <a:lnTo>
                  <a:pt x="0" y="34938"/>
                </a:lnTo>
                <a:lnTo>
                  <a:pt x="0" y="58230"/>
                </a:lnTo>
                <a:close/>
                <a:moveTo>
                  <a:pt x="11646" y="40761"/>
                </a:moveTo>
                <a:lnTo>
                  <a:pt x="23292" y="40761"/>
                </a:lnTo>
                <a:lnTo>
                  <a:pt x="23292" y="52407"/>
                </a:lnTo>
                <a:lnTo>
                  <a:pt x="11646" y="52407"/>
                </a:lnTo>
                <a:lnTo>
                  <a:pt x="11646" y="40761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133" name="!!text-735" descr="圖書館大廳"/>
          <p:cNvSpPr txBox="1"/>
          <p:nvPr/>
        </p:nvSpPr>
        <p:spPr>
          <a:xfrm>
            <a:off x="9258300" y="1539494"/>
            <a:ext cx="538480" cy="14711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圖書館大廳</a:t>
            </a:r>
            <a:endParaRPr lang="zh-TW" sz="800"/>
          </a:p>
        </p:txBody>
      </p:sp>
      <p:sp>
        <p:nvSpPr>
          <p:cNvPr id="134" name="!!text-73b" descr="圖書館一樓"/>
          <p:cNvSpPr txBox="1"/>
          <p:nvPr/>
        </p:nvSpPr>
        <p:spPr>
          <a:xfrm>
            <a:off x="9258300" y="1694942"/>
            <a:ext cx="437515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圖書館一樓</a:t>
            </a:r>
            <a:endParaRPr lang="zh-TW" sz="650"/>
          </a:p>
        </p:txBody>
      </p:sp>
      <p:sp>
        <p:nvSpPr>
          <p:cNvPr id="135" name="!!rect-73h"/>
          <p:cNvSpPr/>
          <p:nvPr/>
        </p:nvSpPr>
        <p:spPr>
          <a:xfrm>
            <a:off x="8813800" y="2000250"/>
            <a:ext cx="2349500" cy="901700"/>
          </a:xfrm>
          <a:prstGeom prst="roundRect">
            <a:avLst>
              <a:gd name="adj" fmla="val 11268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36" name="!!text-73i" descr="依訂單存書"/>
          <p:cNvSpPr txBox="1"/>
          <p:nvPr/>
        </p:nvSpPr>
        <p:spPr>
          <a:xfrm>
            <a:off x="8915400" y="2066544"/>
            <a:ext cx="538480" cy="14711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依訂單存書</a:t>
            </a:r>
            <a:endParaRPr lang="zh-TW" sz="800"/>
          </a:p>
        </p:txBody>
      </p:sp>
      <p:sp>
        <p:nvSpPr>
          <p:cNvPr id="137" name="!!rect-73o"/>
          <p:cNvSpPr/>
          <p:nvPr/>
        </p:nvSpPr>
        <p:spPr>
          <a:xfrm>
            <a:off x="8915400" y="2273300"/>
            <a:ext cx="2146300" cy="6350"/>
          </a:xfrm>
          <a:prstGeom prst="rect">
            <a:avLst/>
          </a:prstGeom>
          <a:solidFill>
            <a:srgbClr val="E8EBEE"/>
          </a:solidFill>
          <a:ln>
            <a:noFill/>
          </a:ln>
        </p:spPr>
      </p:sp>
      <p:sp>
        <p:nvSpPr>
          <p:cNvPr id="138" name="!!rect-73p"/>
          <p:cNvSpPr/>
          <p:nvPr/>
        </p:nvSpPr>
        <p:spPr>
          <a:xfrm>
            <a:off x="8953500" y="2476500"/>
            <a:ext cx="114300" cy="114300"/>
          </a:xfrm>
          <a:prstGeom prst="roundRect">
            <a:avLst>
              <a:gd name="adj" fmla="val 22222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139" name="!!path-73q"/>
          <p:cNvSpPr/>
          <p:nvPr/>
        </p:nvSpPr>
        <p:spPr>
          <a:xfrm>
            <a:off x="8975725" y="2510790"/>
            <a:ext cx="71120" cy="48260"/>
          </a:xfrm>
          <a:custGeom>
            <a:avLst/>
            <a:gdLst/>
            <a:ahLst/>
            <a:cxnLst/>
            <a:rect l="l" t="t" r="r" b="b"/>
            <a:pathLst>
              <a:path w="71120" h="48260" fill="none">
                <a:moveTo>
                  <a:pt x="0" y="24130"/>
                </a:moveTo>
                <a:lnTo>
                  <a:pt x="24130" y="48260"/>
                </a:lnTo>
                <a:lnTo>
                  <a:pt x="71120" y="0"/>
                </a:lnTo>
              </a:path>
            </a:pathLst>
          </a:custGeom>
          <a:noFill/>
          <a:ln w="13970" cap="rnd">
            <a:solidFill>
              <a:srgbClr val="FFFFFF"/>
            </a:solidFill>
            <a:prstDash val="solid"/>
            <a:round/>
          </a:ln>
        </p:spPr>
      </p:sp>
      <p:sp>
        <p:nvSpPr>
          <p:cNvPr id="140" name="!!rect-73s"/>
          <p:cNvSpPr/>
          <p:nvPr/>
        </p:nvSpPr>
        <p:spPr>
          <a:xfrm>
            <a:off x="9182100" y="2355850"/>
            <a:ext cx="279400" cy="381000"/>
          </a:xfrm>
          <a:prstGeom prst="roundRect">
            <a:avLst>
              <a:gd name="adj" fmla="val 18182"/>
            </a:avLst>
          </a:prstGeom>
          <a:gradFill rotWithShape="1">
            <a:gsLst>
              <a:gs pos="0">
                <a:srgbClr val="5D856F"/>
              </a:gs>
              <a:gs pos="100000">
                <a:srgbClr val="3F624F"/>
              </a:gs>
              <a:gs pos="100000">
                <a:srgbClr val="3F624F"/>
              </a:gs>
            </a:gsLst>
            <a:lin ang="3224770" scaled="0"/>
          </a:gradFill>
          <a:ln>
            <a:noFill/>
          </a:ln>
        </p:spPr>
      </p:sp>
      <p:sp>
        <p:nvSpPr>
          <p:cNvPr id="141" name="!!rect-73t"/>
          <p:cNvSpPr/>
          <p:nvPr/>
        </p:nvSpPr>
        <p:spPr>
          <a:xfrm>
            <a:off x="9207246" y="2355850"/>
            <a:ext cx="13970" cy="381000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</p:spPr>
      </p:sp>
      <p:sp>
        <p:nvSpPr>
          <p:cNvPr id="142" name="!!rect-73u"/>
          <p:cNvSpPr/>
          <p:nvPr/>
        </p:nvSpPr>
        <p:spPr>
          <a:xfrm>
            <a:off x="9251950" y="2424430"/>
            <a:ext cx="156464" cy="26670"/>
          </a:xfrm>
          <a:prstGeom prst="roundRect">
            <a:avLst>
              <a:gd name="adj" fmla="val 28571"/>
            </a:avLst>
          </a:prstGeom>
          <a:solidFill>
            <a:srgbClr val="E7D9B8"/>
          </a:solidFill>
          <a:ln>
            <a:noFill/>
          </a:ln>
        </p:spPr>
      </p:sp>
      <p:sp>
        <p:nvSpPr>
          <p:cNvPr id="143" name="!!rect-73v"/>
          <p:cNvSpPr/>
          <p:nvPr/>
        </p:nvSpPr>
        <p:spPr>
          <a:xfrm>
            <a:off x="9251950" y="2470150"/>
            <a:ext cx="106172" cy="17145"/>
          </a:xfrm>
          <a:prstGeom prst="roundRect">
            <a:avLst>
              <a:gd name="adj" fmla="val 44444"/>
            </a:avLst>
          </a:prstGeom>
          <a:solidFill>
            <a:srgbClr val="E7D9B8">
              <a:alpha val="72000"/>
            </a:srgbClr>
          </a:solidFill>
          <a:ln>
            <a:noFill/>
          </a:ln>
        </p:spPr>
      </p:sp>
      <p:sp>
        <p:nvSpPr>
          <p:cNvPr id="144" name="!!rect-73w"/>
          <p:cNvSpPr/>
          <p:nvPr/>
        </p:nvSpPr>
        <p:spPr>
          <a:xfrm>
            <a:off x="9251950" y="2660650"/>
            <a:ext cx="78232" cy="15240"/>
          </a:xfrm>
          <a:prstGeom prst="roundRect">
            <a:avLst>
              <a:gd name="adj" fmla="val 50000"/>
            </a:avLst>
          </a:prstGeom>
          <a:solidFill>
            <a:srgbClr val="E7D9B8">
              <a:alpha val="55000"/>
            </a:srgbClr>
          </a:solidFill>
          <a:ln>
            <a:noFill/>
          </a:ln>
        </p:spPr>
      </p:sp>
      <p:sp>
        <p:nvSpPr>
          <p:cNvPr id="145" name="!!text-73x" descr="統計學概論"/>
          <p:cNvSpPr txBox="1"/>
          <p:nvPr/>
        </p:nvSpPr>
        <p:spPr>
          <a:xfrm>
            <a:off x="9537700" y="2367026"/>
            <a:ext cx="471170" cy="12872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00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統計學概論</a:t>
            </a:r>
            <a:endParaRPr lang="zh-TW" sz="700"/>
          </a:p>
        </p:txBody>
      </p:sp>
      <p:sp>
        <p:nvSpPr>
          <p:cNvPr id="146" name="!!text-743" descr="訂單編號 ODNMX0225"/>
          <p:cNvSpPr txBox="1"/>
          <p:nvPr/>
        </p:nvSpPr>
        <p:spPr>
          <a:xfrm>
            <a:off x="9537700" y="2508758"/>
            <a:ext cx="783488" cy="11033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00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訂單編號 ODNMX0225</a:t>
            </a:r>
            <a:endParaRPr lang="zh-TW" sz="600"/>
          </a:p>
        </p:txBody>
      </p:sp>
      <p:sp>
        <p:nvSpPr>
          <p:cNvPr id="147" name="!!rect-74i"/>
          <p:cNvSpPr/>
          <p:nvPr/>
        </p:nvSpPr>
        <p:spPr>
          <a:xfrm>
            <a:off x="9537700" y="2654300"/>
            <a:ext cx="382257" cy="120650"/>
          </a:xfrm>
          <a:prstGeom prst="roundRect">
            <a:avLst>
              <a:gd name="adj" fmla="val 31579"/>
            </a:avLst>
          </a:prstGeom>
          <a:solidFill>
            <a:srgbClr val="627D8D">
              <a:alpha val="14000"/>
            </a:srgbClr>
          </a:solidFill>
          <a:ln>
            <a:noFill/>
          </a:ln>
        </p:spPr>
      </p:sp>
      <p:sp>
        <p:nvSpPr>
          <p:cNvPr id="148" name="!!text-74j" descr="櫃門 A01"/>
          <p:cNvSpPr txBox="1"/>
          <p:nvPr/>
        </p:nvSpPr>
        <p:spPr>
          <a:xfrm>
            <a:off x="9588500" y="2658999"/>
            <a:ext cx="301612" cy="10114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550" kern="0" dirty="0">
                <a:solidFill>
                  <a:srgbClr val="627D8D"/>
                </a:solidFill>
                <a:latin typeface="Noto Sans TC SemiBold"/>
                <a:ea typeface="Noto Sans TC SemiBold"/>
                <a:cs typeface="Noto Sans TC SemiBold"/>
              </a:rPr>
              <a:t>櫃門 A01</a:t>
            </a:r>
            <a:endParaRPr lang="zh-TW" sz="550"/>
          </a:p>
        </p:txBody>
      </p:sp>
      <p:sp>
        <p:nvSpPr>
          <p:cNvPr id="149" name="!!path-74q"/>
          <p:cNvSpPr/>
          <p:nvPr/>
        </p:nvSpPr>
        <p:spPr>
          <a:xfrm>
            <a:off x="8712200" y="4919980"/>
            <a:ext cx="2552700" cy="1193800"/>
          </a:xfrm>
          <a:custGeom>
            <a:avLst/>
            <a:gdLst/>
            <a:ahLst/>
            <a:cxnLst/>
            <a:rect l="l" t="t" r="r" b="b"/>
            <a:pathLst>
              <a:path w="2552700" h="1193800">
                <a:moveTo>
                  <a:pt x="155217" y="1180661"/>
                </a:moveTo>
                <a:lnTo>
                  <a:pt x="102293" y="1137227"/>
                </a:lnTo>
                <a:lnTo>
                  <a:pt x="58859" y="1084303"/>
                </a:lnTo>
                <a:lnTo>
                  <a:pt x="26585" y="1023922"/>
                </a:lnTo>
                <a:lnTo>
                  <a:pt x="6711" y="958405"/>
                </a:lnTo>
                <a:lnTo>
                  <a:pt x="0" y="890270"/>
                </a:lnTo>
                <a:lnTo>
                  <a:pt x="0" y="152400"/>
                </a:lnTo>
                <a:lnTo>
                  <a:pt x="1058" y="128058"/>
                </a:lnTo>
                <a:lnTo>
                  <a:pt x="4233" y="105833"/>
                </a:lnTo>
                <a:lnTo>
                  <a:pt x="9525" y="85725"/>
                </a:lnTo>
                <a:lnTo>
                  <a:pt x="16933" y="67733"/>
                </a:lnTo>
                <a:lnTo>
                  <a:pt x="26458" y="51858"/>
                </a:lnTo>
                <a:lnTo>
                  <a:pt x="38100" y="38100"/>
                </a:lnTo>
                <a:lnTo>
                  <a:pt x="51858" y="26458"/>
                </a:lnTo>
                <a:lnTo>
                  <a:pt x="67733" y="16933"/>
                </a:lnTo>
                <a:lnTo>
                  <a:pt x="85725" y="9525"/>
                </a:lnTo>
                <a:lnTo>
                  <a:pt x="105833" y="4233"/>
                </a:lnTo>
                <a:lnTo>
                  <a:pt x="128058" y="1058"/>
                </a:lnTo>
                <a:lnTo>
                  <a:pt x="152400" y="0"/>
                </a:lnTo>
                <a:lnTo>
                  <a:pt x="2400300" y="0"/>
                </a:lnTo>
                <a:lnTo>
                  <a:pt x="2424642" y="1058"/>
                </a:lnTo>
                <a:lnTo>
                  <a:pt x="2446867" y="4233"/>
                </a:lnTo>
                <a:lnTo>
                  <a:pt x="2466975" y="9525"/>
                </a:lnTo>
                <a:lnTo>
                  <a:pt x="2484967" y="16933"/>
                </a:lnTo>
                <a:lnTo>
                  <a:pt x="2500842" y="26458"/>
                </a:lnTo>
                <a:lnTo>
                  <a:pt x="2514600" y="38100"/>
                </a:lnTo>
                <a:lnTo>
                  <a:pt x="2526242" y="51858"/>
                </a:lnTo>
                <a:lnTo>
                  <a:pt x="2535767" y="67733"/>
                </a:lnTo>
                <a:lnTo>
                  <a:pt x="2543175" y="85725"/>
                </a:lnTo>
                <a:lnTo>
                  <a:pt x="2548467" y="105833"/>
                </a:lnTo>
                <a:lnTo>
                  <a:pt x="2551642" y="128058"/>
                </a:lnTo>
                <a:lnTo>
                  <a:pt x="2552700" y="152400"/>
                </a:lnTo>
                <a:lnTo>
                  <a:pt x="2552700" y="890270"/>
                </a:lnTo>
                <a:lnTo>
                  <a:pt x="2545989" y="958405"/>
                </a:lnTo>
                <a:lnTo>
                  <a:pt x="2526115" y="1023922"/>
                </a:lnTo>
                <a:lnTo>
                  <a:pt x="2493841" y="1084303"/>
                </a:lnTo>
                <a:lnTo>
                  <a:pt x="2450407" y="1137227"/>
                </a:lnTo>
                <a:lnTo>
                  <a:pt x="2397483" y="1180661"/>
                </a:lnTo>
                <a:lnTo>
                  <a:pt x="2372901" y="1193800"/>
                </a:lnTo>
                <a:lnTo>
                  <a:pt x="179799" y="1193800"/>
                </a:lnTo>
                <a:close/>
              </a:path>
            </a:pathLst>
          </a:custGeom>
          <a:solidFill>
            <a:srgbClr val="0B1A26">
              <a:alpha val="2200"/>
            </a:srgbClr>
          </a:solidFill>
          <a:ln>
            <a:noFill/>
          </a:ln>
        </p:spPr>
      </p:sp>
      <p:sp>
        <p:nvSpPr>
          <p:cNvPr id="150" name="!!path-74r"/>
          <p:cNvSpPr/>
          <p:nvPr/>
        </p:nvSpPr>
        <p:spPr>
          <a:xfrm>
            <a:off x="8712200" y="4937125"/>
            <a:ext cx="2552700" cy="1193800"/>
          </a:xfrm>
          <a:custGeom>
            <a:avLst/>
            <a:gdLst/>
            <a:ahLst/>
            <a:cxnLst/>
            <a:rect l="l" t="t" r="r" b="b"/>
            <a:pathLst>
              <a:path w="2552700" h="1193800">
                <a:moveTo>
                  <a:pt x="155217" y="1163516"/>
                </a:moveTo>
                <a:lnTo>
                  <a:pt x="102293" y="1120082"/>
                </a:lnTo>
                <a:lnTo>
                  <a:pt x="58859" y="1067158"/>
                </a:lnTo>
                <a:lnTo>
                  <a:pt x="26585" y="1006777"/>
                </a:lnTo>
                <a:lnTo>
                  <a:pt x="6711" y="941260"/>
                </a:lnTo>
                <a:lnTo>
                  <a:pt x="0" y="873125"/>
                </a:lnTo>
                <a:lnTo>
                  <a:pt x="0" y="152400"/>
                </a:lnTo>
                <a:lnTo>
                  <a:pt x="1058" y="128058"/>
                </a:lnTo>
                <a:lnTo>
                  <a:pt x="4233" y="105833"/>
                </a:lnTo>
                <a:lnTo>
                  <a:pt x="9525" y="85725"/>
                </a:lnTo>
                <a:lnTo>
                  <a:pt x="16933" y="67733"/>
                </a:lnTo>
                <a:lnTo>
                  <a:pt x="26458" y="51858"/>
                </a:lnTo>
                <a:lnTo>
                  <a:pt x="38100" y="38100"/>
                </a:lnTo>
                <a:lnTo>
                  <a:pt x="51858" y="26458"/>
                </a:lnTo>
                <a:lnTo>
                  <a:pt x="67733" y="16933"/>
                </a:lnTo>
                <a:lnTo>
                  <a:pt x="85725" y="9525"/>
                </a:lnTo>
                <a:lnTo>
                  <a:pt x="105833" y="4233"/>
                </a:lnTo>
                <a:lnTo>
                  <a:pt x="128058" y="1058"/>
                </a:lnTo>
                <a:lnTo>
                  <a:pt x="152400" y="0"/>
                </a:lnTo>
                <a:lnTo>
                  <a:pt x="2400300" y="0"/>
                </a:lnTo>
                <a:lnTo>
                  <a:pt x="2424642" y="1058"/>
                </a:lnTo>
                <a:lnTo>
                  <a:pt x="2446867" y="4233"/>
                </a:lnTo>
                <a:lnTo>
                  <a:pt x="2466975" y="9525"/>
                </a:lnTo>
                <a:lnTo>
                  <a:pt x="2484967" y="16933"/>
                </a:lnTo>
                <a:lnTo>
                  <a:pt x="2500842" y="26458"/>
                </a:lnTo>
                <a:lnTo>
                  <a:pt x="2514600" y="38100"/>
                </a:lnTo>
                <a:lnTo>
                  <a:pt x="2526242" y="51858"/>
                </a:lnTo>
                <a:lnTo>
                  <a:pt x="2535767" y="67733"/>
                </a:lnTo>
                <a:lnTo>
                  <a:pt x="2543175" y="85725"/>
                </a:lnTo>
                <a:lnTo>
                  <a:pt x="2548467" y="105833"/>
                </a:lnTo>
                <a:lnTo>
                  <a:pt x="2551642" y="128058"/>
                </a:lnTo>
                <a:lnTo>
                  <a:pt x="2552700" y="152400"/>
                </a:lnTo>
                <a:lnTo>
                  <a:pt x="2552700" y="873125"/>
                </a:lnTo>
                <a:lnTo>
                  <a:pt x="2545989" y="941260"/>
                </a:lnTo>
                <a:lnTo>
                  <a:pt x="2526115" y="1006777"/>
                </a:lnTo>
                <a:lnTo>
                  <a:pt x="2493841" y="1067158"/>
                </a:lnTo>
                <a:lnTo>
                  <a:pt x="2450407" y="1120082"/>
                </a:lnTo>
                <a:lnTo>
                  <a:pt x="2397483" y="1163516"/>
                </a:lnTo>
                <a:lnTo>
                  <a:pt x="2340825" y="1193800"/>
                </a:lnTo>
                <a:lnTo>
                  <a:pt x="211875" y="1193800"/>
                </a:lnTo>
                <a:close/>
              </a:path>
            </a:pathLst>
          </a:custGeom>
          <a:solidFill>
            <a:srgbClr val="0B1A26">
              <a:alpha val="2200"/>
            </a:srgbClr>
          </a:solidFill>
          <a:ln>
            <a:noFill/>
          </a:ln>
        </p:spPr>
      </p:sp>
      <p:sp>
        <p:nvSpPr>
          <p:cNvPr id="151" name="!!path-74s"/>
          <p:cNvSpPr/>
          <p:nvPr/>
        </p:nvSpPr>
        <p:spPr>
          <a:xfrm>
            <a:off x="8712200" y="4951413"/>
            <a:ext cx="2552700" cy="1193800"/>
          </a:xfrm>
          <a:custGeom>
            <a:avLst/>
            <a:gdLst/>
            <a:ahLst/>
            <a:cxnLst/>
            <a:rect l="l" t="t" r="r" b="b"/>
            <a:pathLst>
              <a:path w="2552700" h="1193800">
                <a:moveTo>
                  <a:pt x="215598" y="1181502"/>
                </a:moveTo>
                <a:lnTo>
                  <a:pt x="155217" y="1149228"/>
                </a:lnTo>
                <a:lnTo>
                  <a:pt x="102293" y="1105795"/>
                </a:lnTo>
                <a:lnTo>
                  <a:pt x="58859" y="1052870"/>
                </a:lnTo>
                <a:lnTo>
                  <a:pt x="26585" y="992490"/>
                </a:lnTo>
                <a:lnTo>
                  <a:pt x="6711" y="926973"/>
                </a:lnTo>
                <a:lnTo>
                  <a:pt x="0" y="858838"/>
                </a:lnTo>
                <a:lnTo>
                  <a:pt x="0" y="152400"/>
                </a:lnTo>
                <a:lnTo>
                  <a:pt x="1058" y="128058"/>
                </a:lnTo>
                <a:lnTo>
                  <a:pt x="4233" y="105833"/>
                </a:lnTo>
                <a:lnTo>
                  <a:pt x="9525" y="85725"/>
                </a:lnTo>
                <a:lnTo>
                  <a:pt x="16933" y="67733"/>
                </a:lnTo>
                <a:lnTo>
                  <a:pt x="26458" y="51858"/>
                </a:lnTo>
                <a:lnTo>
                  <a:pt x="38100" y="38100"/>
                </a:lnTo>
                <a:lnTo>
                  <a:pt x="51858" y="26458"/>
                </a:lnTo>
                <a:lnTo>
                  <a:pt x="67733" y="16933"/>
                </a:lnTo>
                <a:lnTo>
                  <a:pt x="85725" y="9525"/>
                </a:lnTo>
                <a:lnTo>
                  <a:pt x="105833" y="4233"/>
                </a:lnTo>
                <a:lnTo>
                  <a:pt x="128058" y="1058"/>
                </a:lnTo>
                <a:lnTo>
                  <a:pt x="152400" y="0"/>
                </a:lnTo>
                <a:lnTo>
                  <a:pt x="2400300" y="0"/>
                </a:lnTo>
                <a:lnTo>
                  <a:pt x="2424642" y="1058"/>
                </a:lnTo>
                <a:lnTo>
                  <a:pt x="2446867" y="4233"/>
                </a:lnTo>
                <a:lnTo>
                  <a:pt x="2466975" y="9525"/>
                </a:lnTo>
                <a:lnTo>
                  <a:pt x="2484967" y="16933"/>
                </a:lnTo>
                <a:lnTo>
                  <a:pt x="2500842" y="26458"/>
                </a:lnTo>
                <a:lnTo>
                  <a:pt x="2514600" y="38100"/>
                </a:lnTo>
                <a:lnTo>
                  <a:pt x="2526242" y="51858"/>
                </a:lnTo>
                <a:lnTo>
                  <a:pt x="2535767" y="67733"/>
                </a:lnTo>
                <a:lnTo>
                  <a:pt x="2543175" y="85725"/>
                </a:lnTo>
                <a:lnTo>
                  <a:pt x="2548467" y="105833"/>
                </a:lnTo>
                <a:lnTo>
                  <a:pt x="2551642" y="128058"/>
                </a:lnTo>
                <a:lnTo>
                  <a:pt x="2552700" y="152400"/>
                </a:lnTo>
                <a:lnTo>
                  <a:pt x="2552700" y="858838"/>
                </a:lnTo>
                <a:lnTo>
                  <a:pt x="2545989" y="926973"/>
                </a:lnTo>
                <a:lnTo>
                  <a:pt x="2526115" y="992490"/>
                </a:lnTo>
                <a:lnTo>
                  <a:pt x="2493841" y="1052870"/>
                </a:lnTo>
                <a:lnTo>
                  <a:pt x="2450407" y="1105795"/>
                </a:lnTo>
                <a:lnTo>
                  <a:pt x="2397483" y="1149228"/>
                </a:lnTo>
                <a:lnTo>
                  <a:pt x="2337102" y="1181502"/>
                </a:lnTo>
                <a:lnTo>
                  <a:pt x="2296563" y="1193800"/>
                </a:lnTo>
                <a:lnTo>
                  <a:pt x="256137" y="1193800"/>
                </a:lnTo>
                <a:close/>
              </a:path>
            </a:pathLst>
          </a:custGeom>
          <a:solidFill>
            <a:srgbClr val="0B1A26">
              <a:alpha val="2200"/>
            </a:srgbClr>
          </a:solidFill>
          <a:ln>
            <a:noFill/>
          </a:ln>
        </p:spPr>
      </p:sp>
      <p:sp>
        <p:nvSpPr>
          <p:cNvPr id="152" name="!!path-74t"/>
          <p:cNvSpPr/>
          <p:nvPr/>
        </p:nvSpPr>
        <p:spPr>
          <a:xfrm>
            <a:off x="8712200" y="4965700"/>
            <a:ext cx="2552700" cy="1193800"/>
          </a:xfrm>
          <a:custGeom>
            <a:avLst/>
            <a:gdLst/>
            <a:ahLst/>
            <a:cxnLst/>
            <a:rect l="l" t="t" r="r" b="b"/>
            <a:pathLst>
              <a:path w="2552700" h="1193800">
                <a:moveTo>
                  <a:pt x="281115" y="1187089"/>
                </a:moveTo>
                <a:lnTo>
                  <a:pt x="215598" y="1167215"/>
                </a:lnTo>
                <a:lnTo>
                  <a:pt x="155217" y="1134941"/>
                </a:lnTo>
                <a:lnTo>
                  <a:pt x="102293" y="1091507"/>
                </a:lnTo>
                <a:lnTo>
                  <a:pt x="58859" y="1038583"/>
                </a:lnTo>
                <a:lnTo>
                  <a:pt x="26585" y="978202"/>
                </a:lnTo>
                <a:lnTo>
                  <a:pt x="6711" y="912685"/>
                </a:lnTo>
                <a:lnTo>
                  <a:pt x="0" y="844550"/>
                </a:lnTo>
                <a:lnTo>
                  <a:pt x="0" y="152400"/>
                </a:lnTo>
                <a:lnTo>
                  <a:pt x="1058" y="128058"/>
                </a:lnTo>
                <a:lnTo>
                  <a:pt x="4233" y="105833"/>
                </a:lnTo>
                <a:lnTo>
                  <a:pt x="9525" y="85725"/>
                </a:lnTo>
                <a:lnTo>
                  <a:pt x="16933" y="67733"/>
                </a:lnTo>
                <a:lnTo>
                  <a:pt x="26458" y="51858"/>
                </a:lnTo>
                <a:lnTo>
                  <a:pt x="38100" y="38100"/>
                </a:lnTo>
                <a:lnTo>
                  <a:pt x="51858" y="26458"/>
                </a:lnTo>
                <a:lnTo>
                  <a:pt x="67733" y="16933"/>
                </a:lnTo>
                <a:lnTo>
                  <a:pt x="85725" y="9525"/>
                </a:lnTo>
                <a:lnTo>
                  <a:pt x="105833" y="4233"/>
                </a:lnTo>
                <a:lnTo>
                  <a:pt x="128058" y="1058"/>
                </a:lnTo>
                <a:lnTo>
                  <a:pt x="152400" y="0"/>
                </a:lnTo>
                <a:lnTo>
                  <a:pt x="2400300" y="0"/>
                </a:lnTo>
                <a:lnTo>
                  <a:pt x="2424642" y="1058"/>
                </a:lnTo>
                <a:lnTo>
                  <a:pt x="2446867" y="4233"/>
                </a:lnTo>
                <a:lnTo>
                  <a:pt x="2466975" y="9525"/>
                </a:lnTo>
                <a:lnTo>
                  <a:pt x="2484967" y="16933"/>
                </a:lnTo>
                <a:lnTo>
                  <a:pt x="2500842" y="26458"/>
                </a:lnTo>
                <a:lnTo>
                  <a:pt x="2514600" y="38100"/>
                </a:lnTo>
                <a:lnTo>
                  <a:pt x="2526242" y="51858"/>
                </a:lnTo>
                <a:lnTo>
                  <a:pt x="2535767" y="67733"/>
                </a:lnTo>
                <a:lnTo>
                  <a:pt x="2543175" y="85725"/>
                </a:lnTo>
                <a:lnTo>
                  <a:pt x="2548467" y="105833"/>
                </a:lnTo>
                <a:lnTo>
                  <a:pt x="2551642" y="128058"/>
                </a:lnTo>
                <a:lnTo>
                  <a:pt x="2552700" y="152400"/>
                </a:lnTo>
                <a:lnTo>
                  <a:pt x="2552700" y="844550"/>
                </a:lnTo>
                <a:lnTo>
                  <a:pt x="2545989" y="912685"/>
                </a:lnTo>
                <a:lnTo>
                  <a:pt x="2526115" y="978202"/>
                </a:lnTo>
                <a:lnTo>
                  <a:pt x="2493841" y="1038583"/>
                </a:lnTo>
                <a:lnTo>
                  <a:pt x="2450407" y="1091507"/>
                </a:lnTo>
                <a:lnTo>
                  <a:pt x="2397483" y="1134941"/>
                </a:lnTo>
                <a:lnTo>
                  <a:pt x="2337102" y="1167215"/>
                </a:lnTo>
                <a:lnTo>
                  <a:pt x="2271585" y="1187089"/>
                </a:lnTo>
                <a:lnTo>
                  <a:pt x="2203450" y="1193800"/>
                </a:lnTo>
                <a:lnTo>
                  <a:pt x="349250" y="11938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53" name="!!text-74u" descr="請於 0:52 內確認"/>
          <p:cNvSpPr txBox="1"/>
          <p:nvPr/>
        </p:nvSpPr>
        <p:spPr>
          <a:xfrm>
            <a:off x="9683486" y="5035042"/>
            <a:ext cx="634892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請於 0:52 內確認</a:t>
            </a:r>
            <a:endParaRPr lang="zh-TW" sz="650"/>
          </a:p>
        </p:txBody>
      </p:sp>
      <p:sp>
        <p:nvSpPr>
          <p:cNvPr id="154" name="!!rect-759"/>
          <p:cNvSpPr/>
          <p:nvPr/>
        </p:nvSpPr>
        <p:spPr>
          <a:xfrm>
            <a:off x="8814135" y="5207043"/>
            <a:ext cx="2348830" cy="304713"/>
          </a:xfrm>
          <a:prstGeom prst="roundRect">
            <a:avLst>
              <a:gd name="adj" fmla="val 29167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155" name="!!path-75a"/>
          <p:cNvSpPr/>
          <p:nvPr/>
        </p:nvSpPr>
        <p:spPr>
          <a:xfrm>
            <a:off x="9724034" y="5301206"/>
            <a:ext cx="84609" cy="111049"/>
          </a:xfrm>
          <a:custGeom>
            <a:avLst/>
            <a:gdLst/>
            <a:ahLst/>
            <a:cxnLst/>
            <a:rect l="l" t="t" r="r" b="b"/>
            <a:pathLst>
              <a:path w="84609" h="111049">
                <a:moveTo>
                  <a:pt x="42304" y="84609"/>
                </a:moveTo>
                <a:cubicBezTo>
                  <a:pt x="48121" y="84609"/>
                  <a:pt x="52880" y="79849"/>
                  <a:pt x="52880" y="74033"/>
                </a:cubicBezTo>
                <a:cubicBezTo>
                  <a:pt x="52880" y="68216"/>
                  <a:pt x="48121" y="63457"/>
                  <a:pt x="42304" y="63457"/>
                </a:cubicBezTo>
                <a:cubicBezTo>
                  <a:pt x="36487" y="63457"/>
                  <a:pt x="31728" y="68216"/>
                  <a:pt x="31728" y="74033"/>
                </a:cubicBezTo>
                <a:cubicBezTo>
                  <a:pt x="31728" y="79849"/>
                  <a:pt x="36487" y="84609"/>
                  <a:pt x="42304" y="84609"/>
                </a:cubicBezTo>
                <a:close/>
                <a:moveTo>
                  <a:pt x="74033" y="37016"/>
                </a:moveTo>
                <a:lnTo>
                  <a:pt x="68745" y="37016"/>
                </a:lnTo>
                <a:lnTo>
                  <a:pt x="68745" y="26440"/>
                </a:lnTo>
                <a:cubicBezTo>
                  <a:pt x="68745" y="11845"/>
                  <a:pt x="56899" y="0"/>
                  <a:pt x="42304" y="0"/>
                </a:cubicBezTo>
                <a:cubicBezTo>
                  <a:pt x="30248" y="0"/>
                  <a:pt x="19724" y="8144"/>
                  <a:pt x="16710" y="19830"/>
                </a:cubicBezTo>
                <a:cubicBezTo>
                  <a:pt x="15970" y="22686"/>
                  <a:pt x="17662" y="25541"/>
                  <a:pt x="20518" y="26282"/>
                </a:cubicBezTo>
                <a:cubicBezTo>
                  <a:pt x="23320" y="27022"/>
                  <a:pt x="26229" y="25330"/>
                  <a:pt x="26969" y="22474"/>
                </a:cubicBezTo>
                <a:cubicBezTo>
                  <a:pt x="23479" y="15494"/>
                  <a:pt x="32257" y="10576"/>
                  <a:pt x="42304" y="10576"/>
                </a:cubicBezTo>
                <a:cubicBezTo>
                  <a:pt x="51030" y="10576"/>
                  <a:pt x="58168" y="17715"/>
                  <a:pt x="58168" y="26440"/>
                </a:cubicBezTo>
                <a:lnTo>
                  <a:pt x="58168" y="37016"/>
                </a:lnTo>
                <a:lnTo>
                  <a:pt x="10576" y="37016"/>
                </a:lnTo>
                <a:cubicBezTo>
                  <a:pt x="4759" y="37016"/>
                  <a:pt x="0" y="41776"/>
                  <a:pt x="0" y="47592"/>
                </a:cubicBezTo>
                <a:lnTo>
                  <a:pt x="0" y="100473"/>
                </a:lnTo>
                <a:cubicBezTo>
                  <a:pt x="0" y="106290"/>
                  <a:pt x="4759" y="111049"/>
                  <a:pt x="10576" y="111049"/>
                </a:cubicBezTo>
                <a:lnTo>
                  <a:pt x="74033" y="111049"/>
                </a:lnTo>
                <a:cubicBezTo>
                  <a:pt x="79849" y="111049"/>
                  <a:pt x="84609" y="106290"/>
                  <a:pt x="84609" y="100473"/>
                </a:cubicBezTo>
                <a:lnTo>
                  <a:pt x="84609" y="47592"/>
                </a:lnTo>
                <a:cubicBezTo>
                  <a:pt x="84609" y="41776"/>
                  <a:pt x="79849" y="37016"/>
                  <a:pt x="74033" y="37016"/>
                </a:cubicBezTo>
                <a:close/>
                <a:moveTo>
                  <a:pt x="74033" y="95185"/>
                </a:moveTo>
                <a:cubicBezTo>
                  <a:pt x="74033" y="98093"/>
                  <a:pt x="71653" y="100473"/>
                  <a:pt x="68745" y="100473"/>
                </a:cubicBezTo>
                <a:lnTo>
                  <a:pt x="15864" y="100473"/>
                </a:lnTo>
                <a:cubicBezTo>
                  <a:pt x="12956" y="100473"/>
                  <a:pt x="10576" y="98093"/>
                  <a:pt x="10576" y="95185"/>
                </a:cubicBezTo>
                <a:lnTo>
                  <a:pt x="10576" y="52880"/>
                </a:lnTo>
                <a:cubicBezTo>
                  <a:pt x="10576" y="49972"/>
                  <a:pt x="12956" y="47592"/>
                  <a:pt x="15864" y="47592"/>
                </a:cubicBezTo>
                <a:lnTo>
                  <a:pt x="68745" y="47592"/>
                </a:lnTo>
                <a:cubicBezTo>
                  <a:pt x="71653" y="47592"/>
                  <a:pt x="74033" y="49972"/>
                  <a:pt x="74033" y="52880"/>
                </a:cubicBezTo>
                <a:lnTo>
                  <a:pt x="74033" y="9518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56" name="!!text-75b" descr="開啟櫃門"/>
          <p:cNvSpPr txBox="1"/>
          <p:nvPr/>
        </p:nvSpPr>
        <p:spPr>
          <a:xfrm>
            <a:off x="9867934" y="5279667"/>
            <a:ext cx="436755" cy="1470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00" b="1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開啟櫃門</a:t>
            </a:r>
            <a:endParaRPr lang="zh-TW" sz="800"/>
          </a:p>
        </p:txBody>
      </p:sp>
      <p:sp>
        <p:nvSpPr>
          <p:cNvPr id="157" name="!!rect-75j"/>
          <p:cNvSpPr/>
          <p:nvPr/>
        </p:nvSpPr>
        <p:spPr>
          <a:xfrm>
            <a:off x="8818563" y="5567363"/>
            <a:ext cx="2339975" cy="295275"/>
          </a:xfrm>
          <a:prstGeom prst="roundRect">
            <a:avLst>
              <a:gd name="adj" fmla="val 29032"/>
            </a:avLst>
          </a:prstGeom>
          <a:solidFill>
            <a:srgbClr val="FFFFFF"/>
          </a:solidFill>
          <a:ln w="9525" cap="flat">
            <a:solidFill>
              <a:srgbClr val="627D8D"/>
            </a:solidFill>
            <a:prstDash val="solid"/>
            <a:miter lim="800000"/>
          </a:ln>
        </p:spPr>
      </p:sp>
      <p:sp>
        <p:nvSpPr>
          <p:cNvPr id="158" name="!!text-75k" descr="取消作業"/>
          <p:cNvSpPr txBox="1"/>
          <p:nvPr/>
        </p:nvSpPr>
        <p:spPr>
          <a:xfrm>
            <a:off x="9785350" y="5635244"/>
            <a:ext cx="436880" cy="14711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取消作業</a:t>
            </a:r>
            <a:endParaRPr lang="zh-TW" sz="800"/>
          </a:p>
        </p:txBody>
      </p:sp>
      <p:sp>
        <p:nvSpPr>
          <p:cNvPr id="159" name="!!path-75q"/>
          <p:cNvSpPr/>
          <p:nvPr/>
        </p:nvSpPr>
        <p:spPr>
          <a:xfrm>
            <a:off x="8712200" y="609600"/>
            <a:ext cx="2552700" cy="730250"/>
          </a:xfrm>
          <a:custGeom>
            <a:avLst/>
            <a:gdLst/>
            <a:ahLst/>
            <a:cxnLst/>
            <a:rect l="l" t="t" r="r" b="b"/>
            <a:pathLst>
              <a:path w="2552700" h="730250">
                <a:moveTo>
                  <a:pt x="0" y="349250"/>
                </a:moveTo>
                <a:lnTo>
                  <a:pt x="6711" y="281115"/>
                </a:lnTo>
                <a:lnTo>
                  <a:pt x="26585" y="215598"/>
                </a:lnTo>
                <a:lnTo>
                  <a:pt x="58859" y="155217"/>
                </a:lnTo>
                <a:lnTo>
                  <a:pt x="102293" y="102293"/>
                </a:lnTo>
                <a:lnTo>
                  <a:pt x="155217" y="58859"/>
                </a:lnTo>
                <a:lnTo>
                  <a:pt x="215598" y="26585"/>
                </a:lnTo>
                <a:lnTo>
                  <a:pt x="281115" y="6711"/>
                </a:lnTo>
                <a:lnTo>
                  <a:pt x="349250" y="0"/>
                </a:lnTo>
                <a:lnTo>
                  <a:pt x="2203450" y="0"/>
                </a:lnTo>
                <a:lnTo>
                  <a:pt x="2271585" y="6711"/>
                </a:lnTo>
                <a:lnTo>
                  <a:pt x="2337102" y="26585"/>
                </a:lnTo>
                <a:lnTo>
                  <a:pt x="2397483" y="58859"/>
                </a:lnTo>
                <a:lnTo>
                  <a:pt x="2450407" y="102293"/>
                </a:lnTo>
                <a:lnTo>
                  <a:pt x="2493841" y="155217"/>
                </a:lnTo>
                <a:lnTo>
                  <a:pt x="2526115" y="215598"/>
                </a:lnTo>
                <a:lnTo>
                  <a:pt x="2545989" y="281115"/>
                </a:lnTo>
                <a:lnTo>
                  <a:pt x="2552700" y="349250"/>
                </a:lnTo>
                <a:lnTo>
                  <a:pt x="2552700" y="577850"/>
                </a:lnTo>
                <a:lnTo>
                  <a:pt x="2551642" y="602192"/>
                </a:lnTo>
                <a:lnTo>
                  <a:pt x="2548467" y="624417"/>
                </a:lnTo>
                <a:lnTo>
                  <a:pt x="2543175" y="644525"/>
                </a:lnTo>
                <a:lnTo>
                  <a:pt x="2535767" y="662517"/>
                </a:lnTo>
                <a:lnTo>
                  <a:pt x="2526242" y="678392"/>
                </a:lnTo>
                <a:lnTo>
                  <a:pt x="2514600" y="692150"/>
                </a:lnTo>
                <a:lnTo>
                  <a:pt x="2500842" y="703792"/>
                </a:lnTo>
                <a:lnTo>
                  <a:pt x="2484967" y="713317"/>
                </a:lnTo>
                <a:lnTo>
                  <a:pt x="2466975" y="720725"/>
                </a:lnTo>
                <a:lnTo>
                  <a:pt x="2446867" y="726017"/>
                </a:lnTo>
                <a:lnTo>
                  <a:pt x="2424642" y="729192"/>
                </a:lnTo>
                <a:lnTo>
                  <a:pt x="2400300" y="730250"/>
                </a:lnTo>
                <a:lnTo>
                  <a:pt x="152400" y="730250"/>
                </a:lnTo>
                <a:lnTo>
                  <a:pt x="128058" y="729192"/>
                </a:lnTo>
                <a:lnTo>
                  <a:pt x="105833" y="726017"/>
                </a:lnTo>
                <a:lnTo>
                  <a:pt x="85725" y="720725"/>
                </a:lnTo>
                <a:lnTo>
                  <a:pt x="67733" y="713317"/>
                </a:lnTo>
                <a:lnTo>
                  <a:pt x="51858" y="703792"/>
                </a:lnTo>
                <a:lnTo>
                  <a:pt x="38100" y="692150"/>
                </a:lnTo>
                <a:lnTo>
                  <a:pt x="26458" y="678392"/>
                </a:lnTo>
                <a:lnTo>
                  <a:pt x="16933" y="662517"/>
                </a:lnTo>
                <a:lnTo>
                  <a:pt x="9525" y="644525"/>
                </a:lnTo>
                <a:lnTo>
                  <a:pt x="4233" y="624417"/>
                </a:lnTo>
                <a:lnTo>
                  <a:pt x="1058" y="602192"/>
                </a:lnTo>
                <a:lnTo>
                  <a:pt x="0" y="577850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160" name="!!text-75r" descr="2:25"/>
          <p:cNvSpPr txBox="1"/>
          <p:nvPr/>
        </p:nvSpPr>
        <p:spPr>
          <a:xfrm>
            <a:off x="9020597" y="714883"/>
            <a:ext cx="253790" cy="1563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50" kern="0" dirty="0">
                <a:solidFill>
                  <a:srgbClr val="FFFFFF"/>
                </a:solidFill>
                <a:latin typeface="Noto Sans TC SemiBold"/>
                <a:ea typeface="Noto Sans TC SemiBold"/>
                <a:cs typeface="Noto Sans TC SemiBold"/>
              </a:rPr>
              <a:t>2:25</a:t>
            </a:r>
            <a:endParaRPr lang="zh-TW" sz="850"/>
          </a:p>
        </p:txBody>
      </p:sp>
      <p:sp>
        <p:nvSpPr>
          <p:cNvPr id="161" name="!!rect-75w"/>
          <p:cNvSpPr/>
          <p:nvPr/>
        </p:nvSpPr>
        <p:spPr>
          <a:xfrm>
            <a:off x="10579100" y="808990"/>
            <a:ext cx="21590" cy="2667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62" name="!!rect-75x"/>
          <p:cNvSpPr/>
          <p:nvPr/>
        </p:nvSpPr>
        <p:spPr>
          <a:xfrm>
            <a:off x="10612120" y="792480"/>
            <a:ext cx="21590" cy="4318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63" name="!!rect-75y"/>
          <p:cNvSpPr/>
          <p:nvPr/>
        </p:nvSpPr>
        <p:spPr>
          <a:xfrm>
            <a:off x="10645140" y="775970"/>
            <a:ext cx="21590" cy="5969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64" name="!!rect-75z"/>
          <p:cNvSpPr/>
          <p:nvPr/>
        </p:nvSpPr>
        <p:spPr>
          <a:xfrm>
            <a:off x="10678160" y="759460"/>
            <a:ext cx="21590" cy="7620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65" name="!!path-760"/>
          <p:cNvSpPr/>
          <p:nvPr/>
        </p:nvSpPr>
        <p:spPr>
          <a:xfrm>
            <a:off x="10763250" y="763570"/>
            <a:ext cx="95250" cy="70820"/>
          </a:xfrm>
          <a:custGeom>
            <a:avLst/>
            <a:gdLst/>
            <a:ahLst/>
            <a:cxnLst/>
            <a:rect l="l" t="t" r="r" b="b"/>
            <a:pathLst>
              <a:path w="95250" h="70820">
                <a:moveTo>
                  <a:pt x="47625" y="70820"/>
                </a:moveTo>
                <a:lnTo>
                  <a:pt x="31115" y="51135"/>
                </a:lnTo>
                <a:cubicBezTo>
                  <a:pt x="40714" y="43262"/>
                  <a:pt x="54536" y="43262"/>
                  <a:pt x="64135" y="51135"/>
                </a:cubicBezTo>
                <a:close/>
                <a:moveTo>
                  <a:pt x="0" y="23830"/>
                </a:moveTo>
                <a:cubicBezTo>
                  <a:pt x="27279" y="0"/>
                  <a:pt x="67971" y="0"/>
                  <a:pt x="95250" y="23830"/>
                </a:cubicBezTo>
                <a:lnTo>
                  <a:pt x="83820" y="37165"/>
                </a:lnTo>
                <a:cubicBezTo>
                  <a:pt x="63051" y="19153"/>
                  <a:pt x="32199" y="19153"/>
                  <a:pt x="11430" y="37165"/>
                </a:cubicBezTo>
                <a:close/>
                <a:moveTo>
                  <a:pt x="16510" y="43515"/>
                </a:moveTo>
                <a:cubicBezTo>
                  <a:pt x="34385" y="28089"/>
                  <a:pt x="60865" y="28089"/>
                  <a:pt x="78740" y="43515"/>
                </a:cubicBezTo>
                <a:lnTo>
                  <a:pt x="67310" y="56850"/>
                </a:lnTo>
                <a:cubicBezTo>
                  <a:pt x="55947" y="47238"/>
                  <a:pt x="39303" y="47238"/>
                  <a:pt x="27940" y="5685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66" name="!!rect-761"/>
          <p:cNvSpPr/>
          <p:nvPr/>
        </p:nvSpPr>
        <p:spPr>
          <a:xfrm>
            <a:off x="10902950" y="760730"/>
            <a:ext cx="161925" cy="78740"/>
          </a:xfrm>
          <a:prstGeom prst="roundRect">
            <a:avLst>
              <a:gd name="adj" fmla="val 32258"/>
            </a:avLst>
          </a:prstGeom>
          <a:noFill/>
          <a:ln w="6985" cap="flat">
            <a:solidFill>
              <a:srgbClr val="FFFFFF">
                <a:alpha val="38000"/>
              </a:srgbClr>
            </a:solidFill>
            <a:prstDash val="solid"/>
            <a:miter lim="800000"/>
          </a:ln>
        </p:spPr>
      </p:sp>
      <p:sp>
        <p:nvSpPr>
          <p:cNvPr id="167" name="!!rect-762"/>
          <p:cNvSpPr/>
          <p:nvPr/>
        </p:nvSpPr>
        <p:spPr>
          <a:xfrm>
            <a:off x="10916285" y="774065"/>
            <a:ext cx="110909" cy="52070"/>
          </a:xfrm>
          <a:prstGeom prst="roundRect">
            <a:avLst>
              <a:gd name="adj" fmla="val 26829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68" name="!!path-763"/>
          <p:cNvSpPr/>
          <p:nvPr/>
        </p:nvSpPr>
        <p:spPr>
          <a:xfrm>
            <a:off x="11074400" y="786130"/>
            <a:ext cx="10345" cy="27940"/>
          </a:xfrm>
          <a:custGeom>
            <a:avLst/>
            <a:gdLst/>
            <a:ahLst/>
            <a:cxnLst/>
            <a:rect l="l" t="t" r="r" b="b"/>
            <a:pathLst>
              <a:path w="10345" h="27940">
                <a:moveTo>
                  <a:pt x="0" y="0"/>
                </a:moveTo>
                <a:lnTo>
                  <a:pt x="0" y="27940"/>
                </a:lnTo>
                <a:cubicBezTo>
                  <a:pt x="6146" y="26066"/>
                  <a:pt x="10345" y="20395"/>
                  <a:pt x="10345" y="13970"/>
                </a:cubicBezTo>
                <a:cubicBezTo>
                  <a:pt x="10345" y="7545"/>
                  <a:pt x="6146" y="1874"/>
                  <a:pt x="0" y="0"/>
                </a:cubicBezTo>
                <a:close/>
              </a:path>
            </a:pathLst>
          </a:custGeom>
          <a:solidFill>
            <a:srgbClr val="FFFFFF">
              <a:alpha val="45000"/>
            </a:srgbClr>
          </a:solidFill>
          <a:ln>
            <a:noFill/>
          </a:ln>
        </p:spPr>
      </p:sp>
      <p:sp>
        <p:nvSpPr>
          <p:cNvPr id="169" name="!!path-764"/>
          <p:cNvSpPr/>
          <p:nvPr/>
        </p:nvSpPr>
        <p:spPr>
          <a:xfrm>
            <a:off x="8845537" y="1109129"/>
            <a:ext cx="62258" cy="105791"/>
          </a:xfrm>
          <a:custGeom>
            <a:avLst/>
            <a:gdLst/>
            <a:ahLst/>
            <a:cxnLst/>
            <a:rect l="l" t="t" r="r" b="b"/>
            <a:pathLst>
              <a:path w="62258" h="105791">
                <a:moveTo>
                  <a:pt x="62258" y="9363"/>
                </a:moveTo>
                <a:lnTo>
                  <a:pt x="52896" y="0"/>
                </a:lnTo>
                <a:lnTo>
                  <a:pt x="0" y="52896"/>
                </a:lnTo>
                <a:lnTo>
                  <a:pt x="52896" y="105791"/>
                </a:lnTo>
                <a:lnTo>
                  <a:pt x="62258" y="96429"/>
                </a:lnTo>
                <a:lnTo>
                  <a:pt x="18725" y="5289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70" name="!!path-765"/>
          <p:cNvSpPr/>
          <p:nvPr/>
        </p:nvSpPr>
        <p:spPr>
          <a:xfrm>
            <a:off x="9567329" y="1109129"/>
            <a:ext cx="105791" cy="105791"/>
          </a:xfrm>
          <a:custGeom>
            <a:avLst/>
            <a:gdLst/>
            <a:ahLst/>
            <a:cxnLst/>
            <a:rect l="l" t="t" r="r" b="b"/>
            <a:pathLst>
              <a:path w="105791" h="105791">
                <a:moveTo>
                  <a:pt x="39672" y="23803"/>
                </a:moveTo>
                <a:lnTo>
                  <a:pt x="39672" y="39672"/>
                </a:lnTo>
                <a:lnTo>
                  <a:pt x="23803" y="39672"/>
                </a:lnTo>
                <a:lnTo>
                  <a:pt x="23803" y="23803"/>
                </a:lnTo>
                <a:lnTo>
                  <a:pt x="39672" y="23803"/>
                </a:lnTo>
                <a:moveTo>
                  <a:pt x="47606" y="15869"/>
                </a:moveTo>
                <a:lnTo>
                  <a:pt x="15869" y="15869"/>
                </a:lnTo>
                <a:lnTo>
                  <a:pt x="15869" y="47606"/>
                </a:lnTo>
                <a:lnTo>
                  <a:pt x="47606" y="47606"/>
                </a:lnTo>
                <a:lnTo>
                  <a:pt x="47606" y="15869"/>
                </a:lnTo>
                <a:close/>
                <a:moveTo>
                  <a:pt x="39672" y="66119"/>
                </a:moveTo>
                <a:lnTo>
                  <a:pt x="39672" y="81988"/>
                </a:lnTo>
                <a:lnTo>
                  <a:pt x="23803" y="81988"/>
                </a:lnTo>
                <a:lnTo>
                  <a:pt x="23803" y="66119"/>
                </a:lnTo>
                <a:lnTo>
                  <a:pt x="39672" y="66119"/>
                </a:lnTo>
                <a:moveTo>
                  <a:pt x="47606" y="58185"/>
                </a:moveTo>
                <a:lnTo>
                  <a:pt x="15869" y="58185"/>
                </a:lnTo>
                <a:lnTo>
                  <a:pt x="15869" y="89922"/>
                </a:lnTo>
                <a:lnTo>
                  <a:pt x="47606" y="89922"/>
                </a:lnTo>
                <a:lnTo>
                  <a:pt x="47606" y="58185"/>
                </a:lnTo>
                <a:close/>
                <a:moveTo>
                  <a:pt x="81988" y="23803"/>
                </a:moveTo>
                <a:lnTo>
                  <a:pt x="81988" y="39672"/>
                </a:lnTo>
                <a:lnTo>
                  <a:pt x="66119" y="39672"/>
                </a:lnTo>
                <a:lnTo>
                  <a:pt x="66119" y="23803"/>
                </a:lnTo>
                <a:lnTo>
                  <a:pt x="81988" y="23803"/>
                </a:lnTo>
                <a:moveTo>
                  <a:pt x="89922" y="15869"/>
                </a:moveTo>
                <a:lnTo>
                  <a:pt x="58185" y="15869"/>
                </a:lnTo>
                <a:lnTo>
                  <a:pt x="58185" y="47606"/>
                </a:lnTo>
                <a:lnTo>
                  <a:pt x="89922" y="47606"/>
                </a:lnTo>
                <a:lnTo>
                  <a:pt x="89922" y="15869"/>
                </a:lnTo>
                <a:close/>
                <a:moveTo>
                  <a:pt x="58185" y="58185"/>
                </a:moveTo>
                <a:lnTo>
                  <a:pt x="66119" y="58185"/>
                </a:lnTo>
                <a:lnTo>
                  <a:pt x="66119" y="66119"/>
                </a:lnTo>
                <a:lnTo>
                  <a:pt x="58185" y="66119"/>
                </a:lnTo>
                <a:lnTo>
                  <a:pt x="58185" y="58185"/>
                </a:lnTo>
                <a:close/>
                <a:moveTo>
                  <a:pt x="66119" y="66119"/>
                </a:moveTo>
                <a:lnTo>
                  <a:pt x="74054" y="66119"/>
                </a:lnTo>
                <a:lnTo>
                  <a:pt x="74054" y="74054"/>
                </a:lnTo>
                <a:lnTo>
                  <a:pt x="66119" y="74054"/>
                </a:lnTo>
                <a:lnTo>
                  <a:pt x="66119" y="66119"/>
                </a:lnTo>
                <a:close/>
                <a:moveTo>
                  <a:pt x="74054" y="58185"/>
                </a:moveTo>
                <a:lnTo>
                  <a:pt x="81988" y="58185"/>
                </a:lnTo>
                <a:lnTo>
                  <a:pt x="81988" y="66119"/>
                </a:lnTo>
                <a:lnTo>
                  <a:pt x="74054" y="66119"/>
                </a:lnTo>
                <a:lnTo>
                  <a:pt x="74054" y="58185"/>
                </a:lnTo>
                <a:close/>
                <a:moveTo>
                  <a:pt x="58185" y="74054"/>
                </a:moveTo>
                <a:lnTo>
                  <a:pt x="66119" y="74054"/>
                </a:lnTo>
                <a:lnTo>
                  <a:pt x="66119" y="81988"/>
                </a:lnTo>
                <a:lnTo>
                  <a:pt x="58185" y="81988"/>
                </a:lnTo>
                <a:lnTo>
                  <a:pt x="58185" y="74054"/>
                </a:lnTo>
                <a:close/>
                <a:moveTo>
                  <a:pt x="66119" y="81988"/>
                </a:moveTo>
                <a:lnTo>
                  <a:pt x="74054" y="81988"/>
                </a:lnTo>
                <a:lnTo>
                  <a:pt x="74054" y="89922"/>
                </a:lnTo>
                <a:lnTo>
                  <a:pt x="66119" y="89922"/>
                </a:lnTo>
                <a:lnTo>
                  <a:pt x="66119" y="81988"/>
                </a:lnTo>
                <a:close/>
                <a:moveTo>
                  <a:pt x="74054" y="74054"/>
                </a:moveTo>
                <a:lnTo>
                  <a:pt x="81988" y="74054"/>
                </a:lnTo>
                <a:lnTo>
                  <a:pt x="81988" y="81988"/>
                </a:lnTo>
                <a:lnTo>
                  <a:pt x="74054" y="81988"/>
                </a:lnTo>
                <a:lnTo>
                  <a:pt x="74054" y="74054"/>
                </a:lnTo>
                <a:close/>
                <a:moveTo>
                  <a:pt x="81988" y="66119"/>
                </a:moveTo>
                <a:lnTo>
                  <a:pt x="89922" y="66119"/>
                </a:lnTo>
                <a:lnTo>
                  <a:pt x="89922" y="74054"/>
                </a:lnTo>
                <a:lnTo>
                  <a:pt x="81988" y="74054"/>
                </a:lnTo>
                <a:lnTo>
                  <a:pt x="81988" y="66119"/>
                </a:lnTo>
                <a:close/>
                <a:moveTo>
                  <a:pt x="81988" y="81988"/>
                </a:moveTo>
                <a:lnTo>
                  <a:pt x="89922" y="81988"/>
                </a:lnTo>
                <a:lnTo>
                  <a:pt x="89922" y="89922"/>
                </a:lnTo>
                <a:lnTo>
                  <a:pt x="81988" y="89922"/>
                </a:lnTo>
                <a:lnTo>
                  <a:pt x="81988" y="81988"/>
                </a:lnTo>
                <a:close/>
                <a:moveTo>
                  <a:pt x="105791" y="26448"/>
                </a:moveTo>
                <a:lnTo>
                  <a:pt x="95212" y="26448"/>
                </a:lnTo>
                <a:lnTo>
                  <a:pt x="95212" y="10579"/>
                </a:lnTo>
                <a:lnTo>
                  <a:pt x="79343" y="10579"/>
                </a:lnTo>
                <a:lnTo>
                  <a:pt x="79343" y="0"/>
                </a:lnTo>
                <a:lnTo>
                  <a:pt x="105791" y="0"/>
                </a:lnTo>
                <a:lnTo>
                  <a:pt x="105791" y="26448"/>
                </a:lnTo>
                <a:close/>
                <a:moveTo>
                  <a:pt x="105791" y="105791"/>
                </a:moveTo>
                <a:lnTo>
                  <a:pt x="105791" y="79343"/>
                </a:lnTo>
                <a:lnTo>
                  <a:pt x="95212" y="79343"/>
                </a:lnTo>
                <a:lnTo>
                  <a:pt x="95212" y="95212"/>
                </a:lnTo>
                <a:lnTo>
                  <a:pt x="79343" y="95212"/>
                </a:lnTo>
                <a:lnTo>
                  <a:pt x="79343" y="105791"/>
                </a:lnTo>
                <a:lnTo>
                  <a:pt x="105791" y="105791"/>
                </a:lnTo>
                <a:close/>
                <a:moveTo>
                  <a:pt x="0" y="105791"/>
                </a:moveTo>
                <a:lnTo>
                  <a:pt x="26448" y="105791"/>
                </a:lnTo>
                <a:lnTo>
                  <a:pt x="26448" y="95212"/>
                </a:lnTo>
                <a:lnTo>
                  <a:pt x="10579" y="95212"/>
                </a:lnTo>
                <a:lnTo>
                  <a:pt x="10579" y="79343"/>
                </a:lnTo>
                <a:lnTo>
                  <a:pt x="0" y="79343"/>
                </a:lnTo>
                <a:lnTo>
                  <a:pt x="0" y="105791"/>
                </a:lnTo>
                <a:close/>
                <a:moveTo>
                  <a:pt x="0" y="0"/>
                </a:moveTo>
                <a:lnTo>
                  <a:pt x="0" y="26448"/>
                </a:lnTo>
                <a:lnTo>
                  <a:pt x="10579" y="26448"/>
                </a:lnTo>
                <a:lnTo>
                  <a:pt x="10579" y="10579"/>
                </a:lnTo>
                <a:lnTo>
                  <a:pt x="26448" y="10579"/>
                </a:lnTo>
                <a:lnTo>
                  <a:pt x="26448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71" name="!!text-766" descr="確認書櫃作業"/>
          <p:cNvSpPr txBox="1"/>
          <p:nvPr/>
        </p:nvSpPr>
        <p:spPr>
          <a:xfrm>
            <a:off x="9734550" y="1070737"/>
            <a:ext cx="720090" cy="16550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1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確認書櫃作業</a:t>
            </a:r>
            <a:endParaRPr lang="zh-TW" sz="900"/>
          </a:p>
        </p:txBody>
      </p:sp>
      <p:sp>
        <p:nvSpPr>
          <p:cNvPr id="172" name="!!circle-76i"/>
          <p:cNvSpPr/>
          <p:nvPr/>
        </p:nvSpPr>
        <p:spPr>
          <a:xfrm>
            <a:off x="9816029" y="5186879"/>
            <a:ext cx="345042" cy="345042"/>
          </a:xfrm>
          <a:prstGeom prst="ellipse">
            <a:avLst/>
          </a:prstGeom>
          <a:solidFill>
            <a:srgbClr val="FFFFFF">
              <a:alpha val="2530"/>
            </a:srgbClr>
          </a:solidFill>
          <a:ln w="11763" cap="flat">
            <a:solidFill>
              <a:srgbClr val="0B1A26">
                <a:alpha val="843"/>
              </a:srgbClr>
            </a:solidFill>
            <a:prstDash val="solid"/>
            <a:miter lim="800000"/>
          </a:ln>
        </p:spPr>
      </p:sp>
      <p:sp>
        <p:nvSpPr>
          <p:cNvPr id="173" name="!!circle-76j"/>
          <p:cNvSpPr/>
          <p:nvPr/>
        </p:nvSpPr>
        <p:spPr>
          <a:xfrm>
            <a:off x="9686962" y="5057812"/>
            <a:ext cx="603177" cy="603177"/>
          </a:xfrm>
          <a:prstGeom prst="ellipse">
            <a:avLst/>
          </a:prstGeom>
          <a:noFill/>
          <a:ln w="12700" cap="flat">
            <a:solidFill>
              <a:srgbClr val="FFFFFF">
                <a:alpha val="1362"/>
              </a:srgbClr>
            </a:solidFill>
            <a:prstDash val="solid"/>
            <a:miter lim="800000"/>
          </a:ln>
        </p:spPr>
      </p:sp>
      <p:sp>
        <p:nvSpPr>
          <p:cNvPr id="174" name="!!rect-76m"/>
          <p:cNvSpPr/>
          <p:nvPr/>
        </p:nvSpPr>
        <p:spPr>
          <a:xfrm>
            <a:off x="9531350" y="6076950"/>
            <a:ext cx="914400" cy="31750"/>
          </a:xfrm>
          <a:prstGeom prst="roundRect">
            <a:avLst>
              <a:gd name="adj" fmla="val 50000"/>
            </a:avLst>
          </a:prstGeom>
          <a:solidFill>
            <a:srgbClr val="000000">
              <a:alpha val="90000"/>
            </a:srgbClr>
          </a:solidFill>
          <a:ln>
            <a:noFill/>
          </a:ln>
        </p:spPr>
      </p:sp>
      <p:sp>
        <p:nvSpPr>
          <p:cNvPr id="175" name="!!rect-7ie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10000"/>
                </a:srgbClr>
              </a:gs>
              <a:gs pos="30762">
                <a:srgbClr val="FFFFFF">
                  <a:alpha val="2000"/>
                </a:srgbClr>
              </a:gs>
              <a:gs pos="31723">
                <a:srgbClr val="FFFFFF">
                  <a:alpha val="0"/>
                </a:srgbClr>
              </a:gs>
              <a:gs pos="9613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4329186" scaled="0"/>
          </a:gradFill>
          <a:ln>
            <a:noFill/>
          </a:ln>
        </p:spPr>
      </p:sp>
      <p:sp>
        <p:nvSpPr>
          <p:cNvPr id="176" name="!!rect-7ih"/>
          <p:cNvSpPr/>
          <p:nvPr/>
        </p:nvSpPr>
        <p:spPr>
          <a:xfrm>
            <a:off x="9728200" y="679450"/>
            <a:ext cx="520700" cy="23495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</p:spPr>
      </p:sp>
      <p:sp>
        <p:nvSpPr>
          <p:cNvPr id="177" name="!!circle-7ii"/>
          <p:cNvSpPr/>
          <p:nvPr/>
        </p:nvSpPr>
        <p:spPr>
          <a:xfrm>
            <a:off x="10088880" y="757555"/>
            <a:ext cx="78740" cy="78740"/>
          </a:xfrm>
          <a:prstGeom prst="ellipse">
            <a:avLst/>
          </a:prstGeom>
          <a:solidFill>
            <a:srgbClr val="0A0F16"/>
          </a:solidFill>
          <a:ln>
            <a:noFill/>
          </a:ln>
        </p:spPr>
      </p:sp>
      <p:sp>
        <p:nvSpPr>
          <p:cNvPr id="178" name="!!circle-7ij"/>
          <p:cNvSpPr/>
          <p:nvPr/>
        </p:nvSpPr>
        <p:spPr>
          <a:xfrm>
            <a:off x="10107930" y="776605"/>
            <a:ext cx="40640" cy="40640"/>
          </a:xfrm>
          <a:prstGeom prst="ellipse">
            <a:avLst/>
          </a:prstGeom>
          <a:solidFill>
            <a:srgbClr val="111B28"/>
          </a:solidFill>
          <a:ln>
            <a:noFill/>
          </a:ln>
        </p:spPr>
      </p:sp>
      <p:sp>
        <p:nvSpPr>
          <p:cNvPr id="179" name="!!circle-7ik"/>
          <p:cNvSpPr/>
          <p:nvPr/>
        </p:nvSpPr>
        <p:spPr>
          <a:xfrm>
            <a:off x="10130155" y="781685"/>
            <a:ext cx="13970" cy="13970"/>
          </a:xfrm>
          <a:prstGeom prst="ellipse">
            <a:avLst/>
          </a:prstGeom>
          <a:solidFill>
            <a:srgbClr val="3A5070">
              <a:alpha val="80000"/>
            </a:srgbClr>
          </a:solidFill>
          <a:ln>
            <a:noFill/>
          </a:ln>
        </p:spPr>
      </p:sp>
      <p:sp>
        <p:nvSpPr>
          <p:cNvPr id="180" name="!!path-7iy"/>
          <p:cNvSpPr/>
          <p:nvPr/>
        </p:nvSpPr>
        <p:spPr>
          <a:xfrm>
            <a:off x="6056878" y="3213424"/>
            <a:ext cx="2617222" cy="2171376"/>
          </a:xfrm>
          <a:custGeom>
            <a:avLst/>
            <a:gdLst/>
            <a:ahLst/>
            <a:cxnLst/>
            <a:rect l="l" t="t" r="r" b="b"/>
            <a:pathLst>
              <a:path w="2617222" h="2171376" fill="none">
                <a:moveTo>
                  <a:pt x="2617222" y="2171376"/>
                </a:moveTo>
                <a:quadBezTo>
                  <a:pt x="1308608" y="0"/>
                  <a:pt x="0" y="889000"/>
                </a:quadBezTo>
              </a:path>
            </a:pathLst>
          </a:custGeom>
          <a:noFill/>
          <a:ln w="15875" cap="rnd">
            <a:solidFill>
              <a:srgbClr val="627D8D">
                <a:alpha val="55000"/>
              </a:srgbClr>
            </a:solidFill>
            <a:custDash>
              <a:ds d="40000" sp="360000"/>
            </a:custDash>
            <a:miter lim="800000"/>
          </a:ln>
        </p:spPr>
      </p:sp>
      <p:sp>
        <p:nvSpPr>
          <p:cNvPr id="181" name="!!path-7j0"/>
          <p:cNvSpPr/>
          <p:nvPr/>
        </p:nvSpPr>
        <p:spPr>
          <a:xfrm>
            <a:off x="6056878" y="3213424"/>
            <a:ext cx="2617222" cy="2171376"/>
          </a:xfrm>
          <a:custGeom>
            <a:avLst/>
            <a:gdLst/>
            <a:ahLst/>
            <a:cxnLst/>
            <a:rect l="l" t="t" r="r" b="b"/>
            <a:pathLst>
              <a:path w="2617222" h="2171376" fill="none">
                <a:moveTo>
                  <a:pt x="2617222" y="2171376"/>
                </a:moveTo>
                <a:quadBezTo>
                  <a:pt x="1308608" y="0"/>
                  <a:pt x="0" y="889000"/>
                </a:quadBezTo>
              </a:path>
            </a:pathLst>
          </a:custGeom>
          <a:noFill/>
          <a:ln w="25400" cap="rnd">
            <a:solidFill>
              <a:srgbClr val="627D8D">
                <a:alpha val="85000"/>
              </a:srgbClr>
            </a:solidFill>
            <a:custDash>
              <a:ds d="2622249" sp="17044617"/>
            </a:custDash>
            <a:miter lim="800000"/>
          </a:ln>
        </p:spPr>
      </p:sp>
      <p:sp>
        <p:nvSpPr>
          <p:cNvPr id="182" name="!!circle-7j3"/>
          <p:cNvSpPr/>
          <p:nvPr/>
        </p:nvSpPr>
        <p:spPr>
          <a:xfrm>
            <a:off x="8414912" y="5023095"/>
            <a:ext cx="165100" cy="165100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21213">
                <a:srgbClr val="627D8D">
                  <a:alpha val="950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83" name="!!circle-7j6"/>
          <p:cNvSpPr/>
          <p:nvPr/>
        </p:nvSpPr>
        <p:spPr>
          <a:xfrm>
            <a:off x="8436013" y="5146713"/>
            <a:ext cx="476174" cy="476174"/>
          </a:xfrm>
          <a:prstGeom prst="ellipse">
            <a:avLst/>
          </a:prstGeom>
          <a:noFill/>
          <a:ln w="15875" cap="flat">
            <a:solidFill>
              <a:srgbClr val="627D8D">
                <a:alpha val="5873"/>
              </a:srgbClr>
            </a:solidFill>
            <a:prstDash val="solid"/>
            <a:miter lim="800000"/>
          </a:ln>
        </p:spPr>
      </p:sp>
      <p:sp>
        <p:nvSpPr>
          <p:cNvPr id="184" name="!!path-9ic"/>
          <p:cNvSpPr/>
          <p:nvPr/>
        </p:nvSpPr>
        <p:spPr>
          <a:xfrm>
            <a:off x="381000" y="306527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85" name="!!path-9id"/>
          <p:cNvSpPr/>
          <p:nvPr/>
        </p:nvSpPr>
        <p:spPr>
          <a:xfrm>
            <a:off x="381000" y="308153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86" name="!!path-9ie"/>
          <p:cNvSpPr/>
          <p:nvPr/>
        </p:nvSpPr>
        <p:spPr>
          <a:xfrm>
            <a:off x="381000" y="309778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87" name="!!path-9if"/>
          <p:cNvSpPr/>
          <p:nvPr/>
        </p:nvSpPr>
        <p:spPr>
          <a:xfrm>
            <a:off x="381000" y="311404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88" name="!!path-9ig"/>
          <p:cNvSpPr/>
          <p:nvPr/>
        </p:nvSpPr>
        <p:spPr>
          <a:xfrm>
            <a:off x="381000" y="313030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89" name="!!path-9ih"/>
          <p:cNvSpPr/>
          <p:nvPr/>
        </p:nvSpPr>
        <p:spPr>
          <a:xfrm>
            <a:off x="381000" y="314655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90" name="!!path-9ii"/>
          <p:cNvSpPr/>
          <p:nvPr/>
        </p:nvSpPr>
        <p:spPr>
          <a:xfrm>
            <a:off x="381000" y="316281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91" name="!!path-9ij"/>
          <p:cNvSpPr/>
          <p:nvPr/>
        </p:nvSpPr>
        <p:spPr>
          <a:xfrm>
            <a:off x="381000" y="317906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92" name="!!path-9ik"/>
          <p:cNvSpPr/>
          <p:nvPr/>
        </p:nvSpPr>
        <p:spPr>
          <a:xfrm>
            <a:off x="419608" y="269342"/>
            <a:ext cx="128422" cy="122936"/>
          </a:xfrm>
          <a:custGeom>
            <a:avLst/>
            <a:gdLst/>
            <a:ahLst/>
            <a:cxnLst/>
            <a:rect l="l" t="t" r="r" b="b"/>
            <a:pathLst>
              <a:path w="128422" h="122936">
                <a:moveTo>
                  <a:pt x="0" y="17678"/>
                </a:moveTo>
                <a:lnTo>
                  <a:pt x="8128" y="5080"/>
                </a:lnTo>
                <a:cubicBezTo>
                  <a:pt x="32512" y="0"/>
                  <a:pt x="73152" y="7112"/>
                  <a:pt x="101600" y="26416"/>
                </a:cubicBezTo>
                <a:cubicBezTo>
                  <a:pt x="116840" y="37186"/>
                  <a:pt x="124968" y="49784"/>
                  <a:pt x="128422" y="62992"/>
                </a:cubicBezTo>
                <a:lnTo>
                  <a:pt x="128422" y="122936"/>
                </a:lnTo>
                <a:lnTo>
                  <a:pt x="0" y="1229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93" name="!!path-9il"/>
          <p:cNvSpPr/>
          <p:nvPr/>
        </p:nvSpPr>
        <p:spPr>
          <a:xfrm>
            <a:off x="419608" y="269342"/>
            <a:ext cx="128422" cy="62992"/>
          </a:xfrm>
          <a:custGeom>
            <a:avLst/>
            <a:gdLst/>
            <a:ahLst/>
            <a:cxnLst/>
            <a:rect l="l" t="t" r="r" b="b"/>
            <a:pathLst>
              <a:path w="128422" h="62992" fill="none">
                <a:moveTo>
                  <a:pt x="128422" y="62992"/>
                </a:moveTo>
                <a:cubicBezTo>
                  <a:pt x="124968" y="49784"/>
                  <a:pt x="116840" y="37186"/>
                  <a:pt x="101600" y="26416"/>
                </a:cubicBezTo>
                <a:cubicBezTo>
                  <a:pt x="73152" y="7112"/>
                  <a:pt x="32512" y="0"/>
                  <a:pt x="8128" y="5080"/>
                </a:cubicBezTo>
                <a:lnTo>
                  <a:pt x="0" y="1767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94" name="!!path-9im"/>
          <p:cNvSpPr/>
          <p:nvPr/>
        </p:nvSpPr>
        <p:spPr>
          <a:xfrm>
            <a:off x="407010" y="281534"/>
            <a:ext cx="141021" cy="110744"/>
          </a:xfrm>
          <a:custGeom>
            <a:avLst/>
            <a:gdLst/>
            <a:ahLst/>
            <a:cxnLst/>
            <a:rect l="l" t="t" r="r" b="b"/>
            <a:pathLst>
              <a:path w="141021" h="110744">
                <a:moveTo>
                  <a:pt x="0" y="22352"/>
                </a:moveTo>
                <a:lnTo>
                  <a:pt x="6502" y="6502"/>
                </a:lnTo>
                <a:cubicBezTo>
                  <a:pt x="36982" y="0"/>
                  <a:pt x="79654" y="7112"/>
                  <a:pt x="110134" y="25400"/>
                </a:cubicBezTo>
                <a:cubicBezTo>
                  <a:pt x="126390" y="35154"/>
                  <a:pt x="136550" y="49784"/>
                  <a:pt x="141021" y="62992"/>
                </a:cubicBezTo>
                <a:lnTo>
                  <a:pt x="141021" y="110744"/>
                </a:lnTo>
                <a:lnTo>
                  <a:pt x="0" y="110744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95" name="!!path-9in"/>
          <p:cNvSpPr/>
          <p:nvPr/>
        </p:nvSpPr>
        <p:spPr>
          <a:xfrm>
            <a:off x="407010" y="281534"/>
            <a:ext cx="141021" cy="62992"/>
          </a:xfrm>
          <a:custGeom>
            <a:avLst/>
            <a:gdLst/>
            <a:ahLst/>
            <a:cxnLst/>
            <a:rect l="l" t="t" r="r" b="b"/>
            <a:pathLst>
              <a:path w="141021" h="62992" fill="none">
                <a:moveTo>
                  <a:pt x="141021" y="62992"/>
                </a:moveTo>
                <a:cubicBezTo>
                  <a:pt x="136550" y="49784"/>
                  <a:pt x="126390" y="35154"/>
                  <a:pt x="110134" y="25400"/>
                </a:cubicBezTo>
                <a:cubicBezTo>
                  <a:pt x="79654" y="7112"/>
                  <a:pt x="36982" y="0"/>
                  <a:pt x="6502" y="6502"/>
                </a:cubicBezTo>
                <a:lnTo>
                  <a:pt x="0" y="22352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96" name="!!path-9io"/>
          <p:cNvSpPr/>
          <p:nvPr/>
        </p:nvSpPr>
        <p:spPr>
          <a:xfrm>
            <a:off x="395834" y="294742"/>
            <a:ext cx="151790" cy="97536"/>
          </a:xfrm>
          <a:custGeom>
            <a:avLst/>
            <a:gdLst/>
            <a:ahLst/>
            <a:cxnLst/>
            <a:rect l="l" t="t" r="r" b="b"/>
            <a:pathLst>
              <a:path w="151790" h="97536">
                <a:moveTo>
                  <a:pt x="0" y="23165"/>
                </a:moveTo>
                <a:lnTo>
                  <a:pt x="3861" y="12598"/>
                </a:lnTo>
                <a:cubicBezTo>
                  <a:pt x="37998" y="0"/>
                  <a:pt x="84734" y="5080"/>
                  <a:pt x="117246" y="21946"/>
                </a:cubicBezTo>
                <a:cubicBezTo>
                  <a:pt x="135534" y="31496"/>
                  <a:pt x="146710" y="43688"/>
                  <a:pt x="151790" y="55270"/>
                </a:cubicBezTo>
                <a:lnTo>
                  <a:pt x="151790" y="97536"/>
                </a:lnTo>
                <a:lnTo>
                  <a:pt x="0" y="975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97" name="!!path-9ip"/>
          <p:cNvSpPr/>
          <p:nvPr/>
        </p:nvSpPr>
        <p:spPr>
          <a:xfrm>
            <a:off x="395834" y="294742"/>
            <a:ext cx="151790" cy="55270"/>
          </a:xfrm>
          <a:custGeom>
            <a:avLst/>
            <a:gdLst/>
            <a:ahLst/>
            <a:cxnLst/>
            <a:rect l="l" t="t" r="r" b="b"/>
            <a:pathLst>
              <a:path w="151790" h="55270" fill="none">
                <a:moveTo>
                  <a:pt x="151790" y="55270"/>
                </a:moveTo>
                <a:cubicBezTo>
                  <a:pt x="146710" y="43688"/>
                  <a:pt x="135534" y="31496"/>
                  <a:pt x="117246" y="21946"/>
                </a:cubicBezTo>
                <a:cubicBezTo>
                  <a:pt x="84734" y="5080"/>
                  <a:pt x="37998" y="0"/>
                  <a:pt x="3861" y="12598"/>
                </a:cubicBezTo>
                <a:lnTo>
                  <a:pt x="0" y="23165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98" name="!!path-9iq"/>
          <p:cNvSpPr/>
          <p:nvPr/>
        </p:nvSpPr>
        <p:spPr>
          <a:xfrm>
            <a:off x="548234" y="264262"/>
            <a:ext cx="120294" cy="128016"/>
          </a:xfrm>
          <a:custGeom>
            <a:avLst/>
            <a:gdLst/>
            <a:ahLst/>
            <a:cxnLst/>
            <a:rect l="l" t="t" r="r" b="b"/>
            <a:pathLst>
              <a:path w="120294" h="128016">
                <a:moveTo>
                  <a:pt x="120294" y="18288"/>
                </a:moveTo>
                <a:lnTo>
                  <a:pt x="113589" y="4470"/>
                </a:lnTo>
                <a:cubicBezTo>
                  <a:pt x="86766" y="0"/>
                  <a:pt x="44094" y="10160"/>
                  <a:pt x="17678" y="30480"/>
                </a:cubicBezTo>
                <a:cubicBezTo>
                  <a:pt x="6502" y="39624"/>
                  <a:pt x="1422" y="52832"/>
                  <a:pt x="0" y="67056"/>
                </a:cubicBezTo>
                <a:lnTo>
                  <a:pt x="0" y="128016"/>
                </a:lnTo>
                <a:lnTo>
                  <a:pt x="120294" y="12801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99" name="!!path-9ir"/>
          <p:cNvSpPr/>
          <p:nvPr/>
        </p:nvSpPr>
        <p:spPr>
          <a:xfrm>
            <a:off x="548234" y="264262"/>
            <a:ext cx="120294" cy="67056"/>
          </a:xfrm>
          <a:custGeom>
            <a:avLst/>
            <a:gdLst/>
            <a:ahLst/>
            <a:cxnLst/>
            <a:rect l="l" t="t" r="r" b="b"/>
            <a:pathLst>
              <a:path w="120294" h="67056" fill="none">
                <a:moveTo>
                  <a:pt x="0" y="67056"/>
                </a:moveTo>
                <a:cubicBezTo>
                  <a:pt x="1422" y="52832"/>
                  <a:pt x="6502" y="39624"/>
                  <a:pt x="17678" y="30480"/>
                </a:cubicBezTo>
                <a:cubicBezTo>
                  <a:pt x="44094" y="10160"/>
                  <a:pt x="86766" y="0"/>
                  <a:pt x="113589" y="4470"/>
                </a:cubicBezTo>
                <a:lnTo>
                  <a:pt x="120294" y="1828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200" name="!!path-9is"/>
          <p:cNvSpPr/>
          <p:nvPr/>
        </p:nvSpPr>
        <p:spPr>
          <a:xfrm>
            <a:off x="548437" y="279502"/>
            <a:ext cx="133299" cy="112776"/>
          </a:xfrm>
          <a:custGeom>
            <a:avLst/>
            <a:gdLst/>
            <a:ahLst/>
            <a:cxnLst/>
            <a:rect l="l" t="t" r="r" b="b"/>
            <a:pathLst>
              <a:path w="133299" h="112776">
                <a:moveTo>
                  <a:pt x="133299" y="19710"/>
                </a:moveTo>
                <a:lnTo>
                  <a:pt x="127203" y="3048"/>
                </a:lnTo>
                <a:cubicBezTo>
                  <a:pt x="94691" y="0"/>
                  <a:pt x="54051" y="11176"/>
                  <a:pt x="27635" y="30683"/>
                </a:cubicBezTo>
                <a:cubicBezTo>
                  <a:pt x="13411" y="41250"/>
                  <a:pt x="4267" y="53848"/>
                  <a:pt x="0" y="65024"/>
                </a:cubicBezTo>
                <a:lnTo>
                  <a:pt x="0" y="112776"/>
                </a:lnTo>
                <a:lnTo>
                  <a:pt x="133299" y="11277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201" name="!!path-9it"/>
          <p:cNvSpPr/>
          <p:nvPr/>
        </p:nvSpPr>
        <p:spPr>
          <a:xfrm>
            <a:off x="548437" y="279502"/>
            <a:ext cx="133299" cy="65024"/>
          </a:xfrm>
          <a:custGeom>
            <a:avLst/>
            <a:gdLst/>
            <a:ahLst/>
            <a:cxnLst/>
            <a:rect l="l" t="t" r="r" b="b"/>
            <a:pathLst>
              <a:path w="133299" h="65024" fill="none">
                <a:moveTo>
                  <a:pt x="0" y="65024"/>
                </a:moveTo>
                <a:cubicBezTo>
                  <a:pt x="4267" y="53848"/>
                  <a:pt x="13411" y="41250"/>
                  <a:pt x="27635" y="30683"/>
                </a:cubicBezTo>
                <a:cubicBezTo>
                  <a:pt x="54051" y="11176"/>
                  <a:pt x="94691" y="0"/>
                  <a:pt x="127203" y="3048"/>
                </a:cubicBezTo>
                <a:lnTo>
                  <a:pt x="133299" y="19710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202" name="!!path-9iu"/>
          <p:cNvSpPr/>
          <p:nvPr/>
        </p:nvSpPr>
        <p:spPr>
          <a:xfrm>
            <a:off x="548843" y="293726"/>
            <a:ext cx="142646" cy="98552"/>
          </a:xfrm>
          <a:custGeom>
            <a:avLst/>
            <a:gdLst/>
            <a:ahLst/>
            <a:cxnLst/>
            <a:rect l="l" t="t" r="r" b="b"/>
            <a:pathLst>
              <a:path w="142646" h="98552">
                <a:moveTo>
                  <a:pt x="142646" y="18898"/>
                </a:moveTo>
                <a:lnTo>
                  <a:pt x="139802" y="8738"/>
                </a:lnTo>
                <a:cubicBezTo>
                  <a:pt x="106477" y="0"/>
                  <a:pt x="63805" y="5080"/>
                  <a:pt x="35357" y="19304"/>
                </a:cubicBezTo>
                <a:cubicBezTo>
                  <a:pt x="17069" y="28448"/>
                  <a:pt x="5893" y="42672"/>
                  <a:pt x="0" y="56286"/>
                </a:cubicBezTo>
                <a:lnTo>
                  <a:pt x="0" y="98552"/>
                </a:lnTo>
                <a:lnTo>
                  <a:pt x="142646" y="98552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203" name="!!path-9iv"/>
          <p:cNvSpPr/>
          <p:nvPr/>
        </p:nvSpPr>
        <p:spPr>
          <a:xfrm>
            <a:off x="548843" y="293726"/>
            <a:ext cx="142646" cy="56286"/>
          </a:xfrm>
          <a:custGeom>
            <a:avLst/>
            <a:gdLst/>
            <a:ahLst/>
            <a:cxnLst/>
            <a:rect l="l" t="t" r="r" b="b"/>
            <a:pathLst>
              <a:path w="142646" h="56286" fill="none">
                <a:moveTo>
                  <a:pt x="0" y="56286"/>
                </a:moveTo>
                <a:cubicBezTo>
                  <a:pt x="5893" y="42672"/>
                  <a:pt x="17069" y="28448"/>
                  <a:pt x="35357" y="19304"/>
                </a:cubicBezTo>
                <a:cubicBezTo>
                  <a:pt x="63805" y="5080"/>
                  <a:pt x="106477" y="0"/>
                  <a:pt x="139802" y="8738"/>
                </a:cubicBezTo>
                <a:lnTo>
                  <a:pt x="142646" y="1889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204" name="!!path-9iw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627D8D"/>
              </a:gs>
              <a:gs pos="21794">
                <a:srgbClr val="627D8D"/>
              </a:gs>
              <a:gs pos="55376">
                <a:srgbClr val="627D8D"/>
              </a:gs>
              <a:gs pos="96421">
                <a:srgbClr val="98ABB7"/>
              </a:gs>
              <a:gs pos="100000">
                <a:srgbClr val="98ABB7"/>
              </a:gs>
            </a:gsLst>
            <a:lin ang="1983350" scaled="0"/>
          </a:gradFill>
          <a:ln>
            <a:noFill/>
          </a:ln>
        </p:spPr>
      </p:sp>
      <p:sp>
        <p:nvSpPr>
          <p:cNvPr id="205" name="!!path-9ix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0000"/>
                </a:srgbClr>
              </a:gs>
              <a:gs pos="4764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83333" t="79291" r="16667" b="20709"/>
            </a:path>
          </a:gradFill>
          <a:ln>
            <a:noFill/>
          </a:ln>
        </p:spPr>
      </p:sp>
      <p:sp>
        <p:nvSpPr>
          <p:cNvPr id="206" name="!!line-9iy"/>
          <p:cNvSpPr/>
          <p:nvPr/>
        </p:nvSpPr>
        <p:spPr>
          <a:xfrm>
            <a:off x="549046" y="363017"/>
            <a:ext cx="1" cy="153619"/>
          </a:xfrm>
          <a:custGeom>
            <a:avLst/>
            <a:gdLst/>
            <a:ahLst/>
            <a:cxnLst/>
            <a:rect l="l" t="t" r="r" b="b"/>
            <a:pathLst>
              <a:path w="1" h="153619">
                <a:moveTo>
                  <a:pt x="0" y="0"/>
                </a:moveTo>
                <a:lnTo>
                  <a:pt x="0" y="153619"/>
                </a:lnTo>
              </a:path>
            </a:pathLst>
          </a:custGeom>
          <a:solidFill>
            <a:srgbClr val="000000"/>
          </a:solidFill>
          <a:ln w="6909" cap="rnd">
            <a:solidFill>
              <a:srgbClr val="C9D3D9"/>
            </a:solidFill>
            <a:prstDash val="solid"/>
            <a:miter lim="800000"/>
          </a:ln>
        </p:spPr>
      </p:sp>
      <p:sp>
        <p:nvSpPr>
          <p:cNvPr id="207" name="!!path-9iz"/>
          <p:cNvSpPr/>
          <p:nvPr/>
        </p:nvSpPr>
        <p:spPr>
          <a:xfrm>
            <a:off x="657962" y="442062"/>
            <a:ext cx="25400" cy="37998"/>
          </a:xfrm>
          <a:custGeom>
            <a:avLst/>
            <a:gdLst/>
            <a:ahLst/>
            <a:cxnLst/>
            <a:rect l="l" t="t" r="r" b="b"/>
            <a:pathLst>
              <a:path w="25400" h="37998">
                <a:moveTo>
                  <a:pt x="0" y="2642"/>
                </a:moveTo>
                <a:lnTo>
                  <a:pt x="15240" y="0"/>
                </a:lnTo>
                <a:lnTo>
                  <a:pt x="25400" y="37186"/>
                </a:lnTo>
                <a:lnTo>
                  <a:pt x="7518" y="37998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 w="1016" cap="flat">
            <a:solidFill>
              <a:srgbClr val="FFFFFF">
                <a:alpha val="55000"/>
              </a:srgbClr>
            </a:solidFill>
            <a:prstDash val="solid"/>
            <a:round/>
          </a:ln>
        </p:spPr>
      </p:sp>
      <p:sp>
        <p:nvSpPr>
          <p:cNvPr id="208" name="!!text-9j0" descr="救「舊」我的書"/>
          <p:cNvSpPr txBox="1"/>
          <p:nvPr/>
        </p:nvSpPr>
        <p:spPr>
          <a:xfrm>
            <a:off x="805879" y="251460"/>
            <a:ext cx="1120140" cy="25745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400" b="1" kern="0" spc="-70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救</a:t>
            </a:r>
            <a:r>
              <a:rPr lang="zh-TW" altLang="en-US" sz="14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「舊</a:t>
            </a:r>
            <a:r>
              <a:rPr lang="zh-TW" altLang="en-US" sz="1400" b="1" kern="0" spc="-70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」</a:t>
            </a:r>
            <a:r>
              <a:rPr lang="zh-TW" altLang="en-US" sz="14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我的書</a:t>
            </a:r>
            <a:endParaRPr lang="zh-TW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fast" p14:dur="1100" advTm="200">
        <p159:morph option="byObject"/>
      </p:transition>
    </mc:Choice>
    <mc:Fallback>
      <p:transition spd="fast" advTm="200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37.9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rect-1q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7"/>
          </a:solidFill>
          <a:ln>
            <a:noFill/>
          </a:ln>
        </p:spPr>
      </p:sp>
      <p:sp>
        <p:nvSpPr>
          <p:cNvPr id="3" name="!!ellipse-1q2"/>
          <p:cNvSpPr/>
          <p:nvPr/>
        </p:nvSpPr>
        <p:spPr>
          <a:xfrm>
            <a:off x="-889000" y="-952500"/>
            <a:ext cx="13970000" cy="7874000"/>
          </a:xfrm>
          <a:prstGeom prst="ellipse">
            <a:avLst/>
          </a:prstGeom>
          <a:gradFill rotWithShape="1">
            <a:gsLst>
              <a:gs pos="0">
                <a:srgbClr val="FFFFFF">
                  <a:alpha val="95000"/>
                </a:srgbClr>
              </a:gs>
              <a:gs pos="40865">
                <a:srgbClr val="FFFFFF">
                  <a:alpha val="35000"/>
                </a:srgbClr>
              </a:gs>
              <a:gs pos="68108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!!rect-1q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P1"/>
            <a:srcRect/>
            <a:tile tx="141383" ty="18968" sx="16667" sy="16667" flip="none" algn="tl"/>
          </a:blipFill>
          <a:ln>
            <a:noFill/>
          </a:ln>
        </p:spPr>
      </p:sp>
      <p:sp>
        <p:nvSpPr>
          <p:cNvPr id="5" name="!!circle-1qb"/>
          <p:cNvSpPr/>
          <p:nvPr/>
        </p:nvSpPr>
        <p:spPr>
          <a:xfrm>
            <a:off x="-193046" y="4887621"/>
            <a:ext cx="2046732" cy="2046732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" name="!!circle-1qg"/>
          <p:cNvSpPr/>
          <p:nvPr/>
        </p:nvSpPr>
        <p:spPr>
          <a:xfrm>
            <a:off x="2669273" y="6692926"/>
            <a:ext cx="1987309" cy="1987309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7" name="!!circle-1rf"/>
          <p:cNvSpPr/>
          <p:nvPr/>
        </p:nvSpPr>
        <p:spPr>
          <a:xfrm>
            <a:off x="738410" y="5728424"/>
            <a:ext cx="1614653" cy="1614653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8" name="!!circle-1ro"/>
          <p:cNvSpPr/>
          <p:nvPr/>
        </p:nvSpPr>
        <p:spPr>
          <a:xfrm>
            <a:off x="5286165" y="6839357"/>
            <a:ext cx="1641335" cy="1641335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9" name="!!circle-1rq"/>
          <p:cNvSpPr/>
          <p:nvPr/>
        </p:nvSpPr>
        <p:spPr>
          <a:xfrm>
            <a:off x="-1013047" y="3397320"/>
            <a:ext cx="1404252" cy="1404252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0" name="!!circle-1sg"/>
          <p:cNvSpPr/>
          <p:nvPr/>
        </p:nvSpPr>
        <p:spPr>
          <a:xfrm>
            <a:off x="-992784" y="2737384"/>
            <a:ext cx="1615783" cy="1615783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1" name="!!rect-1sh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5F7">
                  <a:alpha val="0"/>
                </a:srgbClr>
              </a:gs>
              <a:gs pos="20428">
                <a:srgbClr val="F3F5F7">
                  <a:alpha val="0"/>
                </a:srgbClr>
              </a:gs>
              <a:gs pos="66730">
                <a:srgbClr val="F3F5F7"/>
              </a:gs>
              <a:gs pos="100000">
                <a:srgbClr val="F3F5F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2" name="!!circle-1sj"/>
          <p:cNvSpPr/>
          <p:nvPr/>
        </p:nvSpPr>
        <p:spPr>
          <a:xfrm>
            <a:off x="113817" y="329917"/>
            <a:ext cx="50038" cy="50038"/>
          </a:xfrm>
          <a:prstGeom prst="ellipse">
            <a:avLst/>
          </a:prstGeom>
          <a:solidFill>
            <a:srgbClr val="627D8D">
              <a:alpha val="25400"/>
            </a:srgbClr>
          </a:solidFill>
          <a:ln>
            <a:noFill/>
          </a:ln>
        </p:spPr>
      </p:sp>
      <p:sp>
        <p:nvSpPr>
          <p:cNvPr id="13" name="!!circle-1sm"/>
          <p:cNvSpPr/>
          <p:nvPr/>
        </p:nvSpPr>
        <p:spPr>
          <a:xfrm>
            <a:off x="5652200" y="1578985"/>
            <a:ext cx="36055" cy="36055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14" name="!!circle-1sp"/>
          <p:cNvSpPr/>
          <p:nvPr/>
        </p:nvSpPr>
        <p:spPr>
          <a:xfrm>
            <a:off x="9305061" y="3491765"/>
            <a:ext cx="24295" cy="24295"/>
          </a:xfrm>
          <a:prstGeom prst="ellipse">
            <a:avLst/>
          </a:prstGeom>
          <a:solidFill>
            <a:srgbClr val="627D8D">
              <a:alpha val="18100"/>
            </a:srgbClr>
          </a:solidFill>
          <a:ln>
            <a:noFill/>
          </a:ln>
        </p:spPr>
      </p:sp>
      <p:sp>
        <p:nvSpPr>
          <p:cNvPr id="15" name="!!circle-1ss"/>
          <p:cNvSpPr/>
          <p:nvPr/>
        </p:nvSpPr>
        <p:spPr>
          <a:xfrm>
            <a:off x="3585292" y="6650870"/>
            <a:ext cx="25959" cy="25959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16" name="!!circle-1sv"/>
          <p:cNvSpPr/>
          <p:nvPr/>
        </p:nvSpPr>
        <p:spPr>
          <a:xfrm>
            <a:off x="1884386" y="1944015"/>
            <a:ext cx="35878" cy="35878"/>
          </a:xfrm>
          <a:prstGeom prst="ellipse">
            <a:avLst/>
          </a:prstGeom>
          <a:solidFill>
            <a:srgbClr val="627D8D">
              <a:alpha val="26800"/>
            </a:srgbClr>
          </a:solidFill>
          <a:ln>
            <a:noFill/>
          </a:ln>
        </p:spPr>
      </p:sp>
      <p:sp>
        <p:nvSpPr>
          <p:cNvPr id="17" name="!!circle-1sy"/>
          <p:cNvSpPr/>
          <p:nvPr/>
        </p:nvSpPr>
        <p:spPr>
          <a:xfrm>
            <a:off x="6747967" y="4164586"/>
            <a:ext cx="40234" cy="40234"/>
          </a:xfrm>
          <a:prstGeom prst="ellipse">
            <a:avLst/>
          </a:prstGeom>
          <a:solidFill>
            <a:srgbClr val="627D8D">
              <a:alpha val="31300"/>
            </a:srgbClr>
          </a:solidFill>
          <a:ln>
            <a:noFill/>
          </a:ln>
        </p:spPr>
      </p:sp>
      <p:sp>
        <p:nvSpPr>
          <p:cNvPr id="18" name="!!circle-1t1"/>
          <p:cNvSpPr/>
          <p:nvPr/>
        </p:nvSpPr>
        <p:spPr>
          <a:xfrm>
            <a:off x="10059030" y="200289"/>
            <a:ext cx="23559" cy="23559"/>
          </a:xfrm>
          <a:prstGeom prst="ellipse">
            <a:avLst/>
          </a:prstGeom>
          <a:solidFill>
            <a:srgbClr val="627D8D">
              <a:alpha val="17900"/>
            </a:srgbClr>
          </a:solidFill>
          <a:ln>
            <a:noFill/>
          </a:ln>
        </p:spPr>
      </p:sp>
      <p:sp>
        <p:nvSpPr>
          <p:cNvPr id="19" name="!!circle-1t4"/>
          <p:cNvSpPr/>
          <p:nvPr/>
        </p:nvSpPr>
        <p:spPr>
          <a:xfrm>
            <a:off x="1077476" y="5186418"/>
            <a:ext cx="29959" cy="29959"/>
          </a:xfrm>
          <a:prstGeom prst="ellipse">
            <a:avLst/>
          </a:prstGeom>
          <a:solidFill>
            <a:srgbClr val="627D8D">
              <a:alpha val="19400"/>
            </a:srgbClr>
          </a:solidFill>
          <a:ln>
            <a:noFill/>
          </a:ln>
        </p:spPr>
      </p:sp>
      <p:sp>
        <p:nvSpPr>
          <p:cNvPr id="20" name="!!circle-1t7"/>
          <p:cNvSpPr/>
          <p:nvPr/>
        </p:nvSpPr>
        <p:spPr>
          <a:xfrm>
            <a:off x="8545045" y="4667342"/>
            <a:ext cx="28702" cy="28702"/>
          </a:xfrm>
          <a:prstGeom prst="ellipse">
            <a:avLst/>
          </a:prstGeom>
          <a:solidFill>
            <a:srgbClr val="627D8D">
              <a:alpha val="17800"/>
            </a:srgbClr>
          </a:solidFill>
          <a:ln>
            <a:noFill/>
          </a:ln>
        </p:spPr>
      </p:sp>
      <p:sp>
        <p:nvSpPr>
          <p:cNvPr id="21" name="!!circle-1ta"/>
          <p:cNvSpPr/>
          <p:nvPr/>
        </p:nvSpPr>
        <p:spPr>
          <a:xfrm>
            <a:off x="11101008" y="2144313"/>
            <a:ext cx="24066" cy="24066"/>
          </a:xfrm>
          <a:prstGeom prst="ellipse">
            <a:avLst/>
          </a:prstGeom>
          <a:solidFill>
            <a:srgbClr val="627D8D">
              <a:alpha val="23900"/>
            </a:srgbClr>
          </a:solidFill>
          <a:ln>
            <a:noFill/>
          </a:ln>
        </p:spPr>
      </p:sp>
      <p:sp>
        <p:nvSpPr>
          <p:cNvPr id="22" name="!!circle-1td"/>
          <p:cNvSpPr/>
          <p:nvPr/>
        </p:nvSpPr>
        <p:spPr>
          <a:xfrm>
            <a:off x="8341674" y="6219910"/>
            <a:ext cx="35865" cy="35865"/>
          </a:xfrm>
          <a:prstGeom prst="ellipse">
            <a:avLst/>
          </a:prstGeom>
          <a:solidFill>
            <a:srgbClr val="627D8D">
              <a:alpha val="28200"/>
            </a:srgbClr>
          </a:solidFill>
          <a:ln>
            <a:noFill/>
          </a:ln>
        </p:spPr>
      </p:sp>
      <p:sp>
        <p:nvSpPr>
          <p:cNvPr id="23" name="!!circle-1tg"/>
          <p:cNvSpPr/>
          <p:nvPr/>
        </p:nvSpPr>
        <p:spPr>
          <a:xfrm>
            <a:off x="1421190" y="3508725"/>
            <a:ext cx="39218" cy="39218"/>
          </a:xfrm>
          <a:prstGeom prst="ellipse">
            <a:avLst/>
          </a:prstGeom>
          <a:solidFill>
            <a:srgbClr val="627D8D">
              <a:alpha val="29600"/>
            </a:srgbClr>
          </a:solidFill>
          <a:ln>
            <a:noFill/>
          </a:ln>
        </p:spPr>
      </p:sp>
      <p:sp>
        <p:nvSpPr>
          <p:cNvPr id="24" name="!!circle-1tj"/>
          <p:cNvSpPr/>
          <p:nvPr/>
        </p:nvSpPr>
        <p:spPr>
          <a:xfrm>
            <a:off x="7199807" y="6491062"/>
            <a:ext cx="49733" cy="49733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5" name="!!circle-1tm"/>
          <p:cNvSpPr/>
          <p:nvPr/>
        </p:nvSpPr>
        <p:spPr>
          <a:xfrm>
            <a:off x="6290642" y="2139836"/>
            <a:ext cx="41694" cy="41694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6" name="!!circle-1tp"/>
          <p:cNvSpPr/>
          <p:nvPr/>
        </p:nvSpPr>
        <p:spPr>
          <a:xfrm>
            <a:off x="6783814" y="5541489"/>
            <a:ext cx="31979" cy="31979"/>
          </a:xfrm>
          <a:prstGeom prst="ellipse">
            <a:avLst/>
          </a:prstGeom>
          <a:solidFill>
            <a:srgbClr val="627D8D">
              <a:alpha val="24100"/>
            </a:srgbClr>
          </a:solidFill>
          <a:ln>
            <a:noFill/>
          </a:ln>
        </p:spPr>
      </p:sp>
      <p:sp>
        <p:nvSpPr>
          <p:cNvPr id="27" name="!!circle-1ts"/>
          <p:cNvSpPr/>
          <p:nvPr/>
        </p:nvSpPr>
        <p:spPr>
          <a:xfrm>
            <a:off x="3813187" y="1510656"/>
            <a:ext cx="18085" cy="18085"/>
          </a:xfrm>
          <a:prstGeom prst="ellipse">
            <a:avLst/>
          </a:prstGeom>
          <a:solidFill>
            <a:srgbClr val="627D8D">
              <a:alpha val="10500"/>
            </a:srgbClr>
          </a:solidFill>
          <a:ln>
            <a:noFill/>
          </a:ln>
        </p:spPr>
      </p:sp>
      <p:sp>
        <p:nvSpPr>
          <p:cNvPr id="28" name="!!circle-1tv"/>
          <p:cNvSpPr/>
          <p:nvPr/>
        </p:nvSpPr>
        <p:spPr>
          <a:xfrm>
            <a:off x="7689443" y="-6317"/>
            <a:ext cx="38214" cy="38214"/>
          </a:xfrm>
          <a:prstGeom prst="ellipse">
            <a:avLst/>
          </a:prstGeom>
          <a:solidFill>
            <a:srgbClr val="627D8D">
              <a:alpha val="23100"/>
            </a:srgbClr>
          </a:solidFill>
          <a:ln>
            <a:noFill/>
          </a:ln>
        </p:spPr>
      </p:sp>
      <p:sp>
        <p:nvSpPr>
          <p:cNvPr id="29" name="!!circle-1ty"/>
          <p:cNvSpPr/>
          <p:nvPr/>
        </p:nvSpPr>
        <p:spPr>
          <a:xfrm>
            <a:off x="3383236" y="6665850"/>
            <a:ext cx="39243" cy="39243"/>
          </a:xfrm>
          <a:prstGeom prst="ellipse">
            <a:avLst/>
          </a:prstGeom>
          <a:solidFill>
            <a:srgbClr val="627D8D">
              <a:alpha val="27700"/>
            </a:srgbClr>
          </a:solidFill>
          <a:ln>
            <a:noFill/>
          </a:ln>
        </p:spPr>
      </p:sp>
      <p:sp>
        <p:nvSpPr>
          <p:cNvPr id="30" name="!!circle-1u1"/>
          <p:cNvSpPr/>
          <p:nvPr/>
        </p:nvSpPr>
        <p:spPr>
          <a:xfrm>
            <a:off x="1673960" y="6760500"/>
            <a:ext cx="34519" cy="34519"/>
          </a:xfrm>
          <a:prstGeom prst="ellipse">
            <a:avLst/>
          </a:prstGeom>
          <a:solidFill>
            <a:srgbClr val="627D8D">
              <a:alpha val="22500"/>
            </a:srgbClr>
          </a:solidFill>
          <a:ln>
            <a:noFill/>
          </a:ln>
        </p:spPr>
      </p:sp>
      <p:sp>
        <p:nvSpPr>
          <p:cNvPr id="31" name="!!circle-1u4"/>
          <p:cNvSpPr/>
          <p:nvPr/>
        </p:nvSpPr>
        <p:spPr>
          <a:xfrm>
            <a:off x="2565432" y="5474970"/>
            <a:ext cx="46228" cy="46228"/>
          </a:xfrm>
          <a:prstGeom prst="ellipse">
            <a:avLst/>
          </a:prstGeom>
          <a:solidFill>
            <a:srgbClr val="627D8D">
              <a:alpha val="26200"/>
            </a:srgbClr>
          </a:solidFill>
          <a:ln>
            <a:noFill/>
          </a:ln>
        </p:spPr>
      </p:sp>
      <p:sp>
        <p:nvSpPr>
          <p:cNvPr id="32" name="!!circle-1u7"/>
          <p:cNvSpPr/>
          <p:nvPr/>
        </p:nvSpPr>
        <p:spPr>
          <a:xfrm>
            <a:off x="7407481" y="4979851"/>
            <a:ext cx="49327" cy="49327"/>
          </a:xfrm>
          <a:prstGeom prst="ellipse">
            <a:avLst/>
          </a:prstGeom>
          <a:solidFill>
            <a:srgbClr val="627D8D">
              <a:alpha val="20800"/>
            </a:srgbClr>
          </a:solidFill>
          <a:ln>
            <a:noFill/>
          </a:ln>
        </p:spPr>
      </p:sp>
      <p:sp>
        <p:nvSpPr>
          <p:cNvPr id="33" name="!!circle-1ua"/>
          <p:cNvSpPr/>
          <p:nvPr/>
        </p:nvSpPr>
        <p:spPr>
          <a:xfrm>
            <a:off x="9689975" y="5777758"/>
            <a:ext cx="24054" cy="24054"/>
          </a:xfrm>
          <a:prstGeom prst="ellipse">
            <a:avLst/>
          </a:prstGeom>
          <a:solidFill>
            <a:srgbClr val="627D8D">
              <a:alpha val="22200"/>
            </a:srgbClr>
          </a:solidFill>
          <a:ln>
            <a:noFill/>
          </a:ln>
        </p:spPr>
      </p:sp>
      <p:sp>
        <p:nvSpPr>
          <p:cNvPr id="34" name="!!circle-1ud"/>
          <p:cNvSpPr/>
          <p:nvPr/>
        </p:nvSpPr>
        <p:spPr>
          <a:xfrm>
            <a:off x="2160599" y="1661429"/>
            <a:ext cx="32271" cy="32271"/>
          </a:xfrm>
          <a:prstGeom prst="ellipse">
            <a:avLst/>
          </a:prstGeom>
          <a:solidFill>
            <a:srgbClr val="627D8D">
              <a:alpha val="20500"/>
            </a:srgbClr>
          </a:solidFill>
          <a:ln>
            <a:noFill/>
          </a:ln>
        </p:spPr>
      </p:sp>
      <p:sp>
        <p:nvSpPr>
          <p:cNvPr id="35" name="!!circle-1ug"/>
          <p:cNvSpPr/>
          <p:nvPr/>
        </p:nvSpPr>
        <p:spPr>
          <a:xfrm>
            <a:off x="2082410" y="46910"/>
            <a:ext cx="21323" cy="21323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36" name="!!circle-1uj"/>
          <p:cNvSpPr/>
          <p:nvPr/>
        </p:nvSpPr>
        <p:spPr>
          <a:xfrm>
            <a:off x="2104096" y="2703184"/>
            <a:ext cx="34252" cy="34252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37" name="!!circle-1um"/>
          <p:cNvSpPr/>
          <p:nvPr/>
        </p:nvSpPr>
        <p:spPr>
          <a:xfrm>
            <a:off x="9624592" y="4759477"/>
            <a:ext cx="44196" cy="44196"/>
          </a:xfrm>
          <a:prstGeom prst="ellipse">
            <a:avLst/>
          </a:prstGeom>
          <a:solidFill>
            <a:srgbClr val="627D8D">
              <a:alpha val="21700"/>
            </a:srgbClr>
          </a:solidFill>
          <a:ln>
            <a:noFill/>
          </a:ln>
        </p:spPr>
      </p:sp>
      <p:sp>
        <p:nvSpPr>
          <p:cNvPr id="38" name="!!circle-1up"/>
          <p:cNvSpPr/>
          <p:nvPr/>
        </p:nvSpPr>
        <p:spPr>
          <a:xfrm>
            <a:off x="6831925" y="1955534"/>
            <a:ext cx="35192" cy="35192"/>
          </a:xfrm>
          <a:prstGeom prst="ellipse">
            <a:avLst/>
          </a:prstGeom>
          <a:solidFill>
            <a:srgbClr val="627D8D">
              <a:alpha val="27100"/>
            </a:srgbClr>
          </a:solidFill>
          <a:ln>
            <a:noFill/>
          </a:ln>
        </p:spPr>
      </p:sp>
      <p:sp>
        <p:nvSpPr>
          <p:cNvPr id="39" name="!!circle-1us"/>
          <p:cNvSpPr/>
          <p:nvPr/>
        </p:nvSpPr>
        <p:spPr>
          <a:xfrm>
            <a:off x="10076392" y="5595947"/>
            <a:ext cx="43358" cy="43358"/>
          </a:xfrm>
          <a:prstGeom prst="ellipse">
            <a:avLst/>
          </a:prstGeom>
          <a:solidFill>
            <a:srgbClr val="627D8D">
              <a:alpha val="19500"/>
            </a:srgbClr>
          </a:solidFill>
          <a:ln>
            <a:noFill/>
          </a:ln>
        </p:spPr>
      </p:sp>
      <p:sp>
        <p:nvSpPr>
          <p:cNvPr id="40" name="!!circle-1uv"/>
          <p:cNvSpPr/>
          <p:nvPr/>
        </p:nvSpPr>
        <p:spPr>
          <a:xfrm>
            <a:off x="3066904" y="2401423"/>
            <a:ext cx="33528" cy="33528"/>
          </a:xfrm>
          <a:prstGeom prst="ellipse">
            <a:avLst/>
          </a:prstGeom>
          <a:solidFill>
            <a:srgbClr val="627D8D">
              <a:alpha val="28300"/>
            </a:srgbClr>
          </a:solidFill>
          <a:ln>
            <a:noFill/>
          </a:ln>
        </p:spPr>
      </p:sp>
      <p:sp>
        <p:nvSpPr>
          <p:cNvPr id="41" name="!!circle-1uy"/>
          <p:cNvSpPr/>
          <p:nvPr/>
        </p:nvSpPr>
        <p:spPr>
          <a:xfrm>
            <a:off x="6722468" y="2926474"/>
            <a:ext cx="28956" cy="28956"/>
          </a:xfrm>
          <a:prstGeom prst="ellipse">
            <a:avLst/>
          </a:prstGeom>
          <a:solidFill>
            <a:srgbClr val="627D8D">
              <a:alpha val="21800"/>
            </a:srgbClr>
          </a:solidFill>
          <a:ln>
            <a:noFill/>
          </a:ln>
        </p:spPr>
      </p:sp>
      <p:sp>
        <p:nvSpPr>
          <p:cNvPr id="42" name="!!circle-1v1"/>
          <p:cNvSpPr/>
          <p:nvPr/>
        </p:nvSpPr>
        <p:spPr>
          <a:xfrm>
            <a:off x="6962294" y="6676437"/>
            <a:ext cx="45555" cy="45555"/>
          </a:xfrm>
          <a:prstGeom prst="ellipse">
            <a:avLst/>
          </a:prstGeom>
          <a:solidFill>
            <a:srgbClr val="627D8D">
              <a:alpha val="20900"/>
            </a:srgbClr>
          </a:solidFill>
          <a:ln>
            <a:noFill/>
          </a:ln>
        </p:spPr>
      </p:sp>
      <p:sp>
        <p:nvSpPr>
          <p:cNvPr id="43" name="!!circle-1v4"/>
          <p:cNvSpPr/>
          <p:nvPr/>
        </p:nvSpPr>
        <p:spPr>
          <a:xfrm>
            <a:off x="11327340" y="3672604"/>
            <a:ext cx="39484" cy="39484"/>
          </a:xfrm>
          <a:prstGeom prst="ellipse">
            <a:avLst/>
          </a:prstGeom>
          <a:solidFill>
            <a:srgbClr val="627D8D">
              <a:alpha val="13600"/>
            </a:srgbClr>
          </a:solidFill>
          <a:ln>
            <a:noFill/>
          </a:ln>
        </p:spPr>
      </p:sp>
      <p:sp>
        <p:nvSpPr>
          <p:cNvPr id="44" name="!!circle-1v7"/>
          <p:cNvSpPr/>
          <p:nvPr/>
        </p:nvSpPr>
        <p:spPr>
          <a:xfrm>
            <a:off x="7425897" y="5820719"/>
            <a:ext cx="30455" cy="30455"/>
          </a:xfrm>
          <a:prstGeom prst="ellipse">
            <a:avLst/>
          </a:prstGeom>
          <a:solidFill>
            <a:srgbClr val="627D8D">
              <a:alpha val="16500"/>
            </a:srgbClr>
          </a:solidFill>
          <a:ln>
            <a:noFill/>
          </a:ln>
        </p:spPr>
      </p:sp>
      <p:sp>
        <p:nvSpPr>
          <p:cNvPr id="45" name="!!circle-1va"/>
          <p:cNvSpPr/>
          <p:nvPr/>
        </p:nvSpPr>
        <p:spPr>
          <a:xfrm>
            <a:off x="8920997" y="6568496"/>
            <a:ext cx="28257" cy="28257"/>
          </a:xfrm>
          <a:prstGeom prst="ellipse">
            <a:avLst/>
          </a:prstGeom>
          <a:solidFill>
            <a:srgbClr val="627D8D">
              <a:alpha val="15700"/>
            </a:srgbClr>
          </a:solidFill>
          <a:ln>
            <a:noFill/>
          </a:ln>
        </p:spPr>
      </p:sp>
      <p:sp>
        <p:nvSpPr>
          <p:cNvPr id="46" name="!!circle-1vd"/>
          <p:cNvSpPr/>
          <p:nvPr/>
        </p:nvSpPr>
        <p:spPr>
          <a:xfrm>
            <a:off x="11289081" y="5309550"/>
            <a:ext cx="45149" cy="45149"/>
          </a:xfrm>
          <a:prstGeom prst="ellipse">
            <a:avLst/>
          </a:prstGeom>
          <a:solidFill>
            <a:srgbClr val="627D8D">
              <a:alpha val="31200"/>
            </a:srgbClr>
          </a:solidFill>
          <a:ln>
            <a:noFill/>
          </a:ln>
        </p:spPr>
      </p:sp>
      <p:sp>
        <p:nvSpPr>
          <p:cNvPr id="47" name="!!circle-1vg"/>
          <p:cNvSpPr/>
          <p:nvPr/>
        </p:nvSpPr>
        <p:spPr>
          <a:xfrm>
            <a:off x="3435081" y="3587703"/>
            <a:ext cx="30696" cy="30696"/>
          </a:xfrm>
          <a:prstGeom prst="ellipse">
            <a:avLst/>
          </a:prstGeom>
          <a:solidFill>
            <a:srgbClr val="627D8D">
              <a:alpha val="25700"/>
            </a:srgbClr>
          </a:solidFill>
          <a:ln>
            <a:noFill/>
          </a:ln>
        </p:spPr>
      </p:sp>
      <p:sp>
        <p:nvSpPr>
          <p:cNvPr id="48" name="!!circle-1vj"/>
          <p:cNvSpPr/>
          <p:nvPr/>
        </p:nvSpPr>
        <p:spPr>
          <a:xfrm>
            <a:off x="8826175" y="4148179"/>
            <a:ext cx="37401" cy="37401"/>
          </a:xfrm>
          <a:prstGeom prst="ellipse">
            <a:avLst/>
          </a:prstGeom>
          <a:solidFill>
            <a:srgbClr val="627D8D">
              <a:alpha val="16000"/>
            </a:srgbClr>
          </a:solidFill>
          <a:ln>
            <a:noFill/>
          </a:ln>
        </p:spPr>
      </p:sp>
      <p:sp>
        <p:nvSpPr>
          <p:cNvPr id="49" name="!!circle-1vm"/>
          <p:cNvSpPr/>
          <p:nvPr/>
        </p:nvSpPr>
        <p:spPr>
          <a:xfrm>
            <a:off x="1704043" y="4866205"/>
            <a:ext cx="33096" cy="33096"/>
          </a:xfrm>
          <a:prstGeom prst="ellipse">
            <a:avLst/>
          </a:prstGeom>
          <a:solidFill>
            <a:srgbClr val="627D8D">
              <a:alpha val="22300"/>
            </a:srgbClr>
          </a:solidFill>
          <a:ln>
            <a:noFill/>
          </a:ln>
        </p:spPr>
      </p:sp>
      <p:sp>
        <p:nvSpPr>
          <p:cNvPr id="50" name="!!circle-1vp"/>
          <p:cNvSpPr/>
          <p:nvPr/>
        </p:nvSpPr>
        <p:spPr>
          <a:xfrm>
            <a:off x="11604420" y="970554"/>
            <a:ext cx="21145" cy="21145"/>
          </a:xfrm>
          <a:prstGeom prst="ellipse">
            <a:avLst/>
          </a:prstGeom>
          <a:solidFill>
            <a:srgbClr val="627D8D">
              <a:alpha val="16300"/>
            </a:srgbClr>
          </a:solidFill>
          <a:ln>
            <a:noFill/>
          </a:ln>
        </p:spPr>
      </p:sp>
      <p:sp>
        <p:nvSpPr>
          <p:cNvPr id="51" name="!!circle-1vs"/>
          <p:cNvSpPr/>
          <p:nvPr/>
        </p:nvSpPr>
        <p:spPr>
          <a:xfrm>
            <a:off x="11077497" y="5811376"/>
            <a:ext cx="35281" cy="35281"/>
          </a:xfrm>
          <a:prstGeom prst="ellipse">
            <a:avLst/>
          </a:prstGeom>
          <a:solidFill>
            <a:srgbClr val="627D8D">
              <a:alpha val="30000"/>
            </a:srgbClr>
          </a:solidFill>
          <a:ln>
            <a:noFill/>
          </a:ln>
        </p:spPr>
      </p:sp>
      <p:sp>
        <p:nvSpPr>
          <p:cNvPr id="52" name="!!path-2q9"/>
          <p:cNvSpPr/>
          <p:nvPr/>
        </p:nvSpPr>
        <p:spPr>
          <a:xfrm>
            <a:off x="7558084" y="1922907"/>
            <a:ext cx="874166" cy="4935093"/>
          </a:xfrm>
          <a:custGeom>
            <a:avLst/>
            <a:gdLst/>
            <a:ahLst/>
            <a:cxnLst/>
            <a:rect l="l" t="t" r="r" b="b"/>
            <a:pathLst>
              <a:path w="874166" h="4935093">
                <a:moveTo>
                  <a:pt x="0" y="4935093"/>
                </a:moveTo>
                <a:lnTo>
                  <a:pt x="0" y="519036"/>
                </a:lnTo>
                <a:lnTo>
                  <a:pt x="874166" y="0"/>
                </a:lnTo>
                <a:lnTo>
                  <a:pt x="874166" y="4935093"/>
                </a:lnTo>
                <a:close/>
              </a:path>
            </a:pathLst>
          </a:custGeom>
          <a:gradFill rotWithShape="1">
            <a:gsLst>
              <a:gs pos="0">
                <a:srgbClr val="DCE3E8"/>
              </a:gs>
              <a:gs pos="100000">
                <a:srgbClr val="D0D9DE"/>
              </a:gs>
            </a:gsLst>
            <a:lin ang="5400000" scaled="0"/>
          </a:gradFill>
          <a:ln>
            <a:noFill/>
          </a:ln>
        </p:spPr>
      </p:sp>
      <p:sp>
        <p:nvSpPr>
          <p:cNvPr id="53" name="!!path-2qa"/>
          <p:cNvSpPr/>
          <p:nvPr/>
        </p:nvSpPr>
        <p:spPr>
          <a:xfrm>
            <a:off x="2094544" y="1922907"/>
            <a:ext cx="6337706" cy="519036"/>
          </a:xfrm>
          <a:custGeom>
            <a:avLst/>
            <a:gdLst/>
            <a:ahLst/>
            <a:cxnLst/>
            <a:rect l="l" t="t" r="r" b="b"/>
            <a:pathLst>
              <a:path w="6337706" h="519036">
                <a:moveTo>
                  <a:pt x="0" y="519036"/>
                </a:moveTo>
                <a:lnTo>
                  <a:pt x="5463540" y="519036"/>
                </a:lnTo>
                <a:lnTo>
                  <a:pt x="6337706" y="0"/>
                </a:lnTo>
                <a:lnTo>
                  <a:pt x="874166" y="0"/>
                </a:lnTo>
                <a:close/>
              </a:path>
            </a:pathLst>
          </a:custGeom>
          <a:gradFill rotWithShape="1">
            <a:gsLst>
              <a:gs pos="0">
                <a:srgbClr val="F9FAFB"/>
              </a:gs>
              <a:gs pos="100000">
                <a:srgbClr val="E7ECEF"/>
              </a:gs>
            </a:gsLst>
            <a:lin ang="5400000" scaled="0"/>
          </a:gradFill>
          <a:ln>
            <a:noFill/>
          </a:ln>
        </p:spPr>
      </p:sp>
      <p:sp>
        <p:nvSpPr>
          <p:cNvPr id="54" name="!!path-2qb"/>
          <p:cNvSpPr/>
          <p:nvPr/>
        </p:nvSpPr>
        <p:spPr>
          <a:xfrm>
            <a:off x="2094544" y="2441943"/>
            <a:ext cx="5463540" cy="4416057"/>
          </a:xfrm>
          <a:custGeom>
            <a:avLst/>
            <a:gdLst/>
            <a:ahLst/>
            <a:cxnLst/>
            <a:rect l="l" t="t" r="r" b="b"/>
            <a:pathLst>
              <a:path w="5463540" h="4416057">
                <a:moveTo>
                  <a:pt x="68294" y="0"/>
                </a:moveTo>
                <a:lnTo>
                  <a:pt x="5395246" y="0"/>
                </a:lnTo>
                <a:lnTo>
                  <a:pt x="5404515" y="624"/>
                </a:lnTo>
                <a:lnTo>
                  <a:pt x="5413404" y="2440"/>
                </a:lnTo>
                <a:lnTo>
                  <a:pt x="5421832" y="5368"/>
                </a:lnTo>
                <a:lnTo>
                  <a:pt x="5429719" y="9325"/>
                </a:lnTo>
                <a:lnTo>
                  <a:pt x="5436982" y="14232"/>
                </a:lnTo>
                <a:lnTo>
                  <a:pt x="5443540" y="20005"/>
                </a:lnTo>
                <a:lnTo>
                  <a:pt x="5449312" y="26564"/>
                </a:lnTo>
                <a:lnTo>
                  <a:pt x="5454218" y="33827"/>
                </a:lnTo>
                <a:lnTo>
                  <a:pt x="5458174" y="41713"/>
                </a:lnTo>
                <a:lnTo>
                  <a:pt x="5461101" y="50141"/>
                </a:lnTo>
                <a:lnTo>
                  <a:pt x="5462917" y="59028"/>
                </a:lnTo>
                <a:lnTo>
                  <a:pt x="5463540" y="68294"/>
                </a:lnTo>
                <a:lnTo>
                  <a:pt x="5463540" y="4416057"/>
                </a:lnTo>
                <a:lnTo>
                  <a:pt x="0" y="4416057"/>
                </a:lnTo>
                <a:lnTo>
                  <a:pt x="0" y="68294"/>
                </a:lnTo>
                <a:lnTo>
                  <a:pt x="624" y="59028"/>
                </a:lnTo>
                <a:lnTo>
                  <a:pt x="2440" y="50141"/>
                </a:lnTo>
                <a:lnTo>
                  <a:pt x="5368" y="41713"/>
                </a:lnTo>
                <a:lnTo>
                  <a:pt x="9325" y="33827"/>
                </a:lnTo>
                <a:lnTo>
                  <a:pt x="14232" y="26564"/>
                </a:lnTo>
                <a:lnTo>
                  <a:pt x="20005" y="20005"/>
                </a:lnTo>
                <a:lnTo>
                  <a:pt x="26564" y="14232"/>
                </a:lnTo>
                <a:lnTo>
                  <a:pt x="33827" y="9325"/>
                </a:lnTo>
                <a:lnTo>
                  <a:pt x="41713" y="5368"/>
                </a:lnTo>
                <a:lnTo>
                  <a:pt x="50141" y="2440"/>
                </a:lnTo>
                <a:lnTo>
                  <a:pt x="59028" y="624"/>
                </a:lnTo>
                <a:lnTo>
                  <a:pt x="68294" y="0"/>
                </a:ln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rgbClr val="F9FBFC"/>
              </a:gs>
            </a:gsLst>
            <a:lin ang="5400000" scaled="0"/>
          </a:gradFill>
          <a:ln>
            <a:noFill/>
          </a:ln>
        </p:spPr>
      </p:sp>
      <p:sp>
        <p:nvSpPr>
          <p:cNvPr id="55" name="!!path-2qc"/>
          <p:cNvSpPr/>
          <p:nvPr/>
        </p:nvSpPr>
        <p:spPr>
          <a:xfrm>
            <a:off x="2094544" y="2441943"/>
            <a:ext cx="5463540" cy="9834372"/>
          </a:xfrm>
          <a:custGeom>
            <a:avLst/>
            <a:gdLst/>
            <a:ahLst/>
            <a:cxnLst/>
            <a:rect l="l" t="t" r="r" b="b"/>
            <a:pathLst>
              <a:path w="5463540" h="9834372" fill="none">
                <a:moveTo>
                  <a:pt x="68294" y="0"/>
                </a:moveTo>
                <a:lnTo>
                  <a:pt x="5395246" y="0"/>
                </a:lnTo>
                <a:cubicBezTo>
                  <a:pt x="5432972" y="0"/>
                  <a:pt x="5463540" y="30582"/>
                  <a:pt x="5463540" y="68294"/>
                </a:cubicBezTo>
                <a:lnTo>
                  <a:pt x="5463540" y="9766078"/>
                </a:lnTo>
                <a:cubicBezTo>
                  <a:pt x="5463540" y="9803804"/>
                  <a:pt x="5432972" y="9834372"/>
                  <a:pt x="5395246" y="9834372"/>
                </a:cubicBezTo>
                <a:lnTo>
                  <a:pt x="68294" y="9834372"/>
                </a:lnTo>
                <a:cubicBezTo>
                  <a:pt x="30582" y="9834372"/>
                  <a:pt x="0" y="9803804"/>
                  <a:pt x="0" y="9766078"/>
                </a:cubicBezTo>
                <a:lnTo>
                  <a:pt x="0" y="68294"/>
                </a:lnTo>
                <a:cubicBezTo>
                  <a:pt x="0" y="30582"/>
                  <a:pt x="30582" y="0"/>
                  <a:pt x="68294" y="0"/>
                </a:cubicBezTo>
                <a:close/>
              </a:path>
            </a:pathLst>
          </a:custGeom>
          <a:noFill/>
          <a:ln w="13659" cap="flat">
            <a:solidFill>
              <a:srgbClr val="D3DBE0"/>
            </a:solidFill>
            <a:prstDash val="solid"/>
            <a:miter lim="800000"/>
          </a:ln>
        </p:spPr>
      </p:sp>
      <p:sp>
        <p:nvSpPr>
          <p:cNvPr id="56" name="!!path-2qe"/>
          <p:cNvSpPr/>
          <p:nvPr/>
        </p:nvSpPr>
        <p:spPr>
          <a:xfrm>
            <a:off x="7558084" y="1922907"/>
            <a:ext cx="874166" cy="519036"/>
          </a:xfrm>
          <a:custGeom>
            <a:avLst/>
            <a:gdLst/>
            <a:ahLst/>
            <a:cxnLst/>
            <a:rect l="l" t="t" r="r" b="b"/>
            <a:pathLst>
              <a:path w="874166" h="519036">
                <a:moveTo>
                  <a:pt x="0" y="519036"/>
                </a:moveTo>
                <a:lnTo>
                  <a:pt x="874166" y="0"/>
                </a:lnTo>
              </a:path>
            </a:pathLst>
          </a:custGeom>
          <a:solidFill>
            <a:srgbClr val="000000"/>
          </a:solidFill>
          <a:ln w="19122" cap="flat">
            <a:solidFill>
              <a:srgbClr val="FFFFFF"/>
            </a:solidFill>
            <a:prstDash val="solid"/>
            <a:miter lim="800000"/>
          </a:ln>
        </p:spPr>
      </p:sp>
      <p:sp>
        <p:nvSpPr>
          <p:cNvPr id="57" name="!!rect-2r7"/>
          <p:cNvSpPr/>
          <p:nvPr/>
        </p:nvSpPr>
        <p:spPr>
          <a:xfrm>
            <a:off x="3482283" y="2742438"/>
            <a:ext cx="2688062" cy="3474811"/>
          </a:xfrm>
          <a:prstGeom prst="roundRect">
            <a:avLst>
              <a:gd name="adj" fmla="val 7114"/>
            </a:avLst>
          </a:prstGeom>
          <a:solidFill>
            <a:srgbClr val="20282F"/>
          </a:solidFill>
          <a:ln>
            <a:noFill/>
          </a:ln>
        </p:spPr>
      </p:sp>
      <p:sp>
        <p:nvSpPr>
          <p:cNvPr id="58" name="!!rect-2r8"/>
          <p:cNvSpPr/>
          <p:nvPr/>
        </p:nvSpPr>
        <p:spPr>
          <a:xfrm>
            <a:off x="3495942" y="2756097"/>
            <a:ext cx="2660744" cy="3447494"/>
          </a:xfrm>
          <a:prstGeom prst="roundRect">
            <a:avLst>
              <a:gd name="adj" fmla="val 6674"/>
            </a:avLst>
          </a:prstGeom>
          <a:noFill/>
          <a:ln w="13659" cap="flat">
            <a:solidFill>
              <a:srgbClr val="FFFFFF">
                <a:alpha val="12000"/>
              </a:srgbClr>
            </a:solidFill>
            <a:prstDash val="solid"/>
            <a:miter lim="800000"/>
          </a:ln>
        </p:spPr>
      </p:sp>
      <p:sp>
        <p:nvSpPr>
          <p:cNvPr id="59" name="!!rect-2rd"/>
          <p:cNvSpPr/>
          <p:nvPr/>
        </p:nvSpPr>
        <p:spPr>
          <a:xfrm>
            <a:off x="3646189" y="2906344"/>
            <a:ext cx="2360249" cy="3146999"/>
          </a:xfrm>
          <a:custGeom>
            <a:avLst/>
            <a:gdLst/>
            <a:ahLst/>
            <a:cxnLst/>
            <a:rect l="l" t="t" r="r" b="b"/>
            <a:pathLst>
              <a:path w="2360249" h="3146999">
                <a:moveTo>
                  <a:pt x="59006" y="0"/>
                </a:moveTo>
                <a:lnTo>
                  <a:pt x="2301243" y="0"/>
                </a:lnTo>
                <a:cubicBezTo>
                  <a:pt x="2333831" y="0"/>
                  <a:pt x="2360249" y="26418"/>
                  <a:pt x="2360249" y="59006"/>
                </a:cubicBezTo>
                <a:lnTo>
                  <a:pt x="2360249" y="3087993"/>
                </a:lnTo>
                <a:cubicBezTo>
                  <a:pt x="2360249" y="3120581"/>
                  <a:pt x="2333831" y="3146999"/>
                  <a:pt x="2301243" y="3146999"/>
                </a:cubicBezTo>
                <a:lnTo>
                  <a:pt x="59006" y="3146999"/>
                </a:lnTo>
                <a:cubicBezTo>
                  <a:pt x="26418" y="3146999"/>
                  <a:pt x="0" y="3120581"/>
                  <a:pt x="0" y="3087993"/>
                </a:cubicBezTo>
                <a:lnTo>
                  <a:pt x="0" y="59006"/>
                </a:lnTo>
                <a:cubicBezTo>
                  <a:pt x="0" y="26418"/>
                  <a:pt x="26418" y="0"/>
                  <a:pt x="59006" y="0"/>
                </a:cubicBezTo>
                <a:close/>
              </a:path>
            </a:pathLst>
          </a:custGeom>
          <a:solidFill>
            <a:srgbClr val="0E1318"/>
          </a:solidFill>
          <a:ln>
            <a:noFill/>
          </a:ln>
        </p:spPr>
      </p:sp>
      <p:sp>
        <p:nvSpPr>
          <p:cNvPr id="60" name="!!rect-2rg"/>
          <p:cNvSpPr/>
          <p:nvPr/>
        </p:nvSpPr>
        <p:spPr>
          <a:xfrm>
            <a:off x="3646189" y="2906344"/>
            <a:ext cx="2360249" cy="275362"/>
          </a:xfrm>
          <a:custGeom>
            <a:avLst/>
            <a:gdLst/>
            <a:ahLst/>
            <a:cxnLst/>
            <a:rect l="l" t="t" r="r" b="b"/>
            <a:pathLst>
              <a:path w="2360249" h="275362">
                <a:moveTo>
                  <a:pt x="59006" y="0"/>
                </a:moveTo>
                <a:lnTo>
                  <a:pt x="2301243" y="0"/>
                </a:lnTo>
                <a:cubicBezTo>
                  <a:pt x="2333831" y="0"/>
                  <a:pt x="2360249" y="26418"/>
                  <a:pt x="2360249" y="59006"/>
                </a:cubicBezTo>
                <a:lnTo>
                  <a:pt x="2360249" y="275362"/>
                </a:lnTo>
                <a:lnTo>
                  <a:pt x="0" y="275362"/>
                </a:lnTo>
                <a:lnTo>
                  <a:pt x="0" y="59006"/>
                </a:lnTo>
                <a:cubicBezTo>
                  <a:pt x="0" y="26418"/>
                  <a:pt x="26418" y="0"/>
                  <a:pt x="59006" y="0"/>
                </a:cubicBezTo>
                <a:close/>
              </a:path>
            </a:pathLst>
          </a:custGeom>
          <a:solidFill>
            <a:srgbClr val="18212A"/>
          </a:solidFill>
          <a:ln>
            <a:noFill/>
          </a:ln>
        </p:spPr>
      </p:sp>
      <p:sp>
        <p:nvSpPr>
          <p:cNvPr id="61" name="!!text-2rh" descr="智慧書櫃"/>
          <p:cNvSpPr txBox="1"/>
          <p:nvPr/>
        </p:nvSpPr>
        <p:spPr>
          <a:xfrm>
            <a:off x="3744533" y="2946468"/>
            <a:ext cx="592029" cy="19936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84" b="1" kern="0" dirty="0">
                <a:solidFill>
                  <a:srgbClr val="EEF2F5"/>
                </a:solidFill>
                <a:latin typeface="Noto Sans TC"/>
                <a:ea typeface="Noto Sans TC"/>
                <a:cs typeface="Noto Sans TC"/>
              </a:rPr>
              <a:t>智慧書櫃</a:t>
            </a:r>
            <a:endParaRPr lang="zh-TW" sz="1084"/>
          </a:p>
        </p:txBody>
      </p:sp>
      <p:sp>
        <p:nvSpPr>
          <p:cNvPr id="62" name="!!circle-2rm"/>
          <p:cNvSpPr/>
          <p:nvPr/>
        </p:nvSpPr>
        <p:spPr>
          <a:xfrm>
            <a:off x="5829420" y="3004688"/>
            <a:ext cx="78675" cy="78675"/>
          </a:xfrm>
          <a:prstGeom prst="ellipse">
            <a:avLst/>
          </a:prstGeom>
          <a:solidFill>
            <a:srgbClr val="3CCF8E"/>
          </a:solidFill>
          <a:ln>
            <a:noFill/>
          </a:ln>
        </p:spPr>
      </p:sp>
      <p:sp>
        <p:nvSpPr>
          <p:cNvPr id="63" name="!!text-2sz" descr="請於手機輸入下列數字"/>
          <p:cNvSpPr txBox="1"/>
          <p:nvPr/>
        </p:nvSpPr>
        <p:spPr>
          <a:xfrm>
            <a:off x="4039564" y="3491686"/>
            <a:ext cx="1620705" cy="22784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39" b="1" kern="0" dirty="0">
                <a:solidFill>
                  <a:srgbClr val="EEF2F5"/>
                </a:solidFill>
                <a:latin typeface="Noto Sans TC"/>
                <a:ea typeface="Noto Sans TC"/>
                <a:cs typeface="Noto Sans TC"/>
              </a:rPr>
              <a:t>請於手機輸入下列數字</a:t>
            </a:r>
            <a:endParaRPr lang="zh-TW" sz="1239"/>
          </a:p>
        </p:txBody>
      </p:sp>
      <p:sp>
        <p:nvSpPr>
          <p:cNvPr id="64" name="!!text-2ti" descr="25"/>
          <p:cNvSpPr txBox="1"/>
          <p:nvPr/>
        </p:nvSpPr>
        <p:spPr>
          <a:xfrm>
            <a:off x="4408550" y="3829202"/>
            <a:ext cx="1047951" cy="102529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5575" b="1" kern="0" dirty="0">
                <a:solidFill>
                  <a:srgbClr val="EEF2F5"/>
                </a:solidFill>
                <a:latin typeface="Noto Sans TC"/>
                <a:ea typeface="Noto Sans TC"/>
                <a:cs typeface="Noto Sans TC"/>
              </a:rPr>
              <a:t>25</a:t>
            </a:r>
            <a:endParaRPr lang="zh-TW" sz="5575"/>
          </a:p>
        </p:txBody>
      </p:sp>
      <p:sp>
        <p:nvSpPr>
          <p:cNvPr id="65" name="!!text-2tv" descr="剩餘 59 秒"/>
          <p:cNvSpPr txBox="1"/>
          <p:nvPr/>
        </p:nvSpPr>
        <p:spPr>
          <a:xfrm>
            <a:off x="4512538" y="5051024"/>
            <a:ext cx="668855" cy="19936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84" kern="0" dirty="0">
                <a:solidFill>
                  <a:srgbClr val="93A2AD"/>
                </a:solidFill>
                <a:latin typeface="Noto Sans TC"/>
                <a:ea typeface="Noto Sans TC"/>
                <a:cs typeface="Noto Sans TC"/>
              </a:rPr>
              <a:t>剩餘 59 秒</a:t>
            </a:r>
            <a:endParaRPr lang="zh-TW" sz="1084"/>
          </a:p>
        </p:txBody>
      </p:sp>
      <p:sp>
        <p:nvSpPr>
          <p:cNvPr id="66" name="!!rect-2up"/>
          <p:cNvSpPr/>
          <p:nvPr/>
        </p:nvSpPr>
        <p:spPr>
          <a:xfrm>
            <a:off x="3842877" y="5364937"/>
            <a:ext cx="1966874" cy="39337"/>
          </a:xfrm>
          <a:prstGeom prst="rect">
            <a:avLst/>
          </a:prstGeom>
          <a:solidFill>
            <a:srgbClr val="2A3540"/>
          </a:solidFill>
          <a:ln>
            <a:noFill/>
          </a:ln>
        </p:spPr>
      </p:sp>
      <p:sp>
        <p:nvSpPr>
          <p:cNvPr id="67" name="!!rect-2uq"/>
          <p:cNvSpPr/>
          <p:nvPr/>
        </p:nvSpPr>
        <p:spPr>
          <a:xfrm>
            <a:off x="3842877" y="5364937"/>
            <a:ext cx="1919341" cy="39337"/>
          </a:xfrm>
          <a:prstGeom prst="rect">
            <a:avLst/>
          </a:prstGeom>
          <a:solidFill>
            <a:srgbClr val="46B59C"/>
          </a:solidFill>
          <a:ln>
            <a:noFill/>
          </a:ln>
        </p:spPr>
      </p:sp>
      <p:sp>
        <p:nvSpPr>
          <p:cNvPr id="68" name="!!path-2x0"/>
          <p:cNvSpPr/>
          <p:nvPr/>
        </p:nvSpPr>
        <p:spPr>
          <a:xfrm>
            <a:off x="3911499" y="6587486"/>
            <a:ext cx="354037" cy="234277"/>
          </a:xfrm>
          <a:custGeom>
            <a:avLst/>
            <a:gdLst/>
            <a:ahLst/>
            <a:cxnLst/>
            <a:rect l="l" t="t" r="r" b="b"/>
            <a:pathLst>
              <a:path w="354037" h="234277">
                <a:moveTo>
                  <a:pt x="0" y="22947"/>
                </a:moveTo>
                <a:cubicBezTo>
                  <a:pt x="19669" y="8742"/>
                  <a:pt x="67748" y="4371"/>
                  <a:pt x="107085" y="14861"/>
                </a:cubicBezTo>
                <a:cubicBezTo>
                  <a:pt x="139867" y="24040"/>
                  <a:pt x="163906" y="37152"/>
                  <a:pt x="179204" y="50265"/>
                </a:cubicBezTo>
                <a:cubicBezTo>
                  <a:pt x="196687" y="34967"/>
                  <a:pt x="227283" y="15298"/>
                  <a:pt x="264435" y="6119"/>
                </a:cubicBezTo>
                <a:cubicBezTo>
                  <a:pt x="299402" y="0"/>
                  <a:pt x="334369" y="3278"/>
                  <a:pt x="354037" y="18576"/>
                </a:cubicBezTo>
                <a:lnTo>
                  <a:pt x="353600" y="191880"/>
                </a:lnTo>
                <a:cubicBezTo>
                  <a:pt x="314700" y="186853"/>
                  <a:pt x="238210" y="190131"/>
                  <a:pt x="180515" y="232965"/>
                </a:cubicBezTo>
                <a:quadBezTo>
                  <a:pt x="179204" y="234277"/>
                  <a:pt x="177893" y="232965"/>
                </a:quadBezTo>
                <a:cubicBezTo>
                  <a:pt x="120198" y="190131"/>
                  <a:pt x="45894" y="186853"/>
                  <a:pt x="6556" y="194065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69" name="!!path-2x1"/>
          <p:cNvSpPr/>
          <p:nvPr/>
        </p:nvSpPr>
        <p:spPr>
          <a:xfrm>
            <a:off x="3911499" y="6589235"/>
            <a:ext cx="354037" cy="234277"/>
          </a:xfrm>
          <a:custGeom>
            <a:avLst/>
            <a:gdLst/>
            <a:ahLst/>
            <a:cxnLst/>
            <a:rect l="l" t="t" r="r" b="b"/>
            <a:pathLst>
              <a:path w="354037" h="234277">
                <a:moveTo>
                  <a:pt x="0" y="22947"/>
                </a:moveTo>
                <a:cubicBezTo>
                  <a:pt x="19669" y="8742"/>
                  <a:pt x="67748" y="4371"/>
                  <a:pt x="107085" y="14861"/>
                </a:cubicBezTo>
                <a:cubicBezTo>
                  <a:pt x="139867" y="24040"/>
                  <a:pt x="163906" y="37152"/>
                  <a:pt x="179204" y="50265"/>
                </a:cubicBezTo>
                <a:cubicBezTo>
                  <a:pt x="196687" y="34967"/>
                  <a:pt x="227283" y="15298"/>
                  <a:pt x="264435" y="6119"/>
                </a:cubicBezTo>
                <a:cubicBezTo>
                  <a:pt x="299402" y="0"/>
                  <a:pt x="334369" y="3278"/>
                  <a:pt x="354037" y="18576"/>
                </a:cubicBezTo>
                <a:lnTo>
                  <a:pt x="353600" y="191880"/>
                </a:lnTo>
                <a:cubicBezTo>
                  <a:pt x="314700" y="186853"/>
                  <a:pt x="238210" y="190131"/>
                  <a:pt x="180515" y="232965"/>
                </a:cubicBezTo>
                <a:quadBezTo>
                  <a:pt x="179204" y="234277"/>
                  <a:pt x="177893" y="232965"/>
                </a:quadBezTo>
                <a:cubicBezTo>
                  <a:pt x="120198" y="190131"/>
                  <a:pt x="45894" y="186853"/>
                  <a:pt x="6556" y="194065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0" name="!!path-2x2"/>
          <p:cNvSpPr/>
          <p:nvPr/>
        </p:nvSpPr>
        <p:spPr>
          <a:xfrm>
            <a:off x="3911499" y="6590983"/>
            <a:ext cx="354037" cy="234277"/>
          </a:xfrm>
          <a:custGeom>
            <a:avLst/>
            <a:gdLst/>
            <a:ahLst/>
            <a:cxnLst/>
            <a:rect l="l" t="t" r="r" b="b"/>
            <a:pathLst>
              <a:path w="354037" h="234277">
                <a:moveTo>
                  <a:pt x="0" y="22947"/>
                </a:moveTo>
                <a:cubicBezTo>
                  <a:pt x="19669" y="8742"/>
                  <a:pt x="67748" y="4371"/>
                  <a:pt x="107085" y="14861"/>
                </a:cubicBezTo>
                <a:cubicBezTo>
                  <a:pt x="139867" y="24040"/>
                  <a:pt x="163906" y="37152"/>
                  <a:pt x="179204" y="50265"/>
                </a:cubicBezTo>
                <a:cubicBezTo>
                  <a:pt x="196687" y="34967"/>
                  <a:pt x="227283" y="15298"/>
                  <a:pt x="264435" y="6119"/>
                </a:cubicBezTo>
                <a:cubicBezTo>
                  <a:pt x="299402" y="0"/>
                  <a:pt x="334369" y="3278"/>
                  <a:pt x="354037" y="18576"/>
                </a:cubicBezTo>
                <a:lnTo>
                  <a:pt x="353600" y="191880"/>
                </a:lnTo>
                <a:cubicBezTo>
                  <a:pt x="314700" y="186853"/>
                  <a:pt x="238210" y="190131"/>
                  <a:pt x="180515" y="232965"/>
                </a:cubicBezTo>
                <a:quadBezTo>
                  <a:pt x="179204" y="234277"/>
                  <a:pt x="177893" y="232965"/>
                </a:quadBezTo>
                <a:cubicBezTo>
                  <a:pt x="120198" y="190131"/>
                  <a:pt x="45894" y="186853"/>
                  <a:pt x="6556" y="194065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1" name="!!path-2x3"/>
          <p:cNvSpPr/>
          <p:nvPr/>
        </p:nvSpPr>
        <p:spPr>
          <a:xfrm>
            <a:off x="3911499" y="6592731"/>
            <a:ext cx="354037" cy="234277"/>
          </a:xfrm>
          <a:custGeom>
            <a:avLst/>
            <a:gdLst/>
            <a:ahLst/>
            <a:cxnLst/>
            <a:rect l="l" t="t" r="r" b="b"/>
            <a:pathLst>
              <a:path w="354037" h="234277">
                <a:moveTo>
                  <a:pt x="0" y="22947"/>
                </a:moveTo>
                <a:cubicBezTo>
                  <a:pt x="19669" y="8742"/>
                  <a:pt x="67748" y="4371"/>
                  <a:pt x="107085" y="14861"/>
                </a:cubicBezTo>
                <a:cubicBezTo>
                  <a:pt x="139867" y="24040"/>
                  <a:pt x="163906" y="37152"/>
                  <a:pt x="179204" y="50265"/>
                </a:cubicBezTo>
                <a:cubicBezTo>
                  <a:pt x="196687" y="34967"/>
                  <a:pt x="227283" y="15298"/>
                  <a:pt x="264435" y="6119"/>
                </a:cubicBezTo>
                <a:cubicBezTo>
                  <a:pt x="299402" y="0"/>
                  <a:pt x="334369" y="3278"/>
                  <a:pt x="354037" y="18576"/>
                </a:cubicBezTo>
                <a:lnTo>
                  <a:pt x="353600" y="191880"/>
                </a:lnTo>
                <a:cubicBezTo>
                  <a:pt x="314700" y="186853"/>
                  <a:pt x="238210" y="190131"/>
                  <a:pt x="180515" y="232965"/>
                </a:cubicBezTo>
                <a:quadBezTo>
                  <a:pt x="179204" y="234277"/>
                  <a:pt x="177893" y="232965"/>
                </a:quadBezTo>
                <a:cubicBezTo>
                  <a:pt x="120198" y="190131"/>
                  <a:pt x="45894" y="186853"/>
                  <a:pt x="6556" y="194065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2" name="!!path-2x4"/>
          <p:cNvSpPr/>
          <p:nvPr/>
        </p:nvSpPr>
        <p:spPr>
          <a:xfrm>
            <a:off x="3911499" y="6594480"/>
            <a:ext cx="354037" cy="234277"/>
          </a:xfrm>
          <a:custGeom>
            <a:avLst/>
            <a:gdLst/>
            <a:ahLst/>
            <a:cxnLst/>
            <a:rect l="l" t="t" r="r" b="b"/>
            <a:pathLst>
              <a:path w="354037" h="234277">
                <a:moveTo>
                  <a:pt x="0" y="22947"/>
                </a:moveTo>
                <a:cubicBezTo>
                  <a:pt x="19669" y="8742"/>
                  <a:pt x="67748" y="4371"/>
                  <a:pt x="107085" y="14861"/>
                </a:cubicBezTo>
                <a:cubicBezTo>
                  <a:pt x="139867" y="24040"/>
                  <a:pt x="163906" y="37152"/>
                  <a:pt x="179204" y="50265"/>
                </a:cubicBezTo>
                <a:cubicBezTo>
                  <a:pt x="196687" y="34967"/>
                  <a:pt x="227283" y="15298"/>
                  <a:pt x="264435" y="6119"/>
                </a:cubicBezTo>
                <a:cubicBezTo>
                  <a:pt x="299402" y="0"/>
                  <a:pt x="334369" y="3278"/>
                  <a:pt x="354037" y="18576"/>
                </a:cubicBezTo>
                <a:lnTo>
                  <a:pt x="353600" y="191880"/>
                </a:lnTo>
                <a:cubicBezTo>
                  <a:pt x="314700" y="186853"/>
                  <a:pt x="238210" y="190131"/>
                  <a:pt x="180515" y="232965"/>
                </a:cubicBezTo>
                <a:quadBezTo>
                  <a:pt x="179204" y="234277"/>
                  <a:pt x="177893" y="232965"/>
                </a:quadBezTo>
                <a:cubicBezTo>
                  <a:pt x="120198" y="190131"/>
                  <a:pt x="45894" y="186853"/>
                  <a:pt x="6556" y="194065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3" name="!!path-2x5"/>
          <p:cNvSpPr/>
          <p:nvPr/>
        </p:nvSpPr>
        <p:spPr>
          <a:xfrm>
            <a:off x="3911499" y="6596228"/>
            <a:ext cx="354037" cy="234277"/>
          </a:xfrm>
          <a:custGeom>
            <a:avLst/>
            <a:gdLst/>
            <a:ahLst/>
            <a:cxnLst/>
            <a:rect l="l" t="t" r="r" b="b"/>
            <a:pathLst>
              <a:path w="354037" h="234277">
                <a:moveTo>
                  <a:pt x="0" y="22947"/>
                </a:moveTo>
                <a:cubicBezTo>
                  <a:pt x="19669" y="8742"/>
                  <a:pt x="67748" y="4371"/>
                  <a:pt x="107085" y="14861"/>
                </a:cubicBezTo>
                <a:cubicBezTo>
                  <a:pt x="139867" y="24040"/>
                  <a:pt x="163906" y="37152"/>
                  <a:pt x="179204" y="50265"/>
                </a:cubicBezTo>
                <a:cubicBezTo>
                  <a:pt x="196687" y="34967"/>
                  <a:pt x="227283" y="15298"/>
                  <a:pt x="264435" y="6119"/>
                </a:cubicBezTo>
                <a:cubicBezTo>
                  <a:pt x="299402" y="0"/>
                  <a:pt x="334369" y="3278"/>
                  <a:pt x="354037" y="18576"/>
                </a:cubicBezTo>
                <a:lnTo>
                  <a:pt x="353600" y="191880"/>
                </a:lnTo>
                <a:cubicBezTo>
                  <a:pt x="314700" y="186853"/>
                  <a:pt x="238210" y="190131"/>
                  <a:pt x="180515" y="232965"/>
                </a:cubicBezTo>
                <a:quadBezTo>
                  <a:pt x="179204" y="234277"/>
                  <a:pt x="177893" y="232965"/>
                </a:quadBezTo>
                <a:cubicBezTo>
                  <a:pt x="120198" y="190131"/>
                  <a:pt x="45894" y="186853"/>
                  <a:pt x="6556" y="194065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4" name="!!path-2x6"/>
          <p:cNvSpPr/>
          <p:nvPr/>
        </p:nvSpPr>
        <p:spPr>
          <a:xfrm>
            <a:off x="3911499" y="6597976"/>
            <a:ext cx="354037" cy="234277"/>
          </a:xfrm>
          <a:custGeom>
            <a:avLst/>
            <a:gdLst/>
            <a:ahLst/>
            <a:cxnLst/>
            <a:rect l="l" t="t" r="r" b="b"/>
            <a:pathLst>
              <a:path w="354037" h="234277">
                <a:moveTo>
                  <a:pt x="0" y="22947"/>
                </a:moveTo>
                <a:cubicBezTo>
                  <a:pt x="19669" y="8742"/>
                  <a:pt x="67748" y="4371"/>
                  <a:pt x="107085" y="14861"/>
                </a:cubicBezTo>
                <a:cubicBezTo>
                  <a:pt x="139867" y="24040"/>
                  <a:pt x="163906" y="37152"/>
                  <a:pt x="179204" y="50265"/>
                </a:cubicBezTo>
                <a:cubicBezTo>
                  <a:pt x="196687" y="34967"/>
                  <a:pt x="227283" y="15298"/>
                  <a:pt x="264435" y="6119"/>
                </a:cubicBezTo>
                <a:cubicBezTo>
                  <a:pt x="299402" y="0"/>
                  <a:pt x="334369" y="3278"/>
                  <a:pt x="354037" y="18576"/>
                </a:cubicBezTo>
                <a:lnTo>
                  <a:pt x="353600" y="191880"/>
                </a:lnTo>
                <a:cubicBezTo>
                  <a:pt x="314700" y="186853"/>
                  <a:pt x="238210" y="190131"/>
                  <a:pt x="180515" y="232965"/>
                </a:cubicBezTo>
                <a:quadBezTo>
                  <a:pt x="179204" y="234277"/>
                  <a:pt x="177893" y="232965"/>
                </a:quadBezTo>
                <a:cubicBezTo>
                  <a:pt x="120198" y="190131"/>
                  <a:pt x="45894" y="186853"/>
                  <a:pt x="6556" y="194065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5" name="!!path-2x7"/>
          <p:cNvSpPr/>
          <p:nvPr/>
        </p:nvSpPr>
        <p:spPr>
          <a:xfrm>
            <a:off x="3911499" y="6599725"/>
            <a:ext cx="354037" cy="234277"/>
          </a:xfrm>
          <a:custGeom>
            <a:avLst/>
            <a:gdLst/>
            <a:ahLst/>
            <a:cxnLst/>
            <a:rect l="l" t="t" r="r" b="b"/>
            <a:pathLst>
              <a:path w="354037" h="234277">
                <a:moveTo>
                  <a:pt x="0" y="22947"/>
                </a:moveTo>
                <a:cubicBezTo>
                  <a:pt x="19669" y="8742"/>
                  <a:pt x="67748" y="4371"/>
                  <a:pt x="107085" y="14861"/>
                </a:cubicBezTo>
                <a:cubicBezTo>
                  <a:pt x="139867" y="24040"/>
                  <a:pt x="163906" y="37152"/>
                  <a:pt x="179204" y="50265"/>
                </a:cubicBezTo>
                <a:cubicBezTo>
                  <a:pt x="196687" y="34967"/>
                  <a:pt x="227283" y="15298"/>
                  <a:pt x="264435" y="6119"/>
                </a:cubicBezTo>
                <a:cubicBezTo>
                  <a:pt x="299402" y="0"/>
                  <a:pt x="334369" y="3278"/>
                  <a:pt x="354037" y="18576"/>
                </a:cubicBezTo>
                <a:lnTo>
                  <a:pt x="353600" y="191880"/>
                </a:lnTo>
                <a:cubicBezTo>
                  <a:pt x="314700" y="186853"/>
                  <a:pt x="238210" y="190131"/>
                  <a:pt x="180515" y="232965"/>
                </a:cubicBezTo>
                <a:quadBezTo>
                  <a:pt x="179204" y="234277"/>
                  <a:pt x="177893" y="232965"/>
                </a:quadBezTo>
                <a:cubicBezTo>
                  <a:pt x="120198" y="190131"/>
                  <a:pt x="45894" y="186853"/>
                  <a:pt x="6556" y="194065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6" name="!!path-2x8"/>
          <p:cNvSpPr/>
          <p:nvPr/>
        </p:nvSpPr>
        <p:spPr>
          <a:xfrm>
            <a:off x="3953022" y="6547493"/>
            <a:ext cx="138118" cy="132218"/>
          </a:xfrm>
          <a:custGeom>
            <a:avLst/>
            <a:gdLst/>
            <a:ahLst/>
            <a:cxnLst/>
            <a:rect l="l" t="t" r="r" b="b"/>
            <a:pathLst>
              <a:path w="138118" h="132218">
                <a:moveTo>
                  <a:pt x="0" y="19013"/>
                </a:moveTo>
                <a:lnTo>
                  <a:pt x="8742" y="5464"/>
                </a:lnTo>
                <a:cubicBezTo>
                  <a:pt x="34967" y="0"/>
                  <a:pt x="78675" y="7649"/>
                  <a:pt x="109271" y="28410"/>
                </a:cubicBezTo>
                <a:cubicBezTo>
                  <a:pt x="125661" y="39993"/>
                  <a:pt x="134403" y="53543"/>
                  <a:pt x="138118" y="67748"/>
                </a:cubicBezTo>
                <a:lnTo>
                  <a:pt x="138118" y="132218"/>
                </a:lnTo>
                <a:lnTo>
                  <a:pt x="0" y="132218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77" name="!!path-2x9"/>
          <p:cNvSpPr/>
          <p:nvPr/>
        </p:nvSpPr>
        <p:spPr>
          <a:xfrm>
            <a:off x="3953022" y="6547493"/>
            <a:ext cx="138118" cy="67748"/>
          </a:xfrm>
          <a:custGeom>
            <a:avLst/>
            <a:gdLst/>
            <a:ahLst/>
            <a:cxnLst/>
            <a:rect l="l" t="t" r="r" b="b"/>
            <a:pathLst>
              <a:path w="138118" h="67748" fill="none">
                <a:moveTo>
                  <a:pt x="138118" y="67748"/>
                </a:moveTo>
                <a:cubicBezTo>
                  <a:pt x="134403" y="53543"/>
                  <a:pt x="125661" y="39993"/>
                  <a:pt x="109271" y="28410"/>
                </a:cubicBezTo>
                <a:cubicBezTo>
                  <a:pt x="78675" y="7649"/>
                  <a:pt x="34967" y="0"/>
                  <a:pt x="8742" y="5464"/>
                </a:cubicBezTo>
                <a:lnTo>
                  <a:pt x="0" y="19013"/>
                </a:lnTo>
              </a:path>
            </a:pathLst>
          </a:custGeom>
          <a:noFill/>
          <a:ln w="5245" cap="rnd">
            <a:solidFill>
              <a:srgbClr val="627D8D"/>
            </a:solidFill>
            <a:prstDash val="solid"/>
            <a:round/>
          </a:ln>
        </p:spPr>
      </p:sp>
      <p:sp>
        <p:nvSpPr>
          <p:cNvPr id="78" name="!!path-2xa"/>
          <p:cNvSpPr/>
          <p:nvPr/>
        </p:nvSpPr>
        <p:spPr>
          <a:xfrm>
            <a:off x="3939472" y="6560606"/>
            <a:ext cx="151668" cy="119105"/>
          </a:xfrm>
          <a:custGeom>
            <a:avLst/>
            <a:gdLst/>
            <a:ahLst/>
            <a:cxnLst/>
            <a:rect l="l" t="t" r="r" b="b"/>
            <a:pathLst>
              <a:path w="151668" h="119105">
                <a:moveTo>
                  <a:pt x="0" y="24040"/>
                </a:moveTo>
                <a:lnTo>
                  <a:pt x="6993" y="6993"/>
                </a:lnTo>
                <a:cubicBezTo>
                  <a:pt x="39775" y="0"/>
                  <a:pt x="85668" y="7649"/>
                  <a:pt x="118450" y="27318"/>
                </a:cubicBezTo>
                <a:cubicBezTo>
                  <a:pt x="135933" y="37808"/>
                  <a:pt x="146860" y="53543"/>
                  <a:pt x="151668" y="67748"/>
                </a:cubicBezTo>
                <a:lnTo>
                  <a:pt x="151668" y="119105"/>
                </a:lnTo>
                <a:lnTo>
                  <a:pt x="0" y="119105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79" name="!!path-2xb"/>
          <p:cNvSpPr/>
          <p:nvPr/>
        </p:nvSpPr>
        <p:spPr>
          <a:xfrm>
            <a:off x="3939472" y="6560606"/>
            <a:ext cx="151668" cy="67748"/>
          </a:xfrm>
          <a:custGeom>
            <a:avLst/>
            <a:gdLst/>
            <a:ahLst/>
            <a:cxnLst/>
            <a:rect l="l" t="t" r="r" b="b"/>
            <a:pathLst>
              <a:path w="151668" h="67748" fill="none">
                <a:moveTo>
                  <a:pt x="151668" y="67748"/>
                </a:moveTo>
                <a:cubicBezTo>
                  <a:pt x="146860" y="53543"/>
                  <a:pt x="135933" y="37808"/>
                  <a:pt x="118450" y="27318"/>
                </a:cubicBezTo>
                <a:cubicBezTo>
                  <a:pt x="85668" y="7649"/>
                  <a:pt x="39775" y="0"/>
                  <a:pt x="6993" y="6993"/>
                </a:cubicBezTo>
                <a:lnTo>
                  <a:pt x="0" y="24040"/>
                </a:lnTo>
              </a:path>
            </a:pathLst>
          </a:custGeom>
          <a:noFill/>
          <a:ln w="5245" cap="rnd">
            <a:solidFill>
              <a:srgbClr val="627D8D"/>
            </a:solidFill>
            <a:prstDash val="solid"/>
            <a:round/>
          </a:ln>
        </p:spPr>
      </p:sp>
      <p:sp>
        <p:nvSpPr>
          <p:cNvPr id="80" name="!!path-2xc"/>
          <p:cNvSpPr/>
          <p:nvPr/>
        </p:nvSpPr>
        <p:spPr>
          <a:xfrm>
            <a:off x="3927453" y="6574811"/>
            <a:ext cx="163251" cy="104900"/>
          </a:xfrm>
          <a:custGeom>
            <a:avLst/>
            <a:gdLst/>
            <a:ahLst/>
            <a:cxnLst/>
            <a:rect l="l" t="t" r="r" b="b"/>
            <a:pathLst>
              <a:path w="163251" h="104900">
                <a:moveTo>
                  <a:pt x="0" y="24914"/>
                </a:moveTo>
                <a:lnTo>
                  <a:pt x="4152" y="13550"/>
                </a:lnTo>
                <a:cubicBezTo>
                  <a:pt x="40867" y="0"/>
                  <a:pt x="91132" y="5464"/>
                  <a:pt x="126099" y="23602"/>
                </a:cubicBezTo>
                <a:cubicBezTo>
                  <a:pt x="145767" y="33874"/>
                  <a:pt x="157787" y="46986"/>
                  <a:pt x="163251" y="59443"/>
                </a:cubicBezTo>
                <a:lnTo>
                  <a:pt x="163251" y="104900"/>
                </a:lnTo>
                <a:lnTo>
                  <a:pt x="0" y="104900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81" name="!!path-2xd"/>
          <p:cNvSpPr/>
          <p:nvPr/>
        </p:nvSpPr>
        <p:spPr>
          <a:xfrm>
            <a:off x="3927453" y="6574811"/>
            <a:ext cx="163251" cy="59443"/>
          </a:xfrm>
          <a:custGeom>
            <a:avLst/>
            <a:gdLst/>
            <a:ahLst/>
            <a:cxnLst/>
            <a:rect l="l" t="t" r="r" b="b"/>
            <a:pathLst>
              <a:path w="163251" h="59443" fill="none">
                <a:moveTo>
                  <a:pt x="163251" y="59443"/>
                </a:moveTo>
                <a:cubicBezTo>
                  <a:pt x="157787" y="46986"/>
                  <a:pt x="145767" y="33874"/>
                  <a:pt x="126099" y="23602"/>
                </a:cubicBezTo>
                <a:cubicBezTo>
                  <a:pt x="91132" y="5464"/>
                  <a:pt x="40867" y="0"/>
                  <a:pt x="4152" y="13550"/>
                </a:cubicBezTo>
                <a:lnTo>
                  <a:pt x="0" y="24914"/>
                </a:lnTo>
              </a:path>
            </a:pathLst>
          </a:custGeom>
          <a:noFill/>
          <a:ln w="5245" cap="rnd">
            <a:solidFill>
              <a:srgbClr val="627D8D"/>
            </a:solidFill>
            <a:prstDash val="solid"/>
            <a:round/>
          </a:ln>
        </p:spPr>
      </p:sp>
      <p:sp>
        <p:nvSpPr>
          <p:cNvPr id="82" name="!!path-2xe"/>
          <p:cNvSpPr/>
          <p:nvPr/>
        </p:nvSpPr>
        <p:spPr>
          <a:xfrm>
            <a:off x="4091359" y="6542030"/>
            <a:ext cx="129377" cy="137681"/>
          </a:xfrm>
          <a:custGeom>
            <a:avLst/>
            <a:gdLst/>
            <a:ahLst/>
            <a:cxnLst/>
            <a:rect l="l" t="t" r="r" b="b"/>
            <a:pathLst>
              <a:path w="129377" h="137681">
                <a:moveTo>
                  <a:pt x="129377" y="19669"/>
                </a:moveTo>
                <a:lnTo>
                  <a:pt x="122165" y="4808"/>
                </a:lnTo>
                <a:cubicBezTo>
                  <a:pt x="93317" y="0"/>
                  <a:pt x="47424" y="10927"/>
                  <a:pt x="19013" y="32781"/>
                </a:cubicBezTo>
                <a:cubicBezTo>
                  <a:pt x="6993" y="42616"/>
                  <a:pt x="1530" y="56821"/>
                  <a:pt x="0" y="72119"/>
                </a:cubicBezTo>
                <a:lnTo>
                  <a:pt x="0" y="137681"/>
                </a:lnTo>
                <a:lnTo>
                  <a:pt x="129377" y="137681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83" name="!!path-2xf"/>
          <p:cNvSpPr/>
          <p:nvPr/>
        </p:nvSpPr>
        <p:spPr>
          <a:xfrm>
            <a:off x="4091359" y="6542030"/>
            <a:ext cx="129377" cy="72119"/>
          </a:xfrm>
          <a:custGeom>
            <a:avLst/>
            <a:gdLst/>
            <a:ahLst/>
            <a:cxnLst/>
            <a:rect l="l" t="t" r="r" b="b"/>
            <a:pathLst>
              <a:path w="129377" h="72119" fill="none">
                <a:moveTo>
                  <a:pt x="0" y="72119"/>
                </a:moveTo>
                <a:cubicBezTo>
                  <a:pt x="1530" y="56821"/>
                  <a:pt x="6993" y="42616"/>
                  <a:pt x="19013" y="32781"/>
                </a:cubicBezTo>
                <a:cubicBezTo>
                  <a:pt x="47424" y="10927"/>
                  <a:pt x="93317" y="0"/>
                  <a:pt x="122165" y="4808"/>
                </a:cubicBezTo>
                <a:lnTo>
                  <a:pt x="129377" y="19669"/>
                </a:lnTo>
              </a:path>
            </a:pathLst>
          </a:custGeom>
          <a:noFill/>
          <a:ln w="5245" cap="rnd">
            <a:solidFill>
              <a:srgbClr val="627D8D"/>
            </a:solidFill>
            <a:prstDash val="solid"/>
            <a:round/>
          </a:ln>
        </p:spPr>
      </p:sp>
      <p:sp>
        <p:nvSpPr>
          <p:cNvPr id="84" name="!!path-2xg"/>
          <p:cNvSpPr/>
          <p:nvPr/>
        </p:nvSpPr>
        <p:spPr>
          <a:xfrm>
            <a:off x="4091577" y="6558420"/>
            <a:ext cx="143363" cy="121291"/>
          </a:xfrm>
          <a:custGeom>
            <a:avLst/>
            <a:gdLst/>
            <a:ahLst/>
            <a:cxnLst/>
            <a:rect l="l" t="t" r="r" b="b"/>
            <a:pathLst>
              <a:path w="143363" h="121291">
                <a:moveTo>
                  <a:pt x="143363" y="21199"/>
                </a:moveTo>
                <a:lnTo>
                  <a:pt x="136807" y="3278"/>
                </a:lnTo>
                <a:cubicBezTo>
                  <a:pt x="101840" y="0"/>
                  <a:pt x="58132" y="12020"/>
                  <a:pt x="29722" y="33000"/>
                </a:cubicBezTo>
                <a:cubicBezTo>
                  <a:pt x="14424" y="44364"/>
                  <a:pt x="4589" y="57914"/>
                  <a:pt x="0" y="69933"/>
                </a:cubicBezTo>
                <a:lnTo>
                  <a:pt x="0" y="121291"/>
                </a:lnTo>
                <a:lnTo>
                  <a:pt x="143363" y="121291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85" name="!!path-2xh"/>
          <p:cNvSpPr/>
          <p:nvPr/>
        </p:nvSpPr>
        <p:spPr>
          <a:xfrm>
            <a:off x="4091577" y="6558420"/>
            <a:ext cx="143363" cy="69933"/>
          </a:xfrm>
          <a:custGeom>
            <a:avLst/>
            <a:gdLst/>
            <a:ahLst/>
            <a:cxnLst/>
            <a:rect l="l" t="t" r="r" b="b"/>
            <a:pathLst>
              <a:path w="143363" h="69933" fill="none">
                <a:moveTo>
                  <a:pt x="0" y="69933"/>
                </a:moveTo>
                <a:cubicBezTo>
                  <a:pt x="4589" y="57914"/>
                  <a:pt x="14424" y="44364"/>
                  <a:pt x="29722" y="33000"/>
                </a:cubicBezTo>
                <a:cubicBezTo>
                  <a:pt x="58132" y="12020"/>
                  <a:pt x="101840" y="0"/>
                  <a:pt x="136807" y="3278"/>
                </a:cubicBezTo>
                <a:lnTo>
                  <a:pt x="143363" y="21199"/>
                </a:lnTo>
              </a:path>
            </a:pathLst>
          </a:custGeom>
          <a:noFill/>
          <a:ln w="5245" cap="rnd">
            <a:solidFill>
              <a:srgbClr val="627D8D"/>
            </a:solidFill>
            <a:prstDash val="solid"/>
            <a:round/>
          </a:ln>
        </p:spPr>
      </p:sp>
      <p:sp>
        <p:nvSpPr>
          <p:cNvPr id="86" name="!!path-2xi"/>
          <p:cNvSpPr/>
          <p:nvPr/>
        </p:nvSpPr>
        <p:spPr>
          <a:xfrm>
            <a:off x="4092015" y="6573718"/>
            <a:ext cx="153416" cy="105993"/>
          </a:xfrm>
          <a:custGeom>
            <a:avLst/>
            <a:gdLst/>
            <a:ahLst/>
            <a:cxnLst/>
            <a:rect l="l" t="t" r="r" b="b"/>
            <a:pathLst>
              <a:path w="153416" h="105993">
                <a:moveTo>
                  <a:pt x="153416" y="20324"/>
                </a:moveTo>
                <a:lnTo>
                  <a:pt x="150357" y="9397"/>
                </a:lnTo>
                <a:cubicBezTo>
                  <a:pt x="114516" y="0"/>
                  <a:pt x="68622" y="5464"/>
                  <a:pt x="38026" y="20761"/>
                </a:cubicBezTo>
                <a:cubicBezTo>
                  <a:pt x="18357" y="30596"/>
                  <a:pt x="6338" y="45894"/>
                  <a:pt x="0" y="60536"/>
                </a:cubicBezTo>
                <a:lnTo>
                  <a:pt x="0" y="105993"/>
                </a:lnTo>
                <a:lnTo>
                  <a:pt x="153416" y="105993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87" name="!!path-2xj"/>
          <p:cNvSpPr/>
          <p:nvPr/>
        </p:nvSpPr>
        <p:spPr>
          <a:xfrm>
            <a:off x="4092015" y="6573718"/>
            <a:ext cx="153416" cy="60536"/>
          </a:xfrm>
          <a:custGeom>
            <a:avLst/>
            <a:gdLst/>
            <a:ahLst/>
            <a:cxnLst/>
            <a:rect l="l" t="t" r="r" b="b"/>
            <a:pathLst>
              <a:path w="153416" h="60536" fill="none">
                <a:moveTo>
                  <a:pt x="0" y="60536"/>
                </a:moveTo>
                <a:cubicBezTo>
                  <a:pt x="6338" y="45894"/>
                  <a:pt x="18357" y="30596"/>
                  <a:pt x="38026" y="20761"/>
                </a:cubicBezTo>
                <a:cubicBezTo>
                  <a:pt x="68622" y="5464"/>
                  <a:pt x="114516" y="0"/>
                  <a:pt x="150357" y="9397"/>
                </a:cubicBezTo>
                <a:lnTo>
                  <a:pt x="153416" y="20324"/>
                </a:lnTo>
              </a:path>
            </a:pathLst>
          </a:custGeom>
          <a:noFill/>
          <a:ln w="5245" cap="rnd">
            <a:solidFill>
              <a:srgbClr val="627D8D"/>
            </a:solidFill>
            <a:prstDash val="solid"/>
            <a:round/>
          </a:ln>
        </p:spPr>
      </p:sp>
      <p:sp>
        <p:nvSpPr>
          <p:cNvPr id="88" name="!!path-2xk"/>
          <p:cNvSpPr/>
          <p:nvPr/>
        </p:nvSpPr>
        <p:spPr>
          <a:xfrm>
            <a:off x="3911499" y="6585738"/>
            <a:ext cx="354037" cy="234277"/>
          </a:xfrm>
          <a:custGeom>
            <a:avLst/>
            <a:gdLst/>
            <a:ahLst/>
            <a:cxnLst/>
            <a:rect l="l" t="t" r="r" b="b"/>
            <a:pathLst>
              <a:path w="354037" h="234277">
                <a:moveTo>
                  <a:pt x="0" y="22947"/>
                </a:moveTo>
                <a:cubicBezTo>
                  <a:pt x="19669" y="8742"/>
                  <a:pt x="67748" y="4371"/>
                  <a:pt x="107085" y="14861"/>
                </a:cubicBezTo>
                <a:cubicBezTo>
                  <a:pt x="139867" y="24040"/>
                  <a:pt x="163906" y="37152"/>
                  <a:pt x="179204" y="50265"/>
                </a:cubicBezTo>
                <a:cubicBezTo>
                  <a:pt x="196687" y="34967"/>
                  <a:pt x="227283" y="15298"/>
                  <a:pt x="264435" y="6119"/>
                </a:cubicBezTo>
                <a:cubicBezTo>
                  <a:pt x="299402" y="0"/>
                  <a:pt x="334369" y="3278"/>
                  <a:pt x="354037" y="18576"/>
                </a:cubicBezTo>
                <a:lnTo>
                  <a:pt x="353600" y="191880"/>
                </a:lnTo>
                <a:cubicBezTo>
                  <a:pt x="314700" y="186853"/>
                  <a:pt x="238210" y="190131"/>
                  <a:pt x="180515" y="232965"/>
                </a:cubicBezTo>
                <a:quadBezTo>
                  <a:pt x="179204" y="234277"/>
                  <a:pt x="177893" y="232965"/>
                </a:quadBezTo>
                <a:cubicBezTo>
                  <a:pt x="120198" y="190131"/>
                  <a:pt x="45894" y="186853"/>
                  <a:pt x="6556" y="194065"/>
                </a:cubicBezTo>
                <a:close/>
              </a:path>
            </a:pathLst>
          </a:custGeom>
          <a:gradFill rotWithShape="1">
            <a:gsLst>
              <a:gs pos="0">
                <a:srgbClr val="627D8D"/>
              </a:gs>
              <a:gs pos="21794">
                <a:srgbClr val="627D8D"/>
              </a:gs>
              <a:gs pos="55376">
                <a:srgbClr val="627D8D"/>
              </a:gs>
              <a:gs pos="96421">
                <a:srgbClr val="98ABB7"/>
              </a:gs>
              <a:gs pos="100000">
                <a:srgbClr val="98ABB7"/>
              </a:gs>
            </a:gsLst>
            <a:lin ang="1983350" scaled="0"/>
          </a:gradFill>
          <a:ln>
            <a:noFill/>
          </a:ln>
        </p:spPr>
      </p:sp>
      <p:sp>
        <p:nvSpPr>
          <p:cNvPr id="89" name="!!path-2xl"/>
          <p:cNvSpPr/>
          <p:nvPr/>
        </p:nvSpPr>
        <p:spPr>
          <a:xfrm>
            <a:off x="3911499" y="6585738"/>
            <a:ext cx="354037" cy="234277"/>
          </a:xfrm>
          <a:custGeom>
            <a:avLst/>
            <a:gdLst/>
            <a:ahLst/>
            <a:cxnLst/>
            <a:rect l="l" t="t" r="r" b="b"/>
            <a:pathLst>
              <a:path w="354037" h="234277">
                <a:moveTo>
                  <a:pt x="0" y="22947"/>
                </a:moveTo>
                <a:cubicBezTo>
                  <a:pt x="19669" y="8742"/>
                  <a:pt x="67748" y="4371"/>
                  <a:pt x="107085" y="14861"/>
                </a:cubicBezTo>
                <a:cubicBezTo>
                  <a:pt x="139867" y="24040"/>
                  <a:pt x="163906" y="37152"/>
                  <a:pt x="179204" y="50265"/>
                </a:cubicBezTo>
                <a:cubicBezTo>
                  <a:pt x="196687" y="34967"/>
                  <a:pt x="227283" y="15298"/>
                  <a:pt x="264435" y="6119"/>
                </a:cubicBezTo>
                <a:cubicBezTo>
                  <a:pt x="299402" y="0"/>
                  <a:pt x="334369" y="3278"/>
                  <a:pt x="354037" y="18576"/>
                </a:cubicBezTo>
                <a:lnTo>
                  <a:pt x="353600" y="191880"/>
                </a:lnTo>
                <a:cubicBezTo>
                  <a:pt x="314700" y="186853"/>
                  <a:pt x="238210" y="190131"/>
                  <a:pt x="180515" y="232965"/>
                </a:cubicBezTo>
                <a:quadBezTo>
                  <a:pt x="179204" y="234277"/>
                  <a:pt x="177893" y="232965"/>
                </a:quadBezTo>
                <a:cubicBezTo>
                  <a:pt x="120198" y="190131"/>
                  <a:pt x="45894" y="186853"/>
                  <a:pt x="6556" y="194065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0000"/>
                </a:srgbClr>
              </a:gs>
              <a:gs pos="4764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83333" t="79291" r="16667" b="20709"/>
            </a:path>
          </a:gradFill>
          <a:ln>
            <a:noFill/>
          </a:ln>
        </p:spPr>
      </p:sp>
      <p:sp>
        <p:nvSpPr>
          <p:cNvPr id="90" name="!!line-2xm"/>
          <p:cNvSpPr/>
          <p:nvPr/>
        </p:nvSpPr>
        <p:spPr>
          <a:xfrm>
            <a:off x="4092233" y="6648241"/>
            <a:ext cx="1" cy="165217"/>
          </a:xfrm>
          <a:custGeom>
            <a:avLst/>
            <a:gdLst/>
            <a:ahLst/>
            <a:cxnLst/>
            <a:rect l="l" t="t" r="r" b="b"/>
            <a:pathLst>
              <a:path w="1" h="165217">
                <a:moveTo>
                  <a:pt x="0" y="0"/>
                </a:moveTo>
                <a:lnTo>
                  <a:pt x="0" y="165217"/>
                </a:lnTo>
              </a:path>
            </a:pathLst>
          </a:custGeom>
          <a:solidFill>
            <a:srgbClr val="000000"/>
          </a:solidFill>
          <a:ln w="7430" cap="rnd">
            <a:solidFill>
              <a:srgbClr val="C9D3D9"/>
            </a:solidFill>
            <a:prstDash val="solid"/>
            <a:miter lim="800000"/>
          </a:ln>
        </p:spPr>
      </p:sp>
      <p:sp>
        <p:nvSpPr>
          <p:cNvPr id="91" name="!!path-2xn"/>
          <p:cNvSpPr/>
          <p:nvPr/>
        </p:nvSpPr>
        <p:spPr>
          <a:xfrm>
            <a:off x="4209371" y="6733253"/>
            <a:ext cx="27318" cy="40867"/>
          </a:xfrm>
          <a:custGeom>
            <a:avLst/>
            <a:gdLst/>
            <a:ahLst/>
            <a:cxnLst/>
            <a:rect l="l" t="t" r="r" b="b"/>
            <a:pathLst>
              <a:path w="27318" h="40867">
                <a:moveTo>
                  <a:pt x="0" y="2841"/>
                </a:moveTo>
                <a:lnTo>
                  <a:pt x="16391" y="0"/>
                </a:lnTo>
                <a:lnTo>
                  <a:pt x="27318" y="39993"/>
                </a:lnTo>
                <a:lnTo>
                  <a:pt x="8086" y="40867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 w="1093" cap="flat">
            <a:solidFill>
              <a:srgbClr val="FFFFFF">
                <a:alpha val="55000"/>
              </a:srgbClr>
            </a:solidFill>
            <a:prstDash val="solid"/>
            <a:round/>
          </a:ln>
        </p:spPr>
      </p:sp>
      <p:sp>
        <p:nvSpPr>
          <p:cNvPr id="92" name="!!text-2xo" descr="救「舊」我的書"/>
          <p:cNvSpPr txBox="1"/>
          <p:nvPr/>
        </p:nvSpPr>
        <p:spPr>
          <a:xfrm>
            <a:off x="4347927" y="6500534"/>
            <a:ext cx="1462863" cy="33622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828" b="1" kern="0" spc="-914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救</a:t>
            </a:r>
            <a:r>
              <a:rPr lang="zh-TW" altLang="en-US" sz="1828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「舊</a:t>
            </a:r>
            <a:r>
              <a:rPr lang="zh-TW" altLang="en-US" sz="1828" b="1" kern="0" spc="-914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」</a:t>
            </a:r>
            <a:r>
              <a:rPr lang="zh-TW" altLang="en-US" sz="1828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我的書</a:t>
            </a:r>
            <a:endParaRPr lang="zh-TW" sz="1828"/>
          </a:p>
        </p:txBody>
      </p:sp>
      <p:sp>
        <p:nvSpPr>
          <p:cNvPr id="93" name="!!text-6rd" descr="存書流程"/>
          <p:cNvSpPr txBox="1"/>
          <p:nvPr/>
        </p:nvSpPr>
        <p:spPr>
          <a:xfrm>
            <a:off x="711200" y="636016"/>
            <a:ext cx="710184" cy="2206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00" b="1" kern="0" spc="144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存書流</a:t>
            </a:r>
            <a:r>
              <a:rPr lang="zh-TW" altLang="en-US" sz="12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程</a:t>
            </a:r>
            <a:endParaRPr lang="zh-TW" sz="1200"/>
          </a:p>
        </p:txBody>
      </p:sp>
      <p:sp>
        <p:nvSpPr>
          <p:cNvPr id="94" name="!!circle-6rk"/>
          <p:cNvSpPr/>
          <p:nvPr/>
        </p:nvSpPr>
        <p:spPr>
          <a:xfrm>
            <a:off x="1568450" y="730250"/>
            <a:ext cx="63500" cy="63500"/>
          </a:xfrm>
          <a:prstGeom prst="ellipse">
            <a:avLst/>
          </a:prstGeom>
          <a:solidFill>
            <a:srgbClr val="E3E7EA"/>
          </a:solidFill>
          <a:ln>
            <a:noFill/>
          </a:ln>
        </p:spPr>
      </p:sp>
      <p:sp>
        <p:nvSpPr>
          <p:cNvPr id="95" name="!!circle-6rl"/>
          <p:cNvSpPr/>
          <p:nvPr/>
        </p:nvSpPr>
        <p:spPr>
          <a:xfrm>
            <a:off x="1568450" y="730250"/>
            <a:ext cx="63500" cy="63500"/>
          </a:xfrm>
          <a:prstGeom prst="ellipse">
            <a:avLst/>
          </a:prstGeom>
          <a:solidFill>
            <a:srgbClr val="627D8D"/>
          </a:solidFill>
          <a:ln>
            <a:noFill/>
          </a:ln>
        </p:spPr>
      </p:sp>
      <p:sp>
        <p:nvSpPr>
          <p:cNvPr id="96" name="!!circle-6rq"/>
          <p:cNvSpPr/>
          <p:nvPr/>
        </p:nvSpPr>
        <p:spPr>
          <a:xfrm>
            <a:off x="1733550" y="730250"/>
            <a:ext cx="63500" cy="63500"/>
          </a:xfrm>
          <a:prstGeom prst="ellipse">
            <a:avLst/>
          </a:prstGeom>
          <a:solidFill>
            <a:srgbClr val="E3E7EA"/>
          </a:solidFill>
          <a:ln>
            <a:noFill/>
          </a:ln>
        </p:spPr>
      </p:sp>
      <p:sp>
        <p:nvSpPr>
          <p:cNvPr id="97" name="!!circle-6rr"/>
          <p:cNvSpPr/>
          <p:nvPr/>
        </p:nvSpPr>
        <p:spPr>
          <a:xfrm>
            <a:off x="1733550" y="730250"/>
            <a:ext cx="63500" cy="63500"/>
          </a:xfrm>
          <a:prstGeom prst="ellipse">
            <a:avLst/>
          </a:prstGeom>
          <a:solidFill>
            <a:srgbClr val="627D8D"/>
          </a:solidFill>
          <a:ln>
            <a:noFill/>
          </a:ln>
        </p:spPr>
      </p:sp>
      <p:sp>
        <p:nvSpPr>
          <p:cNvPr id="98" name="!!circle-6rw"/>
          <p:cNvSpPr/>
          <p:nvPr/>
        </p:nvSpPr>
        <p:spPr>
          <a:xfrm>
            <a:off x="1898650" y="730250"/>
            <a:ext cx="63500" cy="63500"/>
          </a:xfrm>
          <a:prstGeom prst="ellipse">
            <a:avLst/>
          </a:prstGeom>
          <a:solidFill>
            <a:srgbClr val="E3E7EA"/>
          </a:solidFill>
          <a:ln>
            <a:noFill/>
          </a:ln>
        </p:spPr>
      </p:sp>
      <p:sp>
        <p:nvSpPr>
          <p:cNvPr id="99" name="!!circle-6s2"/>
          <p:cNvSpPr/>
          <p:nvPr/>
        </p:nvSpPr>
        <p:spPr>
          <a:xfrm>
            <a:off x="2063750" y="730250"/>
            <a:ext cx="63500" cy="63500"/>
          </a:xfrm>
          <a:prstGeom prst="ellipse">
            <a:avLst/>
          </a:prstGeom>
          <a:solidFill>
            <a:srgbClr val="E3E7EA"/>
          </a:solidFill>
          <a:ln>
            <a:noFill/>
          </a:ln>
        </p:spPr>
      </p:sp>
      <p:sp>
        <p:nvSpPr>
          <p:cNvPr id="100" name="!!text-6ti" descr="02"/>
          <p:cNvSpPr txBox="1"/>
          <p:nvPr/>
        </p:nvSpPr>
        <p:spPr>
          <a:xfrm>
            <a:off x="698500" y="904748"/>
            <a:ext cx="619963" cy="66202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3600" kern="0" dirty="0">
                <a:solidFill>
                  <a:srgbClr val="627D8D"/>
                </a:solidFill>
                <a:latin typeface="Noto Sans TC ExtraLight"/>
                <a:ea typeface="Noto Sans TC ExtraLight"/>
                <a:cs typeface="Noto Sans TC ExtraLight"/>
              </a:rPr>
              <a:t>02</a:t>
            </a:r>
            <a:endParaRPr lang="zh-TW" sz="3600"/>
          </a:p>
        </p:txBody>
      </p:sp>
      <p:sp>
        <p:nvSpPr>
          <p:cNvPr id="101" name="!!text-6tl" descr="比對"/>
          <p:cNvSpPr txBox="1"/>
          <p:nvPr/>
        </p:nvSpPr>
        <p:spPr>
          <a:xfrm>
            <a:off x="1321003" y="904748"/>
            <a:ext cx="1051560" cy="66202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3600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比對</a:t>
            </a:r>
            <a:endParaRPr lang="zh-TW" sz="3600"/>
          </a:p>
        </p:txBody>
      </p:sp>
      <p:sp>
        <p:nvSpPr>
          <p:cNvPr id="102" name="!!text-6ts" descr="輸入書櫃螢幕上的兩位數字，"/>
          <p:cNvSpPr txBox="1"/>
          <p:nvPr/>
        </p:nvSpPr>
        <p:spPr>
          <a:xfrm>
            <a:off x="698500" y="1620520"/>
            <a:ext cx="2533650" cy="27584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500" kern="0" dirty="0">
                <a:solidFill>
                  <a:srgbClr val="3F4A54"/>
                </a:solidFill>
                <a:latin typeface="Noto Sans TC Medium"/>
                <a:ea typeface="Noto Sans TC Medium"/>
                <a:cs typeface="Noto Sans TC Medium"/>
              </a:rPr>
              <a:t>輸入書櫃螢幕上的兩位數字，</a:t>
            </a:r>
            <a:endParaRPr lang="zh-TW" sz="1500"/>
          </a:p>
        </p:txBody>
      </p:sp>
      <p:sp>
        <p:nvSpPr>
          <p:cNvPr id="103" name="!!text-6ua" descr="並確認您在書櫃 200 公尺內。"/>
          <p:cNvSpPr txBox="1"/>
          <p:nvPr/>
        </p:nvSpPr>
        <p:spPr>
          <a:xfrm>
            <a:off x="698500" y="1912620"/>
            <a:ext cx="2564130" cy="27584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500" kern="0" dirty="0">
                <a:solidFill>
                  <a:srgbClr val="3F4A54"/>
                </a:solidFill>
                <a:latin typeface="Noto Sans TC Medium"/>
                <a:ea typeface="Noto Sans TC Medium"/>
                <a:cs typeface="Noto Sans TC Medium"/>
              </a:rPr>
              <a:t>並確認您在書櫃 200 公尺內。</a:t>
            </a:r>
            <a:endParaRPr lang="zh-TW" sz="1500"/>
          </a:p>
        </p:txBody>
      </p:sp>
      <p:sp>
        <p:nvSpPr>
          <p:cNvPr id="104" name="!!rect-70h"/>
          <p:cNvSpPr/>
          <p:nvPr/>
        </p:nvSpPr>
        <p:spPr>
          <a:xfrm>
            <a:off x="8521700" y="660400"/>
            <a:ext cx="2933700" cy="6121400"/>
          </a:xfrm>
          <a:prstGeom prst="roundRect">
            <a:avLst>
              <a:gd name="adj" fmla="val 18020"/>
            </a:avLst>
          </a:prstGeom>
          <a:solidFill>
            <a:srgbClr val="0B1A26">
              <a:alpha val="30000"/>
            </a:srgbClr>
          </a:solidFill>
          <a:ln>
            <a:noFill/>
          </a:ln>
          <a:effectLst>
            <a:softEdge rad="474980"/>
          </a:effectLst>
        </p:spPr>
      </p:sp>
      <p:sp>
        <p:nvSpPr>
          <p:cNvPr id="105" name="!!rect-70i"/>
          <p:cNvSpPr/>
          <p:nvPr/>
        </p:nvSpPr>
        <p:spPr>
          <a:xfrm>
            <a:off x="8591550" y="527050"/>
            <a:ext cx="2794000" cy="5829300"/>
          </a:xfrm>
          <a:prstGeom prst="roundRect">
            <a:avLst>
              <a:gd name="adj" fmla="val 16825"/>
            </a:avLst>
          </a:prstGeom>
          <a:solidFill>
            <a:srgbClr val="0B1A26">
              <a:alpha val="16000"/>
            </a:srgbClr>
          </a:solidFill>
          <a:ln>
            <a:noFill/>
          </a:ln>
          <a:effectLst>
            <a:softEdge rad="125730"/>
          </a:effectLst>
        </p:spPr>
      </p:sp>
      <p:sp>
        <p:nvSpPr>
          <p:cNvPr id="106" name="!!rect-70j"/>
          <p:cNvSpPr/>
          <p:nvPr/>
        </p:nvSpPr>
        <p:spPr>
          <a:xfrm>
            <a:off x="8590280" y="1676400"/>
            <a:ext cx="31750" cy="2159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107" name="!!rect-70k"/>
          <p:cNvSpPr/>
          <p:nvPr/>
        </p:nvSpPr>
        <p:spPr>
          <a:xfrm>
            <a:off x="8590280" y="2108200"/>
            <a:ext cx="31750" cy="4064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108" name="!!rect-70l"/>
          <p:cNvSpPr/>
          <p:nvPr/>
        </p:nvSpPr>
        <p:spPr>
          <a:xfrm>
            <a:off x="8590280" y="2603500"/>
            <a:ext cx="31750" cy="4064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109" name="!!rect-70m"/>
          <p:cNvSpPr/>
          <p:nvPr/>
        </p:nvSpPr>
        <p:spPr>
          <a:xfrm>
            <a:off x="11355070" y="2260600"/>
            <a:ext cx="31750" cy="6350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110" name="!!rect-70n"/>
          <p:cNvSpPr/>
          <p:nvPr/>
        </p:nvSpPr>
        <p:spPr>
          <a:xfrm>
            <a:off x="11357610" y="4114800"/>
            <a:ext cx="25400" cy="419100"/>
          </a:xfrm>
          <a:prstGeom prst="roundRect">
            <a:avLst>
              <a:gd name="adj" fmla="val 50000"/>
            </a:avLst>
          </a:prstGeom>
          <a:solidFill>
            <a:srgbClr val="8795A0"/>
          </a:solidFill>
          <a:ln>
            <a:noFill/>
          </a:ln>
        </p:spPr>
      </p:sp>
      <p:sp>
        <p:nvSpPr>
          <p:cNvPr id="111" name="!!rect-70o"/>
          <p:cNvSpPr/>
          <p:nvPr/>
        </p:nvSpPr>
        <p:spPr>
          <a:xfrm>
            <a:off x="8610600" y="508000"/>
            <a:ext cx="2755900" cy="5753100"/>
          </a:xfrm>
          <a:prstGeom prst="roundRect">
            <a:avLst>
              <a:gd name="adj" fmla="val 16359"/>
            </a:avLst>
          </a:prstGeom>
          <a:gradFill rotWithShape="1">
            <a:gsLst>
              <a:gs pos="0">
                <a:srgbClr val="FBFCFD"/>
              </a:gs>
              <a:gs pos="18000">
                <a:srgbClr val="DDE5EB"/>
              </a:gs>
              <a:gs pos="46000">
                <a:srgbClr val="B4C2CC"/>
              </a:gs>
              <a:gs pos="62000">
                <a:srgbClr val="D3DCE3"/>
              </a:gs>
              <a:gs pos="84000">
                <a:srgbClr val="A9B8C3"/>
              </a:gs>
              <a:gs pos="100000">
                <a:srgbClr val="E8EEF2"/>
              </a:gs>
              <a:gs pos="100000">
                <a:srgbClr val="E8EEF2"/>
              </a:gs>
            </a:gsLst>
            <a:lin ang="3864255" scaled="0"/>
          </a:gradFill>
          <a:ln>
            <a:noFill/>
          </a:ln>
        </p:spPr>
      </p:sp>
      <p:sp>
        <p:nvSpPr>
          <p:cNvPr id="112" name="!!rect-70p"/>
          <p:cNvSpPr/>
          <p:nvPr/>
        </p:nvSpPr>
        <p:spPr>
          <a:xfrm>
            <a:off x="8614410" y="511810"/>
            <a:ext cx="2748280" cy="5745480"/>
          </a:xfrm>
          <a:prstGeom prst="roundRect">
            <a:avLst>
              <a:gd name="adj" fmla="val 16266"/>
            </a:avLst>
          </a:prstGeom>
          <a:noFill/>
          <a:ln w="7620" cap="flat">
            <a:solidFill>
              <a:srgbClr val="7F8F9B">
                <a:alpha val="55000"/>
              </a:srgbClr>
            </a:solidFill>
            <a:prstDash val="solid"/>
            <a:miter lim="800000"/>
          </a:ln>
        </p:spPr>
      </p:sp>
      <p:sp>
        <p:nvSpPr>
          <p:cNvPr id="113" name="!!rect-70q"/>
          <p:cNvSpPr/>
          <p:nvPr/>
        </p:nvSpPr>
        <p:spPr>
          <a:xfrm>
            <a:off x="8637270" y="534670"/>
            <a:ext cx="2702560" cy="5699760"/>
          </a:xfrm>
          <a:prstGeom prst="roundRect">
            <a:avLst>
              <a:gd name="adj" fmla="val 15695"/>
            </a:avLst>
          </a:prstGeom>
          <a:noFill/>
          <a:ln w="8890" cap="flat">
            <a:solidFill>
              <a:srgbClr val="FFFFFF">
                <a:alpha val="75000"/>
              </a:srgbClr>
            </a:solidFill>
            <a:prstDash val="solid"/>
            <a:miter lim="800000"/>
          </a:ln>
        </p:spPr>
      </p:sp>
      <p:sp>
        <p:nvSpPr>
          <p:cNvPr id="114" name="!!rect-70r"/>
          <p:cNvSpPr/>
          <p:nvPr/>
        </p:nvSpPr>
        <p:spPr>
          <a:xfrm>
            <a:off x="8664575" y="561975"/>
            <a:ext cx="2647950" cy="5645150"/>
          </a:xfrm>
          <a:prstGeom prst="roundRect">
            <a:avLst>
              <a:gd name="adj" fmla="val 14988"/>
            </a:avLst>
          </a:prstGeom>
          <a:solidFill>
            <a:srgbClr val="050608"/>
          </a:solidFill>
          <a:ln>
            <a:noFill/>
          </a:ln>
        </p:spPr>
      </p:sp>
      <p:sp>
        <p:nvSpPr>
          <p:cNvPr id="115" name="!!rect-70t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solidFill>
            <a:srgbClr val="F3F5F7"/>
          </a:solidFill>
          <a:ln>
            <a:noFill/>
          </a:ln>
        </p:spPr>
      </p:sp>
      <p:sp>
        <p:nvSpPr>
          <p:cNvPr id="116" name="!!rect-76p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solidFill>
            <a:srgbClr val="F3F5F7"/>
          </a:solidFill>
          <a:ln>
            <a:noFill/>
          </a:ln>
        </p:spPr>
      </p:sp>
      <p:sp>
        <p:nvSpPr>
          <p:cNvPr id="117" name="!!text-76q" descr="請輸入書櫃螢幕上的數字"/>
          <p:cNvSpPr txBox="1"/>
          <p:nvPr/>
        </p:nvSpPr>
        <p:spPr>
          <a:xfrm>
            <a:off x="9359900" y="2470912"/>
            <a:ext cx="1291590" cy="16550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請輸入書櫃螢幕上的數字</a:t>
            </a:r>
            <a:endParaRPr lang="zh-TW" sz="900"/>
          </a:p>
        </p:txBody>
      </p:sp>
      <p:sp>
        <p:nvSpPr>
          <p:cNvPr id="118" name="!!text-772" descr="櫃門 A01"/>
          <p:cNvSpPr txBox="1"/>
          <p:nvPr/>
        </p:nvSpPr>
        <p:spPr>
          <a:xfrm>
            <a:off x="9813328" y="2709926"/>
            <a:ext cx="377114" cy="12872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00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櫃門 A01</a:t>
            </a:r>
            <a:endParaRPr lang="zh-TW" sz="700"/>
          </a:p>
        </p:txBody>
      </p:sp>
      <p:sp>
        <p:nvSpPr>
          <p:cNvPr id="119" name="!!rect-778"/>
          <p:cNvSpPr/>
          <p:nvPr/>
        </p:nvSpPr>
        <p:spPr>
          <a:xfrm>
            <a:off x="9594850" y="2997200"/>
            <a:ext cx="355600" cy="40640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8890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120" name="!!rect-77b"/>
          <p:cNvSpPr/>
          <p:nvPr/>
        </p:nvSpPr>
        <p:spPr>
          <a:xfrm>
            <a:off x="9594850" y="2997200"/>
            <a:ext cx="355600" cy="406400"/>
          </a:xfrm>
          <a:prstGeom prst="roundRect">
            <a:avLst>
              <a:gd name="adj" fmla="val 21429"/>
            </a:avLst>
          </a:prstGeom>
          <a:noFill/>
          <a:ln w="10160" cap="flat">
            <a:solidFill>
              <a:srgbClr val="627D8D"/>
            </a:solidFill>
            <a:prstDash val="solid"/>
            <a:miter lim="800000"/>
          </a:ln>
        </p:spPr>
      </p:sp>
      <p:sp>
        <p:nvSpPr>
          <p:cNvPr id="121" name="!!rect-77g"/>
          <p:cNvSpPr/>
          <p:nvPr/>
        </p:nvSpPr>
        <p:spPr>
          <a:xfrm>
            <a:off x="10026650" y="2997200"/>
            <a:ext cx="355600" cy="40640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8890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122" name="!!text-77y" descr="剩餘 59 秒"/>
          <p:cNvSpPr txBox="1"/>
          <p:nvPr/>
        </p:nvSpPr>
        <p:spPr>
          <a:xfrm>
            <a:off x="9785947" y="3471926"/>
            <a:ext cx="431876" cy="12872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00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剩餘 59 秒</a:t>
            </a:r>
            <a:endParaRPr lang="zh-TW" sz="700"/>
          </a:p>
        </p:txBody>
      </p:sp>
      <p:sp>
        <p:nvSpPr>
          <p:cNvPr id="123" name="!!rect-785"/>
          <p:cNvSpPr/>
          <p:nvPr/>
        </p:nvSpPr>
        <p:spPr>
          <a:xfrm>
            <a:off x="8813800" y="3733800"/>
            <a:ext cx="2349500" cy="250825"/>
          </a:xfrm>
          <a:prstGeom prst="roundRect">
            <a:avLst>
              <a:gd name="adj" fmla="val 30380"/>
            </a:avLst>
          </a:prstGeom>
          <a:solidFill>
            <a:srgbClr val="D64545">
              <a:alpha val="10000"/>
            </a:srgbClr>
          </a:solidFill>
          <a:ln>
            <a:noFill/>
          </a:ln>
        </p:spPr>
      </p:sp>
      <p:sp>
        <p:nvSpPr>
          <p:cNvPr id="124" name="!!path-786"/>
          <p:cNvSpPr/>
          <p:nvPr/>
        </p:nvSpPr>
        <p:spPr>
          <a:xfrm>
            <a:off x="8904288" y="3808413"/>
            <a:ext cx="85725" cy="104775"/>
          </a:xfrm>
          <a:custGeom>
            <a:avLst/>
            <a:gdLst/>
            <a:ahLst/>
            <a:cxnLst/>
            <a:rect l="l" t="t" r="r" b="b"/>
            <a:pathLst>
              <a:path w="85725" h="104775">
                <a:moveTo>
                  <a:pt x="42863" y="0"/>
                </a:moveTo>
                <a:lnTo>
                  <a:pt x="0" y="19050"/>
                </a:lnTo>
                <a:lnTo>
                  <a:pt x="0" y="47625"/>
                </a:lnTo>
                <a:cubicBezTo>
                  <a:pt x="0" y="74057"/>
                  <a:pt x="18288" y="98774"/>
                  <a:pt x="42863" y="104775"/>
                </a:cubicBezTo>
                <a:cubicBezTo>
                  <a:pt x="67437" y="98774"/>
                  <a:pt x="85725" y="74057"/>
                  <a:pt x="85725" y="47625"/>
                </a:cubicBezTo>
                <a:lnTo>
                  <a:pt x="85725" y="19050"/>
                </a:lnTo>
                <a:lnTo>
                  <a:pt x="42863" y="0"/>
                </a:lnTo>
                <a:close/>
                <a:moveTo>
                  <a:pt x="76200" y="47625"/>
                </a:moveTo>
                <a:cubicBezTo>
                  <a:pt x="76200" y="69151"/>
                  <a:pt x="62008" y="89011"/>
                  <a:pt x="42863" y="94917"/>
                </a:cubicBezTo>
                <a:cubicBezTo>
                  <a:pt x="23717" y="89011"/>
                  <a:pt x="9525" y="69151"/>
                  <a:pt x="9525" y="47625"/>
                </a:cubicBezTo>
                <a:lnTo>
                  <a:pt x="9525" y="25241"/>
                </a:lnTo>
                <a:lnTo>
                  <a:pt x="42863" y="10430"/>
                </a:lnTo>
                <a:lnTo>
                  <a:pt x="76200" y="25241"/>
                </a:lnTo>
                <a:lnTo>
                  <a:pt x="76200" y="47625"/>
                </a:lnTo>
                <a:close/>
              </a:path>
            </a:pathLst>
          </a:custGeom>
          <a:solidFill>
            <a:srgbClr val="D64545"/>
          </a:solidFill>
          <a:ln>
            <a:noFill/>
          </a:ln>
        </p:spPr>
      </p:sp>
      <p:sp>
        <p:nvSpPr>
          <p:cNvPr id="125" name="!!text-787" descr="若有他人告知數字並要求您輸入，請勿操作。"/>
          <p:cNvSpPr txBox="1"/>
          <p:nvPr/>
        </p:nvSpPr>
        <p:spPr>
          <a:xfrm>
            <a:off x="9055100" y="3793617"/>
            <a:ext cx="1675765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若有他人告知數字並要求您輸入，請勿操作。</a:t>
            </a:r>
            <a:endParaRPr lang="zh-TW" sz="650"/>
          </a:p>
        </p:txBody>
      </p:sp>
      <p:sp>
        <p:nvSpPr>
          <p:cNvPr id="126" name="!!path-78t"/>
          <p:cNvSpPr/>
          <p:nvPr/>
        </p:nvSpPr>
        <p:spPr>
          <a:xfrm>
            <a:off x="8712200" y="5085080"/>
            <a:ext cx="2552700" cy="1028700"/>
          </a:xfrm>
          <a:custGeom>
            <a:avLst/>
            <a:gdLst/>
            <a:ahLst/>
            <a:cxnLst/>
            <a:rect l="l" t="t" r="r" b="b"/>
            <a:pathLst>
              <a:path w="2552700" h="1028700">
                <a:moveTo>
                  <a:pt x="155217" y="1015561"/>
                </a:moveTo>
                <a:lnTo>
                  <a:pt x="102293" y="972127"/>
                </a:lnTo>
                <a:lnTo>
                  <a:pt x="58859" y="919203"/>
                </a:lnTo>
                <a:lnTo>
                  <a:pt x="26585" y="858822"/>
                </a:lnTo>
                <a:lnTo>
                  <a:pt x="6711" y="793305"/>
                </a:lnTo>
                <a:lnTo>
                  <a:pt x="0" y="725170"/>
                </a:lnTo>
                <a:lnTo>
                  <a:pt x="0" y="152400"/>
                </a:lnTo>
                <a:lnTo>
                  <a:pt x="1058" y="128058"/>
                </a:lnTo>
                <a:lnTo>
                  <a:pt x="4233" y="105833"/>
                </a:lnTo>
                <a:lnTo>
                  <a:pt x="9525" y="85725"/>
                </a:lnTo>
                <a:lnTo>
                  <a:pt x="16933" y="67733"/>
                </a:lnTo>
                <a:lnTo>
                  <a:pt x="26458" y="51858"/>
                </a:lnTo>
                <a:lnTo>
                  <a:pt x="38100" y="38100"/>
                </a:lnTo>
                <a:lnTo>
                  <a:pt x="51858" y="26458"/>
                </a:lnTo>
                <a:lnTo>
                  <a:pt x="67733" y="16933"/>
                </a:lnTo>
                <a:lnTo>
                  <a:pt x="85725" y="9525"/>
                </a:lnTo>
                <a:lnTo>
                  <a:pt x="105833" y="4233"/>
                </a:lnTo>
                <a:lnTo>
                  <a:pt x="128058" y="1058"/>
                </a:lnTo>
                <a:lnTo>
                  <a:pt x="152400" y="0"/>
                </a:lnTo>
                <a:lnTo>
                  <a:pt x="2400300" y="0"/>
                </a:lnTo>
                <a:lnTo>
                  <a:pt x="2424642" y="1058"/>
                </a:lnTo>
                <a:lnTo>
                  <a:pt x="2446867" y="4233"/>
                </a:lnTo>
                <a:lnTo>
                  <a:pt x="2466975" y="9525"/>
                </a:lnTo>
                <a:lnTo>
                  <a:pt x="2484967" y="16933"/>
                </a:lnTo>
                <a:lnTo>
                  <a:pt x="2500842" y="26458"/>
                </a:lnTo>
                <a:lnTo>
                  <a:pt x="2514600" y="38100"/>
                </a:lnTo>
                <a:lnTo>
                  <a:pt x="2526242" y="51858"/>
                </a:lnTo>
                <a:lnTo>
                  <a:pt x="2535767" y="67733"/>
                </a:lnTo>
                <a:lnTo>
                  <a:pt x="2543175" y="85725"/>
                </a:lnTo>
                <a:lnTo>
                  <a:pt x="2548467" y="105833"/>
                </a:lnTo>
                <a:lnTo>
                  <a:pt x="2551642" y="128058"/>
                </a:lnTo>
                <a:lnTo>
                  <a:pt x="2552700" y="152400"/>
                </a:lnTo>
                <a:lnTo>
                  <a:pt x="2552700" y="725170"/>
                </a:lnTo>
                <a:lnTo>
                  <a:pt x="2545989" y="793305"/>
                </a:lnTo>
                <a:lnTo>
                  <a:pt x="2526115" y="858822"/>
                </a:lnTo>
                <a:lnTo>
                  <a:pt x="2493841" y="919203"/>
                </a:lnTo>
                <a:lnTo>
                  <a:pt x="2450407" y="972127"/>
                </a:lnTo>
                <a:lnTo>
                  <a:pt x="2397483" y="1015561"/>
                </a:lnTo>
                <a:lnTo>
                  <a:pt x="2372901" y="1028700"/>
                </a:lnTo>
                <a:lnTo>
                  <a:pt x="179799" y="1028700"/>
                </a:lnTo>
                <a:close/>
              </a:path>
            </a:pathLst>
          </a:custGeom>
          <a:solidFill>
            <a:srgbClr val="0B1A26">
              <a:alpha val="2200"/>
            </a:srgbClr>
          </a:solidFill>
          <a:ln>
            <a:noFill/>
          </a:ln>
        </p:spPr>
      </p:sp>
      <p:sp>
        <p:nvSpPr>
          <p:cNvPr id="127" name="!!path-78u"/>
          <p:cNvSpPr/>
          <p:nvPr/>
        </p:nvSpPr>
        <p:spPr>
          <a:xfrm>
            <a:off x="8712200" y="5102225"/>
            <a:ext cx="2552700" cy="1028700"/>
          </a:xfrm>
          <a:custGeom>
            <a:avLst/>
            <a:gdLst/>
            <a:ahLst/>
            <a:cxnLst/>
            <a:rect l="l" t="t" r="r" b="b"/>
            <a:pathLst>
              <a:path w="2552700" h="1028700">
                <a:moveTo>
                  <a:pt x="155217" y="998416"/>
                </a:moveTo>
                <a:lnTo>
                  <a:pt x="102293" y="954982"/>
                </a:lnTo>
                <a:lnTo>
                  <a:pt x="58859" y="902058"/>
                </a:lnTo>
                <a:lnTo>
                  <a:pt x="26585" y="841677"/>
                </a:lnTo>
                <a:lnTo>
                  <a:pt x="6711" y="776160"/>
                </a:lnTo>
                <a:lnTo>
                  <a:pt x="0" y="708025"/>
                </a:lnTo>
                <a:lnTo>
                  <a:pt x="0" y="152400"/>
                </a:lnTo>
                <a:lnTo>
                  <a:pt x="1058" y="128058"/>
                </a:lnTo>
                <a:lnTo>
                  <a:pt x="4233" y="105833"/>
                </a:lnTo>
                <a:lnTo>
                  <a:pt x="9525" y="85725"/>
                </a:lnTo>
                <a:lnTo>
                  <a:pt x="16933" y="67733"/>
                </a:lnTo>
                <a:lnTo>
                  <a:pt x="26458" y="51858"/>
                </a:lnTo>
                <a:lnTo>
                  <a:pt x="38100" y="38100"/>
                </a:lnTo>
                <a:lnTo>
                  <a:pt x="51858" y="26458"/>
                </a:lnTo>
                <a:lnTo>
                  <a:pt x="67733" y="16933"/>
                </a:lnTo>
                <a:lnTo>
                  <a:pt x="85725" y="9525"/>
                </a:lnTo>
                <a:lnTo>
                  <a:pt x="105833" y="4233"/>
                </a:lnTo>
                <a:lnTo>
                  <a:pt x="128058" y="1058"/>
                </a:lnTo>
                <a:lnTo>
                  <a:pt x="152400" y="0"/>
                </a:lnTo>
                <a:lnTo>
                  <a:pt x="2400300" y="0"/>
                </a:lnTo>
                <a:lnTo>
                  <a:pt x="2424642" y="1058"/>
                </a:lnTo>
                <a:lnTo>
                  <a:pt x="2446867" y="4233"/>
                </a:lnTo>
                <a:lnTo>
                  <a:pt x="2466975" y="9525"/>
                </a:lnTo>
                <a:lnTo>
                  <a:pt x="2484967" y="16933"/>
                </a:lnTo>
                <a:lnTo>
                  <a:pt x="2500842" y="26458"/>
                </a:lnTo>
                <a:lnTo>
                  <a:pt x="2514600" y="38100"/>
                </a:lnTo>
                <a:lnTo>
                  <a:pt x="2526242" y="51858"/>
                </a:lnTo>
                <a:lnTo>
                  <a:pt x="2535767" y="67733"/>
                </a:lnTo>
                <a:lnTo>
                  <a:pt x="2543175" y="85725"/>
                </a:lnTo>
                <a:lnTo>
                  <a:pt x="2548467" y="105833"/>
                </a:lnTo>
                <a:lnTo>
                  <a:pt x="2551642" y="128058"/>
                </a:lnTo>
                <a:lnTo>
                  <a:pt x="2552700" y="152400"/>
                </a:lnTo>
                <a:lnTo>
                  <a:pt x="2552700" y="708025"/>
                </a:lnTo>
                <a:lnTo>
                  <a:pt x="2545989" y="776160"/>
                </a:lnTo>
                <a:lnTo>
                  <a:pt x="2526115" y="841677"/>
                </a:lnTo>
                <a:lnTo>
                  <a:pt x="2493841" y="902058"/>
                </a:lnTo>
                <a:lnTo>
                  <a:pt x="2450407" y="954982"/>
                </a:lnTo>
                <a:lnTo>
                  <a:pt x="2397483" y="998416"/>
                </a:lnTo>
                <a:lnTo>
                  <a:pt x="2340825" y="1028700"/>
                </a:lnTo>
                <a:lnTo>
                  <a:pt x="211875" y="1028700"/>
                </a:lnTo>
                <a:close/>
              </a:path>
            </a:pathLst>
          </a:custGeom>
          <a:solidFill>
            <a:srgbClr val="0B1A26">
              <a:alpha val="2200"/>
            </a:srgbClr>
          </a:solidFill>
          <a:ln>
            <a:noFill/>
          </a:ln>
        </p:spPr>
      </p:sp>
      <p:sp>
        <p:nvSpPr>
          <p:cNvPr id="128" name="!!path-78v"/>
          <p:cNvSpPr/>
          <p:nvPr/>
        </p:nvSpPr>
        <p:spPr>
          <a:xfrm>
            <a:off x="8712200" y="5116513"/>
            <a:ext cx="2552700" cy="1028700"/>
          </a:xfrm>
          <a:custGeom>
            <a:avLst/>
            <a:gdLst/>
            <a:ahLst/>
            <a:cxnLst/>
            <a:rect l="l" t="t" r="r" b="b"/>
            <a:pathLst>
              <a:path w="2552700" h="1028700">
                <a:moveTo>
                  <a:pt x="215598" y="1016402"/>
                </a:moveTo>
                <a:lnTo>
                  <a:pt x="155217" y="984128"/>
                </a:lnTo>
                <a:lnTo>
                  <a:pt x="102293" y="940695"/>
                </a:lnTo>
                <a:lnTo>
                  <a:pt x="58859" y="887770"/>
                </a:lnTo>
                <a:lnTo>
                  <a:pt x="26585" y="827390"/>
                </a:lnTo>
                <a:lnTo>
                  <a:pt x="6711" y="761873"/>
                </a:lnTo>
                <a:lnTo>
                  <a:pt x="0" y="693738"/>
                </a:lnTo>
                <a:lnTo>
                  <a:pt x="0" y="152400"/>
                </a:lnTo>
                <a:lnTo>
                  <a:pt x="1058" y="128058"/>
                </a:lnTo>
                <a:lnTo>
                  <a:pt x="4233" y="105833"/>
                </a:lnTo>
                <a:lnTo>
                  <a:pt x="9525" y="85725"/>
                </a:lnTo>
                <a:lnTo>
                  <a:pt x="16933" y="67733"/>
                </a:lnTo>
                <a:lnTo>
                  <a:pt x="26458" y="51858"/>
                </a:lnTo>
                <a:lnTo>
                  <a:pt x="38100" y="38100"/>
                </a:lnTo>
                <a:lnTo>
                  <a:pt x="51858" y="26458"/>
                </a:lnTo>
                <a:lnTo>
                  <a:pt x="67733" y="16933"/>
                </a:lnTo>
                <a:lnTo>
                  <a:pt x="85725" y="9525"/>
                </a:lnTo>
                <a:lnTo>
                  <a:pt x="105833" y="4233"/>
                </a:lnTo>
                <a:lnTo>
                  <a:pt x="128058" y="1058"/>
                </a:lnTo>
                <a:lnTo>
                  <a:pt x="152400" y="0"/>
                </a:lnTo>
                <a:lnTo>
                  <a:pt x="2400300" y="0"/>
                </a:lnTo>
                <a:lnTo>
                  <a:pt x="2424642" y="1058"/>
                </a:lnTo>
                <a:lnTo>
                  <a:pt x="2446867" y="4233"/>
                </a:lnTo>
                <a:lnTo>
                  <a:pt x="2466975" y="9525"/>
                </a:lnTo>
                <a:lnTo>
                  <a:pt x="2484967" y="16933"/>
                </a:lnTo>
                <a:lnTo>
                  <a:pt x="2500842" y="26458"/>
                </a:lnTo>
                <a:lnTo>
                  <a:pt x="2514600" y="38100"/>
                </a:lnTo>
                <a:lnTo>
                  <a:pt x="2526242" y="51858"/>
                </a:lnTo>
                <a:lnTo>
                  <a:pt x="2535767" y="67733"/>
                </a:lnTo>
                <a:lnTo>
                  <a:pt x="2543175" y="85725"/>
                </a:lnTo>
                <a:lnTo>
                  <a:pt x="2548467" y="105833"/>
                </a:lnTo>
                <a:lnTo>
                  <a:pt x="2551642" y="128058"/>
                </a:lnTo>
                <a:lnTo>
                  <a:pt x="2552700" y="152400"/>
                </a:lnTo>
                <a:lnTo>
                  <a:pt x="2552700" y="693738"/>
                </a:lnTo>
                <a:lnTo>
                  <a:pt x="2545989" y="761873"/>
                </a:lnTo>
                <a:lnTo>
                  <a:pt x="2526115" y="827390"/>
                </a:lnTo>
                <a:lnTo>
                  <a:pt x="2493841" y="887770"/>
                </a:lnTo>
                <a:lnTo>
                  <a:pt x="2450407" y="940695"/>
                </a:lnTo>
                <a:lnTo>
                  <a:pt x="2397483" y="984128"/>
                </a:lnTo>
                <a:lnTo>
                  <a:pt x="2337102" y="1016402"/>
                </a:lnTo>
                <a:lnTo>
                  <a:pt x="2296563" y="1028700"/>
                </a:lnTo>
                <a:lnTo>
                  <a:pt x="256137" y="1028700"/>
                </a:lnTo>
                <a:close/>
              </a:path>
            </a:pathLst>
          </a:custGeom>
          <a:solidFill>
            <a:srgbClr val="0B1A26">
              <a:alpha val="2200"/>
            </a:srgbClr>
          </a:solidFill>
          <a:ln>
            <a:noFill/>
          </a:ln>
        </p:spPr>
      </p:sp>
      <p:sp>
        <p:nvSpPr>
          <p:cNvPr id="129" name="!!path-78w"/>
          <p:cNvSpPr/>
          <p:nvPr/>
        </p:nvSpPr>
        <p:spPr>
          <a:xfrm>
            <a:off x="8712200" y="5130800"/>
            <a:ext cx="2552700" cy="1028700"/>
          </a:xfrm>
          <a:custGeom>
            <a:avLst/>
            <a:gdLst/>
            <a:ahLst/>
            <a:cxnLst/>
            <a:rect l="l" t="t" r="r" b="b"/>
            <a:pathLst>
              <a:path w="2552700" h="1028700">
                <a:moveTo>
                  <a:pt x="281115" y="1021989"/>
                </a:moveTo>
                <a:lnTo>
                  <a:pt x="215598" y="1002115"/>
                </a:lnTo>
                <a:lnTo>
                  <a:pt x="155217" y="969841"/>
                </a:lnTo>
                <a:lnTo>
                  <a:pt x="102293" y="926407"/>
                </a:lnTo>
                <a:lnTo>
                  <a:pt x="58859" y="873483"/>
                </a:lnTo>
                <a:lnTo>
                  <a:pt x="26585" y="813102"/>
                </a:lnTo>
                <a:lnTo>
                  <a:pt x="6711" y="747585"/>
                </a:lnTo>
                <a:lnTo>
                  <a:pt x="0" y="679450"/>
                </a:lnTo>
                <a:lnTo>
                  <a:pt x="0" y="152400"/>
                </a:lnTo>
                <a:lnTo>
                  <a:pt x="1058" y="128058"/>
                </a:lnTo>
                <a:lnTo>
                  <a:pt x="4233" y="105833"/>
                </a:lnTo>
                <a:lnTo>
                  <a:pt x="9525" y="85725"/>
                </a:lnTo>
                <a:lnTo>
                  <a:pt x="16933" y="67733"/>
                </a:lnTo>
                <a:lnTo>
                  <a:pt x="26458" y="51858"/>
                </a:lnTo>
                <a:lnTo>
                  <a:pt x="38100" y="38100"/>
                </a:lnTo>
                <a:lnTo>
                  <a:pt x="51858" y="26458"/>
                </a:lnTo>
                <a:lnTo>
                  <a:pt x="67733" y="16933"/>
                </a:lnTo>
                <a:lnTo>
                  <a:pt x="85725" y="9525"/>
                </a:lnTo>
                <a:lnTo>
                  <a:pt x="105833" y="4233"/>
                </a:lnTo>
                <a:lnTo>
                  <a:pt x="128058" y="1058"/>
                </a:lnTo>
                <a:lnTo>
                  <a:pt x="152400" y="0"/>
                </a:lnTo>
                <a:lnTo>
                  <a:pt x="2400300" y="0"/>
                </a:lnTo>
                <a:lnTo>
                  <a:pt x="2424642" y="1058"/>
                </a:lnTo>
                <a:lnTo>
                  <a:pt x="2446867" y="4233"/>
                </a:lnTo>
                <a:lnTo>
                  <a:pt x="2466975" y="9525"/>
                </a:lnTo>
                <a:lnTo>
                  <a:pt x="2484967" y="16933"/>
                </a:lnTo>
                <a:lnTo>
                  <a:pt x="2500842" y="26458"/>
                </a:lnTo>
                <a:lnTo>
                  <a:pt x="2514600" y="38100"/>
                </a:lnTo>
                <a:lnTo>
                  <a:pt x="2526242" y="51858"/>
                </a:lnTo>
                <a:lnTo>
                  <a:pt x="2535767" y="67733"/>
                </a:lnTo>
                <a:lnTo>
                  <a:pt x="2543175" y="85725"/>
                </a:lnTo>
                <a:lnTo>
                  <a:pt x="2548467" y="105833"/>
                </a:lnTo>
                <a:lnTo>
                  <a:pt x="2551642" y="128058"/>
                </a:lnTo>
                <a:lnTo>
                  <a:pt x="2552700" y="152400"/>
                </a:lnTo>
                <a:lnTo>
                  <a:pt x="2552700" y="679450"/>
                </a:lnTo>
                <a:lnTo>
                  <a:pt x="2545989" y="747585"/>
                </a:lnTo>
                <a:lnTo>
                  <a:pt x="2526115" y="813102"/>
                </a:lnTo>
                <a:lnTo>
                  <a:pt x="2493841" y="873483"/>
                </a:lnTo>
                <a:lnTo>
                  <a:pt x="2450407" y="926407"/>
                </a:lnTo>
                <a:lnTo>
                  <a:pt x="2397483" y="969841"/>
                </a:lnTo>
                <a:lnTo>
                  <a:pt x="2337102" y="1002115"/>
                </a:lnTo>
                <a:lnTo>
                  <a:pt x="2271585" y="1021989"/>
                </a:lnTo>
                <a:lnTo>
                  <a:pt x="2203450" y="1028700"/>
                </a:lnTo>
                <a:lnTo>
                  <a:pt x="349250" y="1028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30" name="!!rect-792"/>
          <p:cNvSpPr/>
          <p:nvPr/>
        </p:nvSpPr>
        <p:spPr>
          <a:xfrm>
            <a:off x="8813800" y="5207000"/>
            <a:ext cx="2349500" cy="304800"/>
          </a:xfrm>
          <a:prstGeom prst="roundRect">
            <a:avLst>
              <a:gd name="adj" fmla="val 29167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131" name="!!text-793" descr="確認"/>
          <p:cNvSpPr txBox="1"/>
          <p:nvPr/>
        </p:nvSpPr>
        <p:spPr>
          <a:xfrm>
            <a:off x="9886950" y="5279644"/>
            <a:ext cx="233680" cy="14711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00" b="1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確認</a:t>
            </a:r>
            <a:endParaRPr lang="zh-TW" sz="800"/>
          </a:p>
        </p:txBody>
      </p:sp>
      <p:sp>
        <p:nvSpPr>
          <p:cNvPr id="132" name="!!rect-796"/>
          <p:cNvSpPr/>
          <p:nvPr/>
        </p:nvSpPr>
        <p:spPr>
          <a:xfrm>
            <a:off x="8813800" y="5207000"/>
            <a:ext cx="2349500" cy="304800"/>
          </a:xfrm>
          <a:prstGeom prst="roundRect">
            <a:avLst>
              <a:gd name="adj" fmla="val 29167"/>
            </a:avLst>
          </a:prstGeom>
          <a:solidFill>
            <a:srgbClr val="FFFFFF">
              <a:alpha val="60000"/>
            </a:srgbClr>
          </a:solidFill>
          <a:ln>
            <a:noFill/>
          </a:ln>
        </p:spPr>
      </p:sp>
      <p:sp>
        <p:nvSpPr>
          <p:cNvPr id="133" name="!!rect-79b"/>
          <p:cNvSpPr/>
          <p:nvPr/>
        </p:nvSpPr>
        <p:spPr>
          <a:xfrm>
            <a:off x="8818563" y="5567363"/>
            <a:ext cx="2339975" cy="295275"/>
          </a:xfrm>
          <a:prstGeom prst="roundRect">
            <a:avLst>
              <a:gd name="adj" fmla="val 29032"/>
            </a:avLst>
          </a:prstGeom>
          <a:solidFill>
            <a:srgbClr val="FFFFFF"/>
          </a:solidFill>
          <a:ln w="9525" cap="flat">
            <a:solidFill>
              <a:srgbClr val="627D8D"/>
            </a:solidFill>
            <a:prstDash val="solid"/>
            <a:miter lim="800000"/>
          </a:ln>
        </p:spPr>
      </p:sp>
      <p:sp>
        <p:nvSpPr>
          <p:cNvPr id="134" name="!!text-79c" descr="取消作業"/>
          <p:cNvSpPr txBox="1"/>
          <p:nvPr/>
        </p:nvSpPr>
        <p:spPr>
          <a:xfrm>
            <a:off x="9785350" y="5635244"/>
            <a:ext cx="436880" cy="14711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取消作業</a:t>
            </a:r>
            <a:endParaRPr lang="zh-TW" sz="800"/>
          </a:p>
        </p:txBody>
      </p:sp>
      <p:sp>
        <p:nvSpPr>
          <p:cNvPr id="135" name="!!path-79i"/>
          <p:cNvSpPr/>
          <p:nvPr/>
        </p:nvSpPr>
        <p:spPr>
          <a:xfrm>
            <a:off x="8712200" y="609600"/>
            <a:ext cx="2552700" cy="730250"/>
          </a:xfrm>
          <a:custGeom>
            <a:avLst/>
            <a:gdLst/>
            <a:ahLst/>
            <a:cxnLst/>
            <a:rect l="l" t="t" r="r" b="b"/>
            <a:pathLst>
              <a:path w="2552700" h="730250">
                <a:moveTo>
                  <a:pt x="0" y="349250"/>
                </a:moveTo>
                <a:lnTo>
                  <a:pt x="6711" y="281115"/>
                </a:lnTo>
                <a:lnTo>
                  <a:pt x="26585" y="215598"/>
                </a:lnTo>
                <a:lnTo>
                  <a:pt x="58859" y="155217"/>
                </a:lnTo>
                <a:lnTo>
                  <a:pt x="102293" y="102293"/>
                </a:lnTo>
                <a:lnTo>
                  <a:pt x="155217" y="58859"/>
                </a:lnTo>
                <a:lnTo>
                  <a:pt x="215598" y="26585"/>
                </a:lnTo>
                <a:lnTo>
                  <a:pt x="281115" y="6711"/>
                </a:lnTo>
                <a:lnTo>
                  <a:pt x="349250" y="0"/>
                </a:lnTo>
                <a:lnTo>
                  <a:pt x="2203450" y="0"/>
                </a:lnTo>
                <a:lnTo>
                  <a:pt x="2271585" y="6711"/>
                </a:lnTo>
                <a:lnTo>
                  <a:pt x="2337102" y="26585"/>
                </a:lnTo>
                <a:lnTo>
                  <a:pt x="2397483" y="58859"/>
                </a:lnTo>
                <a:lnTo>
                  <a:pt x="2450407" y="102293"/>
                </a:lnTo>
                <a:lnTo>
                  <a:pt x="2493841" y="155217"/>
                </a:lnTo>
                <a:lnTo>
                  <a:pt x="2526115" y="215598"/>
                </a:lnTo>
                <a:lnTo>
                  <a:pt x="2545989" y="281115"/>
                </a:lnTo>
                <a:lnTo>
                  <a:pt x="2552700" y="349250"/>
                </a:lnTo>
                <a:lnTo>
                  <a:pt x="2552700" y="577850"/>
                </a:lnTo>
                <a:lnTo>
                  <a:pt x="2551642" y="602192"/>
                </a:lnTo>
                <a:lnTo>
                  <a:pt x="2548467" y="624417"/>
                </a:lnTo>
                <a:lnTo>
                  <a:pt x="2543175" y="644525"/>
                </a:lnTo>
                <a:lnTo>
                  <a:pt x="2535767" y="662517"/>
                </a:lnTo>
                <a:lnTo>
                  <a:pt x="2526242" y="678392"/>
                </a:lnTo>
                <a:lnTo>
                  <a:pt x="2514600" y="692150"/>
                </a:lnTo>
                <a:lnTo>
                  <a:pt x="2500842" y="703792"/>
                </a:lnTo>
                <a:lnTo>
                  <a:pt x="2484967" y="713317"/>
                </a:lnTo>
                <a:lnTo>
                  <a:pt x="2466975" y="720725"/>
                </a:lnTo>
                <a:lnTo>
                  <a:pt x="2446867" y="726017"/>
                </a:lnTo>
                <a:lnTo>
                  <a:pt x="2424642" y="729192"/>
                </a:lnTo>
                <a:lnTo>
                  <a:pt x="2400300" y="730250"/>
                </a:lnTo>
                <a:lnTo>
                  <a:pt x="152400" y="730250"/>
                </a:lnTo>
                <a:lnTo>
                  <a:pt x="128058" y="729192"/>
                </a:lnTo>
                <a:lnTo>
                  <a:pt x="105833" y="726017"/>
                </a:lnTo>
                <a:lnTo>
                  <a:pt x="85725" y="720725"/>
                </a:lnTo>
                <a:lnTo>
                  <a:pt x="67733" y="713317"/>
                </a:lnTo>
                <a:lnTo>
                  <a:pt x="51858" y="703792"/>
                </a:lnTo>
                <a:lnTo>
                  <a:pt x="38100" y="692150"/>
                </a:lnTo>
                <a:lnTo>
                  <a:pt x="26458" y="678392"/>
                </a:lnTo>
                <a:lnTo>
                  <a:pt x="16933" y="662517"/>
                </a:lnTo>
                <a:lnTo>
                  <a:pt x="9525" y="644525"/>
                </a:lnTo>
                <a:lnTo>
                  <a:pt x="4233" y="624417"/>
                </a:lnTo>
                <a:lnTo>
                  <a:pt x="1058" y="602192"/>
                </a:lnTo>
                <a:lnTo>
                  <a:pt x="0" y="577850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136" name="!!text-79j" descr="2:25"/>
          <p:cNvSpPr txBox="1"/>
          <p:nvPr/>
        </p:nvSpPr>
        <p:spPr>
          <a:xfrm>
            <a:off x="9020597" y="714883"/>
            <a:ext cx="253790" cy="1563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50" kern="0" dirty="0">
                <a:solidFill>
                  <a:srgbClr val="FFFFFF"/>
                </a:solidFill>
                <a:latin typeface="Noto Sans TC SemiBold"/>
                <a:ea typeface="Noto Sans TC SemiBold"/>
                <a:cs typeface="Noto Sans TC SemiBold"/>
              </a:rPr>
              <a:t>2:25</a:t>
            </a:r>
            <a:endParaRPr lang="zh-TW" sz="850"/>
          </a:p>
        </p:txBody>
      </p:sp>
      <p:sp>
        <p:nvSpPr>
          <p:cNvPr id="137" name="!!rect-79o"/>
          <p:cNvSpPr/>
          <p:nvPr/>
        </p:nvSpPr>
        <p:spPr>
          <a:xfrm>
            <a:off x="10579100" y="808990"/>
            <a:ext cx="21590" cy="2667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38" name="!!rect-79p"/>
          <p:cNvSpPr/>
          <p:nvPr/>
        </p:nvSpPr>
        <p:spPr>
          <a:xfrm>
            <a:off x="10612120" y="792480"/>
            <a:ext cx="21590" cy="4318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39" name="!!rect-79q"/>
          <p:cNvSpPr/>
          <p:nvPr/>
        </p:nvSpPr>
        <p:spPr>
          <a:xfrm>
            <a:off x="10645140" y="775970"/>
            <a:ext cx="21590" cy="5969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40" name="!!rect-79r"/>
          <p:cNvSpPr/>
          <p:nvPr/>
        </p:nvSpPr>
        <p:spPr>
          <a:xfrm>
            <a:off x="10678160" y="759460"/>
            <a:ext cx="21590" cy="7620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41" name="!!path-79s"/>
          <p:cNvSpPr/>
          <p:nvPr/>
        </p:nvSpPr>
        <p:spPr>
          <a:xfrm>
            <a:off x="10763250" y="763570"/>
            <a:ext cx="95250" cy="70820"/>
          </a:xfrm>
          <a:custGeom>
            <a:avLst/>
            <a:gdLst/>
            <a:ahLst/>
            <a:cxnLst/>
            <a:rect l="l" t="t" r="r" b="b"/>
            <a:pathLst>
              <a:path w="95250" h="70820">
                <a:moveTo>
                  <a:pt x="47625" y="70820"/>
                </a:moveTo>
                <a:lnTo>
                  <a:pt x="31115" y="51135"/>
                </a:lnTo>
                <a:cubicBezTo>
                  <a:pt x="40714" y="43262"/>
                  <a:pt x="54536" y="43262"/>
                  <a:pt x="64135" y="51135"/>
                </a:cubicBezTo>
                <a:close/>
                <a:moveTo>
                  <a:pt x="0" y="23830"/>
                </a:moveTo>
                <a:cubicBezTo>
                  <a:pt x="27279" y="0"/>
                  <a:pt x="67971" y="0"/>
                  <a:pt x="95250" y="23830"/>
                </a:cubicBezTo>
                <a:lnTo>
                  <a:pt x="83820" y="37165"/>
                </a:lnTo>
                <a:cubicBezTo>
                  <a:pt x="63051" y="19153"/>
                  <a:pt x="32199" y="19153"/>
                  <a:pt x="11430" y="37165"/>
                </a:cubicBezTo>
                <a:close/>
                <a:moveTo>
                  <a:pt x="16510" y="43515"/>
                </a:moveTo>
                <a:cubicBezTo>
                  <a:pt x="34385" y="28089"/>
                  <a:pt x="60865" y="28089"/>
                  <a:pt x="78740" y="43515"/>
                </a:cubicBezTo>
                <a:lnTo>
                  <a:pt x="67310" y="56850"/>
                </a:lnTo>
                <a:cubicBezTo>
                  <a:pt x="55947" y="47238"/>
                  <a:pt x="39303" y="47238"/>
                  <a:pt x="27940" y="5685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42" name="!!rect-79t"/>
          <p:cNvSpPr/>
          <p:nvPr/>
        </p:nvSpPr>
        <p:spPr>
          <a:xfrm>
            <a:off x="10902950" y="760730"/>
            <a:ext cx="161925" cy="78740"/>
          </a:xfrm>
          <a:prstGeom prst="roundRect">
            <a:avLst>
              <a:gd name="adj" fmla="val 32258"/>
            </a:avLst>
          </a:prstGeom>
          <a:noFill/>
          <a:ln w="6985" cap="flat">
            <a:solidFill>
              <a:srgbClr val="FFFFFF">
                <a:alpha val="38000"/>
              </a:srgbClr>
            </a:solidFill>
            <a:prstDash val="solid"/>
            <a:miter lim="800000"/>
          </a:ln>
        </p:spPr>
      </p:sp>
      <p:sp>
        <p:nvSpPr>
          <p:cNvPr id="143" name="!!rect-79u"/>
          <p:cNvSpPr/>
          <p:nvPr/>
        </p:nvSpPr>
        <p:spPr>
          <a:xfrm>
            <a:off x="10916285" y="774065"/>
            <a:ext cx="110909" cy="52070"/>
          </a:xfrm>
          <a:prstGeom prst="roundRect">
            <a:avLst>
              <a:gd name="adj" fmla="val 26829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44" name="!!path-79v"/>
          <p:cNvSpPr/>
          <p:nvPr/>
        </p:nvSpPr>
        <p:spPr>
          <a:xfrm>
            <a:off x="11074400" y="786130"/>
            <a:ext cx="10345" cy="27940"/>
          </a:xfrm>
          <a:custGeom>
            <a:avLst/>
            <a:gdLst/>
            <a:ahLst/>
            <a:cxnLst/>
            <a:rect l="l" t="t" r="r" b="b"/>
            <a:pathLst>
              <a:path w="10345" h="27940">
                <a:moveTo>
                  <a:pt x="0" y="0"/>
                </a:moveTo>
                <a:lnTo>
                  <a:pt x="0" y="27940"/>
                </a:lnTo>
                <a:cubicBezTo>
                  <a:pt x="6146" y="26066"/>
                  <a:pt x="10345" y="20395"/>
                  <a:pt x="10345" y="13970"/>
                </a:cubicBezTo>
                <a:cubicBezTo>
                  <a:pt x="10345" y="7545"/>
                  <a:pt x="6146" y="1874"/>
                  <a:pt x="0" y="0"/>
                </a:cubicBezTo>
                <a:close/>
              </a:path>
            </a:pathLst>
          </a:custGeom>
          <a:solidFill>
            <a:srgbClr val="FFFFFF">
              <a:alpha val="45000"/>
            </a:srgbClr>
          </a:solidFill>
          <a:ln>
            <a:noFill/>
          </a:ln>
        </p:spPr>
      </p:sp>
      <p:sp>
        <p:nvSpPr>
          <p:cNvPr id="145" name="!!path-79w"/>
          <p:cNvSpPr/>
          <p:nvPr/>
        </p:nvSpPr>
        <p:spPr>
          <a:xfrm>
            <a:off x="8845537" y="1109129"/>
            <a:ext cx="62258" cy="105791"/>
          </a:xfrm>
          <a:custGeom>
            <a:avLst/>
            <a:gdLst/>
            <a:ahLst/>
            <a:cxnLst/>
            <a:rect l="l" t="t" r="r" b="b"/>
            <a:pathLst>
              <a:path w="62258" h="105791">
                <a:moveTo>
                  <a:pt x="62258" y="9363"/>
                </a:moveTo>
                <a:lnTo>
                  <a:pt x="52896" y="0"/>
                </a:lnTo>
                <a:lnTo>
                  <a:pt x="0" y="52896"/>
                </a:lnTo>
                <a:lnTo>
                  <a:pt x="52896" y="105791"/>
                </a:lnTo>
                <a:lnTo>
                  <a:pt x="62258" y="96429"/>
                </a:lnTo>
                <a:lnTo>
                  <a:pt x="18725" y="5289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46" name="!!path-79x"/>
          <p:cNvSpPr/>
          <p:nvPr/>
        </p:nvSpPr>
        <p:spPr>
          <a:xfrm>
            <a:off x="9567329" y="1109129"/>
            <a:ext cx="105791" cy="105791"/>
          </a:xfrm>
          <a:custGeom>
            <a:avLst/>
            <a:gdLst/>
            <a:ahLst/>
            <a:cxnLst/>
            <a:rect l="l" t="t" r="r" b="b"/>
            <a:pathLst>
              <a:path w="105791" h="105791">
                <a:moveTo>
                  <a:pt x="39672" y="23803"/>
                </a:moveTo>
                <a:lnTo>
                  <a:pt x="39672" y="39672"/>
                </a:lnTo>
                <a:lnTo>
                  <a:pt x="23803" y="39672"/>
                </a:lnTo>
                <a:lnTo>
                  <a:pt x="23803" y="23803"/>
                </a:lnTo>
                <a:lnTo>
                  <a:pt x="39672" y="23803"/>
                </a:lnTo>
                <a:moveTo>
                  <a:pt x="47606" y="15869"/>
                </a:moveTo>
                <a:lnTo>
                  <a:pt x="15869" y="15869"/>
                </a:lnTo>
                <a:lnTo>
                  <a:pt x="15869" y="47606"/>
                </a:lnTo>
                <a:lnTo>
                  <a:pt x="47606" y="47606"/>
                </a:lnTo>
                <a:lnTo>
                  <a:pt x="47606" y="15869"/>
                </a:lnTo>
                <a:close/>
                <a:moveTo>
                  <a:pt x="39672" y="66119"/>
                </a:moveTo>
                <a:lnTo>
                  <a:pt x="39672" y="81988"/>
                </a:lnTo>
                <a:lnTo>
                  <a:pt x="23803" y="81988"/>
                </a:lnTo>
                <a:lnTo>
                  <a:pt x="23803" y="66119"/>
                </a:lnTo>
                <a:lnTo>
                  <a:pt x="39672" y="66119"/>
                </a:lnTo>
                <a:moveTo>
                  <a:pt x="47606" y="58185"/>
                </a:moveTo>
                <a:lnTo>
                  <a:pt x="15869" y="58185"/>
                </a:lnTo>
                <a:lnTo>
                  <a:pt x="15869" y="89922"/>
                </a:lnTo>
                <a:lnTo>
                  <a:pt x="47606" y="89922"/>
                </a:lnTo>
                <a:lnTo>
                  <a:pt x="47606" y="58185"/>
                </a:lnTo>
                <a:close/>
                <a:moveTo>
                  <a:pt x="81988" y="23803"/>
                </a:moveTo>
                <a:lnTo>
                  <a:pt x="81988" y="39672"/>
                </a:lnTo>
                <a:lnTo>
                  <a:pt x="66119" y="39672"/>
                </a:lnTo>
                <a:lnTo>
                  <a:pt x="66119" y="23803"/>
                </a:lnTo>
                <a:lnTo>
                  <a:pt x="81988" y="23803"/>
                </a:lnTo>
                <a:moveTo>
                  <a:pt x="89922" y="15869"/>
                </a:moveTo>
                <a:lnTo>
                  <a:pt x="58185" y="15869"/>
                </a:lnTo>
                <a:lnTo>
                  <a:pt x="58185" y="47606"/>
                </a:lnTo>
                <a:lnTo>
                  <a:pt x="89922" y="47606"/>
                </a:lnTo>
                <a:lnTo>
                  <a:pt x="89922" y="15869"/>
                </a:lnTo>
                <a:close/>
                <a:moveTo>
                  <a:pt x="58185" y="58185"/>
                </a:moveTo>
                <a:lnTo>
                  <a:pt x="66119" y="58185"/>
                </a:lnTo>
                <a:lnTo>
                  <a:pt x="66119" y="66119"/>
                </a:lnTo>
                <a:lnTo>
                  <a:pt x="58185" y="66119"/>
                </a:lnTo>
                <a:lnTo>
                  <a:pt x="58185" y="58185"/>
                </a:lnTo>
                <a:close/>
                <a:moveTo>
                  <a:pt x="66119" y="66119"/>
                </a:moveTo>
                <a:lnTo>
                  <a:pt x="74054" y="66119"/>
                </a:lnTo>
                <a:lnTo>
                  <a:pt x="74054" y="74054"/>
                </a:lnTo>
                <a:lnTo>
                  <a:pt x="66119" y="74054"/>
                </a:lnTo>
                <a:lnTo>
                  <a:pt x="66119" y="66119"/>
                </a:lnTo>
                <a:close/>
                <a:moveTo>
                  <a:pt x="74054" y="58185"/>
                </a:moveTo>
                <a:lnTo>
                  <a:pt x="81988" y="58185"/>
                </a:lnTo>
                <a:lnTo>
                  <a:pt x="81988" y="66119"/>
                </a:lnTo>
                <a:lnTo>
                  <a:pt x="74054" y="66119"/>
                </a:lnTo>
                <a:lnTo>
                  <a:pt x="74054" y="58185"/>
                </a:lnTo>
                <a:close/>
                <a:moveTo>
                  <a:pt x="58185" y="74054"/>
                </a:moveTo>
                <a:lnTo>
                  <a:pt x="66119" y="74054"/>
                </a:lnTo>
                <a:lnTo>
                  <a:pt x="66119" y="81988"/>
                </a:lnTo>
                <a:lnTo>
                  <a:pt x="58185" y="81988"/>
                </a:lnTo>
                <a:lnTo>
                  <a:pt x="58185" y="74054"/>
                </a:lnTo>
                <a:close/>
                <a:moveTo>
                  <a:pt x="66119" y="81988"/>
                </a:moveTo>
                <a:lnTo>
                  <a:pt x="74054" y="81988"/>
                </a:lnTo>
                <a:lnTo>
                  <a:pt x="74054" y="89922"/>
                </a:lnTo>
                <a:lnTo>
                  <a:pt x="66119" y="89922"/>
                </a:lnTo>
                <a:lnTo>
                  <a:pt x="66119" y="81988"/>
                </a:lnTo>
                <a:close/>
                <a:moveTo>
                  <a:pt x="74054" y="74054"/>
                </a:moveTo>
                <a:lnTo>
                  <a:pt x="81988" y="74054"/>
                </a:lnTo>
                <a:lnTo>
                  <a:pt x="81988" y="81988"/>
                </a:lnTo>
                <a:lnTo>
                  <a:pt x="74054" y="81988"/>
                </a:lnTo>
                <a:lnTo>
                  <a:pt x="74054" y="74054"/>
                </a:lnTo>
                <a:close/>
                <a:moveTo>
                  <a:pt x="81988" y="66119"/>
                </a:moveTo>
                <a:lnTo>
                  <a:pt x="89922" y="66119"/>
                </a:lnTo>
                <a:lnTo>
                  <a:pt x="89922" y="74054"/>
                </a:lnTo>
                <a:lnTo>
                  <a:pt x="81988" y="74054"/>
                </a:lnTo>
                <a:lnTo>
                  <a:pt x="81988" y="66119"/>
                </a:lnTo>
                <a:close/>
                <a:moveTo>
                  <a:pt x="81988" y="81988"/>
                </a:moveTo>
                <a:lnTo>
                  <a:pt x="89922" y="81988"/>
                </a:lnTo>
                <a:lnTo>
                  <a:pt x="89922" y="89922"/>
                </a:lnTo>
                <a:lnTo>
                  <a:pt x="81988" y="89922"/>
                </a:lnTo>
                <a:lnTo>
                  <a:pt x="81988" y="81988"/>
                </a:lnTo>
                <a:close/>
                <a:moveTo>
                  <a:pt x="105791" y="26448"/>
                </a:moveTo>
                <a:lnTo>
                  <a:pt x="95212" y="26448"/>
                </a:lnTo>
                <a:lnTo>
                  <a:pt x="95212" y="10579"/>
                </a:lnTo>
                <a:lnTo>
                  <a:pt x="79343" y="10579"/>
                </a:lnTo>
                <a:lnTo>
                  <a:pt x="79343" y="0"/>
                </a:lnTo>
                <a:lnTo>
                  <a:pt x="105791" y="0"/>
                </a:lnTo>
                <a:lnTo>
                  <a:pt x="105791" y="26448"/>
                </a:lnTo>
                <a:close/>
                <a:moveTo>
                  <a:pt x="105791" y="105791"/>
                </a:moveTo>
                <a:lnTo>
                  <a:pt x="105791" y="79343"/>
                </a:lnTo>
                <a:lnTo>
                  <a:pt x="95212" y="79343"/>
                </a:lnTo>
                <a:lnTo>
                  <a:pt x="95212" y="95212"/>
                </a:lnTo>
                <a:lnTo>
                  <a:pt x="79343" y="95212"/>
                </a:lnTo>
                <a:lnTo>
                  <a:pt x="79343" y="105791"/>
                </a:lnTo>
                <a:lnTo>
                  <a:pt x="105791" y="105791"/>
                </a:lnTo>
                <a:close/>
                <a:moveTo>
                  <a:pt x="0" y="105791"/>
                </a:moveTo>
                <a:lnTo>
                  <a:pt x="26448" y="105791"/>
                </a:lnTo>
                <a:lnTo>
                  <a:pt x="26448" y="95212"/>
                </a:lnTo>
                <a:lnTo>
                  <a:pt x="10579" y="95212"/>
                </a:lnTo>
                <a:lnTo>
                  <a:pt x="10579" y="79343"/>
                </a:lnTo>
                <a:lnTo>
                  <a:pt x="0" y="79343"/>
                </a:lnTo>
                <a:lnTo>
                  <a:pt x="0" y="105791"/>
                </a:lnTo>
                <a:close/>
                <a:moveTo>
                  <a:pt x="0" y="0"/>
                </a:moveTo>
                <a:lnTo>
                  <a:pt x="0" y="26448"/>
                </a:lnTo>
                <a:lnTo>
                  <a:pt x="10579" y="26448"/>
                </a:lnTo>
                <a:lnTo>
                  <a:pt x="10579" y="10579"/>
                </a:lnTo>
                <a:lnTo>
                  <a:pt x="26448" y="10579"/>
                </a:lnTo>
                <a:lnTo>
                  <a:pt x="26448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47" name="!!text-79y" descr="確認書櫃作業"/>
          <p:cNvSpPr txBox="1"/>
          <p:nvPr/>
        </p:nvSpPr>
        <p:spPr>
          <a:xfrm>
            <a:off x="9734550" y="1070737"/>
            <a:ext cx="720090" cy="16550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1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確認書櫃作業</a:t>
            </a:r>
            <a:endParaRPr lang="zh-TW" sz="900"/>
          </a:p>
        </p:txBody>
      </p:sp>
      <p:sp>
        <p:nvSpPr>
          <p:cNvPr id="148" name="!!rect-7ae"/>
          <p:cNvSpPr/>
          <p:nvPr/>
        </p:nvSpPr>
        <p:spPr>
          <a:xfrm>
            <a:off x="9531350" y="6076950"/>
            <a:ext cx="914400" cy="31750"/>
          </a:xfrm>
          <a:prstGeom prst="roundRect">
            <a:avLst>
              <a:gd name="adj" fmla="val 50000"/>
            </a:avLst>
          </a:prstGeom>
          <a:solidFill>
            <a:srgbClr val="000000">
              <a:alpha val="90000"/>
            </a:srgbClr>
          </a:solidFill>
          <a:ln>
            <a:noFill/>
          </a:ln>
        </p:spPr>
      </p:sp>
      <p:sp>
        <p:nvSpPr>
          <p:cNvPr id="149" name="!!rect-7ie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10000"/>
                </a:srgbClr>
              </a:gs>
              <a:gs pos="30762">
                <a:srgbClr val="FFFFFF">
                  <a:alpha val="2000"/>
                </a:srgbClr>
              </a:gs>
              <a:gs pos="31723">
                <a:srgbClr val="FFFFFF">
                  <a:alpha val="0"/>
                </a:srgbClr>
              </a:gs>
              <a:gs pos="9613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4329186" scaled="0"/>
          </a:gradFill>
          <a:ln>
            <a:noFill/>
          </a:ln>
        </p:spPr>
      </p:sp>
      <p:sp>
        <p:nvSpPr>
          <p:cNvPr id="150" name="!!rect-7ih"/>
          <p:cNvSpPr/>
          <p:nvPr/>
        </p:nvSpPr>
        <p:spPr>
          <a:xfrm>
            <a:off x="9728200" y="679450"/>
            <a:ext cx="520700" cy="23495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</p:spPr>
      </p:sp>
      <p:sp>
        <p:nvSpPr>
          <p:cNvPr id="151" name="!!circle-7ii"/>
          <p:cNvSpPr/>
          <p:nvPr/>
        </p:nvSpPr>
        <p:spPr>
          <a:xfrm>
            <a:off x="10088880" y="757555"/>
            <a:ext cx="78740" cy="78740"/>
          </a:xfrm>
          <a:prstGeom prst="ellipse">
            <a:avLst/>
          </a:prstGeom>
          <a:solidFill>
            <a:srgbClr val="0A0F16"/>
          </a:solidFill>
          <a:ln>
            <a:noFill/>
          </a:ln>
        </p:spPr>
      </p:sp>
      <p:sp>
        <p:nvSpPr>
          <p:cNvPr id="152" name="!!circle-7ij"/>
          <p:cNvSpPr/>
          <p:nvPr/>
        </p:nvSpPr>
        <p:spPr>
          <a:xfrm>
            <a:off x="10107930" y="776605"/>
            <a:ext cx="40640" cy="40640"/>
          </a:xfrm>
          <a:prstGeom prst="ellipse">
            <a:avLst/>
          </a:prstGeom>
          <a:solidFill>
            <a:srgbClr val="111B28"/>
          </a:solidFill>
          <a:ln>
            <a:noFill/>
          </a:ln>
        </p:spPr>
      </p:sp>
      <p:sp>
        <p:nvSpPr>
          <p:cNvPr id="153" name="!!circle-7ik"/>
          <p:cNvSpPr/>
          <p:nvPr/>
        </p:nvSpPr>
        <p:spPr>
          <a:xfrm>
            <a:off x="10130155" y="781685"/>
            <a:ext cx="13970" cy="13970"/>
          </a:xfrm>
          <a:prstGeom prst="ellipse">
            <a:avLst/>
          </a:prstGeom>
          <a:solidFill>
            <a:srgbClr val="3A5070">
              <a:alpha val="80000"/>
            </a:srgbClr>
          </a:solidFill>
          <a:ln>
            <a:noFill/>
          </a:ln>
        </p:spPr>
      </p:sp>
      <p:sp>
        <p:nvSpPr>
          <p:cNvPr id="154" name="!!path-9ic"/>
          <p:cNvSpPr/>
          <p:nvPr/>
        </p:nvSpPr>
        <p:spPr>
          <a:xfrm>
            <a:off x="381000" y="306527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55" name="!!path-9id"/>
          <p:cNvSpPr/>
          <p:nvPr/>
        </p:nvSpPr>
        <p:spPr>
          <a:xfrm>
            <a:off x="381000" y="308153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56" name="!!path-9ie"/>
          <p:cNvSpPr/>
          <p:nvPr/>
        </p:nvSpPr>
        <p:spPr>
          <a:xfrm>
            <a:off x="381000" y="309778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57" name="!!path-9if"/>
          <p:cNvSpPr/>
          <p:nvPr/>
        </p:nvSpPr>
        <p:spPr>
          <a:xfrm>
            <a:off x="381000" y="311404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58" name="!!path-9ig"/>
          <p:cNvSpPr/>
          <p:nvPr/>
        </p:nvSpPr>
        <p:spPr>
          <a:xfrm>
            <a:off x="381000" y="313030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59" name="!!path-9ih"/>
          <p:cNvSpPr/>
          <p:nvPr/>
        </p:nvSpPr>
        <p:spPr>
          <a:xfrm>
            <a:off x="381000" y="314655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60" name="!!path-9ii"/>
          <p:cNvSpPr/>
          <p:nvPr/>
        </p:nvSpPr>
        <p:spPr>
          <a:xfrm>
            <a:off x="381000" y="316281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61" name="!!path-9ij"/>
          <p:cNvSpPr/>
          <p:nvPr/>
        </p:nvSpPr>
        <p:spPr>
          <a:xfrm>
            <a:off x="381000" y="317906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62" name="!!path-9ik"/>
          <p:cNvSpPr/>
          <p:nvPr/>
        </p:nvSpPr>
        <p:spPr>
          <a:xfrm>
            <a:off x="419608" y="269342"/>
            <a:ext cx="128422" cy="122936"/>
          </a:xfrm>
          <a:custGeom>
            <a:avLst/>
            <a:gdLst/>
            <a:ahLst/>
            <a:cxnLst/>
            <a:rect l="l" t="t" r="r" b="b"/>
            <a:pathLst>
              <a:path w="128422" h="122936">
                <a:moveTo>
                  <a:pt x="0" y="17678"/>
                </a:moveTo>
                <a:lnTo>
                  <a:pt x="8128" y="5080"/>
                </a:lnTo>
                <a:cubicBezTo>
                  <a:pt x="32512" y="0"/>
                  <a:pt x="73152" y="7112"/>
                  <a:pt x="101600" y="26416"/>
                </a:cubicBezTo>
                <a:cubicBezTo>
                  <a:pt x="116840" y="37186"/>
                  <a:pt x="124968" y="49784"/>
                  <a:pt x="128422" y="62992"/>
                </a:cubicBezTo>
                <a:lnTo>
                  <a:pt x="128422" y="122936"/>
                </a:lnTo>
                <a:lnTo>
                  <a:pt x="0" y="1229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63" name="!!path-9il"/>
          <p:cNvSpPr/>
          <p:nvPr/>
        </p:nvSpPr>
        <p:spPr>
          <a:xfrm>
            <a:off x="419608" y="269342"/>
            <a:ext cx="128422" cy="62992"/>
          </a:xfrm>
          <a:custGeom>
            <a:avLst/>
            <a:gdLst/>
            <a:ahLst/>
            <a:cxnLst/>
            <a:rect l="l" t="t" r="r" b="b"/>
            <a:pathLst>
              <a:path w="128422" h="62992" fill="none">
                <a:moveTo>
                  <a:pt x="128422" y="62992"/>
                </a:moveTo>
                <a:cubicBezTo>
                  <a:pt x="124968" y="49784"/>
                  <a:pt x="116840" y="37186"/>
                  <a:pt x="101600" y="26416"/>
                </a:cubicBezTo>
                <a:cubicBezTo>
                  <a:pt x="73152" y="7112"/>
                  <a:pt x="32512" y="0"/>
                  <a:pt x="8128" y="5080"/>
                </a:cubicBezTo>
                <a:lnTo>
                  <a:pt x="0" y="1767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64" name="!!path-9im"/>
          <p:cNvSpPr/>
          <p:nvPr/>
        </p:nvSpPr>
        <p:spPr>
          <a:xfrm>
            <a:off x="407010" y="281534"/>
            <a:ext cx="141021" cy="110744"/>
          </a:xfrm>
          <a:custGeom>
            <a:avLst/>
            <a:gdLst/>
            <a:ahLst/>
            <a:cxnLst/>
            <a:rect l="l" t="t" r="r" b="b"/>
            <a:pathLst>
              <a:path w="141021" h="110744">
                <a:moveTo>
                  <a:pt x="0" y="22352"/>
                </a:moveTo>
                <a:lnTo>
                  <a:pt x="6502" y="6502"/>
                </a:lnTo>
                <a:cubicBezTo>
                  <a:pt x="36982" y="0"/>
                  <a:pt x="79654" y="7112"/>
                  <a:pt x="110134" y="25400"/>
                </a:cubicBezTo>
                <a:cubicBezTo>
                  <a:pt x="126390" y="35154"/>
                  <a:pt x="136550" y="49784"/>
                  <a:pt x="141021" y="62992"/>
                </a:cubicBezTo>
                <a:lnTo>
                  <a:pt x="141021" y="110744"/>
                </a:lnTo>
                <a:lnTo>
                  <a:pt x="0" y="110744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65" name="!!path-9in"/>
          <p:cNvSpPr/>
          <p:nvPr/>
        </p:nvSpPr>
        <p:spPr>
          <a:xfrm>
            <a:off x="407010" y="281534"/>
            <a:ext cx="141021" cy="62992"/>
          </a:xfrm>
          <a:custGeom>
            <a:avLst/>
            <a:gdLst/>
            <a:ahLst/>
            <a:cxnLst/>
            <a:rect l="l" t="t" r="r" b="b"/>
            <a:pathLst>
              <a:path w="141021" h="62992" fill="none">
                <a:moveTo>
                  <a:pt x="141021" y="62992"/>
                </a:moveTo>
                <a:cubicBezTo>
                  <a:pt x="136550" y="49784"/>
                  <a:pt x="126390" y="35154"/>
                  <a:pt x="110134" y="25400"/>
                </a:cubicBezTo>
                <a:cubicBezTo>
                  <a:pt x="79654" y="7112"/>
                  <a:pt x="36982" y="0"/>
                  <a:pt x="6502" y="6502"/>
                </a:cubicBezTo>
                <a:lnTo>
                  <a:pt x="0" y="22352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66" name="!!path-9io"/>
          <p:cNvSpPr/>
          <p:nvPr/>
        </p:nvSpPr>
        <p:spPr>
          <a:xfrm>
            <a:off x="395834" y="294742"/>
            <a:ext cx="151790" cy="97536"/>
          </a:xfrm>
          <a:custGeom>
            <a:avLst/>
            <a:gdLst/>
            <a:ahLst/>
            <a:cxnLst/>
            <a:rect l="l" t="t" r="r" b="b"/>
            <a:pathLst>
              <a:path w="151790" h="97536">
                <a:moveTo>
                  <a:pt x="0" y="23165"/>
                </a:moveTo>
                <a:lnTo>
                  <a:pt x="3861" y="12598"/>
                </a:lnTo>
                <a:cubicBezTo>
                  <a:pt x="37998" y="0"/>
                  <a:pt x="84734" y="5080"/>
                  <a:pt x="117246" y="21946"/>
                </a:cubicBezTo>
                <a:cubicBezTo>
                  <a:pt x="135534" y="31496"/>
                  <a:pt x="146710" y="43688"/>
                  <a:pt x="151790" y="55270"/>
                </a:cubicBezTo>
                <a:lnTo>
                  <a:pt x="151790" y="97536"/>
                </a:lnTo>
                <a:lnTo>
                  <a:pt x="0" y="975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67" name="!!path-9ip"/>
          <p:cNvSpPr/>
          <p:nvPr/>
        </p:nvSpPr>
        <p:spPr>
          <a:xfrm>
            <a:off x="395834" y="294742"/>
            <a:ext cx="151790" cy="55270"/>
          </a:xfrm>
          <a:custGeom>
            <a:avLst/>
            <a:gdLst/>
            <a:ahLst/>
            <a:cxnLst/>
            <a:rect l="l" t="t" r="r" b="b"/>
            <a:pathLst>
              <a:path w="151790" h="55270" fill="none">
                <a:moveTo>
                  <a:pt x="151790" y="55270"/>
                </a:moveTo>
                <a:cubicBezTo>
                  <a:pt x="146710" y="43688"/>
                  <a:pt x="135534" y="31496"/>
                  <a:pt x="117246" y="21946"/>
                </a:cubicBezTo>
                <a:cubicBezTo>
                  <a:pt x="84734" y="5080"/>
                  <a:pt x="37998" y="0"/>
                  <a:pt x="3861" y="12598"/>
                </a:cubicBezTo>
                <a:lnTo>
                  <a:pt x="0" y="23165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68" name="!!path-9iq"/>
          <p:cNvSpPr/>
          <p:nvPr/>
        </p:nvSpPr>
        <p:spPr>
          <a:xfrm>
            <a:off x="548234" y="264262"/>
            <a:ext cx="120294" cy="128016"/>
          </a:xfrm>
          <a:custGeom>
            <a:avLst/>
            <a:gdLst/>
            <a:ahLst/>
            <a:cxnLst/>
            <a:rect l="l" t="t" r="r" b="b"/>
            <a:pathLst>
              <a:path w="120294" h="128016">
                <a:moveTo>
                  <a:pt x="120294" y="18288"/>
                </a:moveTo>
                <a:lnTo>
                  <a:pt x="113589" y="4470"/>
                </a:lnTo>
                <a:cubicBezTo>
                  <a:pt x="86766" y="0"/>
                  <a:pt x="44094" y="10160"/>
                  <a:pt x="17678" y="30480"/>
                </a:cubicBezTo>
                <a:cubicBezTo>
                  <a:pt x="6502" y="39624"/>
                  <a:pt x="1422" y="52832"/>
                  <a:pt x="0" y="67056"/>
                </a:cubicBezTo>
                <a:lnTo>
                  <a:pt x="0" y="128016"/>
                </a:lnTo>
                <a:lnTo>
                  <a:pt x="120294" y="12801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69" name="!!path-9ir"/>
          <p:cNvSpPr/>
          <p:nvPr/>
        </p:nvSpPr>
        <p:spPr>
          <a:xfrm>
            <a:off x="548234" y="264262"/>
            <a:ext cx="120294" cy="67056"/>
          </a:xfrm>
          <a:custGeom>
            <a:avLst/>
            <a:gdLst/>
            <a:ahLst/>
            <a:cxnLst/>
            <a:rect l="l" t="t" r="r" b="b"/>
            <a:pathLst>
              <a:path w="120294" h="67056" fill="none">
                <a:moveTo>
                  <a:pt x="0" y="67056"/>
                </a:moveTo>
                <a:cubicBezTo>
                  <a:pt x="1422" y="52832"/>
                  <a:pt x="6502" y="39624"/>
                  <a:pt x="17678" y="30480"/>
                </a:cubicBezTo>
                <a:cubicBezTo>
                  <a:pt x="44094" y="10160"/>
                  <a:pt x="86766" y="0"/>
                  <a:pt x="113589" y="4470"/>
                </a:cubicBezTo>
                <a:lnTo>
                  <a:pt x="120294" y="1828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70" name="!!path-9is"/>
          <p:cNvSpPr/>
          <p:nvPr/>
        </p:nvSpPr>
        <p:spPr>
          <a:xfrm>
            <a:off x="548437" y="279502"/>
            <a:ext cx="133299" cy="112776"/>
          </a:xfrm>
          <a:custGeom>
            <a:avLst/>
            <a:gdLst/>
            <a:ahLst/>
            <a:cxnLst/>
            <a:rect l="l" t="t" r="r" b="b"/>
            <a:pathLst>
              <a:path w="133299" h="112776">
                <a:moveTo>
                  <a:pt x="133299" y="19710"/>
                </a:moveTo>
                <a:lnTo>
                  <a:pt x="127203" y="3048"/>
                </a:lnTo>
                <a:cubicBezTo>
                  <a:pt x="94691" y="0"/>
                  <a:pt x="54051" y="11176"/>
                  <a:pt x="27635" y="30683"/>
                </a:cubicBezTo>
                <a:cubicBezTo>
                  <a:pt x="13411" y="41250"/>
                  <a:pt x="4267" y="53848"/>
                  <a:pt x="0" y="65024"/>
                </a:cubicBezTo>
                <a:lnTo>
                  <a:pt x="0" y="112776"/>
                </a:lnTo>
                <a:lnTo>
                  <a:pt x="133299" y="11277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71" name="!!path-9it"/>
          <p:cNvSpPr/>
          <p:nvPr/>
        </p:nvSpPr>
        <p:spPr>
          <a:xfrm>
            <a:off x="548437" y="279502"/>
            <a:ext cx="133299" cy="65024"/>
          </a:xfrm>
          <a:custGeom>
            <a:avLst/>
            <a:gdLst/>
            <a:ahLst/>
            <a:cxnLst/>
            <a:rect l="l" t="t" r="r" b="b"/>
            <a:pathLst>
              <a:path w="133299" h="65024" fill="none">
                <a:moveTo>
                  <a:pt x="0" y="65024"/>
                </a:moveTo>
                <a:cubicBezTo>
                  <a:pt x="4267" y="53848"/>
                  <a:pt x="13411" y="41250"/>
                  <a:pt x="27635" y="30683"/>
                </a:cubicBezTo>
                <a:cubicBezTo>
                  <a:pt x="54051" y="11176"/>
                  <a:pt x="94691" y="0"/>
                  <a:pt x="127203" y="3048"/>
                </a:cubicBezTo>
                <a:lnTo>
                  <a:pt x="133299" y="19710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72" name="!!path-9iu"/>
          <p:cNvSpPr/>
          <p:nvPr/>
        </p:nvSpPr>
        <p:spPr>
          <a:xfrm>
            <a:off x="548843" y="293726"/>
            <a:ext cx="142646" cy="98552"/>
          </a:xfrm>
          <a:custGeom>
            <a:avLst/>
            <a:gdLst/>
            <a:ahLst/>
            <a:cxnLst/>
            <a:rect l="l" t="t" r="r" b="b"/>
            <a:pathLst>
              <a:path w="142646" h="98552">
                <a:moveTo>
                  <a:pt x="142646" y="18898"/>
                </a:moveTo>
                <a:lnTo>
                  <a:pt x="139802" y="8738"/>
                </a:lnTo>
                <a:cubicBezTo>
                  <a:pt x="106477" y="0"/>
                  <a:pt x="63805" y="5080"/>
                  <a:pt x="35357" y="19304"/>
                </a:cubicBezTo>
                <a:cubicBezTo>
                  <a:pt x="17069" y="28448"/>
                  <a:pt x="5893" y="42672"/>
                  <a:pt x="0" y="56286"/>
                </a:cubicBezTo>
                <a:lnTo>
                  <a:pt x="0" y="98552"/>
                </a:lnTo>
                <a:lnTo>
                  <a:pt x="142646" y="98552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73" name="!!path-9iv"/>
          <p:cNvSpPr/>
          <p:nvPr/>
        </p:nvSpPr>
        <p:spPr>
          <a:xfrm>
            <a:off x="548843" y="293726"/>
            <a:ext cx="142646" cy="56286"/>
          </a:xfrm>
          <a:custGeom>
            <a:avLst/>
            <a:gdLst/>
            <a:ahLst/>
            <a:cxnLst/>
            <a:rect l="l" t="t" r="r" b="b"/>
            <a:pathLst>
              <a:path w="142646" h="56286" fill="none">
                <a:moveTo>
                  <a:pt x="0" y="56286"/>
                </a:moveTo>
                <a:cubicBezTo>
                  <a:pt x="5893" y="42672"/>
                  <a:pt x="17069" y="28448"/>
                  <a:pt x="35357" y="19304"/>
                </a:cubicBezTo>
                <a:cubicBezTo>
                  <a:pt x="63805" y="5080"/>
                  <a:pt x="106477" y="0"/>
                  <a:pt x="139802" y="8738"/>
                </a:cubicBezTo>
                <a:lnTo>
                  <a:pt x="142646" y="1889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74" name="!!path-9iw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627D8D"/>
              </a:gs>
              <a:gs pos="21794">
                <a:srgbClr val="627D8D"/>
              </a:gs>
              <a:gs pos="55376">
                <a:srgbClr val="627D8D"/>
              </a:gs>
              <a:gs pos="96421">
                <a:srgbClr val="98ABB7"/>
              </a:gs>
              <a:gs pos="100000">
                <a:srgbClr val="98ABB7"/>
              </a:gs>
            </a:gsLst>
            <a:lin ang="1983350" scaled="0"/>
          </a:gradFill>
          <a:ln>
            <a:noFill/>
          </a:ln>
        </p:spPr>
      </p:sp>
      <p:sp>
        <p:nvSpPr>
          <p:cNvPr id="175" name="!!path-9ix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0000"/>
                </a:srgbClr>
              </a:gs>
              <a:gs pos="4764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83333" t="79291" r="16667" b="20709"/>
            </a:path>
          </a:gradFill>
          <a:ln>
            <a:noFill/>
          </a:ln>
        </p:spPr>
      </p:sp>
      <p:sp>
        <p:nvSpPr>
          <p:cNvPr id="176" name="!!line-9iy"/>
          <p:cNvSpPr/>
          <p:nvPr/>
        </p:nvSpPr>
        <p:spPr>
          <a:xfrm>
            <a:off x="549046" y="363017"/>
            <a:ext cx="1" cy="153619"/>
          </a:xfrm>
          <a:custGeom>
            <a:avLst/>
            <a:gdLst/>
            <a:ahLst/>
            <a:cxnLst/>
            <a:rect l="l" t="t" r="r" b="b"/>
            <a:pathLst>
              <a:path w="1" h="153619">
                <a:moveTo>
                  <a:pt x="0" y="0"/>
                </a:moveTo>
                <a:lnTo>
                  <a:pt x="0" y="153619"/>
                </a:lnTo>
              </a:path>
            </a:pathLst>
          </a:custGeom>
          <a:solidFill>
            <a:srgbClr val="000000"/>
          </a:solidFill>
          <a:ln w="6909" cap="rnd">
            <a:solidFill>
              <a:srgbClr val="C9D3D9"/>
            </a:solidFill>
            <a:prstDash val="solid"/>
            <a:miter lim="800000"/>
          </a:ln>
        </p:spPr>
      </p:sp>
      <p:sp>
        <p:nvSpPr>
          <p:cNvPr id="177" name="!!path-9iz"/>
          <p:cNvSpPr/>
          <p:nvPr/>
        </p:nvSpPr>
        <p:spPr>
          <a:xfrm>
            <a:off x="657962" y="442062"/>
            <a:ext cx="25400" cy="37998"/>
          </a:xfrm>
          <a:custGeom>
            <a:avLst/>
            <a:gdLst/>
            <a:ahLst/>
            <a:cxnLst/>
            <a:rect l="l" t="t" r="r" b="b"/>
            <a:pathLst>
              <a:path w="25400" h="37998">
                <a:moveTo>
                  <a:pt x="0" y="2642"/>
                </a:moveTo>
                <a:lnTo>
                  <a:pt x="15240" y="0"/>
                </a:lnTo>
                <a:lnTo>
                  <a:pt x="25400" y="37186"/>
                </a:lnTo>
                <a:lnTo>
                  <a:pt x="7518" y="37998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 w="1016" cap="flat">
            <a:solidFill>
              <a:srgbClr val="FFFFFF">
                <a:alpha val="55000"/>
              </a:srgbClr>
            </a:solidFill>
            <a:prstDash val="solid"/>
            <a:round/>
          </a:ln>
        </p:spPr>
      </p:sp>
      <p:sp>
        <p:nvSpPr>
          <p:cNvPr id="178" name="!!text-9j0" descr="救「舊」我的書"/>
          <p:cNvSpPr txBox="1"/>
          <p:nvPr/>
        </p:nvSpPr>
        <p:spPr>
          <a:xfrm>
            <a:off x="805879" y="251460"/>
            <a:ext cx="1120140" cy="25745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400" b="1" kern="0" spc="-70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救</a:t>
            </a:r>
            <a:r>
              <a:rPr lang="zh-TW" altLang="en-US" sz="14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「舊</a:t>
            </a:r>
            <a:r>
              <a:rPr lang="zh-TW" altLang="en-US" sz="1400" b="1" kern="0" spc="-70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」</a:t>
            </a:r>
            <a:r>
              <a:rPr lang="zh-TW" altLang="en-US" sz="14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我的書</a:t>
            </a:r>
            <a:endParaRPr lang="zh-TW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fast" p14:dur="1800" advTm="100">
        <p159:morph option="byObject"/>
      </p:transition>
    </mc:Choice>
    <mc:Fallback>
      <p:transition spd="fast" advTm="100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40.8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rect-1q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7"/>
          </a:solidFill>
          <a:ln>
            <a:noFill/>
          </a:ln>
        </p:spPr>
      </p:sp>
      <p:sp>
        <p:nvSpPr>
          <p:cNvPr id="3" name="!!ellipse-1q2"/>
          <p:cNvSpPr/>
          <p:nvPr/>
        </p:nvSpPr>
        <p:spPr>
          <a:xfrm>
            <a:off x="-889000" y="-952500"/>
            <a:ext cx="13970000" cy="7874000"/>
          </a:xfrm>
          <a:prstGeom prst="ellipse">
            <a:avLst/>
          </a:prstGeom>
          <a:gradFill rotWithShape="1">
            <a:gsLst>
              <a:gs pos="0">
                <a:srgbClr val="FFFFFF">
                  <a:alpha val="95000"/>
                </a:srgbClr>
              </a:gs>
              <a:gs pos="40865">
                <a:srgbClr val="FFFFFF">
                  <a:alpha val="35000"/>
                </a:srgbClr>
              </a:gs>
              <a:gs pos="68108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!!rect-1q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P1"/>
            <a:srcRect/>
            <a:tile tx="142596" ty="31534" sx="16667" sy="16667" flip="none" algn="tl"/>
          </a:blipFill>
          <a:ln>
            <a:noFill/>
          </a:ln>
        </p:spPr>
      </p:sp>
      <p:sp>
        <p:nvSpPr>
          <p:cNvPr id="5" name="!!circle-1qb"/>
          <p:cNvSpPr/>
          <p:nvPr/>
        </p:nvSpPr>
        <p:spPr>
          <a:xfrm>
            <a:off x="-189668" y="4922527"/>
            <a:ext cx="2046732" cy="2046732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" name="!!circle-1qg"/>
          <p:cNvSpPr/>
          <p:nvPr/>
        </p:nvSpPr>
        <p:spPr>
          <a:xfrm>
            <a:off x="2672651" y="6727832"/>
            <a:ext cx="1987309" cy="1987309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7" name="!!circle-1rf"/>
          <p:cNvSpPr/>
          <p:nvPr/>
        </p:nvSpPr>
        <p:spPr>
          <a:xfrm>
            <a:off x="741788" y="5763330"/>
            <a:ext cx="1614653" cy="1614653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8" name="!!circle-1rq"/>
          <p:cNvSpPr/>
          <p:nvPr/>
        </p:nvSpPr>
        <p:spPr>
          <a:xfrm>
            <a:off x="-1009669" y="3432226"/>
            <a:ext cx="1404252" cy="1404252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9" name="!!circle-1sg"/>
          <p:cNvSpPr/>
          <p:nvPr/>
        </p:nvSpPr>
        <p:spPr>
          <a:xfrm>
            <a:off x="-989406" y="2772290"/>
            <a:ext cx="1615783" cy="1615783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0" name="!!rect-1sh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5F7">
                  <a:alpha val="0"/>
                </a:srgbClr>
              </a:gs>
              <a:gs pos="20428">
                <a:srgbClr val="F3F5F7">
                  <a:alpha val="0"/>
                </a:srgbClr>
              </a:gs>
              <a:gs pos="66730">
                <a:srgbClr val="F3F5F7"/>
              </a:gs>
              <a:gs pos="100000">
                <a:srgbClr val="F3F5F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1" name="!!circle-1sj"/>
          <p:cNvSpPr/>
          <p:nvPr/>
        </p:nvSpPr>
        <p:spPr>
          <a:xfrm>
            <a:off x="113227" y="319230"/>
            <a:ext cx="50038" cy="50038"/>
          </a:xfrm>
          <a:prstGeom prst="ellipse">
            <a:avLst/>
          </a:prstGeom>
          <a:solidFill>
            <a:srgbClr val="627D8D">
              <a:alpha val="25400"/>
            </a:srgbClr>
          </a:solidFill>
          <a:ln>
            <a:noFill/>
          </a:ln>
        </p:spPr>
      </p:sp>
      <p:sp>
        <p:nvSpPr>
          <p:cNvPr id="12" name="!!circle-1sm"/>
          <p:cNvSpPr/>
          <p:nvPr/>
        </p:nvSpPr>
        <p:spPr>
          <a:xfrm>
            <a:off x="5650049" y="1571593"/>
            <a:ext cx="36055" cy="36055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13" name="!!circle-1sp"/>
          <p:cNvSpPr/>
          <p:nvPr/>
        </p:nvSpPr>
        <p:spPr>
          <a:xfrm>
            <a:off x="9305278" y="3483931"/>
            <a:ext cx="24295" cy="24295"/>
          </a:xfrm>
          <a:prstGeom prst="ellipse">
            <a:avLst/>
          </a:prstGeom>
          <a:solidFill>
            <a:srgbClr val="627D8D">
              <a:alpha val="18100"/>
            </a:srgbClr>
          </a:solidFill>
          <a:ln>
            <a:noFill/>
          </a:ln>
        </p:spPr>
      </p:sp>
      <p:sp>
        <p:nvSpPr>
          <p:cNvPr id="14" name="!!circle-1ss"/>
          <p:cNvSpPr/>
          <p:nvPr/>
        </p:nvSpPr>
        <p:spPr>
          <a:xfrm>
            <a:off x="3583065" y="6644317"/>
            <a:ext cx="25959" cy="25959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15" name="!!circle-1sv"/>
          <p:cNvSpPr/>
          <p:nvPr/>
        </p:nvSpPr>
        <p:spPr>
          <a:xfrm>
            <a:off x="1886968" y="1938915"/>
            <a:ext cx="35878" cy="35878"/>
          </a:xfrm>
          <a:prstGeom prst="ellipse">
            <a:avLst/>
          </a:prstGeom>
          <a:solidFill>
            <a:srgbClr val="627D8D">
              <a:alpha val="26800"/>
            </a:srgbClr>
          </a:solidFill>
          <a:ln>
            <a:noFill/>
          </a:ln>
        </p:spPr>
      </p:sp>
      <p:sp>
        <p:nvSpPr>
          <p:cNvPr id="16" name="!!circle-1sy"/>
          <p:cNvSpPr/>
          <p:nvPr/>
        </p:nvSpPr>
        <p:spPr>
          <a:xfrm>
            <a:off x="6750600" y="4152611"/>
            <a:ext cx="40234" cy="40234"/>
          </a:xfrm>
          <a:prstGeom prst="ellipse">
            <a:avLst/>
          </a:prstGeom>
          <a:solidFill>
            <a:srgbClr val="627D8D">
              <a:alpha val="31300"/>
            </a:srgbClr>
          </a:solidFill>
          <a:ln>
            <a:noFill/>
          </a:ln>
        </p:spPr>
      </p:sp>
      <p:sp>
        <p:nvSpPr>
          <p:cNvPr id="17" name="!!circle-1t1"/>
          <p:cNvSpPr/>
          <p:nvPr/>
        </p:nvSpPr>
        <p:spPr>
          <a:xfrm>
            <a:off x="10056030" y="190804"/>
            <a:ext cx="23559" cy="23559"/>
          </a:xfrm>
          <a:prstGeom prst="ellipse">
            <a:avLst/>
          </a:prstGeom>
          <a:solidFill>
            <a:srgbClr val="627D8D">
              <a:alpha val="17900"/>
            </a:srgbClr>
          </a:solidFill>
          <a:ln>
            <a:noFill/>
          </a:ln>
        </p:spPr>
      </p:sp>
      <p:sp>
        <p:nvSpPr>
          <p:cNvPr id="18" name="!!circle-1t4"/>
          <p:cNvSpPr/>
          <p:nvPr/>
        </p:nvSpPr>
        <p:spPr>
          <a:xfrm>
            <a:off x="1080266" y="5176391"/>
            <a:ext cx="29959" cy="29959"/>
          </a:xfrm>
          <a:prstGeom prst="ellipse">
            <a:avLst/>
          </a:prstGeom>
          <a:solidFill>
            <a:srgbClr val="627D8D">
              <a:alpha val="19400"/>
            </a:srgbClr>
          </a:solidFill>
          <a:ln>
            <a:noFill/>
          </a:ln>
        </p:spPr>
      </p:sp>
      <p:sp>
        <p:nvSpPr>
          <p:cNvPr id="19" name="!!circle-1t7"/>
          <p:cNvSpPr/>
          <p:nvPr/>
        </p:nvSpPr>
        <p:spPr>
          <a:xfrm>
            <a:off x="8542752" y="4661439"/>
            <a:ext cx="28702" cy="28702"/>
          </a:xfrm>
          <a:prstGeom prst="ellipse">
            <a:avLst/>
          </a:prstGeom>
          <a:solidFill>
            <a:srgbClr val="627D8D">
              <a:alpha val="17800"/>
            </a:srgbClr>
          </a:solidFill>
          <a:ln>
            <a:noFill/>
          </a:ln>
        </p:spPr>
      </p:sp>
      <p:sp>
        <p:nvSpPr>
          <p:cNvPr id="20" name="!!circle-1ta"/>
          <p:cNvSpPr/>
          <p:nvPr/>
        </p:nvSpPr>
        <p:spPr>
          <a:xfrm>
            <a:off x="11098155" y="2135935"/>
            <a:ext cx="24066" cy="24066"/>
          </a:xfrm>
          <a:prstGeom prst="ellipse">
            <a:avLst/>
          </a:prstGeom>
          <a:solidFill>
            <a:srgbClr val="627D8D">
              <a:alpha val="23900"/>
            </a:srgbClr>
          </a:solidFill>
          <a:ln>
            <a:noFill/>
          </a:ln>
        </p:spPr>
      </p:sp>
      <p:sp>
        <p:nvSpPr>
          <p:cNvPr id="21" name="!!circle-1td"/>
          <p:cNvSpPr/>
          <p:nvPr/>
        </p:nvSpPr>
        <p:spPr>
          <a:xfrm>
            <a:off x="8344299" y="6207550"/>
            <a:ext cx="35865" cy="35865"/>
          </a:xfrm>
          <a:prstGeom prst="ellipse">
            <a:avLst/>
          </a:prstGeom>
          <a:solidFill>
            <a:srgbClr val="627D8D">
              <a:alpha val="28200"/>
            </a:srgbClr>
          </a:solidFill>
          <a:ln>
            <a:noFill/>
          </a:ln>
        </p:spPr>
      </p:sp>
      <p:sp>
        <p:nvSpPr>
          <p:cNvPr id="22" name="!!circle-1tg"/>
          <p:cNvSpPr/>
          <p:nvPr/>
        </p:nvSpPr>
        <p:spPr>
          <a:xfrm>
            <a:off x="1423302" y="3492548"/>
            <a:ext cx="39218" cy="39218"/>
          </a:xfrm>
          <a:prstGeom prst="ellipse">
            <a:avLst/>
          </a:prstGeom>
          <a:solidFill>
            <a:srgbClr val="627D8D">
              <a:alpha val="29600"/>
            </a:srgbClr>
          </a:solidFill>
          <a:ln>
            <a:noFill/>
          </a:ln>
        </p:spPr>
      </p:sp>
      <p:sp>
        <p:nvSpPr>
          <p:cNvPr id="23" name="!!circle-1tj"/>
          <p:cNvSpPr/>
          <p:nvPr/>
        </p:nvSpPr>
        <p:spPr>
          <a:xfrm>
            <a:off x="7196717" y="6476661"/>
            <a:ext cx="49733" cy="49733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4" name="!!circle-1tm"/>
          <p:cNvSpPr/>
          <p:nvPr/>
        </p:nvSpPr>
        <p:spPr>
          <a:xfrm>
            <a:off x="6293624" y="2126223"/>
            <a:ext cx="41694" cy="41694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5" name="!!circle-1tp"/>
          <p:cNvSpPr/>
          <p:nvPr/>
        </p:nvSpPr>
        <p:spPr>
          <a:xfrm>
            <a:off x="6784137" y="5528088"/>
            <a:ext cx="31979" cy="31979"/>
          </a:xfrm>
          <a:prstGeom prst="ellipse">
            <a:avLst/>
          </a:prstGeom>
          <a:solidFill>
            <a:srgbClr val="627D8D">
              <a:alpha val="24100"/>
            </a:srgbClr>
          </a:solidFill>
          <a:ln>
            <a:noFill/>
          </a:ln>
        </p:spPr>
      </p:sp>
      <p:sp>
        <p:nvSpPr>
          <p:cNvPr id="26" name="!!circle-1ts"/>
          <p:cNvSpPr/>
          <p:nvPr/>
        </p:nvSpPr>
        <p:spPr>
          <a:xfrm>
            <a:off x="3815271" y="1494693"/>
            <a:ext cx="18085" cy="18085"/>
          </a:xfrm>
          <a:prstGeom prst="ellipse">
            <a:avLst/>
          </a:prstGeom>
          <a:solidFill>
            <a:srgbClr val="627D8D">
              <a:alpha val="10500"/>
            </a:srgbClr>
          </a:solidFill>
          <a:ln>
            <a:noFill/>
          </a:ln>
        </p:spPr>
      </p:sp>
      <p:sp>
        <p:nvSpPr>
          <p:cNvPr id="27" name="!!circle-1tv"/>
          <p:cNvSpPr/>
          <p:nvPr/>
        </p:nvSpPr>
        <p:spPr>
          <a:xfrm>
            <a:off x="7692536" y="-19447"/>
            <a:ext cx="38214" cy="38214"/>
          </a:xfrm>
          <a:prstGeom prst="ellipse">
            <a:avLst/>
          </a:prstGeom>
          <a:solidFill>
            <a:srgbClr val="627D8D">
              <a:alpha val="23100"/>
            </a:srgbClr>
          </a:solidFill>
          <a:ln>
            <a:noFill/>
          </a:ln>
        </p:spPr>
      </p:sp>
      <p:sp>
        <p:nvSpPr>
          <p:cNvPr id="28" name="!!circle-1ty"/>
          <p:cNvSpPr/>
          <p:nvPr/>
        </p:nvSpPr>
        <p:spPr>
          <a:xfrm>
            <a:off x="3385299" y="6653875"/>
            <a:ext cx="39243" cy="39243"/>
          </a:xfrm>
          <a:prstGeom prst="ellipse">
            <a:avLst/>
          </a:prstGeom>
          <a:solidFill>
            <a:srgbClr val="627D8D">
              <a:alpha val="27700"/>
            </a:srgbClr>
          </a:solidFill>
          <a:ln>
            <a:noFill/>
          </a:ln>
        </p:spPr>
      </p:sp>
      <p:sp>
        <p:nvSpPr>
          <p:cNvPr id="29" name="!!circle-1u1"/>
          <p:cNvSpPr/>
          <p:nvPr/>
        </p:nvSpPr>
        <p:spPr>
          <a:xfrm>
            <a:off x="1673311" y="6754321"/>
            <a:ext cx="34519" cy="34519"/>
          </a:xfrm>
          <a:prstGeom prst="ellipse">
            <a:avLst/>
          </a:prstGeom>
          <a:solidFill>
            <a:srgbClr val="627D8D">
              <a:alpha val="22500"/>
            </a:srgbClr>
          </a:solidFill>
          <a:ln>
            <a:noFill/>
          </a:ln>
        </p:spPr>
      </p:sp>
      <p:sp>
        <p:nvSpPr>
          <p:cNvPr id="30" name="!!circle-1u4"/>
          <p:cNvSpPr/>
          <p:nvPr/>
        </p:nvSpPr>
        <p:spPr>
          <a:xfrm>
            <a:off x="2568497" y="5462570"/>
            <a:ext cx="46228" cy="46228"/>
          </a:xfrm>
          <a:prstGeom prst="ellipse">
            <a:avLst/>
          </a:prstGeom>
          <a:solidFill>
            <a:srgbClr val="627D8D">
              <a:alpha val="26200"/>
            </a:srgbClr>
          </a:solidFill>
          <a:ln>
            <a:noFill/>
          </a:ln>
        </p:spPr>
      </p:sp>
      <p:sp>
        <p:nvSpPr>
          <p:cNvPr id="31" name="!!circle-1u7"/>
          <p:cNvSpPr/>
          <p:nvPr/>
        </p:nvSpPr>
        <p:spPr>
          <a:xfrm>
            <a:off x="7408006" y="4972811"/>
            <a:ext cx="49327" cy="49327"/>
          </a:xfrm>
          <a:prstGeom prst="ellipse">
            <a:avLst/>
          </a:prstGeom>
          <a:solidFill>
            <a:srgbClr val="627D8D">
              <a:alpha val="20800"/>
            </a:srgbClr>
          </a:solidFill>
          <a:ln>
            <a:noFill/>
          </a:ln>
        </p:spPr>
      </p:sp>
      <p:sp>
        <p:nvSpPr>
          <p:cNvPr id="32" name="!!circle-1ua"/>
          <p:cNvSpPr/>
          <p:nvPr/>
        </p:nvSpPr>
        <p:spPr>
          <a:xfrm>
            <a:off x="9690135" y="5767618"/>
            <a:ext cx="24054" cy="24054"/>
          </a:xfrm>
          <a:prstGeom prst="ellipse">
            <a:avLst/>
          </a:prstGeom>
          <a:solidFill>
            <a:srgbClr val="627D8D">
              <a:alpha val="22200"/>
            </a:srgbClr>
          </a:solidFill>
          <a:ln>
            <a:noFill/>
          </a:ln>
        </p:spPr>
      </p:sp>
      <p:sp>
        <p:nvSpPr>
          <p:cNvPr id="33" name="!!circle-1ud"/>
          <p:cNvSpPr/>
          <p:nvPr/>
        </p:nvSpPr>
        <p:spPr>
          <a:xfrm>
            <a:off x="2157493" y="1655125"/>
            <a:ext cx="32271" cy="32271"/>
          </a:xfrm>
          <a:prstGeom prst="ellipse">
            <a:avLst/>
          </a:prstGeom>
          <a:solidFill>
            <a:srgbClr val="627D8D">
              <a:alpha val="20500"/>
            </a:srgbClr>
          </a:solidFill>
          <a:ln>
            <a:noFill/>
          </a:ln>
        </p:spPr>
      </p:sp>
      <p:sp>
        <p:nvSpPr>
          <p:cNvPr id="34" name="!!circle-1ug"/>
          <p:cNvSpPr/>
          <p:nvPr/>
        </p:nvSpPr>
        <p:spPr>
          <a:xfrm>
            <a:off x="2079660" y="30454"/>
            <a:ext cx="21323" cy="21323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35" name="!!circle-1uj"/>
          <p:cNvSpPr/>
          <p:nvPr/>
        </p:nvSpPr>
        <p:spPr>
          <a:xfrm>
            <a:off x="2103221" y="2694412"/>
            <a:ext cx="34252" cy="34252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36" name="!!circle-1um"/>
          <p:cNvSpPr/>
          <p:nvPr/>
        </p:nvSpPr>
        <p:spPr>
          <a:xfrm>
            <a:off x="9624043" y="4745328"/>
            <a:ext cx="44196" cy="44196"/>
          </a:xfrm>
          <a:prstGeom prst="ellipse">
            <a:avLst/>
          </a:prstGeom>
          <a:solidFill>
            <a:srgbClr val="627D8D">
              <a:alpha val="21700"/>
            </a:srgbClr>
          </a:solidFill>
          <a:ln>
            <a:noFill/>
          </a:ln>
        </p:spPr>
      </p:sp>
      <p:sp>
        <p:nvSpPr>
          <p:cNvPr id="37" name="!!circle-1up"/>
          <p:cNvSpPr/>
          <p:nvPr/>
        </p:nvSpPr>
        <p:spPr>
          <a:xfrm>
            <a:off x="6830376" y="1950366"/>
            <a:ext cx="35192" cy="35192"/>
          </a:xfrm>
          <a:prstGeom prst="ellipse">
            <a:avLst/>
          </a:prstGeom>
          <a:solidFill>
            <a:srgbClr val="627D8D">
              <a:alpha val="27100"/>
            </a:srgbClr>
          </a:solidFill>
          <a:ln>
            <a:noFill/>
          </a:ln>
        </p:spPr>
      </p:sp>
      <p:sp>
        <p:nvSpPr>
          <p:cNvPr id="38" name="!!circle-1us"/>
          <p:cNvSpPr/>
          <p:nvPr/>
        </p:nvSpPr>
        <p:spPr>
          <a:xfrm>
            <a:off x="10079020" y="5587317"/>
            <a:ext cx="43358" cy="43358"/>
          </a:xfrm>
          <a:prstGeom prst="ellipse">
            <a:avLst/>
          </a:prstGeom>
          <a:solidFill>
            <a:srgbClr val="627D8D">
              <a:alpha val="19500"/>
            </a:srgbClr>
          </a:solidFill>
          <a:ln>
            <a:noFill/>
          </a:ln>
        </p:spPr>
      </p:sp>
      <p:sp>
        <p:nvSpPr>
          <p:cNvPr id="39" name="!!circle-1uv"/>
          <p:cNvSpPr/>
          <p:nvPr/>
        </p:nvSpPr>
        <p:spPr>
          <a:xfrm>
            <a:off x="3069871" y="2392204"/>
            <a:ext cx="33528" cy="33528"/>
          </a:xfrm>
          <a:prstGeom prst="ellipse">
            <a:avLst/>
          </a:prstGeom>
          <a:solidFill>
            <a:srgbClr val="627D8D">
              <a:alpha val="28300"/>
            </a:srgbClr>
          </a:solidFill>
          <a:ln>
            <a:noFill/>
          </a:ln>
        </p:spPr>
      </p:sp>
      <p:sp>
        <p:nvSpPr>
          <p:cNvPr id="40" name="!!circle-1uy"/>
          <p:cNvSpPr/>
          <p:nvPr/>
        </p:nvSpPr>
        <p:spPr>
          <a:xfrm>
            <a:off x="6724870" y="2918640"/>
            <a:ext cx="28956" cy="28956"/>
          </a:xfrm>
          <a:prstGeom prst="ellipse">
            <a:avLst/>
          </a:prstGeom>
          <a:solidFill>
            <a:srgbClr val="627D8D">
              <a:alpha val="21800"/>
            </a:srgbClr>
          </a:solidFill>
          <a:ln>
            <a:noFill/>
          </a:ln>
        </p:spPr>
      </p:sp>
      <p:sp>
        <p:nvSpPr>
          <p:cNvPr id="41" name="!!circle-1v1"/>
          <p:cNvSpPr/>
          <p:nvPr/>
        </p:nvSpPr>
        <p:spPr>
          <a:xfrm>
            <a:off x="6963529" y="6666808"/>
            <a:ext cx="45555" cy="45555"/>
          </a:xfrm>
          <a:prstGeom prst="ellipse">
            <a:avLst/>
          </a:prstGeom>
          <a:solidFill>
            <a:srgbClr val="627D8D">
              <a:alpha val="20900"/>
            </a:srgbClr>
          </a:solidFill>
          <a:ln>
            <a:noFill/>
          </a:ln>
        </p:spPr>
      </p:sp>
      <p:sp>
        <p:nvSpPr>
          <p:cNvPr id="42" name="!!circle-1v4"/>
          <p:cNvSpPr/>
          <p:nvPr/>
        </p:nvSpPr>
        <p:spPr>
          <a:xfrm>
            <a:off x="11326658" y="3659768"/>
            <a:ext cx="39484" cy="39484"/>
          </a:xfrm>
          <a:prstGeom prst="ellipse">
            <a:avLst/>
          </a:prstGeom>
          <a:solidFill>
            <a:srgbClr val="627D8D">
              <a:alpha val="13600"/>
            </a:srgbClr>
          </a:solidFill>
          <a:ln>
            <a:noFill/>
          </a:ln>
        </p:spPr>
      </p:sp>
      <p:sp>
        <p:nvSpPr>
          <p:cNvPr id="43" name="!!circle-1v7"/>
          <p:cNvSpPr/>
          <p:nvPr/>
        </p:nvSpPr>
        <p:spPr>
          <a:xfrm>
            <a:off x="7427044" y="5815420"/>
            <a:ext cx="30455" cy="30455"/>
          </a:xfrm>
          <a:prstGeom prst="ellipse">
            <a:avLst/>
          </a:prstGeom>
          <a:solidFill>
            <a:srgbClr val="627D8D">
              <a:alpha val="16500"/>
            </a:srgbClr>
          </a:solidFill>
          <a:ln>
            <a:noFill/>
          </a:ln>
        </p:spPr>
      </p:sp>
      <p:sp>
        <p:nvSpPr>
          <p:cNvPr id="44" name="!!circle-1va"/>
          <p:cNvSpPr/>
          <p:nvPr/>
        </p:nvSpPr>
        <p:spPr>
          <a:xfrm>
            <a:off x="8922374" y="6563485"/>
            <a:ext cx="28257" cy="28257"/>
          </a:xfrm>
          <a:prstGeom prst="ellipse">
            <a:avLst/>
          </a:prstGeom>
          <a:solidFill>
            <a:srgbClr val="627D8D">
              <a:alpha val="15700"/>
            </a:srgbClr>
          </a:solidFill>
          <a:ln>
            <a:noFill/>
          </a:ln>
        </p:spPr>
      </p:sp>
      <p:sp>
        <p:nvSpPr>
          <p:cNvPr id="45" name="!!circle-1vd"/>
          <p:cNvSpPr/>
          <p:nvPr/>
        </p:nvSpPr>
        <p:spPr>
          <a:xfrm>
            <a:off x="11292073" y="5302550"/>
            <a:ext cx="45149" cy="45149"/>
          </a:xfrm>
          <a:prstGeom prst="ellipse">
            <a:avLst/>
          </a:prstGeom>
          <a:solidFill>
            <a:srgbClr val="627D8D">
              <a:alpha val="31200"/>
            </a:srgbClr>
          </a:solidFill>
          <a:ln>
            <a:noFill/>
          </a:ln>
        </p:spPr>
      </p:sp>
      <p:sp>
        <p:nvSpPr>
          <p:cNvPr id="46" name="!!circle-1vg"/>
          <p:cNvSpPr/>
          <p:nvPr/>
        </p:nvSpPr>
        <p:spPr>
          <a:xfrm>
            <a:off x="3435854" y="3574032"/>
            <a:ext cx="30696" cy="30696"/>
          </a:xfrm>
          <a:prstGeom prst="ellipse">
            <a:avLst/>
          </a:prstGeom>
          <a:solidFill>
            <a:srgbClr val="627D8D">
              <a:alpha val="25700"/>
            </a:srgbClr>
          </a:solidFill>
          <a:ln>
            <a:noFill/>
          </a:ln>
        </p:spPr>
      </p:sp>
      <p:sp>
        <p:nvSpPr>
          <p:cNvPr id="47" name="!!circle-1vj"/>
          <p:cNvSpPr/>
          <p:nvPr/>
        </p:nvSpPr>
        <p:spPr>
          <a:xfrm>
            <a:off x="8826066" y="4133609"/>
            <a:ext cx="37401" cy="37401"/>
          </a:xfrm>
          <a:prstGeom prst="ellipse">
            <a:avLst/>
          </a:prstGeom>
          <a:solidFill>
            <a:srgbClr val="627D8D">
              <a:alpha val="16000"/>
            </a:srgbClr>
          </a:solidFill>
          <a:ln>
            <a:noFill/>
          </a:ln>
        </p:spPr>
      </p:sp>
      <p:sp>
        <p:nvSpPr>
          <p:cNvPr id="48" name="!!circle-1vm"/>
          <p:cNvSpPr/>
          <p:nvPr/>
        </p:nvSpPr>
        <p:spPr>
          <a:xfrm>
            <a:off x="1706469" y="4855144"/>
            <a:ext cx="33096" cy="33096"/>
          </a:xfrm>
          <a:prstGeom prst="ellipse">
            <a:avLst/>
          </a:prstGeom>
          <a:solidFill>
            <a:srgbClr val="627D8D">
              <a:alpha val="22300"/>
            </a:srgbClr>
          </a:solidFill>
          <a:ln>
            <a:noFill/>
          </a:ln>
        </p:spPr>
      </p:sp>
      <p:sp>
        <p:nvSpPr>
          <p:cNvPr id="49" name="!!circle-1vp"/>
          <p:cNvSpPr/>
          <p:nvPr/>
        </p:nvSpPr>
        <p:spPr>
          <a:xfrm>
            <a:off x="11603749" y="959836"/>
            <a:ext cx="21145" cy="21145"/>
          </a:xfrm>
          <a:prstGeom prst="ellipse">
            <a:avLst/>
          </a:prstGeom>
          <a:solidFill>
            <a:srgbClr val="627D8D">
              <a:alpha val="16300"/>
            </a:srgbClr>
          </a:solidFill>
          <a:ln>
            <a:noFill/>
          </a:ln>
        </p:spPr>
      </p:sp>
      <p:sp>
        <p:nvSpPr>
          <p:cNvPr id="50" name="!!circle-1vs"/>
          <p:cNvSpPr/>
          <p:nvPr/>
        </p:nvSpPr>
        <p:spPr>
          <a:xfrm>
            <a:off x="11077454" y="5803724"/>
            <a:ext cx="35281" cy="35281"/>
          </a:xfrm>
          <a:prstGeom prst="ellipse">
            <a:avLst/>
          </a:prstGeom>
          <a:solidFill>
            <a:srgbClr val="627D8D">
              <a:alpha val="30000"/>
            </a:srgbClr>
          </a:solidFill>
          <a:ln>
            <a:noFill/>
          </a:ln>
        </p:spPr>
      </p:sp>
      <p:sp>
        <p:nvSpPr>
          <p:cNvPr id="51" name="!!path-2q9"/>
          <p:cNvSpPr/>
          <p:nvPr/>
        </p:nvSpPr>
        <p:spPr>
          <a:xfrm>
            <a:off x="7626336" y="1872612"/>
            <a:ext cx="892049" cy="4985388"/>
          </a:xfrm>
          <a:custGeom>
            <a:avLst/>
            <a:gdLst/>
            <a:ahLst/>
            <a:cxnLst/>
            <a:rect l="l" t="t" r="r" b="b"/>
            <a:pathLst>
              <a:path w="892049" h="4985388">
                <a:moveTo>
                  <a:pt x="0" y="4985388"/>
                </a:moveTo>
                <a:lnTo>
                  <a:pt x="0" y="529654"/>
                </a:lnTo>
                <a:lnTo>
                  <a:pt x="892049" y="0"/>
                </a:lnTo>
                <a:lnTo>
                  <a:pt x="892049" y="4985388"/>
                </a:lnTo>
                <a:close/>
              </a:path>
            </a:pathLst>
          </a:custGeom>
          <a:gradFill rotWithShape="1">
            <a:gsLst>
              <a:gs pos="0">
                <a:srgbClr val="DCE3E8"/>
              </a:gs>
              <a:gs pos="100000">
                <a:srgbClr val="D0D9DF"/>
              </a:gs>
            </a:gsLst>
            <a:lin ang="5400000" scaled="0"/>
          </a:gradFill>
          <a:ln>
            <a:noFill/>
          </a:ln>
        </p:spPr>
      </p:sp>
      <p:sp>
        <p:nvSpPr>
          <p:cNvPr id="52" name="!!path-2qa"/>
          <p:cNvSpPr/>
          <p:nvPr/>
        </p:nvSpPr>
        <p:spPr>
          <a:xfrm>
            <a:off x="2051031" y="1872612"/>
            <a:ext cx="6467355" cy="529654"/>
          </a:xfrm>
          <a:custGeom>
            <a:avLst/>
            <a:gdLst/>
            <a:ahLst/>
            <a:cxnLst/>
            <a:rect l="l" t="t" r="r" b="b"/>
            <a:pathLst>
              <a:path w="6467355" h="529654">
                <a:moveTo>
                  <a:pt x="0" y="529654"/>
                </a:moveTo>
                <a:lnTo>
                  <a:pt x="5575306" y="529654"/>
                </a:lnTo>
                <a:lnTo>
                  <a:pt x="6467355" y="0"/>
                </a:lnTo>
                <a:lnTo>
                  <a:pt x="892049" y="0"/>
                </a:lnTo>
                <a:close/>
              </a:path>
            </a:pathLst>
          </a:custGeom>
          <a:gradFill rotWithShape="1">
            <a:gsLst>
              <a:gs pos="0">
                <a:srgbClr val="F9FAFB"/>
              </a:gs>
              <a:gs pos="100000">
                <a:srgbClr val="E7ECEF"/>
              </a:gs>
            </a:gsLst>
            <a:lin ang="5400000" scaled="0"/>
          </a:gradFill>
          <a:ln>
            <a:noFill/>
          </a:ln>
        </p:spPr>
      </p:sp>
      <p:sp>
        <p:nvSpPr>
          <p:cNvPr id="53" name="!!path-2qb"/>
          <p:cNvSpPr/>
          <p:nvPr/>
        </p:nvSpPr>
        <p:spPr>
          <a:xfrm>
            <a:off x="2051031" y="2402266"/>
            <a:ext cx="5575306" cy="4455734"/>
          </a:xfrm>
          <a:custGeom>
            <a:avLst/>
            <a:gdLst/>
            <a:ahLst/>
            <a:cxnLst/>
            <a:rect l="l" t="t" r="r" b="b"/>
            <a:pathLst>
              <a:path w="5575306" h="4455734">
                <a:moveTo>
                  <a:pt x="69691" y="0"/>
                </a:moveTo>
                <a:lnTo>
                  <a:pt x="5505615" y="0"/>
                </a:lnTo>
                <a:lnTo>
                  <a:pt x="5515073" y="636"/>
                </a:lnTo>
                <a:lnTo>
                  <a:pt x="5524144" y="2490"/>
                </a:lnTo>
                <a:lnTo>
                  <a:pt x="5532745" y="5478"/>
                </a:lnTo>
                <a:lnTo>
                  <a:pt x="5540793" y="9516"/>
                </a:lnTo>
                <a:lnTo>
                  <a:pt x="5548204" y="14523"/>
                </a:lnTo>
                <a:lnTo>
                  <a:pt x="5554897" y="20414"/>
                </a:lnTo>
                <a:lnTo>
                  <a:pt x="5560787" y="27108"/>
                </a:lnTo>
                <a:lnTo>
                  <a:pt x="5565793" y="34519"/>
                </a:lnTo>
                <a:lnTo>
                  <a:pt x="5569830" y="42567"/>
                </a:lnTo>
                <a:lnTo>
                  <a:pt x="5572817" y="51167"/>
                </a:lnTo>
                <a:lnTo>
                  <a:pt x="5574670" y="60236"/>
                </a:lnTo>
                <a:lnTo>
                  <a:pt x="5575306" y="69691"/>
                </a:lnTo>
                <a:lnTo>
                  <a:pt x="5575306" y="4455734"/>
                </a:lnTo>
                <a:lnTo>
                  <a:pt x="0" y="4455734"/>
                </a:lnTo>
                <a:lnTo>
                  <a:pt x="0" y="69691"/>
                </a:lnTo>
                <a:lnTo>
                  <a:pt x="636" y="60236"/>
                </a:lnTo>
                <a:lnTo>
                  <a:pt x="2490" y="51167"/>
                </a:lnTo>
                <a:lnTo>
                  <a:pt x="5478" y="42567"/>
                </a:lnTo>
                <a:lnTo>
                  <a:pt x="9516" y="34519"/>
                </a:lnTo>
                <a:lnTo>
                  <a:pt x="14523" y="27108"/>
                </a:lnTo>
                <a:lnTo>
                  <a:pt x="20414" y="20414"/>
                </a:lnTo>
                <a:lnTo>
                  <a:pt x="27108" y="14523"/>
                </a:lnTo>
                <a:lnTo>
                  <a:pt x="34519" y="9516"/>
                </a:lnTo>
                <a:lnTo>
                  <a:pt x="42567" y="5478"/>
                </a:lnTo>
                <a:lnTo>
                  <a:pt x="51167" y="2490"/>
                </a:lnTo>
                <a:lnTo>
                  <a:pt x="60236" y="636"/>
                </a:lnTo>
                <a:lnTo>
                  <a:pt x="69691" y="0"/>
                </a:ln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rgbClr val="F9FBFC"/>
              </a:gs>
            </a:gsLst>
            <a:lin ang="5400000" scaled="0"/>
          </a:gradFill>
          <a:ln>
            <a:noFill/>
          </a:ln>
        </p:spPr>
      </p:sp>
      <p:sp>
        <p:nvSpPr>
          <p:cNvPr id="54" name="!!path-2qc"/>
          <p:cNvSpPr/>
          <p:nvPr/>
        </p:nvSpPr>
        <p:spPr>
          <a:xfrm>
            <a:off x="2051031" y="2402266"/>
            <a:ext cx="5575306" cy="10035551"/>
          </a:xfrm>
          <a:custGeom>
            <a:avLst/>
            <a:gdLst/>
            <a:ahLst/>
            <a:cxnLst/>
            <a:rect l="l" t="t" r="r" b="b"/>
            <a:pathLst>
              <a:path w="5575306" h="10035551" fill="none">
                <a:moveTo>
                  <a:pt x="69691" y="0"/>
                </a:moveTo>
                <a:lnTo>
                  <a:pt x="5505615" y="0"/>
                </a:lnTo>
                <a:cubicBezTo>
                  <a:pt x="5544112" y="0"/>
                  <a:pt x="5575306" y="31208"/>
                  <a:pt x="5575306" y="69691"/>
                </a:cubicBezTo>
                <a:lnTo>
                  <a:pt x="5575306" y="9965859"/>
                </a:lnTo>
                <a:cubicBezTo>
                  <a:pt x="5575306" y="10004357"/>
                  <a:pt x="5544112" y="10035551"/>
                  <a:pt x="5505615" y="10035551"/>
                </a:cubicBezTo>
                <a:lnTo>
                  <a:pt x="69691" y="10035551"/>
                </a:lnTo>
                <a:cubicBezTo>
                  <a:pt x="31208" y="10035551"/>
                  <a:pt x="0" y="10004357"/>
                  <a:pt x="0" y="9965859"/>
                </a:cubicBezTo>
                <a:lnTo>
                  <a:pt x="0" y="69691"/>
                </a:lnTo>
                <a:cubicBezTo>
                  <a:pt x="0" y="31208"/>
                  <a:pt x="31208" y="0"/>
                  <a:pt x="69691" y="0"/>
                </a:cubicBezTo>
                <a:close/>
              </a:path>
            </a:pathLst>
          </a:custGeom>
          <a:noFill/>
          <a:ln w="13938" cap="flat">
            <a:solidFill>
              <a:srgbClr val="D3DBE0"/>
            </a:solidFill>
            <a:prstDash val="solid"/>
            <a:miter lim="800000"/>
          </a:ln>
        </p:spPr>
      </p:sp>
      <p:sp>
        <p:nvSpPr>
          <p:cNvPr id="55" name="!!path-2qe"/>
          <p:cNvSpPr/>
          <p:nvPr/>
        </p:nvSpPr>
        <p:spPr>
          <a:xfrm>
            <a:off x="7626336" y="1872612"/>
            <a:ext cx="892049" cy="529654"/>
          </a:xfrm>
          <a:custGeom>
            <a:avLst/>
            <a:gdLst/>
            <a:ahLst/>
            <a:cxnLst/>
            <a:rect l="l" t="t" r="r" b="b"/>
            <a:pathLst>
              <a:path w="892049" h="529654">
                <a:moveTo>
                  <a:pt x="0" y="529654"/>
                </a:moveTo>
                <a:lnTo>
                  <a:pt x="892049" y="0"/>
                </a:lnTo>
              </a:path>
            </a:pathLst>
          </a:custGeom>
          <a:solidFill>
            <a:srgbClr val="000000"/>
          </a:solidFill>
          <a:ln w="19514" cap="flat">
            <a:solidFill>
              <a:srgbClr val="FFFFFF"/>
            </a:solidFill>
            <a:prstDash val="solid"/>
            <a:miter lim="800000"/>
          </a:ln>
        </p:spPr>
      </p:sp>
      <p:sp>
        <p:nvSpPr>
          <p:cNvPr id="56" name="!!rect-2r7"/>
          <p:cNvSpPr/>
          <p:nvPr/>
        </p:nvSpPr>
        <p:spPr>
          <a:xfrm>
            <a:off x="3467158" y="2708908"/>
            <a:ext cx="2743051" cy="3545894"/>
          </a:xfrm>
          <a:prstGeom prst="roundRect">
            <a:avLst>
              <a:gd name="adj" fmla="val 7114"/>
            </a:avLst>
          </a:prstGeom>
          <a:solidFill>
            <a:srgbClr val="20282F"/>
          </a:solidFill>
          <a:ln>
            <a:noFill/>
          </a:ln>
        </p:spPr>
      </p:sp>
      <p:sp>
        <p:nvSpPr>
          <p:cNvPr id="57" name="!!rect-2r8"/>
          <p:cNvSpPr/>
          <p:nvPr/>
        </p:nvSpPr>
        <p:spPr>
          <a:xfrm>
            <a:off x="3481096" y="2722846"/>
            <a:ext cx="2715174" cy="3518018"/>
          </a:xfrm>
          <a:prstGeom prst="roundRect">
            <a:avLst>
              <a:gd name="adj" fmla="val 6674"/>
            </a:avLst>
          </a:prstGeom>
          <a:noFill/>
          <a:ln w="13938" cap="flat">
            <a:solidFill>
              <a:srgbClr val="FFFFFF">
                <a:alpha val="12000"/>
              </a:srgbClr>
            </a:solidFill>
            <a:prstDash val="solid"/>
            <a:miter lim="800000"/>
          </a:ln>
        </p:spPr>
      </p:sp>
      <p:sp>
        <p:nvSpPr>
          <p:cNvPr id="58" name="!!rect-2rd"/>
          <p:cNvSpPr/>
          <p:nvPr/>
        </p:nvSpPr>
        <p:spPr>
          <a:xfrm>
            <a:off x="3634417" y="2876167"/>
            <a:ext cx="2408532" cy="3211376"/>
          </a:xfrm>
          <a:custGeom>
            <a:avLst/>
            <a:gdLst/>
            <a:ahLst/>
            <a:cxnLst/>
            <a:rect l="l" t="t" r="r" b="b"/>
            <a:pathLst>
              <a:path w="2408532" h="3211376">
                <a:moveTo>
                  <a:pt x="60213" y="0"/>
                </a:moveTo>
                <a:lnTo>
                  <a:pt x="2348319" y="0"/>
                </a:lnTo>
                <a:cubicBezTo>
                  <a:pt x="2381574" y="0"/>
                  <a:pt x="2408532" y="26958"/>
                  <a:pt x="2408532" y="60213"/>
                </a:cubicBezTo>
                <a:lnTo>
                  <a:pt x="2408532" y="3151163"/>
                </a:lnTo>
                <a:cubicBezTo>
                  <a:pt x="2408532" y="3184418"/>
                  <a:pt x="2381574" y="3211376"/>
                  <a:pt x="2348319" y="3211376"/>
                </a:cubicBezTo>
                <a:lnTo>
                  <a:pt x="60213" y="3211376"/>
                </a:lnTo>
                <a:cubicBezTo>
                  <a:pt x="26958" y="3211376"/>
                  <a:pt x="0" y="3184418"/>
                  <a:pt x="0" y="3151163"/>
                </a:cubicBezTo>
                <a:lnTo>
                  <a:pt x="0" y="60213"/>
                </a:lnTo>
                <a:cubicBezTo>
                  <a:pt x="0" y="26958"/>
                  <a:pt x="26958" y="0"/>
                  <a:pt x="60213" y="0"/>
                </a:cubicBezTo>
                <a:close/>
              </a:path>
            </a:pathLst>
          </a:custGeom>
          <a:solidFill>
            <a:srgbClr val="0E1318"/>
          </a:solidFill>
          <a:ln>
            <a:noFill/>
          </a:ln>
        </p:spPr>
      </p:sp>
      <p:sp>
        <p:nvSpPr>
          <p:cNvPr id="59" name="!!rect-2rg"/>
          <p:cNvSpPr/>
          <p:nvPr/>
        </p:nvSpPr>
        <p:spPr>
          <a:xfrm>
            <a:off x="3634417" y="2876167"/>
            <a:ext cx="2408532" cy="280995"/>
          </a:xfrm>
          <a:custGeom>
            <a:avLst/>
            <a:gdLst/>
            <a:ahLst/>
            <a:cxnLst/>
            <a:rect l="l" t="t" r="r" b="b"/>
            <a:pathLst>
              <a:path w="2408532" h="280995">
                <a:moveTo>
                  <a:pt x="60213" y="0"/>
                </a:moveTo>
                <a:lnTo>
                  <a:pt x="2348319" y="0"/>
                </a:lnTo>
                <a:cubicBezTo>
                  <a:pt x="2381574" y="0"/>
                  <a:pt x="2408532" y="26958"/>
                  <a:pt x="2408532" y="60213"/>
                </a:cubicBezTo>
                <a:lnTo>
                  <a:pt x="2408532" y="280995"/>
                </a:lnTo>
                <a:lnTo>
                  <a:pt x="0" y="280995"/>
                </a:lnTo>
                <a:lnTo>
                  <a:pt x="0" y="60213"/>
                </a:lnTo>
                <a:cubicBezTo>
                  <a:pt x="0" y="26958"/>
                  <a:pt x="26958" y="0"/>
                  <a:pt x="60213" y="0"/>
                </a:cubicBezTo>
                <a:close/>
              </a:path>
            </a:pathLst>
          </a:custGeom>
          <a:solidFill>
            <a:srgbClr val="18212A"/>
          </a:solidFill>
          <a:ln>
            <a:noFill/>
          </a:ln>
        </p:spPr>
      </p:sp>
      <p:sp>
        <p:nvSpPr>
          <p:cNvPr id="60" name="!!text-2rh" descr="智慧書櫃"/>
          <p:cNvSpPr txBox="1"/>
          <p:nvPr/>
        </p:nvSpPr>
        <p:spPr>
          <a:xfrm>
            <a:off x="3734773" y="2917112"/>
            <a:ext cx="604140" cy="20344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06" b="1" kern="0" dirty="0">
                <a:solidFill>
                  <a:srgbClr val="EEF2F5"/>
                </a:solidFill>
                <a:latin typeface="Noto Sans TC"/>
                <a:ea typeface="Noto Sans TC"/>
                <a:cs typeface="Noto Sans TC"/>
              </a:rPr>
              <a:t>智慧書櫃</a:t>
            </a:r>
            <a:endParaRPr lang="zh-TW" sz="1106"/>
          </a:p>
        </p:txBody>
      </p:sp>
      <p:sp>
        <p:nvSpPr>
          <p:cNvPr id="61" name="!!circle-2rm"/>
          <p:cNvSpPr/>
          <p:nvPr/>
        </p:nvSpPr>
        <p:spPr>
          <a:xfrm>
            <a:off x="5862309" y="2976523"/>
            <a:ext cx="80284" cy="80284"/>
          </a:xfrm>
          <a:prstGeom prst="ellipse">
            <a:avLst/>
          </a:prstGeom>
          <a:solidFill>
            <a:srgbClr val="3CCF8E"/>
          </a:solidFill>
          <a:ln>
            <a:noFill/>
          </a:ln>
        </p:spPr>
      </p:sp>
      <p:sp>
        <p:nvSpPr>
          <p:cNvPr id="62" name="!!text-2sz" descr="請於手機輸入下列數字"/>
          <p:cNvSpPr txBox="1"/>
          <p:nvPr/>
        </p:nvSpPr>
        <p:spPr>
          <a:xfrm>
            <a:off x="4035839" y="3473483"/>
            <a:ext cx="1653859" cy="23250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64" b="1" kern="0" dirty="0">
                <a:solidFill>
                  <a:srgbClr val="EEF2F5"/>
                </a:solidFill>
                <a:latin typeface="Noto Sans TC"/>
                <a:ea typeface="Noto Sans TC"/>
                <a:cs typeface="Noto Sans TC"/>
              </a:rPr>
              <a:t>請於手機輸入下列數字</a:t>
            </a:r>
            <a:endParaRPr lang="zh-TW" sz="1264"/>
          </a:p>
        </p:txBody>
      </p:sp>
      <p:sp>
        <p:nvSpPr>
          <p:cNvPr id="63" name="!!text-2ti" descr="25"/>
          <p:cNvSpPr txBox="1"/>
          <p:nvPr/>
        </p:nvSpPr>
        <p:spPr>
          <a:xfrm>
            <a:off x="4412373" y="3817903"/>
            <a:ext cx="1069388" cy="104626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5689" b="1" kern="0" dirty="0">
                <a:solidFill>
                  <a:srgbClr val="EEF2F5"/>
                </a:solidFill>
                <a:latin typeface="Noto Sans TC"/>
                <a:ea typeface="Noto Sans TC"/>
                <a:cs typeface="Noto Sans TC"/>
              </a:rPr>
              <a:t>25</a:t>
            </a:r>
            <a:endParaRPr lang="zh-TW" sz="5689"/>
          </a:p>
        </p:txBody>
      </p:sp>
      <p:sp>
        <p:nvSpPr>
          <p:cNvPr id="64" name="!!text-2uj" descr="剩餘 56 秒"/>
          <p:cNvSpPr txBox="1"/>
          <p:nvPr/>
        </p:nvSpPr>
        <p:spPr>
          <a:xfrm>
            <a:off x="4518489" y="5064720"/>
            <a:ext cx="682538" cy="20344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06" kern="0" dirty="0">
                <a:solidFill>
                  <a:srgbClr val="93A2AD"/>
                </a:solidFill>
                <a:latin typeface="Noto Sans TC"/>
                <a:ea typeface="Noto Sans TC"/>
                <a:cs typeface="Noto Sans TC"/>
              </a:rPr>
              <a:t>剩餘 56 秒</a:t>
            </a:r>
            <a:endParaRPr lang="zh-TW" sz="1106"/>
          </a:p>
        </p:txBody>
      </p:sp>
      <p:sp>
        <p:nvSpPr>
          <p:cNvPr id="65" name="!!rect-2up"/>
          <p:cNvSpPr/>
          <p:nvPr/>
        </p:nvSpPr>
        <p:spPr>
          <a:xfrm>
            <a:off x="3835128" y="5385055"/>
            <a:ext cx="2007110" cy="40142"/>
          </a:xfrm>
          <a:prstGeom prst="rect">
            <a:avLst/>
          </a:prstGeom>
          <a:solidFill>
            <a:srgbClr val="2A3540"/>
          </a:solidFill>
          <a:ln>
            <a:noFill/>
          </a:ln>
        </p:spPr>
      </p:sp>
      <p:sp>
        <p:nvSpPr>
          <p:cNvPr id="66" name="!!rect-2uq"/>
          <p:cNvSpPr/>
          <p:nvPr/>
        </p:nvSpPr>
        <p:spPr>
          <a:xfrm>
            <a:off x="3835128" y="5385055"/>
            <a:ext cx="1861592" cy="40142"/>
          </a:xfrm>
          <a:prstGeom prst="rect">
            <a:avLst/>
          </a:prstGeom>
          <a:solidFill>
            <a:srgbClr val="46B59C"/>
          </a:solidFill>
          <a:ln>
            <a:noFill/>
          </a:ln>
        </p:spPr>
      </p:sp>
      <p:sp>
        <p:nvSpPr>
          <p:cNvPr id="67" name="!!path-2x0"/>
          <p:cNvSpPr/>
          <p:nvPr/>
        </p:nvSpPr>
        <p:spPr>
          <a:xfrm>
            <a:off x="3905154" y="6635909"/>
            <a:ext cx="361280" cy="222091"/>
          </a:xfrm>
          <a:custGeom>
            <a:avLst/>
            <a:gdLst/>
            <a:ahLst/>
            <a:cxnLst/>
            <a:rect l="l" t="t" r="r" b="b"/>
            <a:pathLst>
              <a:path w="361280" h="222091">
                <a:moveTo>
                  <a:pt x="0" y="20121"/>
                </a:moveTo>
                <a:lnTo>
                  <a:pt x="5600" y="16709"/>
                </a:lnTo>
                <a:lnTo>
                  <a:pt x="12276" y="13733"/>
                </a:lnTo>
                <a:lnTo>
                  <a:pt x="19897" y="11211"/>
                </a:lnTo>
                <a:lnTo>
                  <a:pt x="28331" y="9160"/>
                </a:lnTo>
                <a:lnTo>
                  <a:pt x="37446" y="7599"/>
                </a:lnTo>
                <a:lnTo>
                  <a:pt x="47111" y="6545"/>
                </a:lnTo>
                <a:lnTo>
                  <a:pt x="57195" y="6016"/>
                </a:lnTo>
                <a:lnTo>
                  <a:pt x="67564" y="6030"/>
                </a:lnTo>
                <a:lnTo>
                  <a:pt x="78089" y="6604"/>
                </a:lnTo>
                <a:lnTo>
                  <a:pt x="88637" y="7757"/>
                </a:lnTo>
                <a:lnTo>
                  <a:pt x="99077" y="9506"/>
                </a:lnTo>
                <a:lnTo>
                  <a:pt x="109276" y="11869"/>
                </a:lnTo>
                <a:lnTo>
                  <a:pt x="117453" y="14292"/>
                </a:lnTo>
                <a:lnTo>
                  <a:pt x="125259" y="16868"/>
                </a:lnTo>
                <a:lnTo>
                  <a:pt x="132692" y="19584"/>
                </a:lnTo>
                <a:lnTo>
                  <a:pt x="139754" y="22425"/>
                </a:lnTo>
                <a:lnTo>
                  <a:pt x="146445" y="25378"/>
                </a:lnTo>
                <a:lnTo>
                  <a:pt x="152763" y="28428"/>
                </a:lnTo>
                <a:lnTo>
                  <a:pt x="158710" y="31562"/>
                </a:lnTo>
                <a:lnTo>
                  <a:pt x="164286" y="34765"/>
                </a:lnTo>
                <a:lnTo>
                  <a:pt x="169489" y="38024"/>
                </a:lnTo>
                <a:lnTo>
                  <a:pt x="174321" y="41325"/>
                </a:lnTo>
                <a:lnTo>
                  <a:pt x="178781" y="44654"/>
                </a:lnTo>
                <a:lnTo>
                  <a:pt x="182870" y="47997"/>
                </a:lnTo>
                <a:lnTo>
                  <a:pt x="187605" y="44010"/>
                </a:lnTo>
                <a:lnTo>
                  <a:pt x="192875" y="39890"/>
                </a:lnTo>
                <a:lnTo>
                  <a:pt x="198655" y="35690"/>
                </a:lnTo>
                <a:lnTo>
                  <a:pt x="204923" y="31461"/>
                </a:lnTo>
                <a:lnTo>
                  <a:pt x="211656" y="27258"/>
                </a:lnTo>
                <a:lnTo>
                  <a:pt x="218831" y="23131"/>
                </a:lnTo>
                <a:lnTo>
                  <a:pt x="226423" y="19135"/>
                </a:lnTo>
                <a:lnTo>
                  <a:pt x="234411" y="15322"/>
                </a:lnTo>
                <a:lnTo>
                  <a:pt x="242770" y="11744"/>
                </a:lnTo>
                <a:lnTo>
                  <a:pt x="251477" y="8454"/>
                </a:lnTo>
                <a:lnTo>
                  <a:pt x="260510" y="5505"/>
                </a:lnTo>
                <a:lnTo>
                  <a:pt x="269845" y="2949"/>
                </a:lnTo>
                <a:lnTo>
                  <a:pt x="278756" y="1589"/>
                </a:lnTo>
                <a:lnTo>
                  <a:pt x="287614" y="638"/>
                </a:lnTo>
                <a:lnTo>
                  <a:pt x="296362" y="105"/>
                </a:lnTo>
                <a:lnTo>
                  <a:pt x="304949" y="0"/>
                </a:lnTo>
                <a:lnTo>
                  <a:pt x="313318" y="331"/>
                </a:lnTo>
                <a:lnTo>
                  <a:pt x="321416" y="1109"/>
                </a:lnTo>
                <a:lnTo>
                  <a:pt x="329190" y="2342"/>
                </a:lnTo>
                <a:lnTo>
                  <a:pt x="336583" y="4039"/>
                </a:lnTo>
                <a:lnTo>
                  <a:pt x="343543" y="6210"/>
                </a:lnTo>
                <a:lnTo>
                  <a:pt x="350016" y="8865"/>
                </a:lnTo>
                <a:lnTo>
                  <a:pt x="355946" y="12012"/>
                </a:lnTo>
                <a:lnTo>
                  <a:pt x="361280" y="15660"/>
                </a:lnTo>
                <a:lnTo>
                  <a:pt x="360834" y="192509"/>
                </a:lnTo>
                <a:lnTo>
                  <a:pt x="350144" y="191422"/>
                </a:lnTo>
                <a:lnTo>
                  <a:pt x="338056" y="190798"/>
                </a:lnTo>
                <a:lnTo>
                  <a:pt x="324769" y="190749"/>
                </a:lnTo>
                <a:lnTo>
                  <a:pt x="310483" y="191386"/>
                </a:lnTo>
                <a:lnTo>
                  <a:pt x="295398" y="192818"/>
                </a:lnTo>
                <a:lnTo>
                  <a:pt x="279713" y="195157"/>
                </a:lnTo>
                <a:lnTo>
                  <a:pt x="263629" y="198514"/>
                </a:lnTo>
                <a:lnTo>
                  <a:pt x="247345" y="202999"/>
                </a:lnTo>
                <a:lnTo>
                  <a:pt x="231062" y="208723"/>
                </a:lnTo>
                <a:lnTo>
                  <a:pt x="214978" y="215796"/>
                </a:lnTo>
                <a:lnTo>
                  <a:pt x="203409" y="222091"/>
                </a:lnTo>
                <a:lnTo>
                  <a:pt x="162400" y="222091"/>
                </a:lnTo>
                <a:lnTo>
                  <a:pt x="150926" y="215807"/>
                </a:lnTo>
                <a:lnTo>
                  <a:pt x="135020" y="208758"/>
                </a:lnTo>
                <a:lnTo>
                  <a:pt x="118956" y="203082"/>
                </a:lnTo>
                <a:lnTo>
                  <a:pt x="102918" y="198675"/>
                </a:lnTo>
                <a:lnTo>
                  <a:pt x="87086" y="195436"/>
                </a:lnTo>
                <a:lnTo>
                  <a:pt x="71645" y="193261"/>
                </a:lnTo>
                <a:lnTo>
                  <a:pt x="56777" y="192047"/>
                </a:lnTo>
                <a:lnTo>
                  <a:pt x="42665" y="191690"/>
                </a:lnTo>
                <a:lnTo>
                  <a:pt x="29491" y="192089"/>
                </a:lnTo>
                <a:lnTo>
                  <a:pt x="17439" y="193140"/>
                </a:lnTo>
                <a:lnTo>
                  <a:pt x="6690" y="194739"/>
                </a:ln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68" name="!!path-2x1"/>
          <p:cNvSpPr/>
          <p:nvPr/>
        </p:nvSpPr>
        <p:spPr>
          <a:xfrm>
            <a:off x="3905154" y="6637693"/>
            <a:ext cx="361280" cy="220307"/>
          </a:xfrm>
          <a:custGeom>
            <a:avLst/>
            <a:gdLst/>
            <a:ahLst/>
            <a:cxnLst/>
            <a:rect l="l" t="t" r="r" b="b"/>
            <a:pathLst>
              <a:path w="361280" h="220307">
                <a:moveTo>
                  <a:pt x="0" y="20121"/>
                </a:moveTo>
                <a:lnTo>
                  <a:pt x="5600" y="16709"/>
                </a:lnTo>
                <a:lnTo>
                  <a:pt x="12276" y="13733"/>
                </a:lnTo>
                <a:lnTo>
                  <a:pt x="19897" y="11211"/>
                </a:lnTo>
                <a:lnTo>
                  <a:pt x="28331" y="9160"/>
                </a:lnTo>
                <a:lnTo>
                  <a:pt x="37446" y="7599"/>
                </a:lnTo>
                <a:lnTo>
                  <a:pt x="47111" y="6545"/>
                </a:lnTo>
                <a:lnTo>
                  <a:pt x="57195" y="6016"/>
                </a:lnTo>
                <a:lnTo>
                  <a:pt x="67564" y="6030"/>
                </a:lnTo>
                <a:lnTo>
                  <a:pt x="78089" y="6604"/>
                </a:lnTo>
                <a:lnTo>
                  <a:pt x="88637" y="7757"/>
                </a:lnTo>
                <a:lnTo>
                  <a:pt x="99077" y="9506"/>
                </a:lnTo>
                <a:lnTo>
                  <a:pt x="109276" y="11869"/>
                </a:lnTo>
                <a:lnTo>
                  <a:pt x="117453" y="14292"/>
                </a:lnTo>
                <a:lnTo>
                  <a:pt x="125259" y="16868"/>
                </a:lnTo>
                <a:lnTo>
                  <a:pt x="132692" y="19584"/>
                </a:lnTo>
                <a:lnTo>
                  <a:pt x="139754" y="22425"/>
                </a:lnTo>
                <a:lnTo>
                  <a:pt x="146445" y="25378"/>
                </a:lnTo>
                <a:lnTo>
                  <a:pt x="152763" y="28428"/>
                </a:lnTo>
                <a:lnTo>
                  <a:pt x="158710" y="31562"/>
                </a:lnTo>
                <a:lnTo>
                  <a:pt x="164286" y="34765"/>
                </a:lnTo>
                <a:lnTo>
                  <a:pt x="169489" y="38024"/>
                </a:lnTo>
                <a:lnTo>
                  <a:pt x="174321" y="41325"/>
                </a:lnTo>
                <a:lnTo>
                  <a:pt x="178781" y="44654"/>
                </a:lnTo>
                <a:lnTo>
                  <a:pt x="182870" y="47997"/>
                </a:lnTo>
                <a:lnTo>
                  <a:pt x="187605" y="44010"/>
                </a:lnTo>
                <a:lnTo>
                  <a:pt x="192875" y="39890"/>
                </a:lnTo>
                <a:lnTo>
                  <a:pt x="198655" y="35690"/>
                </a:lnTo>
                <a:lnTo>
                  <a:pt x="204923" y="31461"/>
                </a:lnTo>
                <a:lnTo>
                  <a:pt x="211656" y="27258"/>
                </a:lnTo>
                <a:lnTo>
                  <a:pt x="218831" y="23131"/>
                </a:lnTo>
                <a:lnTo>
                  <a:pt x="226423" y="19135"/>
                </a:lnTo>
                <a:lnTo>
                  <a:pt x="234411" y="15322"/>
                </a:lnTo>
                <a:lnTo>
                  <a:pt x="242770" y="11744"/>
                </a:lnTo>
                <a:lnTo>
                  <a:pt x="251477" y="8454"/>
                </a:lnTo>
                <a:lnTo>
                  <a:pt x="260510" y="5505"/>
                </a:lnTo>
                <a:lnTo>
                  <a:pt x="269845" y="2949"/>
                </a:lnTo>
                <a:lnTo>
                  <a:pt x="278756" y="1589"/>
                </a:lnTo>
                <a:lnTo>
                  <a:pt x="287614" y="638"/>
                </a:lnTo>
                <a:lnTo>
                  <a:pt x="296362" y="105"/>
                </a:lnTo>
                <a:lnTo>
                  <a:pt x="304949" y="0"/>
                </a:lnTo>
                <a:lnTo>
                  <a:pt x="313318" y="331"/>
                </a:lnTo>
                <a:lnTo>
                  <a:pt x="321416" y="1109"/>
                </a:lnTo>
                <a:lnTo>
                  <a:pt x="329190" y="2342"/>
                </a:lnTo>
                <a:lnTo>
                  <a:pt x="336583" y="4039"/>
                </a:lnTo>
                <a:lnTo>
                  <a:pt x="343543" y="6210"/>
                </a:lnTo>
                <a:lnTo>
                  <a:pt x="350016" y="8865"/>
                </a:lnTo>
                <a:lnTo>
                  <a:pt x="355946" y="12012"/>
                </a:lnTo>
                <a:lnTo>
                  <a:pt x="361280" y="15660"/>
                </a:lnTo>
                <a:lnTo>
                  <a:pt x="360834" y="192509"/>
                </a:lnTo>
                <a:lnTo>
                  <a:pt x="350144" y="191422"/>
                </a:lnTo>
                <a:lnTo>
                  <a:pt x="338056" y="190798"/>
                </a:lnTo>
                <a:lnTo>
                  <a:pt x="324769" y="190749"/>
                </a:lnTo>
                <a:lnTo>
                  <a:pt x="310483" y="191386"/>
                </a:lnTo>
                <a:lnTo>
                  <a:pt x="295398" y="192818"/>
                </a:lnTo>
                <a:lnTo>
                  <a:pt x="279713" y="195157"/>
                </a:lnTo>
                <a:lnTo>
                  <a:pt x="263629" y="198514"/>
                </a:lnTo>
                <a:lnTo>
                  <a:pt x="247345" y="202999"/>
                </a:lnTo>
                <a:lnTo>
                  <a:pt x="231062" y="208723"/>
                </a:lnTo>
                <a:lnTo>
                  <a:pt x="214978" y="215796"/>
                </a:lnTo>
                <a:lnTo>
                  <a:pt x="206688" y="220307"/>
                </a:lnTo>
                <a:lnTo>
                  <a:pt x="159142" y="220307"/>
                </a:lnTo>
                <a:lnTo>
                  <a:pt x="150926" y="215807"/>
                </a:lnTo>
                <a:lnTo>
                  <a:pt x="135020" y="208758"/>
                </a:lnTo>
                <a:lnTo>
                  <a:pt x="118956" y="203082"/>
                </a:lnTo>
                <a:lnTo>
                  <a:pt x="102918" y="198675"/>
                </a:lnTo>
                <a:lnTo>
                  <a:pt x="87086" y="195436"/>
                </a:lnTo>
                <a:lnTo>
                  <a:pt x="71645" y="193261"/>
                </a:lnTo>
                <a:lnTo>
                  <a:pt x="56777" y="192047"/>
                </a:lnTo>
                <a:lnTo>
                  <a:pt x="42665" y="191690"/>
                </a:lnTo>
                <a:lnTo>
                  <a:pt x="29491" y="192089"/>
                </a:lnTo>
                <a:lnTo>
                  <a:pt x="17439" y="193140"/>
                </a:lnTo>
                <a:lnTo>
                  <a:pt x="6690" y="194739"/>
                </a:ln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69" name="!!path-2x2"/>
          <p:cNvSpPr/>
          <p:nvPr/>
        </p:nvSpPr>
        <p:spPr>
          <a:xfrm>
            <a:off x="3905154" y="6639477"/>
            <a:ext cx="361280" cy="218523"/>
          </a:xfrm>
          <a:custGeom>
            <a:avLst/>
            <a:gdLst/>
            <a:ahLst/>
            <a:cxnLst/>
            <a:rect l="l" t="t" r="r" b="b"/>
            <a:pathLst>
              <a:path w="361280" h="218523">
                <a:moveTo>
                  <a:pt x="0" y="20121"/>
                </a:moveTo>
                <a:lnTo>
                  <a:pt x="5600" y="16709"/>
                </a:lnTo>
                <a:lnTo>
                  <a:pt x="12276" y="13733"/>
                </a:lnTo>
                <a:lnTo>
                  <a:pt x="19897" y="11211"/>
                </a:lnTo>
                <a:lnTo>
                  <a:pt x="28331" y="9160"/>
                </a:lnTo>
                <a:lnTo>
                  <a:pt x="37446" y="7599"/>
                </a:lnTo>
                <a:lnTo>
                  <a:pt x="47111" y="6545"/>
                </a:lnTo>
                <a:lnTo>
                  <a:pt x="57195" y="6016"/>
                </a:lnTo>
                <a:lnTo>
                  <a:pt x="67564" y="6030"/>
                </a:lnTo>
                <a:lnTo>
                  <a:pt x="78089" y="6604"/>
                </a:lnTo>
                <a:lnTo>
                  <a:pt x="88637" y="7757"/>
                </a:lnTo>
                <a:lnTo>
                  <a:pt x="99077" y="9506"/>
                </a:lnTo>
                <a:lnTo>
                  <a:pt x="109276" y="11869"/>
                </a:lnTo>
                <a:lnTo>
                  <a:pt x="117453" y="14292"/>
                </a:lnTo>
                <a:lnTo>
                  <a:pt x="125259" y="16868"/>
                </a:lnTo>
                <a:lnTo>
                  <a:pt x="132692" y="19584"/>
                </a:lnTo>
                <a:lnTo>
                  <a:pt x="139754" y="22425"/>
                </a:lnTo>
                <a:lnTo>
                  <a:pt x="146445" y="25378"/>
                </a:lnTo>
                <a:lnTo>
                  <a:pt x="152763" y="28428"/>
                </a:lnTo>
                <a:lnTo>
                  <a:pt x="158710" y="31562"/>
                </a:lnTo>
                <a:lnTo>
                  <a:pt x="164286" y="34765"/>
                </a:lnTo>
                <a:lnTo>
                  <a:pt x="169489" y="38024"/>
                </a:lnTo>
                <a:lnTo>
                  <a:pt x="174321" y="41325"/>
                </a:lnTo>
                <a:lnTo>
                  <a:pt x="178781" y="44654"/>
                </a:lnTo>
                <a:lnTo>
                  <a:pt x="182870" y="47997"/>
                </a:lnTo>
                <a:lnTo>
                  <a:pt x="187605" y="44010"/>
                </a:lnTo>
                <a:lnTo>
                  <a:pt x="192875" y="39890"/>
                </a:lnTo>
                <a:lnTo>
                  <a:pt x="198655" y="35690"/>
                </a:lnTo>
                <a:lnTo>
                  <a:pt x="204923" y="31461"/>
                </a:lnTo>
                <a:lnTo>
                  <a:pt x="211656" y="27258"/>
                </a:lnTo>
                <a:lnTo>
                  <a:pt x="218831" y="23131"/>
                </a:lnTo>
                <a:lnTo>
                  <a:pt x="226423" y="19135"/>
                </a:lnTo>
                <a:lnTo>
                  <a:pt x="234411" y="15322"/>
                </a:lnTo>
                <a:lnTo>
                  <a:pt x="242770" y="11744"/>
                </a:lnTo>
                <a:lnTo>
                  <a:pt x="251477" y="8454"/>
                </a:lnTo>
                <a:lnTo>
                  <a:pt x="260510" y="5505"/>
                </a:lnTo>
                <a:lnTo>
                  <a:pt x="269845" y="2949"/>
                </a:lnTo>
                <a:lnTo>
                  <a:pt x="278756" y="1589"/>
                </a:lnTo>
                <a:lnTo>
                  <a:pt x="287614" y="638"/>
                </a:lnTo>
                <a:lnTo>
                  <a:pt x="296362" y="105"/>
                </a:lnTo>
                <a:lnTo>
                  <a:pt x="304949" y="0"/>
                </a:lnTo>
                <a:lnTo>
                  <a:pt x="313318" y="331"/>
                </a:lnTo>
                <a:lnTo>
                  <a:pt x="321416" y="1109"/>
                </a:lnTo>
                <a:lnTo>
                  <a:pt x="329190" y="2342"/>
                </a:lnTo>
                <a:lnTo>
                  <a:pt x="336583" y="4039"/>
                </a:lnTo>
                <a:lnTo>
                  <a:pt x="343543" y="6210"/>
                </a:lnTo>
                <a:lnTo>
                  <a:pt x="350016" y="8865"/>
                </a:lnTo>
                <a:lnTo>
                  <a:pt x="355946" y="12012"/>
                </a:lnTo>
                <a:lnTo>
                  <a:pt x="361280" y="15660"/>
                </a:lnTo>
                <a:lnTo>
                  <a:pt x="360834" y="192509"/>
                </a:lnTo>
                <a:lnTo>
                  <a:pt x="350144" y="191422"/>
                </a:lnTo>
                <a:lnTo>
                  <a:pt x="338056" y="190798"/>
                </a:lnTo>
                <a:lnTo>
                  <a:pt x="324769" y="190749"/>
                </a:lnTo>
                <a:lnTo>
                  <a:pt x="310483" y="191386"/>
                </a:lnTo>
                <a:lnTo>
                  <a:pt x="295398" y="192818"/>
                </a:lnTo>
                <a:lnTo>
                  <a:pt x="279713" y="195157"/>
                </a:lnTo>
                <a:lnTo>
                  <a:pt x="263629" y="198514"/>
                </a:lnTo>
                <a:lnTo>
                  <a:pt x="247345" y="202999"/>
                </a:lnTo>
                <a:lnTo>
                  <a:pt x="231062" y="208723"/>
                </a:lnTo>
                <a:lnTo>
                  <a:pt x="214978" y="215796"/>
                </a:lnTo>
                <a:lnTo>
                  <a:pt x="209967" y="218523"/>
                </a:lnTo>
                <a:lnTo>
                  <a:pt x="155885" y="218523"/>
                </a:lnTo>
                <a:lnTo>
                  <a:pt x="150926" y="215807"/>
                </a:lnTo>
                <a:lnTo>
                  <a:pt x="135020" y="208758"/>
                </a:lnTo>
                <a:lnTo>
                  <a:pt x="118956" y="203082"/>
                </a:lnTo>
                <a:lnTo>
                  <a:pt x="102918" y="198675"/>
                </a:lnTo>
                <a:lnTo>
                  <a:pt x="87086" y="195436"/>
                </a:lnTo>
                <a:lnTo>
                  <a:pt x="71645" y="193261"/>
                </a:lnTo>
                <a:lnTo>
                  <a:pt x="56777" y="192047"/>
                </a:lnTo>
                <a:lnTo>
                  <a:pt x="42665" y="191690"/>
                </a:lnTo>
                <a:lnTo>
                  <a:pt x="29491" y="192089"/>
                </a:lnTo>
                <a:lnTo>
                  <a:pt x="17439" y="193140"/>
                </a:lnTo>
                <a:lnTo>
                  <a:pt x="6690" y="194739"/>
                </a:ln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0" name="!!path-2x3"/>
          <p:cNvSpPr/>
          <p:nvPr/>
        </p:nvSpPr>
        <p:spPr>
          <a:xfrm>
            <a:off x="3905154" y="6641261"/>
            <a:ext cx="361280" cy="216739"/>
          </a:xfrm>
          <a:custGeom>
            <a:avLst/>
            <a:gdLst/>
            <a:ahLst/>
            <a:cxnLst/>
            <a:rect l="l" t="t" r="r" b="b"/>
            <a:pathLst>
              <a:path w="361280" h="216739">
                <a:moveTo>
                  <a:pt x="0" y="20121"/>
                </a:moveTo>
                <a:lnTo>
                  <a:pt x="5600" y="16709"/>
                </a:lnTo>
                <a:lnTo>
                  <a:pt x="12276" y="13733"/>
                </a:lnTo>
                <a:lnTo>
                  <a:pt x="19897" y="11211"/>
                </a:lnTo>
                <a:lnTo>
                  <a:pt x="28331" y="9160"/>
                </a:lnTo>
                <a:lnTo>
                  <a:pt x="37446" y="7599"/>
                </a:lnTo>
                <a:lnTo>
                  <a:pt x="47111" y="6545"/>
                </a:lnTo>
                <a:lnTo>
                  <a:pt x="57195" y="6016"/>
                </a:lnTo>
                <a:lnTo>
                  <a:pt x="67564" y="6030"/>
                </a:lnTo>
                <a:lnTo>
                  <a:pt x="78089" y="6604"/>
                </a:lnTo>
                <a:lnTo>
                  <a:pt x="88637" y="7757"/>
                </a:lnTo>
                <a:lnTo>
                  <a:pt x="99077" y="9506"/>
                </a:lnTo>
                <a:lnTo>
                  <a:pt x="109276" y="11869"/>
                </a:lnTo>
                <a:lnTo>
                  <a:pt x="117453" y="14292"/>
                </a:lnTo>
                <a:lnTo>
                  <a:pt x="125259" y="16868"/>
                </a:lnTo>
                <a:lnTo>
                  <a:pt x="132692" y="19584"/>
                </a:lnTo>
                <a:lnTo>
                  <a:pt x="139754" y="22425"/>
                </a:lnTo>
                <a:lnTo>
                  <a:pt x="146445" y="25378"/>
                </a:lnTo>
                <a:lnTo>
                  <a:pt x="152763" y="28428"/>
                </a:lnTo>
                <a:lnTo>
                  <a:pt x="158710" y="31562"/>
                </a:lnTo>
                <a:lnTo>
                  <a:pt x="164286" y="34765"/>
                </a:lnTo>
                <a:lnTo>
                  <a:pt x="169489" y="38024"/>
                </a:lnTo>
                <a:lnTo>
                  <a:pt x="174321" y="41325"/>
                </a:lnTo>
                <a:lnTo>
                  <a:pt x="178781" y="44654"/>
                </a:lnTo>
                <a:lnTo>
                  <a:pt x="182870" y="47997"/>
                </a:lnTo>
                <a:lnTo>
                  <a:pt x="187605" y="44010"/>
                </a:lnTo>
                <a:lnTo>
                  <a:pt x="192875" y="39890"/>
                </a:lnTo>
                <a:lnTo>
                  <a:pt x="198655" y="35690"/>
                </a:lnTo>
                <a:lnTo>
                  <a:pt x="204923" y="31461"/>
                </a:lnTo>
                <a:lnTo>
                  <a:pt x="211656" y="27258"/>
                </a:lnTo>
                <a:lnTo>
                  <a:pt x="218831" y="23131"/>
                </a:lnTo>
                <a:lnTo>
                  <a:pt x="226423" y="19135"/>
                </a:lnTo>
                <a:lnTo>
                  <a:pt x="234411" y="15322"/>
                </a:lnTo>
                <a:lnTo>
                  <a:pt x="242770" y="11744"/>
                </a:lnTo>
                <a:lnTo>
                  <a:pt x="251477" y="8454"/>
                </a:lnTo>
                <a:lnTo>
                  <a:pt x="260510" y="5505"/>
                </a:lnTo>
                <a:lnTo>
                  <a:pt x="269845" y="2949"/>
                </a:lnTo>
                <a:lnTo>
                  <a:pt x="278756" y="1589"/>
                </a:lnTo>
                <a:lnTo>
                  <a:pt x="287614" y="638"/>
                </a:lnTo>
                <a:lnTo>
                  <a:pt x="296362" y="105"/>
                </a:lnTo>
                <a:lnTo>
                  <a:pt x="304949" y="0"/>
                </a:lnTo>
                <a:lnTo>
                  <a:pt x="313318" y="331"/>
                </a:lnTo>
                <a:lnTo>
                  <a:pt x="321416" y="1109"/>
                </a:lnTo>
                <a:lnTo>
                  <a:pt x="329190" y="2342"/>
                </a:lnTo>
                <a:lnTo>
                  <a:pt x="336583" y="4039"/>
                </a:lnTo>
                <a:lnTo>
                  <a:pt x="343543" y="6210"/>
                </a:lnTo>
                <a:lnTo>
                  <a:pt x="350016" y="8865"/>
                </a:lnTo>
                <a:lnTo>
                  <a:pt x="355946" y="12012"/>
                </a:lnTo>
                <a:lnTo>
                  <a:pt x="361280" y="15660"/>
                </a:lnTo>
                <a:lnTo>
                  <a:pt x="360834" y="192509"/>
                </a:lnTo>
                <a:lnTo>
                  <a:pt x="350144" y="191422"/>
                </a:lnTo>
                <a:lnTo>
                  <a:pt x="338056" y="190798"/>
                </a:lnTo>
                <a:lnTo>
                  <a:pt x="324769" y="190749"/>
                </a:lnTo>
                <a:lnTo>
                  <a:pt x="310483" y="191386"/>
                </a:lnTo>
                <a:lnTo>
                  <a:pt x="295398" y="192818"/>
                </a:lnTo>
                <a:lnTo>
                  <a:pt x="279713" y="195157"/>
                </a:lnTo>
                <a:lnTo>
                  <a:pt x="263629" y="198514"/>
                </a:lnTo>
                <a:lnTo>
                  <a:pt x="247345" y="202999"/>
                </a:lnTo>
                <a:lnTo>
                  <a:pt x="231062" y="208723"/>
                </a:lnTo>
                <a:lnTo>
                  <a:pt x="214978" y="215796"/>
                </a:lnTo>
                <a:lnTo>
                  <a:pt x="213246" y="216739"/>
                </a:lnTo>
                <a:lnTo>
                  <a:pt x="152627" y="216739"/>
                </a:lnTo>
                <a:lnTo>
                  <a:pt x="150926" y="215807"/>
                </a:lnTo>
                <a:lnTo>
                  <a:pt x="135020" y="208758"/>
                </a:lnTo>
                <a:lnTo>
                  <a:pt x="118956" y="203082"/>
                </a:lnTo>
                <a:lnTo>
                  <a:pt x="102918" y="198675"/>
                </a:lnTo>
                <a:lnTo>
                  <a:pt x="87086" y="195436"/>
                </a:lnTo>
                <a:lnTo>
                  <a:pt x="71645" y="193261"/>
                </a:lnTo>
                <a:lnTo>
                  <a:pt x="56777" y="192047"/>
                </a:lnTo>
                <a:lnTo>
                  <a:pt x="42665" y="191690"/>
                </a:lnTo>
                <a:lnTo>
                  <a:pt x="29491" y="192089"/>
                </a:lnTo>
                <a:lnTo>
                  <a:pt x="17439" y="193140"/>
                </a:lnTo>
                <a:lnTo>
                  <a:pt x="6690" y="194739"/>
                </a:ln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1" name="!!path-2x4"/>
          <p:cNvSpPr/>
          <p:nvPr/>
        </p:nvSpPr>
        <p:spPr>
          <a:xfrm>
            <a:off x="3905154" y="6643045"/>
            <a:ext cx="361280" cy="214955"/>
          </a:xfrm>
          <a:custGeom>
            <a:avLst/>
            <a:gdLst/>
            <a:ahLst/>
            <a:cxnLst/>
            <a:rect l="l" t="t" r="r" b="b"/>
            <a:pathLst>
              <a:path w="361280" h="214955">
                <a:moveTo>
                  <a:pt x="0" y="20121"/>
                </a:moveTo>
                <a:lnTo>
                  <a:pt x="5600" y="16709"/>
                </a:lnTo>
                <a:lnTo>
                  <a:pt x="12276" y="13733"/>
                </a:lnTo>
                <a:lnTo>
                  <a:pt x="19897" y="11211"/>
                </a:lnTo>
                <a:lnTo>
                  <a:pt x="28331" y="9160"/>
                </a:lnTo>
                <a:lnTo>
                  <a:pt x="37446" y="7599"/>
                </a:lnTo>
                <a:lnTo>
                  <a:pt x="47111" y="6545"/>
                </a:lnTo>
                <a:lnTo>
                  <a:pt x="57195" y="6016"/>
                </a:lnTo>
                <a:lnTo>
                  <a:pt x="67564" y="6030"/>
                </a:lnTo>
                <a:lnTo>
                  <a:pt x="78089" y="6604"/>
                </a:lnTo>
                <a:lnTo>
                  <a:pt x="88637" y="7757"/>
                </a:lnTo>
                <a:lnTo>
                  <a:pt x="99077" y="9506"/>
                </a:lnTo>
                <a:lnTo>
                  <a:pt x="109276" y="11869"/>
                </a:lnTo>
                <a:lnTo>
                  <a:pt x="117453" y="14292"/>
                </a:lnTo>
                <a:lnTo>
                  <a:pt x="125259" y="16868"/>
                </a:lnTo>
                <a:lnTo>
                  <a:pt x="132692" y="19584"/>
                </a:lnTo>
                <a:lnTo>
                  <a:pt x="139754" y="22425"/>
                </a:lnTo>
                <a:lnTo>
                  <a:pt x="146445" y="25378"/>
                </a:lnTo>
                <a:lnTo>
                  <a:pt x="152763" y="28428"/>
                </a:lnTo>
                <a:lnTo>
                  <a:pt x="158710" y="31562"/>
                </a:lnTo>
                <a:lnTo>
                  <a:pt x="164286" y="34765"/>
                </a:lnTo>
                <a:lnTo>
                  <a:pt x="169489" y="38024"/>
                </a:lnTo>
                <a:lnTo>
                  <a:pt x="174321" y="41325"/>
                </a:lnTo>
                <a:lnTo>
                  <a:pt x="178781" y="44654"/>
                </a:lnTo>
                <a:lnTo>
                  <a:pt x="182870" y="47997"/>
                </a:lnTo>
                <a:lnTo>
                  <a:pt x="187605" y="44010"/>
                </a:lnTo>
                <a:lnTo>
                  <a:pt x="192875" y="39890"/>
                </a:lnTo>
                <a:lnTo>
                  <a:pt x="198655" y="35690"/>
                </a:lnTo>
                <a:lnTo>
                  <a:pt x="204923" y="31461"/>
                </a:lnTo>
                <a:lnTo>
                  <a:pt x="211656" y="27258"/>
                </a:lnTo>
                <a:lnTo>
                  <a:pt x="218831" y="23131"/>
                </a:lnTo>
                <a:lnTo>
                  <a:pt x="226423" y="19135"/>
                </a:lnTo>
                <a:lnTo>
                  <a:pt x="234411" y="15322"/>
                </a:lnTo>
                <a:lnTo>
                  <a:pt x="242770" y="11744"/>
                </a:lnTo>
                <a:lnTo>
                  <a:pt x="251477" y="8454"/>
                </a:lnTo>
                <a:lnTo>
                  <a:pt x="260510" y="5505"/>
                </a:lnTo>
                <a:lnTo>
                  <a:pt x="269845" y="2949"/>
                </a:lnTo>
                <a:lnTo>
                  <a:pt x="278756" y="1589"/>
                </a:lnTo>
                <a:lnTo>
                  <a:pt x="287614" y="638"/>
                </a:lnTo>
                <a:lnTo>
                  <a:pt x="296362" y="105"/>
                </a:lnTo>
                <a:lnTo>
                  <a:pt x="304949" y="0"/>
                </a:lnTo>
                <a:lnTo>
                  <a:pt x="313318" y="331"/>
                </a:lnTo>
                <a:lnTo>
                  <a:pt x="321416" y="1109"/>
                </a:lnTo>
                <a:lnTo>
                  <a:pt x="329190" y="2342"/>
                </a:lnTo>
                <a:lnTo>
                  <a:pt x="336583" y="4039"/>
                </a:lnTo>
                <a:lnTo>
                  <a:pt x="343543" y="6210"/>
                </a:lnTo>
                <a:lnTo>
                  <a:pt x="350016" y="8865"/>
                </a:lnTo>
                <a:lnTo>
                  <a:pt x="355946" y="12012"/>
                </a:lnTo>
                <a:lnTo>
                  <a:pt x="361280" y="15660"/>
                </a:lnTo>
                <a:lnTo>
                  <a:pt x="360834" y="192509"/>
                </a:lnTo>
                <a:lnTo>
                  <a:pt x="350144" y="191422"/>
                </a:lnTo>
                <a:lnTo>
                  <a:pt x="338056" y="190798"/>
                </a:lnTo>
                <a:lnTo>
                  <a:pt x="324769" y="190749"/>
                </a:lnTo>
                <a:lnTo>
                  <a:pt x="310483" y="191386"/>
                </a:lnTo>
                <a:lnTo>
                  <a:pt x="295398" y="192818"/>
                </a:lnTo>
                <a:lnTo>
                  <a:pt x="279713" y="195157"/>
                </a:lnTo>
                <a:lnTo>
                  <a:pt x="263629" y="198514"/>
                </a:lnTo>
                <a:lnTo>
                  <a:pt x="247345" y="202999"/>
                </a:lnTo>
                <a:lnTo>
                  <a:pt x="231062" y="208723"/>
                </a:lnTo>
                <a:lnTo>
                  <a:pt x="216891" y="214955"/>
                </a:lnTo>
                <a:lnTo>
                  <a:pt x="149003" y="214955"/>
                </a:lnTo>
                <a:lnTo>
                  <a:pt x="135020" y="208758"/>
                </a:lnTo>
                <a:lnTo>
                  <a:pt x="118956" y="203082"/>
                </a:lnTo>
                <a:lnTo>
                  <a:pt x="102918" y="198675"/>
                </a:lnTo>
                <a:lnTo>
                  <a:pt x="87086" y="195436"/>
                </a:lnTo>
                <a:lnTo>
                  <a:pt x="71645" y="193261"/>
                </a:lnTo>
                <a:lnTo>
                  <a:pt x="56777" y="192047"/>
                </a:lnTo>
                <a:lnTo>
                  <a:pt x="42665" y="191690"/>
                </a:lnTo>
                <a:lnTo>
                  <a:pt x="29491" y="192089"/>
                </a:lnTo>
                <a:lnTo>
                  <a:pt x="17439" y="193140"/>
                </a:lnTo>
                <a:lnTo>
                  <a:pt x="6690" y="194739"/>
                </a:ln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2" name="!!path-2x5"/>
          <p:cNvSpPr/>
          <p:nvPr/>
        </p:nvSpPr>
        <p:spPr>
          <a:xfrm>
            <a:off x="3905154" y="6644829"/>
            <a:ext cx="361280" cy="213171"/>
          </a:xfrm>
          <a:custGeom>
            <a:avLst/>
            <a:gdLst/>
            <a:ahLst/>
            <a:cxnLst/>
            <a:rect l="l" t="t" r="r" b="b"/>
            <a:pathLst>
              <a:path w="361280" h="213171">
                <a:moveTo>
                  <a:pt x="0" y="20121"/>
                </a:moveTo>
                <a:lnTo>
                  <a:pt x="5600" y="16709"/>
                </a:lnTo>
                <a:lnTo>
                  <a:pt x="12276" y="13733"/>
                </a:lnTo>
                <a:lnTo>
                  <a:pt x="19897" y="11211"/>
                </a:lnTo>
                <a:lnTo>
                  <a:pt x="28331" y="9160"/>
                </a:lnTo>
                <a:lnTo>
                  <a:pt x="37446" y="7599"/>
                </a:lnTo>
                <a:lnTo>
                  <a:pt x="47111" y="6545"/>
                </a:lnTo>
                <a:lnTo>
                  <a:pt x="57195" y="6016"/>
                </a:lnTo>
                <a:lnTo>
                  <a:pt x="67564" y="6030"/>
                </a:lnTo>
                <a:lnTo>
                  <a:pt x="78089" y="6604"/>
                </a:lnTo>
                <a:lnTo>
                  <a:pt x="88637" y="7757"/>
                </a:lnTo>
                <a:lnTo>
                  <a:pt x="99077" y="9506"/>
                </a:lnTo>
                <a:lnTo>
                  <a:pt x="109276" y="11869"/>
                </a:lnTo>
                <a:lnTo>
                  <a:pt x="117453" y="14292"/>
                </a:lnTo>
                <a:lnTo>
                  <a:pt x="125259" y="16868"/>
                </a:lnTo>
                <a:lnTo>
                  <a:pt x="132692" y="19584"/>
                </a:lnTo>
                <a:lnTo>
                  <a:pt x="139754" y="22425"/>
                </a:lnTo>
                <a:lnTo>
                  <a:pt x="146445" y="25378"/>
                </a:lnTo>
                <a:lnTo>
                  <a:pt x="152763" y="28428"/>
                </a:lnTo>
                <a:lnTo>
                  <a:pt x="158710" y="31562"/>
                </a:lnTo>
                <a:lnTo>
                  <a:pt x="164286" y="34765"/>
                </a:lnTo>
                <a:lnTo>
                  <a:pt x="169489" y="38024"/>
                </a:lnTo>
                <a:lnTo>
                  <a:pt x="174321" y="41325"/>
                </a:lnTo>
                <a:lnTo>
                  <a:pt x="178781" y="44654"/>
                </a:lnTo>
                <a:lnTo>
                  <a:pt x="182870" y="47997"/>
                </a:lnTo>
                <a:lnTo>
                  <a:pt x="187605" y="44010"/>
                </a:lnTo>
                <a:lnTo>
                  <a:pt x="192875" y="39890"/>
                </a:lnTo>
                <a:lnTo>
                  <a:pt x="198655" y="35690"/>
                </a:lnTo>
                <a:lnTo>
                  <a:pt x="204923" y="31461"/>
                </a:lnTo>
                <a:lnTo>
                  <a:pt x="211656" y="27258"/>
                </a:lnTo>
                <a:lnTo>
                  <a:pt x="218831" y="23131"/>
                </a:lnTo>
                <a:lnTo>
                  <a:pt x="226423" y="19135"/>
                </a:lnTo>
                <a:lnTo>
                  <a:pt x="234411" y="15322"/>
                </a:lnTo>
                <a:lnTo>
                  <a:pt x="242770" y="11744"/>
                </a:lnTo>
                <a:lnTo>
                  <a:pt x="251477" y="8454"/>
                </a:lnTo>
                <a:lnTo>
                  <a:pt x="260510" y="5505"/>
                </a:lnTo>
                <a:lnTo>
                  <a:pt x="269845" y="2949"/>
                </a:lnTo>
                <a:lnTo>
                  <a:pt x="278756" y="1589"/>
                </a:lnTo>
                <a:lnTo>
                  <a:pt x="287614" y="638"/>
                </a:lnTo>
                <a:lnTo>
                  <a:pt x="296362" y="105"/>
                </a:lnTo>
                <a:lnTo>
                  <a:pt x="304949" y="0"/>
                </a:lnTo>
                <a:lnTo>
                  <a:pt x="313318" y="331"/>
                </a:lnTo>
                <a:lnTo>
                  <a:pt x="321416" y="1109"/>
                </a:lnTo>
                <a:lnTo>
                  <a:pt x="329190" y="2342"/>
                </a:lnTo>
                <a:lnTo>
                  <a:pt x="336583" y="4039"/>
                </a:lnTo>
                <a:lnTo>
                  <a:pt x="343543" y="6210"/>
                </a:lnTo>
                <a:lnTo>
                  <a:pt x="350016" y="8865"/>
                </a:lnTo>
                <a:lnTo>
                  <a:pt x="355946" y="12012"/>
                </a:lnTo>
                <a:lnTo>
                  <a:pt x="361280" y="15660"/>
                </a:lnTo>
                <a:lnTo>
                  <a:pt x="360834" y="192509"/>
                </a:lnTo>
                <a:lnTo>
                  <a:pt x="350144" y="191422"/>
                </a:lnTo>
                <a:lnTo>
                  <a:pt x="338056" y="190798"/>
                </a:lnTo>
                <a:lnTo>
                  <a:pt x="324769" y="190749"/>
                </a:lnTo>
                <a:lnTo>
                  <a:pt x="310483" y="191386"/>
                </a:lnTo>
                <a:lnTo>
                  <a:pt x="295398" y="192818"/>
                </a:lnTo>
                <a:lnTo>
                  <a:pt x="279713" y="195157"/>
                </a:lnTo>
                <a:lnTo>
                  <a:pt x="263629" y="198514"/>
                </a:lnTo>
                <a:lnTo>
                  <a:pt x="247345" y="202999"/>
                </a:lnTo>
                <a:lnTo>
                  <a:pt x="231062" y="208723"/>
                </a:lnTo>
                <a:lnTo>
                  <a:pt x="220948" y="213171"/>
                </a:lnTo>
                <a:lnTo>
                  <a:pt x="144977" y="213171"/>
                </a:lnTo>
                <a:lnTo>
                  <a:pt x="135020" y="208758"/>
                </a:lnTo>
                <a:lnTo>
                  <a:pt x="118956" y="203082"/>
                </a:lnTo>
                <a:lnTo>
                  <a:pt x="102918" y="198675"/>
                </a:lnTo>
                <a:lnTo>
                  <a:pt x="87086" y="195436"/>
                </a:lnTo>
                <a:lnTo>
                  <a:pt x="71645" y="193261"/>
                </a:lnTo>
                <a:lnTo>
                  <a:pt x="56777" y="192047"/>
                </a:lnTo>
                <a:lnTo>
                  <a:pt x="42665" y="191690"/>
                </a:lnTo>
                <a:lnTo>
                  <a:pt x="29491" y="192089"/>
                </a:lnTo>
                <a:lnTo>
                  <a:pt x="17439" y="193140"/>
                </a:lnTo>
                <a:lnTo>
                  <a:pt x="6690" y="194739"/>
                </a:ln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3" name="!!path-2x6"/>
          <p:cNvSpPr/>
          <p:nvPr/>
        </p:nvSpPr>
        <p:spPr>
          <a:xfrm>
            <a:off x="3905154" y="6646614"/>
            <a:ext cx="361280" cy="211386"/>
          </a:xfrm>
          <a:custGeom>
            <a:avLst/>
            <a:gdLst/>
            <a:ahLst/>
            <a:cxnLst/>
            <a:rect l="l" t="t" r="r" b="b"/>
            <a:pathLst>
              <a:path w="361280" h="211386">
                <a:moveTo>
                  <a:pt x="0" y="20121"/>
                </a:moveTo>
                <a:lnTo>
                  <a:pt x="5600" y="16709"/>
                </a:lnTo>
                <a:lnTo>
                  <a:pt x="12276" y="13733"/>
                </a:lnTo>
                <a:lnTo>
                  <a:pt x="19897" y="11211"/>
                </a:lnTo>
                <a:lnTo>
                  <a:pt x="28331" y="9160"/>
                </a:lnTo>
                <a:lnTo>
                  <a:pt x="37446" y="7599"/>
                </a:lnTo>
                <a:lnTo>
                  <a:pt x="47111" y="6545"/>
                </a:lnTo>
                <a:lnTo>
                  <a:pt x="57195" y="6016"/>
                </a:lnTo>
                <a:lnTo>
                  <a:pt x="67564" y="6030"/>
                </a:lnTo>
                <a:lnTo>
                  <a:pt x="78089" y="6604"/>
                </a:lnTo>
                <a:lnTo>
                  <a:pt x="88637" y="7757"/>
                </a:lnTo>
                <a:lnTo>
                  <a:pt x="99077" y="9506"/>
                </a:lnTo>
                <a:lnTo>
                  <a:pt x="109276" y="11869"/>
                </a:lnTo>
                <a:lnTo>
                  <a:pt x="117453" y="14292"/>
                </a:lnTo>
                <a:lnTo>
                  <a:pt x="125259" y="16868"/>
                </a:lnTo>
                <a:lnTo>
                  <a:pt x="132692" y="19584"/>
                </a:lnTo>
                <a:lnTo>
                  <a:pt x="139754" y="22425"/>
                </a:lnTo>
                <a:lnTo>
                  <a:pt x="146445" y="25378"/>
                </a:lnTo>
                <a:lnTo>
                  <a:pt x="152763" y="28428"/>
                </a:lnTo>
                <a:lnTo>
                  <a:pt x="158710" y="31562"/>
                </a:lnTo>
                <a:lnTo>
                  <a:pt x="164286" y="34765"/>
                </a:lnTo>
                <a:lnTo>
                  <a:pt x="169489" y="38024"/>
                </a:lnTo>
                <a:lnTo>
                  <a:pt x="174321" y="41325"/>
                </a:lnTo>
                <a:lnTo>
                  <a:pt x="178781" y="44654"/>
                </a:lnTo>
                <a:lnTo>
                  <a:pt x="182870" y="47997"/>
                </a:lnTo>
                <a:lnTo>
                  <a:pt x="187605" y="44010"/>
                </a:lnTo>
                <a:lnTo>
                  <a:pt x="192875" y="39890"/>
                </a:lnTo>
                <a:lnTo>
                  <a:pt x="198655" y="35690"/>
                </a:lnTo>
                <a:lnTo>
                  <a:pt x="204923" y="31461"/>
                </a:lnTo>
                <a:lnTo>
                  <a:pt x="211656" y="27258"/>
                </a:lnTo>
                <a:lnTo>
                  <a:pt x="218831" y="23131"/>
                </a:lnTo>
                <a:lnTo>
                  <a:pt x="226423" y="19135"/>
                </a:lnTo>
                <a:lnTo>
                  <a:pt x="234411" y="15322"/>
                </a:lnTo>
                <a:lnTo>
                  <a:pt x="242770" y="11744"/>
                </a:lnTo>
                <a:lnTo>
                  <a:pt x="251477" y="8454"/>
                </a:lnTo>
                <a:lnTo>
                  <a:pt x="260510" y="5505"/>
                </a:lnTo>
                <a:lnTo>
                  <a:pt x="269845" y="2949"/>
                </a:lnTo>
                <a:lnTo>
                  <a:pt x="278756" y="1589"/>
                </a:lnTo>
                <a:lnTo>
                  <a:pt x="287614" y="638"/>
                </a:lnTo>
                <a:lnTo>
                  <a:pt x="296362" y="105"/>
                </a:lnTo>
                <a:lnTo>
                  <a:pt x="304949" y="0"/>
                </a:lnTo>
                <a:lnTo>
                  <a:pt x="313318" y="331"/>
                </a:lnTo>
                <a:lnTo>
                  <a:pt x="321416" y="1109"/>
                </a:lnTo>
                <a:lnTo>
                  <a:pt x="329190" y="2342"/>
                </a:lnTo>
                <a:lnTo>
                  <a:pt x="336583" y="4039"/>
                </a:lnTo>
                <a:lnTo>
                  <a:pt x="343543" y="6210"/>
                </a:lnTo>
                <a:lnTo>
                  <a:pt x="350016" y="8865"/>
                </a:lnTo>
                <a:lnTo>
                  <a:pt x="355946" y="12012"/>
                </a:lnTo>
                <a:lnTo>
                  <a:pt x="361280" y="15660"/>
                </a:lnTo>
                <a:lnTo>
                  <a:pt x="360834" y="192509"/>
                </a:lnTo>
                <a:lnTo>
                  <a:pt x="350144" y="191422"/>
                </a:lnTo>
                <a:lnTo>
                  <a:pt x="338056" y="190798"/>
                </a:lnTo>
                <a:lnTo>
                  <a:pt x="324769" y="190749"/>
                </a:lnTo>
                <a:lnTo>
                  <a:pt x="310483" y="191386"/>
                </a:lnTo>
                <a:lnTo>
                  <a:pt x="295398" y="192818"/>
                </a:lnTo>
                <a:lnTo>
                  <a:pt x="279713" y="195157"/>
                </a:lnTo>
                <a:lnTo>
                  <a:pt x="263629" y="198514"/>
                </a:lnTo>
                <a:lnTo>
                  <a:pt x="247345" y="202999"/>
                </a:lnTo>
                <a:lnTo>
                  <a:pt x="231062" y="208723"/>
                </a:lnTo>
                <a:lnTo>
                  <a:pt x="225005" y="211386"/>
                </a:lnTo>
                <a:lnTo>
                  <a:pt x="140952" y="211386"/>
                </a:lnTo>
                <a:lnTo>
                  <a:pt x="135020" y="208758"/>
                </a:lnTo>
                <a:lnTo>
                  <a:pt x="118956" y="203082"/>
                </a:lnTo>
                <a:lnTo>
                  <a:pt x="102918" y="198675"/>
                </a:lnTo>
                <a:lnTo>
                  <a:pt x="87086" y="195436"/>
                </a:lnTo>
                <a:lnTo>
                  <a:pt x="71645" y="193261"/>
                </a:lnTo>
                <a:lnTo>
                  <a:pt x="56777" y="192047"/>
                </a:lnTo>
                <a:lnTo>
                  <a:pt x="42665" y="191690"/>
                </a:lnTo>
                <a:lnTo>
                  <a:pt x="29491" y="192089"/>
                </a:lnTo>
                <a:lnTo>
                  <a:pt x="17439" y="193140"/>
                </a:lnTo>
                <a:lnTo>
                  <a:pt x="6690" y="194739"/>
                </a:ln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4" name="!!path-2x7"/>
          <p:cNvSpPr/>
          <p:nvPr/>
        </p:nvSpPr>
        <p:spPr>
          <a:xfrm>
            <a:off x="3905154" y="6648398"/>
            <a:ext cx="361280" cy="209602"/>
          </a:xfrm>
          <a:custGeom>
            <a:avLst/>
            <a:gdLst/>
            <a:ahLst/>
            <a:cxnLst/>
            <a:rect l="l" t="t" r="r" b="b"/>
            <a:pathLst>
              <a:path w="361280" h="209602">
                <a:moveTo>
                  <a:pt x="0" y="20121"/>
                </a:moveTo>
                <a:lnTo>
                  <a:pt x="5600" y="16709"/>
                </a:lnTo>
                <a:lnTo>
                  <a:pt x="12276" y="13733"/>
                </a:lnTo>
                <a:lnTo>
                  <a:pt x="19897" y="11211"/>
                </a:lnTo>
                <a:lnTo>
                  <a:pt x="28331" y="9160"/>
                </a:lnTo>
                <a:lnTo>
                  <a:pt x="37446" y="7599"/>
                </a:lnTo>
                <a:lnTo>
                  <a:pt x="47111" y="6545"/>
                </a:lnTo>
                <a:lnTo>
                  <a:pt x="57195" y="6016"/>
                </a:lnTo>
                <a:lnTo>
                  <a:pt x="67564" y="6030"/>
                </a:lnTo>
                <a:lnTo>
                  <a:pt x="78089" y="6604"/>
                </a:lnTo>
                <a:lnTo>
                  <a:pt x="88637" y="7757"/>
                </a:lnTo>
                <a:lnTo>
                  <a:pt x="99077" y="9506"/>
                </a:lnTo>
                <a:lnTo>
                  <a:pt x="109276" y="11869"/>
                </a:lnTo>
                <a:lnTo>
                  <a:pt x="117453" y="14292"/>
                </a:lnTo>
                <a:lnTo>
                  <a:pt x="125259" y="16868"/>
                </a:lnTo>
                <a:lnTo>
                  <a:pt x="132692" y="19584"/>
                </a:lnTo>
                <a:lnTo>
                  <a:pt x="139754" y="22425"/>
                </a:lnTo>
                <a:lnTo>
                  <a:pt x="146445" y="25378"/>
                </a:lnTo>
                <a:lnTo>
                  <a:pt x="152763" y="28428"/>
                </a:lnTo>
                <a:lnTo>
                  <a:pt x="158710" y="31562"/>
                </a:lnTo>
                <a:lnTo>
                  <a:pt x="164286" y="34765"/>
                </a:lnTo>
                <a:lnTo>
                  <a:pt x="169489" y="38024"/>
                </a:lnTo>
                <a:lnTo>
                  <a:pt x="174321" y="41325"/>
                </a:lnTo>
                <a:lnTo>
                  <a:pt x="178781" y="44654"/>
                </a:lnTo>
                <a:lnTo>
                  <a:pt x="182870" y="47997"/>
                </a:lnTo>
                <a:lnTo>
                  <a:pt x="187605" y="44010"/>
                </a:lnTo>
                <a:lnTo>
                  <a:pt x="192875" y="39890"/>
                </a:lnTo>
                <a:lnTo>
                  <a:pt x="198655" y="35690"/>
                </a:lnTo>
                <a:lnTo>
                  <a:pt x="204923" y="31461"/>
                </a:lnTo>
                <a:lnTo>
                  <a:pt x="211656" y="27258"/>
                </a:lnTo>
                <a:lnTo>
                  <a:pt x="218831" y="23131"/>
                </a:lnTo>
                <a:lnTo>
                  <a:pt x="226423" y="19135"/>
                </a:lnTo>
                <a:lnTo>
                  <a:pt x="234411" y="15322"/>
                </a:lnTo>
                <a:lnTo>
                  <a:pt x="242770" y="11744"/>
                </a:lnTo>
                <a:lnTo>
                  <a:pt x="251477" y="8454"/>
                </a:lnTo>
                <a:lnTo>
                  <a:pt x="260510" y="5505"/>
                </a:lnTo>
                <a:lnTo>
                  <a:pt x="269845" y="2949"/>
                </a:lnTo>
                <a:lnTo>
                  <a:pt x="278756" y="1589"/>
                </a:lnTo>
                <a:lnTo>
                  <a:pt x="287614" y="638"/>
                </a:lnTo>
                <a:lnTo>
                  <a:pt x="296362" y="105"/>
                </a:lnTo>
                <a:lnTo>
                  <a:pt x="304949" y="0"/>
                </a:lnTo>
                <a:lnTo>
                  <a:pt x="313318" y="331"/>
                </a:lnTo>
                <a:lnTo>
                  <a:pt x="321416" y="1109"/>
                </a:lnTo>
                <a:lnTo>
                  <a:pt x="329190" y="2342"/>
                </a:lnTo>
                <a:lnTo>
                  <a:pt x="336583" y="4039"/>
                </a:lnTo>
                <a:lnTo>
                  <a:pt x="343543" y="6210"/>
                </a:lnTo>
                <a:lnTo>
                  <a:pt x="350016" y="8865"/>
                </a:lnTo>
                <a:lnTo>
                  <a:pt x="355946" y="12012"/>
                </a:lnTo>
                <a:lnTo>
                  <a:pt x="361280" y="15660"/>
                </a:lnTo>
                <a:lnTo>
                  <a:pt x="360834" y="192509"/>
                </a:lnTo>
                <a:lnTo>
                  <a:pt x="350144" y="191422"/>
                </a:lnTo>
                <a:lnTo>
                  <a:pt x="338056" y="190798"/>
                </a:lnTo>
                <a:lnTo>
                  <a:pt x="324769" y="190749"/>
                </a:lnTo>
                <a:lnTo>
                  <a:pt x="310483" y="191386"/>
                </a:lnTo>
                <a:lnTo>
                  <a:pt x="295398" y="192818"/>
                </a:lnTo>
                <a:lnTo>
                  <a:pt x="279713" y="195157"/>
                </a:lnTo>
                <a:lnTo>
                  <a:pt x="263629" y="198514"/>
                </a:lnTo>
                <a:lnTo>
                  <a:pt x="247345" y="202999"/>
                </a:lnTo>
                <a:lnTo>
                  <a:pt x="231062" y="208723"/>
                </a:lnTo>
                <a:lnTo>
                  <a:pt x="229062" y="209602"/>
                </a:lnTo>
                <a:lnTo>
                  <a:pt x="136926" y="209602"/>
                </a:lnTo>
                <a:lnTo>
                  <a:pt x="135020" y="208758"/>
                </a:lnTo>
                <a:lnTo>
                  <a:pt x="118956" y="203082"/>
                </a:lnTo>
                <a:lnTo>
                  <a:pt x="102918" y="198675"/>
                </a:lnTo>
                <a:lnTo>
                  <a:pt x="87086" y="195436"/>
                </a:lnTo>
                <a:lnTo>
                  <a:pt x="71645" y="193261"/>
                </a:lnTo>
                <a:lnTo>
                  <a:pt x="56777" y="192047"/>
                </a:lnTo>
                <a:lnTo>
                  <a:pt x="42665" y="191690"/>
                </a:lnTo>
                <a:lnTo>
                  <a:pt x="29491" y="192089"/>
                </a:lnTo>
                <a:lnTo>
                  <a:pt x="17439" y="193140"/>
                </a:lnTo>
                <a:lnTo>
                  <a:pt x="6690" y="194739"/>
                </a:ln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5" name="!!path-2x8"/>
          <p:cNvSpPr/>
          <p:nvPr/>
        </p:nvSpPr>
        <p:spPr>
          <a:xfrm>
            <a:off x="3947527" y="6591802"/>
            <a:ext cx="140944" cy="134922"/>
          </a:xfrm>
          <a:custGeom>
            <a:avLst/>
            <a:gdLst/>
            <a:ahLst/>
            <a:cxnLst/>
            <a:rect l="l" t="t" r="r" b="b"/>
            <a:pathLst>
              <a:path w="140944" h="134922">
                <a:moveTo>
                  <a:pt x="0" y="19402"/>
                </a:moveTo>
                <a:lnTo>
                  <a:pt x="8920" y="5575"/>
                </a:lnTo>
                <a:cubicBezTo>
                  <a:pt x="35682" y="0"/>
                  <a:pt x="80284" y="7805"/>
                  <a:pt x="111506" y="28992"/>
                </a:cubicBezTo>
                <a:cubicBezTo>
                  <a:pt x="128232" y="40811"/>
                  <a:pt x="137153" y="54638"/>
                  <a:pt x="140944" y="69134"/>
                </a:cubicBezTo>
                <a:lnTo>
                  <a:pt x="140944" y="134922"/>
                </a:lnTo>
                <a:lnTo>
                  <a:pt x="0" y="134922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76" name="!!path-2x9"/>
          <p:cNvSpPr/>
          <p:nvPr/>
        </p:nvSpPr>
        <p:spPr>
          <a:xfrm>
            <a:off x="3947527" y="6591802"/>
            <a:ext cx="140944" cy="69134"/>
          </a:xfrm>
          <a:custGeom>
            <a:avLst/>
            <a:gdLst/>
            <a:ahLst/>
            <a:cxnLst/>
            <a:rect l="l" t="t" r="r" b="b"/>
            <a:pathLst>
              <a:path w="140944" h="69134" fill="none">
                <a:moveTo>
                  <a:pt x="140944" y="69134"/>
                </a:moveTo>
                <a:cubicBezTo>
                  <a:pt x="137153" y="54638"/>
                  <a:pt x="128232" y="40811"/>
                  <a:pt x="111506" y="28992"/>
                </a:cubicBezTo>
                <a:cubicBezTo>
                  <a:pt x="80284" y="7805"/>
                  <a:pt x="35682" y="0"/>
                  <a:pt x="8920" y="5575"/>
                </a:cubicBezTo>
                <a:lnTo>
                  <a:pt x="0" y="19402"/>
                </a:lnTo>
              </a:path>
            </a:pathLst>
          </a:custGeom>
          <a:noFill/>
          <a:ln w="5352" cap="rnd">
            <a:solidFill>
              <a:srgbClr val="627D8D"/>
            </a:solidFill>
            <a:prstDash val="solid"/>
            <a:round/>
          </a:ln>
        </p:spPr>
      </p:sp>
      <p:sp>
        <p:nvSpPr>
          <p:cNvPr id="77" name="!!path-2xa"/>
          <p:cNvSpPr/>
          <p:nvPr/>
        </p:nvSpPr>
        <p:spPr>
          <a:xfrm>
            <a:off x="3933700" y="6605183"/>
            <a:ext cx="154770" cy="121542"/>
          </a:xfrm>
          <a:custGeom>
            <a:avLst/>
            <a:gdLst/>
            <a:ahLst/>
            <a:cxnLst/>
            <a:rect l="l" t="t" r="r" b="b"/>
            <a:pathLst>
              <a:path w="154770" h="121542">
                <a:moveTo>
                  <a:pt x="0" y="24531"/>
                </a:moveTo>
                <a:lnTo>
                  <a:pt x="7136" y="7136"/>
                </a:lnTo>
                <a:cubicBezTo>
                  <a:pt x="40588" y="0"/>
                  <a:pt x="87421" y="7805"/>
                  <a:pt x="120873" y="27877"/>
                </a:cubicBezTo>
                <a:cubicBezTo>
                  <a:pt x="138714" y="38581"/>
                  <a:pt x="149864" y="54638"/>
                  <a:pt x="154770" y="69134"/>
                </a:cubicBezTo>
                <a:lnTo>
                  <a:pt x="154770" y="121542"/>
                </a:lnTo>
                <a:lnTo>
                  <a:pt x="0" y="121542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78" name="!!path-2xb"/>
          <p:cNvSpPr/>
          <p:nvPr/>
        </p:nvSpPr>
        <p:spPr>
          <a:xfrm>
            <a:off x="3933700" y="6605183"/>
            <a:ext cx="154770" cy="69134"/>
          </a:xfrm>
          <a:custGeom>
            <a:avLst/>
            <a:gdLst/>
            <a:ahLst/>
            <a:cxnLst/>
            <a:rect l="l" t="t" r="r" b="b"/>
            <a:pathLst>
              <a:path w="154770" h="69134" fill="none">
                <a:moveTo>
                  <a:pt x="154770" y="69134"/>
                </a:moveTo>
                <a:cubicBezTo>
                  <a:pt x="149864" y="54638"/>
                  <a:pt x="138714" y="38581"/>
                  <a:pt x="120873" y="27877"/>
                </a:cubicBezTo>
                <a:cubicBezTo>
                  <a:pt x="87421" y="7805"/>
                  <a:pt x="40588" y="0"/>
                  <a:pt x="7136" y="7136"/>
                </a:cubicBezTo>
                <a:lnTo>
                  <a:pt x="0" y="24531"/>
                </a:lnTo>
              </a:path>
            </a:pathLst>
          </a:custGeom>
          <a:noFill/>
          <a:ln w="5352" cap="rnd">
            <a:solidFill>
              <a:srgbClr val="627D8D"/>
            </a:solidFill>
            <a:prstDash val="solid"/>
            <a:round/>
          </a:ln>
        </p:spPr>
      </p:sp>
      <p:sp>
        <p:nvSpPr>
          <p:cNvPr id="79" name="!!path-2xc"/>
          <p:cNvSpPr/>
          <p:nvPr/>
        </p:nvSpPr>
        <p:spPr>
          <a:xfrm>
            <a:off x="3921434" y="6619679"/>
            <a:ext cx="166590" cy="107046"/>
          </a:xfrm>
          <a:custGeom>
            <a:avLst/>
            <a:gdLst/>
            <a:ahLst/>
            <a:cxnLst/>
            <a:rect l="l" t="t" r="r" b="b"/>
            <a:pathLst>
              <a:path w="166590" h="107046">
                <a:moveTo>
                  <a:pt x="0" y="25423"/>
                </a:moveTo>
                <a:lnTo>
                  <a:pt x="4237" y="13827"/>
                </a:lnTo>
                <a:cubicBezTo>
                  <a:pt x="41703" y="0"/>
                  <a:pt x="92996" y="5575"/>
                  <a:pt x="128678" y="24085"/>
                </a:cubicBezTo>
                <a:cubicBezTo>
                  <a:pt x="148749" y="34567"/>
                  <a:pt x="161015" y="47948"/>
                  <a:pt x="166590" y="60659"/>
                </a:cubicBezTo>
                <a:lnTo>
                  <a:pt x="166590" y="107046"/>
                </a:lnTo>
                <a:lnTo>
                  <a:pt x="0" y="10704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80" name="!!path-2xd"/>
          <p:cNvSpPr/>
          <p:nvPr/>
        </p:nvSpPr>
        <p:spPr>
          <a:xfrm>
            <a:off x="3921434" y="6619679"/>
            <a:ext cx="166590" cy="60659"/>
          </a:xfrm>
          <a:custGeom>
            <a:avLst/>
            <a:gdLst/>
            <a:ahLst/>
            <a:cxnLst/>
            <a:rect l="l" t="t" r="r" b="b"/>
            <a:pathLst>
              <a:path w="166590" h="60659" fill="none">
                <a:moveTo>
                  <a:pt x="166590" y="60659"/>
                </a:moveTo>
                <a:cubicBezTo>
                  <a:pt x="161015" y="47948"/>
                  <a:pt x="148749" y="34567"/>
                  <a:pt x="128678" y="24085"/>
                </a:cubicBezTo>
                <a:cubicBezTo>
                  <a:pt x="92996" y="5575"/>
                  <a:pt x="41703" y="0"/>
                  <a:pt x="4237" y="13827"/>
                </a:cubicBezTo>
                <a:lnTo>
                  <a:pt x="0" y="25423"/>
                </a:lnTo>
              </a:path>
            </a:pathLst>
          </a:custGeom>
          <a:noFill/>
          <a:ln w="5352" cap="rnd">
            <a:solidFill>
              <a:srgbClr val="627D8D"/>
            </a:solidFill>
            <a:prstDash val="solid"/>
            <a:round/>
          </a:ln>
        </p:spPr>
      </p:sp>
      <p:sp>
        <p:nvSpPr>
          <p:cNvPr id="81" name="!!path-2xe"/>
          <p:cNvSpPr/>
          <p:nvPr/>
        </p:nvSpPr>
        <p:spPr>
          <a:xfrm>
            <a:off x="4088693" y="6586227"/>
            <a:ext cx="132023" cy="140498"/>
          </a:xfrm>
          <a:custGeom>
            <a:avLst/>
            <a:gdLst/>
            <a:ahLst/>
            <a:cxnLst/>
            <a:rect l="l" t="t" r="r" b="b"/>
            <a:pathLst>
              <a:path w="132023" h="140498">
                <a:moveTo>
                  <a:pt x="132023" y="20071"/>
                </a:moveTo>
                <a:lnTo>
                  <a:pt x="124664" y="4906"/>
                </a:lnTo>
                <a:cubicBezTo>
                  <a:pt x="95226" y="0"/>
                  <a:pt x="48394" y="11151"/>
                  <a:pt x="19402" y="33452"/>
                </a:cubicBezTo>
                <a:cubicBezTo>
                  <a:pt x="7136" y="43487"/>
                  <a:pt x="1561" y="57983"/>
                  <a:pt x="0" y="73594"/>
                </a:cubicBezTo>
                <a:lnTo>
                  <a:pt x="0" y="140498"/>
                </a:lnTo>
                <a:lnTo>
                  <a:pt x="132023" y="140498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82" name="!!path-2xf"/>
          <p:cNvSpPr/>
          <p:nvPr/>
        </p:nvSpPr>
        <p:spPr>
          <a:xfrm>
            <a:off x="4088693" y="6586227"/>
            <a:ext cx="132023" cy="73594"/>
          </a:xfrm>
          <a:custGeom>
            <a:avLst/>
            <a:gdLst/>
            <a:ahLst/>
            <a:cxnLst/>
            <a:rect l="l" t="t" r="r" b="b"/>
            <a:pathLst>
              <a:path w="132023" h="73594" fill="none">
                <a:moveTo>
                  <a:pt x="0" y="73594"/>
                </a:moveTo>
                <a:cubicBezTo>
                  <a:pt x="1561" y="57983"/>
                  <a:pt x="7136" y="43487"/>
                  <a:pt x="19402" y="33452"/>
                </a:cubicBezTo>
                <a:cubicBezTo>
                  <a:pt x="48394" y="11151"/>
                  <a:pt x="95226" y="0"/>
                  <a:pt x="124664" y="4906"/>
                </a:cubicBezTo>
                <a:lnTo>
                  <a:pt x="132023" y="20071"/>
                </a:lnTo>
              </a:path>
            </a:pathLst>
          </a:custGeom>
          <a:noFill/>
          <a:ln w="5352" cap="rnd">
            <a:solidFill>
              <a:srgbClr val="627D8D"/>
            </a:solidFill>
            <a:prstDash val="solid"/>
            <a:round/>
          </a:ln>
        </p:spPr>
      </p:sp>
      <p:sp>
        <p:nvSpPr>
          <p:cNvPr id="83" name="!!path-2xg"/>
          <p:cNvSpPr/>
          <p:nvPr/>
        </p:nvSpPr>
        <p:spPr>
          <a:xfrm>
            <a:off x="4088916" y="6602953"/>
            <a:ext cx="146296" cy="123772"/>
          </a:xfrm>
          <a:custGeom>
            <a:avLst/>
            <a:gdLst/>
            <a:ahLst/>
            <a:cxnLst/>
            <a:rect l="l" t="t" r="r" b="b"/>
            <a:pathLst>
              <a:path w="146296" h="123772">
                <a:moveTo>
                  <a:pt x="146296" y="21632"/>
                </a:moveTo>
                <a:lnTo>
                  <a:pt x="139606" y="3345"/>
                </a:lnTo>
                <a:cubicBezTo>
                  <a:pt x="103924" y="0"/>
                  <a:pt x="59321" y="12266"/>
                  <a:pt x="30330" y="33675"/>
                </a:cubicBezTo>
                <a:cubicBezTo>
                  <a:pt x="14719" y="45271"/>
                  <a:pt x="4683" y="59098"/>
                  <a:pt x="0" y="71364"/>
                </a:cubicBezTo>
                <a:lnTo>
                  <a:pt x="0" y="123772"/>
                </a:lnTo>
                <a:lnTo>
                  <a:pt x="146296" y="123772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84" name="!!path-2xh"/>
          <p:cNvSpPr/>
          <p:nvPr/>
        </p:nvSpPr>
        <p:spPr>
          <a:xfrm>
            <a:off x="4088916" y="6602953"/>
            <a:ext cx="146296" cy="71364"/>
          </a:xfrm>
          <a:custGeom>
            <a:avLst/>
            <a:gdLst/>
            <a:ahLst/>
            <a:cxnLst/>
            <a:rect l="l" t="t" r="r" b="b"/>
            <a:pathLst>
              <a:path w="146296" h="71364" fill="none">
                <a:moveTo>
                  <a:pt x="0" y="71364"/>
                </a:moveTo>
                <a:cubicBezTo>
                  <a:pt x="4683" y="59098"/>
                  <a:pt x="14719" y="45271"/>
                  <a:pt x="30330" y="33675"/>
                </a:cubicBezTo>
                <a:cubicBezTo>
                  <a:pt x="59321" y="12266"/>
                  <a:pt x="103924" y="0"/>
                  <a:pt x="139606" y="3345"/>
                </a:cubicBezTo>
                <a:lnTo>
                  <a:pt x="146296" y="21632"/>
                </a:lnTo>
              </a:path>
            </a:pathLst>
          </a:custGeom>
          <a:noFill/>
          <a:ln w="5352" cap="rnd">
            <a:solidFill>
              <a:srgbClr val="627D8D"/>
            </a:solidFill>
            <a:prstDash val="solid"/>
            <a:round/>
          </a:ln>
        </p:spPr>
      </p:sp>
      <p:sp>
        <p:nvSpPr>
          <p:cNvPr id="85" name="!!path-2xi"/>
          <p:cNvSpPr/>
          <p:nvPr/>
        </p:nvSpPr>
        <p:spPr>
          <a:xfrm>
            <a:off x="4089362" y="6618564"/>
            <a:ext cx="156555" cy="108161"/>
          </a:xfrm>
          <a:custGeom>
            <a:avLst/>
            <a:gdLst/>
            <a:ahLst/>
            <a:cxnLst/>
            <a:rect l="l" t="t" r="r" b="b"/>
            <a:pathLst>
              <a:path w="156555" h="108161">
                <a:moveTo>
                  <a:pt x="156555" y="20740"/>
                </a:moveTo>
                <a:lnTo>
                  <a:pt x="153432" y="9590"/>
                </a:lnTo>
                <a:cubicBezTo>
                  <a:pt x="116858" y="0"/>
                  <a:pt x="70026" y="5575"/>
                  <a:pt x="38804" y="21186"/>
                </a:cubicBezTo>
                <a:cubicBezTo>
                  <a:pt x="18733" y="31222"/>
                  <a:pt x="6467" y="46833"/>
                  <a:pt x="0" y="61774"/>
                </a:cubicBezTo>
                <a:lnTo>
                  <a:pt x="0" y="108161"/>
                </a:lnTo>
                <a:lnTo>
                  <a:pt x="156555" y="108161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86" name="!!path-2xj"/>
          <p:cNvSpPr/>
          <p:nvPr/>
        </p:nvSpPr>
        <p:spPr>
          <a:xfrm>
            <a:off x="4089362" y="6618564"/>
            <a:ext cx="156555" cy="61774"/>
          </a:xfrm>
          <a:custGeom>
            <a:avLst/>
            <a:gdLst/>
            <a:ahLst/>
            <a:cxnLst/>
            <a:rect l="l" t="t" r="r" b="b"/>
            <a:pathLst>
              <a:path w="156555" h="61774" fill="none">
                <a:moveTo>
                  <a:pt x="0" y="61774"/>
                </a:moveTo>
                <a:cubicBezTo>
                  <a:pt x="6467" y="46833"/>
                  <a:pt x="18733" y="31222"/>
                  <a:pt x="38804" y="21186"/>
                </a:cubicBezTo>
                <a:cubicBezTo>
                  <a:pt x="70026" y="5575"/>
                  <a:pt x="116858" y="0"/>
                  <a:pt x="153432" y="9590"/>
                </a:cubicBezTo>
                <a:lnTo>
                  <a:pt x="156555" y="20740"/>
                </a:lnTo>
              </a:path>
            </a:pathLst>
          </a:custGeom>
          <a:noFill/>
          <a:ln w="5352" cap="rnd">
            <a:solidFill>
              <a:srgbClr val="627D8D"/>
            </a:solidFill>
            <a:prstDash val="solid"/>
            <a:round/>
          </a:ln>
        </p:spPr>
      </p:sp>
      <p:sp>
        <p:nvSpPr>
          <p:cNvPr id="87" name="!!path-2xk"/>
          <p:cNvSpPr/>
          <p:nvPr/>
        </p:nvSpPr>
        <p:spPr>
          <a:xfrm>
            <a:off x="3905154" y="6634125"/>
            <a:ext cx="361280" cy="223875"/>
          </a:xfrm>
          <a:custGeom>
            <a:avLst/>
            <a:gdLst/>
            <a:ahLst/>
            <a:cxnLst/>
            <a:rect l="l" t="t" r="r" b="b"/>
            <a:pathLst>
              <a:path w="361280" h="223875">
                <a:moveTo>
                  <a:pt x="0" y="20121"/>
                </a:moveTo>
                <a:lnTo>
                  <a:pt x="5600" y="16709"/>
                </a:lnTo>
                <a:lnTo>
                  <a:pt x="12276" y="13733"/>
                </a:lnTo>
                <a:lnTo>
                  <a:pt x="19897" y="11211"/>
                </a:lnTo>
                <a:lnTo>
                  <a:pt x="28331" y="9160"/>
                </a:lnTo>
                <a:lnTo>
                  <a:pt x="37446" y="7599"/>
                </a:lnTo>
                <a:lnTo>
                  <a:pt x="47111" y="6545"/>
                </a:lnTo>
                <a:lnTo>
                  <a:pt x="57195" y="6016"/>
                </a:lnTo>
                <a:lnTo>
                  <a:pt x="67564" y="6030"/>
                </a:lnTo>
                <a:lnTo>
                  <a:pt x="78089" y="6604"/>
                </a:lnTo>
                <a:lnTo>
                  <a:pt x="88637" y="7757"/>
                </a:lnTo>
                <a:lnTo>
                  <a:pt x="99077" y="9506"/>
                </a:lnTo>
                <a:lnTo>
                  <a:pt x="109276" y="11869"/>
                </a:lnTo>
                <a:lnTo>
                  <a:pt x="117453" y="14292"/>
                </a:lnTo>
                <a:lnTo>
                  <a:pt x="125259" y="16868"/>
                </a:lnTo>
                <a:lnTo>
                  <a:pt x="132692" y="19584"/>
                </a:lnTo>
                <a:lnTo>
                  <a:pt x="139754" y="22425"/>
                </a:lnTo>
                <a:lnTo>
                  <a:pt x="146445" y="25378"/>
                </a:lnTo>
                <a:lnTo>
                  <a:pt x="152763" y="28428"/>
                </a:lnTo>
                <a:lnTo>
                  <a:pt x="158710" y="31562"/>
                </a:lnTo>
                <a:lnTo>
                  <a:pt x="164286" y="34765"/>
                </a:lnTo>
                <a:lnTo>
                  <a:pt x="169489" y="38024"/>
                </a:lnTo>
                <a:lnTo>
                  <a:pt x="174321" y="41325"/>
                </a:lnTo>
                <a:lnTo>
                  <a:pt x="178781" y="44654"/>
                </a:lnTo>
                <a:lnTo>
                  <a:pt x="182870" y="47997"/>
                </a:lnTo>
                <a:lnTo>
                  <a:pt x="187605" y="44010"/>
                </a:lnTo>
                <a:lnTo>
                  <a:pt x="192875" y="39890"/>
                </a:lnTo>
                <a:lnTo>
                  <a:pt x="198655" y="35690"/>
                </a:lnTo>
                <a:lnTo>
                  <a:pt x="204923" y="31461"/>
                </a:lnTo>
                <a:lnTo>
                  <a:pt x="211656" y="27258"/>
                </a:lnTo>
                <a:lnTo>
                  <a:pt x="218831" y="23131"/>
                </a:lnTo>
                <a:lnTo>
                  <a:pt x="226423" y="19135"/>
                </a:lnTo>
                <a:lnTo>
                  <a:pt x="234411" y="15322"/>
                </a:lnTo>
                <a:lnTo>
                  <a:pt x="242770" y="11744"/>
                </a:lnTo>
                <a:lnTo>
                  <a:pt x="251477" y="8454"/>
                </a:lnTo>
                <a:lnTo>
                  <a:pt x="260510" y="5505"/>
                </a:lnTo>
                <a:lnTo>
                  <a:pt x="269845" y="2949"/>
                </a:lnTo>
                <a:lnTo>
                  <a:pt x="278756" y="1589"/>
                </a:lnTo>
                <a:lnTo>
                  <a:pt x="287614" y="638"/>
                </a:lnTo>
                <a:lnTo>
                  <a:pt x="296362" y="105"/>
                </a:lnTo>
                <a:lnTo>
                  <a:pt x="304949" y="0"/>
                </a:lnTo>
                <a:lnTo>
                  <a:pt x="313318" y="331"/>
                </a:lnTo>
                <a:lnTo>
                  <a:pt x="321416" y="1109"/>
                </a:lnTo>
                <a:lnTo>
                  <a:pt x="329190" y="2342"/>
                </a:lnTo>
                <a:lnTo>
                  <a:pt x="336583" y="4039"/>
                </a:lnTo>
                <a:lnTo>
                  <a:pt x="343543" y="6210"/>
                </a:lnTo>
                <a:lnTo>
                  <a:pt x="350016" y="8865"/>
                </a:lnTo>
                <a:lnTo>
                  <a:pt x="355946" y="12012"/>
                </a:lnTo>
                <a:lnTo>
                  <a:pt x="361280" y="15660"/>
                </a:lnTo>
                <a:lnTo>
                  <a:pt x="360834" y="192509"/>
                </a:lnTo>
                <a:lnTo>
                  <a:pt x="350144" y="191422"/>
                </a:lnTo>
                <a:lnTo>
                  <a:pt x="338056" y="190798"/>
                </a:lnTo>
                <a:lnTo>
                  <a:pt x="324769" y="190749"/>
                </a:lnTo>
                <a:lnTo>
                  <a:pt x="310483" y="191386"/>
                </a:lnTo>
                <a:lnTo>
                  <a:pt x="295398" y="192818"/>
                </a:lnTo>
                <a:lnTo>
                  <a:pt x="279713" y="195157"/>
                </a:lnTo>
                <a:lnTo>
                  <a:pt x="263629" y="198514"/>
                </a:lnTo>
                <a:lnTo>
                  <a:pt x="247345" y="202999"/>
                </a:lnTo>
                <a:lnTo>
                  <a:pt x="231062" y="208723"/>
                </a:lnTo>
                <a:lnTo>
                  <a:pt x="214978" y="215796"/>
                </a:lnTo>
                <a:lnTo>
                  <a:pt x="200130" y="223875"/>
                </a:lnTo>
                <a:lnTo>
                  <a:pt x="165657" y="223875"/>
                </a:lnTo>
                <a:lnTo>
                  <a:pt x="150926" y="215807"/>
                </a:lnTo>
                <a:lnTo>
                  <a:pt x="135020" y="208758"/>
                </a:lnTo>
                <a:lnTo>
                  <a:pt x="118956" y="203082"/>
                </a:lnTo>
                <a:lnTo>
                  <a:pt x="102918" y="198675"/>
                </a:lnTo>
                <a:lnTo>
                  <a:pt x="87086" y="195436"/>
                </a:lnTo>
                <a:lnTo>
                  <a:pt x="71645" y="193261"/>
                </a:lnTo>
                <a:lnTo>
                  <a:pt x="56777" y="192047"/>
                </a:lnTo>
                <a:lnTo>
                  <a:pt x="42665" y="191690"/>
                </a:lnTo>
                <a:lnTo>
                  <a:pt x="29491" y="192089"/>
                </a:lnTo>
                <a:lnTo>
                  <a:pt x="17439" y="193140"/>
                </a:lnTo>
                <a:lnTo>
                  <a:pt x="6690" y="194739"/>
                </a:lnTo>
                <a:close/>
              </a:path>
            </a:pathLst>
          </a:custGeom>
          <a:gradFill rotWithShape="1">
            <a:gsLst>
              <a:gs pos="0">
                <a:srgbClr val="627D8D"/>
              </a:gs>
              <a:gs pos="21796">
                <a:srgbClr val="627D8D"/>
              </a:gs>
              <a:gs pos="56033">
                <a:srgbClr val="627D8D"/>
              </a:gs>
              <a:gs pos="97878">
                <a:srgbClr val="98ABB7"/>
              </a:gs>
              <a:gs pos="100000">
                <a:srgbClr val="98ABB7"/>
              </a:gs>
            </a:gsLst>
            <a:lin ang="1983350" scaled="0"/>
          </a:gradFill>
          <a:ln>
            <a:noFill/>
          </a:ln>
        </p:spPr>
      </p:sp>
      <p:sp>
        <p:nvSpPr>
          <p:cNvPr id="88" name="!!path-2xl"/>
          <p:cNvSpPr/>
          <p:nvPr/>
        </p:nvSpPr>
        <p:spPr>
          <a:xfrm>
            <a:off x="3905154" y="6634125"/>
            <a:ext cx="361280" cy="223875"/>
          </a:xfrm>
          <a:custGeom>
            <a:avLst/>
            <a:gdLst/>
            <a:ahLst/>
            <a:cxnLst/>
            <a:rect l="l" t="t" r="r" b="b"/>
            <a:pathLst>
              <a:path w="361280" h="223875">
                <a:moveTo>
                  <a:pt x="0" y="20121"/>
                </a:moveTo>
                <a:lnTo>
                  <a:pt x="5600" y="16709"/>
                </a:lnTo>
                <a:lnTo>
                  <a:pt x="12276" y="13733"/>
                </a:lnTo>
                <a:lnTo>
                  <a:pt x="19897" y="11211"/>
                </a:lnTo>
                <a:lnTo>
                  <a:pt x="28331" y="9160"/>
                </a:lnTo>
                <a:lnTo>
                  <a:pt x="37446" y="7599"/>
                </a:lnTo>
                <a:lnTo>
                  <a:pt x="47111" y="6545"/>
                </a:lnTo>
                <a:lnTo>
                  <a:pt x="57195" y="6016"/>
                </a:lnTo>
                <a:lnTo>
                  <a:pt x="67564" y="6030"/>
                </a:lnTo>
                <a:lnTo>
                  <a:pt x="78089" y="6604"/>
                </a:lnTo>
                <a:lnTo>
                  <a:pt x="88637" y="7757"/>
                </a:lnTo>
                <a:lnTo>
                  <a:pt x="99077" y="9506"/>
                </a:lnTo>
                <a:lnTo>
                  <a:pt x="109276" y="11869"/>
                </a:lnTo>
                <a:lnTo>
                  <a:pt x="117453" y="14292"/>
                </a:lnTo>
                <a:lnTo>
                  <a:pt x="125259" y="16868"/>
                </a:lnTo>
                <a:lnTo>
                  <a:pt x="132692" y="19584"/>
                </a:lnTo>
                <a:lnTo>
                  <a:pt x="139754" y="22425"/>
                </a:lnTo>
                <a:lnTo>
                  <a:pt x="146445" y="25378"/>
                </a:lnTo>
                <a:lnTo>
                  <a:pt x="152763" y="28428"/>
                </a:lnTo>
                <a:lnTo>
                  <a:pt x="158710" y="31562"/>
                </a:lnTo>
                <a:lnTo>
                  <a:pt x="164286" y="34765"/>
                </a:lnTo>
                <a:lnTo>
                  <a:pt x="169489" y="38024"/>
                </a:lnTo>
                <a:lnTo>
                  <a:pt x="174321" y="41325"/>
                </a:lnTo>
                <a:lnTo>
                  <a:pt x="178781" y="44654"/>
                </a:lnTo>
                <a:lnTo>
                  <a:pt x="182870" y="47997"/>
                </a:lnTo>
                <a:lnTo>
                  <a:pt x="187605" y="44010"/>
                </a:lnTo>
                <a:lnTo>
                  <a:pt x="192875" y="39890"/>
                </a:lnTo>
                <a:lnTo>
                  <a:pt x="198655" y="35690"/>
                </a:lnTo>
                <a:lnTo>
                  <a:pt x="204923" y="31461"/>
                </a:lnTo>
                <a:lnTo>
                  <a:pt x="211656" y="27258"/>
                </a:lnTo>
                <a:lnTo>
                  <a:pt x="218831" y="23131"/>
                </a:lnTo>
                <a:lnTo>
                  <a:pt x="226423" y="19135"/>
                </a:lnTo>
                <a:lnTo>
                  <a:pt x="234411" y="15322"/>
                </a:lnTo>
                <a:lnTo>
                  <a:pt x="242770" y="11744"/>
                </a:lnTo>
                <a:lnTo>
                  <a:pt x="251477" y="8454"/>
                </a:lnTo>
                <a:lnTo>
                  <a:pt x="260510" y="5505"/>
                </a:lnTo>
                <a:lnTo>
                  <a:pt x="269845" y="2949"/>
                </a:lnTo>
                <a:lnTo>
                  <a:pt x="278756" y="1589"/>
                </a:lnTo>
                <a:lnTo>
                  <a:pt x="287614" y="638"/>
                </a:lnTo>
                <a:lnTo>
                  <a:pt x="296362" y="105"/>
                </a:lnTo>
                <a:lnTo>
                  <a:pt x="304949" y="0"/>
                </a:lnTo>
                <a:lnTo>
                  <a:pt x="313318" y="331"/>
                </a:lnTo>
                <a:lnTo>
                  <a:pt x="321416" y="1109"/>
                </a:lnTo>
                <a:lnTo>
                  <a:pt x="329190" y="2342"/>
                </a:lnTo>
                <a:lnTo>
                  <a:pt x="336583" y="4039"/>
                </a:lnTo>
                <a:lnTo>
                  <a:pt x="343543" y="6210"/>
                </a:lnTo>
                <a:lnTo>
                  <a:pt x="350016" y="8865"/>
                </a:lnTo>
                <a:lnTo>
                  <a:pt x="355946" y="12012"/>
                </a:lnTo>
                <a:lnTo>
                  <a:pt x="361280" y="15660"/>
                </a:lnTo>
                <a:lnTo>
                  <a:pt x="360834" y="192509"/>
                </a:lnTo>
                <a:lnTo>
                  <a:pt x="350144" y="191422"/>
                </a:lnTo>
                <a:lnTo>
                  <a:pt x="338056" y="190798"/>
                </a:lnTo>
                <a:lnTo>
                  <a:pt x="324769" y="190749"/>
                </a:lnTo>
                <a:lnTo>
                  <a:pt x="310483" y="191386"/>
                </a:lnTo>
                <a:lnTo>
                  <a:pt x="295398" y="192818"/>
                </a:lnTo>
                <a:lnTo>
                  <a:pt x="279713" y="195157"/>
                </a:lnTo>
                <a:lnTo>
                  <a:pt x="263629" y="198514"/>
                </a:lnTo>
                <a:lnTo>
                  <a:pt x="247345" y="202999"/>
                </a:lnTo>
                <a:lnTo>
                  <a:pt x="231062" y="208723"/>
                </a:lnTo>
                <a:lnTo>
                  <a:pt x="214978" y="215796"/>
                </a:lnTo>
                <a:lnTo>
                  <a:pt x="200130" y="223875"/>
                </a:lnTo>
                <a:lnTo>
                  <a:pt x="165657" y="223875"/>
                </a:lnTo>
                <a:lnTo>
                  <a:pt x="150926" y="215807"/>
                </a:lnTo>
                <a:lnTo>
                  <a:pt x="135020" y="208758"/>
                </a:lnTo>
                <a:lnTo>
                  <a:pt x="118956" y="203082"/>
                </a:lnTo>
                <a:lnTo>
                  <a:pt x="102918" y="198675"/>
                </a:lnTo>
                <a:lnTo>
                  <a:pt x="87086" y="195436"/>
                </a:lnTo>
                <a:lnTo>
                  <a:pt x="71645" y="193261"/>
                </a:lnTo>
                <a:lnTo>
                  <a:pt x="56777" y="192047"/>
                </a:lnTo>
                <a:lnTo>
                  <a:pt x="42665" y="191690"/>
                </a:lnTo>
                <a:lnTo>
                  <a:pt x="29491" y="192089"/>
                </a:lnTo>
                <a:lnTo>
                  <a:pt x="17439" y="193140"/>
                </a:lnTo>
                <a:lnTo>
                  <a:pt x="6690" y="194739"/>
                </a:lnTo>
                <a:close/>
              </a:path>
            </a:pathLst>
          </a:custGeom>
          <a:gradFill rotWithShape="1">
            <a:gsLst>
              <a:gs pos="0">
                <a:srgbClr val="FFFFFF">
                  <a:alpha val="30000"/>
                </a:srgbClr>
              </a:gs>
              <a:gs pos="47875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83333" t="83200" r="16667" b="16800"/>
            </a:path>
          </a:gradFill>
          <a:ln>
            <a:noFill/>
          </a:ln>
        </p:spPr>
      </p:sp>
      <p:sp>
        <p:nvSpPr>
          <p:cNvPr id="89" name="!!line-2xm"/>
          <p:cNvSpPr/>
          <p:nvPr/>
        </p:nvSpPr>
        <p:spPr>
          <a:xfrm>
            <a:off x="4089585" y="6694611"/>
            <a:ext cx="1" cy="168597"/>
          </a:xfrm>
          <a:custGeom>
            <a:avLst/>
            <a:gdLst/>
            <a:ahLst/>
            <a:cxnLst/>
            <a:rect l="l" t="t" r="r" b="b"/>
            <a:pathLst>
              <a:path w="1" h="168597">
                <a:moveTo>
                  <a:pt x="0" y="0"/>
                </a:moveTo>
                <a:lnTo>
                  <a:pt x="0" y="168597"/>
                </a:lnTo>
              </a:path>
            </a:pathLst>
          </a:custGeom>
          <a:solidFill>
            <a:srgbClr val="000000"/>
          </a:solidFill>
          <a:ln w="7582" cap="rnd">
            <a:solidFill>
              <a:srgbClr val="C9D3D9"/>
            </a:solidFill>
            <a:prstDash val="solid"/>
            <a:miter lim="800000"/>
          </a:ln>
        </p:spPr>
      </p:sp>
      <p:sp>
        <p:nvSpPr>
          <p:cNvPr id="90" name="!!path-2xn"/>
          <p:cNvSpPr/>
          <p:nvPr/>
        </p:nvSpPr>
        <p:spPr>
          <a:xfrm>
            <a:off x="4209120" y="6781362"/>
            <a:ext cx="27877" cy="41703"/>
          </a:xfrm>
          <a:custGeom>
            <a:avLst/>
            <a:gdLst/>
            <a:ahLst/>
            <a:cxnLst/>
            <a:rect l="l" t="t" r="r" b="b"/>
            <a:pathLst>
              <a:path w="27877" h="41703">
                <a:moveTo>
                  <a:pt x="0" y="2899"/>
                </a:moveTo>
                <a:lnTo>
                  <a:pt x="16726" y="0"/>
                </a:lnTo>
                <a:lnTo>
                  <a:pt x="27877" y="40811"/>
                </a:lnTo>
                <a:lnTo>
                  <a:pt x="8251" y="41703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 w="1115" cap="flat">
            <a:solidFill>
              <a:srgbClr val="FFFFFF">
                <a:alpha val="55000"/>
              </a:srgbClr>
            </a:solidFill>
            <a:prstDash val="solid"/>
            <a:round/>
          </a:ln>
        </p:spPr>
      </p:sp>
      <p:sp>
        <p:nvSpPr>
          <p:cNvPr id="91" name="!!text-2xo" descr="救「舊」我的書"/>
          <p:cNvSpPr txBox="1"/>
          <p:nvPr/>
        </p:nvSpPr>
        <p:spPr>
          <a:xfrm>
            <a:off x="4350510" y="6543882"/>
            <a:ext cx="1492788" cy="34310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866" b="1" kern="0" spc="-933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救</a:t>
            </a:r>
            <a:r>
              <a:rPr lang="zh-TW" altLang="en-US" sz="1866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「舊</a:t>
            </a:r>
            <a:r>
              <a:rPr lang="zh-TW" altLang="en-US" sz="1866" b="1" kern="0" spc="-933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」</a:t>
            </a:r>
            <a:r>
              <a:rPr lang="zh-TW" altLang="en-US" sz="1866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我的書</a:t>
            </a:r>
            <a:endParaRPr lang="zh-TW" sz="1866"/>
          </a:p>
        </p:txBody>
      </p:sp>
      <p:sp>
        <p:nvSpPr>
          <p:cNvPr id="92" name="!!rect-6qb"/>
          <p:cNvSpPr/>
          <p:nvPr/>
        </p:nvSpPr>
        <p:spPr>
          <a:xfrm>
            <a:off x="3552330" y="2221198"/>
            <a:ext cx="2558999" cy="419100"/>
          </a:xfrm>
          <a:prstGeom prst="roundRect">
            <a:avLst>
              <a:gd name="adj" fmla="val 50000"/>
            </a:avLst>
          </a:prstGeom>
          <a:solidFill>
            <a:srgbClr val="0B1A26">
              <a:alpha val="10000"/>
            </a:srgbClr>
          </a:solidFill>
          <a:ln>
            <a:noFill/>
          </a:ln>
          <a:effectLst>
            <a:softEdge rad="97790"/>
          </a:effectLst>
        </p:spPr>
      </p:sp>
      <p:sp>
        <p:nvSpPr>
          <p:cNvPr id="93" name="!!rect-6qc"/>
          <p:cNvSpPr/>
          <p:nvPr/>
        </p:nvSpPr>
        <p:spPr>
          <a:xfrm>
            <a:off x="3577730" y="2214848"/>
            <a:ext cx="2508199" cy="330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94" name="!!path-6qd"/>
          <p:cNvSpPr/>
          <p:nvPr/>
        </p:nvSpPr>
        <p:spPr>
          <a:xfrm>
            <a:off x="3745941" y="2307723"/>
            <a:ext cx="101168" cy="144526"/>
          </a:xfrm>
          <a:custGeom>
            <a:avLst/>
            <a:gdLst/>
            <a:ahLst/>
            <a:cxnLst/>
            <a:rect l="l" t="t" r="r" b="b"/>
            <a:pathLst>
              <a:path w="101168" h="144526">
                <a:moveTo>
                  <a:pt x="50584" y="0"/>
                </a:moveTo>
                <a:cubicBezTo>
                  <a:pt x="22618" y="0"/>
                  <a:pt x="0" y="22618"/>
                  <a:pt x="0" y="50584"/>
                </a:cubicBezTo>
                <a:cubicBezTo>
                  <a:pt x="0" y="88522"/>
                  <a:pt x="50584" y="144526"/>
                  <a:pt x="50584" y="144526"/>
                </a:cubicBezTo>
                <a:cubicBezTo>
                  <a:pt x="50584" y="144526"/>
                  <a:pt x="101168" y="88522"/>
                  <a:pt x="101168" y="50584"/>
                </a:cubicBezTo>
                <a:cubicBezTo>
                  <a:pt x="101168" y="22618"/>
                  <a:pt x="78550" y="0"/>
                  <a:pt x="50584" y="0"/>
                </a:cubicBezTo>
                <a:close/>
                <a:moveTo>
                  <a:pt x="50584" y="68650"/>
                </a:moveTo>
                <a:cubicBezTo>
                  <a:pt x="40612" y="68650"/>
                  <a:pt x="32518" y="60556"/>
                  <a:pt x="32518" y="50584"/>
                </a:cubicBezTo>
                <a:cubicBezTo>
                  <a:pt x="32518" y="40612"/>
                  <a:pt x="40612" y="32518"/>
                  <a:pt x="50584" y="32518"/>
                </a:cubicBezTo>
                <a:cubicBezTo>
                  <a:pt x="60556" y="32518"/>
                  <a:pt x="68650" y="40612"/>
                  <a:pt x="68650" y="50584"/>
                </a:cubicBezTo>
                <a:cubicBezTo>
                  <a:pt x="68650" y="60556"/>
                  <a:pt x="60556" y="68650"/>
                  <a:pt x="50584" y="68650"/>
                </a:cubicBez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95" name="!!text-6qe" descr="定位確認：書櫃 200 公尺內"/>
          <p:cNvSpPr txBox="1"/>
          <p:nvPr/>
        </p:nvSpPr>
        <p:spPr>
          <a:xfrm>
            <a:off x="3940950" y="2247868"/>
            <a:ext cx="2062429" cy="23906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00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定位確認：書櫃 200 公尺內</a:t>
            </a:r>
            <a:endParaRPr lang="zh-TW" sz="1300"/>
          </a:p>
        </p:txBody>
      </p:sp>
      <p:sp>
        <p:nvSpPr>
          <p:cNvPr id="96" name="!!text-6rd" descr="存書流程"/>
          <p:cNvSpPr txBox="1"/>
          <p:nvPr/>
        </p:nvSpPr>
        <p:spPr>
          <a:xfrm>
            <a:off x="711200" y="636016"/>
            <a:ext cx="710184" cy="2206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00" b="1" kern="0" spc="144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存書流</a:t>
            </a:r>
            <a:r>
              <a:rPr lang="zh-TW" altLang="en-US" sz="12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程</a:t>
            </a:r>
            <a:endParaRPr lang="zh-TW" sz="1200"/>
          </a:p>
        </p:txBody>
      </p:sp>
      <p:sp>
        <p:nvSpPr>
          <p:cNvPr id="97" name="!!circle-6rk"/>
          <p:cNvSpPr/>
          <p:nvPr/>
        </p:nvSpPr>
        <p:spPr>
          <a:xfrm>
            <a:off x="1568450" y="730250"/>
            <a:ext cx="63500" cy="63500"/>
          </a:xfrm>
          <a:prstGeom prst="ellipse">
            <a:avLst/>
          </a:prstGeom>
          <a:solidFill>
            <a:srgbClr val="E3E7EA"/>
          </a:solidFill>
          <a:ln>
            <a:noFill/>
          </a:ln>
        </p:spPr>
      </p:sp>
      <p:sp>
        <p:nvSpPr>
          <p:cNvPr id="98" name="!!circle-6rl"/>
          <p:cNvSpPr/>
          <p:nvPr/>
        </p:nvSpPr>
        <p:spPr>
          <a:xfrm>
            <a:off x="1568450" y="730250"/>
            <a:ext cx="63500" cy="63500"/>
          </a:xfrm>
          <a:prstGeom prst="ellipse">
            <a:avLst/>
          </a:prstGeom>
          <a:solidFill>
            <a:srgbClr val="627D8D"/>
          </a:solidFill>
          <a:ln>
            <a:noFill/>
          </a:ln>
        </p:spPr>
      </p:sp>
      <p:sp>
        <p:nvSpPr>
          <p:cNvPr id="99" name="!!circle-6rq"/>
          <p:cNvSpPr/>
          <p:nvPr/>
        </p:nvSpPr>
        <p:spPr>
          <a:xfrm>
            <a:off x="1733550" y="730250"/>
            <a:ext cx="63500" cy="63500"/>
          </a:xfrm>
          <a:prstGeom prst="ellipse">
            <a:avLst/>
          </a:prstGeom>
          <a:solidFill>
            <a:srgbClr val="E3E7EA"/>
          </a:solidFill>
          <a:ln>
            <a:noFill/>
          </a:ln>
        </p:spPr>
      </p:sp>
      <p:sp>
        <p:nvSpPr>
          <p:cNvPr id="100" name="!!circle-6rr"/>
          <p:cNvSpPr/>
          <p:nvPr/>
        </p:nvSpPr>
        <p:spPr>
          <a:xfrm>
            <a:off x="1733550" y="730250"/>
            <a:ext cx="63500" cy="63500"/>
          </a:xfrm>
          <a:prstGeom prst="ellipse">
            <a:avLst/>
          </a:prstGeom>
          <a:solidFill>
            <a:srgbClr val="627D8D"/>
          </a:solidFill>
          <a:ln>
            <a:noFill/>
          </a:ln>
        </p:spPr>
      </p:sp>
      <p:sp>
        <p:nvSpPr>
          <p:cNvPr id="101" name="!!circle-6rw"/>
          <p:cNvSpPr/>
          <p:nvPr/>
        </p:nvSpPr>
        <p:spPr>
          <a:xfrm>
            <a:off x="1898650" y="730250"/>
            <a:ext cx="63500" cy="63500"/>
          </a:xfrm>
          <a:prstGeom prst="ellipse">
            <a:avLst/>
          </a:prstGeom>
          <a:solidFill>
            <a:srgbClr val="E3E7EA"/>
          </a:solidFill>
          <a:ln>
            <a:noFill/>
          </a:ln>
        </p:spPr>
      </p:sp>
      <p:sp>
        <p:nvSpPr>
          <p:cNvPr id="102" name="!!circle-6s2"/>
          <p:cNvSpPr/>
          <p:nvPr/>
        </p:nvSpPr>
        <p:spPr>
          <a:xfrm>
            <a:off x="2063750" y="730250"/>
            <a:ext cx="63500" cy="63500"/>
          </a:xfrm>
          <a:prstGeom prst="ellipse">
            <a:avLst/>
          </a:prstGeom>
          <a:solidFill>
            <a:srgbClr val="E3E7EA"/>
          </a:solidFill>
          <a:ln>
            <a:noFill/>
          </a:ln>
        </p:spPr>
      </p:sp>
      <p:sp>
        <p:nvSpPr>
          <p:cNvPr id="103" name="!!text-6ti" descr="02"/>
          <p:cNvSpPr txBox="1"/>
          <p:nvPr/>
        </p:nvSpPr>
        <p:spPr>
          <a:xfrm>
            <a:off x="698500" y="904748"/>
            <a:ext cx="619963" cy="66202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3600" kern="0" dirty="0">
                <a:solidFill>
                  <a:srgbClr val="627D8D"/>
                </a:solidFill>
                <a:latin typeface="Noto Sans TC ExtraLight"/>
                <a:ea typeface="Noto Sans TC ExtraLight"/>
                <a:cs typeface="Noto Sans TC ExtraLight"/>
              </a:rPr>
              <a:t>02</a:t>
            </a:r>
            <a:endParaRPr lang="zh-TW" sz="3600"/>
          </a:p>
        </p:txBody>
      </p:sp>
      <p:sp>
        <p:nvSpPr>
          <p:cNvPr id="104" name="!!text-6tl" descr="比對"/>
          <p:cNvSpPr txBox="1"/>
          <p:nvPr/>
        </p:nvSpPr>
        <p:spPr>
          <a:xfrm>
            <a:off x="1321003" y="904748"/>
            <a:ext cx="1051560" cy="66202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3600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比對</a:t>
            </a:r>
            <a:endParaRPr lang="zh-TW" sz="3600"/>
          </a:p>
        </p:txBody>
      </p:sp>
      <p:sp>
        <p:nvSpPr>
          <p:cNvPr id="105" name="!!text-6ts" descr="輸入書櫃螢幕上的兩位數字，"/>
          <p:cNvSpPr txBox="1"/>
          <p:nvPr/>
        </p:nvSpPr>
        <p:spPr>
          <a:xfrm>
            <a:off x="698500" y="1620520"/>
            <a:ext cx="2533650" cy="27584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500" kern="0" dirty="0">
                <a:solidFill>
                  <a:srgbClr val="3F4A54"/>
                </a:solidFill>
                <a:latin typeface="Noto Sans TC Medium"/>
                <a:ea typeface="Noto Sans TC Medium"/>
                <a:cs typeface="Noto Sans TC Medium"/>
              </a:rPr>
              <a:t>輸入書櫃螢幕上的兩位數字，</a:t>
            </a:r>
            <a:endParaRPr lang="zh-TW" sz="1500"/>
          </a:p>
        </p:txBody>
      </p:sp>
      <p:sp>
        <p:nvSpPr>
          <p:cNvPr id="106" name="!!text-6ua" descr="並確認您在書櫃 200 公尺內。"/>
          <p:cNvSpPr txBox="1"/>
          <p:nvPr/>
        </p:nvSpPr>
        <p:spPr>
          <a:xfrm>
            <a:off x="698500" y="1912620"/>
            <a:ext cx="2564130" cy="27584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500" kern="0" dirty="0">
                <a:solidFill>
                  <a:srgbClr val="3F4A54"/>
                </a:solidFill>
                <a:latin typeface="Noto Sans TC Medium"/>
                <a:ea typeface="Noto Sans TC Medium"/>
                <a:cs typeface="Noto Sans TC Medium"/>
              </a:rPr>
              <a:t>並確認您在書櫃 200 公尺內。</a:t>
            </a:r>
            <a:endParaRPr lang="zh-TW" sz="1500"/>
          </a:p>
        </p:txBody>
      </p:sp>
      <p:sp>
        <p:nvSpPr>
          <p:cNvPr id="107" name="!!rect-70h"/>
          <p:cNvSpPr/>
          <p:nvPr/>
        </p:nvSpPr>
        <p:spPr>
          <a:xfrm>
            <a:off x="8521700" y="660400"/>
            <a:ext cx="2933700" cy="6121400"/>
          </a:xfrm>
          <a:prstGeom prst="roundRect">
            <a:avLst>
              <a:gd name="adj" fmla="val 18020"/>
            </a:avLst>
          </a:prstGeom>
          <a:solidFill>
            <a:srgbClr val="0B1A26">
              <a:alpha val="30000"/>
            </a:srgbClr>
          </a:solidFill>
          <a:ln>
            <a:noFill/>
          </a:ln>
          <a:effectLst>
            <a:softEdge rad="474980"/>
          </a:effectLst>
        </p:spPr>
      </p:sp>
      <p:sp>
        <p:nvSpPr>
          <p:cNvPr id="108" name="!!rect-70i"/>
          <p:cNvSpPr/>
          <p:nvPr/>
        </p:nvSpPr>
        <p:spPr>
          <a:xfrm>
            <a:off x="8591550" y="527050"/>
            <a:ext cx="2794000" cy="5829300"/>
          </a:xfrm>
          <a:prstGeom prst="roundRect">
            <a:avLst>
              <a:gd name="adj" fmla="val 16825"/>
            </a:avLst>
          </a:prstGeom>
          <a:solidFill>
            <a:srgbClr val="0B1A26">
              <a:alpha val="16000"/>
            </a:srgbClr>
          </a:solidFill>
          <a:ln>
            <a:noFill/>
          </a:ln>
          <a:effectLst>
            <a:softEdge rad="125730"/>
          </a:effectLst>
        </p:spPr>
      </p:sp>
      <p:sp>
        <p:nvSpPr>
          <p:cNvPr id="109" name="!!rect-70j"/>
          <p:cNvSpPr/>
          <p:nvPr/>
        </p:nvSpPr>
        <p:spPr>
          <a:xfrm>
            <a:off x="8590280" y="1676400"/>
            <a:ext cx="31750" cy="2159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110" name="!!rect-70k"/>
          <p:cNvSpPr/>
          <p:nvPr/>
        </p:nvSpPr>
        <p:spPr>
          <a:xfrm>
            <a:off x="8590280" y="2108200"/>
            <a:ext cx="31750" cy="4064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111" name="!!rect-70l"/>
          <p:cNvSpPr/>
          <p:nvPr/>
        </p:nvSpPr>
        <p:spPr>
          <a:xfrm>
            <a:off x="8590280" y="2603500"/>
            <a:ext cx="31750" cy="4064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112" name="!!rect-70m"/>
          <p:cNvSpPr/>
          <p:nvPr/>
        </p:nvSpPr>
        <p:spPr>
          <a:xfrm>
            <a:off x="11355070" y="2260600"/>
            <a:ext cx="31750" cy="6350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113" name="!!rect-70n"/>
          <p:cNvSpPr/>
          <p:nvPr/>
        </p:nvSpPr>
        <p:spPr>
          <a:xfrm>
            <a:off x="11357610" y="4114800"/>
            <a:ext cx="25400" cy="419100"/>
          </a:xfrm>
          <a:prstGeom prst="roundRect">
            <a:avLst>
              <a:gd name="adj" fmla="val 50000"/>
            </a:avLst>
          </a:prstGeom>
          <a:solidFill>
            <a:srgbClr val="8795A0"/>
          </a:solidFill>
          <a:ln>
            <a:noFill/>
          </a:ln>
        </p:spPr>
      </p:sp>
      <p:sp>
        <p:nvSpPr>
          <p:cNvPr id="114" name="!!rect-70o"/>
          <p:cNvSpPr/>
          <p:nvPr/>
        </p:nvSpPr>
        <p:spPr>
          <a:xfrm>
            <a:off x="8610600" y="508000"/>
            <a:ext cx="2755900" cy="5753100"/>
          </a:xfrm>
          <a:prstGeom prst="roundRect">
            <a:avLst>
              <a:gd name="adj" fmla="val 16359"/>
            </a:avLst>
          </a:prstGeom>
          <a:gradFill rotWithShape="1">
            <a:gsLst>
              <a:gs pos="0">
                <a:srgbClr val="FBFCFD"/>
              </a:gs>
              <a:gs pos="18000">
                <a:srgbClr val="DDE5EB"/>
              </a:gs>
              <a:gs pos="46000">
                <a:srgbClr val="B4C2CC"/>
              </a:gs>
              <a:gs pos="62000">
                <a:srgbClr val="D3DCE3"/>
              </a:gs>
              <a:gs pos="84000">
                <a:srgbClr val="A9B8C3"/>
              </a:gs>
              <a:gs pos="100000">
                <a:srgbClr val="E8EEF2"/>
              </a:gs>
              <a:gs pos="100000">
                <a:srgbClr val="E8EEF2"/>
              </a:gs>
            </a:gsLst>
            <a:lin ang="3864255" scaled="0"/>
          </a:gradFill>
          <a:ln>
            <a:noFill/>
          </a:ln>
        </p:spPr>
      </p:sp>
      <p:sp>
        <p:nvSpPr>
          <p:cNvPr id="115" name="!!rect-70p"/>
          <p:cNvSpPr/>
          <p:nvPr/>
        </p:nvSpPr>
        <p:spPr>
          <a:xfrm>
            <a:off x="8614410" y="511810"/>
            <a:ext cx="2748280" cy="5745480"/>
          </a:xfrm>
          <a:prstGeom prst="roundRect">
            <a:avLst>
              <a:gd name="adj" fmla="val 16266"/>
            </a:avLst>
          </a:prstGeom>
          <a:noFill/>
          <a:ln w="7620" cap="flat">
            <a:solidFill>
              <a:srgbClr val="7F8F9B">
                <a:alpha val="55000"/>
              </a:srgbClr>
            </a:solidFill>
            <a:prstDash val="solid"/>
            <a:miter lim="800000"/>
          </a:ln>
        </p:spPr>
      </p:sp>
      <p:sp>
        <p:nvSpPr>
          <p:cNvPr id="116" name="!!rect-70q"/>
          <p:cNvSpPr/>
          <p:nvPr/>
        </p:nvSpPr>
        <p:spPr>
          <a:xfrm>
            <a:off x="8637270" y="534670"/>
            <a:ext cx="2702560" cy="5699760"/>
          </a:xfrm>
          <a:prstGeom prst="roundRect">
            <a:avLst>
              <a:gd name="adj" fmla="val 15695"/>
            </a:avLst>
          </a:prstGeom>
          <a:noFill/>
          <a:ln w="8890" cap="flat">
            <a:solidFill>
              <a:srgbClr val="FFFFFF">
                <a:alpha val="75000"/>
              </a:srgbClr>
            </a:solidFill>
            <a:prstDash val="solid"/>
            <a:miter lim="800000"/>
          </a:ln>
        </p:spPr>
      </p:sp>
      <p:sp>
        <p:nvSpPr>
          <p:cNvPr id="117" name="!!rect-70r"/>
          <p:cNvSpPr/>
          <p:nvPr/>
        </p:nvSpPr>
        <p:spPr>
          <a:xfrm>
            <a:off x="8664575" y="561975"/>
            <a:ext cx="2647950" cy="5645150"/>
          </a:xfrm>
          <a:prstGeom prst="roundRect">
            <a:avLst>
              <a:gd name="adj" fmla="val 14988"/>
            </a:avLst>
          </a:prstGeom>
          <a:solidFill>
            <a:srgbClr val="050608"/>
          </a:solidFill>
          <a:ln>
            <a:noFill/>
          </a:ln>
        </p:spPr>
      </p:sp>
      <p:sp>
        <p:nvSpPr>
          <p:cNvPr id="118" name="!!rect-70t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solidFill>
            <a:srgbClr val="F3F5F7"/>
          </a:solidFill>
          <a:ln>
            <a:noFill/>
          </a:ln>
        </p:spPr>
      </p:sp>
      <p:sp>
        <p:nvSpPr>
          <p:cNvPr id="119" name="!!rect-76p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solidFill>
            <a:srgbClr val="F3F5F7"/>
          </a:solidFill>
          <a:ln>
            <a:noFill/>
          </a:ln>
        </p:spPr>
      </p:sp>
      <p:sp>
        <p:nvSpPr>
          <p:cNvPr id="120" name="!!text-76q" descr="請輸入書櫃螢幕上的數字"/>
          <p:cNvSpPr txBox="1"/>
          <p:nvPr/>
        </p:nvSpPr>
        <p:spPr>
          <a:xfrm>
            <a:off x="9359900" y="2470912"/>
            <a:ext cx="1291590" cy="16550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請輸入書櫃螢幕上的數字</a:t>
            </a:r>
            <a:endParaRPr lang="zh-TW" sz="900"/>
          </a:p>
        </p:txBody>
      </p:sp>
      <p:sp>
        <p:nvSpPr>
          <p:cNvPr id="121" name="!!text-772" descr="櫃門 A01"/>
          <p:cNvSpPr txBox="1"/>
          <p:nvPr/>
        </p:nvSpPr>
        <p:spPr>
          <a:xfrm>
            <a:off x="9813328" y="2709926"/>
            <a:ext cx="377114" cy="12872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00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櫃門 A01</a:t>
            </a:r>
            <a:endParaRPr lang="zh-TW" sz="700"/>
          </a:p>
        </p:txBody>
      </p:sp>
      <p:sp>
        <p:nvSpPr>
          <p:cNvPr id="122" name="!!rect-778"/>
          <p:cNvSpPr/>
          <p:nvPr/>
        </p:nvSpPr>
        <p:spPr>
          <a:xfrm>
            <a:off x="9594850" y="2997200"/>
            <a:ext cx="355600" cy="40640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8890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123" name="!!text-77e" descr="2"/>
          <p:cNvSpPr txBox="1"/>
          <p:nvPr/>
        </p:nvSpPr>
        <p:spPr>
          <a:xfrm>
            <a:off x="9719399" y="3057652"/>
            <a:ext cx="159842" cy="25745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400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2</a:t>
            </a:r>
            <a:endParaRPr lang="zh-TW" sz="1400"/>
          </a:p>
        </p:txBody>
      </p:sp>
      <p:sp>
        <p:nvSpPr>
          <p:cNvPr id="124" name="!!rect-77g"/>
          <p:cNvSpPr/>
          <p:nvPr/>
        </p:nvSpPr>
        <p:spPr>
          <a:xfrm>
            <a:off x="10026650" y="2997200"/>
            <a:ext cx="355600" cy="40640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8890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125" name="!!rect-77j"/>
          <p:cNvSpPr/>
          <p:nvPr/>
        </p:nvSpPr>
        <p:spPr>
          <a:xfrm>
            <a:off x="10026650" y="2997200"/>
            <a:ext cx="355600" cy="406400"/>
          </a:xfrm>
          <a:prstGeom prst="roundRect">
            <a:avLst>
              <a:gd name="adj" fmla="val 21429"/>
            </a:avLst>
          </a:prstGeom>
          <a:noFill/>
          <a:ln w="10160" cap="flat">
            <a:solidFill>
              <a:srgbClr val="627D8D"/>
            </a:solidFill>
            <a:prstDash val="solid"/>
            <a:miter lim="800000"/>
          </a:ln>
        </p:spPr>
      </p:sp>
      <p:sp>
        <p:nvSpPr>
          <p:cNvPr id="126" name="!!text-77m" descr="5"/>
          <p:cNvSpPr txBox="1"/>
          <p:nvPr/>
        </p:nvSpPr>
        <p:spPr>
          <a:xfrm>
            <a:off x="10151199" y="3057652"/>
            <a:ext cx="159842" cy="25745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400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5</a:t>
            </a:r>
            <a:endParaRPr lang="zh-TW" sz="1400"/>
          </a:p>
        </p:txBody>
      </p:sp>
      <p:sp>
        <p:nvSpPr>
          <p:cNvPr id="127" name="!!text-77y" descr="剩餘 59 秒"/>
          <p:cNvSpPr txBox="1"/>
          <p:nvPr/>
        </p:nvSpPr>
        <p:spPr>
          <a:xfrm>
            <a:off x="9785947" y="3471926"/>
            <a:ext cx="431876" cy="12872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00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剩餘 59 秒</a:t>
            </a:r>
            <a:endParaRPr lang="zh-TW" sz="700"/>
          </a:p>
        </p:txBody>
      </p:sp>
      <p:sp>
        <p:nvSpPr>
          <p:cNvPr id="128" name="!!rect-785"/>
          <p:cNvSpPr/>
          <p:nvPr/>
        </p:nvSpPr>
        <p:spPr>
          <a:xfrm>
            <a:off x="8813800" y="3733800"/>
            <a:ext cx="2349500" cy="250825"/>
          </a:xfrm>
          <a:prstGeom prst="roundRect">
            <a:avLst>
              <a:gd name="adj" fmla="val 30380"/>
            </a:avLst>
          </a:prstGeom>
          <a:solidFill>
            <a:srgbClr val="D64545">
              <a:alpha val="10000"/>
            </a:srgbClr>
          </a:solidFill>
          <a:ln>
            <a:noFill/>
          </a:ln>
        </p:spPr>
      </p:sp>
      <p:sp>
        <p:nvSpPr>
          <p:cNvPr id="129" name="!!path-786"/>
          <p:cNvSpPr/>
          <p:nvPr/>
        </p:nvSpPr>
        <p:spPr>
          <a:xfrm>
            <a:off x="8904288" y="3808413"/>
            <a:ext cx="85725" cy="104775"/>
          </a:xfrm>
          <a:custGeom>
            <a:avLst/>
            <a:gdLst/>
            <a:ahLst/>
            <a:cxnLst/>
            <a:rect l="l" t="t" r="r" b="b"/>
            <a:pathLst>
              <a:path w="85725" h="104775">
                <a:moveTo>
                  <a:pt x="42863" y="0"/>
                </a:moveTo>
                <a:lnTo>
                  <a:pt x="0" y="19050"/>
                </a:lnTo>
                <a:lnTo>
                  <a:pt x="0" y="47625"/>
                </a:lnTo>
                <a:cubicBezTo>
                  <a:pt x="0" y="74057"/>
                  <a:pt x="18288" y="98774"/>
                  <a:pt x="42863" y="104775"/>
                </a:cubicBezTo>
                <a:cubicBezTo>
                  <a:pt x="67437" y="98774"/>
                  <a:pt x="85725" y="74057"/>
                  <a:pt x="85725" y="47625"/>
                </a:cubicBezTo>
                <a:lnTo>
                  <a:pt x="85725" y="19050"/>
                </a:lnTo>
                <a:lnTo>
                  <a:pt x="42863" y="0"/>
                </a:lnTo>
                <a:close/>
                <a:moveTo>
                  <a:pt x="76200" y="47625"/>
                </a:moveTo>
                <a:cubicBezTo>
                  <a:pt x="76200" y="69151"/>
                  <a:pt x="62008" y="89011"/>
                  <a:pt x="42863" y="94917"/>
                </a:cubicBezTo>
                <a:cubicBezTo>
                  <a:pt x="23717" y="89011"/>
                  <a:pt x="9525" y="69151"/>
                  <a:pt x="9525" y="47625"/>
                </a:cubicBezTo>
                <a:lnTo>
                  <a:pt x="9525" y="25241"/>
                </a:lnTo>
                <a:lnTo>
                  <a:pt x="42863" y="10430"/>
                </a:lnTo>
                <a:lnTo>
                  <a:pt x="76200" y="25241"/>
                </a:lnTo>
                <a:lnTo>
                  <a:pt x="76200" y="47625"/>
                </a:lnTo>
                <a:close/>
              </a:path>
            </a:pathLst>
          </a:custGeom>
          <a:solidFill>
            <a:srgbClr val="D64545"/>
          </a:solidFill>
          <a:ln>
            <a:noFill/>
          </a:ln>
        </p:spPr>
      </p:sp>
      <p:sp>
        <p:nvSpPr>
          <p:cNvPr id="130" name="!!text-787" descr="若有他人告知數字並要求您輸入，請勿操作。"/>
          <p:cNvSpPr txBox="1"/>
          <p:nvPr/>
        </p:nvSpPr>
        <p:spPr>
          <a:xfrm>
            <a:off x="9055100" y="3793617"/>
            <a:ext cx="1675765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若有他人告知數字並要求您輸入，請勿操作。</a:t>
            </a:r>
            <a:endParaRPr lang="zh-TW" sz="650"/>
          </a:p>
        </p:txBody>
      </p:sp>
      <p:sp>
        <p:nvSpPr>
          <p:cNvPr id="131" name="!!path-78t"/>
          <p:cNvSpPr/>
          <p:nvPr/>
        </p:nvSpPr>
        <p:spPr>
          <a:xfrm>
            <a:off x="8712200" y="5085080"/>
            <a:ext cx="2552700" cy="1028700"/>
          </a:xfrm>
          <a:custGeom>
            <a:avLst/>
            <a:gdLst/>
            <a:ahLst/>
            <a:cxnLst/>
            <a:rect l="l" t="t" r="r" b="b"/>
            <a:pathLst>
              <a:path w="2552700" h="1028700">
                <a:moveTo>
                  <a:pt x="155217" y="1015561"/>
                </a:moveTo>
                <a:lnTo>
                  <a:pt x="102293" y="972127"/>
                </a:lnTo>
                <a:lnTo>
                  <a:pt x="58859" y="919203"/>
                </a:lnTo>
                <a:lnTo>
                  <a:pt x="26585" y="858822"/>
                </a:lnTo>
                <a:lnTo>
                  <a:pt x="6711" y="793305"/>
                </a:lnTo>
                <a:lnTo>
                  <a:pt x="0" y="725170"/>
                </a:lnTo>
                <a:lnTo>
                  <a:pt x="0" y="152400"/>
                </a:lnTo>
                <a:lnTo>
                  <a:pt x="1058" y="128058"/>
                </a:lnTo>
                <a:lnTo>
                  <a:pt x="4233" y="105833"/>
                </a:lnTo>
                <a:lnTo>
                  <a:pt x="9525" y="85725"/>
                </a:lnTo>
                <a:lnTo>
                  <a:pt x="16933" y="67733"/>
                </a:lnTo>
                <a:lnTo>
                  <a:pt x="26458" y="51858"/>
                </a:lnTo>
                <a:lnTo>
                  <a:pt x="38100" y="38100"/>
                </a:lnTo>
                <a:lnTo>
                  <a:pt x="51858" y="26458"/>
                </a:lnTo>
                <a:lnTo>
                  <a:pt x="67733" y="16933"/>
                </a:lnTo>
                <a:lnTo>
                  <a:pt x="85725" y="9525"/>
                </a:lnTo>
                <a:lnTo>
                  <a:pt x="105833" y="4233"/>
                </a:lnTo>
                <a:lnTo>
                  <a:pt x="128058" y="1058"/>
                </a:lnTo>
                <a:lnTo>
                  <a:pt x="152400" y="0"/>
                </a:lnTo>
                <a:lnTo>
                  <a:pt x="2400300" y="0"/>
                </a:lnTo>
                <a:lnTo>
                  <a:pt x="2424642" y="1058"/>
                </a:lnTo>
                <a:lnTo>
                  <a:pt x="2446867" y="4233"/>
                </a:lnTo>
                <a:lnTo>
                  <a:pt x="2466975" y="9525"/>
                </a:lnTo>
                <a:lnTo>
                  <a:pt x="2484967" y="16933"/>
                </a:lnTo>
                <a:lnTo>
                  <a:pt x="2500842" y="26458"/>
                </a:lnTo>
                <a:lnTo>
                  <a:pt x="2514600" y="38100"/>
                </a:lnTo>
                <a:lnTo>
                  <a:pt x="2526242" y="51858"/>
                </a:lnTo>
                <a:lnTo>
                  <a:pt x="2535767" y="67733"/>
                </a:lnTo>
                <a:lnTo>
                  <a:pt x="2543175" y="85725"/>
                </a:lnTo>
                <a:lnTo>
                  <a:pt x="2548467" y="105833"/>
                </a:lnTo>
                <a:lnTo>
                  <a:pt x="2551642" y="128058"/>
                </a:lnTo>
                <a:lnTo>
                  <a:pt x="2552700" y="152400"/>
                </a:lnTo>
                <a:lnTo>
                  <a:pt x="2552700" y="725170"/>
                </a:lnTo>
                <a:lnTo>
                  <a:pt x="2545989" y="793305"/>
                </a:lnTo>
                <a:lnTo>
                  <a:pt x="2526115" y="858822"/>
                </a:lnTo>
                <a:lnTo>
                  <a:pt x="2493841" y="919203"/>
                </a:lnTo>
                <a:lnTo>
                  <a:pt x="2450407" y="972127"/>
                </a:lnTo>
                <a:lnTo>
                  <a:pt x="2397483" y="1015561"/>
                </a:lnTo>
                <a:lnTo>
                  <a:pt x="2372901" y="1028700"/>
                </a:lnTo>
                <a:lnTo>
                  <a:pt x="179799" y="1028700"/>
                </a:lnTo>
                <a:close/>
              </a:path>
            </a:pathLst>
          </a:custGeom>
          <a:solidFill>
            <a:srgbClr val="0B1A26">
              <a:alpha val="2200"/>
            </a:srgbClr>
          </a:solidFill>
          <a:ln>
            <a:noFill/>
          </a:ln>
        </p:spPr>
      </p:sp>
      <p:sp>
        <p:nvSpPr>
          <p:cNvPr id="132" name="!!path-78u"/>
          <p:cNvSpPr/>
          <p:nvPr/>
        </p:nvSpPr>
        <p:spPr>
          <a:xfrm>
            <a:off x="8712200" y="5102225"/>
            <a:ext cx="2552700" cy="1028700"/>
          </a:xfrm>
          <a:custGeom>
            <a:avLst/>
            <a:gdLst/>
            <a:ahLst/>
            <a:cxnLst/>
            <a:rect l="l" t="t" r="r" b="b"/>
            <a:pathLst>
              <a:path w="2552700" h="1028700">
                <a:moveTo>
                  <a:pt x="155217" y="998416"/>
                </a:moveTo>
                <a:lnTo>
                  <a:pt x="102293" y="954982"/>
                </a:lnTo>
                <a:lnTo>
                  <a:pt x="58859" y="902058"/>
                </a:lnTo>
                <a:lnTo>
                  <a:pt x="26585" y="841677"/>
                </a:lnTo>
                <a:lnTo>
                  <a:pt x="6711" y="776160"/>
                </a:lnTo>
                <a:lnTo>
                  <a:pt x="0" y="708025"/>
                </a:lnTo>
                <a:lnTo>
                  <a:pt x="0" y="152400"/>
                </a:lnTo>
                <a:lnTo>
                  <a:pt x="1058" y="128058"/>
                </a:lnTo>
                <a:lnTo>
                  <a:pt x="4233" y="105833"/>
                </a:lnTo>
                <a:lnTo>
                  <a:pt x="9525" y="85725"/>
                </a:lnTo>
                <a:lnTo>
                  <a:pt x="16933" y="67733"/>
                </a:lnTo>
                <a:lnTo>
                  <a:pt x="26458" y="51858"/>
                </a:lnTo>
                <a:lnTo>
                  <a:pt x="38100" y="38100"/>
                </a:lnTo>
                <a:lnTo>
                  <a:pt x="51858" y="26458"/>
                </a:lnTo>
                <a:lnTo>
                  <a:pt x="67733" y="16933"/>
                </a:lnTo>
                <a:lnTo>
                  <a:pt x="85725" y="9525"/>
                </a:lnTo>
                <a:lnTo>
                  <a:pt x="105833" y="4233"/>
                </a:lnTo>
                <a:lnTo>
                  <a:pt x="128058" y="1058"/>
                </a:lnTo>
                <a:lnTo>
                  <a:pt x="152400" y="0"/>
                </a:lnTo>
                <a:lnTo>
                  <a:pt x="2400300" y="0"/>
                </a:lnTo>
                <a:lnTo>
                  <a:pt x="2424642" y="1058"/>
                </a:lnTo>
                <a:lnTo>
                  <a:pt x="2446867" y="4233"/>
                </a:lnTo>
                <a:lnTo>
                  <a:pt x="2466975" y="9525"/>
                </a:lnTo>
                <a:lnTo>
                  <a:pt x="2484967" y="16933"/>
                </a:lnTo>
                <a:lnTo>
                  <a:pt x="2500842" y="26458"/>
                </a:lnTo>
                <a:lnTo>
                  <a:pt x="2514600" y="38100"/>
                </a:lnTo>
                <a:lnTo>
                  <a:pt x="2526242" y="51858"/>
                </a:lnTo>
                <a:lnTo>
                  <a:pt x="2535767" y="67733"/>
                </a:lnTo>
                <a:lnTo>
                  <a:pt x="2543175" y="85725"/>
                </a:lnTo>
                <a:lnTo>
                  <a:pt x="2548467" y="105833"/>
                </a:lnTo>
                <a:lnTo>
                  <a:pt x="2551642" y="128058"/>
                </a:lnTo>
                <a:lnTo>
                  <a:pt x="2552700" y="152400"/>
                </a:lnTo>
                <a:lnTo>
                  <a:pt x="2552700" y="708025"/>
                </a:lnTo>
                <a:lnTo>
                  <a:pt x="2545989" y="776160"/>
                </a:lnTo>
                <a:lnTo>
                  <a:pt x="2526115" y="841677"/>
                </a:lnTo>
                <a:lnTo>
                  <a:pt x="2493841" y="902058"/>
                </a:lnTo>
                <a:lnTo>
                  <a:pt x="2450407" y="954982"/>
                </a:lnTo>
                <a:lnTo>
                  <a:pt x="2397483" y="998416"/>
                </a:lnTo>
                <a:lnTo>
                  <a:pt x="2340825" y="1028700"/>
                </a:lnTo>
                <a:lnTo>
                  <a:pt x="211875" y="1028700"/>
                </a:lnTo>
                <a:close/>
              </a:path>
            </a:pathLst>
          </a:custGeom>
          <a:solidFill>
            <a:srgbClr val="0B1A26">
              <a:alpha val="2200"/>
            </a:srgbClr>
          </a:solidFill>
          <a:ln>
            <a:noFill/>
          </a:ln>
        </p:spPr>
      </p:sp>
      <p:sp>
        <p:nvSpPr>
          <p:cNvPr id="133" name="!!path-78v"/>
          <p:cNvSpPr/>
          <p:nvPr/>
        </p:nvSpPr>
        <p:spPr>
          <a:xfrm>
            <a:off x="8712200" y="5116513"/>
            <a:ext cx="2552700" cy="1028700"/>
          </a:xfrm>
          <a:custGeom>
            <a:avLst/>
            <a:gdLst/>
            <a:ahLst/>
            <a:cxnLst/>
            <a:rect l="l" t="t" r="r" b="b"/>
            <a:pathLst>
              <a:path w="2552700" h="1028700">
                <a:moveTo>
                  <a:pt x="215598" y="1016402"/>
                </a:moveTo>
                <a:lnTo>
                  <a:pt x="155217" y="984128"/>
                </a:lnTo>
                <a:lnTo>
                  <a:pt x="102293" y="940695"/>
                </a:lnTo>
                <a:lnTo>
                  <a:pt x="58859" y="887770"/>
                </a:lnTo>
                <a:lnTo>
                  <a:pt x="26585" y="827390"/>
                </a:lnTo>
                <a:lnTo>
                  <a:pt x="6711" y="761873"/>
                </a:lnTo>
                <a:lnTo>
                  <a:pt x="0" y="693738"/>
                </a:lnTo>
                <a:lnTo>
                  <a:pt x="0" y="152400"/>
                </a:lnTo>
                <a:lnTo>
                  <a:pt x="1058" y="128058"/>
                </a:lnTo>
                <a:lnTo>
                  <a:pt x="4233" y="105833"/>
                </a:lnTo>
                <a:lnTo>
                  <a:pt x="9525" y="85725"/>
                </a:lnTo>
                <a:lnTo>
                  <a:pt x="16933" y="67733"/>
                </a:lnTo>
                <a:lnTo>
                  <a:pt x="26458" y="51858"/>
                </a:lnTo>
                <a:lnTo>
                  <a:pt x="38100" y="38100"/>
                </a:lnTo>
                <a:lnTo>
                  <a:pt x="51858" y="26458"/>
                </a:lnTo>
                <a:lnTo>
                  <a:pt x="67733" y="16933"/>
                </a:lnTo>
                <a:lnTo>
                  <a:pt x="85725" y="9525"/>
                </a:lnTo>
                <a:lnTo>
                  <a:pt x="105833" y="4233"/>
                </a:lnTo>
                <a:lnTo>
                  <a:pt x="128058" y="1058"/>
                </a:lnTo>
                <a:lnTo>
                  <a:pt x="152400" y="0"/>
                </a:lnTo>
                <a:lnTo>
                  <a:pt x="2400300" y="0"/>
                </a:lnTo>
                <a:lnTo>
                  <a:pt x="2424642" y="1058"/>
                </a:lnTo>
                <a:lnTo>
                  <a:pt x="2446867" y="4233"/>
                </a:lnTo>
                <a:lnTo>
                  <a:pt x="2466975" y="9525"/>
                </a:lnTo>
                <a:lnTo>
                  <a:pt x="2484967" y="16933"/>
                </a:lnTo>
                <a:lnTo>
                  <a:pt x="2500842" y="26458"/>
                </a:lnTo>
                <a:lnTo>
                  <a:pt x="2514600" y="38100"/>
                </a:lnTo>
                <a:lnTo>
                  <a:pt x="2526242" y="51858"/>
                </a:lnTo>
                <a:lnTo>
                  <a:pt x="2535767" y="67733"/>
                </a:lnTo>
                <a:lnTo>
                  <a:pt x="2543175" y="85725"/>
                </a:lnTo>
                <a:lnTo>
                  <a:pt x="2548467" y="105833"/>
                </a:lnTo>
                <a:lnTo>
                  <a:pt x="2551642" y="128058"/>
                </a:lnTo>
                <a:lnTo>
                  <a:pt x="2552700" y="152400"/>
                </a:lnTo>
                <a:lnTo>
                  <a:pt x="2552700" y="693738"/>
                </a:lnTo>
                <a:lnTo>
                  <a:pt x="2545989" y="761873"/>
                </a:lnTo>
                <a:lnTo>
                  <a:pt x="2526115" y="827390"/>
                </a:lnTo>
                <a:lnTo>
                  <a:pt x="2493841" y="887770"/>
                </a:lnTo>
                <a:lnTo>
                  <a:pt x="2450407" y="940695"/>
                </a:lnTo>
                <a:lnTo>
                  <a:pt x="2397483" y="984128"/>
                </a:lnTo>
                <a:lnTo>
                  <a:pt x="2337102" y="1016402"/>
                </a:lnTo>
                <a:lnTo>
                  <a:pt x="2296563" y="1028700"/>
                </a:lnTo>
                <a:lnTo>
                  <a:pt x="256137" y="1028700"/>
                </a:lnTo>
                <a:close/>
              </a:path>
            </a:pathLst>
          </a:custGeom>
          <a:solidFill>
            <a:srgbClr val="0B1A26">
              <a:alpha val="2200"/>
            </a:srgbClr>
          </a:solidFill>
          <a:ln>
            <a:noFill/>
          </a:ln>
        </p:spPr>
      </p:sp>
      <p:sp>
        <p:nvSpPr>
          <p:cNvPr id="134" name="!!path-78w"/>
          <p:cNvSpPr/>
          <p:nvPr/>
        </p:nvSpPr>
        <p:spPr>
          <a:xfrm>
            <a:off x="8712200" y="5130800"/>
            <a:ext cx="2552700" cy="1028700"/>
          </a:xfrm>
          <a:custGeom>
            <a:avLst/>
            <a:gdLst/>
            <a:ahLst/>
            <a:cxnLst/>
            <a:rect l="l" t="t" r="r" b="b"/>
            <a:pathLst>
              <a:path w="2552700" h="1028700">
                <a:moveTo>
                  <a:pt x="281115" y="1021989"/>
                </a:moveTo>
                <a:lnTo>
                  <a:pt x="215598" y="1002115"/>
                </a:lnTo>
                <a:lnTo>
                  <a:pt x="155217" y="969841"/>
                </a:lnTo>
                <a:lnTo>
                  <a:pt x="102293" y="926407"/>
                </a:lnTo>
                <a:lnTo>
                  <a:pt x="58859" y="873483"/>
                </a:lnTo>
                <a:lnTo>
                  <a:pt x="26585" y="813102"/>
                </a:lnTo>
                <a:lnTo>
                  <a:pt x="6711" y="747585"/>
                </a:lnTo>
                <a:lnTo>
                  <a:pt x="0" y="679450"/>
                </a:lnTo>
                <a:lnTo>
                  <a:pt x="0" y="152400"/>
                </a:lnTo>
                <a:lnTo>
                  <a:pt x="1058" y="128058"/>
                </a:lnTo>
                <a:lnTo>
                  <a:pt x="4233" y="105833"/>
                </a:lnTo>
                <a:lnTo>
                  <a:pt x="9525" y="85725"/>
                </a:lnTo>
                <a:lnTo>
                  <a:pt x="16933" y="67733"/>
                </a:lnTo>
                <a:lnTo>
                  <a:pt x="26458" y="51858"/>
                </a:lnTo>
                <a:lnTo>
                  <a:pt x="38100" y="38100"/>
                </a:lnTo>
                <a:lnTo>
                  <a:pt x="51858" y="26458"/>
                </a:lnTo>
                <a:lnTo>
                  <a:pt x="67733" y="16933"/>
                </a:lnTo>
                <a:lnTo>
                  <a:pt x="85725" y="9525"/>
                </a:lnTo>
                <a:lnTo>
                  <a:pt x="105833" y="4233"/>
                </a:lnTo>
                <a:lnTo>
                  <a:pt x="128058" y="1058"/>
                </a:lnTo>
                <a:lnTo>
                  <a:pt x="152400" y="0"/>
                </a:lnTo>
                <a:lnTo>
                  <a:pt x="2400300" y="0"/>
                </a:lnTo>
                <a:lnTo>
                  <a:pt x="2424642" y="1058"/>
                </a:lnTo>
                <a:lnTo>
                  <a:pt x="2446867" y="4233"/>
                </a:lnTo>
                <a:lnTo>
                  <a:pt x="2466975" y="9525"/>
                </a:lnTo>
                <a:lnTo>
                  <a:pt x="2484967" y="16933"/>
                </a:lnTo>
                <a:lnTo>
                  <a:pt x="2500842" y="26458"/>
                </a:lnTo>
                <a:lnTo>
                  <a:pt x="2514600" y="38100"/>
                </a:lnTo>
                <a:lnTo>
                  <a:pt x="2526242" y="51858"/>
                </a:lnTo>
                <a:lnTo>
                  <a:pt x="2535767" y="67733"/>
                </a:lnTo>
                <a:lnTo>
                  <a:pt x="2543175" y="85725"/>
                </a:lnTo>
                <a:lnTo>
                  <a:pt x="2548467" y="105833"/>
                </a:lnTo>
                <a:lnTo>
                  <a:pt x="2551642" y="128058"/>
                </a:lnTo>
                <a:lnTo>
                  <a:pt x="2552700" y="152400"/>
                </a:lnTo>
                <a:lnTo>
                  <a:pt x="2552700" y="679450"/>
                </a:lnTo>
                <a:lnTo>
                  <a:pt x="2545989" y="747585"/>
                </a:lnTo>
                <a:lnTo>
                  <a:pt x="2526115" y="813102"/>
                </a:lnTo>
                <a:lnTo>
                  <a:pt x="2493841" y="873483"/>
                </a:lnTo>
                <a:lnTo>
                  <a:pt x="2450407" y="926407"/>
                </a:lnTo>
                <a:lnTo>
                  <a:pt x="2397483" y="969841"/>
                </a:lnTo>
                <a:lnTo>
                  <a:pt x="2337102" y="1002115"/>
                </a:lnTo>
                <a:lnTo>
                  <a:pt x="2271585" y="1021989"/>
                </a:lnTo>
                <a:lnTo>
                  <a:pt x="2203450" y="1028700"/>
                </a:lnTo>
                <a:lnTo>
                  <a:pt x="349250" y="1028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35" name="!!rect-792"/>
          <p:cNvSpPr/>
          <p:nvPr/>
        </p:nvSpPr>
        <p:spPr>
          <a:xfrm>
            <a:off x="8813800" y="5207000"/>
            <a:ext cx="2349500" cy="304800"/>
          </a:xfrm>
          <a:prstGeom prst="roundRect">
            <a:avLst>
              <a:gd name="adj" fmla="val 29167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136" name="!!text-793" descr="確認"/>
          <p:cNvSpPr txBox="1"/>
          <p:nvPr/>
        </p:nvSpPr>
        <p:spPr>
          <a:xfrm>
            <a:off x="9886950" y="5279644"/>
            <a:ext cx="233680" cy="14711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00" b="1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確認</a:t>
            </a:r>
            <a:endParaRPr lang="zh-TW" sz="800"/>
          </a:p>
        </p:txBody>
      </p:sp>
      <p:sp>
        <p:nvSpPr>
          <p:cNvPr id="137" name="!!rect-79b"/>
          <p:cNvSpPr/>
          <p:nvPr/>
        </p:nvSpPr>
        <p:spPr>
          <a:xfrm>
            <a:off x="8818563" y="5567363"/>
            <a:ext cx="2339975" cy="295275"/>
          </a:xfrm>
          <a:prstGeom prst="roundRect">
            <a:avLst>
              <a:gd name="adj" fmla="val 29032"/>
            </a:avLst>
          </a:prstGeom>
          <a:solidFill>
            <a:srgbClr val="FFFFFF"/>
          </a:solidFill>
          <a:ln w="9525" cap="flat">
            <a:solidFill>
              <a:srgbClr val="627D8D"/>
            </a:solidFill>
            <a:prstDash val="solid"/>
            <a:miter lim="800000"/>
          </a:ln>
        </p:spPr>
      </p:sp>
      <p:sp>
        <p:nvSpPr>
          <p:cNvPr id="138" name="!!text-79c" descr="取消作業"/>
          <p:cNvSpPr txBox="1"/>
          <p:nvPr/>
        </p:nvSpPr>
        <p:spPr>
          <a:xfrm>
            <a:off x="9785350" y="5635244"/>
            <a:ext cx="436880" cy="14711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取消作業</a:t>
            </a:r>
            <a:endParaRPr lang="zh-TW" sz="800"/>
          </a:p>
        </p:txBody>
      </p:sp>
      <p:sp>
        <p:nvSpPr>
          <p:cNvPr id="139" name="!!path-79i"/>
          <p:cNvSpPr/>
          <p:nvPr/>
        </p:nvSpPr>
        <p:spPr>
          <a:xfrm>
            <a:off x="8712200" y="609600"/>
            <a:ext cx="2552700" cy="730250"/>
          </a:xfrm>
          <a:custGeom>
            <a:avLst/>
            <a:gdLst/>
            <a:ahLst/>
            <a:cxnLst/>
            <a:rect l="l" t="t" r="r" b="b"/>
            <a:pathLst>
              <a:path w="2552700" h="730250">
                <a:moveTo>
                  <a:pt x="0" y="349250"/>
                </a:moveTo>
                <a:lnTo>
                  <a:pt x="6711" y="281115"/>
                </a:lnTo>
                <a:lnTo>
                  <a:pt x="26585" y="215598"/>
                </a:lnTo>
                <a:lnTo>
                  <a:pt x="58859" y="155217"/>
                </a:lnTo>
                <a:lnTo>
                  <a:pt x="102293" y="102293"/>
                </a:lnTo>
                <a:lnTo>
                  <a:pt x="155217" y="58859"/>
                </a:lnTo>
                <a:lnTo>
                  <a:pt x="215598" y="26585"/>
                </a:lnTo>
                <a:lnTo>
                  <a:pt x="281115" y="6711"/>
                </a:lnTo>
                <a:lnTo>
                  <a:pt x="349250" y="0"/>
                </a:lnTo>
                <a:lnTo>
                  <a:pt x="2203450" y="0"/>
                </a:lnTo>
                <a:lnTo>
                  <a:pt x="2271585" y="6711"/>
                </a:lnTo>
                <a:lnTo>
                  <a:pt x="2337102" y="26585"/>
                </a:lnTo>
                <a:lnTo>
                  <a:pt x="2397483" y="58859"/>
                </a:lnTo>
                <a:lnTo>
                  <a:pt x="2450407" y="102293"/>
                </a:lnTo>
                <a:lnTo>
                  <a:pt x="2493841" y="155217"/>
                </a:lnTo>
                <a:lnTo>
                  <a:pt x="2526115" y="215598"/>
                </a:lnTo>
                <a:lnTo>
                  <a:pt x="2545989" y="281115"/>
                </a:lnTo>
                <a:lnTo>
                  <a:pt x="2552700" y="349250"/>
                </a:lnTo>
                <a:lnTo>
                  <a:pt x="2552700" y="577850"/>
                </a:lnTo>
                <a:lnTo>
                  <a:pt x="2551642" y="602192"/>
                </a:lnTo>
                <a:lnTo>
                  <a:pt x="2548467" y="624417"/>
                </a:lnTo>
                <a:lnTo>
                  <a:pt x="2543175" y="644525"/>
                </a:lnTo>
                <a:lnTo>
                  <a:pt x="2535767" y="662517"/>
                </a:lnTo>
                <a:lnTo>
                  <a:pt x="2526242" y="678392"/>
                </a:lnTo>
                <a:lnTo>
                  <a:pt x="2514600" y="692150"/>
                </a:lnTo>
                <a:lnTo>
                  <a:pt x="2500842" y="703792"/>
                </a:lnTo>
                <a:lnTo>
                  <a:pt x="2484967" y="713317"/>
                </a:lnTo>
                <a:lnTo>
                  <a:pt x="2466975" y="720725"/>
                </a:lnTo>
                <a:lnTo>
                  <a:pt x="2446867" y="726017"/>
                </a:lnTo>
                <a:lnTo>
                  <a:pt x="2424642" y="729192"/>
                </a:lnTo>
                <a:lnTo>
                  <a:pt x="2400300" y="730250"/>
                </a:lnTo>
                <a:lnTo>
                  <a:pt x="152400" y="730250"/>
                </a:lnTo>
                <a:lnTo>
                  <a:pt x="128058" y="729192"/>
                </a:lnTo>
                <a:lnTo>
                  <a:pt x="105833" y="726017"/>
                </a:lnTo>
                <a:lnTo>
                  <a:pt x="85725" y="720725"/>
                </a:lnTo>
                <a:lnTo>
                  <a:pt x="67733" y="713317"/>
                </a:lnTo>
                <a:lnTo>
                  <a:pt x="51858" y="703792"/>
                </a:lnTo>
                <a:lnTo>
                  <a:pt x="38100" y="692150"/>
                </a:lnTo>
                <a:lnTo>
                  <a:pt x="26458" y="678392"/>
                </a:lnTo>
                <a:lnTo>
                  <a:pt x="16933" y="662517"/>
                </a:lnTo>
                <a:lnTo>
                  <a:pt x="9525" y="644525"/>
                </a:lnTo>
                <a:lnTo>
                  <a:pt x="4233" y="624417"/>
                </a:lnTo>
                <a:lnTo>
                  <a:pt x="1058" y="602192"/>
                </a:lnTo>
                <a:lnTo>
                  <a:pt x="0" y="577850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140" name="!!text-79j" descr="2:25"/>
          <p:cNvSpPr txBox="1"/>
          <p:nvPr/>
        </p:nvSpPr>
        <p:spPr>
          <a:xfrm>
            <a:off x="9020597" y="714883"/>
            <a:ext cx="253790" cy="1563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50" kern="0" dirty="0">
                <a:solidFill>
                  <a:srgbClr val="FFFFFF"/>
                </a:solidFill>
                <a:latin typeface="Noto Sans TC SemiBold"/>
                <a:ea typeface="Noto Sans TC SemiBold"/>
                <a:cs typeface="Noto Sans TC SemiBold"/>
              </a:rPr>
              <a:t>2:25</a:t>
            </a:r>
            <a:endParaRPr lang="zh-TW" sz="850"/>
          </a:p>
        </p:txBody>
      </p:sp>
      <p:sp>
        <p:nvSpPr>
          <p:cNvPr id="141" name="!!rect-79o"/>
          <p:cNvSpPr/>
          <p:nvPr/>
        </p:nvSpPr>
        <p:spPr>
          <a:xfrm>
            <a:off x="10579100" y="808990"/>
            <a:ext cx="21590" cy="2667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42" name="!!rect-79p"/>
          <p:cNvSpPr/>
          <p:nvPr/>
        </p:nvSpPr>
        <p:spPr>
          <a:xfrm>
            <a:off x="10612120" y="792480"/>
            <a:ext cx="21590" cy="4318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43" name="!!rect-79q"/>
          <p:cNvSpPr/>
          <p:nvPr/>
        </p:nvSpPr>
        <p:spPr>
          <a:xfrm>
            <a:off x="10645140" y="775970"/>
            <a:ext cx="21590" cy="5969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44" name="!!rect-79r"/>
          <p:cNvSpPr/>
          <p:nvPr/>
        </p:nvSpPr>
        <p:spPr>
          <a:xfrm>
            <a:off x="10678160" y="759460"/>
            <a:ext cx="21590" cy="7620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45" name="!!path-79s"/>
          <p:cNvSpPr/>
          <p:nvPr/>
        </p:nvSpPr>
        <p:spPr>
          <a:xfrm>
            <a:off x="10763250" y="763570"/>
            <a:ext cx="95250" cy="70820"/>
          </a:xfrm>
          <a:custGeom>
            <a:avLst/>
            <a:gdLst/>
            <a:ahLst/>
            <a:cxnLst/>
            <a:rect l="l" t="t" r="r" b="b"/>
            <a:pathLst>
              <a:path w="95250" h="70820">
                <a:moveTo>
                  <a:pt x="47625" y="70820"/>
                </a:moveTo>
                <a:lnTo>
                  <a:pt x="31115" y="51135"/>
                </a:lnTo>
                <a:cubicBezTo>
                  <a:pt x="40714" y="43262"/>
                  <a:pt x="54536" y="43262"/>
                  <a:pt x="64135" y="51135"/>
                </a:cubicBezTo>
                <a:close/>
                <a:moveTo>
                  <a:pt x="0" y="23830"/>
                </a:moveTo>
                <a:cubicBezTo>
                  <a:pt x="27279" y="0"/>
                  <a:pt x="67971" y="0"/>
                  <a:pt x="95250" y="23830"/>
                </a:cubicBezTo>
                <a:lnTo>
                  <a:pt x="83820" y="37165"/>
                </a:lnTo>
                <a:cubicBezTo>
                  <a:pt x="63051" y="19153"/>
                  <a:pt x="32199" y="19153"/>
                  <a:pt x="11430" y="37165"/>
                </a:cubicBezTo>
                <a:close/>
                <a:moveTo>
                  <a:pt x="16510" y="43515"/>
                </a:moveTo>
                <a:cubicBezTo>
                  <a:pt x="34385" y="28089"/>
                  <a:pt x="60865" y="28089"/>
                  <a:pt x="78740" y="43515"/>
                </a:cubicBezTo>
                <a:lnTo>
                  <a:pt x="67310" y="56850"/>
                </a:lnTo>
                <a:cubicBezTo>
                  <a:pt x="55947" y="47238"/>
                  <a:pt x="39303" y="47238"/>
                  <a:pt x="27940" y="5685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46" name="!!rect-79t"/>
          <p:cNvSpPr/>
          <p:nvPr/>
        </p:nvSpPr>
        <p:spPr>
          <a:xfrm>
            <a:off x="10902950" y="760730"/>
            <a:ext cx="161925" cy="78740"/>
          </a:xfrm>
          <a:prstGeom prst="roundRect">
            <a:avLst>
              <a:gd name="adj" fmla="val 32258"/>
            </a:avLst>
          </a:prstGeom>
          <a:noFill/>
          <a:ln w="6985" cap="flat">
            <a:solidFill>
              <a:srgbClr val="FFFFFF">
                <a:alpha val="38000"/>
              </a:srgbClr>
            </a:solidFill>
            <a:prstDash val="solid"/>
            <a:miter lim="800000"/>
          </a:ln>
        </p:spPr>
      </p:sp>
      <p:sp>
        <p:nvSpPr>
          <p:cNvPr id="147" name="!!rect-79u"/>
          <p:cNvSpPr/>
          <p:nvPr/>
        </p:nvSpPr>
        <p:spPr>
          <a:xfrm>
            <a:off x="10916285" y="774065"/>
            <a:ext cx="110909" cy="52070"/>
          </a:xfrm>
          <a:prstGeom prst="roundRect">
            <a:avLst>
              <a:gd name="adj" fmla="val 26829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48" name="!!path-79v"/>
          <p:cNvSpPr/>
          <p:nvPr/>
        </p:nvSpPr>
        <p:spPr>
          <a:xfrm>
            <a:off x="11074400" y="786130"/>
            <a:ext cx="10345" cy="27940"/>
          </a:xfrm>
          <a:custGeom>
            <a:avLst/>
            <a:gdLst/>
            <a:ahLst/>
            <a:cxnLst/>
            <a:rect l="l" t="t" r="r" b="b"/>
            <a:pathLst>
              <a:path w="10345" h="27940">
                <a:moveTo>
                  <a:pt x="0" y="0"/>
                </a:moveTo>
                <a:lnTo>
                  <a:pt x="0" y="27940"/>
                </a:lnTo>
                <a:cubicBezTo>
                  <a:pt x="6146" y="26066"/>
                  <a:pt x="10345" y="20395"/>
                  <a:pt x="10345" y="13970"/>
                </a:cubicBezTo>
                <a:cubicBezTo>
                  <a:pt x="10345" y="7545"/>
                  <a:pt x="6146" y="1874"/>
                  <a:pt x="0" y="0"/>
                </a:cubicBezTo>
                <a:close/>
              </a:path>
            </a:pathLst>
          </a:custGeom>
          <a:solidFill>
            <a:srgbClr val="FFFFFF">
              <a:alpha val="45000"/>
            </a:srgbClr>
          </a:solidFill>
          <a:ln>
            <a:noFill/>
          </a:ln>
        </p:spPr>
      </p:sp>
      <p:sp>
        <p:nvSpPr>
          <p:cNvPr id="149" name="!!path-79w"/>
          <p:cNvSpPr/>
          <p:nvPr/>
        </p:nvSpPr>
        <p:spPr>
          <a:xfrm>
            <a:off x="8845537" y="1109129"/>
            <a:ext cx="62258" cy="105791"/>
          </a:xfrm>
          <a:custGeom>
            <a:avLst/>
            <a:gdLst/>
            <a:ahLst/>
            <a:cxnLst/>
            <a:rect l="l" t="t" r="r" b="b"/>
            <a:pathLst>
              <a:path w="62258" h="105791">
                <a:moveTo>
                  <a:pt x="62258" y="9363"/>
                </a:moveTo>
                <a:lnTo>
                  <a:pt x="52896" y="0"/>
                </a:lnTo>
                <a:lnTo>
                  <a:pt x="0" y="52896"/>
                </a:lnTo>
                <a:lnTo>
                  <a:pt x="52896" y="105791"/>
                </a:lnTo>
                <a:lnTo>
                  <a:pt x="62258" y="96429"/>
                </a:lnTo>
                <a:lnTo>
                  <a:pt x="18725" y="5289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50" name="!!path-79x"/>
          <p:cNvSpPr/>
          <p:nvPr/>
        </p:nvSpPr>
        <p:spPr>
          <a:xfrm>
            <a:off x="9567329" y="1109129"/>
            <a:ext cx="105791" cy="105791"/>
          </a:xfrm>
          <a:custGeom>
            <a:avLst/>
            <a:gdLst/>
            <a:ahLst/>
            <a:cxnLst/>
            <a:rect l="l" t="t" r="r" b="b"/>
            <a:pathLst>
              <a:path w="105791" h="105791">
                <a:moveTo>
                  <a:pt x="39672" y="23803"/>
                </a:moveTo>
                <a:lnTo>
                  <a:pt x="39672" y="39672"/>
                </a:lnTo>
                <a:lnTo>
                  <a:pt x="23803" y="39672"/>
                </a:lnTo>
                <a:lnTo>
                  <a:pt x="23803" y="23803"/>
                </a:lnTo>
                <a:lnTo>
                  <a:pt x="39672" y="23803"/>
                </a:lnTo>
                <a:moveTo>
                  <a:pt x="47606" y="15869"/>
                </a:moveTo>
                <a:lnTo>
                  <a:pt x="15869" y="15869"/>
                </a:lnTo>
                <a:lnTo>
                  <a:pt x="15869" y="47606"/>
                </a:lnTo>
                <a:lnTo>
                  <a:pt x="47606" y="47606"/>
                </a:lnTo>
                <a:lnTo>
                  <a:pt x="47606" y="15869"/>
                </a:lnTo>
                <a:close/>
                <a:moveTo>
                  <a:pt x="39672" y="66119"/>
                </a:moveTo>
                <a:lnTo>
                  <a:pt x="39672" y="81988"/>
                </a:lnTo>
                <a:lnTo>
                  <a:pt x="23803" y="81988"/>
                </a:lnTo>
                <a:lnTo>
                  <a:pt x="23803" y="66119"/>
                </a:lnTo>
                <a:lnTo>
                  <a:pt x="39672" y="66119"/>
                </a:lnTo>
                <a:moveTo>
                  <a:pt x="47606" y="58185"/>
                </a:moveTo>
                <a:lnTo>
                  <a:pt x="15869" y="58185"/>
                </a:lnTo>
                <a:lnTo>
                  <a:pt x="15869" y="89922"/>
                </a:lnTo>
                <a:lnTo>
                  <a:pt x="47606" y="89922"/>
                </a:lnTo>
                <a:lnTo>
                  <a:pt x="47606" y="58185"/>
                </a:lnTo>
                <a:close/>
                <a:moveTo>
                  <a:pt x="81988" y="23803"/>
                </a:moveTo>
                <a:lnTo>
                  <a:pt x="81988" y="39672"/>
                </a:lnTo>
                <a:lnTo>
                  <a:pt x="66119" y="39672"/>
                </a:lnTo>
                <a:lnTo>
                  <a:pt x="66119" y="23803"/>
                </a:lnTo>
                <a:lnTo>
                  <a:pt x="81988" y="23803"/>
                </a:lnTo>
                <a:moveTo>
                  <a:pt x="89922" y="15869"/>
                </a:moveTo>
                <a:lnTo>
                  <a:pt x="58185" y="15869"/>
                </a:lnTo>
                <a:lnTo>
                  <a:pt x="58185" y="47606"/>
                </a:lnTo>
                <a:lnTo>
                  <a:pt x="89922" y="47606"/>
                </a:lnTo>
                <a:lnTo>
                  <a:pt x="89922" y="15869"/>
                </a:lnTo>
                <a:close/>
                <a:moveTo>
                  <a:pt x="58185" y="58185"/>
                </a:moveTo>
                <a:lnTo>
                  <a:pt x="66119" y="58185"/>
                </a:lnTo>
                <a:lnTo>
                  <a:pt x="66119" y="66119"/>
                </a:lnTo>
                <a:lnTo>
                  <a:pt x="58185" y="66119"/>
                </a:lnTo>
                <a:lnTo>
                  <a:pt x="58185" y="58185"/>
                </a:lnTo>
                <a:close/>
                <a:moveTo>
                  <a:pt x="66119" y="66119"/>
                </a:moveTo>
                <a:lnTo>
                  <a:pt x="74054" y="66119"/>
                </a:lnTo>
                <a:lnTo>
                  <a:pt x="74054" y="74054"/>
                </a:lnTo>
                <a:lnTo>
                  <a:pt x="66119" y="74054"/>
                </a:lnTo>
                <a:lnTo>
                  <a:pt x="66119" y="66119"/>
                </a:lnTo>
                <a:close/>
                <a:moveTo>
                  <a:pt x="74054" y="58185"/>
                </a:moveTo>
                <a:lnTo>
                  <a:pt x="81988" y="58185"/>
                </a:lnTo>
                <a:lnTo>
                  <a:pt x="81988" y="66119"/>
                </a:lnTo>
                <a:lnTo>
                  <a:pt x="74054" y="66119"/>
                </a:lnTo>
                <a:lnTo>
                  <a:pt x="74054" y="58185"/>
                </a:lnTo>
                <a:close/>
                <a:moveTo>
                  <a:pt x="58185" y="74054"/>
                </a:moveTo>
                <a:lnTo>
                  <a:pt x="66119" y="74054"/>
                </a:lnTo>
                <a:lnTo>
                  <a:pt x="66119" y="81988"/>
                </a:lnTo>
                <a:lnTo>
                  <a:pt x="58185" y="81988"/>
                </a:lnTo>
                <a:lnTo>
                  <a:pt x="58185" y="74054"/>
                </a:lnTo>
                <a:close/>
                <a:moveTo>
                  <a:pt x="66119" y="81988"/>
                </a:moveTo>
                <a:lnTo>
                  <a:pt x="74054" y="81988"/>
                </a:lnTo>
                <a:lnTo>
                  <a:pt x="74054" y="89922"/>
                </a:lnTo>
                <a:lnTo>
                  <a:pt x="66119" y="89922"/>
                </a:lnTo>
                <a:lnTo>
                  <a:pt x="66119" y="81988"/>
                </a:lnTo>
                <a:close/>
                <a:moveTo>
                  <a:pt x="74054" y="74054"/>
                </a:moveTo>
                <a:lnTo>
                  <a:pt x="81988" y="74054"/>
                </a:lnTo>
                <a:lnTo>
                  <a:pt x="81988" y="81988"/>
                </a:lnTo>
                <a:lnTo>
                  <a:pt x="74054" y="81988"/>
                </a:lnTo>
                <a:lnTo>
                  <a:pt x="74054" y="74054"/>
                </a:lnTo>
                <a:close/>
                <a:moveTo>
                  <a:pt x="81988" y="66119"/>
                </a:moveTo>
                <a:lnTo>
                  <a:pt x="89922" y="66119"/>
                </a:lnTo>
                <a:lnTo>
                  <a:pt x="89922" y="74054"/>
                </a:lnTo>
                <a:lnTo>
                  <a:pt x="81988" y="74054"/>
                </a:lnTo>
                <a:lnTo>
                  <a:pt x="81988" y="66119"/>
                </a:lnTo>
                <a:close/>
                <a:moveTo>
                  <a:pt x="81988" y="81988"/>
                </a:moveTo>
                <a:lnTo>
                  <a:pt x="89922" y="81988"/>
                </a:lnTo>
                <a:lnTo>
                  <a:pt x="89922" y="89922"/>
                </a:lnTo>
                <a:lnTo>
                  <a:pt x="81988" y="89922"/>
                </a:lnTo>
                <a:lnTo>
                  <a:pt x="81988" y="81988"/>
                </a:lnTo>
                <a:close/>
                <a:moveTo>
                  <a:pt x="105791" y="26448"/>
                </a:moveTo>
                <a:lnTo>
                  <a:pt x="95212" y="26448"/>
                </a:lnTo>
                <a:lnTo>
                  <a:pt x="95212" y="10579"/>
                </a:lnTo>
                <a:lnTo>
                  <a:pt x="79343" y="10579"/>
                </a:lnTo>
                <a:lnTo>
                  <a:pt x="79343" y="0"/>
                </a:lnTo>
                <a:lnTo>
                  <a:pt x="105791" y="0"/>
                </a:lnTo>
                <a:lnTo>
                  <a:pt x="105791" y="26448"/>
                </a:lnTo>
                <a:close/>
                <a:moveTo>
                  <a:pt x="105791" y="105791"/>
                </a:moveTo>
                <a:lnTo>
                  <a:pt x="105791" y="79343"/>
                </a:lnTo>
                <a:lnTo>
                  <a:pt x="95212" y="79343"/>
                </a:lnTo>
                <a:lnTo>
                  <a:pt x="95212" y="95212"/>
                </a:lnTo>
                <a:lnTo>
                  <a:pt x="79343" y="95212"/>
                </a:lnTo>
                <a:lnTo>
                  <a:pt x="79343" y="105791"/>
                </a:lnTo>
                <a:lnTo>
                  <a:pt x="105791" y="105791"/>
                </a:lnTo>
                <a:close/>
                <a:moveTo>
                  <a:pt x="0" y="105791"/>
                </a:moveTo>
                <a:lnTo>
                  <a:pt x="26448" y="105791"/>
                </a:lnTo>
                <a:lnTo>
                  <a:pt x="26448" y="95212"/>
                </a:lnTo>
                <a:lnTo>
                  <a:pt x="10579" y="95212"/>
                </a:lnTo>
                <a:lnTo>
                  <a:pt x="10579" y="79343"/>
                </a:lnTo>
                <a:lnTo>
                  <a:pt x="0" y="79343"/>
                </a:lnTo>
                <a:lnTo>
                  <a:pt x="0" y="105791"/>
                </a:lnTo>
                <a:close/>
                <a:moveTo>
                  <a:pt x="0" y="0"/>
                </a:moveTo>
                <a:lnTo>
                  <a:pt x="0" y="26448"/>
                </a:lnTo>
                <a:lnTo>
                  <a:pt x="10579" y="26448"/>
                </a:lnTo>
                <a:lnTo>
                  <a:pt x="10579" y="10579"/>
                </a:lnTo>
                <a:lnTo>
                  <a:pt x="26448" y="10579"/>
                </a:lnTo>
                <a:lnTo>
                  <a:pt x="26448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51" name="!!text-79y" descr="確認書櫃作業"/>
          <p:cNvSpPr txBox="1"/>
          <p:nvPr/>
        </p:nvSpPr>
        <p:spPr>
          <a:xfrm>
            <a:off x="9734550" y="1070737"/>
            <a:ext cx="720090" cy="16550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1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確認書櫃作業</a:t>
            </a:r>
            <a:endParaRPr lang="zh-TW" sz="900"/>
          </a:p>
        </p:txBody>
      </p:sp>
      <p:sp>
        <p:nvSpPr>
          <p:cNvPr id="152" name="!!rect-7ae"/>
          <p:cNvSpPr/>
          <p:nvPr/>
        </p:nvSpPr>
        <p:spPr>
          <a:xfrm>
            <a:off x="9531350" y="6076950"/>
            <a:ext cx="914400" cy="31750"/>
          </a:xfrm>
          <a:prstGeom prst="roundRect">
            <a:avLst>
              <a:gd name="adj" fmla="val 50000"/>
            </a:avLst>
          </a:prstGeom>
          <a:solidFill>
            <a:srgbClr val="000000">
              <a:alpha val="90000"/>
            </a:srgbClr>
          </a:solidFill>
          <a:ln>
            <a:noFill/>
          </a:ln>
        </p:spPr>
      </p:sp>
      <p:sp>
        <p:nvSpPr>
          <p:cNvPr id="153" name="!!rect-7ie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10000"/>
                </a:srgbClr>
              </a:gs>
              <a:gs pos="30762">
                <a:srgbClr val="FFFFFF">
                  <a:alpha val="2000"/>
                </a:srgbClr>
              </a:gs>
              <a:gs pos="31723">
                <a:srgbClr val="FFFFFF">
                  <a:alpha val="0"/>
                </a:srgbClr>
              </a:gs>
              <a:gs pos="9613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4329186" scaled="0"/>
          </a:gradFill>
          <a:ln>
            <a:noFill/>
          </a:ln>
        </p:spPr>
      </p:sp>
      <p:sp>
        <p:nvSpPr>
          <p:cNvPr id="154" name="!!rect-7ih"/>
          <p:cNvSpPr/>
          <p:nvPr/>
        </p:nvSpPr>
        <p:spPr>
          <a:xfrm>
            <a:off x="9728200" y="679450"/>
            <a:ext cx="520700" cy="23495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</p:spPr>
      </p:sp>
      <p:sp>
        <p:nvSpPr>
          <p:cNvPr id="155" name="!!circle-7ii"/>
          <p:cNvSpPr/>
          <p:nvPr/>
        </p:nvSpPr>
        <p:spPr>
          <a:xfrm>
            <a:off x="10088880" y="757555"/>
            <a:ext cx="78740" cy="78740"/>
          </a:xfrm>
          <a:prstGeom prst="ellipse">
            <a:avLst/>
          </a:prstGeom>
          <a:solidFill>
            <a:srgbClr val="0A0F16"/>
          </a:solidFill>
          <a:ln>
            <a:noFill/>
          </a:ln>
        </p:spPr>
      </p:sp>
      <p:sp>
        <p:nvSpPr>
          <p:cNvPr id="156" name="!!circle-7ij"/>
          <p:cNvSpPr/>
          <p:nvPr/>
        </p:nvSpPr>
        <p:spPr>
          <a:xfrm>
            <a:off x="10107930" y="776605"/>
            <a:ext cx="40640" cy="40640"/>
          </a:xfrm>
          <a:prstGeom prst="ellipse">
            <a:avLst/>
          </a:prstGeom>
          <a:solidFill>
            <a:srgbClr val="111B28"/>
          </a:solidFill>
          <a:ln>
            <a:noFill/>
          </a:ln>
        </p:spPr>
      </p:sp>
      <p:sp>
        <p:nvSpPr>
          <p:cNvPr id="157" name="!!circle-7ik"/>
          <p:cNvSpPr/>
          <p:nvPr/>
        </p:nvSpPr>
        <p:spPr>
          <a:xfrm>
            <a:off x="10130155" y="781685"/>
            <a:ext cx="13970" cy="13970"/>
          </a:xfrm>
          <a:prstGeom prst="ellipse">
            <a:avLst/>
          </a:prstGeom>
          <a:solidFill>
            <a:srgbClr val="3A5070">
              <a:alpha val="80000"/>
            </a:srgbClr>
          </a:solidFill>
          <a:ln>
            <a:noFill/>
          </a:ln>
        </p:spPr>
      </p:sp>
      <p:sp>
        <p:nvSpPr>
          <p:cNvPr id="158" name="!!path-9ic"/>
          <p:cNvSpPr/>
          <p:nvPr/>
        </p:nvSpPr>
        <p:spPr>
          <a:xfrm>
            <a:off x="381000" y="306527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59" name="!!path-9id"/>
          <p:cNvSpPr/>
          <p:nvPr/>
        </p:nvSpPr>
        <p:spPr>
          <a:xfrm>
            <a:off x="381000" y="308153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60" name="!!path-9ie"/>
          <p:cNvSpPr/>
          <p:nvPr/>
        </p:nvSpPr>
        <p:spPr>
          <a:xfrm>
            <a:off x="381000" y="309778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61" name="!!path-9if"/>
          <p:cNvSpPr/>
          <p:nvPr/>
        </p:nvSpPr>
        <p:spPr>
          <a:xfrm>
            <a:off x="381000" y="311404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62" name="!!path-9ig"/>
          <p:cNvSpPr/>
          <p:nvPr/>
        </p:nvSpPr>
        <p:spPr>
          <a:xfrm>
            <a:off x="381000" y="313030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63" name="!!path-9ih"/>
          <p:cNvSpPr/>
          <p:nvPr/>
        </p:nvSpPr>
        <p:spPr>
          <a:xfrm>
            <a:off x="381000" y="314655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64" name="!!path-9ii"/>
          <p:cNvSpPr/>
          <p:nvPr/>
        </p:nvSpPr>
        <p:spPr>
          <a:xfrm>
            <a:off x="381000" y="316281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65" name="!!path-9ij"/>
          <p:cNvSpPr/>
          <p:nvPr/>
        </p:nvSpPr>
        <p:spPr>
          <a:xfrm>
            <a:off x="381000" y="317906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66" name="!!path-9ik"/>
          <p:cNvSpPr/>
          <p:nvPr/>
        </p:nvSpPr>
        <p:spPr>
          <a:xfrm>
            <a:off x="419608" y="269342"/>
            <a:ext cx="128422" cy="122936"/>
          </a:xfrm>
          <a:custGeom>
            <a:avLst/>
            <a:gdLst/>
            <a:ahLst/>
            <a:cxnLst/>
            <a:rect l="l" t="t" r="r" b="b"/>
            <a:pathLst>
              <a:path w="128422" h="122936">
                <a:moveTo>
                  <a:pt x="0" y="17678"/>
                </a:moveTo>
                <a:lnTo>
                  <a:pt x="8128" y="5080"/>
                </a:lnTo>
                <a:cubicBezTo>
                  <a:pt x="32512" y="0"/>
                  <a:pt x="73152" y="7112"/>
                  <a:pt x="101600" y="26416"/>
                </a:cubicBezTo>
                <a:cubicBezTo>
                  <a:pt x="116840" y="37186"/>
                  <a:pt x="124968" y="49784"/>
                  <a:pt x="128422" y="62992"/>
                </a:cubicBezTo>
                <a:lnTo>
                  <a:pt x="128422" y="122936"/>
                </a:lnTo>
                <a:lnTo>
                  <a:pt x="0" y="1229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67" name="!!path-9il"/>
          <p:cNvSpPr/>
          <p:nvPr/>
        </p:nvSpPr>
        <p:spPr>
          <a:xfrm>
            <a:off x="419608" y="269342"/>
            <a:ext cx="128422" cy="62992"/>
          </a:xfrm>
          <a:custGeom>
            <a:avLst/>
            <a:gdLst/>
            <a:ahLst/>
            <a:cxnLst/>
            <a:rect l="l" t="t" r="r" b="b"/>
            <a:pathLst>
              <a:path w="128422" h="62992" fill="none">
                <a:moveTo>
                  <a:pt x="128422" y="62992"/>
                </a:moveTo>
                <a:cubicBezTo>
                  <a:pt x="124968" y="49784"/>
                  <a:pt x="116840" y="37186"/>
                  <a:pt x="101600" y="26416"/>
                </a:cubicBezTo>
                <a:cubicBezTo>
                  <a:pt x="73152" y="7112"/>
                  <a:pt x="32512" y="0"/>
                  <a:pt x="8128" y="5080"/>
                </a:cubicBezTo>
                <a:lnTo>
                  <a:pt x="0" y="1767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68" name="!!path-9im"/>
          <p:cNvSpPr/>
          <p:nvPr/>
        </p:nvSpPr>
        <p:spPr>
          <a:xfrm>
            <a:off x="407010" y="281534"/>
            <a:ext cx="141021" cy="110744"/>
          </a:xfrm>
          <a:custGeom>
            <a:avLst/>
            <a:gdLst/>
            <a:ahLst/>
            <a:cxnLst/>
            <a:rect l="l" t="t" r="r" b="b"/>
            <a:pathLst>
              <a:path w="141021" h="110744">
                <a:moveTo>
                  <a:pt x="0" y="22352"/>
                </a:moveTo>
                <a:lnTo>
                  <a:pt x="6502" y="6502"/>
                </a:lnTo>
                <a:cubicBezTo>
                  <a:pt x="36982" y="0"/>
                  <a:pt x="79654" y="7112"/>
                  <a:pt x="110134" y="25400"/>
                </a:cubicBezTo>
                <a:cubicBezTo>
                  <a:pt x="126390" y="35154"/>
                  <a:pt x="136550" y="49784"/>
                  <a:pt x="141021" y="62992"/>
                </a:cubicBezTo>
                <a:lnTo>
                  <a:pt x="141021" y="110744"/>
                </a:lnTo>
                <a:lnTo>
                  <a:pt x="0" y="110744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69" name="!!path-9in"/>
          <p:cNvSpPr/>
          <p:nvPr/>
        </p:nvSpPr>
        <p:spPr>
          <a:xfrm>
            <a:off x="407010" y="281534"/>
            <a:ext cx="141021" cy="62992"/>
          </a:xfrm>
          <a:custGeom>
            <a:avLst/>
            <a:gdLst/>
            <a:ahLst/>
            <a:cxnLst/>
            <a:rect l="l" t="t" r="r" b="b"/>
            <a:pathLst>
              <a:path w="141021" h="62992" fill="none">
                <a:moveTo>
                  <a:pt x="141021" y="62992"/>
                </a:moveTo>
                <a:cubicBezTo>
                  <a:pt x="136550" y="49784"/>
                  <a:pt x="126390" y="35154"/>
                  <a:pt x="110134" y="25400"/>
                </a:cubicBezTo>
                <a:cubicBezTo>
                  <a:pt x="79654" y="7112"/>
                  <a:pt x="36982" y="0"/>
                  <a:pt x="6502" y="6502"/>
                </a:cubicBezTo>
                <a:lnTo>
                  <a:pt x="0" y="22352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70" name="!!path-9io"/>
          <p:cNvSpPr/>
          <p:nvPr/>
        </p:nvSpPr>
        <p:spPr>
          <a:xfrm>
            <a:off x="395834" y="294742"/>
            <a:ext cx="151790" cy="97536"/>
          </a:xfrm>
          <a:custGeom>
            <a:avLst/>
            <a:gdLst/>
            <a:ahLst/>
            <a:cxnLst/>
            <a:rect l="l" t="t" r="r" b="b"/>
            <a:pathLst>
              <a:path w="151790" h="97536">
                <a:moveTo>
                  <a:pt x="0" y="23165"/>
                </a:moveTo>
                <a:lnTo>
                  <a:pt x="3861" y="12598"/>
                </a:lnTo>
                <a:cubicBezTo>
                  <a:pt x="37998" y="0"/>
                  <a:pt x="84734" y="5080"/>
                  <a:pt x="117246" y="21946"/>
                </a:cubicBezTo>
                <a:cubicBezTo>
                  <a:pt x="135534" y="31496"/>
                  <a:pt x="146710" y="43688"/>
                  <a:pt x="151790" y="55270"/>
                </a:cubicBezTo>
                <a:lnTo>
                  <a:pt x="151790" y="97536"/>
                </a:lnTo>
                <a:lnTo>
                  <a:pt x="0" y="975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71" name="!!path-9ip"/>
          <p:cNvSpPr/>
          <p:nvPr/>
        </p:nvSpPr>
        <p:spPr>
          <a:xfrm>
            <a:off x="395834" y="294742"/>
            <a:ext cx="151790" cy="55270"/>
          </a:xfrm>
          <a:custGeom>
            <a:avLst/>
            <a:gdLst/>
            <a:ahLst/>
            <a:cxnLst/>
            <a:rect l="l" t="t" r="r" b="b"/>
            <a:pathLst>
              <a:path w="151790" h="55270" fill="none">
                <a:moveTo>
                  <a:pt x="151790" y="55270"/>
                </a:moveTo>
                <a:cubicBezTo>
                  <a:pt x="146710" y="43688"/>
                  <a:pt x="135534" y="31496"/>
                  <a:pt x="117246" y="21946"/>
                </a:cubicBezTo>
                <a:cubicBezTo>
                  <a:pt x="84734" y="5080"/>
                  <a:pt x="37998" y="0"/>
                  <a:pt x="3861" y="12598"/>
                </a:cubicBezTo>
                <a:lnTo>
                  <a:pt x="0" y="23165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72" name="!!path-9iq"/>
          <p:cNvSpPr/>
          <p:nvPr/>
        </p:nvSpPr>
        <p:spPr>
          <a:xfrm>
            <a:off x="548234" y="264262"/>
            <a:ext cx="120294" cy="128016"/>
          </a:xfrm>
          <a:custGeom>
            <a:avLst/>
            <a:gdLst/>
            <a:ahLst/>
            <a:cxnLst/>
            <a:rect l="l" t="t" r="r" b="b"/>
            <a:pathLst>
              <a:path w="120294" h="128016">
                <a:moveTo>
                  <a:pt x="120294" y="18288"/>
                </a:moveTo>
                <a:lnTo>
                  <a:pt x="113589" y="4470"/>
                </a:lnTo>
                <a:cubicBezTo>
                  <a:pt x="86766" y="0"/>
                  <a:pt x="44094" y="10160"/>
                  <a:pt x="17678" y="30480"/>
                </a:cubicBezTo>
                <a:cubicBezTo>
                  <a:pt x="6502" y="39624"/>
                  <a:pt x="1422" y="52832"/>
                  <a:pt x="0" y="67056"/>
                </a:cubicBezTo>
                <a:lnTo>
                  <a:pt x="0" y="128016"/>
                </a:lnTo>
                <a:lnTo>
                  <a:pt x="120294" y="12801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73" name="!!path-9ir"/>
          <p:cNvSpPr/>
          <p:nvPr/>
        </p:nvSpPr>
        <p:spPr>
          <a:xfrm>
            <a:off x="548234" y="264262"/>
            <a:ext cx="120294" cy="67056"/>
          </a:xfrm>
          <a:custGeom>
            <a:avLst/>
            <a:gdLst/>
            <a:ahLst/>
            <a:cxnLst/>
            <a:rect l="l" t="t" r="r" b="b"/>
            <a:pathLst>
              <a:path w="120294" h="67056" fill="none">
                <a:moveTo>
                  <a:pt x="0" y="67056"/>
                </a:moveTo>
                <a:cubicBezTo>
                  <a:pt x="1422" y="52832"/>
                  <a:pt x="6502" y="39624"/>
                  <a:pt x="17678" y="30480"/>
                </a:cubicBezTo>
                <a:cubicBezTo>
                  <a:pt x="44094" y="10160"/>
                  <a:pt x="86766" y="0"/>
                  <a:pt x="113589" y="4470"/>
                </a:cubicBezTo>
                <a:lnTo>
                  <a:pt x="120294" y="1828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74" name="!!path-9is"/>
          <p:cNvSpPr/>
          <p:nvPr/>
        </p:nvSpPr>
        <p:spPr>
          <a:xfrm>
            <a:off x="548437" y="279502"/>
            <a:ext cx="133299" cy="112776"/>
          </a:xfrm>
          <a:custGeom>
            <a:avLst/>
            <a:gdLst/>
            <a:ahLst/>
            <a:cxnLst/>
            <a:rect l="l" t="t" r="r" b="b"/>
            <a:pathLst>
              <a:path w="133299" h="112776">
                <a:moveTo>
                  <a:pt x="133299" y="19710"/>
                </a:moveTo>
                <a:lnTo>
                  <a:pt x="127203" y="3048"/>
                </a:lnTo>
                <a:cubicBezTo>
                  <a:pt x="94691" y="0"/>
                  <a:pt x="54051" y="11176"/>
                  <a:pt x="27635" y="30683"/>
                </a:cubicBezTo>
                <a:cubicBezTo>
                  <a:pt x="13411" y="41250"/>
                  <a:pt x="4267" y="53848"/>
                  <a:pt x="0" y="65024"/>
                </a:cubicBezTo>
                <a:lnTo>
                  <a:pt x="0" y="112776"/>
                </a:lnTo>
                <a:lnTo>
                  <a:pt x="133299" y="11277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75" name="!!path-9it"/>
          <p:cNvSpPr/>
          <p:nvPr/>
        </p:nvSpPr>
        <p:spPr>
          <a:xfrm>
            <a:off x="548437" y="279502"/>
            <a:ext cx="133299" cy="65024"/>
          </a:xfrm>
          <a:custGeom>
            <a:avLst/>
            <a:gdLst/>
            <a:ahLst/>
            <a:cxnLst/>
            <a:rect l="l" t="t" r="r" b="b"/>
            <a:pathLst>
              <a:path w="133299" h="65024" fill="none">
                <a:moveTo>
                  <a:pt x="0" y="65024"/>
                </a:moveTo>
                <a:cubicBezTo>
                  <a:pt x="4267" y="53848"/>
                  <a:pt x="13411" y="41250"/>
                  <a:pt x="27635" y="30683"/>
                </a:cubicBezTo>
                <a:cubicBezTo>
                  <a:pt x="54051" y="11176"/>
                  <a:pt x="94691" y="0"/>
                  <a:pt x="127203" y="3048"/>
                </a:cubicBezTo>
                <a:lnTo>
                  <a:pt x="133299" y="19710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76" name="!!path-9iu"/>
          <p:cNvSpPr/>
          <p:nvPr/>
        </p:nvSpPr>
        <p:spPr>
          <a:xfrm>
            <a:off x="548843" y="293726"/>
            <a:ext cx="142646" cy="98552"/>
          </a:xfrm>
          <a:custGeom>
            <a:avLst/>
            <a:gdLst/>
            <a:ahLst/>
            <a:cxnLst/>
            <a:rect l="l" t="t" r="r" b="b"/>
            <a:pathLst>
              <a:path w="142646" h="98552">
                <a:moveTo>
                  <a:pt x="142646" y="18898"/>
                </a:moveTo>
                <a:lnTo>
                  <a:pt x="139802" y="8738"/>
                </a:lnTo>
                <a:cubicBezTo>
                  <a:pt x="106477" y="0"/>
                  <a:pt x="63805" y="5080"/>
                  <a:pt x="35357" y="19304"/>
                </a:cubicBezTo>
                <a:cubicBezTo>
                  <a:pt x="17069" y="28448"/>
                  <a:pt x="5893" y="42672"/>
                  <a:pt x="0" y="56286"/>
                </a:cubicBezTo>
                <a:lnTo>
                  <a:pt x="0" y="98552"/>
                </a:lnTo>
                <a:lnTo>
                  <a:pt x="142646" y="98552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77" name="!!path-9iv"/>
          <p:cNvSpPr/>
          <p:nvPr/>
        </p:nvSpPr>
        <p:spPr>
          <a:xfrm>
            <a:off x="548843" y="293726"/>
            <a:ext cx="142646" cy="56286"/>
          </a:xfrm>
          <a:custGeom>
            <a:avLst/>
            <a:gdLst/>
            <a:ahLst/>
            <a:cxnLst/>
            <a:rect l="l" t="t" r="r" b="b"/>
            <a:pathLst>
              <a:path w="142646" h="56286" fill="none">
                <a:moveTo>
                  <a:pt x="0" y="56286"/>
                </a:moveTo>
                <a:cubicBezTo>
                  <a:pt x="5893" y="42672"/>
                  <a:pt x="17069" y="28448"/>
                  <a:pt x="35357" y="19304"/>
                </a:cubicBezTo>
                <a:cubicBezTo>
                  <a:pt x="63805" y="5080"/>
                  <a:pt x="106477" y="0"/>
                  <a:pt x="139802" y="8738"/>
                </a:cubicBezTo>
                <a:lnTo>
                  <a:pt x="142646" y="1889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78" name="!!path-9iw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627D8D"/>
              </a:gs>
              <a:gs pos="21794">
                <a:srgbClr val="627D8D"/>
              </a:gs>
              <a:gs pos="55376">
                <a:srgbClr val="627D8D"/>
              </a:gs>
              <a:gs pos="96421">
                <a:srgbClr val="98ABB7"/>
              </a:gs>
              <a:gs pos="100000">
                <a:srgbClr val="98ABB7"/>
              </a:gs>
            </a:gsLst>
            <a:lin ang="1983350" scaled="0"/>
          </a:gradFill>
          <a:ln>
            <a:noFill/>
          </a:ln>
        </p:spPr>
      </p:sp>
      <p:sp>
        <p:nvSpPr>
          <p:cNvPr id="179" name="!!path-9ix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0000"/>
                </a:srgbClr>
              </a:gs>
              <a:gs pos="4764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83333" t="79291" r="16667" b="20709"/>
            </a:path>
          </a:gradFill>
          <a:ln>
            <a:noFill/>
          </a:ln>
        </p:spPr>
      </p:sp>
      <p:sp>
        <p:nvSpPr>
          <p:cNvPr id="180" name="!!line-9iy"/>
          <p:cNvSpPr/>
          <p:nvPr/>
        </p:nvSpPr>
        <p:spPr>
          <a:xfrm>
            <a:off x="549046" y="363017"/>
            <a:ext cx="1" cy="153619"/>
          </a:xfrm>
          <a:custGeom>
            <a:avLst/>
            <a:gdLst/>
            <a:ahLst/>
            <a:cxnLst/>
            <a:rect l="l" t="t" r="r" b="b"/>
            <a:pathLst>
              <a:path w="1" h="153619">
                <a:moveTo>
                  <a:pt x="0" y="0"/>
                </a:moveTo>
                <a:lnTo>
                  <a:pt x="0" y="153619"/>
                </a:lnTo>
              </a:path>
            </a:pathLst>
          </a:custGeom>
          <a:solidFill>
            <a:srgbClr val="000000"/>
          </a:solidFill>
          <a:ln w="6909" cap="rnd">
            <a:solidFill>
              <a:srgbClr val="C9D3D9"/>
            </a:solidFill>
            <a:prstDash val="solid"/>
            <a:miter lim="800000"/>
          </a:ln>
        </p:spPr>
      </p:sp>
      <p:sp>
        <p:nvSpPr>
          <p:cNvPr id="181" name="!!path-9iz"/>
          <p:cNvSpPr/>
          <p:nvPr/>
        </p:nvSpPr>
        <p:spPr>
          <a:xfrm>
            <a:off x="657962" y="442062"/>
            <a:ext cx="25400" cy="37998"/>
          </a:xfrm>
          <a:custGeom>
            <a:avLst/>
            <a:gdLst/>
            <a:ahLst/>
            <a:cxnLst/>
            <a:rect l="l" t="t" r="r" b="b"/>
            <a:pathLst>
              <a:path w="25400" h="37998">
                <a:moveTo>
                  <a:pt x="0" y="2642"/>
                </a:moveTo>
                <a:lnTo>
                  <a:pt x="15240" y="0"/>
                </a:lnTo>
                <a:lnTo>
                  <a:pt x="25400" y="37186"/>
                </a:lnTo>
                <a:lnTo>
                  <a:pt x="7518" y="37998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 w="1016" cap="flat">
            <a:solidFill>
              <a:srgbClr val="FFFFFF">
                <a:alpha val="55000"/>
              </a:srgbClr>
            </a:solidFill>
            <a:prstDash val="solid"/>
            <a:round/>
          </a:ln>
        </p:spPr>
      </p:sp>
      <p:sp>
        <p:nvSpPr>
          <p:cNvPr id="182" name="!!text-9j0" descr="救「舊」我的書"/>
          <p:cNvSpPr txBox="1"/>
          <p:nvPr/>
        </p:nvSpPr>
        <p:spPr>
          <a:xfrm>
            <a:off x="805879" y="251460"/>
            <a:ext cx="1120140" cy="25745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400" b="1" kern="0" spc="-70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救</a:t>
            </a:r>
            <a:r>
              <a:rPr lang="zh-TW" altLang="en-US" sz="14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「舊</a:t>
            </a:r>
            <a:r>
              <a:rPr lang="zh-TW" altLang="en-US" sz="1400" b="1" kern="0" spc="-70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」</a:t>
            </a:r>
            <a:r>
              <a:rPr lang="zh-TW" altLang="en-US" sz="14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我的書</a:t>
            </a:r>
            <a:endParaRPr lang="zh-TW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fast" p14:dur="2800" advTm="800">
        <p159:morph option="byObject"/>
      </p:transition>
    </mc:Choice>
    <mc:Fallback>
      <p:transition spd="fast" advTm="800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43.3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rect-1q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7"/>
          </a:solidFill>
          <a:ln>
            <a:noFill/>
          </a:ln>
        </p:spPr>
      </p:sp>
      <p:sp>
        <p:nvSpPr>
          <p:cNvPr id="3" name="!!ellipse-1q2"/>
          <p:cNvSpPr/>
          <p:nvPr/>
        </p:nvSpPr>
        <p:spPr>
          <a:xfrm>
            <a:off x="-889000" y="-952500"/>
            <a:ext cx="13970000" cy="7874000"/>
          </a:xfrm>
          <a:prstGeom prst="ellipse">
            <a:avLst/>
          </a:prstGeom>
          <a:gradFill rotWithShape="1">
            <a:gsLst>
              <a:gs pos="0">
                <a:srgbClr val="FFFFFF">
                  <a:alpha val="95000"/>
                </a:srgbClr>
              </a:gs>
              <a:gs pos="40865">
                <a:srgbClr val="FFFFFF">
                  <a:alpha val="35000"/>
                </a:srgbClr>
              </a:gs>
              <a:gs pos="68108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!!rect-1q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P1"/>
            <a:srcRect/>
            <a:tile tx="88887" ty="8045" sx="16667" sy="16667" flip="none" algn="tl"/>
          </a:blipFill>
          <a:ln>
            <a:noFill/>
          </a:ln>
        </p:spPr>
      </p:sp>
      <p:sp>
        <p:nvSpPr>
          <p:cNvPr id="5" name="!!circle-1qb"/>
          <p:cNvSpPr/>
          <p:nvPr/>
        </p:nvSpPr>
        <p:spPr>
          <a:xfrm>
            <a:off x="260871" y="3058128"/>
            <a:ext cx="2046732" cy="2046732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" name="!!circle-1qg"/>
          <p:cNvSpPr/>
          <p:nvPr/>
        </p:nvSpPr>
        <p:spPr>
          <a:xfrm>
            <a:off x="3123190" y="4863433"/>
            <a:ext cx="1987309" cy="1987309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7" name="!!circle-1rf"/>
          <p:cNvSpPr/>
          <p:nvPr/>
        </p:nvSpPr>
        <p:spPr>
          <a:xfrm>
            <a:off x="1192327" y="3898932"/>
            <a:ext cx="1614653" cy="1614653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8" name="!!circle-1ro"/>
          <p:cNvSpPr/>
          <p:nvPr/>
        </p:nvSpPr>
        <p:spPr>
          <a:xfrm>
            <a:off x="5740082" y="5009864"/>
            <a:ext cx="1641335" cy="1641335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9" name="!!circle-1rq"/>
          <p:cNvSpPr/>
          <p:nvPr/>
        </p:nvSpPr>
        <p:spPr>
          <a:xfrm>
            <a:off x="-559130" y="1567828"/>
            <a:ext cx="1404252" cy="1404252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0" name="!!circle-1s5"/>
          <p:cNvSpPr/>
          <p:nvPr/>
        </p:nvSpPr>
        <p:spPr>
          <a:xfrm>
            <a:off x="4326560" y="6158389"/>
            <a:ext cx="905091" cy="905091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1" name="!!circle-1sg"/>
          <p:cNvSpPr/>
          <p:nvPr/>
        </p:nvSpPr>
        <p:spPr>
          <a:xfrm>
            <a:off x="-538867" y="907891"/>
            <a:ext cx="1615783" cy="1615783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2" name="!!rect-1sh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5F7">
                  <a:alpha val="0"/>
                </a:srgbClr>
              </a:gs>
              <a:gs pos="20428">
                <a:srgbClr val="F3F5F7">
                  <a:alpha val="0"/>
                </a:srgbClr>
              </a:gs>
              <a:gs pos="66730">
                <a:srgbClr val="F3F5F7"/>
              </a:gs>
              <a:gs pos="100000">
                <a:srgbClr val="F3F5F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3" name="!!circle-1sj"/>
          <p:cNvSpPr/>
          <p:nvPr/>
        </p:nvSpPr>
        <p:spPr>
          <a:xfrm>
            <a:off x="112688" y="309487"/>
            <a:ext cx="50038" cy="50038"/>
          </a:xfrm>
          <a:prstGeom prst="ellipse">
            <a:avLst/>
          </a:prstGeom>
          <a:solidFill>
            <a:srgbClr val="627D8D">
              <a:alpha val="25400"/>
            </a:srgbClr>
          </a:solidFill>
          <a:ln>
            <a:noFill/>
          </a:ln>
        </p:spPr>
      </p:sp>
      <p:sp>
        <p:nvSpPr>
          <p:cNvPr id="14" name="!!circle-1sm"/>
          <p:cNvSpPr/>
          <p:nvPr/>
        </p:nvSpPr>
        <p:spPr>
          <a:xfrm>
            <a:off x="5648089" y="1564856"/>
            <a:ext cx="36055" cy="36055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15" name="!!circle-1sp"/>
          <p:cNvSpPr/>
          <p:nvPr/>
        </p:nvSpPr>
        <p:spPr>
          <a:xfrm>
            <a:off x="9305476" y="3476789"/>
            <a:ext cx="24295" cy="24295"/>
          </a:xfrm>
          <a:prstGeom prst="ellipse">
            <a:avLst/>
          </a:prstGeom>
          <a:solidFill>
            <a:srgbClr val="627D8D">
              <a:alpha val="18100"/>
            </a:srgbClr>
          </a:solidFill>
          <a:ln>
            <a:noFill/>
          </a:ln>
        </p:spPr>
      </p:sp>
      <p:sp>
        <p:nvSpPr>
          <p:cNvPr id="16" name="!!circle-1ss"/>
          <p:cNvSpPr/>
          <p:nvPr/>
        </p:nvSpPr>
        <p:spPr>
          <a:xfrm>
            <a:off x="3581034" y="6638343"/>
            <a:ext cx="25959" cy="25959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17" name="!!circle-1sv"/>
          <p:cNvSpPr/>
          <p:nvPr/>
        </p:nvSpPr>
        <p:spPr>
          <a:xfrm>
            <a:off x="1889321" y="1934267"/>
            <a:ext cx="35878" cy="35878"/>
          </a:xfrm>
          <a:prstGeom prst="ellipse">
            <a:avLst/>
          </a:prstGeom>
          <a:solidFill>
            <a:srgbClr val="627D8D">
              <a:alpha val="26800"/>
            </a:srgbClr>
          </a:solidFill>
          <a:ln>
            <a:noFill/>
          </a:ln>
        </p:spPr>
      </p:sp>
      <p:sp>
        <p:nvSpPr>
          <p:cNvPr id="18" name="!!circle-1sy"/>
          <p:cNvSpPr/>
          <p:nvPr/>
        </p:nvSpPr>
        <p:spPr>
          <a:xfrm>
            <a:off x="6753001" y="4141696"/>
            <a:ext cx="40234" cy="40234"/>
          </a:xfrm>
          <a:prstGeom prst="ellipse">
            <a:avLst/>
          </a:prstGeom>
          <a:solidFill>
            <a:srgbClr val="627D8D">
              <a:alpha val="31300"/>
            </a:srgbClr>
          </a:solidFill>
          <a:ln>
            <a:noFill/>
          </a:ln>
        </p:spPr>
      </p:sp>
      <p:sp>
        <p:nvSpPr>
          <p:cNvPr id="19" name="!!circle-1t1"/>
          <p:cNvSpPr/>
          <p:nvPr/>
        </p:nvSpPr>
        <p:spPr>
          <a:xfrm>
            <a:off x="10053296" y="182157"/>
            <a:ext cx="23559" cy="23559"/>
          </a:xfrm>
          <a:prstGeom prst="ellipse">
            <a:avLst/>
          </a:prstGeom>
          <a:solidFill>
            <a:srgbClr val="627D8D">
              <a:alpha val="17900"/>
            </a:srgbClr>
          </a:solidFill>
          <a:ln>
            <a:noFill/>
          </a:ln>
        </p:spPr>
      </p:sp>
      <p:sp>
        <p:nvSpPr>
          <p:cNvPr id="20" name="!!circle-1t4"/>
          <p:cNvSpPr/>
          <p:nvPr/>
        </p:nvSpPr>
        <p:spPr>
          <a:xfrm>
            <a:off x="1082809" y="5167249"/>
            <a:ext cx="29959" cy="29959"/>
          </a:xfrm>
          <a:prstGeom prst="ellipse">
            <a:avLst/>
          </a:prstGeom>
          <a:solidFill>
            <a:srgbClr val="627D8D">
              <a:alpha val="19400"/>
            </a:srgbClr>
          </a:solidFill>
          <a:ln>
            <a:noFill/>
          </a:ln>
        </p:spPr>
      </p:sp>
      <p:sp>
        <p:nvSpPr>
          <p:cNvPr id="21" name="!!circle-1t7"/>
          <p:cNvSpPr/>
          <p:nvPr/>
        </p:nvSpPr>
        <p:spPr>
          <a:xfrm>
            <a:off x="8540663" y="4656058"/>
            <a:ext cx="28702" cy="28702"/>
          </a:xfrm>
          <a:prstGeom prst="ellipse">
            <a:avLst/>
          </a:prstGeom>
          <a:solidFill>
            <a:srgbClr val="627D8D">
              <a:alpha val="17800"/>
            </a:srgbClr>
          </a:solidFill>
          <a:ln>
            <a:noFill/>
          </a:ln>
        </p:spPr>
      </p:sp>
      <p:sp>
        <p:nvSpPr>
          <p:cNvPr id="22" name="!!circle-1ta"/>
          <p:cNvSpPr/>
          <p:nvPr/>
        </p:nvSpPr>
        <p:spPr>
          <a:xfrm>
            <a:off x="11095555" y="2128297"/>
            <a:ext cx="24066" cy="24066"/>
          </a:xfrm>
          <a:prstGeom prst="ellipse">
            <a:avLst/>
          </a:prstGeom>
          <a:solidFill>
            <a:srgbClr val="627D8D">
              <a:alpha val="23900"/>
            </a:srgbClr>
          </a:solidFill>
          <a:ln>
            <a:noFill/>
          </a:ln>
        </p:spPr>
      </p:sp>
      <p:sp>
        <p:nvSpPr>
          <p:cNvPr id="23" name="!!circle-1td"/>
          <p:cNvSpPr/>
          <p:nvPr/>
        </p:nvSpPr>
        <p:spPr>
          <a:xfrm>
            <a:off x="8346692" y="6196283"/>
            <a:ext cx="35865" cy="35865"/>
          </a:xfrm>
          <a:prstGeom prst="ellipse">
            <a:avLst/>
          </a:prstGeom>
          <a:solidFill>
            <a:srgbClr val="627D8D">
              <a:alpha val="28200"/>
            </a:srgbClr>
          </a:solidFill>
          <a:ln>
            <a:noFill/>
          </a:ln>
        </p:spPr>
      </p:sp>
      <p:sp>
        <p:nvSpPr>
          <p:cNvPr id="24" name="!!circle-1tg"/>
          <p:cNvSpPr/>
          <p:nvPr/>
        </p:nvSpPr>
        <p:spPr>
          <a:xfrm>
            <a:off x="1425228" y="3477801"/>
            <a:ext cx="39218" cy="39218"/>
          </a:xfrm>
          <a:prstGeom prst="ellipse">
            <a:avLst/>
          </a:prstGeom>
          <a:solidFill>
            <a:srgbClr val="627D8D">
              <a:alpha val="29600"/>
            </a:srgbClr>
          </a:solidFill>
          <a:ln>
            <a:noFill/>
          </a:ln>
        </p:spPr>
      </p:sp>
      <p:sp>
        <p:nvSpPr>
          <p:cNvPr id="25" name="!!circle-1tj"/>
          <p:cNvSpPr/>
          <p:nvPr/>
        </p:nvSpPr>
        <p:spPr>
          <a:xfrm>
            <a:off x="7193900" y="6463532"/>
            <a:ext cx="49733" cy="49733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6" name="!!circle-1tm"/>
          <p:cNvSpPr/>
          <p:nvPr/>
        </p:nvSpPr>
        <p:spPr>
          <a:xfrm>
            <a:off x="6296342" y="2113814"/>
            <a:ext cx="41694" cy="41694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7" name="!!circle-1tp"/>
          <p:cNvSpPr/>
          <p:nvPr/>
        </p:nvSpPr>
        <p:spPr>
          <a:xfrm>
            <a:off x="6784432" y="5515871"/>
            <a:ext cx="31979" cy="31979"/>
          </a:xfrm>
          <a:prstGeom prst="ellipse">
            <a:avLst/>
          </a:prstGeom>
          <a:solidFill>
            <a:srgbClr val="627D8D">
              <a:alpha val="24100"/>
            </a:srgbClr>
          </a:solidFill>
          <a:ln>
            <a:noFill/>
          </a:ln>
        </p:spPr>
      </p:sp>
      <p:sp>
        <p:nvSpPr>
          <p:cNvPr id="28" name="!!circle-1ts"/>
          <p:cNvSpPr/>
          <p:nvPr/>
        </p:nvSpPr>
        <p:spPr>
          <a:xfrm>
            <a:off x="3817170" y="1480141"/>
            <a:ext cx="18085" cy="18085"/>
          </a:xfrm>
          <a:prstGeom prst="ellipse">
            <a:avLst/>
          </a:prstGeom>
          <a:solidFill>
            <a:srgbClr val="627D8D">
              <a:alpha val="10500"/>
            </a:srgbClr>
          </a:solidFill>
          <a:ln>
            <a:noFill/>
          </a:ln>
        </p:spPr>
      </p:sp>
      <p:sp>
        <p:nvSpPr>
          <p:cNvPr id="29" name="!!circle-1tv"/>
          <p:cNvSpPr/>
          <p:nvPr/>
        </p:nvSpPr>
        <p:spPr>
          <a:xfrm>
            <a:off x="7695357" y="-31417"/>
            <a:ext cx="38214" cy="38214"/>
          </a:xfrm>
          <a:prstGeom prst="ellipse">
            <a:avLst/>
          </a:prstGeom>
          <a:solidFill>
            <a:srgbClr val="627D8D">
              <a:alpha val="23100"/>
            </a:srgbClr>
          </a:solidFill>
          <a:ln>
            <a:noFill/>
          </a:ln>
        </p:spPr>
      </p:sp>
      <p:sp>
        <p:nvSpPr>
          <p:cNvPr id="30" name="!!circle-1ty"/>
          <p:cNvSpPr/>
          <p:nvPr/>
        </p:nvSpPr>
        <p:spPr>
          <a:xfrm>
            <a:off x="3387181" y="6642959"/>
            <a:ext cx="39243" cy="39243"/>
          </a:xfrm>
          <a:prstGeom prst="ellipse">
            <a:avLst/>
          </a:prstGeom>
          <a:solidFill>
            <a:srgbClr val="627D8D">
              <a:alpha val="27700"/>
            </a:srgbClr>
          </a:solidFill>
          <a:ln>
            <a:noFill/>
          </a:ln>
        </p:spPr>
      </p:sp>
      <p:sp>
        <p:nvSpPr>
          <p:cNvPr id="31" name="!!circle-1u1"/>
          <p:cNvSpPr/>
          <p:nvPr/>
        </p:nvSpPr>
        <p:spPr>
          <a:xfrm>
            <a:off x="1672719" y="6748688"/>
            <a:ext cx="34519" cy="34519"/>
          </a:xfrm>
          <a:prstGeom prst="ellipse">
            <a:avLst/>
          </a:prstGeom>
          <a:solidFill>
            <a:srgbClr val="627D8D">
              <a:alpha val="22500"/>
            </a:srgbClr>
          </a:solidFill>
          <a:ln>
            <a:noFill/>
          </a:ln>
        </p:spPr>
      </p:sp>
      <p:sp>
        <p:nvSpPr>
          <p:cNvPr id="32" name="!!circle-1u4"/>
          <p:cNvSpPr/>
          <p:nvPr/>
        </p:nvSpPr>
        <p:spPr>
          <a:xfrm>
            <a:off x="2571291" y="5451265"/>
            <a:ext cx="46228" cy="46228"/>
          </a:xfrm>
          <a:prstGeom prst="ellipse">
            <a:avLst/>
          </a:prstGeom>
          <a:solidFill>
            <a:srgbClr val="627D8D">
              <a:alpha val="26200"/>
            </a:srgbClr>
          </a:solidFill>
          <a:ln>
            <a:noFill/>
          </a:ln>
        </p:spPr>
      </p:sp>
      <p:sp>
        <p:nvSpPr>
          <p:cNvPr id="33" name="!!circle-1u7"/>
          <p:cNvSpPr/>
          <p:nvPr/>
        </p:nvSpPr>
        <p:spPr>
          <a:xfrm>
            <a:off x="7408485" y="4966392"/>
            <a:ext cx="49327" cy="49327"/>
          </a:xfrm>
          <a:prstGeom prst="ellipse">
            <a:avLst/>
          </a:prstGeom>
          <a:solidFill>
            <a:srgbClr val="627D8D">
              <a:alpha val="20800"/>
            </a:srgbClr>
          </a:solidFill>
          <a:ln>
            <a:noFill/>
          </a:ln>
        </p:spPr>
      </p:sp>
      <p:sp>
        <p:nvSpPr>
          <p:cNvPr id="34" name="!!circle-1ua"/>
          <p:cNvSpPr/>
          <p:nvPr/>
        </p:nvSpPr>
        <p:spPr>
          <a:xfrm>
            <a:off x="9690282" y="5758374"/>
            <a:ext cx="24054" cy="24054"/>
          </a:xfrm>
          <a:prstGeom prst="ellipse">
            <a:avLst/>
          </a:prstGeom>
          <a:solidFill>
            <a:srgbClr val="627D8D">
              <a:alpha val="22200"/>
            </a:srgbClr>
          </a:solidFill>
          <a:ln>
            <a:noFill/>
          </a:ln>
        </p:spPr>
      </p:sp>
      <p:sp>
        <p:nvSpPr>
          <p:cNvPr id="35" name="!!circle-1ud"/>
          <p:cNvSpPr/>
          <p:nvPr/>
        </p:nvSpPr>
        <p:spPr>
          <a:xfrm>
            <a:off x="2154662" y="1649378"/>
            <a:ext cx="32271" cy="32271"/>
          </a:xfrm>
          <a:prstGeom prst="ellipse">
            <a:avLst/>
          </a:prstGeom>
          <a:solidFill>
            <a:srgbClr val="627D8D">
              <a:alpha val="20500"/>
            </a:srgbClr>
          </a:solidFill>
          <a:ln>
            <a:noFill/>
          </a:ln>
        </p:spPr>
      </p:sp>
      <p:sp>
        <p:nvSpPr>
          <p:cNvPr id="36" name="!!circle-1ug"/>
          <p:cNvSpPr/>
          <p:nvPr/>
        </p:nvSpPr>
        <p:spPr>
          <a:xfrm>
            <a:off x="2077153" y="15453"/>
            <a:ext cx="21323" cy="21323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37" name="!!circle-1uj"/>
          <p:cNvSpPr/>
          <p:nvPr/>
        </p:nvSpPr>
        <p:spPr>
          <a:xfrm>
            <a:off x="2102423" y="2686416"/>
            <a:ext cx="34252" cy="34252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38" name="!!circle-1um"/>
          <p:cNvSpPr/>
          <p:nvPr/>
        </p:nvSpPr>
        <p:spPr>
          <a:xfrm>
            <a:off x="9623543" y="4732429"/>
            <a:ext cx="44196" cy="44196"/>
          </a:xfrm>
          <a:prstGeom prst="ellipse">
            <a:avLst/>
          </a:prstGeom>
          <a:solidFill>
            <a:srgbClr val="627D8D">
              <a:alpha val="21700"/>
            </a:srgbClr>
          </a:solidFill>
          <a:ln>
            <a:noFill/>
          </a:ln>
        </p:spPr>
      </p:sp>
      <p:sp>
        <p:nvSpPr>
          <p:cNvPr id="39" name="!!circle-1up"/>
          <p:cNvSpPr/>
          <p:nvPr/>
        </p:nvSpPr>
        <p:spPr>
          <a:xfrm>
            <a:off x="6828963" y="1945655"/>
            <a:ext cx="35192" cy="35192"/>
          </a:xfrm>
          <a:prstGeom prst="ellipse">
            <a:avLst/>
          </a:prstGeom>
          <a:solidFill>
            <a:srgbClr val="627D8D">
              <a:alpha val="27100"/>
            </a:srgbClr>
          </a:solidFill>
          <a:ln>
            <a:noFill/>
          </a:ln>
        </p:spPr>
      </p:sp>
      <p:sp>
        <p:nvSpPr>
          <p:cNvPr id="40" name="!!circle-1us"/>
          <p:cNvSpPr/>
          <p:nvPr/>
        </p:nvSpPr>
        <p:spPr>
          <a:xfrm>
            <a:off x="10081415" y="5579450"/>
            <a:ext cx="43358" cy="43358"/>
          </a:xfrm>
          <a:prstGeom prst="ellipse">
            <a:avLst/>
          </a:prstGeom>
          <a:solidFill>
            <a:srgbClr val="627D8D">
              <a:alpha val="19500"/>
            </a:srgbClr>
          </a:solidFill>
          <a:ln>
            <a:noFill/>
          </a:ln>
        </p:spPr>
      </p:sp>
      <p:sp>
        <p:nvSpPr>
          <p:cNvPr id="41" name="!!circle-1uv"/>
          <p:cNvSpPr/>
          <p:nvPr/>
        </p:nvSpPr>
        <p:spPr>
          <a:xfrm>
            <a:off x="3072575" y="2383799"/>
            <a:ext cx="33528" cy="33528"/>
          </a:xfrm>
          <a:prstGeom prst="ellipse">
            <a:avLst/>
          </a:prstGeom>
          <a:solidFill>
            <a:srgbClr val="627D8D">
              <a:alpha val="28300"/>
            </a:srgbClr>
          </a:solidFill>
          <a:ln>
            <a:noFill/>
          </a:ln>
        </p:spPr>
      </p:sp>
      <p:sp>
        <p:nvSpPr>
          <p:cNvPr id="42" name="!!circle-1uy"/>
          <p:cNvSpPr/>
          <p:nvPr/>
        </p:nvSpPr>
        <p:spPr>
          <a:xfrm>
            <a:off x="6727059" y="2911498"/>
            <a:ext cx="28956" cy="28956"/>
          </a:xfrm>
          <a:prstGeom prst="ellipse">
            <a:avLst/>
          </a:prstGeom>
          <a:solidFill>
            <a:srgbClr val="627D8D">
              <a:alpha val="21800"/>
            </a:srgbClr>
          </a:solidFill>
          <a:ln>
            <a:noFill/>
          </a:ln>
        </p:spPr>
      </p:sp>
      <p:sp>
        <p:nvSpPr>
          <p:cNvPr id="43" name="!!circle-1v1"/>
          <p:cNvSpPr/>
          <p:nvPr/>
        </p:nvSpPr>
        <p:spPr>
          <a:xfrm>
            <a:off x="6964656" y="6658030"/>
            <a:ext cx="45555" cy="45555"/>
          </a:xfrm>
          <a:prstGeom prst="ellipse">
            <a:avLst/>
          </a:prstGeom>
          <a:solidFill>
            <a:srgbClr val="627D8D">
              <a:alpha val="20900"/>
            </a:srgbClr>
          </a:solidFill>
          <a:ln>
            <a:noFill/>
          </a:ln>
        </p:spPr>
      </p:sp>
      <p:sp>
        <p:nvSpPr>
          <p:cNvPr id="44" name="!!circle-1v4"/>
          <p:cNvSpPr/>
          <p:nvPr/>
        </p:nvSpPr>
        <p:spPr>
          <a:xfrm>
            <a:off x="11326035" y="3648066"/>
            <a:ext cx="39484" cy="39484"/>
          </a:xfrm>
          <a:prstGeom prst="ellipse">
            <a:avLst/>
          </a:prstGeom>
          <a:solidFill>
            <a:srgbClr val="627D8D">
              <a:alpha val="13600"/>
            </a:srgbClr>
          </a:solidFill>
          <a:ln>
            <a:noFill/>
          </a:ln>
        </p:spPr>
      </p:sp>
      <p:sp>
        <p:nvSpPr>
          <p:cNvPr id="45" name="!!circle-1v7"/>
          <p:cNvSpPr/>
          <p:nvPr/>
        </p:nvSpPr>
        <p:spPr>
          <a:xfrm>
            <a:off x="7428089" y="5810589"/>
            <a:ext cx="30455" cy="30455"/>
          </a:xfrm>
          <a:prstGeom prst="ellipse">
            <a:avLst/>
          </a:prstGeom>
          <a:solidFill>
            <a:srgbClr val="627D8D">
              <a:alpha val="16500"/>
            </a:srgbClr>
          </a:solidFill>
          <a:ln>
            <a:noFill/>
          </a:ln>
        </p:spPr>
      </p:sp>
      <p:sp>
        <p:nvSpPr>
          <p:cNvPr id="46" name="!!circle-1va"/>
          <p:cNvSpPr/>
          <p:nvPr/>
        </p:nvSpPr>
        <p:spPr>
          <a:xfrm>
            <a:off x="8923630" y="6558918"/>
            <a:ext cx="28257" cy="28257"/>
          </a:xfrm>
          <a:prstGeom prst="ellipse">
            <a:avLst/>
          </a:prstGeom>
          <a:solidFill>
            <a:srgbClr val="627D8D">
              <a:alpha val="15700"/>
            </a:srgbClr>
          </a:solidFill>
          <a:ln>
            <a:noFill/>
          </a:ln>
        </p:spPr>
      </p:sp>
      <p:sp>
        <p:nvSpPr>
          <p:cNvPr id="47" name="!!circle-1vd"/>
          <p:cNvSpPr/>
          <p:nvPr/>
        </p:nvSpPr>
        <p:spPr>
          <a:xfrm>
            <a:off x="11294802" y="5296169"/>
            <a:ext cx="45149" cy="45149"/>
          </a:xfrm>
          <a:prstGeom prst="ellipse">
            <a:avLst/>
          </a:prstGeom>
          <a:solidFill>
            <a:srgbClr val="627D8D">
              <a:alpha val="31200"/>
            </a:srgbClr>
          </a:solidFill>
          <a:ln>
            <a:noFill/>
          </a:ln>
        </p:spPr>
      </p:sp>
      <p:sp>
        <p:nvSpPr>
          <p:cNvPr id="48" name="!!circle-1vg"/>
          <p:cNvSpPr/>
          <p:nvPr/>
        </p:nvSpPr>
        <p:spPr>
          <a:xfrm>
            <a:off x="3436559" y="3561569"/>
            <a:ext cx="30696" cy="30696"/>
          </a:xfrm>
          <a:prstGeom prst="ellipse">
            <a:avLst/>
          </a:prstGeom>
          <a:solidFill>
            <a:srgbClr val="627D8D">
              <a:alpha val="25700"/>
            </a:srgbClr>
          </a:solidFill>
          <a:ln>
            <a:noFill/>
          </a:ln>
        </p:spPr>
      </p:sp>
      <p:sp>
        <p:nvSpPr>
          <p:cNvPr id="49" name="!!circle-1vj"/>
          <p:cNvSpPr/>
          <p:nvPr/>
        </p:nvSpPr>
        <p:spPr>
          <a:xfrm>
            <a:off x="8825967" y="4120328"/>
            <a:ext cx="37401" cy="37401"/>
          </a:xfrm>
          <a:prstGeom prst="ellipse">
            <a:avLst/>
          </a:prstGeom>
          <a:solidFill>
            <a:srgbClr val="627D8D">
              <a:alpha val="16000"/>
            </a:srgbClr>
          </a:solidFill>
          <a:ln>
            <a:noFill/>
          </a:ln>
        </p:spPr>
      </p:sp>
      <p:sp>
        <p:nvSpPr>
          <p:cNvPr id="50" name="!!circle-1vm"/>
          <p:cNvSpPr/>
          <p:nvPr/>
        </p:nvSpPr>
        <p:spPr>
          <a:xfrm>
            <a:off x="1708680" y="4845061"/>
            <a:ext cx="33096" cy="33096"/>
          </a:xfrm>
          <a:prstGeom prst="ellipse">
            <a:avLst/>
          </a:prstGeom>
          <a:solidFill>
            <a:srgbClr val="627D8D">
              <a:alpha val="22300"/>
            </a:srgbClr>
          </a:solidFill>
          <a:ln>
            <a:noFill/>
          </a:ln>
        </p:spPr>
      </p:sp>
      <p:sp>
        <p:nvSpPr>
          <p:cNvPr id="51" name="!!circle-1vp"/>
          <p:cNvSpPr/>
          <p:nvPr/>
        </p:nvSpPr>
        <p:spPr>
          <a:xfrm>
            <a:off x="11603138" y="950066"/>
            <a:ext cx="21145" cy="21145"/>
          </a:xfrm>
          <a:prstGeom prst="ellipse">
            <a:avLst/>
          </a:prstGeom>
          <a:solidFill>
            <a:srgbClr val="627D8D">
              <a:alpha val="16300"/>
            </a:srgbClr>
          </a:solidFill>
          <a:ln>
            <a:noFill/>
          </a:ln>
        </p:spPr>
      </p:sp>
      <p:sp>
        <p:nvSpPr>
          <p:cNvPr id="52" name="!!circle-1vs"/>
          <p:cNvSpPr/>
          <p:nvPr/>
        </p:nvSpPr>
        <p:spPr>
          <a:xfrm>
            <a:off x="11077415" y="5796747"/>
            <a:ext cx="35281" cy="35281"/>
          </a:xfrm>
          <a:prstGeom prst="ellipse">
            <a:avLst/>
          </a:prstGeom>
          <a:solidFill>
            <a:srgbClr val="627D8D">
              <a:alpha val="30000"/>
            </a:srgbClr>
          </a:solidFill>
          <a:ln>
            <a:noFill/>
          </a:ln>
        </p:spPr>
      </p:sp>
      <p:sp>
        <p:nvSpPr>
          <p:cNvPr id="53" name="!!path-2q9"/>
          <p:cNvSpPr/>
          <p:nvPr/>
        </p:nvSpPr>
        <p:spPr>
          <a:xfrm>
            <a:off x="7697372" y="0"/>
            <a:ext cx="650646" cy="6858000"/>
          </a:xfrm>
          <a:custGeom>
            <a:avLst/>
            <a:gdLst/>
            <a:ahLst/>
            <a:cxnLst/>
            <a:rect l="l" t="t" r="r" b="b"/>
            <a:pathLst>
              <a:path w="650646" h="6858000">
                <a:moveTo>
                  <a:pt x="0" y="6858000"/>
                </a:moveTo>
                <a:lnTo>
                  <a:pt x="0" y="145260"/>
                </a:lnTo>
                <a:lnTo>
                  <a:pt x="244649" y="0"/>
                </a:lnTo>
                <a:lnTo>
                  <a:pt x="650646" y="0"/>
                </a:lnTo>
                <a:lnTo>
                  <a:pt x="650646" y="6858000"/>
                </a:lnTo>
                <a:close/>
              </a:path>
            </a:pathLst>
          </a:custGeom>
          <a:gradFill rotWithShape="1">
            <a:gsLst>
              <a:gs pos="0">
                <a:srgbClr val="DBE2E7"/>
              </a:gs>
              <a:gs pos="100000">
                <a:srgbClr val="C5CFD6"/>
              </a:gs>
            </a:gsLst>
            <a:lin ang="5400000" scaled="0"/>
          </a:gradFill>
          <a:ln>
            <a:noFill/>
          </a:ln>
        </p:spPr>
      </p:sp>
      <p:sp>
        <p:nvSpPr>
          <p:cNvPr id="54" name="!!path-2qa"/>
          <p:cNvSpPr/>
          <p:nvPr/>
        </p:nvSpPr>
        <p:spPr>
          <a:xfrm>
            <a:off x="3630832" y="0"/>
            <a:ext cx="4311189" cy="145260"/>
          </a:xfrm>
          <a:custGeom>
            <a:avLst/>
            <a:gdLst/>
            <a:ahLst/>
            <a:cxnLst/>
            <a:rect l="l" t="t" r="r" b="b"/>
            <a:pathLst>
              <a:path w="4311189" h="145260">
                <a:moveTo>
                  <a:pt x="244649" y="0"/>
                </a:moveTo>
                <a:lnTo>
                  <a:pt x="0" y="145260"/>
                </a:lnTo>
                <a:lnTo>
                  <a:pt x="4066540" y="145260"/>
                </a:lnTo>
                <a:lnTo>
                  <a:pt x="4311189" y="0"/>
                </a:lnTo>
                <a:close/>
              </a:path>
            </a:pathLst>
          </a:custGeom>
          <a:gradFill rotWithShape="1">
            <a:gsLst>
              <a:gs pos="0">
                <a:srgbClr val="EEF1F4"/>
              </a:gs>
              <a:gs pos="100000">
                <a:srgbClr val="E7ECEF"/>
              </a:gs>
            </a:gsLst>
            <a:lin ang="5400000" scaled="0"/>
          </a:gradFill>
          <a:ln>
            <a:noFill/>
          </a:ln>
        </p:spPr>
      </p:sp>
      <p:sp>
        <p:nvSpPr>
          <p:cNvPr id="55" name="!!path-2qb"/>
          <p:cNvSpPr/>
          <p:nvPr/>
        </p:nvSpPr>
        <p:spPr>
          <a:xfrm>
            <a:off x="3630832" y="145260"/>
            <a:ext cx="4066540" cy="6712740"/>
          </a:xfrm>
          <a:custGeom>
            <a:avLst/>
            <a:gdLst/>
            <a:ahLst/>
            <a:cxnLst/>
            <a:rect l="l" t="t" r="r" b="b"/>
            <a:pathLst>
              <a:path w="4066540" h="6712740">
                <a:moveTo>
                  <a:pt x="50832" y="0"/>
                </a:moveTo>
                <a:lnTo>
                  <a:pt x="4015708" y="0"/>
                </a:lnTo>
                <a:lnTo>
                  <a:pt x="4022607" y="464"/>
                </a:lnTo>
                <a:lnTo>
                  <a:pt x="4029224" y="1816"/>
                </a:lnTo>
                <a:lnTo>
                  <a:pt x="4035497" y="3995"/>
                </a:lnTo>
                <a:lnTo>
                  <a:pt x="4041367" y="6941"/>
                </a:lnTo>
                <a:lnTo>
                  <a:pt x="4046773" y="10593"/>
                </a:lnTo>
                <a:lnTo>
                  <a:pt x="4051654" y="14890"/>
                </a:lnTo>
                <a:lnTo>
                  <a:pt x="4055951" y="19772"/>
                </a:lnTo>
                <a:lnTo>
                  <a:pt x="4059601" y="25178"/>
                </a:lnTo>
                <a:lnTo>
                  <a:pt x="4062546" y="31048"/>
                </a:lnTo>
                <a:lnTo>
                  <a:pt x="4064725" y="37320"/>
                </a:lnTo>
                <a:lnTo>
                  <a:pt x="4066076" y="43935"/>
                </a:lnTo>
                <a:lnTo>
                  <a:pt x="4066540" y="50832"/>
                </a:lnTo>
                <a:lnTo>
                  <a:pt x="4066540" y="6712740"/>
                </a:lnTo>
                <a:lnTo>
                  <a:pt x="0" y="6712740"/>
                </a:lnTo>
                <a:lnTo>
                  <a:pt x="0" y="50832"/>
                </a:lnTo>
                <a:lnTo>
                  <a:pt x="464" y="43935"/>
                </a:lnTo>
                <a:lnTo>
                  <a:pt x="1816" y="37320"/>
                </a:lnTo>
                <a:lnTo>
                  <a:pt x="3995" y="31048"/>
                </a:lnTo>
                <a:lnTo>
                  <a:pt x="6941" y="25178"/>
                </a:lnTo>
                <a:lnTo>
                  <a:pt x="10593" y="19772"/>
                </a:lnTo>
                <a:lnTo>
                  <a:pt x="14890" y="14890"/>
                </a:lnTo>
                <a:lnTo>
                  <a:pt x="19772" y="10593"/>
                </a:lnTo>
                <a:lnTo>
                  <a:pt x="25178" y="6941"/>
                </a:lnTo>
                <a:lnTo>
                  <a:pt x="31048" y="3995"/>
                </a:lnTo>
                <a:lnTo>
                  <a:pt x="37320" y="1816"/>
                </a:lnTo>
                <a:lnTo>
                  <a:pt x="43935" y="464"/>
                </a:lnTo>
                <a:lnTo>
                  <a:pt x="50832" y="0"/>
                </a:ln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59974">
                <a:srgbClr val="F8FAFB"/>
              </a:gs>
              <a:gs pos="100000">
                <a:srgbClr val="EEF2F4"/>
              </a:gs>
            </a:gsLst>
            <a:lin ang="5400000" scaled="0"/>
          </a:gradFill>
          <a:ln>
            <a:noFill/>
          </a:ln>
        </p:spPr>
      </p:sp>
      <p:sp>
        <p:nvSpPr>
          <p:cNvPr id="56" name="!!path-2qc"/>
          <p:cNvSpPr/>
          <p:nvPr/>
        </p:nvSpPr>
        <p:spPr>
          <a:xfrm>
            <a:off x="3630832" y="145260"/>
            <a:ext cx="4066540" cy="7319772"/>
          </a:xfrm>
          <a:custGeom>
            <a:avLst/>
            <a:gdLst/>
            <a:ahLst/>
            <a:cxnLst/>
            <a:rect l="l" t="t" r="r" b="b"/>
            <a:pathLst>
              <a:path w="4066540" h="7319772" fill="none">
                <a:moveTo>
                  <a:pt x="50832" y="0"/>
                </a:moveTo>
                <a:lnTo>
                  <a:pt x="4015708" y="0"/>
                </a:lnTo>
                <a:cubicBezTo>
                  <a:pt x="4043788" y="0"/>
                  <a:pt x="4066540" y="22762"/>
                  <a:pt x="4066540" y="50832"/>
                </a:cubicBezTo>
                <a:lnTo>
                  <a:pt x="4066540" y="7268941"/>
                </a:lnTo>
                <a:cubicBezTo>
                  <a:pt x="4066540" y="7297020"/>
                  <a:pt x="4043788" y="7319772"/>
                  <a:pt x="4015708" y="7319772"/>
                </a:cubicBezTo>
                <a:lnTo>
                  <a:pt x="50832" y="7319772"/>
                </a:lnTo>
                <a:cubicBezTo>
                  <a:pt x="22762" y="7319772"/>
                  <a:pt x="0" y="7297020"/>
                  <a:pt x="0" y="7268941"/>
                </a:cubicBezTo>
                <a:lnTo>
                  <a:pt x="0" y="50832"/>
                </a:lnTo>
                <a:cubicBezTo>
                  <a:pt x="0" y="22762"/>
                  <a:pt x="22762" y="0"/>
                  <a:pt x="50832" y="0"/>
                </a:cubicBezTo>
                <a:close/>
              </a:path>
            </a:pathLst>
          </a:custGeom>
          <a:noFill/>
          <a:ln w="10166" cap="flat">
            <a:solidFill>
              <a:srgbClr val="D3DBE0"/>
            </a:solidFill>
            <a:prstDash val="solid"/>
            <a:miter lim="800000"/>
          </a:ln>
        </p:spPr>
      </p:sp>
      <p:sp>
        <p:nvSpPr>
          <p:cNvPr id="57" name="!!path-2qe"/>
          <p:cNvSpPr/>
          <p:nvPr/>
        </p:nvSpPr>
        <p:spPr>
          <a:xfrm>
            <a:off x="7697372" y="-241061"/>
            <a:ext cx="650646" cy="386321"/>
          </a:xfrm>
          <a:custGeom>
            <a:avLst/>
            <a:gdLst/>
            <a:ahLst/>
            <a:cxnLst/>
            <a:rect l="l" t="t" r="r" b="b"/>
            <a:pathLst>
              <a:path w="650646" h="386321">
                <a:moveTo>
                  <a:pt x="0" y="386321"/>
                </a:moveTo>
                <a:lnTo>
                  <a:pt x="650646" y="0"/>
                </a:lnTo>
              </a:path>
            </a:pathLst>
          </a:custGeom>
          <a:solidFill>
            <a:srgbClr val="000000"/>
          </a:solidFill>
          <a:ln w="14233" cap="flat">
            <a:solidFill>
              <a:srgbClr val="FFFFFF"/>
            </a:solidFill>
            <a:prstDash val="solid"/>
            <a:miter lim="800000"/>
          </a:ln>
        </p:spPr>
      </p:sp>
      <p:sp>
        <p:nvSpPr>
          <p:cNvPr id="58" name="!!rect-2r7"/>
          <p:cNvSpPr/>
          <p:nvPr/>
        </p:nvSpPr>
        <p:spPr>
          <a:xfrm>
            <a:off x="4663733" y="368920"/>
            <a:ext cx="2000738" cy="2586319"/>
          </a:xfrm>
          <a:prstGeom prst="roundRect">
            <a:avLst>
              <a:gd name="adj" fmla="val 7114"/>
            </a:avLst>
          </a:prstGeom>
          <a:solidFill>
            <a:srgbClr val="20282F"/>
          </a:solidFill>
          <a:ln>
            <a:noFill/>
          </a:ln>
        </p:spPr>
      </p:sp>
      <p:sp>
        <p:nvSpPr>
          <p:cNvPr id="59" name="!!rect-2r8"/>
          <p:cNvSpPr/>
          <p:nvPr/>
        </p:nvSpPr>
        <p:spPr>
          <a:xfrm>
            <a:off x="4673899" y="379086"/>
            <a:ext cx="1980405" cy="2565987"/>
          </a:xfrm>
          <a:prstGeom prst="roundRect">
            <a:avLst>
              <a:gd name="adj" fmla="val 6674"/>
            </a:avLst>
          </a:prstGeom>
          <a:noFill/>
          <a:ln w="10166" cap="flat">
            <a:solidFill>
              <a:srgbClr val="FFFFFF">
                <a:alpha val="12000"/>
              </a:srgbClr>
            </a:solidFill>
            <a:prstDash val="solid"/>
            <a:miter lim="800000"/>
          </a:ln>
        </p:spPr>
      </p:sp>
      <p:sp>
        <p:nvSpPr>
          <p:cNvPr id="60" name="!!rect-2rd"/>
          <p:cNvSpPr/>
          <p:nvPr/>
        </p:nvSpPr>
        <p:spPr>
          <a:xfrm>
            <a:off x="4785729" y="490916"/>
            <a:ext cx="1756745" cy="2342327"/>
          </a:xfrm>
          <a:custGeom>
            <a:avLst/>
            <a:gdLst/>
            <a:ahLst/>
            <a:cxnLst/>
            <a:rect l="l" t="t" r="r" b="b"/>
            <a:pathLst>
              <a:path w="1756745" h="2342327">
                <a:moveTo>
                  <a:pt x="43919" y="0"/>
                </a:moveTo>
                <a:lnTo>
                  <a:pt x="1712827" y="0"/>
                </a:lnTo>
                <a:cubicBezTo>
                  <a:pt x="1737082" y="0"/>
                  <a:pt x="1756745" y="19663"/>
                  <a:pt x="1756745" y="43919"/>
                </a:cubicBezTo>
                <a:lnTo>
                  <a:pt x="1756745" y="2298408"/>
                </a:lnTo>
                <a:cubicBezTo>
                  <a:pt x="1756745" y="2322664"/>
                  <a:pt x="1737082" y="2342327"/>
                  <a:pt x="1712827" y="2342327"/>
                </a:cubicBezTo>
                <a:lnTo>
                  <a:pt x="43919" y="2342327"/>
                </a:lnTo>
                <a:cubicBezTo>
                  <a:pt x="19663" y="2342327"/>
                  <a:pt x="0" y="2322664"/>
                  <a:pt x="0" y="2298408"/>
                </a:cubicBezTo>
                <a:lnTo>
                  <a:pt x="0" y="43919"/>
                </a:lnTo>
                <a:cubicBezTo>
                  <a:pt x="0" y="19663"/>
                  <a:pt x="19663" y="0"/>
                  <a:pt x="43919" y="0"/>
                </a:cubicBezTo>
                <a:close/>
              </a:path>
            </a:pathLst>
          </a:custGeom>
          <a:solidFill>
            <a:srgbClr val="0E1318"/>
          </a:solidFill>
          <a:ln>
            <a:noFill/>
          </a:ln>
        </p:spPr>
      </p:sp>
      <p:sp>
        <p:nvSpPr>
          <p:cNvPr id="61" name="!!rect-2rg"/>
          <p:cNvSpPr/>
          <p:nvPr/>
        </p:nvSpPr>
        <p:spPr>
          <a:xfrm>
            <a:off x="4785729" y="490916"/>
            <a:ext cx="1756745" cy="204954"/>
          </a:xfrm>
          <a:custGeom>
            <a:avLst/>
            <a:gdLst/>
            <a:ahLst/>
            <a:cxnLst/>
            <a:rect l="l" t="t" r="r" b="b"/>
            <a:pathLst>
              <a:path w="1756745" h="204954">
                <a:moveTo>
                  <a:pt x="43919" y="0"/>
                </a:moveTo>
                <a:lnTo>
                  <a:pt x="1712827" y="0"/>
                </a:lnTo>
                <a:cubicBezTo>
                  <a:pt x="1737082" y="0"/>
                  <a:pt x="1756745" y="19663"/>
                  <a:pt x="1756745" y="43919"/>
                </a:cubicBezTo>
                <a:lnTo>
                  <a:pt x="1756745" y="204954"/>
                </a:lnTo>
                <a:lnTo>
                  <a:pt x="0" y="204954"/>
                </a:lnTo>
                <a:lnTo>
                  <a:pt x="0" y="43919"/>
                </a:lnTo>
                <a:cubicBezTo>
                  <a:pt x="0" y="19663"/>
                  <a:pt x="19663" y="0"/>
                  <a:pt x="43919" y="0"/>
                </a:cubicBezTo>
                <a:close/>
              </a:path>
            </a:pathLst>
          </a:custGeom>
          <a:solidFill>
            <a:srgbClr val="18212A"/>
          </a:solidFill>
          <a:ln>
            <a:noFill/>
          </a:ln>
        </p:spPr>
      </p:sp>
      <p:sp>
        <p:nvSpPr>
          <p:cNvPr id="62" name="!!text-2rh" descr="智慧書櫃"/>
          <p:cNvSpPr txBox="1"/>
          <p:nvPr/>
        </p:nvSpPr>
        <p:spPr>
          <a:xfrm>
            <a:off x="4858927" y="520781"/>
            <a:ext cx="440650" cy="14838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07" b="1" kern="0" dirty="0">
                <a:solidFill>
                  <a:srgbClr val="EEF2F5"/>
                </a:solidFill>
                <a:latin typeface="Noto Sans TC"/>
                <a:ea typeface="Noto Sans TC"/>
                <a:cs typeface="Noto Sans TC"/>
              </a:rPr>
              <a:t>智慧書櫃</a:t>
            </a:r>
            <a:endParaRPr lang="zh-TW" sz="807"/>
          </a:p>
        </p:txBody>
      </p:sp>
      <p:sp>
        <p:nvSpPr>
          <p:cNvPr id="63" name="!!circle-2rm"/>
          <p:cNvSpPr/>
          <p:nvPr/>
        </p:nvSpPr>
        <p:spPr>
          <a:xfrm>
            <a:off x="6410719" y="564114"/>
            <a:ext cx="58558" cy="58558"/>
          </a:xfrm>
          <a:prstGeom prst="ellipse">
            <a:avLst/>
          </a:prstGeom>
          <a:solidFill>
            <a:srgbClr val="3CCF8E"/>
          </a:solidFill>
          <a:ln>
            <a:noFill/>
          </a:ln>
        </p:spPr>
      </p:sp>
      <p:sp>
        <p:nvSpPr>
          <p:cNvPr id="64" name="!!text-2v7" descr="A01"/>
          <p:cNvSpPr txBox="1"/>
          <p:nvPr/>
        </p:nvSpPr>
        <p:spPr>
          <a:xfrm>
            <a:off x="5397516" y="789563"/>
            <a:ext cx="621010" cy="42396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2305" b="1" kern="0" dirty="0">
                <a:solidFill>
                  <a:srgbClr val="EEF2F5"/>
                </a:solidFill>
                <a:latin typeface="Noto Sans TC"/>
                <a:ea typeface="Noto Sans TC"/>
                <a:cs typeface="Noto Sans TC"/>
              </a:rPr>
              <a:t>A01</a:t>
            </a:r>
            <a:endParaRPr lang="zh-TW" sz="2305"/>
          </a:p>
        </p:txBody>
      </p:sp>
      <p:sp>
        <p:nvSpPr>
          <p:cNvPr id="65" name="!!text-2vb" descr="請將書籍放入 A01 後關上櫃門"/>
          <p:cNvSpPr txBox="1"/>
          <p:nvPr/>
        </p:nvSpPr>
        <p:spPr>
          <a:xfrm>
            <a:off x="4989497" y="1282037"/>
            <a:ext cx="1379953" cy="14838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07" kern="0" dirty="0">
                <a:solidFill>
                  <a:srgbClr val="EEF2F5"/>
                </a:solidFill>
                <a:latin typeface="Noto Sans TC"/>
                <a:ea typeface="Noto Sans TC"/>
                <a:cs typeface="Noto Sans TC"/>
              </a:rPr>
              <a:t>請將書籍放入 A01 後關上櫃門</a:t>
            </a:r>
            <a:endParaRPr lang="zh-TW" sz="807"/>
          </a:p>
        </p:txBody>
      </p:sp>
      <p:sp>
        <p:nvSpPr>
          <p:cNvPr id="66" name="!!circle-2vq"/>
          <p:cNvSpPr/>
          <p:nvPr/>
        </p:nvSpPr>
        <p:spPr>
          <a:xfrm>
            <a:off x="5415230" y="1998789"/>
            <a:ext cx="497744" cy="497744"/>
          </a:xfrm>
          <a:prstGeom prst="ellipse">
            <a:avLst/>
          </a:prstGeom>
          <a:noFill/>
          <a:ln w="29279" cap="flat">
            <a:solidFill>
              <a:srgbClr val="2A3540"/>
            </a:solidFill>
            <a:prstDash val="solid"/>
            <a:miter lim="800000"/>
          </a:ln>
        </p:spPr>
      </p:sp>
      <p:sp>
        <p:nvSpPr>
          <p:cNvPr id="67" name="!!circle-2vr"/>
          <p:cNvSpPr/>
          <p:nvPr/>
        </p:nvSpPr>
        <p:spPr>
          <a:xfrm>
            <a:off x="5415230" y="1998789"/>
            <a:ext cx="497744" cy="497744"/>
          </a:xfrm>
          <a:custGeom>
            <a:avLst/>
            <a:gdLst/>
            <a:ahLst/>
            <a:cxnLst/>
            <a:rect l="l" t="t" r="r" b="b"/>
            <a:pathLst>
              <a:path w="497744" h="497744" fill="none">
                <a:moveTo>
                  <a:pt x="248872" y="0"/>
                </a:moveTo>
                <a:cubicBezTo>
                  <a:pt x="386321" y="0"/>
                  <a:pt x="497744" y="111424"/>
                  <a:pt x="497744" y="248872"/>
                </a:cubicBezTo>
                <a:cubicBezTo>
                  <a:pt x="497744" y="386321"/>
                  <a:pt x="386321" y="497744"/>
                  <a:pt x="248872" y="497744"/>
                </a:cubicBezTo>
                <a:cubicBezTo>
                  <a:pt x="111424" y="497744"/>
                  <a:pt x="0" y="386321"/>
                  <a:pt x="0" y="248872"/>
                </a:cubicBezTo>
                <a:cubicBezTo>
                  <a:pt x="0" y="111424"/>
                  <a:pt x="111424" y="0"/>
                  <a:pt x="248872" y="0"/>
                </a:cubicBezTo>
                <a:close/>
              </a:path>
            </a:pathLst>
          </a:custGeom>
          <a:noFill/>
          <a:ln w="29279" cap="rnd">
            <a:solidFill>
              <a:srgbClr val="46B59C"/>
            </a:solidFill>
            <a:custDash>
              <a:ds d="5340700" sp="5340700"/>
            </a:custDash>
            <a:miter lim="800000"/>
          </a:ln>
        </p:spPr>
      </p:sp>
      <p:sp>
        <p:nvSpPr>
          <p:cNvPr id="68" name="!!text-2w0" descr="29"/>
          <p:cNvSpPr txBox="1"/>
          <p:nvPr/>
        </p:nvSpPr>
        <p:spPr>
          <a:xfrm>
            <a:off x="5491355" y="2033924"/>
            <a:ext cx="433331" cy="42396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2305" b="1" kern="0" dirty="0">
                <a:solidFill>
                  <a:srgbClr val="EEF2F5"/>
                </a:solidFill>
                <a:latin typeface="Noto Sans TC"/>
                <a:ea typeface="Noto Sans TC"/>
                <a:cs typeface="Noto Sans TC"/>
              </a:rPr>
              <a:t>29</a:t>
            </a:r>
            <a:endParaRPr lang="zh-TW" sz="2305"/>
          </a:p>
        </p:txBody>
      </p:sp>
      <p:sp>
        <p:nvSpPr>
          <p:cNvPr id="69" name="!!path-2x0"/>
          <p:cNvSpPr/>
          <p:nvPr/>
        </p:nvSpPr>
        <p:spPr>
          <a:xfrm>
            <a:off x="4983201" y="3230809"/>
            <a:ext cx="263512" cy="174373"/>
          </a:xfrm>
          <a:custGeom>
            <a:avLst/>
            <a:gdLst/>
            <a:ahLst/>
            <a:cxnLst/>
            <a:rect l="l" t="t" r="r" b="b"/>
            <a:pathLst>
              <a:path w="263512" h="174373">
                <a:moveTo>
                  <a:pt x="0" y="17079"/>
                </a:moveTo>
                <a:cubicBezTo>
                  <a:pt x="14640" y="6506"/>
                  <a:pt x="50425" y="3253"/>
                  <a:pt x="79704" y="11061"/>
                </a:cubicBezTo>
                <a:cubicBezTo>
                  <a:pt x="104103" y="17893"/>
                  <a:pt x="121996" y="27652"/>
                  <a:pt x="133383" y="37412"/>
                </a:cubicBezTo>
                <a:cubicBezTo>
                  <a:pt x="146395" y="26026"/>
                  <a:pt x="169168" y="11386"/>
                  <a:pt x="196821" y="4555"/>
                </a:cubicBezTo>
                <a:cubicBezTo>
                  <a:pt x="222846" y="0"/>
                  <a:pt x="248872" y="2440"/>
                  <a:pt x="263512" y="13826"/>
                </a:cubicBezTo>
                <a:lnTo>
                  <a:pt x="263186" y="142817"/>
                </a:lnTo>
                <a:cubicBezTo>
                  <a:pt x="234233" y="139076"/>
                  <a:pt x="177301" y="141516"/>
                  <a:pt x="134358" y="173397"/>
                </a:cubicBezTo>
                <a:quadBezTo>
                  <a:pt x="133383" y="174373"/>
                  <a:pt x="132407" y="173397"/>
                </a:quadBezTo>
                <a:cubicBezTo>
                  <a:pt x="89464" y="141516"/>
                  <a:pt x="34159" y="139076"/>
                  <a:pt x="4880" y="144444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0" name="!!path-2x1"/>
          <p:cNvSpPr/>
          <p:nvPr/>
        </p:nvSpPr>
        <p:spPr>
          <a:xfrm>
            <a:off x="4983201" y="3232110"/>
            <a:ext cx="263512" cy="174373"/>
          </a:xfrm>
          <a:custGeom>
            <a:avLst/>
            <a:gdLst/>
            <a:ahLst/>
            <a:cxnLst/>
            <a:rect l="l" t="t" r="r" b="b"/>
            <a:pathLst>
              <a:path w="263512" h="174373">
                <a:moveTo>
                  <a:pt x="0" y="17079"/>
                </a:moveTo>
                <a:cubicBezTo>
                  <a:pt x="14640" y="6506"/>
                  <a:pt x="50425" y="3253"/>
                  <a:pt x="79704" y="11061"/>
                </a:cubicBezTo>
                <a:cubicBezTo>
                  <a:pt x="104103" y="17893"/>
                  <a:pt x="121996" y="27652"/>
                  <a:pt x="133383" y="37412"/>
                </a:cubicBezTo>
                <a:cubicBezTo>
                  <a:pt x="146395" y="26026"/>
                  <a:pt x="169168" y="11386"/>
                  <a:pt x="196821" y="4555"/>
                </a:cubicBezTo>
                <a:cubicBezTo>
                  <a:pt x="222846" y="0"/>
                  <a:pt x="248872" y="2440"/>
                  <a:pt x="263512" y="13826"/>
                </a:cubicBezTo>
                <a:lnTo>
                  <a:pt x="263186" y="142817"/>
                </a:lnTo>
                <a:cubicBezTo>
                  <a:pt x="234233" y="139076"/>
                  <a:pt x="177301" y="141516"/>
                  <a:pt x="134358" y="173397"/>
                </a:cubicBezTo>
                <a:quadBezTo>
                  <a:pt x="133383" y="174373"/>
                  <a:pt x="132407" y="173397"/>
                </a:quadBezTo>
                <a:cubicBezTo>
                  <a:pt x="89464" y="141516"/>
                  <a:pt x="34159" y="139076"/>
                  <a:pt x="4880" y="144444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1" name="!!path-2x2"/>
          <p:cNvSpPr/>
          <p:nvPr/>
        </p:nvSpPr>
        <p:spPr>
          <a:xfrm>
            <a:off x="4983201" y="3233411"/>
            <a:ext cx="263512" cy="174373"/>
          </a:xfrm>
          <a:custGeom>
            <a:avLst/>
            <a:gdLst/>
            <a:ahLst/>
            <a:cxnLst/>
            <a:rect l="l" t="t" r="r" b="b"/>
            <a:pathLst>
              <a:path w="263512" h="174373">
                <a:moveTo>
                  <a:pt x="0" y="17079"/>
                </a:moveTo>
                <a:cubicBezTo>
                  <a:pt x="14640" y="6506"/>
                  <a:pt x="50425" y="3253"/>
                  <a:pt x="79704" y="11061"/>
                </a:cubicBezTo>
                <a:cubicBezTo>
                  <a:pt x="104103" y="17893"/>
                  <a:pt x="121996" y="27652"/>
                  <a:pt x="133383" y="37412"/>
                </a:cubicBezTo>
                <a:cubicBezTo>
                  <a:pt x="146395" y="26026"/>
                  <a:pt x="169168" y="11386"/>
                  <a:pt x="196821" y="4555"/>
                </a:cubicBezTo>
                <a:cubicBezTo>
                  <a:pt x="222846" y="0"/>
                  <a:pt x="248872" y="2440"/>
                  <a:pt x="263512" y="13826"/>
                </a:cubicBezTo>
                <a:lnTo>
                  <a:pt x="263186" y="142817"/>
                </a:lnTo>
                <a:cubicBezTo>
                  <a:pt x="234233" y="139076"/>
                  <a:pt x="177301" y="141516"/>
                  <a:pt x="134358" y="173397"/>
                </a:cubicBezTo>
                <a:quadBezTo>
                  <a:pt x="133383" y="174373"/>
                  <a:pt x="132407" y="173397"/>
                </a:quadBezTo>
                <a:cubicBezTo>
                  <a:pt x="89464" y="141516"/>
                  <a:pt x="34159" y="139076"/>
                  <a:pt x="4880" y="144444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2" name="!!path-2x3"/>
          <p:cNvSpPr/>
          <p:nvPr/>
        </p:nvSpPr>
        <p:spPr>
          <a:xfrm>
            <a:off x="4983201" y="3234713"/>
            <a:ext cx="263512" cy="174373"/>
          </a:xfrm>
          <a:custGeom>
            <a:avLst/>
            <a:gdLst/>
            <a:ahLst/>
            <a:cxnLst/>
            <a:rect l="l" t="t" r="r" b="b"/>
            <a:pathLst>
              <a:path w="263512" h="174373">
                <a:moveTo>
                  <a:pt x="0" y="17079"/>
                </a:moveTo>
                <a:cubicBezTo>
                  <a:pt x="14640" y="6506"/>
                  <a:pt x="50425" y="3253"/>
                  <a:pt x="79704" y="11061"/>
                </a:cubicBezTo>
                <a:cubicBezTo>
                  <a:pt x="104103" y="17893"/>
                  <a:pt x="121996" y="27652"/>
                  <a:pt x="133383" y="37412"/>
                </a:cubicBezTo>
                <a:cubicBezTo>
                  <a:pt x="146395" y="26026"/>
                  <a:pt x="169168" y="11386"/>
                  <a:pt x="196821" y="4555"/>
                </a:cubicBezTo>
                <a:cubicBezTo>
                  <a:pt x="222846" y="0"/>
                  <a:pt x="248872" y="2440"/>
                  <a:pt x="263512" y="13826"/>
                </a:cubicBezTo>
                <a:lnTo>
                  <a:pt x="263186" y="142817"/>
                </a:lnTo>
                <a:cubicBezTo>
                  <a:pt x="234233" y="139076"/>
                  <a:pt x="177301" y="141516"/>
                  <a:pt x="134358" y="173397"/>
                </a:cubicBezTo>
                <a:quadBezTo>
                  <a:pt x="133383" y="174373"/>
                  <a:pt x="132407" y="173397"/>
                </a:quadBezTo>
                <a:cubicBezTo>
                  <a:pt x="89464" y="141516"/>
                  <a:pt x="34159" y="139076"/>
                  <a:pt x="4880" y="144444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3" name="!!path-2x4"/>
          <p:cNvSpPr/>
          <p:nvPr/>
        </p:nvSpPr>
        <p:spPr>
          <a:xfrm>
            <a:off x="4983201" y="3236014"/>
            <a:ext cx="263512" cy="174373"/>
          </a:xfrm>
          <a:custGeom>
            <a:avLst/>
            <a:gdLst/>
            <a:ahLst/>
            <a:cxnLst/>
            <a:rect l="l" t="t" r="r" b="b"/>
            <a:pathLst>
              <a:path w="263512" h="174373">
                <a:moveTo>
                  <a:pt x="0" y="17079"/>
                </a:moveTo>
                <a:cubicBezTo>
                  <a:pt x="14640" y="6506"/>
                  <a:pt x="50425" y="3253"/>
                  <a:pt x="79704" y="11061"/>
                </a:cubicBezTo>
                <a:cubicBezTo>
                  <a:pt x="104103" y="17893"/>
                  <a:pt x="121996" y="27652"/>
                  <a:pt x="133383" y="37412"/>
                </a:cubicBezTo>
                <a:cubicBezTo>
                  <a:pt x="146395" y="26026"/>
                  <a:pt x="169168" y="11386"/>
                  <a:pt x="196821" y="4555"/>
                </a:cubicBezTo>
                <a:cubicBezTo>
                  <a:pt x="222846" y="0"/>
                  <a:pt x="248872" y="2440"/>
                  <a:pt x="263512" y="13826"/>
                </a:cubicBezTo>
                <a:lnTo>
                  <a:pt x="263186" y="142817"/>
                </a:lnTo>
                <a:cubicBezTo>
                  <a:pt x="234233" y="139076"/>
                  <a:pt x="177301" y="141516"/>
                  <a:pt x="134358" y="173397"/>
                </a:cubicBezTo>
                <a:quadBezTo>
                  <a:pt x="133383" y="174373"/>
                  <a:pt x="132407" y="173397"/>
                </a:quadBezTo>
                <a:cubicBezTo>
                  <a:pt x="89464" y="141516"/>
                  <a:pt x="34159" y="139076"/>
                  <a:pt x="4880" y="144444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4" name="!!path-2x5"/>
          <p:cNvSpPr/>
          <p:nvPr/>
        </p:nvSpPr>
        <p:spPr>
          <a:xfrm>
            <a:off x="4983201" y="3237315"/>
            <a:ext cx="263512" cy="174373"/>
          </a:xfrm>
          <a:custGeom>
            <a:avLst/>
            <a:gdLst/>
            <a:ahLst/>
            <a:cxnLst/>
            <a:rect l="l" t="t" r="r" b="b"/>
            <a:pathLst>
              <a:path w="263512" h="174373">
                <a:moveTo>
                  <a:pt x="0" y="17079"/>
                </a:moveTo>
                <a:cubicBezTo>
                  <a:pt x="14640" y="6506"/>
                  <a:pt x="50425" y="3253"/>
                  <a:pt x="79704" y="11061"/>
                </a:cubicBezTo>
                <a:cubicBezTo>
                  <a:pt x="104103" y="17893"/>
                  <a:pt x="121996" y="27652"/>
                  <a:pt x="133383" y="37412"/>
                </a:cubicBezTo>
                <a:cubicBezTo>
                  <a:pt x="146395" y="26026"/>
                  <a:pt x="169168" y="11386"/>
                  <a:pt x="196821" y="4555"/>
                </a:cubicBezTo>
                <a:cubicBezTo>
                  <a:pt x="222846" y="0"/>
                  <a:pt x="248872" y="2440"/>
                  <a:pt x="263512" y="13826"/>
                </a:cubicBezTo>
                <a:lnTo>
                  <a:pt x="263186" y="142817"/>
                </a:lnTo>
                <a:cubicBezTo>
                  <a:pt x="234233" y="139076"/>
                  <a:pt x="177301" y="141516"/>
                  <a:pt x="134358" y="173397"/>
                </a:cubicBezTo>
                <a:quadBezTo>
                  <a:pt x="133383" y="174373"/>
                  <a:pt x="132407" y="173397"/>
                </a:quadBezTo>
                <a:cubicBezTo>
                  <a:pt x="89464" y="141516"/>
                  <a:pt x="34159" y="139076"/>
                  <a:pt x="4880" y="144444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5" name="!!path-2x6"/>
          <p:cNvSpPr/>
          <p:nvPr/>
        </p:nvSpPr>
        <p:spPr>
          <a:xfrm>
            <a:off x="4983201" y="3238616"/>
            <a:ext cx="263512" cy="174373"/>
          </a:xfrm>
          <a:custGeom>
            <a:avLst/>
            <a:gdLst/>
            <a:ahLst/>
            <a:cxnLst/>
            <a:rect l="l" t="t" r="r" b="b"/>
            <a:pathLst>
              <a:path w="263512" h="174373">
                <a:moveTo>
                  <a:pt x="0" y="17079"/>
                </a:moveTo>
                <a:cubicBezTo>
                  <a:pt x="14640" y="6506"/>
                  <a:pt x="50425" y="3253"/>
                  <a:pt x="79704" y="11061"/>
                </a:cubicBezTo>
                <a:cubicBezTo>
                  <a:pt x="104103" y="17893"/>
                  <a:pt x="121996" y="27652"/>
                  <a:pt x="133383" y="37412"/>
                </a:cubicBezTo>
                <a:cubicBezTo>
                  <a:pt x="146395" y="26026"/>
                  <a:pt x="169168" y="11386"/>
                  <a:pt x="196821" y="4555"/>
                </a:cubicBezTo>
                <a:cubicBezTo>
                  <a:pt x="222846" y="0"/>
                  <a:pt x="248872" y="2440"/>
                  <a:pt x="263512" y="13826"/>
                </a:cubicBezTo>
                <a:lnTo>
                  <a:pt x="263186" y="142817"/>
                </a:lnTo>
                <a:cubicBezTo>
                  <a:pt x="234233" y="139076"/>
                  <a:pt x="177301" y="141516"/>
                  <a:pt x="134358" y="173397"/>
                </a:cubicBezTo>
                <a:quadBezTo>
                  <a:pt x="133383" y="174373"/>
                  <a:pt x="132407" y="173397"/>
                </a:quadBezTo>
                <a:cubicBezTo>
                  <a:pt x="89464" y="141516"/>
                  <a:pt x="34159" y="139076"/>
                  <a:pt x="4880" y="144444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6" name="!!path-2x7"/>
          <p:cNvSpPr/>
          <p:nvPr/>
        </p:nvSpPr>
        <p:spPr>
          <a:xfrm>
            <a:off x="4983201" y="3239918"/>
            <a:ext cx="263512" cy="174373"/>
          </a:xfrm>
          <a:custGeom>
            <a:avLst/>
            <a:gdLst/>
            <a:ahLst/>
            <a:cxnLst/>
            <a:rect l="l" t="t" r="r" b="b"/>
            <a:pathLst>
              <a:path w="263512" h="174373">
                <a:moveTo>
                  <a:pt x="0" y="17079"/>
                </a:moveTo>
                <a:cubicBezTo>
                  <a:pt x="14640" y="6506"/>
                  <a:pt x="50425" y="3253"/>
                  <a:pt x="79704" y="11061"/>
                </a:cubicBezTo>
                <a:cubicBezTo>
                  <a:pt x="104103" y="17893"/>
                  <a:pt x="121996" y="27652"/>
                  <a:pt x="133383" y="37412"/>
                </a:cubicBezTo>
                <a:cubicBezTo>
                  <a:pt x="146395" y="26026"/>
                  <a:pt x="169168" y="11386"/>
                  <a:pt x="196821" y="4555"/>
                </a:cubicBezTo>
                <a:cubicBezTo>
                  <a:pt x="222846" y="0"/>
                  <a:pt x="248872" y="2440"/>
                  <a:pt x="263512" y="13826"/>
                </a:cubicBezTo>
                <a:lnTo>
                  <a:pt x="263186" y="142817"/>
                </a:lnTo>
                <a:cubicBezTo>
                  <a:pt x="234233" y="139076"/>
                  <a:pt x="177301" y="141516"/>
                  <a:pt x="134358" y="173397"/>
                </a:cubicBezTo>
                <a:quadBezTo>
                  <a:pt x="133383" y="174373"/>
                  <a:pt x="132407" y="173397"/>
                </a:quadBezTo>
                <a:cubicBezTo>
                  <a:pt x="89464" y="141516"/>
                  <a:pt x="34159" y="139076"/>
                  <a:pt x="4880" y="144444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7" name="!!path-2x8"/>
          <p:cNvSpPr/>
          <p:nvPr/>
        </p:nvSpPr>
        <p:spPr>
          <a:xfrm>
            <a:off x="5014106" y="3201042"/>
            <a:ext cx="102802" cy="98410"/>
          </a:xfrm>
          <a:custGeom>
            <a:avLst/>
            <a:gdLst/>
            <a:ahLst/>
            <a:cxnLst/>
            <a:rect l="l" t="t" r="r" b="b"/>
            <a:pathLst>
              <a:path w="102802" h="98410">
                <a:moveTo>
                  <a:pt x="0" y="14152"/>
                </a:moveTo>
                <a:lnTo>
                  <a:pt x="6506" y="4067"/>
                </a:lnTo>
                <a:cubicBezTo>
                  <a:pt x="26026" y="0"/>
                  <a:pt x="58558" y="5693"/>
                  <a:pt x="81331" y="21146"/>
                </a:cubicBezTo>
                <a:cubicBezTo>
                  <a:pt x="93530" y="29767"/>
                  <a:pt x="100037" y="39852"/>
                  <a:pt x="102802" y="50425"/>
                </a:cubicBezTo>
                <a:lnTo>
                  <a:pt x="102802" y="98410"/>
                </a:lnTo>
                <a:lnTo>
                  <a:pt x="0" y="98410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78" name="!!path-2x9"/>
          <p:cNvSpPr/>
          <p:nvPr/>
        </p:nvSpPr>
        <p:spPr>
          <a:xfrm>
            <a:off x="5014106" y="3201042"/>
            <a:ext cx="102802" cy="50425"/>
          </a:xfrm>
          <a:custGeom>
            <a:avLst/>
            <a:gdLst/>
            <a:ahLst/>
            <a:cxnLst/>
            <a:rect l="l" t="t" r="r" b="b"/>
            <a:pathLst>
              <a:path w="102802" h="50425" fill="none">
                <a:moveTo>
                  <a:pt x="102802" y="50425"/>
                </a:moveTo>
                <a:cubicBezTo>
                  <a:pt x="100037" y="39852"/>
                  <a:pt x="93530" y="29767"/>
                  <a:pt x="81331" y="21146"/>
                </a:cubicBezTo>
                <a:cubicBezTo>
                  <a:pt x="58558" y="5693"/>
                  <a:pt x="26026" y="0"/>
                  <a:pt x="6506" y="4067"/>
                </a:cubicBezTo>
                <a:lnTo>
                  <a:pt x="0" y="14152"/>
                </a:lnTo>
              </a:path>
            </a:pathLst>
          </a:custGeom>
          <a:noFill/>
          <a:ln w="3904" cap="rnd">
            <a:solidFill>
              <a:srgbClr val="627D8D"/>
            </a:solidFill>
            <a:prstDash val="solid"/>
            <a:round/>
          </a:ln>
        </p:spPr>
      </p:sp>
      <p:sp>
        <p:nvSpPr>
          <p:cNvPr id="79" name="!!path-2xa"/>
          <p:cNvSpPr/>
          <p:nvPr/>
        </p:nvSpPr>
        <p:spPr>
          <a:xfrm>
            <a:off x="5004021" y="3210801"/>
            <a:ext cx="112887" cy="88651"/>
          </a:xfrm>
          <a:custGeom>
            <a:avLst/>
            <a:gdLst/>
            <a:ahLst/>
            <a:cxnLst/>
            <a:rect l="l" t="t" r="r" b="b"/>
            <a:pathLst>
              <a:path w="112887" h="88651">
                <a:moveTo>
                  <a:pt x="0" y="17893"/>
                </a:moveTo>
                <a:lnTo>
                  <a:pt x="5205" y="5205"/>
                </a:lnTo>
                <a:cubicBezTo>
                  <a:pt x="29604" y="0"/>
                  <a:pt x="63763" y="5693"/>
                  <a:pt x="88163" y="20333"/>
                </a:cubicBezTo>
                <a:cubicBezTo>
                  <a:pt x="101176" y="28140"/>
                  <a:pt x="109309" y="39852"/>
                  <a:pt x="112887" y="50425"/>
                </a:cubicBezTo>
                <a:lnTo>
                  <a:pt x="112887" y="88651"/>
                </a:lnTo>
                <a:lnTo>
                  <a:pt x="0" y="88651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80" name="!!path-2xb"/>
          <p:cNvSpPr/>
          <p:nvPr/>
        </p:nvSpPr>
        <p:spPr>
          <a:xfrm>
            <a:off x="5004021" y="3210801"/>
            <a:ext cx="112887" cy="50425"/>
          </a:xfrm>
          <a:custGeom>
            <a:avLst/>
            <a:gdLst/>
            <a:ahLst/>
            <a:cxnLst/>
            <a:rect l="l" t="t" r="r" b="b"/>
            <a:pathLst>
              <a:path w="112887" h="50425" fill="none">
                <a:moveTo>
                  <a:pt x="112887" y="50425"/>
                </a:moveTo>
                <a:cubicBezTo>
                  <a:pt x="109309" y="39852"/>
                  <a:pt x="101176" y="28140"/>
                  <a:pt x="88163" y="20333"/>
                </a:cubicBezTo>
                <a:cubicBezTo>
                  <a:pt x="63763" y="5693"/>
                  <a:pt x="29604" y="0"/>
                  <a:pt x="5205" y="5205"/>
                </a:cubicBezTo>
                <a:lnTo>
                  <a:pt x="0" y="17893"/>
                </a:lnTo>
              </a:path>
            </a:pathLst>
          </a:custGeom>
          <a:noFill/>
          <a:ln w="3904" cap="rnd">
            <a:solidFill>
              <a:srgbClr val="627D8D"/>
            </a:solidFill>
            <a:prstDash val="solid"/>
            <a:round/>
          </a:ln>
        </p:spPr>
      </p:sp>
      <p:sp>
        <p:nvSpPr>
          <p:cNvPr id="81" name="!!path-2xc"/>
          <p:cNvSpPr/>
          <p:nvPr/>
        </p:nvSpPr>
        <p:spPr>
          <a:xfrm>
            <a:off x="4995075" y="3221374"/>
            <a:ext cx="121508" cy="78078"/>
          </a:xfrm>
          <a:custGeom>
            <a:avLst/>
            <a:gdLst/>
            <a:ahLst/>
            <a:cxnLst/>
            <a:rect l="l" t="t" r="r" b="b"/>
            <a:pathLst>
              <a:path w="121508" h="78078">
                <a:moveTo>
                  <a:pt x="0" y="18543"/>
                </a:moveTo>
                <a:lnTo>
                  <a:pt x="3091" y="10085"/>
                </a:lnTo>
                <a:cubicBezTo>
                  <a:pt x="30418" y="0"/>
                  <a:pt x="67830" y="4067"/>
                  <a:pt x="93856" y="17567"/>
                </a:cubicBezTo>
                <a:cubicBezTo>
                  <a:pt x="108495" y="25213"/>
                  <a:pt x="117442" y="34972"/>
                  <a:pt x="121508" y="44244"/>
                </a:cubicBezTo>
                <a:lnTo>
                  <a:pt x="121508" y="78078"/>
                </a:lnTo>
                <a:lnTo>
                  <a:pt x="0" y="78078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82" name="!!path-2xd"/>
          <p:cNvSpPr/>
          <p:nvPr/>
        </p:nvSpPr>
        <p:spPr>
          <a:xfrm>
            <a:off x="4995075" y="3221374"/>
            <a:ext cx="121508" cy="44244"/>
          </a:xfrm>
          <a:custGeom>
            <a:avLst/>
            <a:gdLst/>
            <a:ahLst/>
            <a:cxnLst/>
            <a:rect l="l" t="t" r="r" b="b"/>
            <a:pathLst>
              <a:path w="121508" h="44244" fill="none">
                <a:moveTo>
                  <a:pt x="121508" y="44244"/>
                </a:moveTo>
                <a:cubicBezTo>
                  <a:pt x="117442" y="34972"/>
                  <a:pt x="108495" y="25213"/>
                  <a:pt x="93856" y="17567"/>
                </a:cubicBezTo>
                <a:cubicBezTo>
                  <a:pt x="67830" y="4067"/>
                  <a:pt x="30418" y="0"/>
                  <a:pt x="3091" y="10085"/>
                </a:cubicBezTo>
                <a:lnTo>
                  <a:pt x="0" y="18543"/>
                </a:lnTo>
              </a:path>
            </a:pathLst>
          </a:custGeom>
          <a:noFill/>
          <a:ln w="3904" cap="rnd">
            <a:solidFill>
              <a:srgbClr val="627D8D"/>
            </a:solidFill>
            <a:prstDash val="solid"/>
            <a:round/>
          </a:ln>
        </p:spPr>
      </p:sp>
      <p:sp>
        <p:nvSpPr>
          <p:cNvPr id="83" name="!!path-2xe"/>
          <p:cNvSpPr/>
          <p:nvPr/>
        </p:nvSpPr>
        <p:spPr>
          <a:xfrm>
            <a:off x="5117071" y="3196975"/>
            <a:ext cx="96296" cy="102477"/>
          </a:xfrm>
          <a:custGeom>
            <a:avLst/>
            <a:gdLst/>
            <a:ahLst/>
            <a:cxnLst/>
            <a:rect l="l" t="t" r="r" b="b"/>
            <a:pathLst>
              <a:path w="96296" h="102477">
                <a:moveTo>
                  <a:pt x="96296" y="14640"/>
                </a:moveTo>
                <a:lnTo>
                  <a:pt x="90928" y="3579"/>
                </a:lnTo>
                <a:cubicBezTo>
                  <a:pt x="69457" y="0"/>
                  <a:pt x="35298" y="8133"/>
                  <a:pt x="14152" y="24399"/>
                </a:cubicBezTo>
                <a:cubicBezTo>
                  <a:pt x="5205" y="31719"/>
                  <a:pt x="1139" y="42292"/>
                  <a:pt x="0" y="53678"/>
                </a:cubicBezTo>
                <a:lnTo>
                  <a:pt x="0" y="102477"/>
                </a:lnTo>
                <a:lnTo>
                  <a:pt x="96296" y="102477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84" name="!!path-2xf"/>
          <p:cNvSpPr/>
          <p:nvPr/>
        </p:nvSpPr>
        <p:spPr>
          <a:xfrm>
            <a:off x="5117071" y="3196975"/>
            <a:ext cx="96296" cy="53678"/>
          </a:xfrm>
          <a:custGeom>
            <a:avLst/>
            <a:gdLst/>
            <a:ahLst/>
            <a:cxnLst/>
            <a:rect l="l" t="t" r="r" b="b"/>
            <a:pathLst>
              <a:path w="96296" h="53678" fill="none">
                <a:moveTo>
                  <a:pt x="0" y="53678"/>
                </a:moveTo>
                <a:cubicBezTo>
                  <a:pt x="1139" y="42292"/>
                  <a:pt x="5205" y="31719"/>
                  <a:pt x="14152" y="24399"/>
                </a:cubicBezTo>
                <a:cubicBezTo>
                  <a:pt x="35298" y="8133"/>
                  <a:pt x="69457" y="0"/>
                  <a:pt x="90928" y="3579"/>
                </a:cubicBezTo>
                <a:lnTo>
                  <a:pt x="96296" y="14640"/>
                </a:lnTo>
              </a:path>
            </a:pathLst>
          </a:custGeom>
          <a:noFill/>
          <a:ln w="3904" cap="rnd">
            <a:solidFill>
              <a:srgbClr val="627D8D"/>
            </a:solidFill>
            <a:prstDash val="solid"/>
            <a:round/>
          </a:ln>
        </p:spPr>
      </p:sp>
      <p:sp>
        <p:nvSpPr>
          <p:cNvPr id="85" name="!!path-2xg"/>
          <p:cNvSpPr/>
          <p:nvPr/>
        </p:nvSpPr>
        <p:spPr>
          <a:xfrm>
            <a:off x="5117234" y="3209175"/>
            <a:ext cx="106706" cy="90277"/>
          </a:xfrm>
          <a:custGeom>
            <a:avLst/>
            <a:gdLst/>
            <a:ahLst/>
            <a:cxnLst/>
            <a:rect l="l" t="t" r="r" b="b"/>
            <a:pathLst>
              <a:path w="106706" h="90277">
                <a:moveTo>
                  <a:pt x="106706" y="15778"/>
                </a:moveTo>
                <a:lnTo>
                  <a:pt x="101826" y="2440"/>
                </a:lnTo>
                <a:cubicBezTo>
                  <a:pt x="75800" y="0"/>
                  <a:pt x="43268" y="8946"/>
                  <a:pt x="22122" y="24562"/>
                </a:cubicBezTo>
                <a:cubicBezTo>
                  <a:pt x="10736" y="33020"/>
                  <a:pt x="3416" y="43105"/>
                  <a:pt x="0" y="52052"/>
                </a:cubicBezTo>
                <a:lnTo>
                  <a:pt x="0" y="90277"/>
                </a:lnTo>
                <a:lnTo>
                  <a:pt x="106706" y="90277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86" name="!!path-2xh"/>
          <p:cNvSpPr/>
          <p:nvPr/>
        </p:nvSpPr>
        <p:spPr>
          <a:xfrm>
            <a:off x="5117234" y="3209175"/>
            <a:ext cx="106706" cy="52052"/>
          </a:xfrm>
          <a:custGeom>
            <a:avLst/>
            <a:gdLst/>
            <a:ahLst/>
            <a:cxnLst/>
            <a:rect l="l" t="t" r="r" b="b"/>
            <a:pathLst>
              <a:path w="106706" h="52052" fill="none">
                <a:moveTo>
                  <a:pt x="0" y="52052"/>
                </a:moveTo>
                <a:cubicBezTo>
                  <a:pt x="3416" y="43105"/>
                  <a:pt x="10736" y="33020"/>
                  <a:pt x="22122" y="24562"/>
                </a:cubicBezTo>
                <a:cubicBezTo>
                  <a:pt x="43268" y="8946"/>
                  <a:pt x="75800" y="0"/>
                  <a:pt x="101826" y="2440"/>
                </a:cubicBezTo>
                <a:lnTo>
                  <a:pt x="106706" y="15778"/>
                </a:lnTo>
              </a:path>
            </a:pathLst>
          </a:custGeom>
          <a:noFill/>
          <a:ln w="3904" cap="rnd">
            <a:solidFill>
              <a:srgbClr val="627D8D"/>
            </a:solidFill>
            <a:prstDash val="solid"/>
            <a:round/>
          </a:ln>
        </p:spPr>
      </p:sp>
      <p:sp>
        <p:nvSpPr>
          <p:cNvPr id="87" name="!!path-2xi"/>
          <p:cNvSpPr/>
          <p:nvPr/>
        </p:nvSpPr>
        <p:spPr>
          <a:xfrm>
            <a:off x="5117559" y="3220561"/>
            <a:ext cx="114188" cy="78891"/>
          </a:xfrm>
          <a:custGeom>
            <a:avLst/>
            <a:gdLst/>
            <a:ahLst/>
            <a:cxnLst/>
            <a:rect l="l" t="t" r="r" b="b"/>
            <a:pathLst>
              <a:path w="114188" h="78891">
                <a:moveTo>
                  <a:pt x="114188" y="15128"/>
                </a:moveTo>
                <a:lnTo>
                  <a:pt x="111911" y="6994"/>
                </a:lnTo>
                <a:cubicBezTo>
                  <a:pt x="85235" y="0"/>
                  <a:pt x="51076" y="4067"/>
                  <a:pt x="28303" y="15453"/>
                </a:cubicBezTo>
                <a:cubicBezTo>
                  <a:pt x="13664" y="22773"/>
                  <a:pt x="4717" y="34159"/>
                  <a:pt x="0" y="45057"/>
                </a:cubicBezTo>
                <a:lnTo>
                  <a:pt x="0" y="78891"/>
                </a:lnTo>
                <a:lnTo>
                  <a:pt x="114188" y="78891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88" name="!!path-2xj"/>
          <p:cNvSpPr/>
          <p:nvPr/>
        </p:nvSpPr>
        <p:spPr>
          <a:xfrm>
            <a:off x="5117559" y="3220561"/>
            <a:ext cx="114188" cy="45057"/>
          </a:xfrm>
          <a:custGeom>
            <a:avLst/>
            <a:gdLst/>
            <a:ahLst/>
            <a:cxnLst/>
            <a:rect l="l" t="t" r="r" b="b"/>
            <a:pathLst>
              <a:path w="114188" h="45057" fill="none">
                <a:moveTo>
                  <a:pt x="0" y="45057"/>
                </a:moveTo>
                <a:cubicBezTo>
                  <a:pt x="4717" y="34159"/>
                  <a:pt x="13664" y="22773"/>
                  <a:pt x="28303" y="15453"/>
                </a:cubicBezTo>
                <a:cubicBezTo>
                  <a:pt x="51076" y="4067"/>
                  <a:pt x="85235" y="0"/>
                  <a:pt x="111911" y="6994"/>
                </a:cubicBezTo>
                <a:lnTo>
                  <a:pt x="114188" y="15128"/>
                </a:lnTo>
              </a:path>
            </a:pathLst>
          </a:custGeom>
          <a:noFill/>
          <a:ln w="3904" cap="rnd">
            <a:solidFill>
              <a:srgbClr val="627D8D"/>
            </a:solidFill>
            <a:prstDash val="solid"/>
            <a:round/>
          </a:ln>
        </p:spPr>
      </p:sp>
      <p:sp>
        <p:nvSpPr>
          <p:cNvPr id="89" name="!!path-2xk"/>
          <p:cNvSpPr/>
          <p:nvPr/>
        </p:nvSpPr>
        <p:spPr>
          <a:xfrm>
            <a:off x="4983201" y="3229507"/>
            <a:ext cx="263512" cy="174373"/>
          </a:xfrm>
          <a:custGeom>
            <a:avLst/>
            <a:gdLst/>
            <a:ahLst/>
            <a:cxnLst/>
            <a:rect l="l" t="t" r="r" b="b"/>
            <a:pathLst>
              <a:path w="263512" h="174373">
                <a:moveTo>
                  <a:pt x="0" y="17079"/>
                </a:moveTo>
                <a:cubicBezTo>
                  <a:pt x="14640" y="6506"/>
                  <a:pt x="50425" y="3253"/>
                  <a:pt x="79704" y="11061"/>
                </a:cubicBezTo>
                <a:cubicBezTo>
                  <a:pt x="104103" y="17893"/>
                  <a:pt x="121996" y="27652"/>
                  <a:pt x="133383" y="37412"/>
                </a:cubicBezTo>
                <a:cubicBezTo>
                  <a:pt x="146395" y="26026"/>
                  <a:pt x="169168" y="11386"/>
                  <a:pt x="196821" y="4555"/>
                </a:cubicBezTo>
                <a:cubicBezTo>
                  <a:pt x="222846" y="0"/>
                  <a:pt x="248872" y="2440"/>
                  <a:pt x="263512" y="13826"/>
                </a:cubicBezTo>
                <a:lnTo>
                  <a:pt x="263186" y="142817"/>
                </a:lnTo>
                <a:cubicBezTo>
                  <a:pt x="234233" y="139076"/>
                  <a:pt x="177301" y="141516"/>
                  <a:pt x="134358" y="173397"/>
                </a:cubicBezTo>
                <a:quadBezTo>
                  <a:pt x="133383" y="174373"/>
                  <a:pt x="132407" y="173397"/>
                </a:quadBezTo>
                <a:cubicBezTo>
                  <a:pt x="89464" y="141516"/>
                  <a:pt x="34159" y="139076"/>
                  <a:pt x="4880" y="144444"/>
                </a:cubicBezTo>
                <a:close/>
              </a:path>
            </a:pathLst>
          </a:custGeom>
          <a:gradFill rotWithShape="1">
            <a:gsLst>
              <a:gs pos="0">
                <a:srgbClr val="627D8D"/>
              </a:gs>
              <a:gs pos="21794">
                <a:srgbClr val="627D8D"/>
              </a:gs>
              <a:gs pos="55376">
                <a:srgbClr val="627D8D"/>
              </a:gs>
              <a:gs pos="96421">
                <a:srgbClr val="98ABB7"/>
              </a:gs>
              <a:gs pos="100000">
                <a:srgbClr val="98ABB7"/>
              </a:gs>
            </a:gsLst>
            <a:lin ang="1983350" scaled="0"/>
          </a:gradFill>
          <a:ln>
            <a:noFill/>
          </a:ln>
        </p:spPr>
      </p:sp>
      <p:sp>
        <p:nvSpPr>
          <p:cNvPr id="90" name="!!path-2xl"/>
          <p:cNvSpPr/>
          <p:nvPr/>
        </p:nvSpPr>
        <p:spPr>
          <a:xfrm>
            <a:off x="4983201" y="3229507"/>
            <a:ext cx="263512" cy="174373"/>
          </a:xfrm>
          <a:custGeom>
            <a:avLst/>
            <a:gdLst/>
            <a:ahLst/>
            <a:cxnLst/>
            <a:rect l="l" t="t" r="r" b="b"/>
            <a:pathLst>
              <a:path w="263512" h="174373">
                <a:moveTo>
                  <a:pt x="0" y="17079"/>
                </a:moveTo>
                <a:cubicBezTo>
                  <a:pt x="14640" y="6506"/>
                  <a:pt x="50425" y="3253"/>
                  <a:pt x="79704" y="11061"/>
                </a:cubicBezTo>
                <a:cubicBezTo>
                  <a:pt x="104103" y="17893"/>
                  <a:pt x="121996" y="27652"/>
                  <a:pt x="133383" y="37412"/>
                </a:cubicBezTo>
                <a:cubicBezTo>
                  <a:pt x="146395" y="26026"/>
                  <a:pt x="169168" y="11386"/>
                  <a:pt x="196821" y="4555"/>
                </a:cubicBezTo>
                <a:cubicBezTo>
                  <a:pt x="222846" y="0"/>
                  <a:pt x="248872" y="2440"/>
                  <a:pt x="263512" y="13826"/>
                </a:cubicBezTo>
                <a:lnTo>
                  <a:pt x="263186" y="142817"/>
                </a:lnTo>
                <a:cubicBezTo>
                  <a:pt x="234233" y="139076"/>
                  <a:pt x="177301" y="141516"/>
                  <a:pt x="134358" y="173397"/>
                </a:cubicBezTo>
                <a:quadBezTo>
                  <a:pt x="133383" y="174373"/>
                  <a:pt x="132407" y="173397"/>
                </a:quadBezTo>
                <a:cubicBezTo>
                  <a:pt x="89464" y="141516"/>
                  <a:pt x="34159" y="139076"/>
                  <a:pt x="4880" y="144444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0000"/>
                </a:srgbClr>
              </a:gs>
              <a:gs pos="4764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83333" t="79291" r="16667" b="20709"/>
            </a:path>
          </a:gradFill>
          <a:ln>
            <a:noFill/>
          </a:ln>
        </p:spPr>
      </p:sp>
      <p:sp>
        <p:nvSpPr>
          <p:cNvPr id="91" name="!!line-2xm"/>
          <p:cNvSpPr/>
          <p:nvPr/>
        </p:nvSpPr>
        <p:spPr>
          <a:xfrm>
            <a:off x="5117722" y="3276029"/>
            <a:ext cx="1" cy="122972"/>
          </a:xfrm>
          <a:custGeom>
            <a:avLst/>
            <a:gdLst/>
            <a:ahLst/>
            <a:cxnLst/>
            <a:rect l="l" t="t" r="r" b="b"/>
            <a:pathLst>
              <a:path w="1" h="122972">
                <a:moveTo>
                  <a:pt x="0" y="0"/>
                </a:moveTo>
                <a:lnTo>
                  <a:pt x="0" y="122972"/>
                </a:lnTo>
              </a:path>
            </a:pathLst>
          </a:custGeom>
          <a:solidFill>
            <a:srgbClr val="000000"/>
          </a:solidFill>
          <a:ln w="5530" cap="rnd">
            <a:solidFill>
              <a:srgbClr val="C9D3D9"/>
            </a:solidFill>
            <a:prstDash val="solid"/>
            <a:miter lim="800000"/>
          </a:ln>
        </p:spPr>
      </p:sp>
      <p:sp>
        <p:nvSpPr>
          <p:cNvPr id="92" name="!!path-2xn"/>
          <p:cNvSpPr/>
          <p:nvPr/>
        </p:nvSpPr>
        <p:spPr>
          <a:xfrm>
            <a:off x="5204908" y="3339304"/>
            <a:ext cx="20333" cy="30418"/>
          </a:xfrm>
          <a:custGeom>
            <a:avLst/>
            <a:gdLst/>
            <a:ahLst/>
            <a:cxnLst/>
            <a:rect l="l" t="t" r="r" b="b"/>
            <a:pathLst>
              <a:path w="20333" h="30418">
                <a:moveTo>
                  <a:pt x="0" y="2115"/>
                </a:moveTo>
                <a:lnTo>
                  <a:pt x="12200" y="0"/>
                </a:lnTo>
                <a:lnTo>
                  <a:pt x="20333" y="29767"/>
                </a:lnTo>
                <a:lnTo>
                  <a:pt x="6018" y="30418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 w="813" cap="flat">
            <a:solidFill>
              <a:srgbClr val="FFFFFF">
                <a:alpha val="55000"/>
              </a:srgbClr>
            </a:solidFill>
            <a:prstDash val="solid"/>
            <a:round/>
          </a:ln>
        </p:spPr>
      </p:sp>
      <p:sp>
        <p:nvSpPr>
          <p:cNvPr id="93" name="!!text-2xo" descr="救「舊」我的書"/>
          <p:cNvSpPr txBox="1"/>
          <p:nvPr/>
        </p:nvSpPr>
        <p:spPr>
          <a:xfrm>
            <a:off x="5308036" y="3166090"/>
            <a:ext cx="1088816" cy="25025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61" b="1" kern="0" spc="-68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救</a:t>
            </a:r>
            <a:r>
              <a:rPr lang="zh-TW" altLang="en-US" sz="1361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「舊</a:t>
            </a:r>
            <a:r>
              <a:rPr lang="zh-TW" altLang="en-US" sz="1361" b="1" kern="0" spc="-68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」</a:t>
            </a:r>
            <a:r>
              <a:rPr lang="zh-TW" altLang="en-US" sz="1361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我的書</a:t>
            </a:r>
            <a:endParaRPr lang="zh-TW" sz="1361"/>
          </a:p>
        </p:txBody>
      </p:sp>
      <p:sp>
        <p:nvSpPr>
          <p:cNvPr id="94" name="!!rect-2y2"/>
          <p:cNvSpPr/>
          <p:nvPr/>
        </p:nvSpPr>
        <p:spPr>
          <a:xfrm>
            <a:off x="4321330" y="3500156"/>
            <a:ext cx="1261441" cy="1487947"/>
          </a:xfrm>
          <a:custGeom>
            <a:avLst/>
            <a:gdLst/>
            <a:ahLst/>
            <a:cxnLst/>
            <a:rect l="l" t="t" r="r" b="b"/>
            <a:pathLst>
              <a:path w="1261441" h="1487947">
                <a:moveTo>
                  <a:pt x="0" y="0"/>
                </a:moveTo>
                <a:lnTo>
                  <a:pt x="1190276" y="0"/>
                </a:lnTo>
                <a:cubicBezTo>
                  <a:pt x="1229580" y="0"/>
                  <a:pt x="1261441" y="31861"/>
                  <a:pt x="1261441" y="71164"/>
                </a:cubicBezTo>
                <a:lnTo>
                  <a:pt x="1261441" y="1487947"/>
                </a:lnTo>
                <a:lnTo>
                  <a:pt x="0" y="1487947"/>
                </a:lnTo>
                <a:lnTo>
                  <a:pt x="0" y="0"/>
                </a:lnTo>
                <a:close/>
              </a:path>
            </a:pathLst>
          </a:custGeom>
          <a:solidFill>
            <a:srgbClr val="D5DDE2"/>
          </a:solidFill>
          <a:ln>
            <a:noFill/>
          </a:ln>
        </p:spPr>
      </p:sp>
      <p:sp>
        <p:nvSpPr>
          <p:cNvPr id="95" name="!!path-2y3"/>
          <p:cNvSpPr/>
          <p:nvPr/>
        </p:nvSpPr>
        <p:spPr>
          <a:xfrm>
            <a:off x="3813826" y="3500156"/>
            <a:ext cx="507504" cy="1773347"/>
          </a:xfrm>
          <a:custGeom>
            <a:avLst/>
            <a:gdLst/>
            <a:ahLst/>
            <a:cxnLst/>
            <a:rect l="l" t="t" r="r" b="b"/>
            <a:pathLst>
              <a:path w="507504" h="1773347">
                <a:moveTo>
                  <a:pt x="20844" y="1768434"/>
                </a:moveTo>
                <a:lnTo>
                  <a:pt x="11993" y="1757650"/>
                </a:lnTo>
                <a:lnTo>
                  <a:pt x="5417" y="1745347"/>
                </a:lnTo>
                <a:lnTo>
                  <a:pt x="1367" y="1731997"/>
                </a:lnTo>
                <a:lnTo>
                  <a:pt x="0" y="1718113"/>
                </a:lnTo>
                <a:lnTo>
                  <a:pt x="0" y="71164"/>
                </a:lnTo>
                <a:lnTo>
                  <a:pt x="1367" y="57281"/>
                </a:lnTo>
                <a:lnTo>
                  <a:pt x="5417" y="43931"/>
                </a:lnTo>
                <a:lnTo>
                  <a:pt x="11993" y="31628"/>
                </a:lnTo>
                <a:lnTo>
                  <a:pt x="20844" y="20844"/>
                </a:lnTo>
                <a:lnTo>
                  <a:pt x="31628" y="11993"/>
                </a:lnTo>
                <a:lnTo>
                  <a:pt x="43931" y="5417"/>
                </a:lnTo>
                <a:lnTo>
                  <a:pt x="57281" y="1367"/>
                </a:lnTo>
                <a:lnTo>
                  <a:pt x="71164" y="0"/>
                </a:lnTo>
                <a:lnTo>
                  <a:pt x="507504" y="0"/>
                </a:lnTo>
                <a:lnTo>
                  <a:pt x="507504" y="1487947"/>
                </a:lnTo>
                <a:lnTo>
                  <a:pt x="26830" y="1773347"/>
                </a:lnTo>
                <a:close/>
              </a:path>
            </a:pathLst>
          </a:custGeom>
          <a:solidFill>
            <a:srgbClr val="C4CED5"/>
          </a:solidFill>
          <a:ln>
            <a:noFill/>
          </a:ln>
        </p:spPr>
      </p:sp>
      <p:sp>
        <p:nvSpPr>
          <p:cNvPr id="96" name="!!path-2y4"/>
          <p:cNvSpPr/>
          <p:nvPr/>
        </p:nvSpPr>
        <p:spPr>
          <a:xfrm>
            <a:off x="3840657" y="4988103"/>
            <a:ext cx="1742115" cy="301331"/>
          </a:xfrm>
          <a:custGeom>
            <a:avLst/>
            <a:gdLst/>
            <a:ahLst/>
            <a:cxnLst/>
            <a:rect l="l" t="t" r="r" b="b"/>
            <a:pathLst>
              <a:path w="1742115" h="301331">
                <a:moveTo>
                  <a:pt x="0" y="285400"/>
                </a:moveTo>
                <a:lnTo>
                  <a:pt x="4797" y="289337"/>
                </a:lnTo>
                <a:lnTo>
                  <a:pt x="17101" y="295914"/>
                </a:lnTo>
                <a:lnTo>
                  <a:pt x="30451" y="299963"/>
                </a:lnTo>
                <a:lnTo>
                  <a:pt x="44334" y="301331"/>
                </a:lnTo>
                <a:lnTo>
                  <a:pt x="1670950" y="301331"/>
                </a:lnTo>
                <a:lnTo>
                  <a:pt x="1684834" y="299963"/>
                </a:lnTo>
                <a:lnTo>
                  <a:pt x="1698184" y="295914"/>
                </a:lnTo>
                <a:lnTo>
                  <a:pt x="1710487" y="289337"/>
                </a:lnTo>
                <a:lnTo>
                  <a:pt x="1721271" y="280487"/>
                </a:lnTo>
                <a:lnTo>
                  <a:pt x="1730121" y="269703"/>
                </a:lnTo>
                <a:lnTo>
                  <a:pt x="1736698" y="257400"/>
                </a:lnTo>
                <a:lnTo>
                  <a:pt x="1740747" y="244050"/>
                </a:lnTo>
                <a:lnTo>
                  <a:pt x="1742115" y="230166"/>
                </a:lnTo>
                <a:lnTo>
                  <a:pt x="1742115" y="0"/>
                </a:lnTo>
                <a:lnTo>
                  <a:pt x="480674" y="0"/>
                </a:lnTo>
                <a:close/>
              </a:path>
            </a:pathLst>
          </a:custGeom>
          <a:solidFill>
            <a:srgbClr val="E8EDF0"/>
          </a:solidFill>
          <a:ln>
            <a:noFill/>
          </a:ln>
        </p:spPr>
      </p:sp>
      <p:sp>
        <p:nvSpPr>
          <p:cNvPr id="97" name="!!rect-2yl"/>
          <p:cNvSpPr/>
          <p:nvPr/>
        </p:nvSpPr>
        <p:spPr>
          <a:xfrm>
            <a:off x="3813826" y="3500156"/>
            <a:ext cx="1768945" cy="894639"/>
          </a:xfrm>
          <a:custGeom>
            <a:avLst/>
            <a:gdLst/>
            <a:ahLst/>
            <a:cxnLst/>
            <a:rect l="l" t="t" r="r" b="b"/>
            <a:pathLst>
              <a:path w="1768945" h="894639">
                <a:moveTo>
                  <a:pt x="71164" y="0"/>
                </a:moveTo>
                <a:lnTo>
                  <a:pt x="1697781" y="0"/>
                </a:lnTo>
                <a:cubicBezTo>
                  <a:pt x="1737084" y="0"/>
                  <a:pt x="1768945" y="31861"/>
                  <a:pt x="1768945" y="71164"/>
                </a:cubicBezTo>
                <a:lnTo>
                  <a:pt x="1768945" y="894639"/>
                </a:lnTo>
                <a:lnTo>
                  <a:pt x="0" y="894639"/>
                </a:lnTo>
                <a:lnTo>
                  <a:pt x="0" y="71164"/>
                </a:lnTo>
                <a:cubicBezTo>
                  <a:pt x="0" y="31861"/>
                  <a:pt x="31861" y="0"/>
                  <a:pt x="71164" y="0"/>
                </a:cubicBezTo>
                <a:close/>
              </a:path>
            </a:pathLst>
          </a:custGeom>
          <a:gradFill rotWithShape="1">
            <a:gsLst>
              <a:gs pos="0">
                <a:srgbClr val="0B1A26">
                  <a:alpha val="20000"/>
                </a:srgbClr>
              </a:gs>
              <a:gs pos="100000">
                <a:srgbClr val="0B1A26">
                  <a:alpha val="0"/>
                </a:srgbClr>
              </a:gs>
            </a:gsLst>
            <a:lin ang="5400000" scaled="0"/>
          </a:gradFill>
          <a:ln>
            <a:noFill/>
          </a:ln>
        </p:spPr>
      </p:sp>
      <p:sp>
        <p:nvSpPr>
          <p:cNvPr id="98" name="!!circle-2ym"/>
          <p:cNvSpPr/>
          <p:nvPr/>
        </p:nvSpPr>
        <p:spPr>
          <a:xfrm>
            <a:off x="5629537" y="4268732"/>
            <a:ext cx="69131" cy="69131"/>
          </a:xfrm>
          <a:prstGeom prst="ellipse">
            <a:avLst/>
          </a:prstGeom>
          <a:solidFill>
            <a:srgbClr val="AEB9C1"/>
          </a:solidFill>
          <a:ln>
            <a:noFill/>
          </a:ln>
        </p:spPr>
      </p:sp>
      <p:sp>
        <p:nvSpPr>
          <p:cNvPr id="99" name="!!circle-2yn"/>
          <p:cNvSpPr/>
          <p:nvPr/>
        </p:nvSpPr>
        <p:spPr>
          <a:xfrm>
            <a:off x="5582771" y="4221967"/>
            <a:ext cx="162662" cy="162662"/>
          </a:xfrm>
          <a:prstGeom prst="ellipse">
            <a:avLst/>
          </a:prstGeom>
          <a:solidFill>
            <a:srgbClr val="3CCF8E">
              <a:alpha val="20000"/>
            </a:srgbClr>
          </a:solidFill>
          <a:ln>
            <a:noFill/>
          </a:ln>
        </p:spPr>
      </p:sp>
      <p:sp>
        <p:nvSpPr>
          <p:cNvPr id="100" name="!!circle-2yp"/>
          <p:cNvSpPr/>
          <p:nvPr/>
        </p:nvSpPr>
        <p:spPr>
          <a:xfrm>
            <a:off x="5629537" y="4268732"/>
            <a:ext cx="69131" cy="69131"/>
          </a:xfrm>
          <a:prstGeom prst="ellipse">
            <a:avLst/>
          </a:prstGeom>
          <a:solidFill>
            <a:srgbClr val="3CCF8E"/>
          </a:solidFill>
          <a:ln>
            <a:noFill/>
          </a:ln>
        </p:spPr>
      </p:sp>
      <p:sp>
        <p:nvSpPr>
          <p:cNvPr id="101" name="!!rect-2yy"/>
          <p:cNvSpPr/>
          <p:nvPr/>
        </p:nvSpPr>
        <p:spPr>
          <a:xfrm>
            <a:off x="3198231" y="3503127"/>
            <a:ext cx="615595" cy="1948307"/>
          </a:xfrm>
          <a:custGeom>
            <a:avLst/>
            <a:gdLst/>
            <a:ahLst/>
            <a:cxnLst/>
            <a:rect l="l" t="t" r="r" b="b"/>
            <a:pathLst>
              <a:path w="615595" h="1948307">
                <a:moveTo>
                  <a:pt x="590830" y="3665"/>
                </a:moveTo>
                <a:lnTo>
                  <a:pt x="24765" y="155364"/>
                </a:lnTo>
                <a:cubicBezTo>
                  <a:pt x="11088" y="159029"/>
                  <a:pt x="0" y="193862"/>
                  <a:pt x="0" y="233165"/>
                </a:cubicBezTo>
                <a:lnTo>
                  <a:pt x="0" y="1880114"/>
                </a:lnTo>
                <a:cubicBezTo>
                  <a:pt x="0" y="1919417"/>
                  <a:pt x="11088" y="1948307"/>
                  <a:pt x="24765" y="1944641"/>
                </a:cubicBezTo>
                <a:lnTo>
                  <a:pt x="590830" y="1792943"/>
                </a:lnTo>
                <a:cubicBezTo>
                  <a:pt x="604507" y="1789278"/>
                  <a:pt x="615595" y="1754445"/>
                  <a:pt x="615595" y="1715142"/>
                </a:cubicBezTo>
                <a:lnTo>
                  <a:pt x="615595" y="68193"/>
                </a:lnTo>
                <a:cubicBezTo>
                  <a:pt x="615595" y="28890"/>
                  <a:pt x="604507" y="0"/>
                  <a:pt x="590830" y="3665"/>
                </a:cubicBezTo>
                <a:close/>
              </a:path>
            </a:pathLst>
          </a:custGeom>
          <a:solidFill>
            <a:srgbClr val="F4F8FA">
              <a:alpha val="40000"/>
            </a:srgbClr>
          </a:solidFill>
          <a:ln>
            <a:noFill/>
          </a:ln>
        </p:spPr>
      </p:sp>
      <p:sp>
        <p:nvSpPr>
          <p:cNvPr id="102" name="!!path-2yz"/>
          <p:cNvSpPr/>
          <p:nvPr/>
        </p:nvSpPr>
        <p:spPr>
          <a:xfrm>
            <a:off x="3407534" y="3582642"/>
            <a:ext cx="270862" cy="1769481"/>
          </a:xfrm>
          <a:custGeom>
            <a:avLst/>
            <a:gdLst/>
            <a:ahLst/>
            <a:cxnLst/>
            <a:rect l="l" t="t" r="r" b="b"/>
            <a:pathLst>
              <a:path w="270862" h="1769481">
                <a:moveTo>
                  <a:pt x="98495" y="0"/>
                </a:moveTo>
                <a:lnTo>
                  <a:pt x="0" y="26396"/>
                </a:lnTo>
                <a:lnTo>
                  <a:pt x="172367" y="1769481"/>
                </a:lnTo>
                <a:lnTo>
                  <a:pt x="270862" y="1743086"/>
                </a:lnTo>
                <a:close/>
              </a:path>
            </a:pathLst>
          </a:custGeom>
          <a:solidFill>
            <a:srgbClr val="FFFFFF">
              <a:alpha val="34000"/>
            </a:srgbClr>
          </a:solidFill>
          <a:ln>
            <a:noFill/>
          </a:ln>
        </p:spPr>
      </p:sp>
      <p:sp>
        <p:nvSpPr>
          <p:cNvPr id="103" name="!!path-2z0"/>
          <p:cNvSpPr/>
          <p:nvPr/>
        </p:nvSpPr>
        <p:spPr>
          <a:xfrm>
            <a:off x="3352130" y="3617286"/>
            <a:ext cx="196990" cy="1749684"/>
          </a:xfrm>
          <a:custGeom>
            <a:avLst/>
            <a:gdLst/>
            <a:ahLst/>
            <a:cxnLst/>
            <a:rect l="l" t="t" r="r" b="b"/>
            <a:pathLst>
              <a:path w="196990" h="1749684">
                <a:moveTo>
                  <a:pt x="24624" y="0"/>
                </a:moveTo>
                <a:lnTo>
                  <a:pt x="0" y="6599"/>
                </a:lnTo>
                <a:lnTo>
                  <a:pt x="172367" y="1749684"/>
                </a:lnTo>
                <a:lnTo>
                  <a:pt x="196990" y="1743086"/>
                </a:lnTo>
                <a:close/>
              </a:path>
            </a:pathLst>
          </a:custGeom>
          <a:solidFill>
            <a:srgbClr val="FFFFFF">
              <a:alpha val="28000"/>
            </a:srgbClr>
          </a:solidFill>
          <a:ln>
            <a:noFill/>
          </a:ln>
        </p:spPr>
      </p:sp>
      <p:sp>
        <p:nvSpPr>
          <p:cNvPr id="104" name="!!rect-2z1"/>
          <p:cNvSpPr/>
          <p:nvPr/>
        </p:nvSpPr>
        <p:spPr>
          <a:xfrm>
            <a:off x="3201062" y="3511807"/>
            <a:ext cx="609934" cy="1930948"/>
          </a:xfrm>
          <a:custGeom>
            <a:avLst/>
            <a:gdLst/>
            <a:ahLst/>
            <a:cxnLst/>
            <a:rect l="l" t="t" r="r" b="b"/>
            <a:pathLst>
              <a:path w="609934" h="1930948" fill="none">
                <a:moveTo>
                  <a:pt x="586938" y="3404"/>
                </a:moveTo>
                <a:lnTo>
                  <a:pt x="22996" y="154533"/>
                </a:lnTo>
                <a:cubicBezTo>
                  <a:pt x="10296" y="157937"/>
                  <a:pt x="0" y="190281"/>
                  <a:pt x="0" y="226777"/>
                </a:cubicBezTo>
                <a:lnTo>
                  <a:pt x="0" y="1867626"/>
                </a:lnTo>
                <a:cubicBezTo>
                  <a:pt x="0" y="1904122"/>
                  <a:pt x="10296" y="1930948"/>
                  <a:pt x="22996" y="1927545"/>
                </a:cubicBezTo>
                <a:lnTo>
                  <a:pt x="586938" y="1776415"/>
                </a:lnTo>
                <a:cubicBezTo>
                  <a:pt x="599638" y="1773011"/>
                  <a:pt x="609934" y="1740667"/>
                  <a:pt x="609934" y="1704171"/>
                </a:cubicBezTo>
                <a:lnTo>
                  <a:pt x="609934" y="63322"/>
                </a:lnTo>
                <a:cubicBezTo>
                  <a:pt x="609934" y="26826"/>
                  <a:pt x="599638" y="0"/>
                  <a:pt x="586938" y="3404"/>
                </a:cubicBezTo>
                <a:close/>
              </a:path>
            </a:pathLst>
          </a:custGeom>
          <a:noFill/>
          <a:ln w="9596" cap="flat">
            <a:solidFill>
              <a:srgbClr val="FFFFFF">
                <a:alpha val="95000"/>
              </a:srgbClr>
            </a:solidFill>
            <a:prstDash val="solid"/>
            <a:miter lim="800000"/>
          </a:ln>
        </p:spPr>
      </p:sp>
      <p:sp>
        <p:nvSpPr>
          <p:cNvPr id="105" name="!!rect-2z2"/>
          <p:cNvSpPr/>
          <p:nvPr/>
        </p:nvSpPr>
        <p:spPr>
          <a:xfrm>
            <a:off x="3198231" y="3503127"/>
            <a:ext cx="615595" cy="1948307"/>
          </a:xfrm>
          <a:custGeom>
            <a:avLst/>
            <a:gdLst/>
            <a:ahLst/>
            <a:cxnLst/>
            <a:rect l="l" t="t" r="r" b="b"/>
            <a:pathLst>
              <a:path w="615595" h="1948307" fill="none">
                <a:moveTo>
                  <a:pt x="590830" y="3665"/>
                </a:moveTo>
                <a:lnTo>
                  <a:pt x="24765" y="155364"/>
                </a:lnTo>
                <a:cubicBezTo>
                  <a:pt x="11088" y="159029"/>
                  <a:pt x="0" y="193862"/>
                  <a:pt x="0" y="233165"/>
                </a:cubicBezTo>
                <a:lnTo>
                  <a:pt x="0" y="1880114"/>
                </a:lnTo>
                <a:cubicBezTo>
                  <a:pt x="0" y="1919417"/>
                  <a:pt x="11088" y="1948307"/>
                  <a:pt x="24765" y="1944641"/>
                </a:cubicBezTo>
                <a:lnTo>
                  <a:pt x="590830" y="1792943"/>
                </a:lnTo>
                <a:cubicBezTo>
                  <a:pt x="604507" y="1789278"/>
                  <a:pt x="615595" y="1754445"/>
                  <a:pt x="615595" y="1715142"/>
                </a:cubicBezTo>
                <a:lnTo>
                  <a:pt x="615595" y="68193"/>
                </a:lnTo>
                <a:cubicBezTo>
                  <a:pt x="615595" y="28890"/>
                  <a:pt x="604507" y="0"/>
                  <a:pt x="590830" y="3665"/>
                </a:cubicBezTo>
                <a:close/>
              </a:path>
            </a:pathLst>
          </a:custGeom>
          <a:noFill/>
          <a:ln w="5997" cap="flat">
            <a:solidFill>
              <a:srgbClr val="8FA0AB">
                <a:alpha val="50000"/>
              </a:srgbClr>
            </a:solidFill>
            <a:prstDash val="solid"/>
            <a:miter lim="800000"/>
          </a:ln>
        </p:spPr>
      </p:sp>
      <p:sp>
        <p:nvSpPr>
          <p:cNvPr id="106" name="!!rect-2z3"/>
          <p:cNvSpPr/>
          <p:nvPr/>
        </p:nvSpPr>
        <p:spPr>
          <a:xfrm>
            <a:off x="3598014" y="3625387"/>
            <a:ext cx="176895" cy="285455"/>
          </a:xfrm>
          <a:custGeom>
            <a:avLst/>
            <a:gdLst/>
            <a:ahLst/>
            <a:cxnLst/>
            <a:rect l="l" t="t" r="r" b="b"/>
            <a:pathLst>
              <a:path w="176895" h="285455">
                <a:moveTo>
                  <a:pt x="152130" y="3665"/>
                </a:moveTo>
                <a:lnTo>
                  <a:pt x="24765" y="37798"/>
                </a:lnTo>
                <a:cubicBezTo>
                  <a:pt x="11088" y="41463"/>
                  <a:pt x="0" y="76296"/>
                  <a:pt x="0" y="115599"/>
                </a:cubicBezTo>
                <a:lnTo>
                  <a:pt x="0" y="217262"/>
                </a:lnTo>
                <a:cubicBezTo>
                  <a:pt x="0" y="256565"/>
                  <a:pt x="11088" y="285455"/>
                  <a:pt x="24765" y="281790"/>
                </a:cubicBezTo>
                <a:lnTo>
                  <a:pt x="152130" y="247658"/>
                </a:lnTo>
                <a:cubicBezTo>
                  <a:pt x="165807" y="243992"/>
                  <a:pt x="176895" y="209160"/>
                  <a:pt x="176895" y="169857"/>
                </a:cubicBezTo>
                <a:lnTo>
                  <a:pt x="176895" y="68193"/>
                </a:lnTo>
                <a:cubicBezTo>
                  <a:pt x="176895" y="28890"/>
                  <a:pt x="165807" y="0"/>
                  <a:pt x="152130" y="3665"/>
                </a:cubicBez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107" name="!!rect-2za"/>
          <p:cNvSpPr/>
          <p:nvPr/>
        </p:nvSpPr>
        <p:spPr>
          <a:xfrm>
            <a:off x="3198231" y="3503127"/>
            <a:ext cx="615595" cy="1948307"/>
          </a:xfrm>
          <a:custGeom>
            <a:avLst/>
            <a:gdLst/>
            <a:ahLst/>
            <a:cxnLst/>
            <a:rect l="l" t="t" r="r" b="b"/>
            <a:pathLst>
              <a:path w="615595" h="1948307">
                <a:moveTo>
                  <a:pt x="590830" y="3665"/>
                </a:moveTo>
                <a:lnTo>
                  <a:pt x="24765" y="155364"/>
                </a:lnTo>
                <a:cubicBezTo>
                  <a:pt x="11088" y="159029"/>
                  <a:pt x="0" y="193862"/>
                  <a:pt x="0" y="233165"/>
                </a:cubicBezTo>
                <a:lnTo>
                  <a:pt x="0" y="1880114"/>
                </a:lnTo>
                <a:cubicBezTo>
                  <a:pt x="0" y="1919417"/>
                  <a:pt x="11088" y="1948307"/>
                  <a:pt x="24765" y="1944641"/>
                </a:cubicBezTo>
                <a:lnTo>
                  <a:pt x="590830" y="1792943"/>
                </a:lnTo>
                <a:cubicBezTo>
                  <a:pt x="604507" y="1789278"/>
                  <a:pt x="615595" y="1754445"/>
                  <a:pt x="615595" y="1715142"/>
                </a:cubicBezTo>
                <a:lnTo>
                  <a:pt x="615595" y="68193"/>
                </a:lnTo>
                <a:cubicBezTo>
                  <a:pt x="615595" y="28890"/>
                  <a:pt x="604507" y="0"/>
                  <a:pt x="590830" y="3665"/>
                </a:cubicBezTo>
                <a:close/>
              </a:path>
            </a:pathLst>
          </a:custGeom>
          <a:solidFill>
            <a:srgbClr val="2B3B47">
              <a:alpha val="19600"/>
            </a:srgbClr>
          </a:solidFill>
          <a:ln>
            <a:noFill/>
          </a:ln>
        </p:spPr>
      </p:sp>
      <p:sp>
        <p:nvSpPr>
          <p:cNvPr id="108" name="!!rect-2zw"/>
          <p:cNvSpPr/>
          <p:nvPr/>
        </p:nvSpPr>
        <p:spPr>
          <a:xfrm>
            <a:off x="6252938" y="3500156"/>
            <a:ext cx="1261440" cy="1487947"/>
          </a:xfrm>
          <a:custGeom>
            <a:avLst/>
            <a:gdLst/>
            <a:ahLst/>
            <a:cxnLst/>
            <a:rect l="l" t="t" r="r" b="b"/>
            <a:pathLst>
              <a:path w="1261440" h="1487947">
                <a:moveTo>
                  <a:pt x="0" y="0"/>
                </a:moveTo>
                <a:lnTo>
                  <a:pt x="1190276" y="0"/>
                </a:lnTo>
                <a:cubicBezTo>
                  <a:pt x="1229579" y="0"/>
                  <a:pt x="1261440" y="31861"/>
                  <a:pt x="1261440" y="71164"/>
                </a:cubicBezTo>
                <a:lnTo>
                  <a:pt x="1261440" y="1487947"/>
                </a:lnTo>
                <a:lnTo>
                  <a:pt x="0" y="1487947"/>
                </a:lnTo>
                <a:lnTo>
                  <a:pt x="0" y="0"/>
                </a:lnTo>
                <a:close/>
              </a:path>
            </a:pathLst>
          </a:custGeom>
          <a:solidFill>
            <a:srgbClr val="D5DDE2"/>
          </a:solidFill>
          <a:ln>
            <a:noFill/>
          </a:ln>
        </p:spPr>
      </p:sp>
      <p:sp>
        <p:nvSpPr>
          <p:cNvPr id="109" name="!!path-2zx"/>
          <p:cNvSpPr/>
          <p:nvPr/>
        </p:nvSpPr>
        <p:spPr>
          <a:xfrm>
            <a:off x="5745433" y="3500156"/>
            <a:ext cx="507504" cy="1773347"/>
          </a:xfrm>
          <a:custGeom>
            <a:avLst/>
            <a:gdLst/>
            <a:ahLst/>
            <a:cxnLst/>
            <a:rect l="l" t="t" r="r" b="b"/>
            <a:pathLst>
              <a:path w="507504" h="1773347">
                <a:moveTo>
                  <a:pt x="20844" y="1768434"/>
                </a:moveTo>
                <a:lnTo>
                  <a:pt x="11993" y="1757650"/>
                </a:lnTo>
                <a:lnTo>
                  <a:pt x="5417" y="1745347"/>
                </a:lnTo>
                <a:lnTo>
                  <a:pt x="1367" y="1731997"/>
                </a:lnTo>
                <a:lnTo>
                  <a:pt x="0" y="1718113"/>
                </a:lnTo>
                <a:lnTo>
                  <a:pt x="0" y="71164"/>
                </a:lnTo>
                <a:lnTo>
                  <a:pt x="1367" y="57281"/>
                </a:lnTo>
                <a:lnTo>
                  <a:pt x="5417" y="43931"/>
                </a:lnTo>
                <a:lnTo>
                  <a:pt x="11993" y="31628"/>
                </a:lnTo>
                <a:lnTo>
                  <a:pt x="20844" y="20844"/>
                </a:lnTo>
                <a:lnTo>
                  <a:pt x="31628" y="11993"/>
                </a:lnTo>
                <a:lnTo>
                  <a:pt x="43931" y="5417"/>
                </a:lnTo>
                <a:lnTo>
                  <a:pt x="57281" y="1367"/>
                </a:lnTo>
                <a:lnTo>
                  <a:pt x="71164" y="0"/>
                </a:lnTo>
                <a:lnTo>
                  <a:pt x="507504" y="0"/>
                </a:lnTo>
                <a:lnTo>
                  <a:pt x="507504" y="1487947"/>
                </a:lnTo>
                <a:lnTo>
                  <a:pt x="26830" y="1773347"/>
                </a:lnTo>
                <a:close/>
              </a:path>
            </a:pathLst>
          </a:custGeom>
          <a:solidFill>
            <a:srgbClr val="C4CED5"/>
          </a:solidFill>
          <a:ln>
            <a:noFill/>
          </a:ln>
        </p:spPr>
      </p:sp>
      <p:sp>
        <p:nvSpPr>
          <p:cNvPr id="110" name="!!path-2zy"/>
          <p:cNvSpPr/>
          <p:nvPr/>
        </p:nvSpPr>
        <p:spPr>
          <a:xfrm>
            <a:off x="5772263" y="4988103"/>
            <a:ext cx="1742115" cy="301331"/>
          </a:xfrm>
          <a:custGeom>
            <a:avLst/>
            <a:gdLst/>
            <a:ahLst/>
            <a:cxnLst/>
            <a:rect l="l" t="t" r="r" b="b"/>
            <a:pathLst>
              <a:path w="1742115" h="301331">
                <a:moveTo>
                  <a:pt x="0" y="285400"/>
                </a:moveTo>
                <a:lnTo>
                  <a:pt x="4797" y="289337"/>
                </a:lnTo>
                <a:lnTo>
                  <a:pt x="17101" y="295914"/>
                </a:lnTo>
                <a:lnTo>
                  <a:pt x="30451" y="299963"/>
                </a:lnTo>
                <a:lnTo>
                  <a:pt x="44334" y="301331"/>
                </a:lnTo>
                <a:lnTo>
                  <a:pt x="1670950" y="301331"/>
                </a:lnTo>
                <a:lnTo>
                  <a:pt x="1684834" y="299963"/>
                </a:lnTo>
                <a:lnTo>
                  <a:pt x="1698184" y="295914"/>
                </a:lnTo>
                <a:lnTo>
                  <a:pt x="1710487" y="289337"/>
                </a:lnTo>
                <a:lnTo>
                  <a:pt x="1721271" y="280487"/>
                </a:lnTo>
                <a:lnTo>
                  <a:pt x="1730121" y="269703"/>
                </a:lnTo>
                <a:lnTo>
                  <a:pt x="1736698" y="257400"/>
                </a:lnTo>
                <a:lnTo>
                  <a:pt x="1740747" y="244050"/>
                </a:lnTo>
                <a:lnTo>
                  <a:pt x="1742115" y="230166"/>
                </a:lnTo>
                <a:lnTo>
                  <a:pt x="1742115" y="0"/>
                </a:lnTo>
                <a:lnTo>
                  <a:pt x="480674" y="0"/>
                </a:lnTo>
                <a:close/>
              </a:path>
            </a:pathLst>
          </a:custGeom>
          <a:solidFill>
            <a:srgbClr val="E8EDF0"/>
          </a:solidFill>
          <a:ln>
            <a:noFill/>
          </a:ln>
        </p:spPr>
      </p:sp>
      <p:sp>
        <p:nvSpPr>
          <p:cNvPr id="111" name="!!ellipse-2zz"/>
          <p:cNvSpPr/>
          <p:nvPr/>
        </p:nvSpPr>
        <p:spPr>
          <a:xfrm>
            <a:off x="6652028" y="5083036"/>
            <a:ext cx="882439" cy="101664"/>
          </a:xfrm>
          <a:prstGeom prst="ellipse">
            <a:avLst/>
          </a:prstGeom>
          <a:solidFill>
            <a:srgbClr val="0B1A26">
              <a:alpha val="14000"/>
            </a:srgbClr>
          </a:solidFill>
          <a:ln>
            <a:noFill/>
          </a:ln>
        </p:spPr>
      </p:sp>
      <p:sp>
        <p:nvSpPr>
          <p:cNvPr id="112" name="!!rect-301"/>
          <p:cNvSpPr/>
          <p:nvPr/>
        </p:nvSpPr>
        <p:spPr>
          <a:xfrm>
            <a:off x="6696760" y="4127400"/>
            <a:ext cx="711645" cy="996302"/>
          </a:xfrm>
          <a:prstGeom prst="roundRect">
            <a:avLst>
              <a:gd name="adj" fmla="val 4286"/>
            </a:avLst>
          </a:prstGeom>
          <a:gradFill rotWithShape="1">
            <a:gsLst>
              <a:gs pos="0">
                <a:srgbClr val="AB6C59"/>
              </a:gs>
              <a:gs pos="100000">
                <a:srgbClr val="834C3C"/>
              </a:gs>
              <a:gs pos="100000">
                <a:srgbClr val="834C3C"/>
              </a:gs>
            </a:gsLst>
            <a:lin ang="3267739" scaled="0"/>
          </a:gradFill>
          <a:ln>
            <a:noFill/>
          </a:ln>
        </p:spPr>
      </p:sp>
      <p:sp>
        <p:nvSpPr>
          <p:cNvPr id="113" name="!!rect-302"/>
          <p:cNvSpPr/>
          <p:nvPr/>
        </p:nvSpPr>
        <p:spPr>
          <a:xfrm>
            <a:off x="6760807" y="4127400"/>
            <a:ext cx="35582" cy="996302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</p:spPr>
      </p:sp>
      <p:sp>
        <p:nvSpPr>
          <p:cNvPr id="114" name="!!rect-303"/>
          <p:cNvSpPr/>
          <p:nvPr/>
        </p:nvSpPr>
        <p:spPr>
          <a:xfrm>
            <a:off x="6874671" y="4306734"/>
            <a:ext cx="398521" cy="69741"/>
          </a:xfrm>
          <a:prstGeom prst="roundRect">
            <a:avLst>
              <a:gd name="adj" fmla="val 28571"/>
            </a:avLst>
          </a:prstGeom>
          <a:solidFill>
            <a:srgbClr val="F1E3C8"/>
          </a:solidFill>
          <a:ln>
            <a:noFill/>
          </a:ln>
        </p:spPr>
      </p:sp>
      <p:sp>
        <p:nvSpPr>
          <p:cNvPr id="115" name="!!rect-304"/>
          <p:cNvSpPr/>
          <p:nvPr/>
        </p:nvSpPr>
        <p:spPr>
          <a:xfrm>
            <a:off x="6874671" y="4426290"/>
            <a:ext cx="270425" cy="44834"/>
          </a:xfrm>
          <a:prstGeom prst="roundRect">
            <a:avLst>
              <a:gd name="adj" fmla="val 44444"/>
            </a:avLst>
          </a:prstGeom>
          <a:solidFill>
            <a:srgbClr val="F1E3C8">
              <a:alpha val="72000"/>
            </a:srgbClr>
          </a:solidFill>
          <a:ln>
            <a:noFill/>
          </a:ln>
        </p:spPr>
      </p:sp>
      <p:sp>
        <p:nvSpPr>
          <p:cNvPr id="116" name="!!rect-305"/>
          <p:cNvSpPr/>
          <p:nvPr/>
        </p:nvSpPr>
        <p:spPr>
          <a:xfrm>
            <a:off x="6874671" y="4924442"/>
            <a:ext cx="199260" cy="39852"/>
          </a:xfrm>
          <a:prstGeom prst="roundRect">
            <a:avLst>
              <a:gd name="adj" fmla="val 50000"/>
            </a:avLst>
          </a:prstGeom>
          <a:solidFill>
            <a:srgbClr val="F1E3C8">
              <a:alpha val="55000"/>
            </a:srgbClr>
          </a:solidFill>
          <a:ln>
            <a:noFill/>
          </a:ln>
        </p:spPr>
      </p:sp>
      <p:sp>
        <p:nvSpPr>
          <p:cNvPr id="117" name="!!rect-306"/>
          <p:cNvSpPr/>
          <p:nvPr/>
        </p:nvSpPr>
        <p:spPr>
          <a:xfrm>
            <a:off x="5745433" y="3500156"/>
            <a:ext cx="1768945" cy="894639"/>
          </a:xfrm>
          <a:custGeom>
            <a:avLst/>
            <a:gdLst/>
            <a:ahLst/>
            <a:cxnLst/>
            <a:rect l="l" t="t" r="r" b="b"/>
            <a:pathLst>
              <a:path w="1768945" h="894639">
                <a:moveTo>
                  <a:pt x="71164" y="0"/>
                </a:moveTo>
                <a:lnTo>
                  <a:pt x="1697781" y="0"/>
                </a:lnTo>
                <a:cubicBezTo>
                  <a:pt x="1737084" y="0"/>
                  <a:pt x="1768945" y="31861"/>
                  <a:pt x="1768945" y="71164"/>
                </a:cubicBezTo>
                <a:lnTo>
                  <a:pt x="1768945" y="894639"/>
                </a:lnTo>
                <a:lnTo>
                  <a:pt x="0" y="894639"/>
                </a:lnTo>
                <a:lnTo>
                  <a:pt x="0" y="71164"/>
                </a:lnTo>
                <a:cubicBezTo>
                  <a:pt x="0" y="31861"/>
                  <a:pt x="31861" y="0"/>
                  <a:pt x="71164" y="0"/>
                </a:cubicBezTo>
                <a:close/>
              </a:path>
            </a:pathLst>
          </a:custGeom>
          <a:gradFill rotWithShape="1">
            <a:gsLst>
              <a:gs pos="0">
                <a:srgbClr val="0B1A26">
                  <a:alpha val="20000"/>
                </a:srgbClr>
              </a:gs>
              <a:gs pos="100000">
                <a:srgbClr val="0B1A26">
                  <a:alpha val="0"/>
                </a:srgbClr>
              </a:gs>
            </a:gsLst>
            <a:lin ang="5400000" scaled="0"/>
          </a:gradFill>
          <a:ln>
            <a:noFill/>
          </a:ln>
        </p:spPr>
      </p:sp>
      <p:sp>
        <p:nvSpPr>
          <p:cNvPr id="118" name="!!circle-307"/>
          <p:cNvSpPr/>
          <p:nvPr/>
        </p:nvSpPr>
        <p:spPr>
          <a:xfrm>
            <a:off x="5629537" y="4451726"/>
            <a:ext cx="69131" cy="69131"/>
          </a:xfrm>
          <a:prstGeom prst="ellipse">
            <a:avLst/>
          </a:prstGeom>
          <a:solidFill>
            <a:srgbClr val="AEB9C1"/>
          </a:solidFill>
          <a:ln>
            <a:noFill/>
          </a:ln>
        </p:spPr>
      </p:sp>
      <p:sp>
        <p:nvSpPr>
          <p:cNvPr id="119" name="!!rect-309"/>
          <p:cNvSpPr/>
          <p:nvPr/>
        </p:nvSpPr>
        <p:spPr>
          <a:xfrm>
            <a:off x="5745433" y="3500156"/>
            <a:ext cx="1768945" cy="1789278"/>
          </a:xfrm>
          <a:prstGeom prst="roundRect">
            <a:avLst>
              <a:gd name="adj" fmla="val 4023"/>
            </a:avLst>
          </a:prstGeom>
          <a:solidFill>
            <a:srgbClr val="F4F8FA">
              <a:alpha val="40000"/>
            </a:srgbClr>
          </a:solidFill>
          <a:ln>
            <a:noFill/>
          </a:ln>
        </p:spPr>
      </p:sp>
      <p:sp>
        <p:nvSpPr>
          <p:cNvPr id="120" name="!!path-30a"/>
          <p:cNvSpPr/>
          <p:nvPr/>
        </p:nvSpPr>
        <p:spPr>
          <a:xfrm>
            <a:off x="6134601" y="3500156"/>
            <a:ext cx="778336" cy="1789278"/>
          </a:xfrm>
          <a:custGeom>
            <a:avLst/>
            <a:gdLst/>
            <a:ahLst/>
            <a:cxnLst/>
            <a:rect l="l" t="t" r="r" b="b"/>
            <a:pathLst>
              <a:path w="778336" h="1789278">
                <a:moveTo>
                  <a:pt x="495305" y="0"/>
                </a:moveTo>
                <a:lnTo>
                  <a:pt x="778336" y="0"/>
                </a:lnTo>
                <a:lnTo>
                  <a:pt x="283031" y="1789278"/>
                </a:lnTo>
                <a:lnTo>
                  <a:pt x="0" y="1789278"/>
                </a:lnTo>
                <a:close/>
              </a:path>
            </a:pathLst>
          </a:custGeom>
          <a:solidFill>
            <a:srgbClr val="FFFFFF">
              <a:alpha val="34000"/>
            </a:srgbClr>
          </a:solidFill>
          <a:ln>
            <a:noFill/>
          </a:ln>
        </p:spPr>
      </p:sp>
      <p:sp>
        <p:nvSpPr>
          <p:cNvPr id="121" name="!!path-30b"/>
          <p:cNvSpPr/>
          <p:nvPr/>
        </p:nvSpPr>
        <p:spPr>
          <a:xfrm>
            <a:off x="6506079" y="3500156"/>
            <a:ext cx="566062" cy="1789278"/>
          </a:xfrm>
          <a:custGeom>
            <a:avLst/>
            <a:gdLst/>
            <a:ahLst/>
            <a:cxnLst/>
            <a:rect l="l" t="t" r="r" b="b"/>
            <a:pathLst>
              <a:path w="566062" h="1789278">
                <a:moveTo>
                  <a:pt x="495305" y="0"/>
                </a:moveTo>
                <a:lnTo>
                  <a:pt x="566062" y="0"/>
                </a:lnTo>
                <a:lnTo>
                  <a:pt x="70758" y="1789278"/>
                </a:lnTo>
                <a:lnTo>
                  <a:pt x="0" y="1789278"/>
                </a:lnTo>
                <a:close/>
              </a:path>
            </a:pathLst>
          </a:custGeom>
          <a:solidFill>
            <a:srgbClr val="FFFFFF">
              <a:alpha val="28000"/>
            </a:srgbClr>
          </a:solidFill>
          <a:ln>
            <a:noFill/>
          </a:ln>
        </p:spPr>
      </p:sp>
      <p:sp>
        <p:nvSpPr>
          <p:cNvPr id="122" name="!!rect-30c"/>
          <p:cNvSpPr/>
          <p:nvPr/>
        </p:nvSpPr>
        <p:spPr>
          <a:xfrm>
            <a:off x="5753566" y="3508289"/>
            <a:ext cx="1752679" cy="1773011"/>
          </a:xfrm>
          <a:prstGeom prst="roundRect">
            <a:avLst>
              <a:gd name="adj" fmla="val 3770"/>
            </a:avLst>
          </a:prstGeom>
          <a:noFill/>
          <a:ln w="16266" cap="flat">
            <a:solidFill>
              <a:srgbClr val="FFFFFF">
                <a:alpha val="95000"/>
              </a:srgbClr>
            </a:solidFill>
            <a:prstDash val="solid"/>
            <a:miter lim="800000"/>
          </a:ln>
        </p:spPr>
      </p:sp>
      <p:sp>
        <p:nvSpPr>
          <p:cNvPr id="123" name="!!rect-30d"/>
          <p:cNvSpPr/>
          <p:nvPr/>
        </p:nvSpPr>
        <p:spPr>
          <a:xfrm>
            <a:off x="5745433" y="3500156"/>
            <a:ext cx="1768945" cy="1789278"/>
          </a:xfrm>
          <a:prstGeom prst="roundRect">
            <a:avLst>
              <a:gd name="adj" fmla="val 4023"/>
            </a:avLst>
          </a:prstGeom>
          <a:noFill/>
          <a:ln w="10166" cap="flat">
            <a:solidFill>
              <a:srgbClr val="8FA0AB">
                <a:alpha val="50000"/>
              </a:srgbClr>
            </a:solidFill>
            <a:prstDash val="solid"/>
            <a:miter lim="800000"/>
          </a:ln>
        </p:spPr>
      </p:sp>
      <p:sp>
        <p:nvSpPr>
          <p:cNvPr id="124" name="!!rect-30e"/>
          <p:cNvSpPr/>
          <p:nvPr/>
        </p:nvSpPr>
        <p:spPr>
          <a:xfrm>
            <a:off x="5857263" y="3611986"/>
            <a:ext cx="508318" cy="243992"/>
          </a:xfrm>
          <a:prstGeom prst="roundRect">
            <a:avLst>
              <a:gd name="adj" fmla="val 29167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125" name="!!text-30f" descr="A02"/>
          <p:cNvSpPr txBox="1"/>
          <p:nvPr/>
        </p:nvSpPr>
        <p:spPr>
          <a:xfrm>
            <a:off x="5981831" y="3619712"/>
            <a:ext cx="301880" cy="20609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21" b="1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A02</a:t>
            </a:r>
            <a:endParaRPr lang="zh-TW" sz="1121"/>
          </a:p>
        </p:txBody>
      </p:sp>
      <p:sp>
        <p:nvSpPr>
          <p:cNvPr id="126" name="!!rect-30m"/>
          <p:cNvSpPr/>
          <p:nvPr/>
        </p:nvSpPr>
        <p:spPr>
          <a:xfrm>
            <a:off x="4321330" y="5431763"/>
            <a:ext cx="1261441" cy="1426237"/>
          </a:xfrm>
          <a:prstGeom prst="rect">
            <a:avLst/>
          </a:prstGeom>
          <a:solidFill>
            <a:srgbClr val="D5DDE2"/>
          </a:solidFill>
          <a:ln>
            <a:noFill/>
          </a:ln>
        </p:spPr>
      </p:sp>
      <p:sp>
        <p:nvSpPr>
          <p:cNvPr id="127" name="!!path-30n"/>
          <p:cNvSpPr/>
          <p:nvPr/>
        </p:nvSpPr>
        <p:spPr>
          <a:xfrm>
            <a:off x="3813826" y="5431763"/>
            <a:ext cx="507504" cy="1426237"/>
          </a:xfrm>
          <a:custGeom>
            <a:avLst/>
            <a:gdLst/>
            <a:ahLst/>
            <a:cxnLst/>
            <a:rect l="l" t="t" r="r" b="b"/>
            <a:pathLst>
              <a:path w="507504" h="1426237">
                <a:moveTo>
                  <a:pt x="0" y="1426237"/>
                </a:moveTo>
                <a:lnTo>
                  <a:pt x="0" y="0"/>
                </a:lnTo>
                <a:lnTo>
                  <a:pt x="0" y="0"/>
                </a:lnTo>
                <a:lnTo>
                  <a:pt x="507504" y="0"/>
                </a:lnTo>
                <a:lnTo>
                  <a:pt x="507504" y="1426237"/>
                </a:lnTo>
                <a:close/>
              </a:path>
            </a:pathLst>
          </a:custGeom>
          <a:solidFill>
            <a:srgbClr val="C4CED5"/>
          </a:solidFill>
          <a:ln>
            <a:noFill/>
          </a:ln>
        </p:spPr>
      </p:sp>
      <p:sp>
        <p:nvSpPr>
          <p:cNvPr id="128" name="!!rect-30r"/>
          <p:cNvSpPr/>
          <p:nvPr/>
        </p:nvSpPr>
        <p:spPr>
          <a:xfrm>
            <a:off x="4623637" y="6059006"/>
            <a:ext cx="711645" cy="996302"/>
          </a:xfrm>
          <a:prstGeom prst="roundRect">
            <a:avLst>
              <a:gd name="adj" fmla="val 4286"/>
            </a:avLst>
          </a:prstGeom>
          <a:gradFill rotWithShape="1">
            <a:gsLst>
              <a:gs pos="0">
                <a:srgbClr val="4D76A6"/>
              </a:gs>
              <a:gs pos="100000">
                <a:srgbClr val="32557E"/>
              </a:gs>
              <a:gs pos="100000">
                <a:srgbClr val="32557E"/>
              </a:gs>
            </a:gsLst>
            <a:lin ang="3267739" scaled="0"/>
          </a:gradFill>
          <a:ln>
            <a:noFill/>
          </a:ln>
        </p:spPr>
      </p:sp>
      <p:sp>
        <p:nvSpPr>
          <p:cNvPr id="129" name="!!rect-30s"/>
          <p:cNvSpPr/>
          <p:nvPr/>
        </p:nvSpPr>
        <p:spPr>
          <a:xfrm>
            <a:off x="4687685" y="6059006"/>
            <a:ext cx="35582" cy="798994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</p:spPr>
      </p:sp>
      <p:sp>
        <p:nvSpPr>
          <p:cNvPr id="130" name="!!rect-30t"/>
          <p:cNvSpPr/>
          <p:nvPr/>
        </p:nvSpPr>
        <p:spPr>
          <a:xfrm>
            <a:off x="4801548" y="6238341"/>
            <a:ext cx="398521" cy="69741"/>
          </a:xfrm>
          <a:prstGeom prst="roundRect">
            <a:avLst>
              <a:gd name="adj" fmla="val 28571"/>
            </a:avLst>
          </a:prstGeom>
          <a:solidFill>
            <a:srgbClr val="E9EEF1"/>
          </a:solidFill>
          <a:ln>
            <a:noFill/>
          </a:ln>
        </p:spPr>
      </p:sp>
      <p:sp>
        <p:nvSpPr>
          <p:cNvPr id="131" name="!!rect-30u"/>
          <p:cNvSpPr/>
          <p:nvPr/>
        </p:nvSpPr>
        <p:spPr>
          <a:xfrm>
            <a:off x="4801548" y="6357897"/>
            <a:ext cx="270425" cy="44834"/>
          </a:xfrm>
          <a:prstGeom prst="roundRect">
            <a:avLst>
              <a:gd name="adj" fmla="val 44444"/>
            </a:avLst>
          </a:prstGeom>
          <a:solidFill>
            <a:srgbClr val="E9EEF1">
              <a:alpha val="72000"/>
            </a:srgbClr>
          </a:solidFill>
          <a:ln>
            <a:noFill/>
          </a:ln>
        </p:spPr>
      </p:sp>
      <p:sp>
        <p:nvSpPr>
          <p:cNvPr id="132" name="!!rect-30v"/>
          <p:cNvSpPr/>
          <p:nvPr/>
        </p:nvSpPr>
        <p:spPr>
          <a:xfrm>
            <a:off x="4801548" y="6856048"/>
            <a:ext cx="199260" cy="39852"/>
          </a:xfrm>
          <a:prstGeom prst="roundRect">
            <a:avLst>
              <a:gd name="adj" fmla="val 50000"/>
            </a:avLst>
          </a:prstGeom>
          <a:solidFill>
            <a:srgbClr val="E9EEF1">
              <a:alpha val="55000"/>
            </a:srgbClr>
          </a:solidFill>
          <a:ln>
            <a:noFill/>
          </a:ln>
        </p:spPr>
      </p:sp>
      <p:sp>
        <p:nvSpPr>
          <p:cNvPr id="133" name="!!rect-30w"/>
          <p:cNvSpPr/>
          <p:nvPr/>
        </p:nvSpPr>
        <p:spPr>
          <a:xfrm>
            <a:off x="3813826" y="5431763"/>
            <a:ext cx="1768945" cy="894639"/>
          </a:xfrm>
          <a:prstGeom prst="rect">
            <a:avLst/>
          </a:prstGeom>
          <a:gradFill rotWithShape="1">
            <a:gsLst>
              <a:gs pos="0">
                <a:srgbClr val="0B1A26">
                  <a:alpha val="20000"/>
                </a:srgbClr>
              </a:gs>
              <a:gs pos="100000">
                <a:srgbClr val="0B1A26">
                  <a:alpha val="0"/>
                </a:srgbClr>
              </a:gs>
            </a:gsLst>
            <a:lin ang="5400000" scaled="0"/>
          </a:gradFill>
          <a:ln>
            <a:noFill/>
          </a:ln>
        </p:spPr>
      </p:sp>
      <p:sp>
        <p:nvSpPr>
          <p:cNvPr id="134" name="!!circle-30x"/>
          <p:cNvSpPr/>
          <p:nvPr/>
        </p:nvSpPr>
        <p:spPr>
          <a:xfrm>
            <a:off x="5629537" y="6200339"/>
            <a:ext cx="69131" cy="69131"/>
          </a:xfrm>
          <a:prstGeom prst="ellipse">
            <a:avLst/>
          </a:prstGeom>
          <a:solidFill>
            <a:srgbClr val="AEB9C1"/>
          </a:solidFill>
          <a:ln>
            <a:noFill/>
          </a:ln>
        </p:spPr>
      </p:sp>
      <p:sp>
        <p:nvSpPr>
          <p:cNvPr id="135" name="!!rect-30z"/>
          <p:cNvSpPr/>
          <p:nvPr/>
        </p:nvSpPr>
        <p:spPr>
          <a:xfrm>
            <a:off x="3813826" y="5431763"/>
            <a:ext cx="1768945" cy="1789278"/>
          </a:xfrm>
          <a:prstGeom prst="roundRect">
            <a:avLst>
              <a:gd name="adj" fmla="val 4023"/>
            </a:avLst>
          </a:prstGeom>
          <a:solidFill>
            <a:srgbClr val="F4F8FA">
              <a:alpha val="40000"/>
            </a:srgbClr>
          </a:solidFill>
          <a:ln>
            <a:noFill/>
          </a:ln>
        </p:spPr>
      </p:sp>
      <p:sp>
        <p:nvSpPr>
          <p:cNvPr id="136" name="!!path-310"/>
          <p:cNvSpPr/>
          <p:nvPr/>
        </p:nvSpPr>
        <p:spPr>
          <a:xfrm>
            <a:off x="4303490" y="5431763"/>
            <a:ext cx="677840" cy="1426237"/>
          </a:xfrm>
          <a:custGeom>
            <a:avLst/>
            <a:gdLst/>
            <a:ahLst/>
            <a:cxnLst/>
            <a:rect l="l" t="t" r="r" b="b"/>
            <a:pathLst>
              <a:path w="677840" h="1426237">
                <a:moveTo>
                  <a:pt x="0" y="1426237"/>
                </a:moveTo>
                <a:lnTo>
                  <a:pt x="394808" y="0"/>
                </a:lnTo>
                <a:lnTo>
                  <a:pt x="677840" y="0"/>
                </a:lnTo>
                <a:lnTo>
                  <a:pt x="283031" y="1426237"/>
                </a:lnTo>
                <a:close/>
              </a:path>
            </a:pathLst>
          </a:custGeom>
          <a:solidFill>
            <a:srgbClr val="FFFFFF">
              <a:alpha val="34000"/>
            </a:srgbClr>
          </a:solidFill>
          <a:ln>
            <a:noFill/>
          </a:ln>
        </p:spPr>
      </p:sp>
      <p:sp>
        <p:nvSpPr>
          <p:cNvPr id="137" name="!!path-311"/>
          <p:cNvSpPr/>
          <p:nvPr/>
        </p:nvSpPr>
        <p:spPr>
          <a:xfrm>
            <a:off x="4674969" y="5431763"/>
            <a:ext cx="465566" cy="1426237"/>
          </a:xfrm>
          <a:custGeom>
            <a:avLst/>
            <a:gdLst/>
            <a:ahLst/>
            <a:cxnLst/>
            <a:rect l="l" t="t" r="r" b="b"/>
            <a:pathLst>
              <a:path w="465566" h="1426237">
                <a:moveTo>
                  <a:pt x="0" y="1426237"/>
                </a:moveTo>
                <a:lnTo>
                  <a:pt x="394808" y="0"/>
                </a:lnTo>
                <a:lnTo>
                  <a:pt x="465566" y="0"/>
                </a:lnTo>
                <a:lnTo>
                  <a:pt x="70758" y="1426237"/>
                </a:lnTo>
                <a:close/>
              </a:path>
            </a:pathLst>
          </a:custGeom>
          <a:solidFill>
            <a:srgbClr val="FFFFFF">
              <a:alpha val="28000"/>
            </a:srgbClr>
          </a:solidFill>
          <a:ln>
            <a:noFill/>
          </a:ln>
        </p:spPr>
      </p:sp>
      <p:sp>
        <p:nvSpPr>
          <p:cNvPr id="138" name="!!rect-312"/>
          <p:cNvSpPr/>
          <p:nvPr/>
        </p:nvSpPr>
        <p:spPr>
          <a:xfrm>
            <a:off x="3821959" y="5439896"/>
            <a:ext cx="1752679" cy="1773011"/>
          </a:xfrm>
          <a:prstGeom prst="roundRect">
            <a:avLst>
              <a:gd name="adj" fmla="val 3770"/>
            </a:avLst>
          </a:prstGeom>
          <a:noFill/>
          <a:ln w="16266" cap="flat">
            <a:solidFill>
              <a:srgbClr val="FFFFFF">
                <a:alpha val="95000"/>
              </a:srgbClr>
            </a:solidFill>
            <a:prstDash val="solid"/>
            <a:miter lim="800000"/>
          </a:ln>
        </p:spPr>
      </p:sp>
      <p:sp>
        <p:nvSpPr>
          <p:cNvPr id="139" name="!!rect-313"/>
          <p:cNvSpPr/>
          <p:nvPr/>
        </p:nvSpPr>
        <p:spPr>
          <a:xfrm>
            <a:off x="3813826" y="5431763"/>
            <a:ext cx="1768945" cy="1789278"/>
          </a:xfrm>
          <a:prstGeom prst="roundRect">
            <a:avLst>
              <a:gd name="adj" fmla="val 4023"/>
            </a:avLst>
          </a:prstGeom>
          <a:noFill/>
          <a:ln w="10166" cap="flat">
            <a:solidFill>
              <a:srgbClr val="8FA0AB">
                <a:alpha val="50000"/>
              </a:srgbClr>
            </a:solidFill>
            <a:prstDash val="solid"/>
            <a:miter lim="800000"/>
          </a:ln>
        </p:spPr>
      </p:sp>
      <p:sp>
        <p:nvSpPr>
          <p:cNvPr id="140" name="!!rect-314"/>
          <p:cNvSpPr/>
          <p:nvPr/>
        </p:nvSpPr>
        <p:spPr>
          <a:xfrm>
            <a:off x="3925656" y="5543592"/>
            <a:ext cx="508318" cy="243992"/>
          </a:xfrm>
          <a:prstGeom prst="roundRect">
            <a:avLst>
              <a:gd name="adj" fmla="val 29167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141" name="!!text-315" descr="A03"/>
          <p:cNvSpPr txBox="1"/>
          <p:nvPr/>
        </p:nvSpPr>
        <p:spPr>
          <a:xfrm>
            <a:off x="4050224" y="5551319"/>
            <a:ext cx="301880" cy="20609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21" b="1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A03</a:t>
            </a:r>
            <a:endParaRPr lang="zh-TW" sz="1121"/>
          </a:p>
        </p:txBody>
      </p:sp>
      <p:sp>
        <p:nvSpPr>
          <p:cNvPr id="142" name="!!rect-31c"/>
          <p:cNvSpPr/>
          <p:nvPr/>
        </p:nvSpPr>
        <p:spPr>
          <a:xfrm>
            <a:off x="6252938" y="5431763"/>
            <a:ext cx="1261440" cy="1426237"/>
          </a:xfrm>
          <a:prstGeom prst="rect">
            <a:avLst/>
          </a:prstGeom>
          <a:solidFill>
            <a:srgbClr val="D5DDE2"/>
          </a:solidFill>
          <a:ln>
            <a:noFill/>
          </a:ln>
        </p:spPr>
      </p:sp>
      <p:sp>
        <p:nvSpPr>
          <p:cNvPr id="143" name="!!path-31d"/>
          <p:cNvSpPr/>
          <p:nvPr/>
        </p:nvSpPr>
        <p:spPr>
          <a:xfrm>
            <a:off x="5745433" y="5431763"/>
            <a:ext cx="507504" cy="1426237"/>
          </a:xfrm>
          <a:custGeom>
            <a:avLst/>
            <a:gdLst/>
            <a:ahLst/>
            <a:cxnLst/>
            <a:rect l="l" t="t" r="r" b="b"/>
            <a:pathLst>
              <a:path w="507504" h="1426237">
                <a:moveTo>
                  <a:pt x="0" y="1426237"/>
                </a:moveTo>
                <a:lnTo>
                  <a:pt x="0" y="0"/>
                </a:lnTo>
                <a:lnTo>
                  <a:pt x="0" y="0"/>
                </a:lnTo>
                <a:lnTo>
                  <a:pt x="507504" y="0"/>
                </a:lnTo>
                <a:lnTo>
                  <a:pt x="507504" y="1426237"/>
                </a:lnTo>
                <a:close/>
              </a:path>
            </a:pathLst>
          </a:custGeom>
          <a:solidFill>
            <a:srgbClr val="C4CED5"/>
          </a:solidFill>
          <a:ln>
            <a:noFill/>
          </a:ln>
        </p:spPr>
      </p:sp>
      <p:sp>
        <p:nvSpPr>
          <p:cNvPr id="144" name="!!rect-31h"/>
          <p:cNvSpPr/>
          <p:nvPr/>
        </p:nvSpPr>
        <p:spPr>
          <a:xfrm>
            <a:off x="6838275" y="6120004"/>
            <a:ext cx="711645" cy="935304"/>
          </a:xfrm>
          <a:prstGeom prst="roundRect">
            <a:avLst>
              <a:gd name="adj" fmla="val 4286"/>
            </a:avLst>
          </a:prstGeom>
          <a:gradFill rotWithShape="1">
            <a:gsLst>
              <a:gs pos="0">
                <a:srgbClr val="8074A4"/>
              </a:gs>
              <a:gs pos="100000">
                <a:srgbClr val="5E537D"/>
              </a:gs>
            </a:gsLst>
            <a:lin ang="3164016" scaled="0"/>
          </a:gradFill>
          <a:ln>
            <a:noFill/>
          </a:ln>
        </p:spPr>
      </p:sp>
      <p:sp>
        <p:nvSpPr>
          <p:cNvPr id="145" name="!!rect-31i"/>
          <p:cNvSpPr/>
          <p:nvPr/>
        </p:nvSpPr>
        <p:spPr>
          <a:xfrm>
            <a:off x="6902323" y="6120004"/>
            <a:ext cx="35582" cy="737996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</p:spPr>
      </p:sp>
      <p:sp>
        <p:nvSpPr>
          <p:cNvPr id="146" name="!!rect-31j"/>
          <p:cNvSpPr/>
          <p:nvPr/>
        </p:nvSpPr>
        <p:spPr>
          <a:xfrm>
            <a:off x="7016186" y="6288359"/>
            <a:ext cx="398521" cy="65471"/>
          </a:xfrm>
          <a:prstGeom prst="roundRect">
            <a:avLst>
              <a:gd name="adj" fmla="val 28571"/>
            </a:avLst>
          </a:prstGeom>
          <a:solidFill>
            <a:srgbClr val="EDE7F6"/>
          </a:solidFill>
          <a:ln>
            <a:noFill/>
          </a:ln>
        </p:spPr>
      </p:sp>
      <p:sp>
        <p:nvSpPr>
          <p:cNvPr id="147" name="!!rect-31k"/>
          <p:cNvSpPr/>
          <p:nvPr/>
        </p:nvSpPr>
        <p:spPr>
          <a:xfrm>
            <a:off x="7016186" y="6400595"/>
            <a:ext cx="270425" cy="42089"/>
          </a:xfrm>
          <a:prstGeom prst="roundRect">
            <a:avLst>
              <a:gd name="adj" fmla="val 44444"/>
            </a:avLst>
          </a:prstGeom>
          <a:solidFill>
            <a:srgbClr val="EDE7F6">
              <a:alpha val="72000"/>
            </a:srgbClr>
          </a:solidFill>
          <a:ln>
            <a:noFill/>
          </a:ln>
        </p:spPr>
      </p:sp>
      <p:sp>
        <p:nvSpPr>
          <p:cNvPr id="148" name="!!rect-31m"/>
          <p:cNvSpPr/>
          <p:nvPr/>
        </p:nvSpPr>
        <p:spPr>
          <a:xfrm>
            <a:off x="5745433" y="5431763"/>
            <a:ext cx="1768945" cy="894639"/>
          </a:xfrm>
          <a:prstGeom prst="rect">
            <a:avLst/>
          </a:prstGeom>
          <a:gradFill rotWithShape="1">
            <a:gsLst>
              <a:gs pos="0">
                <a:srgbClr val="0B1A26">
                  <a:alpha val="20000"/>
                </a:srgbClr>
              </a:gs>
              <a:gs pos="100000">
                <a:srgbClr val="0B1A26">
                  <a:alpha val="0"/>
                </a:srgbClr>
              </a:gs>
            </a:gsLst>
            <a:lin ang="5400000" scaled="0"/>
          </a:gradFill>
          <a:ln>
            <a:noFill/>
          </a:ln>
        </p:spPr>
      </p:sp>
      <p:sp>
        <p:nvSpPr>
          <p:cNvPr id="149" name="!!circle-31n"/>
          <p:cNvSpPr/>
          <p:nvPr/>
        </p:nvSpPr>
        <p:spPr>
          <a:xfrm>
            <a:off x="5629537" y="6383333"/>
            <a:ext cx="69131" cy="69131"/>
          </a:xfrm>
          <a:prstGeom prst="ellipse">
            <a:avLst/>
          </a:prstGeom>
          <a:solidFill>
            <a:srgbClr val="AEB9C1"/>
          </a:solidFill>
          <a:ln>
            <a:noFill/>
          </a:ln>
        </p:spPr>
      </p:sp>
      <p:sp>
        <p:nvSpPr>
          <p:cNvPr id="150" name="!!rect-31p"/>
          <p:cNvSpPr/>
          <p:nvPr/>
        </p:nvSpPr>
        <p:spPr>
          <a:xfrm>
            <a:off x="5745433" y="5431763"/>
            <a:ext cx="1768945" cy="1789278"/>
          </a:xfrm>
          <a:prstGeom prst="roundRect">
            <a:avLst>
              <a:gd name="adj" fmla="val 4023"/>
            </a:avLst>
          </a:prstGeom>
          <a:solidFill>
            <a:srgbClr val="F4F8FA">
              <a:alpha val="40000"/>
            </a:srgbClr>
          </a:solidFill>
          <a:ln>
            <a:noFill/>
          </a:ln>
        </p:spPr>
      </p:sp>
      <p:sp>
        <p:nvSpPr>
          <p:cNvPr id="151" name="!!path-31q"/>
          <p:cNvSpPr/>
          <p:nvPr/>
        </p:nvSpPr>
        <p:spPr>
          <a:xfrm>
            <a:off x="6235097" y="5431763"/>
            <a:ext cx="677840" cy="1426237"/>
          </a:xfrm>
          <a:custGeom>
            <a:avLst/>
            <a:gdLst/>
            <a:ahLst/>
            <a:cxnLst/>
            <a:rect l="l" t="t" r="r" b="b"/>
            <a:pathLst>
              <a:path w="677840" h="1426237">
                <a:moveTo>
                  <a:pt x="0" y="1426237"/>
                </a:moveTo>
                <a:lnTo>
                  <a:pt x="394808" y="0"/>
                </a:lnTo>
                <a:lnTo>
                  <a:pt x="677840" y="0"/>
                </a:lnTo>
                <a:lnTo>
                  <a:pt x="283031" y="1426237"/>
                </a:lnTo>
                <a:close/>
              </a:path>
            </a:pathLst>
          </a:custGeom>
          <a:solidFill>
            <a:srgbClr val="FFFFFF">
              <a:alpha val="34000"/>
            </a:srgbClr>
          </a:solidFill>
          <a:ln>
            <a:noFill/>
          </a:ln>
        </p:spPr>
      </p:sp>
      <p:sp>
        <p:nvSpPr>
          <p:cNvPr id="152" name="!!path-31r"/>
          <p:cNvSpPr/>
          <p:nvPr/>
        </p:nvSpPr>
        <p:spPr>
          <a:xfrm>
            <a:off x="6606575" y="5431763"/>
            <a:ext cx="465566" cy="1426237"/>
          </a:xfrm>
          <a:custGeom>
            <a:avLst/>
            <a:gdLst/>
            <a:ahLst/>
            <a:cxnLst/>
            <a:rect l="l" t="t" r="r" b="b"/>
            <a:pathLst>
              <a:path w="465566" h="1426237">
                <a:moveTo>
                  <a:pt x="0" y="1426237"/>
                </a:moveTo>
                <a:lnTo>
                  <a:pt x="394808" y="0"/>
                </a:lnTo>
                <a:lnTo>
                  <a:pt x="465566" y="0"/>
                </a:lnTo>
                <a:lnTo>
                  <a:pt x="70758" y="1426237"/>
                </a:lnTo>
                <a:close/>
              </a:path>
            </a:pathLst>
          </a:custGeom>
          <a:solidFill>
            <a:srgbClr val="FFFFFF">
              <a:alpha val="28000"/>
            </a:srgbClr>
          </a:solidFill>
          <a:ln>
            <a:noFill/>
          </a:ln>
        </p:spPr>
      </p:sp>
      <p:sp>
        <p:nvSpPr>
          <p:cNvPr id="153" name="!!rect-31s"/>
          <p:cNvSpPr/>
          <p:nvPr/>
        </p:nvSpPr>
        <p:spPr>
          <a:xfrm>
            <a:off x="5753566" y="5439896"/>
            <a:ext cx="1752679" cy="1773011"/>
          </a:xfrm>
          <a:prstGeom prst="roundRect">
            <a:avLst>
              <a:gd name="adj" fmla="val 3770"/>
            </a:avLst>
          </a:prstGeom>
          <a:noFill/>
          <a:ln w="16266" cap="flat">
            <a:solidFill>
              <a:srgbClr val="FFFFFF">
                <a:alpha val="95000"/>
              </a:srgbClr>
            </a:solidFill>
            <a:prstDash val="solid"/>
            <a:miter lim="800000"/>
          </a:ln>
        </p:spPr>
      </p:sp>
      <p:sp>
        <p:nvSpPr>
          <p:cNvPr id="154" name="!!rect-31t"/>
          <p:cNvSpPr/>
          <p:nvPr/>
        </p:nvSpPr>
        <p:spPr>
          <a:xfrm>
            <a:off x="5745433" y="5431763"/>
            <a:ext cx="1768945" cy="1789278"/>
          </a:xfrm>
          <a:prstGeom prst="roundRect">
            <a:avLst>
              <a:gd name="adj" fmla="val 4023"/>
            </a:avLst>
          </a:prstGeom>
          <a:noFill/>
          <a:ln w="10166" cap="flat">
            <a:solidFill>
              <a:srgbClr val="8FA0AB">
                <a:alpha val="50000"/>
              </a:srgbClr>
            </a:solidFill>
            <a:prstDash val="solid"/>
            <a:miter lim="800000"/>
          </a:ln>
        </p:spPr>
      </p:sp>
      <p:sp>
        <p:nvSpPr>
          <p:cNvPr id="155" name="!!rect-31u"/>
          <p:cNvSpPr/>
          <p:nvPr/>
        </p:nvSpPr>
        <p:spPr>
          <a:xfrm>
            <a:off x="5857263" y="5543592"/>
            <a:ext cx="508318" cy="243992"/>
          </a:xfrm>
          <a:prstGeom prst="roundRect">
            <a:avLst>
              <a:gd name="adj" fmla="val 29167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156" name="!!text-31v" descr="A04"/>
          <p:cNvSpPr txBox="1"/>
          <p:nvPr/>
        </p:nvSpPr>
        <p:spPr>
          <a:xfrm>
            <a:off x="5981831" y="5551319"/>
            <a:ext cx="301880" cy="20609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21" b="1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A04</a:t>
            </a:r>
            <a:endParaRPr lang="zh-TW" sz="1121"/>
          </a:p>
        </p:txBody>
      </p:sp>
      <p:sp>
        <p:nvSpPr>
          <p:cNvPr id="157" name="!!rect-6qy"/>
          <p:cNvSpPr/>
          <p:nvPr/>
        </p:nvSpPr>
        <p:spPr>
          <a:xfrm>
            <a:off x="2770518" y="2995867"/>
            <a:ext cx="1374572" cy="419100"/>
          </a:xfrm>
          <a:prstGeom prst="roundRect">
            <a:avLst>
              <a:gd name="adj" fmla="val 50000"/>
            </a:avLst>
          </a:prstGeom>
          <a:solidFill>
            <a:srgbClr val="0B1A26">
              <a:alpha val="10000"/>
            </a:srgbClr>
          </a:solidFill>
          <a:ln>
            <a:noFill/>
          </a:ln>
          <a:effectLst>
            <a:softEdge rad="97790"/>
          </a:effectLst>
        </p:spPr>
      </p:sp>
      <p:sp>
        <p:nvSpPr>
          <p:cNvPr id="158" name="!!rect-6qz"/>
          <p:cNvSpPr/>
          <p:nvPr/>
        </p:nvSpPr>
        <p:spPr>
          <a:xfrm>
            <a:off x="2795918" y="2989517"/>
            <a:ext cx="1323772" cy="330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159" name="!!path-6r0"/>
          <p:cNvSpPr/>
          <p:nvPr/>
        </p:nvSpPr>
        <p:spPr>
          <a:xfrm>
            <a:off x="2956903" y="3075165"/>
            <a:ext cx="115621" cy="151752"/>
          </a:xfrm>
          <a:custGeom>
            <a:avLst/>
            <a:gdLst/>
            <a:ahLst/>
            <a:cxnLst/>
            <a:rect l="l" t="t" r="r" b="b"/>
            <a:pathLst>
              <a:path w="115621" h="151752">
                <a:moveTo>
                  <a:pt x="57810" y="115621"/>
                </a:moveTo>
                <a:cubicBezTo>
                  <a:pt x="65759" y="115621"/>
                  <a:pt x="72263" y="109117"/>
                  <a:pt x="72263" y="101168"/>
                </a:cubicBezTo>
                <a:cubicBezTo>
                  <a:pt x="72263" y="93219"/>
                  <a:pt x="65759" y="86716"/>
                  <a:pt x="57810" y="86716"/>
                </a:cubicBezTo>
                <a:cubicBezTo>
                  <a:pt x="49861" y="86716"/>
                  <a:pt x="43358" y="93219"/>
                  <a:pt x="43358" y="101168"/>
                </a:cubicBezTo>
                <a:cubicBezTo>
                  <a:pt x="43358" y="109117"/>
                  <a:pt x="49861" y="115621"/>
                  <a:pt x="57810" y="115621"/>
                </a:cubicBezTo>
                <a:close/>
                <a:moveTo>
                  <a:pt x="101168" y="50584"/>
                </a:moveTo>
                <a:lnTo>
                  <a:pt x="93942" y="50584"/>
                </a:lnTo>
                <a:lnTo>
                  <a:pt x="93942" y="36132"/>
                </a:lnTo>
                <a:cubicBezTo>
                  <a:pt x="93942" y="16187"/>
                  <a:pt x="77755" y="0"/>
                  <a:pt x="57810" y="0"/>
                </a:cubicBezTo>
                <a:cubicBezTo>
                  <a:pt x="41334" y="0"/>
                  <a:pt x="26954" y="11129"/>
                  <a:pt x="22835" y="27099"/>
                </a:cubicBezTo>
                <a:cubicBezTo>
                  <a:pt x="21823" y="31001"/>
                  <a:pt x="24136" y="34903"/>
                  <a:pt x="28038" y="35915"/>
                </a:cubicBezTo>
                <a:cubicBezTo>
                  <a:pt x="31868" y="36926"/>
                  <a:pt x="35842" y="34614"/>
                  <a:pt x="36854" y="30712"/>
                </a:cubicBezTo>
                <a:cubicBezTo>
                  <a:pt x="32085" y="21173"/>
                  <a:pt x="44080" y="14453"/>
                  <a:pt x="57810" y="14453"/>
                </a:cubicBezTo>
                <a:cubicBezTo>
                  <a:pt x="69734" y="14453"/>
                  <a:pt x="79489" y="24208"/>
                  <a:pt x="79489" y="36132"/>
                </a:cubicBezTo>
                <a:lnTo>
                  <a:pt x="79489" y="50584"/>
                </a:lnTo>
                <a:lnTo>
                  <a:pt x="14453" y="50584"/>
                </a:lnTo>
                <a:cubicBezTo>
                  <a:pt x="6504" y="50584"/>
                  <a:pt x="0" y="57088"/>
                  <a:pt x="0" y="65037"/>
                </a:cubicBezTo>
                <a:lnTo>
                  <a:pt x="0" y="137300"/>
                </a:lnTo>
                <a:cubicBezTo>
                  <a:pt x="0" y="145249"/>
                  <a:pt x="6504" y="151752"/>
                  <a:pt x="14453" y="151752"/>
                </a:cubicBezTo>
                <a:lnTo>
                  <a:pt x="101168" y="151752"/>
                </a:lnTo>
                <a:cubicBezTo>
                  <a:pt x="109117" y="151752"/>
                  <a:pt x="115621" y="145249"/>
                  <a:pt x="115621" y="137300"/>
                </a:cubicBezTo>
                <a:lnTo>
                  <a:pt x="115621" y="65037"/>
                </a:lnTo>
                <a:cubicBezTo>
                  <a:pt x="115621" y="57088"/>
                  <a:pt x="109117" y="50584"/>
                  <a:pt x="101168" y="50584"/>
                </a:cubicBezTo>
                <a:close/>
                <a:moveTo>
                  <a:pt x="101168" y="130073"/>
                </a:moveTo>
                <a:cubicBezTo>
                  <a:pt x="101168" y="134048"/>
                  <a:pt x="97916" y="137300"/>
                  <a:pt x="93942" y="137300"/>
                </a:cubicBezTo>
                <a:lnTo>
                  <a:pt x="21679" y="137300"/>
                </a:lnTo>
                <a:cubicBezTo>
                  <a:pt x="17704" y="137300"/>
                  <a:pt x="14453" y="134048"/>
                  <a:pt x="14453" y="130073"/>
                </a:cubicBezTo>
                <a:lnTo>
                  <a:pt x="14453" y="72263"/>
                </a:lnTo>
                <a:cubicBezTo>
                  <a:pt x="14453" y="68289"/>
                  <a:pt x="17704" y="65037"/>
                  <a:pt x="21679" y="65037"/>
                </a:cubicBezTo>
                <a:lnTo>
                  <a:pt x="93942" y="65037"/>
                </a:lnTo>
                <a:cubicBezTo>
                  <a:pt x="97916" y="65037"/>
                  <a:pt x="101168" y="68289"/>
                  <a:pt x="101168" y="72263"/>
                </a:cubicBezTo>
                <a:lnTo>
                  <a:pt x="101168" y="130073"/>
                </a:lnTo>
                <a:close/>
              </a:path>
            </a:pathLst>
          </a:custGeom>
          <a:solidFill>
            <a:srgbClr val="2E9E5B"/>
          </a:solidFill>
          <a:ln>
            <a:noFill/>
          </a:ln>
        </p:spPr>
      </p:sp>
      <p:sp>
        <p:nvSpPr>
          <p:cNvPr id="160" name="!!text-6r1" descr="A01 已開鎖"/>
          <p:cNvSpPr txBox="1"/>
          <p:nvPr/>
        </p:nvSpPr>
        <p:spPr>
          <a:xfrm>
            <a:off x="3159138" y="3022536"/>
            <a:ext cx="878002" cy="23906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00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A01 已開鎖</a:t>
            </a:r>
            <a:endParaRPr lang="zh-TW" sz="1300"/>
          </a:p>
        </p:txBody>
      </p:sp>
      <p:sp>
        <p:nvSpPr>
          <p:cNvPr id="161" name="!!text-6rd" descr="存書流程"/>
          <p:cNvSpPr txBox="1"/>
          <p:nvPr/>
        </p:nvSpPr>
        <p:spPr>
          <a:xfrm>
            <a:off x="711200" y="636016"/>
            <a:ext cx="710184" cy="2206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00" b="1" kern="0" spc="144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存書流</a:t>
            </a:r>
            <a:r>
              <a:rPr lang="zh-TW" altLang="en-US" sz="12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程</a:t>
            </a:r>
            <a:endParaRPr lang="zh-TW" sz="1200"/>
          </a:p>
        </p:txBody>
      </p:sp>
      <p:sp>
        <p:nvSpPr>
          <p:cNvPr id="162" name="!!circle-6rk"/>
          <p:cNvSpPr/>
          <p:nvPr/>
        </p:nvSpPr>
        <p:spPr>
          <a:xfrm>
            <a:off x="1568450" y="730250"/>
            <a:ext cx="63500" cy="63500"/>
          </a:xfrm>
          <a:prstGeom prst="ellipse">
            <a:avLst/>
          </a:prstGeom>
          <a:solidFill>
            <a:srgbClr val="E3E7EA"/>
          </a:solidFill>
          <a:ln>
            <a:noFill/>
          </a:ln>
        </p:spPr>
      </p:sp>
      <p:sp>
        <p:nvSpPr>
          <p:cNvPr id="163" name="!!circle-6rl"/>
          <p:cNvSpPr/>
          <p:nvPr/>
        </p:nvSpPr>
        <p:spPr>
          <a:xfrm>
            <a:off x="1568450" y="730250"/>
            <a:ext cx="63500" cy="63500"/>
          </a:xfrm>
          <a:prstGeom prst="ellipse">
            <a:avLst/>
          </a:prstGeom>
          <a:solidFill>
            <a:srgbClr val="627D8D"/>
          </a:solidFill>
          <a:ln>
            <a:noFill/>
          </a:ln>
        </p:spPr>
      </p:sp>
      <p:sp>
        <p:nvSpPr>
          <p:cNvPr id="164" name="!!circle-6rq"/>
          <p:cNvSpPr/>
          <p:nvPr/>
        </p:nvSpPr>
        <p:spPr>
          <a:xfrm>
            <a:off x="1733550" y="730250"/>
            <a:ext cx="63500" cy="63500"/>
          </a:xfrm>
          <a:prstGeom prst="ellipse">
            <a:avLst/>
          </a:prstGeom>
          <a:solidFill>
            <a:srgbClr val="E3E7EA"/>
          </a:solidFill>
          <a:ln>
            <a:noFill/>
          </a:ln>
        </p:spPr>
      </p:sp>
      <p:sp>
        <p:nvSpPr>
          <p:cNvPr id="165" name="!!circle-6rr"/>
          <p:cNvSpPr/>
          <p:nvPr/>
        </p:nvSpPr>
        <p:spPr>
          <a:xfrm>
            <a:off x="1733550" y="730250"/>
            <a:ext cx="63500" cy="63500"/>
          </a:xfrm>
          <a:prstGeom prst="ellipse">
            <a:avLst/>
          </a:prstGeom>
          <a:solidFill>
            <a:srgbClr val="627D8D"/>
          </a:solidFill>
          <a:ln>
            <a:noFill/>
          </a:ln>
        </p:spPr>
      </p:sp>
      <p:sp>
        <p:nvSpPr>
          <p:cNvPr id="166" name="!!circle-6rw"/>
          <p:cNvSpPr/>
          <p:nvPr/>
        </p:nvSpPr>
        <p:spPr>
          <a:xfrm>
            <a:off x="1898650" y="730250"/>
            <a:ext cx="63500" cy="63500"/>
          </a:xfrm>
          <a:prstGeom prst="ellipse">
            <a:avLst/>
          </a:prstGeom>
          <a:solidFill>
            <a:srgbClr val="E3E7EA"/>
          </a:solidFill>
          <a:ln>
            <a:noFill/>
          </a:ln>
        </p:spPr>
      </p:sp>
      <p:sp>
        <p:nvSpPr>
          <p:cNvPr id="167" name="!!circle-6rx"/>
          <p:cNvSpPr/>
          <p:nvPr/>
        </p:nvSpPr>
        <p:spPr>
          <a:xfrm>
            <a:off x="1898650" y="730250"/>
            <a:ext cx="63500" cy="63500"/>
          </a:xfrm>
          <a:prstGeom prst="ellipse">
            <a:avLst/>
          </a:prstGeom>
          <a:solidFill>
            <a:srgbClr val="627D8D"/>
          </a:solidFill>
          <a:ln>
            <a:noFill/>
          </a:ln>
        </p:spPr>
      </p:sp>
      <p:sp>
        <p:nvSpPr>
          <p:cNvPr id="168" name="!!circle-6s2"/>
          <p:cNvSpPr/>
          <p:nvPr/>
        </p:nvSpPr>
        <p:spPr>
          <a:xfrm>
            <a:off x="2063750" y="730250"/>
            <a:ext cx="63500" cy="63500"/>
          </a:xfrm>
          <a:prstGeom prst="ellipse">
            <a:avLst/>
          </a:prstGeom>
          <a:solidFill>
            <a:srgbClr val="E3E7EA"/>
          </a:solidFill>
          <a:ln>
            <a:noFill/>
          </a:ln>
        </p:spPr>
      </p:sp>
      <p:sp>
        <p:nvSpPr>
          <p:cNvPr id="169" name="!!text-6uv" descr="03"/>
          <p:cNvSpPr txBox="1"/>
          <p:nvPr/>
        </p:nvSpPr>
        <p:spPr>
          <a:xfrm>
            <a:off x="698500" y="904748"/>
            <a:ext cx="619963" cy="66202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3600" kern="0" dirty="0">
                <a:solidFill>
                  <a:srgbClr val="627D8D"/>
                </a:solidFill>
                <a:latin typeface="Noto Sans TC ExtraLight"/>
                <a:ea typeface="Noto Sans TC ExtraLight"/>
                <a:cs typeface="Noto Sans TC ExtraLight"/>
              </a:rPr>
              <a:t>03</a:t>
            </a:r>
            <a:endParaRPr lang="zh-TW" sz="3600"/>
          </a:p>
        </p:txBody>
      </p:sp>
      <p:sp>
        <p:nvSpPr>
          <p:cNvPr id="170" name="!!text-6uy" descr="開門"/>
          <p:cNvSpPr txBox="1"/>
          <p:nvPr/>
        </p:nvSpPr>
        <p:spPr>
          <a:xfrm>
            <a:off x="1321003" y="904748"/>
            <a:ext cx="1051560" cy="66202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3600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開門</a:t>
            </a:r>
            <a:endParaRPr lang="zh-TW" sz="3600"/>
          </a:p>
        </p:txBody>
      </p:sp>
      <p:sp>
        <p:nvSpPr>
          <p:cNvPr id="171" name="!!text-6v5" descr="只開啟指定的櫃門，倒數 30 秒內放入書籍。"/>
          <p:cNvSpPr txBox="1"/>
          <p:nvPr/>
        </p:nvSpPr>
        <p:spPr>
          <a:xfrm>
            <a:off x="698500" y="1620520"/>
            <a:ext cx="3789045" cy="27584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500" kern="0" dirty="0">
                <a:solidFill>
                  <a:srgbClr val="3F4A54"/>
                </a:solidFill>
                <a:latin typeface="Noto Sans TC Medium"/>
                <a:ea typeface="Noto Sans TC Medium"/>
                <a:cs typeface="Noto Sans TC Medium"/>
              </a:rPr>
              <a:t>只開啟指定的櫃門，倒數 30 秒內放入書籍。</a:t>
            </a:r>
            <a:endParaRPr lang="zh-TW" sz="1500"/>
          </a:p>
        </p:txBody>
      </p:sp>
      <p:sp>
        <p:nvSpPr>
          <p:cNvPr id="172" name="!!rect-70h"/>
          <p:cNvSpPr/>
          <p:nvPr/>
        </p:nvSpPr>
        <p:spPr>
          <a:xfrm>
            <a:off x="8521700" y="660400"/>
            <a:ext cx="2933700" cy="6121400"/>
          </a:xfrm>
          <a:prstGeom prst="roundRect">
            <a:avLst>
              <a:gd name="adj" fmla="val 18020"/>
            </a:avLst>
          </a:prstGeom>
          <a:solidFill>
            <a:srgbClr val="0B1A26">
              <a:alpha val="30000"/>
            </a:srgbClr>
          </a:solidFill>
          <a:ln>
            <a:noFill/>
          </a:ln>
          <a:effectLst>
            <a:softEdge rad="474980"/>
          </a:effectLst>
        </p:spPr>
      </p:sp>
      <p:sp>
        <p:nvSpPr>
          <p:cNvPr id="173" name="!!rect-70i"/>
          <p:cNvSpPr/>
          <p:nvPr/>
        </p:nvSpPr>
        <p:spPr>
          <a:xfrm>
            <a:off x="8591550" y="527050"/>
            <a:ext cx="2794000" cy="5829300"/>
          </a:xfrm>
          <a:prstGeom prst="roundRect">
            <a:avLst>
              <a:gd name="adj" fmla="val 16825"/>
            </a:avLst>
          </a:prstGeom>
          <a:solidFill>
            <a:srgbClr val="0B1A26">
              <a:alpha val="16000"/>
            </a:srgbClr>
          </a:solidFill>
          <a:ln>
            <a:noFill/>
          </a:ln>
          <a:effectLst>
            <a:softEdge rad="125730"/>
          </a:effectLst>
        </p:spPr>
      </p:sp>
      <p:sp>
        <p:nvSpPr>
          <p:cNvPr id="174" name="!!rect-70j"/>
          <p:cNvSpPr/>
          <p:nvPr/>
        </p:nvSpPr>
        <p:spPr>
          <a:xfrm>
            <a:off x="8590280" y="1676400"/>
            <a:ext cx="31750" cy="2159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175" name="!!rect-70k"/>
          <p:cNvSpPr/>
          <p:nvPr/>
        </p:nvSpPr>
        <p:spPr>
          <a:xfrm>
            <a:off x="8590280" y="2108200"/>
            <a:ext cx="31750" cy="4064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176" name="!!rect-70l"/>
          <p:cNvSpPr/>
          <p:nvPr/>
        </p:nvSpPr>
        <p:spPr>
          <a:xfrm>
            <a:off x="8590280" y="2603500"/>
            <a:ext cx="31750" cy="4064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177" name="!!rect-70m"/>
          <p:cNvSpPr/>
          <p:nvPr/>
        </p:nvSpPr>
        <p:spPr>
          <a:xfrm>
            <a:off x="11355070" y="2260600"/>
            <a:ext cx="31750" cy="6350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178" name="!!rect-70n"/>
          <p:cNvSpPr/>
          <p:nvPr/>
        </p:nvSpPr>
        <p:spPr>
          <a:xfrm>
            <a:off x="11357610" y="4114800"/>
            <a:ext cx="25400" cy="419100"/>
          </a:xfrm>
          <a:prstGeom prst="roundRect">
            <a:avLst>
              <a:gd name="adj" fmla="val 50000"/>
            </a:avLst>
          </a:prstGeom>
          <a:solidFill>
            <a:srgbClr val="8795A0"/>
          </a:solidFill>
          <a:ln>
            <a:noFill/>
          </a:ln>
        </p:spPr>
      </p:sp>
      <p:sp>
        <p:nvSpPr>
          <p:cNvPr id="179" name="!!rect-70o"/>
          <p:cNvSpPr/>
          <p:nvPr/>
        </p:nvSpPr>
        <p:spPr>
          <a:xfrm>
            <a:off x="8610600" y="508000"/>
            <a:ext cx="2755900" cy="5753100"/>
          </a:xfrm>
          <a:prstGeom prst="roundRect">
            <a:avLst>
              <a:gd name="adj" fmla="val 16359"/>
            </a:avLst>
          </a:prstGeom>
          <a:gradFill rotWithShape="1">
            <a:gsLst>
              <a:gs pos="0">
                <a:srgbClr val="FBFCFD"/>
              </a:gs>
              <a:gs pos="18000">
                <a:srgbClr val="DDE5EB"/>
              </a:gs>
              <a:gs pos="46000">
                <a:srgbClr val="B4C2CC"/>
              </a:gs>
              <a:gs pos="62000">
                <a:srgbClr val="D3DCE3"/>
              </a:gs>
              <a:gs pos="84000">
                <a:srgbClr val="A9B8C3"/>
              </a:gs>
              <a:gs pos="100000">
                <a:srgbClr val="E8EEF2"/>
              </a:gs>
              <a:gs pos="100000">
                <a:srgbClr val="E8EEF2"/>
              </a:gs>
            </a:gsLst>
            <a:lin ang="3864255" scaled="0"/>
          </a:gradFill>
          <a:ln>
            <a:noFill/>
          </a:ln>
        </p:spPr>
      </p:sp>
      <p:sp>
        <p:nvSpPr>
          <p:cNvPr id="180" name="!!rect-70p"/>
          <p:cNvSpPr/>
          <p:nvPr/>
        </p:nvSpPr>
        <p:spPr>
          <a:xfrm>
            <a:off x="8614410" y="511810"/>
            <a:ext cx="2748280" cy="5745480"/>
          </a:xfrm>
          <a:prstGeom prst="roundRect">
            <a:avLst>
              <a:gd name="adj" fmla="val 16266"/>
            </a:avLst>
          </a:prstGeom>
          <a:noFill/>
          <a:ln w="7620" cap="flat">
            <a:solidFill>
              <a:srgbClr val="7F8F9B">
                <a:alpha val="55000"/>
              </a:srgbClr>
            </a:solidFill>
            <a:prstDash val="solid"/>
            <a:miter lim="800000"/>
          </a:ln>
        </p:spPr>
      </p:sp>
      <p:sp>
        <p:nvSpPr>
          <p:cNvPr id="181" name="!!rect-70q"/>
          <p:cNvSpPr/>
          <p:nvPr/>
        </p:nvSpPr>
        <p:spPr>
          <a:xfrm>
            <a:off x="8637270" y="534670"/>
            <a:ext cx="2702560" cy="5699760"/>
          </a:xfrm>
          <a:prstGeom prst="roundRect">
            <a:avLst>
              <a:gd name="adj" fmla="val 15695"/>
            </a:avLst>
          </a:prstGeom>
          <a:noFill/>
          <a:ln w="8890" cap="flat">
            <a:solidFill>
              <a:srgbClr val="FFFFFF">
                <a:alpha val="75000"/>
              </a:srgbClr>
            </a:solidFill>
            <a:prstDash val="solid"/>
            <a:miter lim="800000"/>
          </a:ln>
        </p:spPr>
      </p:sp>
      <p:sp>
        <p:nvSpPr>
          <p:cNvPr id="182" name="!!rect-70r"/>
          <p:cNvSpPr/>
          <p:nvPr/>
        </p:nvSpPr>
        <p:spPr>
          <a:xfrm>
            <a:off x="8664575" y="561975"/>
            <a:ext cx="2647950" cy="5645150"/>
          </a:xfrm>
          <a:prstGeom prst="roundRect">
            <a:avLst>
              <a:gd name="adj" fmla="val 14988"/>
            </a:avLst>
          </a:prstGeom>
          <a:solidFill>
            <a:srgbClr val="050608"/>
          </a:solidFill>
          <a:ln>
            <a:noFill/>
          </a:ln>
        </p:spPr>
      </p:sp>
      <p:sp>
        <p:nvSpPr>
          <p:cNvPr id="183" name="!!rect-70t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solidFill>
            <a:srgbClr val="F3F5F7"/>
          </a:solidFill>
          <a:ln>
            <a:noFill/>
          </a:ln>
        </p:spPr>
      </p:sp>
      <p:sp>
        <p:nvSpPr>
          <p:cNvPr id="184" name="!!rect-7bp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solidFill>
            <a:srgbClr val="F3F5F7"/>
          </a:solidFill>
          <a:ln>
            <a:noFill/>
          </a:ln>
        </p:spPr>
      </p:sp>
      <p:sp>
        <p:nvSpPr>
          <p:cNvPr id="185" name="!!circle-7bq"/>
          <p:cNvSpPr/>
          <p:nvPr/>
        </p:nvSpPr>
        <p:spPr>
          <a:xfrm>
            <a:off x="9607550" y="1517650"/>
            <a:ext cx="762000" cy="762000"/>
          </a:xfrm>
          <a:prstGeom prst="ellipse">
            <a:avLst/>
          </a:prstGeom>
          <a:noFill/>
          <a:ln w="50800" cap="flat">
            <a:solidFill>
              <a:srgbClr val="627D8D">
                <a:alpha val="14000"/>
              </a:srgbClr>
            </a:solidFill>
            <a:prstDash val="solid"/>
            <a:miter lim="800000"/>
          </a:ln>
        </p:spPr>
      </p:sp>
      <p:sp>
        <p:nvSpPr>
          <p:cNvPr id="186" name="!!circle-7br"/>
          <p:cNvSpPr/>
          <p:nvPr/>
        </p:nvSpPr>
        <p:spPr>
          <a:xfrm>
            <a:off x="9607550" y="151765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 fill="none">
                <a:moveTo>
                  <a:pt x="381000" y="0"/>
                </a:moveTo>
                <a:cubicBezTo>
                  <a:pt x="591420" y="0"/>
                  <a:pt x="762000" y="170580"/>
                  <a:pt x="762000" y="381000"/>
                </a:cubicBezTo>
                <a:cubicBezTo>
                  <a:pt x="762000" y="591420"/>
                  <a:pt x="591420" y="762000"/>
                  <a:pt x="381000" y="762000"/>
                </a:cubicBezTo>
                <a:cubicBezTo>
                  <a:pt x="170580" y="762000"/>
                  <a:pt x="0" y="591420"/>
                  <a:pt x="0" y="381000"/>
                </a:cubicBezTo>
                <a:cubicBezTo>
                  <a:pt x="0" y="170580"/>
                  <a:pt x="170580" y="0"/>
                  <a:pt x="381000" y="0"/>
                </a:cubicBezTo>
                <a:close/>
              </a:path>
            </a:pathLst>
          </a:custGeom>
          <a:noFill/>
          <a:ln w="50800" cap="flat">
            <a:solidFill>
              <a:srgbClr val="627D8D"/>
            </a:solidFill>
            <a:custDash>
              <a:ds d="4712388" sp="4712388"/>
            </a:custDash>
            <a:miter lim="800000"/>
          </a:ln>
        </p:spPr>
      </p:sp>
      <p:sp>
        <p:nvSpPr>
          <p:cNvPr id="187" name="!!text-7c2" descr="0:29"/>
          <p:cNvSpPr txBox="1"/>
          <p:nvPr/>
        </p:nvSpPr>
        <p:spPr>
          <a:xfrm>
            <a:off x="9771634" y="1732788"/>
            <a:ext cx="494792" cy="2942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600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0:29</a:t>
            </a:r>
            <a:endParaRPr lang="zh-TW" sz="1600"/>
          </a:p>
        </p:txBody>
      </p:sp>
      <p:sp>
        <p:nvSpPr>
          <p:cNvPr id="188" name="!!text-7cz" descr="櫃門已開啟"/>
          <p:cNvSpPr txBox="1"/>
          <p:nvPr/>
        </p:nvSpPr>
        <p:spPr>
          <a:xfrm>
            <a:off x="9671050" y="2411730"/>
            <a:ext cx="673100" cy="18389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櫃門已開啟</a:t>
            </a:r>
            <a:endParaRPr lang="zh-TW" sz="1000"/>
          </a:p>
        </p:txBody>
      </p:sp>
      <p:sp>
        <p:nvSpPr>
          <p:cNvPr id="189" name="!!rect-7d5"/>
          <p:cNvSpPr/>
          <p:nvPr/>
        </p:nvSpPr>
        <p:spPr>
          <a:xfrm>
            <a:off x="8813800" y="2686050"/>
            <a:ext cx="2349500" cy="774700"/>
          </a:xfrm>
          <a:prstGeom prst="roundRect">
            <a:avLst>
              <a:gd name="adj" fmla="val 13115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90" name="!!text-7d6" descr="請將下列書籍放入櫃門 A01"/>
          <p:cNvSpPr txBox="1"/>
          <p:nvPr/>
        </p:nvSpPr>
        <p:spPr>
          <a:xfrm>
            <a:off x="8915400" y="2752344"/>
            <a:ext cx="1254557" cy="14711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請將下列書籍放入櫃門 A01</a:t>
            </a:r>
            <a:endParaRPr lang="zh-TW" sz="800"/>
          </a:p>
        </p:txBody>
      </p:sp>
      <p:sp>
        <p:nvSpPr>
          <p:cNvPr id="191" name="!!rect-7dk"/>
          <p:cNvSpPr/>
          <p:nvPr/>
        </p:nvSpPr>
        <p:spPr>
          <a:xfrm>
            <a:off x="8915400" y="2959100"/>
            <a:ext cx="2146300" cy="6350"/>
          </a:xfrm>
          <a:prstGeom prst="rect">
            <a:avLst/>
          </a:prstGeom>
          <a:solidFill>
            <a:srgbClr val="E8EBEE"/>
          </a:solidFill>
          <a:ln>
            <a:noFill/>
          </a:ln>
        </p:spPr>
      </p:sp>
      <p:sp>
        <p:nvSpPr>
          <p:cNvPr id="192" name="!!rect-7dm"/>
          <p:cNvSpPr/>
          <p:nvPr/>
        </p:nvSpPr>
        <p:spPr>
          <a:xfrm>
            <a:off x="8915400" y="3028950"/>
            <a:ext cx="254000" cy="34290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5D856F"/>
              </a:gs>
              <a:gs pos="100000">
                <a:srgbClr val="3F624F"/>
              </a:gs>
            </a:gsLst>
            <a:lin ang="3208269" scaled="0"/>
          </a:gradFill>
          <a:ln>
            <a:noFill/>
          </a:ln>
        </p:spPr>
      </p:sp>
      <p:sp>
        <p:nvSpPr>
          <p:cNvPr id="193" name="!!rect-7dn"/>
          <p:cNvSpPr/>
          <p:nvPr/>
        </p:nvSpPr>
        <p:spPr>
          <a:xfrm>
            <a:off x="8938260" y="3028950"/>
            <a:ext cx="12700" cy="342900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</p:spPr>
      </p:sp>
      <p:sp>
        <p:nvSpPr>
          <p:cNvPr id="194" name="!!rect-7do"/>
          <p:cNvSpPr/>
          <p:nvPr/>
        </p:nvSpPr>
        <p:spPr>
          <a:xfrm>
            <a:off x="8978900" y="3090672"/>
            <a:ext cx="142240" cy="24003"/>
          </a:xfrm>
          <a:prstGeom prst="roundRect">
            <a:avLst>
              <a:gd name="adj" fmla="val 28571"/>
            </a:avLst>
          </a:prstGeom>
          <a:solidFill>
            <a:srgbClr val="E7D9B8"/>
          </a:solidFill>
          <a:ln>
            <a:noFill/>
          </a:ln>
        </p:spPr>
      </p:sp>
      <p:sp>
        <p:nvSpPr>
          <p:cNvPr id="195" name="!!rect-7dp"/>
          <p:cNvSpPr/>
          <p:nvPr/>
        </p:nvSpPr>
        <p:spPr>
          <a:xfrm>
            <a:off x="8978900" y="3131820"/>
            <a:ext cx="96520" cy="15431"/>
          </a:xfrm>
          <a:prstGeom prst="roundRect">
            <a:avLst>
              <a:gd name="adj" fmla="val 44444"/>
            </a:avLst>
          </a:prstGeom>
          <a:solidFill>
            <a:srgbClr val="E7D9B8">
              <a:alpha val="72000"/>
            </a:srgbClr>
          </a:solidFill>
          <a:ln>
            <a:noFill/>
          </a:ln>
        </p:spPr>
      </p:sp>
      <p:sp>
        <p:nvSpPr>
          <p:cNvPr id="196" name="!!rect-7dq"/>
          <p:cNvSpPr/>
          <p:nvPr/>
        </p:nvSpPr>
        <p:spPr>
          <a:xfrm>
            <a:off x="8978900" y="3303270"/>
            <a:ext cx="71120" cy="13716"/>
          </a:xfrm>
          <a:prstGeom prst="roundRect">
            <a:avLst>
              <a:gd name="adj" fmla="val 50000"/>
            </a:avLst>
          </a:prstGeom>
          <a:solidFill>
            <a:srgbClr val="E7D9B8">
              <a:alpha val="55000"/>
            </a:srgbClr>
          </a:solidFill>
          <a:ln>
            <a:noFill/>
          </a:ln>
        </p:spPr>
      </p:sp>
      <p:sp>
        <p:nvSpPr>
          <p:cNvPr id="197" name="!!text-7dr" descr="統計學概論"/>
          <p:cNvSpPr txBox="1"/>
          <p:nvPr/>
        </p:nvSpPr>
        <p:spPr>
          <a:xfrm>
            <a:off x="9245600" y="3129026"/>
            <a:ext cx="471170" cy="12872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00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統計學概論</a:t>
            </a:r>
            <a:endParaRPr lang="zh-TW" sz="700"/>
          </a:p>
        </p:txBody>
      </p:sp>
      <p:sp>
        <p:nvSpPr>
          <p:cNvPr id="198" name="!!rect-7dy"/>
          <p:cNvSpPr/>
          <p:nvPr/>
        </p:nvSpPr>
        <p:spPr>
          <a:xfrm>
            <a:off x="8813800" y="3536950"/>
            <a:ext cx="2349500" cy="374650"/>
          </a:xfrm>
          <a:prstGeom prst="roundRect">
            <a:avLst>
              <a:gd name="adj" fmla="val 20339"/>
            </a:avLst>
          </a:prstGeom>
          <a:solidFill>
            <a:srgbClr val="627D8D">
              <a:alpha val="10000"/>
            </a:srgbClr>
          </a:solidFill>
          <a:ln>
            <a:noFill/>
          </a:ln>
        </p:spPr>
      </p:sp>
      <p:sp>
        <p:nvSpPr>
          <p:cNvPr id="199" name="!!path-7dz"/>
          <p:cNvSpPr/>
          <p:nvPr/>
        </p:nvSpPr>
        <p:spPr>
          <a:xfrm>
            <a:off x="8899525" y="361632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42863" y="23813"/>
                </a:moveTo>
                <a:lnTo>
                  <a:pt x="52388" y="23813"/>
                </a:lnTo>
                <a:lnTo>
                  <a:pt x="52388" y="33338"/>
                </a:lnTo>
                <a:lnTo>
                  <a:pt x="42863" y="33338"/>
                </a:lnTo>
                <a:close/>
                <a:moveTo>
                  <a:pt x="42863" y="42863"/>
                </a:moveTo>
                <a:lnTo>
                  <a:pt x="52388" y="42863"/>
                </a:lnTo>
                <a:lnTo>
                  <a:pt x="52388" y="71438"/>
                </a:lnTo>
                <a:lnTo>
                  <a:pt x="42863" y="71438"/>
                </a:lnTo>
                <a:close/>
                <a:moveTo>
                  <a:pt x="47625" y="0"/>
                </a:moveTo>
                <a:cubicBezTo>
                  <a:pt x="21336" y="0"/>
                  <a:pt x="0" y="21336"/>
                  <a:pt x="0" y="47625"/>
                </a:cubicBezTo>
                <a:cubicBezTo>
                  <a:pt x="0" y="73914"/>
                  <a:pt x="21336" y="95250"/>
                  <a:pt x="47625" y="95250"/>
                </a:cubicBezTo>
                <a:cubicBezTo>
                  <a:pt x="73914" y="95250"/>
                  <a:pt x="95250" y="73914"/>
                  <a:pt x="95250" y="47625"/>
                </a:cubicBezTo>
                <a:cubicBezTo>
                  <a:pt x="95250" y="21336"/>
                  <a:pt x="73914" y="0"/>
                  <a:pt x="47625" y="0"/>
                </a:cubicBezTo>
                <a:close/>
                <a:moveTo>
                  <a:pt x="47625" y="85725"/>
                </a:moveTo>
                <a:cubicBezTo>
                  <a:pt x="26622" y="85725"/>
                  <a:pt x="9525" y="68628"/>
                  <a:pt x="9525" y="47625"/>
                </a:cubicBezTo>
                <a:cubicBezTo>
                  <a:pt x="9525" y="26622"/>
                  <a:pt x="26622" y="9525"/>
                  <a:pt x="47625" y="9525"/>
                </a:cubicBezTo>
                <a:cubicBezTo>
                  <a:pt x="68628" y="9525"/>
                  <a:pt x="85725" y="26622"/>
                  <a:pt x="85725" y="47625"/>
                </a:cubicBezTo>
                <a:cubicBezTo>
                  <a:pt x="85725" y="68628"/>
                  <a:pt x="68628" y="85725"/>
                  <a:pt x="47625" y="85725"/>
                </a:cubicBez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200" name="!!text-7e0" descr="如需取消，請於關上櫃門前按「取消」。"/>
          <p:cNvSpPr txBox="1"/>
          <p:nvPr/>
        </p:nvSpPr>
        <p:spPr>
          <a:xfrm>
            <a:off x="9055100" y="3596767"/>
            <a:ext cx="1428115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如需取消，請於關上櫃門前</a:t>
            </a:r>
            <a:r>
              <a:rPr lang="zh-TW" altLang="en-US" sz="650" kern="0" spc="-325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按</a:t>
            </a:r>
            <a:r>
              <a:rPr lang="zh-TW" altLang="en-US" sz="650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「取消</a:t>
            </a:r>
            <a:r>
              <a:rPr lang="zh-TW" altLang="en-US" sz="650" kern="0" spc="-325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」</a:t>
            </a:r>
            <a:r>
              <a:rPr lang="zh-TW" altLang="en-US" sz="650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。</a:t>
            </a:r>
            <a:endParaRPr lang="zh-TW" sz="650"/>
          </a:p>
        </p:txBody>
      </p:sp>
      <p:sp>
        <p:nvSpPr>
          <p:cNvPr id="201" name="!!text-7ej" descr="倒數結束時將自動完成。"/>
          <p:cNvSpPr txBox="1"/>
          <p:nvPr/>
        </p:nvSpPr>
        <p:spPr>
          <a:xfrm>
            <a:off x="9055100" y="3720592"/>
            <a:ext cx="932815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倒數結束時將自動完成。</a:t>
            </a:r>
            <a:endParaRPr lang="zh-TW" sz="650"/>
          </a:p>
        </p:txBody>
      </p:sp>
      <p:sp>
        <p:nvSpPr>
          <p:cNvPr id="202" name="!!path-7ew"/>
          <p:cNvSpPr/>
          <p:nvPr/>
        </p:nvSpPr>
        <p:spPr>
          <a:xfrm>
            <a:off x="8712200" y="5085080"/>
            <a:ext cx="2552700" cy="1028700"/>
          </a:xfrm>
          <a:custGeom>
            <a:avLst/>
            <a:gdLst/>
            <a:ahLst/>
            <a:cxnLst/>
            <a:rect l="l" t="t" r="r" b="b"/>
            <a:pathLst>
              <a:path w="2552700" h="1028700">
                <a:moveTo>
                  <a:pt x="155217" y="1015561"/>
                </a:moveTo>
                <a:lnTo>
                  <a:pt x="102293" y="972127"/>
                </a:lnTo>
                <a:lnTo>
                  <a:pt x="58859" y="919203"/>
                </a:lnTo>
                <a:lnTo>
                  <a:pt x="26585" y="858822"/>
                </a:lnTo>
                <a:lnTo>
                  <a:pt x="6711" y="793305"/>
                </a:lnTo>
                <a:lnTo>
                  <a:pt x="0" y="725170"/>
                </a:lnTo>
                <a:lnTo>
                  <a:pt x="0" y="152400"/>
                </a:lnTo>
                <a:lnTo>
                  <a:pt x="1058" y="128058"/>
                </a:lnTo>
                <a:lnTo>
                  <a:pt x="4233" y="105833"/>
                </a:lnTo>
                <a:lnTo>
                  <a:pt x="9525" y="85725"/>
                </a:lnTo>
                <a:lnTo>
                  <a:pt x="16933" y="67733"/>
                </a:lnTo>
                <a:lnTo>
                  <a:pt x="26458" y="51858"/>
                </a:lnTo>
                <a:lnTo>
                  <a:pt x="38100" y="38100"/>
                </a:lnTo>
                <a:lnTo>
                  <a:pt x="51858" y="26458"/>
                </a:lnTo>
                <a:lnTo>
                  <a:pt x="67733" y="16933"/>
                </a:lnTo>
                <a:lnTo>
                  <a:pt x="85725" y="9525"/>
                </a:lnTo>
                <a:lnTo>
                  <a:pt x="105833" y="4233"/>
                </a:lnTo>
                <a:lnTo>
                  <a:pt x="128058" y="1058"/>
                </a:lnTo>
                <a:lnTo>
                  <a:pt x="152400" y="0"/>
                </a:lnTo>
                <a:lnTo>
                  <a:pt x="2400300" y="0"/>
                </a:lnTo>
                <a:lnTo>
                  <a:pt x="2424642" y="1058"/>
                </a:lnTo>
                <a:lnTo>
                  <a:pt x="2446867" y="4233"/>
                </a:lnTo>
                <a:lnTo>
                  <a:pt x="2466975" y="9525"/>
                </a:lnTo>
                <a:lnTo>
                  <a:pt x="2484967" y="16933"/>
                </a:lnTo>
                <a:lnTo>
                  <a:pt x="2500842" y="26458"/>
                </a:lnTo>
                <a:lnTo>
                  <a:pt x="2514600" y="38100"/>
                </a:lnTo>
                <a:lnTo>
                  <a:pt x="2526242" y="51858"/>
                </a:lnTo>
                <a:lnTo>
                  <a:pt x="2535767" y="67733"/>
                </a:lnTo>
                <a:lnTo>
                  <a:pt x="2543175" y="85725"/>
                </a:lnTo>
                <a:lnTo>
                  <a:pt x="2548467" y="105833"/>
                </a:lnTo>
                <a:lnTo>
                  <a:pt x="2551642" y="128058"/>
                </a:lnTo>
                <a:lnTo>
                  <a:pt x="2552700" y="152400"/>
                </a:lnTo>
                <a:lnTo>
                  <a:pt x="2552700" y="725170"/>
                </a:lnTo>
                <a:lnTo>
                  <a:pt x="2545989" y="793305"/>
                </a:lnTo>
                <a:lnTo>
                  <a:pt x="2526115" y="858822"/>
                </a:lnTo>
                <a:lnTo>
                  <a:pt x="2493841" y="919203"/>
                </a:lnTo>
                <a:lnTo>
                  <a:pt x="2450407" y="972127"/>
                </a:lnTo>
                <a:lnTo>
                  <a:pt x="2397483" y="1015561"/>
                </a:lnTo>
                <a:lnTo>
                  <a:pt x="2372901" y="1028700"/>
                </a:lnTo>
                <a:lnTo>
                  <a:pt x="179799" y="1028700"/>
                </a:lnTo>
                <a:close/>
              </a:path>
            </a:pathLst>
          </a:custGeom>
          <a:solidFill>
            <a:srgbClr val="0B1A26">
              <a:alpha val="2200"/>
            </a:srgbClr>
          </a:solidFill>
          <a:ln>
            <a:noFill/>
          </a:ln>
        </p:spPr>
      </p:sp>
      <p:sp>
        <p:nvSpPr>
          <p:cNvPr id="203" name="!!path-7ex"/>
          <p:cNvSpPr/>
          <p:nvPr/>
        </p:nvSpPr>
        <p:spPr>
          <a:xfrm>
            <a:off x="8712200" y="5102225"/>
            <a:ext cx="2552700" cy="1028700"/>
          </a:xfrm>
          <a:custGeom>
            <a:avLst/>
            <a:gdLst/>
            <a:ahLst/>
            <a:cxnLst/>
            <a:rect l="l" t="t" r="r" b="b"/>
            <a:pathLst>
              <a:path w="2552700" h="1028700">
                <a:moveTo>
                  <a:pt x="155217" y="998416"/>
                </a:moveTo>
                <a:lnTo>
                  <a:pt x="102293" y="954982"/>
                </a:lnTo>
                <a:lnTo>
                  <a:pt x="58859" y="902058"/>
                </a:lnTo>
                <a:lnTo>
                  <a:pt x="26585" y="841677"/>
                </a:lnTo>
                <a:lnTo>
                  <a:pt x="6711" y="776160"/>
                </a:lnTo>
                <a:lnTo>
                  <a:pt x="0" y="708025"/>
                </a:lnTo>
                <a:lnTo>
                  <a:pt x="0" y="152400"/>
                </a:lnTo>
                <a:lnTo>
                  <a:pt x="1058" y="128058"/>
                </a:lnTo>
                <a:lnTo>
                  <a:pt x="4233" y="105833"/>
                </a:lnTo>
                <a:lnTo>
                  <a:pt x="9525" y="85725"/>
                </a:lnTo>
                <a:lnTo>
                  <a:pt x="16933" y="67733"/>
                </a:lnTo>
                <a:lnTo>
                  <a:pt x="26458" y="51858"/>
                </a:lnTo>
                <a:lnTo>
                  <a:pt x="38100" y="38100"/>
                </a:lnTo>
                <a:lnTo>
                  <a:pt x="51858" y="26458"/>
                </a:lnTo>
                <a:lnTo>
                  <a:pt x="67733" y="16933"/>
                </a:lnTo>
                <a:lnTo>
                  <a:pt x="85725" y="9525"/>
                </a:lnTo>
                <a:lnTo>
                  <a:pt x="105833" y="4233"/>
                </a:lnTo>
                <a:lnTo>
                  <a:pt x="128058" y="1058"/>
                </a:lnTo>
                <a:lnTo>
                  <a:pt x="152400" y="0"/>
                </a:lnTo>
                <a:lnTo>
                  <a:pt x="2400300" y="0"/>
                </a:lnTo>
                <a:lnTo>
                  <a:pt x="2424642" y="1058"/>
                </a:lnTo>
                <a:lnTo>
                  <a:pt x="2446867" y="4233"/>
                </a:lnTo>
                <a:lnTo>
                  <a:pt x="2466975" y="9525"/>
                </a:lnTo>
                <a:lnTo>
                  <a:pt x="2484967" y="16933"/>
                </a:lnTo>
                <a:lnTo>
                  <a:pt x="2500842" y="26458"/>
                </a:lnTo>
                <a:lnTo>
                  <a:pt x="2514600" y="38100"/>
                </a:lnTo>
                <a:lnTo>
                  <a:pt x="2526242" y="51858"/>
                </a:lnTo>
                <a:lnTo>
                  <a:pt x="2535767" y="67733"/>
                </a:lnTo>
                <a:lnTo>
                  <a:pt x="2543175" y="85725"/>
                </a:lnTo>
                <a:lnTo>
                  <a:pt x="2548467" y="105833"/>
                </a:lnTo>
                <a:lnTo>
                  <a:pt x="2551642" y="128058"/>
                </a:lnTo>
                <a:lnTo>
                  <a:pt x="2552700" y="152400"/>
                </a:lnTo>
                <a:lnTo>
                  <a:pt x="2552700" y="708025"/>
                </a:lnTo>
                <a:lnTo>
                  <a:pt x="2545989" y="776160"/>
                </a:lnTo>
                <a:lnTo>
                  <a:pt x="2526115" y="841677"/>
                </a:lnTo>
                <a:lnTo>
                  <a:pt x="2493841" y="902058"/>
                </a:lnTo>
                <a:lnTo>
                  <a:pt x="2450407" y="954982"/>
                </a:lnTo>
                <a:lnTo>
                  <a:pt x="2397483" y="998416"/>
                </a:lnTo>
                <a:lnTo>
                  <a:pt x="2340825" y="1028700"/>
                </a:lnTo>
                <a:lnTo>
                  <a:pt x="211875" y="1028700"/>
                </a:lnTo>
                <a:close/>
              </a:path>
            </a:pathLst>
          </a:custGeom>
          <a:solidFill>
            <a:srgbClr val="0B1A26">
              <a:alpha val="2200"/>
            </a:srgbClr>
          </a:solidFill>
          <a:ln>
            <a:noFill/>
          </a:ln>
        </p:spPr>
      </p:sp>
      <p:sp>
        <p:nvSpPr>
          <p:cNvPr id="204" name="!!path-7ey"/>
          <p:cNvSpPr/>
          <p:nvPr/>
        </p:nvSpPr>
        <p:spPr>
          <a:xfrm>
            <a:off x="8712200" y="5116513"/>
            <a:ext cx="2552700" cy="1028700"/>
          </a:xfrm>
          <a:custGeom>
            <a:avLst/>
            <a:gdLst/>
            <a:ahLst/>
            <a:cxnLst/>
            <a:rect l="l" t="t" r="r" b="b"/>
            <a:pathLst>
              <a:path w="2552700" h="1028700">
                <a:moveTo>
                  <a:pt x="215598" y="1016402"/>
                </a:moveTo>
                <a:lnTo>
                  <a:pt x="155217" y="984128"/>
                </a:lnTo>
                <a:lnTo>
                  <a:pt x="102293" y="940695"/>
                </a:lnTo>
                <a:lnTo>
                  <a:pt x="58859" y="887770"/>
                </a:lnTo>
                <a:lnTo>
                  <a:pt x="26585" y="827390"/>
                </a:lnTo>
                <a:lnTo>
                  <a:pt x="6711" y="761873"/>
                </a:lnTo>
                <a:lnTo>
                  <a:pt x="0" y="693738"/>
                </a:lnTo>
                <a:lnTo>
                  <a:pt x="0" y="152400"/>
                </a:lnTo>
                <a:lnTo>
                  <a:pt x="1058" y="128058"/>
                </a:lnTo>
                <a:lnTo>
                  <a:pt x="4233" y="105833"/>
                </a:lnTo>
                <a:lnTo>
                  <a:pt x="9525" y="85725"/>
                </a:lnTo>
                <a:lnTo>
                  <a:pt x="16933" y="67733"/>
                </a:lnTo>
                <a:lnTo>
                  <a:pt x="26458" y="51858"/>
                </a:lnTo>
                <a:lnTo>
                  <a:pt x="38100" y="38100"/>
                </a:lnTo>
                <a:lnTo>
                  <a:pt x="51858" y="26458"/>
                </a:lnTo>
                <a:lnTo>
                  <a:pt x="67733" y="16933"/>
                </a:lnTo>
                <a:lnTo>
                  <a:pt x="85725" y="9525"/>
                </a:lnTo>
                <a:lnTo>
                  <a:pt x="105833" y="4233"/>
                </a:lnTo>
                <a:lnTo>
                  <a:pt x="128058" y="1058"/>
                </a:lnTo>
                <a:lnTo>
                  <a:pt x="152400" y="0"/>
                </a:lnTo>
                <a:lnTo>
                  <a:pt x="2400300" y="0"/>
                </a:lnTo>
                <a:lnTo>
                  <a:pt x="2424642" y="1058"/>
                </a:lnTo>
                <a:lnTo>
                  <a:pt x="2446867" y="4233"/>
                </a:lnTo>
                <a:lnTo>
                  <a:pt x="2466975" y="9525"/>
                </a:lnTo>
                <a:lnTo>
                  <a:pt x="2484967" y="16933"/>
                </a:lnTo>
                <a:lnTo>
                  <a:pt x="2500842" y="26458"/>
                </a:lnTo>
                <a:lnTo>
                  <a:pt x="2514600" y="38100"/>
                </a:lnTo>
                <a:lnTo>
                  <a:pt x="2526242" y="51858"/>
                </a:lnTo>
                <a:lnTo>
                  <a:pt x="2535767" y="67733"/>
                </a:lnTo>
                <a:lnTo>
                  <a:pt x="2543175" y="85725"/>
                </a:lnTo>
                <a:lnTo>
                  <a:pt x="2548467" y="105833"/>
                </a:lnTo>
                <a:lnTo>
                  <a:pt x="2551642" y="128058"/>
                </a:lnTo>
                <a:lnTo>
                  <a:pt x="2552700" y="152400"/>
                </a:lnTo>
                <a:lnTo>
                  <a:pt x="2552700" y="693738"/>
                </a:lnTo>
                <a:lnTo>
                  <a:pt x="2545989" y="761873"/>
                </a:lnTo>
                <a:lnTo>
                  <a:pt x="2526115" y="827390"/>
                </a:lnTo>
                <a:lnTo>
                  <a:pt x="2493841" y="887770"/>
                </a:lnTo>
                <a:lnTo>
                  <a:pt x="2450407" y="940695"/>
                </a:lnTo>
                <a:lnTo>
                  <a:pt x="2397483" y="984128"/>
                </a:lnTo>
                <a:lnTo>
                  <a:pt x="2337102" y="1016402"/>
                </a:lnTo>
                <a:lnTo>
                  <a:pt x="2296563" y="1028700"/>
                </a:lnTo>
                <a:lnTo>
                  <a:pt x="256137" y="1028700"/>
                </a:lnTo>
                <a:close/>
              </a:path>
            </a:pathLst>
          </a:custGeom>
          <a:solidFill>
            <a:srgbClr val="0B1A26">
              <a:alpha val="2200"/>
            </a:srgbClr>
          </a:solidFill>
          <a:ln>
            <a:noFill/>
          </a:ln>
        </p:spPr>
      </p:sp>
      <p:sp>
        <p:nvSpPr>
          <p:cNvPr id="205" name="!!path-7ez"/>
          <p:cNvSpPr/>
          <p:nvPr/>
        </p:nvSpPr>
        <p:spPr>
          <a:xfrm>
            <a:off x="8712200" y="5130800"/>
            <a:ext cx="2552700" cy="1028700"/>
          </a:xfrm>
          <a:custGeom>
            <a:avLst/>
            <a:gdLst/>
            <a:ahLst/>
            <a:cxnLst/>
            <a:rect l="l" t="t" r="r" b="b"/>
            <a:pathLst>
              <a:path w="2552700" h="1028700">
                <a:moveTo>
                  <a:pt x="281115" y="1021989"/>
                </a:moveTo>
                <a:lnTo>
                  <a:pt x="215598" y="1002115"/>
                </a:lnTo>
                <a:lnTo>
                  <a:pt x="155217" y="969841"/>
                </a:lnTo>
                <a:lnTo>
                  <a:pt x="102293" y="926407"/>
                </a:lnTo>
                <a:lnTo>
                  <a:pt x="58859" y="873483"/>
                </a:lnTo>
                <a:lnTo>
                  <a:pt x="26585" y="813102"/>
                </a:lnTo>
                <a:lnTo>
                  <a:pt x="6711" y="747585"/>
                </a:lnTo>
                <a:lnTo>
                  <a:pt x="0" y="679450"/>
                </a:lnTo>
                <a:lnTo>
                  <a:pt x="0" y="152400"/>
                </a:lnTo>
                <a:lnTo>
                  <a:pt x="1058" y="128058"/>
                </a:lnTo>
                <a:lnTo>
                  <a:pt x="4233" y="105833"/>
                </a:lnTo>
                <a:lnTo>
                  <a:pt x="9525" y="85725"/>
                </a:lnTo>
                <a:lnTo>
                  <a:pt x="16933" y="67733"/>
                </a:lnTo>
                <a:lnTo>
                  <a:pt x="26458" y="51858"/>
                </a:lnTo>
                <a:lnTo>
                  <a:pt x="38100" y="38100"/>
                </a:lnTo>
                <a:lnTo>
                  <a:pt x="51858" y="26458"/>
                </a:lnTo>
                <a:lnTo>
                  <a:pt x="67733" y="16933"/>
                </a:lnTo>
                <a:lnTo>
                  <a:pt x="85725" y="9525"/>
                </a:lnTo>
                <a:lnTo>
                  <a:pt x="105833" y="4233"/>
                </a:lnTo>
                <a:lnTo>
                  <a:pt x="128058" y="1058"/>
                </a:lnTo>
                <a:lnTo>
                  <a:pt x="152400" y="0"/>
                </a:lnTo>
                <a:lnTo>
                  <a:pt x="2400300" y="0"/>
                </a:lnTo>
                <a:lnTo>
                  <a:pt x="2424642" y="1058"/>
                </a:lnTo>
                <a:lnTo>
                  <a:pt x="2446867" y="4233"/>
                </a:lnTo>
                <a:lnTo>
                  <a:pt x="2466975" y="9525"/>
                </a:lnTo>
                <a:lnTo>
                  <a:pt x="2484967" y="16933"/>
                </a:lnTo>
                <a:lnTo>
                  <a:pt x="2500842" y="26458"/>
                </a:lnTo>
                <a:lnTo>
                  <a:pt x="2514600" y="38100"/>
                </a:lnTo>
                <a:lnTo>
                  <a:pt x="2526242" y="51858"/>
                </a:lnTo>
                <a:lnTo>
                  <a:pt x="2535767" y="67733"/>
                </a:lnTo>
                <a:lnTo>
                  <a:pt x="2543175" y="85725"/>
                </a:lnTo>
                <a:lnTo>
                  <a:pt x="2548467" y="105833"/>
                </a:lnTo>
                <a:lnTo>
                  <a:pt x="2551642" y="128058"/>
                </a:lnTo>
                <a:lnTo>
                  <a:pt x="2552700" y="152400"/>
                </a:lnTo>
                <a:lnTo>
                  <a:pt x="2552700" y="679450"/>
                </a:lnTo>
                <a:lnTo>
                  <a:pt x="2545989" y="747585"/>
                </a:lnTo>
                <a:lnTo>
                  <a:pt x="2526115" y="813102"/>
                </a:lnTo>
                <a:lnTo>
                  <a:pt x="2493841" y="873483"/>
                </a:lnTo>
                <a:lnTo>
                  <a:pt x="2450407" y="926407"/>
                </a:lnTo>
                <a:lnTo>
                  <a:pt x="2397483" y="969841"/>
                </a:lnTo>
                <a:lnTo>
                  <a:pt x="2337102" y="1002115"/>
                </a:lnTo>
                <a:lnTo>
                  <a:pt x="2271585" y="1021989"/>
                </a:lnTo>
                <a:lnTo>
                  <a:pt x="2203450" y="1028700"/>
                </a:lnTo>
                <a:lnTo>
                  <a:pt x="349250" y="1028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06" name="!!rect-7f5"/>
          <p:cNvSpPr/>
          <p:nvPr/>
        </p:nvSpPr>
        <p:spPr>
          <a:xfrm>
            <a:off x="8813800" y="5207000"/>
            <a:ext cx="2349500" cy="304800"/>
          </a:xfrm>
          <a:prstGeom prst="roundRect">
            <a:avLst>
              <a:gd name="adj" fmla="val 29167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207" name="!!text-7f6" descr="完成"/>
          <p:cNvSpPr txBox="1"/>
          <p:nvPr/>
        </p:nvSpPr>
        <p:spPr>
          <a:xfrm>
            <a:off x="9886950" y="5279644"/>
            <a:ext cx="233680" cy="14711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00" b="1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完成</a:t>
            </a:r>
            <a:endParaRPr lang="zh-TW" sz="800"/>
          </a:p>
        </p:txBody>
      </p:sp>
      <p:sp>
        <p:nvSpPr>
          <p:cNvPr id="208" name="!!rect-7fc"/>
          <p:cNvSpPr/>
          <p:nvPr/>
        </p:nvSpPr>
        <p:spPr>
          <a:xfrm>
            <a:off x="8818563" y="5567363"/>
            <a:ext cx="2339975" cy="295275"/>
          </a:xfrm>
          <a:prstGeom prst="roundRect">
            <a:avLst>
              <a:gd name="adj" fmla="val 29032"/>
            </a:avLst>
          </a:prstGeom>
          <a:solidFill>
            <a:srgbClr val="FFFFFF"/>
          </a:solidFill>
          <a:ln w="9525" cap="flat">
            <a:solidFill>
              <a:srgbClr val="627D8D"/>
            </a:solidFill>
            <a:prstDash val="solid"/>
            <a:miter lim="800000"/>
          </a:ln>
        </p:spPr>
      </p:sp>
      <p:sp>
        <p:nvSpPr>
          <p:cNvPr id="209" name="!!text-7fd" descr="取消"/>
          <p:cNvSpPr txBox="1"/>
          <p:nvPr/>
        </p:nvSpPr>
        <p:spPr>
          <a:xfrm>
            <a:off x="9886950" y="5635244"/>
            <a:ext cx="233680" cy="14711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取消</a:t>
            </a:r>
            <a:endParaRPr lang="zh-TW" sz="800"/>
          </a:p>
        </p:txBody>
      </p:sp>
      <p:sp>
        <p:nvSpPr>
          <p:cNvPr id="210" name="!!path-7fh"/>
          <p:cNvSpPr/>
          <p:nvPr/>
        </p:nvSpPr>
        <p:spPr>
          <a:xfrm>
            <a:off x="8712200" y="609600"/>
            <a:ext cx="2552700" cy="730250"/>
          </a:xfrm>
          <a:custGeom>
            <a:avLst/>
            <a:gdLst/>
            <a:ahLst/>
            <a:cxnLst/>
            <a:rect l="l" t="t" r="r" b="b"/>
            <a:pathLst>
              <a:path w="2552700" h="730250">
                <a:moveTo>
                  <a:pt x="0" y="349250"/>
                </a:moveTo>
                <a:lnTo>
                  <a:pt x="6711" y="281115"/>
                </a:lnTo>
                <a:lnTo>
                  <a:pt x="26585" y="215598"/>
                </a:lnTo>
                <a:lnTo>
                  <a:pt x="58859" y="155217"/>
                </a:lnTo>
                <a:lnTo>
                  <a:pt x="102293" y="102293"/>
                </a:lnTo>
                <a:lnTo>
                  <a:pt x="155217" y="58859"/>
                </a:lnTo>
                <a:lnTo>
                  <a:pt x="215598" y="26585"/>
                </a:lnTo>
                <a:lnTo>
                  <a:pt x="281115" y="6711"/>
                </a:lnTo>
                <a:lnTo>
                  <a:pt x="349250" y="0"/>
                </a:lnTo>
                <a:lnTo>
                  <a:pt x="2203450" y="0"/>
                </a:lnTo>
                <a:lnTo>
                  <a:pt x="2271585" y="6711"/>
                </a:lnTo>
                <a:lnTo>
                  <a:pt x="2337102" y="26585"/>
                </a:lnTo>
                <a:lnTo>
                  <a:pt x="2397483" y="58859"/>
                </a:lnTo>
                <a:lnTo>
                  <a:pt x="2450407" y="102293"/>
                </a:lnTo>
                <a:lnTo>
                  <a:pt x="2493841" y="155217"/>
                </a:lnTo>
                <a:lnTo>
                  <a:pt x="2526115" y="215598"/>
                </a:lnTo>
                <a:lnTo>
                  <a:pt x="2545989" y="281115"/>
                </a:lnTo>
                <a:lnTo>
                  <a:pt x="2552700" y="349250"/>
                </a:lnTo>
                <a:lnTo>
                  <a:pt x="2552700" y="577850"/>
                </a:lnTo>
                <a:lnTo>
                  <a:pt x="2551642" y="602192"/>
                </a:lnTo>
                <a:lnTo>
                  <a:pt x="2548467" y="624417"/>
                </a:lnTo>
                <a:lnTo>
                  <a:pt x="2543175" y="644525"/>
                </a:lnTo>
                <a:lnTo>
                  <a:pt x="2535767" y="662517"/>
                </a:lnTo>
                <a:lnTo>
                  <a:pt x="2526242" y="678392"/>
                </a:lnTo>
                <a:lnTo>
                  <a:pt x="2514600" y="692150"/>
                </a:lnTo>
                <a:lnTo>
                  <a:pt x="2500842" y="703792"/>
                </a:lnTo>
                <a:lnTo>
                  <a:pt x="2484967" y="713317"/>
                </a:lnTo>
                <a:lnTo>
                  <a:pt x="2466975" y="720725"/>
                </a:lnTo>
                <a:lnTo>
                  <a:pt x="2446867" y="726017"/>
                </a:lnTo>
                <a:lnTo>
                  <a:pt x="2424642" y="729192"/>
                </a:lnTo>
                <a:lnTo>
                  <a:pt x="2400300" y="730250"/>
                </a:lnTo>
                <a:lnTo>
                  <a:pt x="152400" y="730250"/>
                </a:lnTo>
                <a:lnTo>
                  <a:pt x="128058" y="729192"/>
                </a:lnTo>
                <a:lnTo>
                  <a:pt x="105833" y="726017"/>
                </a:lnTo>
                <a:lnTo>
                  <a:pt x="85725" y="720725"/>
                </a:lnTo>
                <a:lnTo>
                  <a:pt x="67733" y="713317"/>
                </a:lnTo>
                <a:lnTo>
                  <a:pt x="51858" y="703792"/>
                </a:lnTo>
                <a:lnTo>
                  <a:pt x="38100" y="692150"/>
                </a:lnTo>
                <a:lnTo>
                  <a:pt x="26458" y="678392"/>
                </a:lnTo>
                <a:lnTo>
                  <a:pt x="16933" y="662517"/>
                </a:lnTo>
                <a:lnTo>
                  <a:pt x="9525" y="644525"/>
                </a:lnTo>
                <a:lnTo>
                  <a:pt x="4233" y="624417"/>
                </a:lnTo>
                <a:lnTo>
                  <a:pt x="1058" y="602192"/>
                </a:lnTo>
                <a:lnTo>
                  <a:pt x="0" y="577850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211" name="!!text-7fi" descr="2:25"/>
          <p:cNvSpPr txBox="1"/>
          <p:nvPr/>
        </p:nvSpPr>
        <p:spPr>
          <a:xfrm>
            <a:off x="9020597" y="714883"/>
            <a:ext cx="253790" cy="1563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50" kern="0" dirty="0">
                <a:solidFill>
                  <a:srgbClr val="FFFFFF"/>
                </a:solidFill>
                <a:latin typeface="Noto Sans TC SemiBold"/>
                <a:ea typeface="Noto Sans TC SemiBold"/>
                <a:cs typeface="Noto Sans TC SemiBold"/>
              </a:rPr>
              <a:t>2:25</a:t>
            </a:r>
            <a:endParaRPr lang="zh-TW" sz="850"/>
          </a:p>
        </p:txBody>
      </p:sp>
      <p:sp>
        <p:nvSpPr>
          <p:cNvPr id="212" name="!!rect-7fn"/>
          <p:cNvSpPr/>
          <p:nvPr/>
        </p:nvSpPr>
        <p:spPr>
          <a:xfrm>
            <a:off x="10579100" y="808990"/>
            <a:ext cx="21590" cy="2667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13" name="!!rect-7fo"/>
          <p:cNvSpPr/>
          <p:nvPr/>
        </p:nvSpPr>
        <p:spPr>
          <a:xfrm>
            <a:off x="10612120" y="792480"/>
            <a:ext cx="21590" cy="4318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14" name="!!rect-7fp"/>
          <p:cNvSpPr/>
          <p:nvPr/>
        </p:nvSpPr>
        <p:spPr>
          <a:xfrm>
            <a:off x="10645140" y="775970"/>
            <a:ext cx="21590" cy="5969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15" name="!!rect-7fq"/>
          <p:cNvSpPr/>
          <p:nvPr/>
        </p:nvSpPr>
        <p:spPr>
          <a:xfrm>
            <a:off x="10678160" y="759460"/>
            <a:ext cx="21590" cy="7620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16" name="!!path-7fr"/>
          <p:cNvSpPr/>
          <p:nvPr/>
        </p:nvSpPr>
        <p:spPr>
          <a:xfrm>
            <a:off x="10763250" y="763570"/>
            <a:ext cx="95250" cy="70820"/>
          </a:xfrm>
          <a:custGeom>
            <a:avLst/>
            <a:gdLst/>
            <a:ahLst/>
            <a:cxnLst/>
            <a:rect l="l" t="t" r="r" b="b"/>
            <a:pathLst>
              <a:path w="95250" h="70820">
                <a:moveTo>
                  <a:pt x="47625" y="70820"/>
                </a:moveTo>
                <a:lnTo>
                  <a:pt x="31115" y="51135"/>
                </a:lnTo>
                <a:cubicBezTo>
                  <a:pt x="40714" y="43262"/>
                  <a:pt x="54536" y="43262"/>
                  <a:pt x="64135" y="51135"/>
                </a:cubicBezTo>
                <a:close/>
                <a:moveTo>
                  <a:pt x="0" y="23830"/>
                </a:moveTo>
                <a:cubicBezTo>
                  <a:pt x="27279" y="0"/>
                  <a:pt x="67971" y="0"/>
                  <a:pt x="95250" y="23830"/>
                </a:cubicBezTo>
                <a:lnTo>
                  <a:pt x="83820" y="37165"/>
                </a:lnTo>
                <a:cubicBezTo>
                  <a:pt x="63051" y="19153"/>
                  <a:pt x="32199" y="19153"/>
                  <a:pt x="11430" y="37165"/>
                </a:cubicBezTo>
                <a:close/>
                <a:moveTo>
                  <a:pt x="16510" y="43515"/>
                </a:moveTo>
                <a:cubicBezTo>
                  <a:pt x="34385" y="28089"/>
                  <a:pt x="60865" y="28089"/>
                  <a:pt x="78740" y="43515"/>
                </a:cubicBezTo>
                <a:lnTo>
                  <a:pt x="67310" y="56850"/>
                </a:lnTo>
                <a:cubicBezTo>
                  <a:pt x="55947" y="47238"/>
                  <a:pt x="39303" y="47238"/>
                  <a:pt x="27940" y="5685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17" name="!!rect-7fs"/>
          <p:cNvSpPr/>
          <p:nvPr/>
        </p:nvSpPr>
        <p:spPr>
          <a:xfrm>
            <a:off x="10902950" y="760730"/>
            <a:ext cx="161925" cy="78740"/>
          </a:xfrm>
          <a:prstGeom prst="roundRect">
            <a:avLst>
              <a:gd name="adj" fmla="val 32258"/>
            </a:avLst>
          </a:prstGeom>
          <a:noFill/>
          <a:ln w="6985" cap="flat">
            <a:solidFill>
              <a:srgbClr val="FFFFFF">
                <a:alpha val="38000"/>
              </a:srgbClr>
            </a:solidFill>
            <a:prstDash val="solid"/>
            <a:miter lim="800000"/>
          </a:ln>
        </p:spPr>
      </p:sp>
      <p:sp>
        <p:nvSpPr>
          <p:cNvPr id="218" name="!!rect-7ft"/>
          <p:cNvSpPr/>
          <p:nvPr/>
        </p:nvSpPr>
        <p:spPr>
          <a:xfrm>
            <a:off x="10916285" y="774065"/>
            <a:ext cx="110909" cy="52070"/>
          </a:xfrm>
          <a:prstGeom prst="roundRect">
            <a:avLst>
              <a:gd name="adj" fmla="val 26829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19" name="!!path-7fu"/>
          <p:cNvSpPr/>
          <p:nvPr/>
        </p:nvSpPr>
        <p:spPr>
          <a:xfrm>
            <a:off x="11074400" y="786130"/>
            <a:ext cx="10345" cy="27940"/>
          </a:xfrm>
          <a:custGeom>
            <a:avLst/>
            <a:gdLst/>
            <a:ahLst/>
            <a:cxnLst/>
            <a:rect l="l" t="t" r="r" b="b"/>
            <a:pathLst>
              <a:path w="10345" h="27940">
                <a:moveTo>
                  <a:pt x="0" y="0"/>
                </a:moveTo>
                <a:lnTo>
                  <a:pt x="0" y="27940"/>
                </a:lnTo>
                <a:cubicBezTo>
                  <a:pt x="6146" y="26066"/>
                  <a:pt x="10345" y="20395"/>
                  <a:pt x="10345" y="13970"/>
                </a:cubicBezTo>
                <a:cubicBezTo>
                  <a:pt x="10345" y="7545"/>
                  <a:pt x="6146" y="1874"/>
                  <a:pt x="0" y="0"/>
                </a:cubicBezTo>
                <a:close/>
              </a:path>
            </a:pathLst>
          </a:custGeom>
          <a:solidFill>
            <a:srgbClr val="FFFFFF">
              <a:alpha val="45000"/>
            </a:srgbClr>
          </a:solidFill>
          <a:ln>
            <a:noFill/>
          </a:ln>
        </p:spPr>
      </p:sp>
      <p:sp>
        <p:nvSpPr>
          <p:cNvPr id="220" name="!!path-7fv"/>
          <p:cNvSpPr/>
          <p:nvPr/>
        </p:nvSpPr>
        <p:spPr>
          <a:xfrm>
            <a:off x="9567329" y="1109129"/>
            <a:ext cx="105791" cy="105791"/>
          </a:xfrm>
          <a:custGeom>
            <a:avLst/>
            <a:gdLst/>
            <a:ahLst/>
            <a:cxnLst/>
            <a:rect l="l" t="t" r="r" b="b"/>
            <a:pathLst>
              <a:path w="105791" h="105791">
                <a:moveTo>
                  <a:pt x="39672" y="23803"/>
                </a:moveTo>
                <a:lnTo>
                  <a:pt x="39672" y="39672"/>
                </a:lnTo>
                <a:lnTo>
                  <a:pt x="23803" y="39672"/>
                </a:lnTo>
                <a:lnTo>
                  <a:pt x="23803" y="23803"/>
                </a:lnTo>
                <a:lnTo>
                  <a:pt x="39672" y="23803"/>
                </a:lnTo>
                <a:moveTo>
                  <a:pt x="47606" y="15869"/>
                </a:moveTo>
                <a:lnTo>
                  <a:pt x="15869" y="15869"/>
                </a:lnTo>
                <a:lnTo>
                  <a:pt x="15869" y="47606"/>
                </a:lnTo>
                <a:lnTo>
                  <a:pt x="47606" y="47606"/>
                </a:lnTo>
                <a:lnTo>
                  <a:pt x="47606" y="15869"/>
                </a:lnTo>
                <a:close/>
                <a:moveTo>
                  <a:pt x="39672" y="66119"/>
                </a:moveTo>
                <a:lnTo>
                  <a:pt x="39672" y="81988"/>
                </a:lnTo>
                <a:lnTo>
                  <a:pt x="23803" y="81988"/>
                </a:lnTo>
                <a:lnTo>
                  <a:pt x="23803" y="66119"/>
                </a:lnTo>
                <a:lnTo>
                  <a:pt x="39672" y="66119"/>
                </a:lnTo>
                <a:moveTo>
                  <a:pt x="47606" y="58185"/>
                </a:moveTo>
                <a:lnTo>
                  <a:pt x="15869" y="58185"/>
                </a:lnTo>
                <a:lnTo>
                  <a:pt x="15869" y="89922"/>
                </a:lnTo>
                <a:lnTo>
                  <a:pt x="47606" y="89922"/>
                </a:lnTo>
                <a:lnTo>
                  <a:pt x="47606" y="58185"/>
                </a:lnTo>
                <a:close/>
                <a:moveTo>
                  <a:pt x="81988" y="23803"/>
                </a:moveTo>
                <a:lnTo>
                  <a:pt x="81988" y="39672"/>
                </a:lnTo>
                <a:lnTo>
                  <a:pt x="66119" y="39672"/>
                </a:lnTo>
                <a:lnTo>
                  <a:pt x="66119" y="23803"/>
                </a:lnTo>
                <a:lnTo>
                  <a:pt x="81988" y="23803"/>
                </a:lnTo>
                <a:moveTo>
                  <a:pt x="89922" y="15869"/>
                </a:moveTo>
                <a:lnTo>
                  <a:pt x="58185" y="15869"/>
                </a:lnTo>
                <a:lnTo>
                  <a:pt x="58185" y="47606"/>
                </a:lnTo>
                <a:lnTo>
                  <a:pt x="89922" y="47606"/>
                </a:lnTo>
                <a:lnTo>
                  <a:pt x="89922" y="15869"/>
                </a:lnTo>
                <a:close/>
                <a:moveTo>
                  <a:pt x="58185" y="58185"/>
                </a:moveTo>
                <a:lnTo>
                  <a:pt x="66119" y="58185"/>
                </a:lnTo>
                <a:lnTo>
                  <a:pt x="66119" y="66119"/>
                </a:lnTo>
                <a:lnTo>
                  <a:pt x="58185" y="66119"/>
                </a:lnTo>
                <a:lnTo>
                  <a:pt x="58185" y="58185"/>
                </a:lnTo>
                <a:close/>
                <a:moveTo>
                  <a:pt x="66119" y="66119"/>
                </a:moveTo>
                <a:lnTo>
                  <a:pt x="74054" y="66119"/>
                </a:lnTo>
                <a:lnTo>
                  <a:pt x="74054" y="74054"/>
                </a:lnTo>
                <a:lnTo>
                  <a:pt x="66119" y="74054"/>
                </a:lnTo>
                <a:lnTo>
                  <a:pt x="66119" y="66119"/>
                </a:lnTo>
                <a:close/>
                <a:moveTo>
                  <a:pt x="74054" y="58185"/>
                </a:moveTo>
                <a:lnTo>
                  <a:pt x="81988" y="58185"/>
                </a:lnTo>
                <a:lnTo>
                  <a:pt x="81988" y="66119"/>
                </a:lnTo>
                <a:lnTo>
                  <a:pt x="74054" y="66119"/>
                </a:lnTo>
                <a:lnTo>
                  <a:pt x="74054" y="58185"/>
                </a:lnTo>
                <a:close/>
                <a:moveTo>
                  <a:pt x="58185" y="74054"/>
                </a:moveTo>
                <a:lnTo>
                  <a:pt x="66119" y="74054"/>
                </a:lnTo>
                <a:lnTo>
                  <a:pt x="66119" y="81988"/>
                </a:lnTo>
                <a:lnTo>
                  <a:pt x="58185" y="81988"/>
                </a:lnTo>
                <a:lnTo>
                  <a:pt x="58185" y="74054"/>
                </a:lnTo>
                <a:close/>
                <a:moveTo>
                  <a:pt x="66119" y="81988"/>
                </a:moveTo>
                <a:lnTo>
                  <a:pt x="74054" y="81988"/>
                </a:lnTo>
                <a:lnTo>
                  <a:pt x="74054" y="89922"/>
                </a:lnTo>
                <a:lnTo>
                  <a:pt x="66119" y="89922"/>
                </a:lnTo>
                <a:lnTo>
                  <a:pt x="66119" y="81988"/>
                </a:lnTo>
                <a:close/>
                <a:moveTo>
                  <a:pt x="74054" y="74054"/>
                </a:moveTo>
                <a:lnTo>
                  <a:pt x="81988" y="74054"/>
                </a:lnTo>
                <a:lnTo>
                  <a:pt x="81988" y="81988"/>
                </a:lnTo>
                <a:lnTo>
                  <a:pt x="74054" y="81988"/>
                </a:lnTo>
                <a:lnTo>
                  <a:pt x="74054" y="74054"/>
                </a:lnTo>
                <a:close/>
                <a:moveTo>
                  <a:pt x="81988" y="66119"/>
                </a:moveTo>
                <a:lnTo>
                  <a:pt x="89922" y="66119"/>
                </a:lnTo>
                <a:lnTo>
                  <a:pt x="89922" y="74054"/>
                </a:lnTo>
                <a:lnTo>
                  <a:pt x="81988" y="74054"/>
                </a:lnTo>
                <a:lnTo>
                  <a:pt x="81988" y="66119"/>
                </a:lnTo>
                <a:close/>
                <a:moveTo>
                  <a:pt x="81988" y="81988"/>
                </a:moveTo>
                <a:lnTo>
                  <a:pt x="89922" y="81988"/>
                </a:lnTo>
                <a:lnTo>
                  <a:pt x="89922" y="89922"/>
                </a:lnTo>
                <a:lnTo>
                  <a:pt x="81988" y="89922"/>
                </a:lnTo>
                <a:lnTo>
                  <a:pt x="81988" y="81988"/>
                </a:lnTo>
                <a:close/>
                <a:moveTo>
                  <a:pt x="105791" y="26448"/>
                </a:moveTo>
                <a:lnTo>
                  <a:pt x="95212" y="26448"/>
                </a:lnTo>
                <a:lnTo>
                  <a:pt x="95212" y="10579"/>
                </a:lnTo>
                <a:lnTo>
                  <a:pt x="79343" y="10579"/>
                </a:lnTo>
                <a:lnTo>
                  <a:pt x="79343" y="0"/>
                </a:lnTo>
                <a:lnTo>
                  <a:pt x="105791" y="0"/>
                </a:lnTo>
                <a:lnTo>
                  <a:pt x="105791" y="26448"/>
                </a:lnTo>
                <a:close/>
                <a:moveTo>
                  <a:pt x="105791" y="105791"/>
                </a:moveTo>
                <a:lnTo>
                  <a:pt x="105791" y="79343"/>
                </a:lnTo>
                <a:lnTo>
                  <a:pt x="95212" y="79343"/>
                </a:lnTo>
                <a:lnTo>
                  <a:pt x="95212" y="95212"/>
                </a:lnTo>
                <a:lnTo>
                  <a:pt x="79343" y="95212"/>
                </a:lnTo>
                <a:lnTo>
                  <a:pt x="79343" y="105791"/>
                </a:lnTo>
                <a:lnTo>
                  <a:pt x="105791" y="105791"/>
                </a:lnTo>
                <a:close/>
                <a:moveTo>
                  <a:pt x="0" y="105791"/>
                </a:moveTo>
                <a:lnTo>
                  <a:pt x="26448" y="105791"/>
                </a:lnTo>
                <a:lnTo>
                  <a:pt x="26448" y="95212"/>
                </a:lnTo>
                <a:lnTo>
                  <a:pt x="10579" y="95212"/>
                </a:lnTo>
                <a:lnTo>
                  <a:pt x="10579" y="79343"/>
                </a:lnTo>
                <a:lnTo>
                  <a:pt x="0" y="79343"/>
                </a:lnTo>
                <a:lnTo>
                  <a:pt x="0" y="105791"/>
                </a:lnTo>
                <a:close/>
                <a:moveTo>
                  <a:pt x="0" y="0"/>
                </a:moveTo>
                <a:lnTo>
                  <a:pt x="0" y="26448"/>
                </a:lnTo>
                <a:lnTo>
                  <a:pt x="10579" y="26448"/>
                </a:lnTo>
                <a:lnTo>
                  <a:pt x="10579" y="10579"/>
                </a:lnTo>
                <a:lnTo>
                  <a:pt x="26448" y="10579"/>
                </a:lnTo>
                <a:lnTo>
                  <a:pt x="26448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21" name="!!text-7fw" descr="確認書櫃作業"/>
          <p:cNvSpPr txBox="1"/>
          <p:nvPr/>
        </p:nvSpPr>
        <p:spPr>
          <a:xfrm>
            <a:off x="9734550" y="1070737"/>
            <a:ext cx="720090" cy="16550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1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確認書櫃作業</a:t>
            </a:r>
            <a:endParaRPr lang="zh-TW" sz="900"/>
          </a:p>
        </p:txBody>
      </p:sp>
      <p:sp>
        <p:nvSpPr>
          <p:cNvPr id="222" name="!!rect-7gc"/>
          <p:cNvSpPr/>
          <p:nvPr/>
        </p:nvSpPr>
        <p:spPr>
          <a:xfrm>
            <a:off x="9531350" y="6076950"/>
            <a:ext cx="914400" cy="31750"/>
          </a:xfrm>
          <a:prstGeom prst="roundRect">
            <a:avLst>
              <a:gd name="adj" fmla="val 50000"/>
            </a:avLst>
          </a:prstGeom>
          <a:solidFill>
            <a:srgbClr val="000000">
              <a:alpha val="90000"/>
            </a:srgbClr>
          </a:solidFill>
          <a:ln>
            <a:noFill/>
          </a:ln>
        </p:spPr>
      </p:sp>
      <p:sp>
        <p:nvSpPr>
          <p:cNvPr id="223" name="!!rect-7ie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10000"/>
                </a:srgbClr>
              </a:gs>
              <a:gs pos="30762">
                <a:srgbClr val="FFFFFF">
                  <a:alpha val="2000"/>
                </a:srgbClr>
              </a:gs>
              <a:gs pos="31723">
                <a:srgbClr val="FFFFFF">
                  <a:alpha val="0"/>
                </a:srgbClr>
              </a:gs>
              <a:gs pos="9613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4329186" scaled="0"/>
          </a:gradFill>
          <a:ln>
            <a:noFill/>
          </a:ln>
        </p:spPr>
      </p:sp>
      <p:sp>
        <p:nvSpPr>
          <p:cNvPr id="224" name="!!rect-7ih"/>
          <p:cNvSpPr/>
          <p:nvPr/>
        </p:nvSpPr>
        <p:spPr>
          <a:xfrm>
            <a:off x="9728200" y="679450"/>
            <a:ext cx="520700" cy="23495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</p:spPr>
      </p:sp>
      <p:sp>
        <p:nvSpPr>
          <p:cNvPr id="225" name="!!circle-7ii"/>
          <p:cNvSpPr/>
          <p:nvPr/>
        </p:nvSpPr>
        <p:spPr>
          <a:xfrm>
            <a:off x="10088880" y="757555"/>
            <a:ext cx="78740" cy="78740"/>
          </a:xfrm>
          <a:prstGeom prst="ellipse">
            <a:avLst/>
          </a:prstGeom>
          <a:solidFill>
            <a:srgbClr val="0A0F16"/>
          </a:solidFill>
          <a:ln>
            <a:noFill/>
          </a:ln>
        </p:spPr>
      </p:sp>
      <p:sp>
        <p:nvSpPr>
          <p:cNvPr id="226" name="!!circle-7ij"/>
          <p:cNvSpPr/>
          <p:nvPr/>
        </p:nvSpPr>
        <p:spPr>
          <a:xfrm>
            <a:off x="10107930" y="776605"/>
            <a:ext cx="40640" cy="40640"/>
          </a:xfrm>
          <a:prstGeom prst="ellipse">
            <a:avLst/>
          </a:prstGeom>
          <a:solidFill>
            <a:srgbClr val="111B28"/>
          </a:solidFill>
          <a:ln>
            <a:noFill/>
          </a:ln>
        </p:spPr>
      </p:sp>
      <p:sp>
        <p:nvSpPr>
          <p:cNvPr id="227" name="!!circle-7ik"/>
          <p:cNvSpPr/>
          <p:nvPr/>
        </p:nvSpPr>
        <p:spPr>
          <a:xfrm>
            <a:off x="10130155" y="781685"/>
            <a:ext cx="13970" cy="13970"/>
          </a:xfrm>
          <a:prstGeom prst="ellipse">
            <a:avLst/>
          </a:prstGeom>
          <a:solidFill>
            <a:srgbClr val="3A5070">
              <a:alpha val="80000"/>
            </a:srgbClr>
          </a:solidFill>
          <a:ln>
            <a:noFill/>
          </a:ln>
        </p:spPr>
      </p:sp>
      <p:sp>
        <p:nvSpPr>
          <p:cNvPr id="228" name="!!path-9ic"/>
          <p:cNvSpPr/>
          <p:nvPr/>
        </p:nvSpPr>
        <p:spPr>
          <a:xfrm>
            <a:off x="381000" y="306527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229" name="!!path-9id"/>
          <p:cNvSpPr/>
          <p:nvPr/>
        </p:nvSpPr>
        <p:spPr>
          <a:xfrm>
            <a:off x="381000" y="308153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230" name="!!path-9ie"/>
          <p:cNvSpPr/>
          <p:nvPr/>
        </p:nvSpPr>
        <p:spPr>
          <a:xfrm>
            <a:off x="381000" y="309778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231" name="!!path-9if"/>
          <p:cNvSpPr/>
          <p:nvPr/>
        </p:nvSpPr>
        <p:spPr>
          <a:xfrm>
            <a:off x="381000" y="311404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232" name="!!path-9ig"/>
          <p:cNvSpPr/>
          <p:nvPr/>
        </p:nvSpPr>
        <p:spPr>
          <a:xfrm>
            <a:off x="381000" y="313030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233" name="!!path-9ih"/>
          <p:cNvSpPr/>
          <p:nvPr/>
        </p:nvSpPr>
        <p:spPr>
          <a:xfrm>
            <a:off x="381000" y="314655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234" name="!!path-9ii"/>
          <p:cNvSpPr/>
          <p:nvPr/>
        </p:nvSpPr>
        <p:spPr>
          <a:xfrm>
            <a:off x="381000" y="316281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235" name="!!path-9ij"/>
          <p:cNvSpPr/>
          <p:nvPr/>
        </p:nvSpPr>
        <p:spPr>
          <a:xfrm>
            <a:off x="381000" y="317906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236" name="!!path-9ik"/>
          <p:cNvSpPr/>
          <p:nvPr/>
        </p:nvSpPr>
        <p:spPr>
          <a:xfrm>
            <a:off x="419608" y="269342"/>
            <a:ext cx="128422" cy="122936"/>
          </a:xfrm>
          <a:custGeom>
            <a:avLst/>
            <a:gdLst/>
            <a:ahLst/>
            <a:cxnLst/>
            <a:rect l="l" t="t" r="r" b="b"/>
            <a:pathLst>
              <a:path w="128422" h="122936">
                <a:moveTo>
                  <a:pt x="0" y="17678"/>
                </a:moveTo>
                <a:lnTo>
                  <a:pt x="8128" y="5080"/>
                </a:lnTo>
                <a:cubicBezTo>
                  <a:pt x="32512" y="0"/>
                  <a:pt x="73152" y="7112"/>
                  <a:pt x="101600" y="26416"/>
                </a:cubicBezTo>
                <a:cubicBezTo>
                  <a:pt x="116840" y="37186"/>
                  <a:pt x="124968" y="49784"/>
                  <a:pt x="128422" y="62992"/>
                </a:cubicBezTo>
                <a:lnTo>
                  <a:pt x="128422" y="122936"/>
                </a:lnTo>
                <a:lnTo>
                  <a:pt x="0" y="1229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237" name="!!path-9il"/>
          <p:cNvSpPr/>
          <p:nvPr/>
        </p:nvSpPr>
        <p:spPr>
          <a:xfrm>
            <a:off x="419608" y="269342"/>
            <a:ext cx="128422" cy="62992"/>
          </a:xfrm>
          <a:custGeom>
            <a:avLst/>
            <a:gdLst/>
            <a:ahLst/>
            <a:cxnLst/>
            <a:rect l="l" t="t" r="r" b="b"/>
            <a:pathLst>
              <a:path w="128422" h="62992" fill="none">
                <a:moveTo>
                  <a:pt x="128422" y="62992"/>
                </a:moveTo>
                <a:cubicBezTo>
                  <a:pt x="124968" y="49784"/>
                  <a:pt x="116840" y="37186"/>
                  <a:pt x="101600" y="26416"/>
                </a:cubicBezTo>
                <a:cubicBezTo>
                  <a:pt x="73152" y="7112"/>
                  <a:pt x="32512" y="0"/>
                  <a:pt x="8128" y="5080"/>
                </a:cubicBezTo>
                <a:lnTo>
                  <a:pt x="0" y="1767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238" name="!!path-9im"/>
          <p:cNvSpPr/>
          <p:nvPr/>
        </p:nvSpPr>
        <p:spPr>
          <a:xfrm>
            <a:off x="407010" y="281534"/>
            <a:ext cx="141021" cy="110744"/>
          </a:xfrm>
          <a:custGeom>
            <a:avLst/>
            <a:gdLst/>
            <a:ahLst/>
            <a:cxnLst/>
            <a:rect l="l" t="t" r="r" b="b"/>
            <a:pathLst>
              <a:path w="141021" h="110744">
                <a:moveTo>
                  <a:pt x="0" y="22352"/>
                </a:moveTo>
                <a:lnTo>
                  <a:pt x="6502" y="6502"/>
                </a:lnTo>
                <a:cubicBezTo>
                  <a:pt x="36982" y="0"/>
                  <a:pt x="79654" y="7112"/>
                  <a:pt x="110134" y="25400"/>
                </a:cubicBezTo>
                <a:cubicBezTo>
                  <a:pt x="126390" y="35154"/>
                  <a:pt x="136550" y="49784"/>
                  <a:pt x="141021" y="62992"/>
                </a:cubicBezTo>
                <a:lnTo>
                  <a:pt x="141021" y="110744"/>
                </a:lnTo>
                <a:lnTo>
                  <a:pt x="0" y="110744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239" name="!!path-9in"/>
          <p:cNvSpPr/>
          <p:nvPr/>
        </p:nvSpPr>
        <p:spPr>
          <a:xfrm>
            <a:off x="407010" y="281534"/>
            <a:ext cx="141021" cy="62992"/>
          </a:xfrm>
          <a:custGeom>
            <a:avLst/>
            <a:gdLst/>
            <a:ahLst/>
            <a:cxnLst/>
            <a:rect l="l" t="t" r="r" b="b"/>
            <a:pathLst>
              <a:path w="141021" h="62992" fill="none">
                <a:moveTo>
                  <a:pt x="141021" y="62992"/>
                </a:moveTo>
                <a:cubicBezTo>
                  <a:pt x="136550" y="49784"/>
                  <a:pt x="126390" y="35154"/>
                  <a:pt x="110134" y="25400"/>
                </a:cubicBezTo>
                <a:cubicBezTo>
                  <a:pt x="79654" y="7112"/>
                  <a:pt x="36982" y="0"/>
                  <a:pt x="6502" y="6502"/>
                </a:cubicBezTo>
                <a:lnTo>
                  <a:pt x="0" y="22352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240" name="!!path-9io"/>
          <p:cNvSpPr/>
          <p:nvPr/>
        </p:nvSpPr>
        <p:spPr>
          <a:xfrm>
            <a:off x="395834" y="294742"/>
            <a:ext cx="151790" cy="97536"/>
          </a:xfrm>
          <a:custGeom>
            <a:avLst/>
            <a:gdLst/>
            <a:ahLst/>
            <a:cxnLst/>
            <a:rect l="l" t="t" r="r" b="b"/>
            <a:pathLst>
              <a:path w="151790" h="97536">
                <a:moveTo>
                  <a:pt x="0" y="23165"/>
                </a:moveTo>
                <a:lnTo>
                  <a:pt x="3861" y="12598"/>
                </a:lnTo>
                <a:cubicBezTo>
                  <a:pt x="37998" y="0"/>
                  <a:pt x="84734" y="5080"/>
                  <a:pt x="117246" y="21946"/>
                </a:cubicBezTo>
                <a:cubicBezTo>
                  <a:pt x="135534" y="31496"/>
                  <a:pt x="146710" y="43688"/>
                  <a:pt x="151790" y="55270"/>
                </a:cubicBezTo>
                <a:lnTo>
                  <a:pt x="151790" y="97536"/>
                </a:lnTo>
                <a:lnTo>
                  <a:pt x="0" y="975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241" name="!!path-9ip"/>
          <p:cNvSpPr/>
          <p:nvPr/>
        </p:nvSpPr>
        <p:spPr>
          <a:xfrm>
            <a:off x="395834" y="294742"/>
            <a:ext cx="151790" cy="55270"/>
          </a:xfrm>
          <a:custGeom>
            <a:avLst/>
            <a:gdLst/>
            <a:ahLst/>
            <a:cxnLst/>
            <a:rect l="l" t="t" r="r" b="b"/>
            <a:pathLst>
              <a:path w="151790" h="55270" fill="none">
                <a:moveTo>
                  <a:pt x="151790" y="55270"/>
                </a:moveTo>
                <a:cubicBezTo>
                  <a:pt x="146710" y="43688"/>
                  <a:pt x="135534" y="31496"/>
                  <a:pt x="117246" y="21946"/>
                </a:cubicBezTo>
                <a:cubicBezTo>
                  <a:pt x="84734" y="5080"/>
                  <a:pt x="37998" y="0"/>
                  <a:pt x="3861" y="12598"/>
                </a:cubicBezTo>
                <a:lnTo>
                  <a:pt x="0" y="23165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242" name="!!path-9iq"/>
          <p:cNvSpPr/>
          <p:nvPr/>
        </p:nvSpPr>
        <p:spPr>
          <a:xfrm>
            <a:off x="548234" y="264262"/>
            <a:ext cx="120294" cy="128016"/>
          </a:xfrm>
          <a:custGeom>
            <a:avLst/>
            <a:gdLst/>
            <a:ahLst/>
            <a:cxnLst/>
            <a:rect l="l" t="t" r="r" b="b"/>
            <a:pathLst>
              <a:path w="120294" h="128016">
                <a:moveTo>
                  <a:pt x="120294" y="18288"/>
                </a:moveTo>
                <a:lnTo>
                  <a:pt x="113589" y="4470"/>
                </a:lnTo>
                <a:cubicBezTo>
                  <a:pt x="86766" y="0"/>
                  <a:pt x="44094" y="10160"/>
                  <a:pt x="17678" y="30480"/>
                </a:cubicBezTo>
                <a:cubicBezTo>
                  <a:pt x="6502" y="39624"/>
                  <a:pt x="1422" y="52832"/>
                  <a:pt x="0" y="67056"/>
                </a:cubicBezTo>
                <a:lnTo>
                  <a:pt x="0" y="128016"/>
                </a:lnTo>
                <a:lnTo>
                  <a:pt x="120294" y="12801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243" name="!!path-9ir"/>
          <p:cNvSpPr/>
          <p:nvPr/>
        </p:nvSpPr>
        <p:spPr>
          <a:xfrm>
            <a:off x="548234" y="264262"/>
            <a:ext cx="120294" cy="67056"/>
          </a:xfrm>
          <a:custGeom>
            <a:avLst/>
            <a:gdLst/>
            <a:ahLst/>
            <a:cxnLst/>
            <a:rect l="l" t="t" r="r" b="b"/>
            <a:pathLst>
              <a:path w="120294" h="67056" fill="none">
                <a:moveTo>
                  <a:pt x="0" y="67056"/>
                </a:moveTo>
                <a:cubicBezTo>
                  <a:pt x="1422" y="52832"/>
                  <a:pt x="6502" y="39624"/>
                  <a:pt x="17678" y="30480"/>
                </a:cubicBezTo>
                <a:cubicBezTo>
                  <a:pt x="44094" y="10160"/>
                  <a:pt x="86766" y="0"/>
                  <a:pt x="113589" y="4470"/>
                </a:cubicBezTo>
                <a:lnTo>
                  <a:pt x="120294" y="1828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244" name="!!path-9is"/>
          <p:cNvSpPr/>
          <p:nvPr/>
        </p:nvSpPr>
        <p:spPr>
          <a:xfrm>
            <a:off x="548437" y="279502"/>
            <a:ext cx="133299" cy="112776"/>
          </a:xfrm>
          <a:custGeom>
            <a:avLst/>
            <a:gdLst/>
            <a:ahLst/>
            <a:cxnLst/>
            <a:rect l="l" t="t" r="r" b="b"/>
            <a:pathLst>
              <a:path w="133299" h="112776">
                <a:moveTo>
                  <a:pt x="133299" y="19710"/>
                </a:moveTo>
                <a:lnTo>
                  <a:pt x="127203" y="3048"/>
                </a:lnTo>
                <a:cubicBezTo>
                  <a:pt x="94691" y="0"/>
                  <a:pt x="54051" y="11176"/>
                  <a:pt x="27635" y="30683"/>
                </a:cubicBezTo>
                <a:cubicBezTo>
                  <a:pt x="13411" y="41250"/>
                  <a:pt x="4267" y="53848"/>
                  <a:pt x="0" y="65024"/>
                </a:cubicBezTo>
                <a:lnTo>
                  <a:pt x="0" y="112776"/>
                </a:lnTo>
                <a:lnTo>
                  <a:pt x="133299" y="11277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245" name="!!path-9it"/>
          <p:cNvSpPr/>
          <p:nvPr/>
        </p:nvSpPr>
        <p:spPr>
          <a:xfrm>
            <a:off x="548437" y="279502"/>
            <a:ext cx="133299" cy="65024"/>
          </a:xfrm>
          <a:custGeom>
            <a:avLst/>
            <a:gdLst/>
            <a:ahLst/>
            <a:cxnLst/>
            <a:rect l="l" t="t" r="r" b="b"/>
            <a:pathLst>
              <a:path w="133299" h="65024" fill="none">
                <a:moveTo>
                  <a:pt x="0" y="65024"/>
                </a:moveTo>
                <a:cubicBezTo>
                  <a:pt x="4267" y="53848"/>
                  <a:pt x="13411" y="41250"/>
                  <a:pt x="27635" y="30683"/>
                </a:cubicBezTo>
                <a:cubicBezTo>
                  <a:pt x="54051" y="11176"/>
                  <a:pt x="94691" y="0"/>
                  <a:pt x="127203" y="3048"/>
                </a:cubicBezTo>
                <a:lnTo>
                  <a:pt x="133299" y="19710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246" name="!!path-9iu"/>
          <p:cNvSpPr/>
          <p:nvPr/>
        </p:nvSpPr>
        <p:spPr>
          <a:xfrm>
            <a:off x="548843" y="293726"/>
            <a:ext cx="142646" cy="98552"/>
          </a:xfrm>
          <a:custGeom>
            <a:avLst/>
            <a:gdLst/>
            <a:ahLst/>
            <a:cxnLst/>
            <a:rect l="l" t="t" r="r" b="b"/>
            <a:pathLst>
              <a:path w="142646" h="98552">
                <a:moveTo>
                  <a:pt x="142646" y="18898"/>
                </a:moveTo>
                <a:lnTo>
                  <a:pt x="139802" y="8738"/>
                </a:lnTo>
                <a:cubicBezTo>
                  <a:pt x="106477" y="0"/>
                  <a:pt x="63805" y="5080"/>
                  <a:pt x="35357" y="19304"/>
                </a:cubicBezTo>
                <a:cubicBezTo>
                  <a:pt x="17069" y="28448"/>
                  <a:pt x="5893" y="42672"/>
                  <a:pt x="0" y="56286"/>
                </a:cubicBezTo>
                <a:lnTo>
                  <a:pt x="0" y="98552"/>
                </a:lnTo>
                <a:lnTo>
                  <a:pt x="142646" y="98552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247" name="!!path-9iv"/>
          <p:cNvSpPr/>
          <p:nvPr/>
        </p:nvSpPr>
        <p:spPr>
          <a:xfrm>
            <a:off x="548843" y="293726"/>
            <a:ext cx="142646" cy="56286"/>
          </a:xfrm>
          <a:custGeom>
            <a:avLst/>
            <a:gdLst/>
            <a:ahLst/>
            <a:cxnLst/>
            <a:rect l="l" t="t" r="r" b="b"/>
            <a:pathLst>
              <a:path w="142646" h="56286" fill="none">
                <a:moveTo>
                  <a:pt x="0" y="56286"/>
                </a:moveTo>
                <a:cubicBezTo>
                  <a:pt x="5893" y="42672"/>
                  <a:pt x="17069" y="28448"/>
                  <a:pt x="35357" y="19304"/>
                </a:cubicBezTo>
                <a:cubicBezTo>
                  <a:pt x="63805" y="5080"/>
                  <a:pt x="106477" y="0"/>
                  <a:pt x="139802" y="8738"/>
                </a:cubicBezTo>
                <a:lnTo>
                  <a:pt x="142646" y="1889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248" name="!!path-9iw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627D8D"/>
              </a:gs>
              <a:gs pos="21794">
                <a:srgbClr val="627D8D"/>
              </a:gs>
              <a:gs pos="55376">
                <a:srgbClr val="627D8D"/>
              </a:gs>
              <a:gs pos="96421">
                <a:srgbClr val="98ABB7"/>
              </a:gs>
              <a:gs pos="100000">
                <a:srgbClr val="98ABB7"/>
              </a:gs>
            </a:gsLst>
            <a:lin ang="1983350" scaled="0"/>
          </a:gradFill>
          <a:ln>
            <a:noFill/>
          </a:ln>
        </p:spPr>
      </p:sp>
      <p:sp>
        <p:nvSpPr>
          <p:cNvPr id="249" name="!!path-9ix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0000"/>
                </a:srgbClr>
              </a:gs>
              <a:gs pos="4764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83333" t="79291" r="16667" b="20709"/>
            </a:path>
          </a:gradFill>
          <a:ln>
            <a:noFill/>
          </a:ln>
        </p:spPr>
      </p:sp>
      <p:sp>
        <p:nvSpPr>
          <p:cNvPr id="250" name="!!line-9iy"/>
          <p:cNvSpPr/>
          <p:nvPr/>
        </p:nvSpPr>
        <p:spPr>
          <a:xfrm>
            <a:off x="549046" y="363017"/>
            <a:ext cx="1" cy="153619"/>
          </a:xfrm>
          <a:custGeom>
            <a:avLst/>
            <a:gdLst/>
            <a:ahLst/>
            <a:cxnLst/>
            <a:rect l="l" t="t" r="r" b="b"/>
            <a:pathLst>
              <a:path w="1" h="153619">
                <a:moveTo>
                  <a:pt x="0" y="0"/>
                </a:moveTo>
                <a:lnTo>
                  <a:pt x="0" y="153619"/>
                </a:lnTo>
              </a:path>
            </a:pathLst>
          </a:custGeom>
          <a:solidFill>
            <a:srgbClr val="000000"/>
          </a:solidFill>
          <a:ln w="6909" cap="rnd">
            <a:solidFill>
              <a:srgbClr val="C9D3D9"/>
            </a:solidFill>
            <a:prstDash val="solid"/>
            <a:miter lim="800000"/>
          </a:ln>
        </p:spPr>
      </p:sp>
      <p:sp>
        <p:nvSpPr>
          <p:cNvPr id="251" name="!!path-9iz"/>
          <p:cNvSpPr/>
          <p:nvPr/>
        </p:nvSpPr>
        <p:spPr>
          <a:xfrm>
            <a:off x="657962" y="442062"/>
            <a:ext cx="25400" cy="37998"/>
          </a:xfrm>
          <a:custGeom>
            <a:avLst/>
            <a:gdLst/>
            <a:ahLst/>
            <a:cxnLst/>
            <a:rect l="l" t="t" r="r" b="b"/>
            <a:pathLst>
              <a:path w="25400" h="37998">
                <a:moveTo>
                  <a:pt x="0" y="2642"/>
                </a:moveTo>
                <a:lnTo>
                  <a:pt x="15240" y="0"/>
                </a:lnTo>
                <a:lnTo>
                  <a:pt x="25400" y="37186"/>
                </a:lnTo>
                <a:lnTo>
                  <a:pt x="7518" y="37998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 w="1016" cap="flat">
            <a:solidFill>
              <a:srgbClr val="FFFFFF">
                <a:alpha val="55000"/>
              </a:srgbClr>
            </a:solidFill>
            <a:prstDash val="solid"/>
            <a:round/>
          </a:ln>
        </p:spPr>
      </p:sp>
      <p:sp>
        <p:nvSpPr>
          <p:cNvPr id="252" name="!!text-9j0" descr="救「舊」我的書"/>
          <p:cNvSpPr txBox="1"/>
          <p:nvPr/>
        </p:nvSpPr>
        <p:spPr>
          <a:xfrm>
            <a:off x="805879" y="251460"/>
            <a:ext cx="1120140" cy="25745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400" b="1" kern="0" spc="-70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救</a:t>
            </a:r>
            <a:r>
              <a:rPr lang="zh-TW" altLang="en-US" sz="14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「舊</a:t>
            </a:r>
            <a:r>
              <a:rPr lang="zh-TW" altLang="en-US" sz="1400" b="1" kern="0" spc="-70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」</a:t>
            </a:r>
            <a:r>
              <a:rPr lang="zh-TW" altLang="en-US" sz="14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我的書</a:t>
            </a:r>
            <a:endParaRPr lang="zh-TW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fast" p14:dur="1700" advTm="0">
        <p159:morph option="byObject"/>
      </p:transition>
    </mc:Choice>
    <mc:Fallback>
      <p:transition spd="fast" advTm="0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44.9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rect-1q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7"/>
          </a:solidFill>
          <a:ln>
            <a:noFill/>
          </a:ln>
        </p:spPr>
      </p:sp>
      <p:sp>
        <p:nvSpPr>
          <p:cNvPr id="3" name="!!ellipse-1q2"/>
          <p:cNvSpPr/>
          <p:nvPr/>
        </p:nvSpPr>
        <p:spPr>
          <a:xfrm>
            <a:off x="-889000" y="-952500"/>
            <a:ext cx="13970000" cy="7874000"/>
          </a:xfrm>
          <a:prstGeom prst="ellipse">
            <a:avLst/>
          </a:prstGeom>
          <a:gradFill rotWithShape="1">
            <a:gsLst>
              <a:gs pos="0">
                <a:srgbClr val="FFFFFF">
                  <a:alpha val="95000"/>
                </a:srgbClr>
              </a:gs>
              <a:gs pos="40865">
                <a:srgbClr val="FFFFFF">
                  <a:alpha val="35000"/>
                </a:srgbClr>
              </a:gs>
              <a:gs pos="68108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!!rect-1q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P1"/>
            <a:srcRect/>
            <a:tile tx="88729" ty="9119" sx="16667" sy="16667" flip="none" algn="tl"/>
          </a:blipFill>
          <a:ln>
            <a:noFill/>
          </a:ln>
        </p:spPr>
      </p:sp>
      <p:sp>
        <p:nvSpPr>
          <p:cNvPr id="5" name="!!circle-1qb"/>
          <p:cNvSpPr/>
          <p:nvPr/>
        </p:nvSpPr>
        <p:spPr>
          <a:xfrm>
            <a:off x="260420" y="3061106"/>
            <a:ext cx="2046732" cy="2046732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" name="!!circle-1qg"/>
          <p:cNvSpPr/>
          <p:nvPr/>
        </p:nvSpPr>
        <p:spPr>
          <a:xfrm>
            <a:off x="3122739" y="4866412"/>
            <a:ext cx="1987309" cy="1987309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7" name="!!circle-1rf"/>
          <p:cNvSpPr/>
          <p:nvPr/>
        </p:nvSpPr>
        <p:spPr>
          <a:xfrm>
            <a:off x="1191876" y="3901910"/>
            <a:ext cx="1614653" cy="1614653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8" name="!!circle-1ro"/>
          <p:cNvSpPr/>
          <p:nvPr/>
        </p:nvSpPr>
        <p:spPr>
          <a:xfrm>
            <a:off x="5739632" y="5012843"/>
            <a:ext cx="1641335" cy="1641335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9" name="!!circle-1rq"/>
          <p:cNvSpPr/>
          <p:nvPr/>
        </p:nvSpPr>
        <p:spPr>
          <a:xfrm>
            <a:off x="-559581" y="1570806"/>
            <a:ext cx="1404252" cy="1404252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0" name="!!circle-1s5"/>
          <p:cNvSpPr/>
          <p:nvPr/>
        </p:nvSpPr>
        <p:spPr>
          <a:xfrm>
            <a:off x="4326109" y="6161367"/>
            <a:ext cx="905091" cy="905091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1" name="!!circle-1sg"/>
          <p:cNvSpPr/>
          <p:nvPr/>
        </p:nvSpPr>
        <p:spPr>
          <a:xfrm>
            <a:off x="-539318" y="910870"/>
            <a:ext cx="1615783" cy="1615783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2" name="!!rect-1sh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5F7">
                  <a:alpha val="0"/>
                </a:srgbClr>
              </a:gs>
              <a:gs pos="20428">
                <a:srgbClr val="F3F5F7">
                  <a:alpha val="0"/>
                </a:srgbClr>
              </a:gs>
              <a:gs pos="66730">
                <a:srgbClr val="F3F5F7"/>
              </a:gs>
              <a:gs pos="100000">
                <a:srgbClr val="F3F5F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3" name="!!circle-1sj"/>
          <p:cNvSpPr/>
          <p:nvPr/>
        </p:nvSpPr>
        <p:spPr>
          <a:xfrm>
            <a:off x="112330" y="303003"/>
            <a:ext cx="50038" cy="50038"/>
          </a:xfrm>
          <a:prstGeom prst="ellipse">
            <a:avLst/>
          </a:prstGeom>
          <a:solidFill>
            <a:srgbClr val="627D8D">
              <a:alpha val="25400"/>
            </a:srgbClr>
          </a:solidFill>
          <a:ln>
            <a:noFill/>
          </a:ln>
        </p:spPr>
      </p:sp>
      <p:sp>
        <p:nvSpPr>
          <p:cNvPr id="14" name="!!circle-1sm"/>
          <p:cNvSpPr/>
          <p:nvPr/>
        </p:nvSpPr>
        <p:spPr>
          <a:xfrm>
            <a:off x="5646784" y="1560371"/>
            <a:ext cx="36055" cy="36055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15" name="!!circle-1sp"/>
          <p:cNvSpPr/>
          <p:nvPr/>
        </p:nvSpPr>
        <p:spPr>
          <a:xfrm>
            <a:off x="9305607" y="3472036"/>
            <a:ext cx="24295" cy="24295"/>
          </a:xfrm>
          <a:prstGeom prst="ellipse">
            <a:avLst/>
          </a:prstGeom>
          <a:solidFill>
            <a:srgbClr val="627D8D">
              <a:alpha val="18100"/>
            </a:srgbClr>
          </a:solidFill>
          <a:ln>
            <a:noFill/>
          </a:ln>
        </p:spPr>
      </p:sp>
      <p:sp>
        <p:nvSpPr>
          <p:cNvPr id="16" name="!!circle-1ss"/>
          <p:cNvSpPr/>
          <p:nvPr/>
        </p:nvSpPr>
        <p:spPr>
          <a:xfrm>
            <a:off x="3579682" y="6634367"/>
            <a:ext cx="25959" cy="25959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17" name="!!circle-1sv"/>
          <p:cNvSpPr/>
          <p:nvPr/>
        </p:nvSpPr>
        <p:spPr>
          <a:xfrm>
            <a:off x="1890887" y="1931173"/>
            <a:ext cx="35878" cy="35878"/>
          </a:xfrm>
          <a:prstGeom prst="ellipse">
            <a:avLst/>
          </a:prstGeom>
          <a:solidFill>
            <a:srgbClr val="627D8D">
              <a:alpha val="26800"/>
            </a:srgbClr>
          </a:solidFill>
          <a:ln>
            <a:noFill/>
          </a:ln>
        </p:spPr>
      </p:sp>
      <p:sp>
        <p:nvSpPr>
          <p:cNvPr id="18" name="!!circle-1sy"/>
          <p:cNvSpPr/>
          <p:nvPr/>
        </p:nvSpPr>
        <p:spPr>
          <a:xfrm>
            <a:off x="6754598" y="4134431"/>
            <a:ext cx="40234" cy="40234"/>
          </a:xfrm>
          <a:prstGeom prst="ellipse">
            <a:avLst/>
          </a:prstGeom>
          <a:solidFill>
            <a:srgbClr val="627D8D">
              <a:alpha val="31300"/>
            </a:srgbClr>
          </a:solidFill>
          <a:ln>
            <a:noFill/>
          </a:ln>
        </p:spPr>
      </p:sp>
      <p:sp>
        <p:nvSpPr>
          <p:cNvPr id="19" name="!!circle-1t1"/>
          <p:cNvSpPr/>
          <p:nvPr/>
        </p:nvSpPr>
        <p:spPr>
          <a:xfrm>
            <a:off x="10051476" y="176402"/>
            <a:ext cx="23559" cy="23559"/>
          </a:xfrm>
          <a:prstGeom prst="ellipse">
            <a:avLst/>
          </a:prstGeom>
          <a:solidFill>
            <a:srgbClr val="627D8D">
              <a:alpha val="17900"/>
            </a:srgbClr>
          </a:solidFill>
          <a:ln>
            <a:noFill/>
          </a:ln>
        </p:spPr>
      </p:sp>
      <p:sp>
        <p:nvSpPr>
          <p:cNvPr id="20" name="!!circle-1t4"/>
          <p:cNvSpPr/>
          <p:nvPr/>
        </p:nvSpPr>
        <p:spPr>
          <a:xfrm>
            <a:off x="1084501" y="5161166"/>
            <a:ext cx="29959" cy="29959"/>
          </a:xfrm>
          <a:prstGeom prst="ellipse">
            <a:avLst/>
          </a:prstGeom>
          <a:solidFill>
            <a:srgbClr val="627D8D">
              <a:alpha val="19400"/>
            </a:srgbClr>
          </a:solidFill>
          <a:ln>
            <a:noFill/>
          </a:ln>
        </p:spPr>
      </p:sp>
      <p:sp>
        <p:nvSpPr>
          <p:cNvPr id="21" name="!!circle-1t7"/>
          <p:cNvSpPr/>
          <p:nvPr/>
        </p:nvSpPr>
        <p:spPr>
          <a:xfrm>
            <a:off x="8539272" y="4652476"/>
            <a:ext cx="28702" cy="28702"/>
          </a:xfrm>
          <a:prstGeom prst="ellipse">
            <a:avLst/>
          </a:prstGeom>
          <a:solidFill>
            <a:srgbClr val="627D8D">
              <a:alpha val="17800"/>
            </a:srgbClr>
          </a:solidFill>
          <a:ln>
            <a:noFill/>
          </a:ln>
        </p:spPr>
      </p:sp>
      <p:sp>
        <p:nvSpPr>
          <p:cNvPr id="22" name="!!circle-1ta"/>
          <p:cNvSpPr/>
          <p:nvPr/>
        </p:nvSpPr>
        <p:spPr>
          <a:xfrm>
            <a:off x="11093824" y="2123214"/>
            <a:ext cx="24066" cy="24066"/>
          </a:xfrm>
          <a:prstGeom prst="ellipse">
            <a:avLst/>
          </a:prstGeom>
          <a:solidFill>
            <a:srgbClr val="627D8D">
              <a:alpha val="23900"/>
            </a:srgbClr>
          </a:solidFill>
          <a:ln>
            <a:noFill/>
          </a:ln>
        </p:spPr>
      </p:sp>
      <p:sp>
        <p:nvSpPr>
          <p:cNvPr id="23" name="!!circle-1td"/>
          <p:cNvSpPr/>
          <p:nvPr/>
        </p:nvSpPr>
        <p:spPr>
          <a:xfrm>
            <a:off x="8348285" y="6188784"/>
            <a:ext cx="35865" cy="35865"/>
          </a:xfrm>
          <a:prstGeom prst="ellipse">
            <a:avLst/>
          </a:prstGeom>
          <a:solidFill>
            <a:srgbClr val="627D8D">
              <a:alpha val="28200"/>
            </a:srgbClr>
          </a:solidFill>
          <a:ln>
            <a:noFill/>
          </a:ln>
        </p:spPr>
      </p:sp>
      <p:sp>
        <p:nvSpPr>
          <p:cNvPr id="24" name="!!circle-1tg"/>
          <p:cNvSpPr/>
          <p:nvPr/>
        </p:nvSpPr>
        <p:spPr>
          <a:xfrm>
            <a:off x="1426510" y="3467987"/>
            <a:ext cx="39218" cy="39218"/>
          </a:xfrm>
          <a:prstGeom prst="ellipse">
            <a:avLst/>
          </a:prstGeom>
          <a:solidFill>
            <a:srgbClr val="627D8D">
              <a:alpha val="29600"/>
            </a:srgbClr>
          </a:solidFill>
          <a:ln>
            <a:noFill/>
          </a:ln>
        </p:spPr>
      </p:sp>
      <p:sp>
        <p:nvSpPr>
          <p:cNvPr id="25" name="!!circle-1tj"/>
          <p:cNvSpPr/>
          <p:nvPr/>
        </p:nvSpPr>
        <p:spPr>
          <a:xfrm>
            <a:off x="7192025" y="6454795"/>
            <a:ext cx="49733" cy="49733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6" name="!!circle-1tm"/>
          <p:cNvSpPr/>
          <p:nvPr/>
        </p:nvSpPr>
        <p:spPr>
          <a:xfrm>
            <a:off x="6298151" y="2105555"/>
            <a:ext cx="41694" cy="41694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7" name="!!circle-1tp"/>
          <p:cNvSpPr/>
          <p:nvPr/>
        </p:nvSpPr>
        <p:spPr>
          <a:xfrm>
            <a:off x="6784628" y="5507740"/>
            <a:ext cx="31979" cy="31979"/>
          </a:xfrm>
          <a:prstGeom prst="ellipse">
            <a:avLst/>
          </a:prstGeom>
          <a:solidFill>
            <a:srgbClr val="627D8D">
              <a:alpha val="24100"/>
            </a:srgbClr>
          </a:solidFill>
          <a:ln>
            <a:noFill/>
          </a:ln>
        </p:spPr>
      </p:sp>
      <p:sp>
        <p:nvSpPr>
          <p:cNvPr id="28" name="!!circle-1ts"/>
          <p:cNvSpPr/>
          <p:nvPr/>
        </p:nvSpPr>
        <p:spPr>
          <a:xfrm>
            <a:off x="3818435" y="1470456"/>
            <a:ext cx="18085" cy="18085"/>
          </a:xfrm>
          <a:prstGeom prst="ellipse">
            <a:avLst/>
          </a:prstGeom>
          <a:solidFill>
            <a:srgbClr val="627D8D">
              <a:alpha val="10500"/>
            </a:srgbClr>
          </a:solidFill>
          <a:ln>
            <a:noFill/>
          </a:ln>
        </p:spPr>
      </p:sp>
      <p:sp>
        <p:nvSpPr>
          <p:cNvPr id="29" name="!!circle-1ty"/>
          <p:cNvSpPr/>
          <p:nvPr/>
        </p:nvSpPr>
        <p:spPr>
          <a:xfrm>
            <a:off x="3388433" y="6635694"/>
            <a:ext cx="39243" cy="39243"/>
          </a:xfrm>
          <a:prstGeom prst="ellipse">
            <a:avLst/>
          </a:prstGeom>
          <a:solidFill>
            <a:srgbClr val="627D8D">
              <a:alpha val="27700"/>
            </a:srgbClr>
          </a:solidFill>
          <a:ln>
            <a:noFill/>
          </a:ln>
        </p:spPr>
      </p:sp>
      <p:sp>
        <p:nvSpPr>
          <p:cNvPr id="30" name="!!circle-1u1"/>
          <p:cNvSpPr/>
          <p:nvPr/>
        </p:nvSpPr>
        <p:spPr>
          <a:xfrm>
            <a:off x="1672325" y="6744939"/>
            <a:ext cx="34519" cy="34519"/>
          </a:xfrm>
          <a:prstGeom prst="ellipse">
            <a:avLst/>
          </a:prstGeom>
          <a:solidFill>
            <a:srgbClr val="627D8D">
              <a:alpha val="22500"/>
            </a:srgbClr>
          </a:solidFill>
          <a:ln>
            <a:noFill/>
          </a:ln>
        </p:spPr>
      </p:sp>
      <p:sp>
        <p:nvSpPr>
          <p:cNvPr id="31" name="!!circle-1u4"/>
          <p:cNvSpPr/>
          <p:nvPr/>
        </p:nvSpPr>
        <p:spPr>
          <a:xfrm>
            <a:off x="2573150" y="5443742"/>
            <a:ext cx="46228" cy="46228"/>
          </a:xfrm>
          <a:prstGeom prst="ellipse">
            <a:avLst/>
          </a:prstGeom>
          <a:solidFill>
            <a:srgbClr val="627D8D">
              <a:alpha val="26200"/>
            </a:srgbClr>
          </a:solidFill>
          <a:ln>
            <a:noFill/>
          </a:ln>
        </p:spPr>
      </p:sp>
      <p:sp>
        <p:nvSpPr>
          <p:cNvPr id="32" name="!!circle-1u7"/>
          <p:cNvSpPr/>
          <p:nvPr/>
        </p:nvSpPr>
        <p:spPr>
          <a:xfrm>
            <a:off x="7408804" y="4962121"/>
            <a:ext cx="49327" cy="49327"/>
          </a:xfrm>
          <a:prstGeom prst="ellipse">
            <a:avLst/>
          </a:prstGeom>
          <a:solidFill>
            <a:srgbClr val="627D8D">
              <a:alpha val="20800"/>
            </a:srgbClr>
          </a:solidFill>
          <a:ln>
            <a:noFill/>
          </a:ln>
        </p:spPr>
      </p:sp>
      <p:sp>
        <p:nvSpPr>
          <p:cNvPr id="33" name="!!circle-1ua"/>
          <p:cNvSpPr/>
          <p:nvPr/>
        </p:nvSpPr>
        <p:spPr>
          <a:xfrm>
            <a:off x="9690379" y="5752221"/>
            <a:ext cx="24054" cy="24054"/>
          </a:xfrm>
          <a:prstGeom prst="ellipse">
            <a:avLst/>
          </a:prstGeom>
          <a:solidFill>
            <a:srgbClr val="627D8D">
              <a:alpha val="22200"/>
            </a:srgbClr>
          </a:solidFill>
          <a:ln>
            <a:noFill/>
          </a:ln>
        </p:spPr>
      </p:sp>
      <p:sp>
        <p:nvSpPr>
          <p:cNvPr id="34" name="!!circle-1ud"/>
          <p:cNvSpPr/>
          <p:nvPr/>
        </p:nvSpPr>
        <p:spPr>
          <a:xfrm>
            <a:off x="2152778" y="1645554"/>
            <a:ext cx="32271" cy="32271"/>
          </a:xfrm>
          <a:prstGeom prst="ellipse">
            <a:avLst/>
          </a:prstGeom>
          <a:solidFill>
            <a:srgbClr val="627D8D">
              <a:alpha val="20500"/>
            </a:srgbClr>
          </a:solidFill>
          <a:ln>
            <a:noFill/>
          </a:ln>
        </p:spPr>
      </p:sp>
      <p:sp>
        <p:nvSpPr>
          <p:cNvPr id="35" name="!!circle-1ug"/>
          <p:cNvSpPr/>
          <p:nvPr/>
        </p:nvSpPr>
        <p:spPr>
          <a:xfrm>
            <a:off x="2075485" y="5469"/>
            <a:ext cx="21323" cy="21323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36" name="!!circle-1uj"/>
          <p:cNvSpPr/>
          <p:nvPr/>
        </p:nvSpPr>
        <p:spPr>
          <a:xfrm>
            <a:off x="2101892" y="2681094"/>
            <a:ext cx="34252" cy="34252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37" name="!!circle-1um"/>
          <p:cNvSpPr/>
          <p:nvPr/>
        </p:nvSpPr>
        <p:spPr>
          <a:xfrm>
            <a:off x="9623209" y="4723845"/>
            <a:ext cx="44196" cy="44196"/>
          </a:xfrm>
          <a:prstGeom prst="ellipse">
            <a:avLst/>
          </a:prstGeom>
          <a:solidFill>
            <a:srgbClr val="627D8D">
              <a:alpha val="21700"/>
            </a:srgbClr>
          </a:solidFill>
          <a:ln>
            <a:noFill/>
          </a:ln>
        </p:spPr>
      </p:sp>
      <p:sp>
        <p:nvSpPr>
          <p:cNvPr id="38" name="!!circle-1up"/>
          <p:cNvSpPr/>
          <p:nvPr/>
        </p:nvSpPr>
        <p:spPr>
          <a:xfrm>
            <a:off x="6828024" y="1942520"/>
            <a:ext cx="35192" cy="35192"/>
          </a:xfrm>
          <a:prstGeom prst="ellipse">
            <a:avLst/>
          </a:prstGeom>
          <a:solidFill>
            <a:srgbClr val="627D8D">
              <a:alpha val="27100"/>
            </a:srgbClr>
          </a:solidFill>
          <a:ln>
            <a:noFill/>
          </a:ln>
        </p:spPr>
      </p:sp>
      <p:sp>
        <p:nvSpPr>
          <p:cNvPr id="39" name="!!circle-1us"/>
          <p:cNvSpPr/>
          <p:nvPr/>
        </p:nvSpPr>
        <p:spPr>
          <a:xfrm>
            <a:off x="10083009" y="5574214"/>
            <a:ext cx="43358" cy="43358"/>
          </a:xfrm>
          <a:prstGeom prst="ellipse">
            <a:avLst/>
          </a:prstGeom>
          <a:solidFill>
            <a:srgbClr val="627D8D">
              <a:alpha val="19500"/>
            </a:srgbClr>
          </a:solidFill>
          <a:ln>
            <a:noFill/>
          </a:ln>
        </p:spPr>
      </p:sp>
      <p:sp>
        <p:nvSpPr>
          <p:cNvPr id="40" name="!!circle-1uv"/>
          <p:cNvSpPr/>
          <p:nvPr/>
        </p:nvSpPr>
        <p:spPr>
          <a:xfrm>
            <a:off x="3074375" y="2378206"/>
            <a:ext cx="33528" cy="33528"/>
          </a:xfrm>
          <a:prstGeom prst="ellipse">
            <a:avLst/>
          </a:prstGeom>
          <a:solidFill>
            <a:srgbClr val="627D8D">
              <a:alpha val="28300"/>
            </a:srgbClr>
          </a:solidFill>
          <a:ln>
            <a:noFill/>
          </a:ln>
        </p:spPr>
      </p:sp>
      <p:sp>
        <p:nvSpPr>
          <p:cNvPr id="41" name="!!circle-1uy"/>
          <p:cNvSpPr/>
          <p:nvPr/>
        </p:nvSpPr>
        <p:spPr>
          <a:xfrm>
            <a:off x="6728516" y="2906745"/>
            <a:ext cx="28956" cy="28956"/>
          </a:xfrm>
          <a:prstGeom prst="ellipse">
            <a:avLst/>
          </a:prstGeom>
          <a:solidFill>
            <a:srgbClr val="627D8D">
              <a:alpha val="21800"/>
            </a:srgbClr>
          </a:solidFill>
          <a:ln>
            <a:noFill/>
          </a:ln>
        </p:spPr>
      </p:sp>
      <p:sp>
        <p:nvSpPr>
          <p:cNvPr id="42" name="!!circle-1v1"/>
          <p:cNvSpPr/>
          <p:nvPr/>
        </p:nvSpPr>
        <p:spPr>
          <a:xfrm>
            <a:off x="6965406" y="6652188"/>
            <a:ext cx="45555" cy="45555"/>
          </a:xfrm>
          <a:prstGeom prst="ellipse">
            <a:avLst/>
          </a:prstGeom>
          <a:solidFill>
            <a:srgbClr val="627D8D">
              <a:alpha val="20900"/>
            </a:srgbClr>
          </a:solidFill>
          <a:ln>
            <a:noFill/>
          </a:ln>
        </p:spPr>
      </p:sp>
      <p:sp>
        <p:nvSpPr>
          <p:cNvPr id="43" name="!!circle-1v4"/>
          <p:cNvSpPr/>
          <p:nvPr/>
        </p:nvSpPr>
        <p:spPr>
          <a:xfrm>
            <a:off x="11325621" y="3640279"/>
            <a:ext cx="39484" cy="39484"/>
          </a:xfrm>
          <a:prstGeom prst="ellipse">
            <a:avLst/>
          </a:prstGeom>
          <a:solidFill>
            <a:srgbClr val="627D8D">
              <a:alpha val="13600"/>
            </a:srgbClr>
          </a:solidFill>
          <a:ln>
            <a:noFill/>
          </a:ln>
        </p:spPr>
      </p:sp>
      <p:sp>
        <p:nvSpPr>
          <p:cNvPr id="44" name="!!circle-1v7"/>
          <p:cNvSpPr/>
          <p:nvPr/>
        </p:nvSpPr>
        <p:spPr>
          <a:xfrm>
            <a:off x="7428785" y="5807373"/>
            <a:ext cx="30455" cy="30455"/>
          </a:xfrm>
          <a:prstGeom prst="ellipse">
            <a:avLst/>
          </a:prstGeom>
          <a:solidFill>
            <a:srgbClr val="627D8D">
              <a:alpha val="16500"/>
            </a:srgbClr>
          </a:solidFill>
          <a:ln>
            <a:noFill/>
          </a:ln>
        </p:spPr>
      </p:sp>
      <p:sp>
        <p:nvSpPr>
          <p:cNvPr id="45" name="!!circle-1va"/>
          <p:cNvSpPr/>
          <p:nvPr/>
        </p:nvSpPr>
        <p:spPr>
          <a:xfrm>
            <a:off x="8924466" y="6555878"/>
            <a:ext cx="28257" cy="28257"/>
          </a:xfrm>
          <a:prstGeom prst="ellipse">
            <a:avLst/>
          </a:prstGeom>
          <a:solidFill>
            <a:srgbClr val="627D8D">
              <a:alpha val="15700"/>
            </a:srgbClr>
          </a:solidFill>
          <a:ln>
            <a:noFill/>
          </a:ln>
        </p:spPr>
      </p:sp>
      <p:sp>
        <p:nvSpPr>
          <p:cNvPr id="46" name="!!circle-1vd"/>
          <p:cNvSpPr/>
          <p:nvPr/>
        </p:nvSpPr>
        <p:spPr>
          <a:xfrm>
            <a:off x="11296618" y="5291923"/>
            <a:ext cx="45149" cy="45149"/>
          </a:xfrm>
          <a:prstGeom prst="ellipse">
            <a:avLst/>
          </a:prstGeom>
          <a:solidFill>
            <a:srgbClr val="627D8D">
              <a:alpha val="31200"/>
            </a:srgbClr>
          </a:solidFill>
          <a:ln>
            <a:noFill/>
          </a:ln>
        </p:spPr>
      </p:sp>
      <p:sp>
        <p:nvSpPr>
          <p:cNvPr id="47" name="!!circle-1vg"/>
          <p:cNvSpPr/>
          <p:nvPr/>
        </p:nvSpPr>
        <p:spPr>
          <a:xfrm>
            <a:off x="3437029" y="3553275"/>
            <a:ext cx="30696" cy="30696"/>
          </a:xfrm>
          <a:prstGeom prst="ellipse">
            <a:avLst/>
          </a:prstGeom>
          <a:solidFill>
            <a:srgbClr val="627D8D">
              <a:alpha val="25700"/>
            </a:srgbClr>
          </a:solidFill>
          <a:ln>
            <a:noFill/>
          </a:ln>
        </p:spPr>
      </p:sp>
      <p:sp>
        <p:nvSpPr>
          <p:cNvPr id="48" name="!!circle-1vj"/>
          <p:cNvSpPr/>
          <p:nvPr/>
        </p:nvSpPr>
        <p:spPr>
          <a:xfrm>
            <a:off x="8825901" y="4111488"/>
            <a:ext cx="37401" cy="37401"/>
          </a:xfrm>
          <a:prstGeom prst="ellipse">
            <a:avLst/>
          </a:prstGeom>
          <a:solidFill>
            <a:srgbClr val="627D8D">
              <a:alpha val="16000"/>
            </a:srgbClr>
          </a:solidFill>
          <a:ln>
            <a:noFill/>
          </a:ln>
        </p:spPr>
      </p:sp>
      <p:sp>
        <p:nvSpPr>
          <p:cNvPr id="49" name="!!circle-1vm"/>
          <p:cNvSpPr/>
          <p:nvPr/>
        </p:nvSpPr>
        <p:spPr>
          <a:xfrm>
            <a:off x="1710152" y="4838351"/>
            <a:ext cx="33096" cy="33096"/>
          </a:xfrm>
          <a:prstGeom prst="ellipse">
            <a:avLst/>
          </a:prstGeom>
          <a:solidFill>
            <a:srgbClr val="627D8D">
              <a:alpha val="22300"/>
            </a:srgbClr>
          </a:solidFill>
          <a:ln>
            <a:noFill/>
          </a:ln>
        </p:spPr>
      </p:sp>
      <p:sp>
        <p:nvSpPr>
          <p:cNvPr id="50" name="!!circle-1vp"/>
          <p:cNvSpPr/>
          <p:nvPr/>
        </p:nvSpPr>
        <p:spPr>
          <a:xfrm>
            <a:off x="11602731" y="943564"/>
            <a:ext cx="21145" cy="21145"/>
          </a:xfrm>
          <a:prstGeom prst="ellipse">
            <a:avLst/>
          </a:prstGeom>
          <a:solidFill>
            <a:srgbClr val="627D8D">
              <a:alpha val="16300"/>
            </a:srgbClr>
          </a:solidFill>
          <a:ln>
            <a:noFill/>
          </a:ln>
        </p:spPr>
      </p:sp>
      <p:sp>
        <p:nvSpPr>
          <p:cNvPr id="51" name="!!circle-1vs"/>
          <p:cNvSpPr/>
          <p:nvPr/>
        </p:nvSpPr>
        <p:spPr>
          <a:xfrm>
            <a:off x="11077388" y="5792104"/>
            <a:ext cx="35281" cy="35281"/>
          </a:xfrm>
          <a:prstGeom prst="ellipse">
            <a:avLst/>
          </a:prstGeom>
          <a:solidFill>
            <a:srgbClr val="627D8D">
              <a:alpha val="30000"/>
            </a:srgbClr>
          </a:solidFill>
          <a:ln>
            <a:noFill/>
          </a:ln>
        </p:spPr>
      </p:sp>
      <p:sp>
        <p:nvSpPr>
          <p:cNvPr id="52" name="!!path-2q9"/>
          <p:cNvSpPr/>
          <p:nvPr/>
        </p:nvSpPr>
        <p:spPr>
          <a:xfrm>
            <a:off x="7724362" y="0"/>
            <a:ext cx="658775" cy="6858000"/>
          </a:xfrm>
          <a:custGeom>
            <a:avLst/>
            <a:gdLst/>
            <a:ahLst/>
            <a:cxnLst/>
            <a:rect l="l" t="t" r="r" b="b"/>
            <a:pathLst>
              <a:path w="658775" h="6858000">
                <a:moveTo>
                  <a:pt x="0" y="6858000"/>
                </a:moveTo>
                <a:lnTo>
                  <a:pt x="0" y="101695"/>
                </a:lnTo>
                <a:lnTo>
                  <a:pt x="171276" y="0"/>
                </a:lnTo>
                <a:lnTo>
                  <a:pt x="658775" y="0"/>
                </a:lnTo>
                <a:lnTo>
                  <a:pt x="658775" y="6858000"/>
                </a:lnTo>
                <a:close/>
              </a:path>
            </a:pathLst>
          </a:custGeom>
          <a:gradFill rotWithShape="1">
            <a:gsLst>
              <a:gs pos="0">
                <a:srgbClr val="DBE2E7"/>
              </a:gs>
              <a:gs pos="100000">
                <a:srgbClr val="C5CFD6"/>
              </a:gs>
            </a:gsLst>
            <a:lin ang="5400000" scaled="0"/>
          </a:gradFill>
          <a:ln>
            <a:noFill/>
          </a:ln>
        </p:spPr>
      </p:sp>
      <p:sp>
        <p:nvSpPr>
          <p:cNvPr id="53" name="!!path-2qa"/>
          <p:cNvSpPr/>
          <p:nvPr/>
        </p:nvSpPr>
        <p:spPr>
          <a:xfrm>
            <a:off x="3607018" y="0"/>
            <a:ext cx="4288621" cy="101695"/>
          </a:xfrm>
          <a:custGeom>
            <a:avLst/>
            <a:gdLst/>
            <a:ahLst/>
            <a:cxnLst/>
            <a:rect l="l" t="t" r="r" b="b"/>
            <a:pathLst>
              <a:path w="4288621" h="101695">
                <a:moveTo>
                  <a:pt x="171276" y="0"/>
                </a:moveTo>
                <a:lnTo>
                  <a:pt x="0" y="101695"/>
                </a:lnTo>
                <a:lnTo>
                  <a:pt x="4117345" y="101695"/>
                </a:lnTo>
                <a:lnTo>
                  <a:pt x="4288621" y="0"/>
                </a:lnTo>
                <a:close/>
              </a:path>
            </a:pathLst>
          </a:custGeom>
          <a:gradFill rotWithShape="1">
            <a:gsLst>
              <a:gs pos="0">
                <a:srgbClr val="ECF0F2"/>
              </a:gs>
              <a:gs pos="100000">
                <a:srgbClr val="E7ECEF"/>
              </a:gs>
            </a:gsLst>
            <a:lin ang="5400000" scaled="0"/>
          </a:gradFill>
          <a:ln>
            <a:noFill/>
          </a:ln>
        </p:spPr>
      </p:sp>
      <p:sp>
        <p:nvSpPr>
          <p:cNvPr id="54" name="!!path-2qb"/>
          <p:cNvSpPr/>
          <p:nvPr/>
        </p:nvSpPr>
        <p:spPr>
          <a:xfrm>
            <a:off x="3607018" y="101695"/>
            <a:ext cx="4117345" cy="6756305"/>
          </a:xfrm>
          <a:custGeom>
            <a:avLst/>
            <a:gdLst/>
            <a:ahLst/>
            <a:cxnLst/>
            <a:rect l="l" t="t" r="r" b="b"/>
            <a:pathLst>
              <a:path w="4117345" h="6756305">
                <a:moveTo>
                  <a:pt x="51467" y="0"/>
                </a:moveTo>
                <a:lnTo>
                  <a:pt x="4065878" y="0"/>
                </a:lnTo>
                <a:lnTo>
                  <a:pt x="4072863" y="470"/>
                </a:lnTo>
                <a:lnTo>
                  <a:pt x="4079562" y="1839"/>
                </a:lnTo>
                <a:lnTo>
                  <a:pt x="4085914" y="4045"/>
                </a:lnTo>
                <a:lnTo>
                  <a:pt x="4091857" y="7028"/>
                </a:lnTo>
                <a:lnTo>
                  <a:pt x="4097330" y="10725"/>
                </a:lnTo>
                <a:lnTo>
                  <a:pt x="4102273" y="15076"/>
                </a:lnTo>
                <a:lnTo>
                  <a:pt x="4106623" y="20019"/>
                </a:lnTo>
                <a:lnTo>
                  <a:pt x="4110319" y="25492"/>
                </a:lnTo>
                <a:lnTo>
                  <a:pt x="4113301" y="31435"/>
                </a:lnTo>
                <a:lnTo>
                  <a:pt x="4115507" y="37786"/>
                </a:lnTo>
                <a:lnTo>
                  <a:pt x="4116875" y="44484"/>
                </a:lnTo>
                <a:lnTo>
                  <a:pt x="4117345" y="51467"/>
                </a:lnTo>
                <a:lnTo>
                  <a:pt x="4117345" y="6756305"/>
                </a:lnTo>
                <a:lnTo>
                  <a:pt x="0" y="6756305"/>
                </a:lnTo>
                <a:lnTo>
                  <a:pt x="0" y="51467"/>
                </a:lnTo>
                <a:lnTo>
                  <a:pt x="470" y="44484"/>
                </a:lnTo>
                <a:lnTo>
                  <a:pt x="1839" y="37786"/>
                </a:lnTo>
                <a:lnTo>
                  <a:pt x="4045" y="31435"/>
                </a:lnTo>
                <a:lnTo>
                  <a:pt x="7028" y="25492"/>
                </a:lnTo>
                <a:lnTo>
                  <a:pt x="10725" y="20019"/>
                </a:lnTo>
                <a:lnTo>
                  <a:pt x="15076" y="15076"/>
                </a:lnTo>
                <a:lnTo>
                  <a:pt x="20019" y="10725"/>
                </a:lnTo>
                <a:lnTo>
                  <a:pt x="25492" y="7028"/>
                </a:lnTo>
                <a:lnTo>
                  <a:pt x="31435" y="4045"/>
                </a:lnTo>
                <a:lnTo>
                  <a:pt x="37786" y="1839"/>
                </a:lnTo>
                <a:lnTo>
                  <a:pt x="44484" y="470"/>
                </a:lnTo>
                <a:lnTo>
                  <a:pt x="51467" y="0"/>
                </a:ln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60331">
                <a:srgbClr val="F8FAFB"/>
              </a:gs>
              <a:gs pos="100000">
                <a:srgbClr val="EEF2F5"/>
              </a:gs>
            </a:gsLst>
            <a:lin ang="5400000" scaled="0"/>
          </a:gradFill>
          <a:ln>
            <a:noFill/>
          </a:ln>
        </p:spPr>
      </p:sp>
      <p:sp>
        <p:nvSpPr>
          <p:cNvPr id="55" name="!!path-2qc"/>
          <p:cNvSpPr/>
          <p:nvPr/>
        </p:nvSpPr>
        <p:spPr>
          <a:xfrm>
            <a:off x="3607018" y="101695"/>
            <a:ext cx="4117345" cy="7411220"/>
          </a:xfrm>
          <a:custGeom>
            <a:avLst/>
            <a:gdLst/>
            <a:ahLst/>
            <a:cxnLst/>
            <a:rect l="l" t="t" r="r" b="b"/>
            <a:pathLst>
              <a:path w="4117345" h="7411220" fill="none">
                <a:moveTo>
                  <a:pt x="51467" y="0"/>
                </a:moveTo>
                <a:lnTo>
                  <a:pt x="4065878" y="0"/>
                </a:lnTo>
                <a:cubicBezTo>
                  <a:pt x="4094308" y="0"/>
                  <a:pt x="4117345" y="23047"/>
                  <a:pt x="4117345" y="51467"/>
                </a:cubicBezTo>
                <a:lnTo>
                  <a:pt x="4117345" y="7359754"/>
                </a:lnTo>
                <a:cubicBezTo>
                  <a:pt x="4117345" y="7388184"/>
                  <a:pt x="4094308" y="7411220"/>
                  <a:pt x="4065878" y="7411220"/>
                </a:cubicBezTo>
                <a:lnTo>
                  <a:pt x="51467" y="7411220"/>
                </a:lnTo>
                <a:cubicBezTo>
                  <a:pt x="23047" y="7411220"/>
                  <a:pt x="0" y="7388184"/>
                  <a:pt x="0" y="7359754"/>
                </a:cubicBezTo>
                <a:lnTo>
                  <a:pt x="0" y="51467"/>
                </a:lnTo>
                <a:cubicBezTo>
                  <a:pt x="0" y="23047"/>
                  <a:pt x="23047" y="0"/>
                  <a:pt x="51467" y="0"/>
                </a:cubicBezTo>
                <a:close/>
              </a:path>
            </a:pathLst>
          </a:custGeom>
          <a:noFill/>
          <a:ln w="10293" cap="flat">
            <a:solidFill>
              <a:srgbClr val="D3DBE0"/>
            </a:solidFill>
            <a:prstDash val="solid"/>
            <a:miter lim="800000"/>
          </a:ln>
        </p:spPr>
      </p:sp>
      <p:sp>
        <p:nvSpPr>
          <p:cNvPr id="56" name="!!path-2qe"/>
          <p:cNvSpPr/>
          <p:nvPr/>
        </p:nvSpPr>
        <p:spPr>
          <a:xfrm>
            <a:off x="7724362" y="-289453"/>
            <a:ext cx="658775" cy="391148"/>
          </a:xfrm>
          <a:custGeom>
            <a:avLst/>
            <a:gdLst/>
            <a:ahLst/>
            <a:cxnLst/>
            <a:rect l="l" t="t" r="r" b="b"/>
            <a:pathLst>
              <a:path w="658775" h="391148">
                <a:moveTo>
                  <a:pt x="0" y="391148"/>
                </a:moveTo>
                <a:lnTo>
                  <a:pt x="658775" y="0"/>
                </a:lnTo>
              </a:path>
            </a:pathLst>
          </a:custGeom>
          <a:solidFill>
            <a:srgbClr val="000000"/>
          </a:solidFill>
          <a:ln w="14411" cap="flat">
            <a:solidFill>
              <a:srgbClr val="FFFFFF"/>
            </a:solidFill>
            <a:prstDash val="solid"/>
            <a:miter lim="800000"/>
          </a:ln>
        </p:spPr>
      </p:sp>
      <p:sp>
        <p:nvSpPr>
          <p:cNvPr id="57" name="!!rect-2r7"/>
          <p:cNvSpPr/>
          <p:nvPr/>
        </p:nvSpPr>
        <p:spPr>
          <a:xfrm>
            <a:off x="4652823" y="328149"/>
            <a:ext cx="2025734" cy="2618631"/>
          </a:xfrm>
          <a:prstGeom prst="roundRect">
            <a:avLst>
              <a:gd name="adj" fmla="val 7114"/>
            </a:avLst>
          </a:prstGeom>
          <a:solidFill>
            <a:srgbClr val="20282F"/>
          </a:solidFill>
          <a:ln>
            <a:noFill/>
          </a:ln>
        </p:spPr>
      </p:sp>
      <p:sp>
        <p:nvSpPr>
          <p:cNvPr id="58" name="!!rect-2r8"/>
          <p:cNvSpPr/>
          <p:nvPr/>
        </p:nvSpPr>
        <p:spPr>
          <a:xfrm>
            <a:off x="4663116" y="338442"/>
            <a:ext cx="2005147" cy="2598044"/>
          </a:xfrm>
          <a:prstGeom prst="roundRect">
            <a:avLst>
              <a:gd name="adj" fmla="val 6674"/>
            </a:avLst>
          </a:prstGeom>
          <a:noFill/>
          <a:ln w="10293" cap="flat">
            <a:solidFill>
              <a:srgbClr val="FFFFFF">
                <a:alpha val="12000"/>
              </a:srgbClr>
            </a:solidFill>
            <a:prstDash val="solid"/>
            <a:miter lim="800000"/>
          </a:ln>
        </p:spPr>
      </p:sp>
      <p:sp>
        <p:nvSpPr>
          <p:cNvPr id="59" name="!!rect-2rd"/>
          <p:cNvSpPr/>
          <p:nvPr/>
        </p:nvSpPr>
        <p:spPr>
          <a:xfrm>
            <a:off x="4776343" y="451669"/>
            <a:ext cx="1778693" cy="2371590"/>
          </a:xfrm>
          <a:custGeom>
            <a:avLst/>
            <a:gdLst/>
            <a:ahLst/>
            <a:cxnLst/>
            <a:rect l="l" t="t" r="r" b="b"/>
            <a:pathLst>
              <a:path w="1778693" h="2371590">
                <a:moveTo>
                  <a:pt x="44467" y="0"/>
                </a:moveTo>
                <a:lnTo>
                  <a:pt x="1734226" y="0"/>
                </a:lnTo>
                <a:cubicBezTo>
                  <a:pt x="1758784" y="0"/>
                  <a:pt x="1778693" y="19909"/>
                  <a:pt x="1778693" y="44467"/>
                </a:cubicBezTo>
                <a:lnTo>
                  <a:pt x="1778693" y="2327123"/>
                </a:lnTo>
                <a:cubicBezTo>
                  <a:pt x="1778693" y="2351682"/>
                  <a:pt x="1758784" y="2371590"/>
                  <a:pt x="1734226" y="2371590"/>
                </a:cubicBezTo>
                <a:lnTo>
                  <a:pt x="44467" y="2371590"/>
                </a:lnTo>
                <a:cubicBezTo>
                  <a:pt x="19909" y="2371590"/>
                  <a:pt x="0" y="2351682"/>
                  <a:pt x="0" y="2327123"/>
                </a:cubicBezTo>
                <a:lnTo>
                  <a:pt x="0" y="44467"/>
                </a:lnTo>
                <a:cubicBezTo>
                  <a:pt x="0" y="19909"/>
                  <a:pt x="19909" y="0"/>
                  <a:pt x="44467" y="0"/>
                </a:cubicBezTo>
                <a:close/>
              </a:path>
            </a:pathLst>
          </a:custGeom>
          <a:solidFill>
            <a:srgbClr val="0E1318"/>
          </a:solidFill>
          <a:ln>
            <a:noFill/>
          </a:ln>
        </p:spPr>
      </p:sp>
      <p:sp>
        <p:nvSpPr>
          <p:cNvPr id="60" name="!!rect-2rg"/>
          <p:cNvSpPr/>
          <p:nvPr/>
        </p:nvSpPr>
        <p:spPr>
          <a:xfrm>
            <a:off x="4776343" y="451669"/>
            <a:ext cx="1778693" cy="207514"/>
          </a:xfrm>
          <a:custGeom>
            <a:avLst/>
            <a:gdLst/>
            <a:ahLst/>
            <a:cxnLst/>
            <a:rect l="l" t="t" r="r" b="b"/>
            <a:pathLst>
              <a:path w="1778693" h="207514">
                <a:moveTo>
                  <a:pt x="44467" y="0"/>
                </a:moveTo>
                <a:lnTo>
                  <a:pt x="1734226" y="0"/>
                </a:lnTo>
                <a:cubicBezTo>
                  <a:pt x="1758784" y="0"/>
                  <a:pt x="1778693" y="19909"/>
                  <a:pt x="1778693" y="44467"/>
                </a:cubicBezTo>
                <a:lnTo>
                  <a:pt x="1778693" y="207514"/>
                </a:lnTo>
                <a:lnTo>
                  <a:pt x="0" y="207514"/>
                </a:lnTo>
                <a:lnTo>
                  <a:pt x="0" y="44467"/>
                </a:lnTo>
                <a:cubicBezTo>
                  <a:pt x="0" y="19909"/>
                  <a:pt x="19909" y="0"/>
                  <a:pt x="44467" y="0"/>
                </a:cubicBezTo>
                <a:close/>
              </a:path>
            </a:pathLst>
          </a:custGeom>
          <a:solidFill>
            <a:srgbClr val="18212A"/>
          </a:solidFill>
          <a:ln>
            <a:noFill/>
          </a:ln>
        </p:spPr>
      </p:sp>
      <p:sp>
        <p:nvSpPr>
          <p:cNvPr id="61" name="!!text-2rh" descr="智慧書櫃"/>
          <p:cNvSpPr txBox="1"/>
          <p:nvPr/>
        </p:nvSpPr>
        <p:spPr>
          <a:xfrm>
            <a:off x="4850456" y="481907"/>
            <a:ext cx="446155" cy="15024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17" b="1" kern="0" dirty="0">
                <a:solidFill>
                  <a:srgbClr val="EEF2F5"/>
                </a:solidFill>
                <a:latin typeface="Noto Sans TC"/>
                <a:ea typeface="Noto Sans TC"/>
                <a:cs typeface="Noto Sans TC"/>
              </a:rPr>
              <a:t>智慧書櫃</a:t>
            </a:r>
            <a:endParaRPr lang="zh-TW" sz="817"/>
          </a:p>
        </p:txBody>
      </p:sp>
      <p:sp>
        <p:nvSpPr>
          <p:cNvPr id="62" name="!!circle-2rm"/>
          <p:cNvSpPr/>
          <p:nvPr/>
        </p:nvSpPr>
        <p:spPr>
          <a:xfrm>
            <a:off x="6421634" y="525782"/>
            <a:ext cx="59290" cy="59290"/>
          </a:xfrm>
          <a:prstGeom prst="ellipse">
            <a:avLst/>
          </a:prstGeom>
          <a:solidFill>
            <a:srgbClr val="3CCF8E"/>
          </a:solidFill>
          <a:ln>
            <a:noFill/>
          </a:ln>
        </p:spPr>
      </p:sp>
      <p:sp>
        <p:nvSpPr>
          <p:cNvPr id="63" name="!!text-2v7" descr="A01"/>
          <p:cNvSpPr txBox="1"/>
          <p:nvPr/>
        </p:nvSpPr>
        <p:spPr>
          <a:xfrm>
            <a:off x="5395773" y="754047"/>
            <a:ext cx="628768" cy="42925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2334" b="1" kern="0" dirty="0">
                <a:solidFill>
                  <a:srgbClr val="EEF2F5"/>
                </a:solidFill>
                <a:latin typeface="Noto Sans TC"/>
                <a:ea typeface="Noto Sans TC"/>
                <a:cs typeface="Noto Sans TC"/>
              </a:rPr>
              <a:t>A01</a:t>
            </a:r>
            <a:endParaRPr lang="zh-TW" sz="2334"/>
          </a:p>
        </p:txBody>
      </p:sp>
      <p:sp>
        <p:nvSpPr>
          <p:cNvPr id="64" name="!!text-2vb" descr="請將書籍放入 A01 後關上櫃門"/>
          <p:cNvSpPr txBox="1"/>
          <p:nvPr/>
        </p:nvSpPr>
        <p:spPr>
          <a:xfrm>
            <a:off x="4982657" y="1252674"/>
            <a:ext cx="1397193" cy="15024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17" kern="0" dirty="0">
                <a:solidFill>
                  <a:srgbClr val="EEF2F5"/>
                </a:solidFill>
                <a:latin typeface="Noto Sans TC"/>
                <a:ea typeface="Noto Sans TC"/>
                <a:cs typeface="Noto Sans TC"/>
              </a:rPr>
              <a:t>請將書籍放入 A01 後關上櫃門</a:t>
            </a:r>
            <a:endParaRPr lang="zh-TW" sz="817"/>
          </a:p>
        </p:txBody>
      </p:sp>
      <p:sp>
        <p:nvSpPr>
          <p:cNvPr id="65" name="!!circle-2vq"/>
          <p:cNvSpPr/>
          <p:nvPr/>
        </p:nvSpPr>
        <p:spPr>
          <a:xfrm>
            <a:off x="5413708" y="1978381"/>
            <a:ext cx="503963" cy="503963"/>
          </a:xfrm>
          <a:prstGeom prst="ellipse">
            <a:avLst/>
          </a:prstGeom>
          <a:noFill/>
          <a:ln w="29645" cap="flat">
            <a:solidFill>
              <a:srgbClr val="2A3540"/>
            </a:solidFill>
            <a:prstDash val="solid"/>
            <a:miter lim="800000"/>
          </a:ln>
        </p:spPr>
      </p:sp>
      <p:sp>
        <p:nvSpPr>
          <p:cNvPr id="66" name="!!circle-2vr"/>
          <p:cNvSpPr/>
          <p:nvPr/>
        </p:nvSpPr>
        <p:spPr>
          <a:xfrm>
            <a:off x="5413708" y="1978381"/>
            <a:ext cx="503963" cy="503963"/>
          </a:xfrm>
          <a:custGeom>
            <a:avLst/>
            <a:gdLst/>
            <a:ahLst/>
            <a:cxnLst/>
            <a:rect l="l" t="t" r="r" b="b"/>
            <a:pathLst>
              <a:path w="503963" h="503963" fill="none">
                <a:moveTo>
                  <a:pt x="251981" y="0"/>
                </a:moveTo>
                <a:cubicBezTo>
                  <a:pt x="391147" y="0"/>
                  <a:pt x="503963" y="112816"/>
                  <a:pt x="503963" y="251981"/>
                </a:cubicBezTo>
                <a:cubicBezTo>
                  <a:pt x="503963" y="391147"/>
                  <a:pt x="391147" y="503963"/>
                  <a:pt x="251981" y="503963"/>
                </a:cubicBezTo>
                <a:cubicBezTo>
                  <a:pt x="112816" y="503963"/>
                  <a:pt x="0" y="391147"/>
                  <a:pt x="0" y="251981"/>
                </a:cubicBezTo>
                <a:cubicBezTo>
                  <a:pt x="0" y="112816"/>
                  <a:pt x="112816" y="0"/>
                  <a:pt x="251981" y="0"/>
                </a:cubicBezTo>
                <a:close/>
              </a:path>
            </a:pathLst>
          </a:custGeom>
          <a:noFill/>
          <a:ln w="29645" cap="rnd">
            <a:solidFill>
              <a:srgbClr val="46B59C"/>
            </a:solidFill>
            <a:custDash>
              <a:ds d="5340700" sp="5340700"/>
            </a:custDash>
            <a:miter lim="800000"/>
          </a:ln>
        </p:spPr>
      </p:sp>
      <p:sp>
        <p:nvSpPr>
          <p:cNvPr id="67" name="!!text-2w5" descr="28"/>
          <p:cNvSpPr txBox="1"/>
          <p:nvPr/>
        </p:nvSpPr>
        <p:spPr>
          <a:xfrm>
            <a:off x="5490785" y="2013955"/>
            <a:ext cx="438744" cy="42925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2334" b="1" kern="0" dirty="0">
                <a:solidFill>
                  <a:srgbClr val="EEF2F5"/>
                </a:solidFill>
                <a:latin typeface="Noto Sans TC"/>
                <a:ea typeface="Noto Sans TC"/>
                <a:cs typeface="Noto Sans TC"/>
              </a:rPr>
              <a:t>28</a:t>
            </a:r>
            <a:endParaRPr lang="zh-TW" sz="2334"/>
          </a:p>
        </p:txBody>
      </p:sp>
      <p:sp>
        <p:nvSpPr>
          <p:cNvPr id="68" name="!!path-2x0"/>
          <p:cNvSpPr/>
          <p:nvPr/>
        </p:nvSpPr>
        <p:spPr>
          <a:xfrm>
            <a:off x="4976282" y="3225792"/>
            <a:ext cx="266804" cy="176552"/>
          </a:xfrm>
          <a:custGeom>
            <a:avLst/>
            <a:gdLst/>
            <a:ahLst/>
            <a:cxnLst/>
            <a:rect l="l" t="t" r="r" b="b"/>
            <a:pathLst>
              <a:path w="266804" h="176552">
                <a:moveTo>
                  <a:pt x="0" y="17293"/>
                </a:moveTo>
                <a:cubicBezTo>
                  <a:pt x="14822" y="6588"/>
                  <a:pt x="51055" y="3294"/>
                  <a:pt x="80700" y="11199"/>
                </a:cubicBezTo>
                <a:cubicBezTo>
                  <a:pt x="105404" y="18116"/>
                  <a:pt x="123520" y="27998"/>
                  <a:pt x="135049" y="37880"/>
                </a:cubicBezTo>
                <a:cubicBezTo>
                  <a:pt x="148224" y="26351"/>
                  <a:pt x="171282" y="11529"/>
                  <a:pt x="199279" y="4611"/>
                </a:cubicBezTo>
                <a:cubicBezTo>
                  <a:pt x="225630" y="0"/>
                  <a:pt x="251982" y="2470"/>
                  <a:pt x="266804" y="13999"/>
                </a:cubicBezTo>
                <a:lnTo>
                  <a:pt x="266475" y="144601"/>
                </a:lnTo>
                <a:cubicBezTo>
                  <a:pt x="237159" y="140813"/>
                  <a:pt x="179516" y="143284"/>
                  <a:pt x="136037" y="175564"/>
                </a:cubicBezTo>
                <a:quadBezTo>
                  <a:pt x="135049" y="176552"/>
                  <a:pt x="134061" y="175564"/>
                </a:quadBezTo>
                <a:cubicBezTo>
                  <a:pt x="90582" y="143284"/>
                  <a:pt x="34586" y="140813"/>
                  <a:pt x="4941" y="146248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69" name="!!path-2x1"/>
          <p:cNvSpPr/>
          <p:nvPr/>
        </p:nvSpPr>
        <p:spPr>
          <a:xfrm>
            <a:off x="4976282" y="3227110"/>
            <a:ext cx="266804" cy="176552"/>
          </a:xfrm>
          <a:custGeom>
            <a:avLst/>
            <a:gdLst/>
            <a:ahLst/>
            <a:cxnLst/>
            <a:rect l="l" t="t" r="r" b="b"/>
            <a:pathLst>
              <a:path w="266804" h="176552">
                <a:moveTo>
                  <a:pt x="0" y="17293"/>
                </a:moveTo>
                <a:cubicBezTo>
                  <a:pt x="14822" y="6588"/>
                  <a:pt x="51055" y="3294"/>
                  <a:pt x="80700" y="11199"/>
                </a:cubicBezTo>
                <a:cubicBezTo>
                  <a:pt x="105404" y="18116"/>
                  <a:pt x="123520" y="27998"/>
                  <a:pt x="135049" y="37880"/>
                </a:cubicBezTo>
                <a:cubicBezTo>
                  <a:pt x="148224" y="26351"/>
                  <a:pt x="171282" y="11529"/>
                  <a:pt x="199279" y="4611"/>
                </a:cubicBezTo>
                <a:cubicBezTo>
                  <a:pt x="225630" y="0"/>
                  <a:pt x="251982" y="2470"/>
                  <a:pt x="266804" y="13999"/>
                </a:cubicBezTo>
                <a:lnTo>
                  <a:pt x="266475" y="144601"/>
                </a:lnTo>
                <a:cubicBezTo>
                  <a:pt x="237159" y="140813"/>
                  <a:pt x="179516" y="143284"/>
                  <a:pt x="136037" y="175564"/>
                </a:cubicBezTo>
                <a:quadBezTo>
                  <a:pt x="135049" y="176552"/>
                  <a:pt x="134061" y="175564"/>
                </a:quadBezTo>
                <a:cubicBezTo>
                  <a:pt x="90582" y="143284"/>
                  <a:pt x="34586" y="140813"/>
                  <a:pt x="4941" y="146248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0" name="!!path-2x2"/>
          <p:cNvSpPr/>
          <p:nvPr/>
        </p:nvSpPr>
        <p:spPr>
          <a:xfrm>
            <a:off x="4976282" y="3228427"/>
            <a:ext cx="266804" cy="176552"/>
          </a:xfrm>
          <a:custGeom>
            <a:avLst/>
            <a:gdLst/>
            <a:ahLst/>
            <a:cxnLst/>
            <a:rect l="l" t="t" r="r" b="b"/>
            <a:pathLst>
              <a:path w="266804" h="176552">
                <a:moveTo>
                  <a:pt x="0" y="17293"/>
                </a:moveTo>
                <a:cubicBezTo>
                  <a:pt x="14822" y="6588"/>
                  <a:pt x="51055" y="3294"/>
                  <a:pt x="80700" y="11199"/>
                </a:cubicBezTo>
                <a:cubicBezTo>
                  <a:pt x="105404" y="18116"/>
                  <a:pt x="123520" y="27998"/>
                  <a:pt x="135049" y="37880"/>
                </a:cubicBezTo>
                <a:cubicBezTo>
                  <a:pt x="148224" y="26351"/>
                  <a:pt x="171282" y="11529"/>
                  <a:pt x="199279" y="4611"/>
                </a:cubicBezTo>
                <a:cubicBezTo>
                  <a:pt x="225630" y="0"/>
                  <a:pt x="251982" y="2470"/>
                  <a:pt x="266804" y="13999"/>
                </a:cubicBezTo>
                <a:lnTo>
                  <a:pt x="266475" y="144601"/>
                </a:lnTo>
                <a:cubicBezTo>
                  <a:pt x="237159" y="140813"/>
                  <a:pt x="179516" y="143284"/>
                  <a:pt x="136037" y="175564"/>
                </a:cubicBezTo>
                <a:quadBezTo>
                  <a:pt x="135049" y="176552"/>
                  <a:pt x="134061" y="175564"/>
                </a:quadBezTo>
                <a:cubicBezTo>
                  <a:pt x="90582" y="143284"/>
                  <a:pt x="34586" y="140813"/>
                  <a:pt x="4941" y="146248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1" name="!!path-2x3"/>
          <p:cNvSpPr/>
          <p:nvPr/>
        </p:nvSpPr>
        <p:spPr>
          <a:xfrm>
            <a:off x="4976282" y="3229745"/>
            <a:ext cx="266804" cy="176552"/>
          </a:xfrm>
          <a:custGeom>
            <a:avLst/>
            <a:gdLst/>
            <a:ahLst/>
            <a:cxnLst/>
            <a:rect l="l" t="t" r="r" b="b"/>
            <a:pathLst>
              <a:path w="266804" h="176552">
                <a:moveTo>
                  <a:pt x="0" y="17293"/>
                </a:moveTo>
                <a:cubicBezTo>
                  <a:pt x="14822" y="6588"/>
                  <a:pt x="51055" y="3294"/>
                  <a:pt x="80700" y="11199"/>
                </a:cubicBezTo>
                <a:cubicBezTo>
                  <a:pt x="105404" y="18116"/>
                  <a:pt x="123520" y="27998"/>
                  <a:pt x="135049" y="37880"/>
                </a:cubicBezTo>
                <a:cubicBezTo>
                  <a:pt x="148224" y="26351"/>
                  <a:pt x="171282" y="11529"/>
                  <a:pt x="199279" y="4611"/>
                </a:cubicBezTo>
                <a:cubicBezTo>
                  <a:pt x="225630" y="0"/>
                  <a:pt x="251982" y="2470"/>
                  <a:pt x="266804" y="13999"/>
                </a:cubicBezTo>
                <a:lnTo>
                  <a:pt x="266475" y="144601"/>
                </a:lnTo>
                <a:cubicBezTo>
                  <a:pt x="237159" y="140813"/>
                  <a:pt x="179516" y="143284"/>
                  <a:pt x="136037" y="175564"/>
                </a:cubicBezTo>
                <a:quadBezTo>
                  <a:pt x="135049" y="176552"/>
                  <a:pt x="134061" y="175564"/>
                </a:quadBezTo>
                <a:cubicBezTo>
                  <a:pt x="90582" y="143284"/>
                  <a:pt x="34586" y="140813"/>
                  <a:pt x="4941" y="146248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2" name="!!path-2x4"/>
          <p:cNvSpPr/>
          <p:nvPr/>
        </p:nvSpPr>
        <p:spPr>
          <a:xfrm>
            <a:off x="4976282" y="3231062"/>
            <a:ext cx="266804" cy="176552"/>
          </a:xfrm>
          <a:custGeom>
            <a:avLst/>
            <a:gdLst/>
            <a:ahLst/>
            <a:cxnLst/>
            <a:rect l="l" t="t" r="r" b="b"/>
            <a:pathLst>
              <a:path w="266804" h="176552">
                <a:moveTo>
                  <a:pt x="0" y="17293"/>
                </a:moveTo>
                <a:cubicBezTo>
                  <a:pt x="14822" y="6588"/>
                  <a:pt x="51055" y="3294"/>
                  <a:pt x="80700" y="11199"/>
                </a:cubicBezTo>
                <a:cubicBezTo>
                  <a:pt x="105404" y="18116"/>
                  <a:pt x="123520" y="27998"/>
                  <a:pt x="135049" y="37880"/>
                </a:cubicBezTo>
                <a:cubicBezTo>
                  <a:pt x="148224" y="26351"/>
                  <a:pt x="171282" y="11529"/>
                  <a:pt x="199279" y="4611"/>
                </a:cubicBezTo>
                <a:cubicBezTo>
                  <a:pt x="225630" y="0"/>
                  <a:pt x="251982" y="2470"/>
                  <a:pt x="266804" y="13999"/>
                </a:cubicBezTo>
                <a:lnTo>
                  <a:pt x="266475" y="144601"/>
                </a:lnTo>
                <a:cubicBezTo>
                  <a:pt x="237159" y="140813"/>
                  <a:pt x="179516" y="143284"/>
                  <a:pt x="136037" y="175564"/>
                </a:cubicBezTo>
                <a:quadBezTo>
                  <a:pt x="135049" y="176552"/>
                  <a:pt x="134061" y="175564"/>
                </a:quadBezTo>
                <a:cubicBezTo>
                  <a:pt x="90582" y="143284"/>
                  <a:pt x="34586" y="140813"/>
                  <a:pt x="4941" y="146248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3" name="!!path-2x5"/>
          <p:cNvSpPr/>
          <p:nvPr/>
        </p:nvSpPr>
        <p:spPr>
          <a:xfrm>
            <a:off x="4976282" y="3232380"/>
            <a:ext cx="266804" cy="176552"/>
          </a:xfrm>
          <a:custGeom>
            <a:avLst/>
            <a:gdLst/>
            <a:ahLst/>
            <a:cxnLst/>
            <a:rect l="l" t="t" r="r" b="b"/>
            <a:pathLst>
              <a:path w="266804" h="176552">
                <a:moveTo>
                  <a:pt x="0" y="17293"/>
                </a:moveTo>
                <a:cubicBezTo>
                  <a:pt x="14822" y="6588"/>
                  <a:pt x="51055" y="3294"/>
                  <a:pt x="80700" y="11199"/>
                </a:cubicBezTo>
                <a:cubicBezTo>
                  <a:pt x="105404" y="18116"/>
                  <a:pt x="123520" y="27998"/>
                  <a:pt x="135049" y="37880"/>
                </a:cubicBezTo>
                <a:cubicBezTo>
                  <a:pt x="148224" y="26351"/>
                  <a:pt x="171282" y="11529"/>
                  <a:pt x="199279" y="4611"/>
                </a:cubicBezTo>
                <a:cubicBezTo>
                  <a:pt x="225630" y="0"/>
                  <a:pt x="251982" y="2470"/>
                  <a:pt x="266804" y="13999"/>
                </a:cubicBezTo>
                <a:lnTo>
                  <a:pt x="266475" y="144601"/>
                </a:lnTo>
                <a:cubicBezTo>
                  <a:pt x="237159" y="140813"/>
                  <a:pt x="179516" y="143284"/>
                  <a:pt x="136037" y="175564"/>
                </a:cubicBezTo>
                <a:quadBezTo>
                  <a:pt x="135049" y="176552"/>
                  <a:pt x="134061" y="175564"/>
                </a:quadBezTo>
                <a:cubicBezTo>
                  <a:pt x="90582" y="143284"/>
                  <a:pt x="34586" y="140813"/>
                  <a:pt x="4941" y="146248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4" name="!!path-2x6"/>
          <p:cNvSpPr/>
          <p:nvPr/>
        </p:nvSpPr>
        <p:spPr>
          <a:xfrm>
            <a:off x="4976282" y="3233697"/>
            <a:ext cx="266804" cy="176552"/>
          </a:xfrm>
          <a:custGeom>
            <a:avLst/>
            <a:gdLst/>
            <a:ahLst/>
            <a:cxnLst/>
            <a:rect l="l" t="t" r="r" b="b"/>
            <a:pathLst>
              <a:path w="266804" h="176552">
                <a:moveTo>
                  <a:pt x="0" y="17293"/>
                </a:moveTo>
                <a:cubicBezTo>
                  <a:pt x="14822" y="6588"/>
                  <a:pt x="51055" y="3294"/>
                  <a:pt x="80700" y="11199"/>
                </a:cubicBezTo>
                <a:cubicBezTo>
                  <a:pt x="105404" y="18116"/>
                  <a:pt x="123520" y="27998"/>
                  <a:pt x="135049" y="37880"/>
                </a:cubicBezTo>
                <a:cubicBezTo>
                  <a:pt x="148224" y="26351"/>
                  <a:pt x="171282" y="11529"/>
                  <a:pt x="199279" y="4611"/>
                </a:cubicBezTo>
                <a:cubicBezTo>
                  <a:pt x="225630" y="0"/>
                  <a:pt x="251982" y="2470"/>
                  <a:pt x="266804" y="13999"/>
                </a:cubicBezTo>
                <a:lnTo>
                  <a:pt x="266475" y="144601"/>
                </a:lnTo>
                <a:cubicBezTo>
                  <a:pt x="237159" y="140813"/>
                  <a:pt x="179516" y="143284"/>
                  <a:pt x="136037" y="175564"/>
                </a:cubicBezTo>
                <a:quadBezTo>
                  <a:pt x="135049" y="176552"/>
                  <a:pt x="134061" y="175564"/>
                </a:quadBezTo>
                <a:cubicBezTo>
                  <a:pt x="90582" y="143284"/>
                  <a:pt x="34586" y="140813"/>
                  <a:pt x="4941" y="146248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5" name="!!path-2x7"/>
          <p:cNvSpPr/>
          <p:nvPr/>
        </p:nvSpPr>
        <p:spPr>
          <a:xfrm>
            <a:off x="4976282" y="3235015"/>
            <a:ext cx="266804" cy="176552"/>
          </a:xfrm>
          <a:custGeom>
            <a:avLst/>
            <a:gdLst/>
            <a:ahLst/>
            <a:cxnLst/>
            <a:rect l="l" t="t" r="r" b="b"/>
            <a:pathLst>
              <a:path w="266804" h="176552">
                <a:moveTo>
                  <a:pt x="0" y="17293"/>
                </a:moveTo>
                <a:cubicBezTo>
                  <a:pt x="14822" y="6588"/>
                  <a:pt x="51055" y="3294"/>
                  <a:pt x="80700" y="11199"/>
                </a:cubicBezTo>
                <a:cubicBezTo>
                  <a:pt x="105404" y="18116"/>
                  <a:pt x="123520" y="27998"/>
                  <a:pt x="135049" y="37880"/>
                </a:cubicBezTo>
                <a:cubicBezTo>
                  <a:pt x="148224" y="26351"/>
                  <a:pt x="171282" y="11529"/>
                  <a:pt x="199279" y="4611"/>
                </a:cubicBezTo>
                <a:cubicBezTo>
                  <a:pt x="225630" y="0"/>
                  <a:pt x="251982" y="2470"/>
                  <a:pt x="266804" y="13999"/>
                </a:cubicBezTo>
                <a:lnTo>
                  <a:pt x="266475" y="144601"/>
                </a:lnTo>
                <a:cubicBezTo>
                  <a:pt x="237159" y="140813"/>
                  <a:pt x="179516" y="143284"/>
                  <a:pt x="136037" y="175564"/>
                </a:cubicBezTo>
                <a:quadBezTo>
                  <a:pt x="135049" y="176552"/>
                  <a:pt x="134061" y="175564"/>
                </a:quadBezTo>
                <a:cubicBezTo>
                  <a:pt x="90582" y="143284"/>
                  <a:pt x="34586" y="140813"/>
                  <a:pt x="4941" y="146248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6" name="!!path-2x8"/>
          <p:cNvSpPr/>
          <p:nvPr/>
        </p:nvSpPr>
        <p:spPr>
          <a:xfrm>
            <a:off x="5007574" y="3195653"/>
            <a:ext cx="104086" cy="99640"/>
          </a:xfrm>
          <a:custGeom>
            <a:avLst/>
            <a:gdLst/>
            <a:ahLst/>
            <a:cxnLst/>
            <a:rect l="l" t="t" r="r" b="b"/>
            <a:pathLst>
              <a:path w="104086" h="99640">
                <a:moveTo>
                  <a:pt x="0" y="14328"/>
                </a:moveTo>
                <a:lnTo>
                  <a:pt x="6588" y="4117"/>
                </a:lnTo>
                <a:cubicBezTo>
                  <a:pt x="26351" y="0"/>
                  <a:pt x="59290" y="5764"/>
                  <a:pt x="82347" y="21410"/>
                </a:cubicBezTo>
                <a:cubicBezTo>
                  <a:pt x="94699" y="30139"/>
                  <a:pt x="101287" y="40350"/>
                  <a:pt x="104086" y="51055"/>
                </a:cubicBezTo>
                <a:lnTo>
                  <a:pt x="104086" y="99640"/>
                </a:lnTo>
                <a:lnTo>
                  <a:pt x="0" y="99640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77" name="!!path-2x9"/>
          <p:cNvSpPr/>
          <p:nvPr/>
        </p:nvSpPr>
        <p:spPr>
          <a:xfrm>
            <a:off x="5007574" y="3195653"/>
            <a:ext cx="104086" cy="51055"/>
          </a:xfrm>
          <a:custGeom>
            <a:avLst/>
            <a:gdLst/>
            <a:ahLst/>
            <a:cxnLst/>
            <a:rect l="l" t="t" r="r" b="b"/>
            <a:pathLst>
              <a:path w="104086" h="51055" fill="none">
                <a:moveTo>
                  <a:pt x="104086" y="51055"/>
                </a:moveTo>
                <a:cubicBezTo>
                  <a:pt x="101287" y="40350"/>
                  <a:pt x="94699" y="30139"/>
                  <a:pt x="82347" y="21410"/>
                </a:cubicBezTo>
                <a:cubicBezTo>
                  <a:pt x="59290" y="5764"/>
                  <a:pt x="26351" y="0"/>
                  <a:pt x="6588" y="4117"/>
                </a:cubicBezTo>
                <a:lnTo>
                  <a:pt x="0" y="14328"/>
                </a:lnTo>
              </a:path>
            </a:pathLst>
          </a:custGeom>
          <a:noFill/>
          <a:ln w="3953" cap="rnd">
            <a:solidFill>
              <a:srgbClr val="627D8D"/>
            </a:solidFill>
            <a:prstDash val="solid"/>
            <a:round/>
          </a:ln>
        </p:spPr>
      </p:sp>
      <p:sp>
        <p:nvSpPr>
          <p:cNvPr id="78" name="!!path-2xa"/>
          <p:cNvSpPr/>
          <p:nvPr/>
        </p:nvSpPr>
        <p:spPr>
          <a:xfrm>
            <a:off x="4997363" y="3205535"/>
            <a:ext cx="114297" cy="89758"/>
          </a:xfrm>
          <a:custGeom>
            <a:avLst/>
            <a:gdLst/>
            <a:ahLst/>
            <a:cxnLst/>
            <a:rect l="l" t="t" r="r" b="b"/>
            <a:pathLst>
              <a:path w="114297" h="89758">
                <a:moveTo>
                  <a:pt x="0" y="18116"/>
                </a:moveTo>
                <a:lnTo>
                  <a:pt x="5270" y="5270"/>
                </a:lnTo>
                <a:cubicBezTo>
                  <a:pt x="29974" y="0"/>
                  <a:pt x="64560" y="5764"/>
                  <a:pt x="89264" y="20587"/>
                </a:cubicBezTo>
                <a:cubicBezTo>
                  <a:pt x="102440" y="28492"/>
                  <a:pt x="110674" y="40350"/>
                  <a:pt x="114297" y="51055"/>
                </a:cubicBezTo>
                <a:lnTo>
                  <a:pt x="114297" y="89758"/>
                </a:lnTo>
                <a:lnTo>
                  <a:pt x="0" y="89758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79" name="!!path-2xb"/>
          <p:cNvSpPr/>
          <p:nvPr/>
        </p:nvSpPr>
        <p:spPr>
          <a:xfrm>
            <a:off x="4997363" y="3205535"/>
            <a:ext cx="114297" cy="51055"/>
          </a:xfrm>
          <a:custGeom>
            <a:avLst/>
            <a:gdLst/>
            <a:ahLst/>
            <a:cxnLst/>
            <a:rect l="l" t="t" r="r" b="b"/>
            <a:pathLst>
              <a:path w="114297" h="51055" fill="none">
                <a:moveTo>
                  <a:pt x="114297" y="51055"/>
                </a:moveTo>
                <a:cubicBezTo>
                  <a:pt x="110674" y="40350"/>
                  <a:pt x="102440" y="28492"/>
                  <a:pt x="89264" y="20587"/>
                </a:cubicBezTo>
                <a:cubicBezTo>
                  <a:pt x="64560" y="5764"/>
                  <a:pt x="29974" y="0"/>
                  <a:pt x="5270" y="5270"/>
                </a:cubicBezTo>
                <a:lnTo>
                  <a:pt x="0" y="18116"/>
                </a:lnTo>
              </a:path>
            </a:pathLst>
          </a:custGeom>
          <a:noFill/>
          <a:ln w="3953" cap="rnd">
            <a:solidFill>
              <a:srgbClr val="627D8D"/>
            </a:solidFill>
            <a:prstDash val="solid"/>
            <a:round/>
          </a:ln>
        </p:spPr>
      </p:sp>
      <p:sp>
        <p:nvSpPr>
          <p:cNvPr id="80" name="!!path-2xc"/>
          <p:cNvSpPr/>
          <p:nvPr/>
        </p:nvSpPr>
        <p:spPr>
          <a:xfrm>
            <a:off x="4988305" y="3216240"/>
            <a:ext cx="123026" cy="79053"/>
          </a:xfrm>
          <a:custGeom>
            <a:avLst/>
            <a:gdLst/>
            <a:ahLst/>
            <a:cxnLst/>
            <a:rect l="l" t="t" r="r" b="b"/>
            <a:pathLst>
              <a:path w="123026" h="79053">
                <a:moveTo>
                  <a:pt x="0" y="18775"/>
                </a:moveTo>
                <a:lnTo>
                  <a:pt x="3129" y="10211"/>
                </a:lnTo>
                <a:cubicBezTo>
                  <a:pt x="30798" y="0"/>
                  <a:pt x="68677" y="4117"/>
                  <a:pt x="95028" y="17787"/>
                </a:cubicBezTo>
                <a:cubicBezTo>
                  <a:pt x="109851" y="25528"/>
                  <a:pt x="118909" y="35409"/>
                  <a:pt x="123026" y="44797"/>
                </a:cubicBezTo>
                <a:lnTo>
                  <a:pt x="123026" y="79053"/>
                </a:lnTo>
                <a:lnTo>
                  <a:pt x="0" y="79053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81" name="!!path-2xd"/>
          <p:cNvSpPr/>
          <p:nvPr/>
        </p:nvSpPr>
        <p:spPr>
          <a:xfrm>
            <a:off x="4988305" y="3216240"/>
            <a:ext cx="123026" cy="44797"/>
          </a:xfrm>
          <a:custGeom>
            <a:avLst/>
            <a:gdLst/>
            <a:ahLst/>
            <a:cxnLst/>
            <a:rect l="l" t="t" r="r" b="b"/>
            <a:pathLst>
              <a:path w="123026" h="44797" fill="none">
                <a:moveTo>
                  <a:pt x="123026" y="44797"/>
                </a:moveTo>
                <a:cubicBezTo>
                  <a:pt x="118909" y="35409"/>
                  <a:pt x="109851" y="25528"/>
                  <a:pt x="95028" y="17787"/>
                </a:cubicBezTo>
                <a:cubicBezTo>
                  <a:pt x="68677" y="4117"/>
                  <a:pt x="30798" y="0"/>
                  <a:pt x="3129" y="10211"/>
                </a:cubicBezTo>
                <a:lnTo>
                  <a:pt x="0" y="18775"/>
                </a:lnTo>
              </a:path>
            </a:pathLst>
          </a:custGeom>
          <a:noFill/>
          <a:ln w="3953" cap="rnd">
            <a:solidFill>
              <a:srgbClr val="627D8D"/>
            </a:solidFill>
            <a:prstDash val="solid"/>
            <a:round/>
          </a:ln>
        </p:spPr>
      </p:sp>
      <p:sp>
        <p:nvSpPr>
          <p:cNvPr id="82" name="!!path-2xe"/>
          <p:cNvSpPr/>
          <p:nvPr/>
        </p:nvSpPr>
        <p:spPr>
          <a:xfrm>
            <a:off x="5111825" y="3191536"/>
            <a:ext cx="97499" cy="103757"/>
          </a:xfrm>
          <a:custGeom>
            <a:avLst/>
            <a:gdLst/>
            <a:ahLst/>
            <a:cxnLst/>
            <a:rect l="l" t="t" r="r" b="b"/>
            <a:pathLst>
              <a:path w="97499" h="103757">
                <a:moveTo>
                  <a:pt x="97499" y="14822"/>
                </a:moveTo>
                <a:lnTo>
                  <a:pt x="92064" y="3623"/>
                </a:lnTo>
                <a:cubicBezTo>
                  <a:pt x="70324" y="0"/>
                  <a:pt x="35739" y="8235"/>
                  <a:pt x="14328" y="24704"/>
                </a:cubicBezTo>
                <a:cubicBezTo>
                  <a:pt x="5270" y="32115"/>
                  <a:pt x="1153" y="42820"/>
                  <a:pt x="0" y="54349"/>
                </a:cubicBezTo>
                <a:lnTo>
                  <a:pt x="0" y="103757"/>
                </a:lnTo>
                <a:lnTo>
                  <a:pt x="97499" y="103757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83" name="!!path-2xf"/>
          <p:cNvSpPr/>
          <p:nvPr/>
        </p:nvSpPr>
        <p:spPr>
          <a:xfrm>
            <a:off x="5111825" y="3191536"/>
            <a:ext cx="97499" cy="54349"/>
          </a:xfrm>
          <a:custGeom>
            <a:avLst/>
            <a:gdLst/>
            <a:ahLst/>
            <a:cxnLst/>
            <a:rect l="l" t="t" r="r" b="b"/>
            <a:pathLst>
              <a:path w="97499" h="54349" fill="none">
                <a:moveTo>
                  <a:pt x="0" y="54349"/>
                </a:moveTo>
                <a:cubicBezTo>
                  <a:pt x="1153" y="42820"/>
                  <a:pt x="5270" y="32115"/>
                  <a:pt x="14328" y="24704"/>
                </a:cubicBezTo>
                <a:cubicBezTo>
                  <a:pt x="35739" y="8235"/>
                  <a:pt x="70324" y="0"/>
                  <a:pt x="92064" y="3623"/>
                </a:cubicBezTo>
                <a:lnTo>
                  <a:pt x="97499" y="14822"/>
                </a:lnTo>
              </a:path>
            </a:pathLst>
          </a:custGeom>
          <a:noFill/>
          <a:ln w="3953" cap="rnd">
            <a:solidFill>
              <a:srgbClr val="627D8D"/>
            </a:solidFill>
            <a:prstDash val="solid"/>
            <a:round/>
          </a:ln>
        </p:spPr>
      </p:sp>
      <p:sp>
        <p:nvSpPr>
          <p:cNvPr id="84" name="!!path-2xg"/>
          <p:cNvSpPr/>
          <p:nvPr/>
        </p:nvSpPr>
        <p:spPr>
          <a:xfrm>
            <a:off x="5111990" y="3203888"/>
            <a:ext cx="108039" cy="91405"/>
          </a:xfrm>
          <a:custGeom>
            <a:avLst/>
            <a:gdLst/>
            <a:ahLst/>
            <a:cxnLst/>
            <a:rect l="l" t="t" r="r" b="b"/>
            <a:pathLst>
              <a:path w="108039" h="91405">
                <a:moveTo>
                  <a:pt x="108039" y="15975"/>
                </a:moveTo>
                <a:lnTo>
                  <a:pt x="103098" y="2470"/>
                </a:lnTo>
                <a:cubicBezTo>
                  <a:pt x="76747" y="0"/>
                  <a:pt x="43809" y="9058"/>
                  <a:pt x="22398" y="24869"/>
                </a:cubicBezTo>
                <a:cubicBezTo>
                  <a:pt x="10870" y="33433"/>
                  <a:pt x="3459" y="43644"/>
                  <a:pt x="0" y="52702"/>
                </a:cubicBezTo>
                <a:lnTo>
                  <a:pt x="0" y="91405"/>
                </a:lnTo>
                <a:lnTo>
                  <a:pt x="108039" y="91405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85" name="!!path-2xh"/>
          <p:cNvSpPr/>
          <p:nvPr/>
        </p:nvSpPr>
        <p:spPr>
          <a:xfrm>
            <a:off x="5111990" y="3203888"/>
            <a:ext cx="108039" cy="52702"/>
          </a:xfrm>
          <a:custGeom>
            <a:avLst/>
            <a:gdLst/>
            <a:ahLst/>
            <a:cxnLst/>
            <a:rect l="l" t="t" r="r" b="b"/>
            <a:pathLst>
              <a:path w="108039" h="52702" fill="none">
                <a:moveTo>
                  <a:pt x="0" y="52702"/>
                </a:moveTo>
                <a:cubicBezTo>
                  <a:pt x="3459" y="43644"/>
                  <a:pt x="10870" y="33433"/>
                  <a:pt x="22398" y="24869"/>
                </a:cubicBezTo>
                <a:cubicBezTo>
                  <a:pt x="43809" y="9058"/>
                  <a:pt x="76747" y="0"/>
                  <a:pt x="103098" y="2470"/>
                </a:cubicBezTo>
                <a:lnTo>
                  <a:pt x="108039" y="15975"/>
                </a:lnTo>
              </a:path>
            </a:pathLst>
          </a:custGeom>
          <a:noFill/>
          <a:ln w="3953" cap="rnd">
            <a:solidFill>
              <a:srgbClr val="627D8D"/>
            </a:solidFill>
            <a:prstDash val="solid"/>
            <a:round/>
          </a:ln>
        </p:spPr>
      </p:sp>
      <p:sp>
        <p:nvSpPr>
          <p:cNvPr id="86" name="!!path-2xi"/>
          <p:cNvSpPr/>
          <p:nvPr/>
        </p:nvSpPr>
        <p:spPr>
          <a:xfrm>
            <a:off x="5112319" y="3215416"/>
            <a:ext cx="115615" cy="79876"/>
          </a:xfrm>
          <a:custGeom>
            <a:avLst/>
            <a:gdLst/>
            <a:ahLst/>
            <a:cxnLst/>
            <a:rect l="l" t="t" r="r" b="b"/>
            <a:pathLst>
              <a:path w="115615" h="79876">
                <a:moveTo>
                  <a:pt x="115615" y="15317"/>
                </a:moveTo>
                <a:lnTo>
                  <a:pt x="113309" y="7082"/>
                </a:lnTo>
                <a:cubicBezTo>
                  <a:pt x="86300" y="0"/>
                  <a:pt x="51714" y="4117"/>
                  <a:pt x="28657" y="15646"/>
                </a:cubicBezTo>
                <a:cubicBezTo>
                  <a:pt x="13834" y="23057"/>
                  <a:pt x="4776" y="34586"/>
                  <a:pt x="0" y="45620"/>
                </a:cubicBezTo>
                <a:lnTo>
                  <a:pt x="0" y="79876"/>
                </a:lnTo>
                <a:lnTo>
                  <a:pt x="115615" y="7987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87" name="!!path-2xj"/>
          <p:cNvSpPr/>
          <p:nvPr/>
        </p:nvSpPr>
        <p:spPr>
          <a:xfrm>
            <a:off x="5112319" y="3215416"/>
            <a:ext cx="115615" cy="45620"/>
          </a:xfrm>
          <a:custGeom>
            <a:avLst/>
            <a:gdLst/>
            <a:ahLst/>
            <a:cxnLst/>
            <a:rect l="l" t="t" r="r" b="b"/>
            <a:pathLst>
              <a:path w="115615" h="45620" fill="none">
                <a:moveTo>
                  <a:pt x="0" y="45620"/>
                </a:moveTo>
                <a:cubicBezTo>
                  <a:pt x="4776" y="34586"/>
                  <a:pt x="13834" y="23057"/>
                  <a:pt x="28657" y="15646"/>
                </a:cubicBezTo>
                <a:cubicBezTo>
                  <a:pt x="51714" y="4117"/>
                  <a:pt x="86300" y="0"/>
                  <a:pt x="113309" y="7082"/>
                </a:cubicBezTo>
                <a:lnTo>
                  <a:pt x="115615" y="15317"/>
                </a:lnTo>
              </a:path>
            </a:pathLst>
          </a:custGeom>
          <a:noFill/>
          <a:ln w="3953" cap="rnd">
            <a:solidFill>
              <a:srgbClr val="627D8D"/>
            </a:solidFill>
            <a:prstDash val="solid"/>
            <a:round/>
          </a:ln>
        </p:spPr>
      </p:sp>
      <p:sp>
        <p:nvSpPr>
          <p:cNvPr id="88" name="!!path-2xk"/>
          <p:cNvSpPr/>
          <p:nvPr/>
        </p:nvSpPr>
        <p:spPr>
          <a:xfrm>
            <a:off x="4976282" y="3224475"/>
            <a:ext cx="266804" cy="176552"/>
          </a:xfrm>
          <a:custGeom>
            <a:avLst/>
            <a:gdLst/>
            <a:ahLst/>
            <a:cxnLst/>
            <a:rect l="l" t="t" r="r" b="b"/>
            <a:pathLst>
              <a:path w="266804" h="176552">
                <a:moveTo>
                  <a:pt x="0" y="17293"/>
                </a:moveTo>
                <a:cubicBezTo>
                  <a:pt x="14822" y="6588"/>
                  <a:pt x="51055" y="3294"/>
                  <a:pt x="80700" y="11199"/>
                </a:cubicBezTo>
                <a:cubicBezTo>
                  <a:pt x="105404" y="18116"/>
                  <a:pt x="123520" y="27998"/>
                  <a:pt x="135049" y="37880"/>
                </a:cubicBezTo>
                <a:cubicBezTo>
                  <a:pt x="148224" y="26351"/>
                  <a:pt x="171282" y="11529"/>
                  <a:pt x="199279" y="4611"/>
                </a:cubicBezTo>
                <a:cubicBezTo>
                  <a:pt x="225630" y="0"/>
                  <a:pt x="251982" y="2470"/>
                  <a:pt x="266804" y="13999"/>
                </a:cubicBezTo>
                <a:lnTo>
                  <a:pt x="266475" y="144601"/>
                </a:lnTo>
                <a:cubicBezTo>
                  <a:pt x="237159" y="140813"/>
                  <a:pt x="179516" y="143284"/>
                  <a:pt x="136037" y="175564"/>
                </a:cubicBezTo>
                <a:quadBezTo>
                  <a:pt x="135049" y="176552"/>
                  <a:pt x="134061" y="175564"/>
                </a:quadBezTo>
                <a:cubicBezTo>
                  <a:pt x="90582" y="143284"/>
                  <a:pt x="34586" y="140813"/>
                  <a:pt x="4941" y="146248"/>
                </a:cubicBezTo>
                <a:close/>
              </a:path>
            </a:pathLst>
          </a:custGeom>
          <a:gradFill rotWithShape="1">
            <a:gsLst>
              <a:gs pos="0">
                <a:srgbClr val="627D8D"/>
              </a:gs>
              <a:gs pos="21794">
                <a:srgbClr val="627D8D"/>
              </a:gs>
              <a:gs pos="55376">
                <a:srgbClr val="627D8D"/>
              </a:gs>
              <a:gs pos="96421">
                <a:srgbClr val="98ABB7"/>
              </a:gs>
              <a:gs pos="100000">
                <a:srgbClr val="98ABB7"/>
              </a:gs>
            </a:gsLst>
            <a:lin ang="1983350" scaled="0"/>
          </a:gradFill>
          <a:ln>
            <a:noFill/>
          </a:ln>
        </p:spPr>
      </p:sp>
      <p:sp>
        <p:nvSpPr>
          <p:cNvPr id="89" name="!!path-2xl"/>
          <p:cNvSpPr/>
          <p:nvPr/>
        </p:nvSpPr>
        <p:spPr>
          <a:xfrm>
            <a:off x="4976282" y="3224475"/>
            <a:ext cx="266804" cy="176552"/>
          </a:xfrm>
          <a:custGeom>
            <a:avLst/>
            <a:gdLst/>
            <a:ahLst/>
            <a:cxnLst/>
            <a:rect l="l" t="t" r="r" b="b"/>
            <a:pathLst>
              <a:path w="266804" h="176552">
                <a:moveTo>
                  <a:pt x="0" y="17293"/>
                </a:moveTo>
                <a:cubicBezTo>
                  <a:pt x="14822" y="6588"/>
                  <a:pt x="51055" y="3294"/>
                  <a:pt x="80700" y="11199"/>
                </a:cubicBezTo>
                <a:cubicBezTo>
                  <a:pt x="105404" y="18116"/>
                  <a:pt x="123520" y="27998"/>
                  <a:pt x="135049" y="37880"/>
                </a:cubicBezTo>
                <a:cubicBezTo>
                  <a:pt x="148224" y="26351"/>
                  <a:pt x="171282" y="11529"/>
                  <a:pt x="199279" y="4611"/>
                </a:cubicBezTo>
                <a:cubicBezTo>
                  <a:pt x="225630" y="0"/>
                  <a:pt x="251982" y="2470"/>
                  <a:pt x="266804" y="13999"/>
                </a:cubicBezTo>
                <a:lnTo>
                  <a:pt x="266475" y="144601"/>
                </a:lnTo>
                <a:cubicBezTo>
                  <a:pt x="237159" y="140813"/>
                  <a:pt x="179516" y="143284"/>
                  <a:pt x="136037" y="175564"/>
                </a:cubicBezTo>
                <a:quadBezTo>
                  <a:pt x="135049" y="176552"/>
                  <a:pt x="134061" y="175564"/>
                </a:quadBezTo>
                <a:cubicBezTo>
                  <a:pt x="90582" y="143284"/>
                  <a:pt x="34586" y="140813"/>
                  <a:pt x="4941" y="146248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0000"/>
                </a:srgbClr>
              </a:gs>
              <a:gs pos="4764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83333" t="79291" r="16667" b="20709"/>
            </a:path>
          </a:gradFill>
          <a:ln>
            <a:noFill/>
          </a:ln>
        </p:spPr>
      </p:sp>
      <p:sp>
        <p:nvSpPr>
          <p:cNvPr id="90" name="!!line-2xm"/>
          <p:cNvSpPr/>
          <p:nvPr/>
        </p:nvSpPr>
        <p:spPr>
          <a:xfrm>
            <a:off x="5112484" y="3271577"/>
            <a:ext cx="1" cy="124509"/>
          </a:xfrm>
          <a:custGeom>
            <a:avLst/>
            <a:gdLst/>
            <a:ahLst/>
            <a:cxnLst/>
            <a:rect l="l" t="t" r="r" b="b"/>
            <a:pathLst>
              <a:path w="1" h="124509">
                <a:moveTo>
                  <a:pt x="0" y="0"/>
                </a:moveTo>
                <a:lnTo>
                  <a:pt x="0" y="124509"/>
                </a:lnTo>
              </a:path>
            </a:pathLst>
          </a:custGeom>
          <a:solidFill>
            <a:srgbClr val="000000"/>
          </a:solidFill>
          <a:ln w="5600" cap="rnd">
            <a:solidFill>
              <a:srgbClr val="C9D3D9"/>
            </a:solidFill>
            <a:prstDash val="solid"/>
            <a:miter lim="800000"/>
          </a:ln>
        </p:spPr>
      </p:sp>
      <p:sp>
        <p:nvSpPr>
          <p:cNvPr id="91" name="!!path-2xn"/>
          <p:cNvSpPr/>
          <p:nvPr/>
        </p:nvSpPr>
        <p:spPr>
          <a:xfrm>
            <a:off x="5200760" y="3335643"/>
            <a:ext cx="20587" cy="30798"/>
          </a:xfrm>
          <a:custGeom>
            <a:avLst/>
            <a:gdLst/>
            <a:ahLst/>
            <a:cxnLst/>
            <a:rect l="l" t="t" r="r" b="b"/>
            <a:pathLst>
              <a:path w="20587" h="30798">
                <a:moveTo>
                  <a:pt x="0" y="2141"/>
                </a:moveTo>
                <a:lnTo>
                  <a:pt x="12352" y="0"/>
                </a:lnTo>
                <a:lnTo>
                  <a:pt x="20587" y="30139"/>
                </a:lnTo>
                <a:lnTo>
                  <a:pt x="6094" y="30798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 w="823" cap="flat">
            <a:solidFill>
              <a:srgbClr val="FFFFFF">
                <a:alpha val="55000"/>
              </a:srgbClr>
            </a:solidFill>
            <a:prstDash val="solid"/>
            <a:round/>
          </a:ln>
        </p:spPr>
      </p:sp>
      <p:sp>
        <p:nvSpPr>
          <p:cNvPr id="92" name="!!text-2xo" descr="救「舊」我的書"/>
          <p:cNvSpPr txBox="1"/>
          <p:nvPr/>
        </p:nvSpPr>
        <p:spPr>
          <a:xfrm>
            <a:off x="5305176" y="3160264"/>
            <a:ext cx="1102419" cy="25338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78" b="1" kern="0" spc="-689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救</a:t>
            </a:r>
            <a:r>
              <a:rPr lang="zh-TW" altLang="en-US" sz="1378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「舊</a:t>
            </a:r>
            <a:r>
              <a:rPr lang="zh-TW" altLang="en-US" sz="1378" b="1" kern="0" spc="-689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」</a:t>
            </a:r>
            <a:r>
              <a:rPr lang="zh-TW" altLang="en-US" sz="1378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我的書</a:t>
            </a:r>
            <a:endParaRPr lang="zh-TW" sz="1378"/>
          </a:p>
        </p:txBody>
      </p:sp>
      <p:sp>
        <p:nvSpPr>
          <p:cNvPr id="93" name="!!rect-2y2"/>
          <p:cNvSpPr/>
          <p:nvPr/>
        </p:nvSpPr>
        <p:spPr>
          <a:xfrm>
            <a:off x="4306143" y="3498504"/>
            <a:ext cx="1277200" cy="1506536"/>
          </a:xfrm>
          <a:custGeom>
            <a:avLst/>
            <a:gdLst/>
            <a:ahLst/>
            <a:cxnLst/>
            <a:rect l="l" t="t" r="r" b="b"/>
            <a:pathLst>
              <a:path w="1277200" h="1506536">
                <a:moveTo>
                  <a:pt x="0" y="0"/>
                </a:moveTo>
                <a:lnTo>
                  <a:pt x="1205147" y="0"/>
                </a:lnTo>
                <a:cubicBezTo>
                  <a:pt x="1244941" y="0"/>
                  <a:pt x="1277200" y="32259"/>
                  <a:pt x="1277200" y="72054"/>
                </a:cubicBezTo>
                <a:lnTo>
                  <a:pt x="1277200" y="1506536"/>
                </a:lnTo>
                <a:lnTo>
                  <a:pt x="0" y="1506536"/>
                </a:lnTo>
                <a:lnTo>
                  <a:pt x="0" y="0"/>
                </a:lnTo>
                <a:close/>
              </a:path>
            </a:pathLst>
          </a:custGeom>
          <a:solidFill>
            <a:srgbClr val="D5DDE2"/>
          </a:solidFill>
          <a:ln>
            <a:noFill/>
          </a:ln>
        </p:spPr>
      </p:sp>
      <p:sp>
        <p:nvSpPr>
          <p:cNvPr id="94" name="!!path-2y3"/>
          <p:cNvSpPr/>
          <p:nvPr/>
        </p:nvSpPr>
        <p:spPr>
          <a:xfrm>
            <a:off x="3792298" y="3498504"/>
            <a:ext cx="513845" cy="1795502"/>
          </a:xfrm>
          <a:custGeom>
            <a:avLst/>
            <a:gdLst/>
            <a:ahLst/>
            <a:cxnLst/>
            <a:rect l="l" t="t" r="r" b="b"/>
            <a:pathLst>
              <a:path w="513845" h="1795502">
                <a:moveTo>
                  <a:pt x="21104" y="1790528"/>
                </a:moveTo>
                <a:lnTo>
                  <a:pt x="12143" y="1779609"/>
                </a:lnTo>
                <a:lnTo>
                  <a:pt x="5485" y="1767152"/>
                </a:lnTo>
                <a:lnTo>
                  <a:pt x="1384" y="1753635"/>
                </a:lnTo>
                <a:lnTo>
                  <a:pt x="0" y="1739578"/>
                </a:lnTo>
                <a:lnTo>
                  <a:pt x="0" y="72054"/>
                </a:lnTo>
                <a:lnTo>
                  <a:pt x="1384" y="57997"/>
                </a:lnTo>
                <a:lnTo>
                  <a:pt x="5485" y="44480"/>
                </a:lnTo>
                <a:lnTo>
                  <a:pt x="12143" y="32023"/>
                </a:lnTo>
                <a:lnTo>
                  <a:pt x="21104" y="21104"/>
                </a:lnTo>
                <a:lnTo>
                  <a:pt x="32023" y="12143"/>
                </a:lnTo>
                <a:lnTo>
                  <a:pt x="44480" y="5485"/>
                </a:lnTo>
                <a:lnTo>
                  <a:pt x="57997" y="1384"/>
                </a:lnTo>
                <a:lnTo>
                  <a:pt x="72054" y="0"/>
                </a:lnTo>
                <a:lnTo>
                  <a:pt x="513845" y="0"/>
                </a:lnTo>
                <a:lnTo>
                  <a:pt x="513845" y="1506536"/>
                </a:lnTo>
                <a:lnTo>
                  <a:pt x="27165" y="1795502"/>
                </a:lnTo>
                <a:close/>
              </a:path>
            </a:pathLst>
          </a:custGeom>
          <a:solidFill>
            <a:srgbClr val="C4CED5"/>
          </a:solidFill>
          <a:ln>
            <a:noFill/>
          </a:ln>
        </p:spPr>
      </p:sp>
      <p:sp>
        <p:nvSpPr>
          <p:cNvPr id="95" name="!!path-2y4"/>
          <p:cNvSpPr/>
          <p:nvPr/>
        </p:nvSpPr>
        <p:spPr>
          <a:xfrm>
            <a:off x="3819464" y="5005041"/>
            <a:ext cx="1763879" cy="305095"/>
          </a:xfrm>
          <a:custGeom>
            <a:avLst/>
            <a:gdLst/>
            <a:ahLst/>
            <a:cxnLst/>
            <a:rect l="l" t="t" r="r" b="b"/>
            <a:pathLst>
              <a:path w="1763879" h="305095">
                <a:moveTo>
                  <a:pt x="0" y="288966"/>
                </a:moveTo>
                <a:lnTo>
                  <a:pt x="4857" y="292952"/>
                </a:lnTo>
                <a:lnTo>
                  <a:pt x="17314" y="299610"/>
                </a:lnTo>
                <a:lnTo>
                  <a:pt x="30831" y="303711"/>
                </a:lnTo>
                <a:lnTo>
                  <a:pt x="44888" y="305095"/>
                </a:lnTo>
                <a:lnTo>
                  <a:pt x="1691826" y="305095"/>
                </a:lnTo>
                <a:lnTo>
                  <a:pt x="1705883" y="303711"/>
                </a:lnTo>
                <a:lnTo>
                  <a:pt x="1719400" y="299610"/>
                </a:lnTo>
                <a:lnTo>
                  <a:pt x="1731857" y="292952"/>
                </a:lnTo>
                <a:lnTo>
                  <a:pt x="1742775" y="283991"/>
                </a:lnTo>
                <a:lnTo>
                  <a:pt x="1751736" y="273073"/>
                </a:lnTo>
                <a:lnTo>
                  <a:pt x="1758395" y="260615"/>
                </a:lnTo>
                <a:lnTo>
                  <a:pt x="1762495" y="247099"/>
                </a:lnTo>
                <a:lnTo>
                  <a:pt x="1763879" y="233042"/>
                </a:lnTo>
                <a:lnTo>
                  <a:pt x="1763879" y="0"/>
                </a:lnTo>
                <a:lnTo>
                  <a:pt x="486679" y="0"/>
                </a:lnTo>
                <a:close/>
              </a:path>
            </a:pathLst>
          </a:custGeom>
          <a:solidFill>
            <a:srgbClr val="E8EDF0"/>
          </a:solidFill>
          <a:ln>
            <a:noFill/>
          </a:ln>
        </p:spPr>
      </p:sp>
      <p:sp>
        <p:nvSpPr>
          <p:cNvPr id="96" name="!!ellipse-2ye"/>
          <p:cNvSpPr/>
          <p:nvPr/>
        </p:nvSpPr>
        <p:spPr>
          <a:xfrm>
            <a:off x="4814306" y="5063281"/>
            <a:ext cx="821987" cy="94699"/>
          </a:xfrm>
          <a:prstGeom prst="ellipse">
            <a:avLst/>
          </a:prstGeom>
          <a:solidFill>
            <a:srgbClr val="0B1A26">
              <a:alpha val="16000"/>
            </a:srgbClr>
          </a:solidFill>
          <a:ln>
            <a:noFill/>
          </a:ln>
        </p:spPr>
      </p:sp>
      <p:sp>
        <p:nvSpPr>
          <p:cNvPr id="97" name="!!rect-2yg"/>
          <p:cNvSpPr/>
          <p:nvPr/>
        </p:nvSpPr>
        <p:spPr>
          <a:xfrm>
            <a:off x="4855973" y="4173111"/>
            <a:ext cx="662893" cy="928050"/>
          </a:xfrm>
          <a:prstGeom prst="roundRect">
            <a:avLst>
              <a:gd name="adj" fmla="val 4286"/>
            </a:avLst>
          </a:prstGeom>
          <a:gradFill rotWithShape="1">
            <a:gsLst>
              <a:gs pos="0">
                <a:srgbClr val="5D856F"/>
              </a:gs>
              <a:gs pos="100000">
                <a:srgbClr val="3F624F"/>
              </a:gs>
              <a:gs pos="100000">
                <a:srgbClr val="3F624F"/>
              </a:gs>
            </a:gsLst>
            <a:lin ang="3267739" scaled="0"/>
          </a:gradFill>
          <a:ln>
            <a:noFill/>
          </a:ln>
        </p:spPr>
      </p:sp>
      <p:sp>
        <p:nvSpPr>
          <p:cNvPr id="98" name="!!rect-2yh"/>
          <p:cNvSpPr/>
          <p:nvPr/>
        </p:nvSpPr>
        <p:spPr>
          <a:xfrm>
            <a:off x="4915634" y="4173111"/>
            <a:ext cx="33145" cy="928050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</p:spPr>
      </p:sp>
      <p:sp>
        <p:nvSpPr>
          <p:cNvPr id="99" name="!!rect-2yi"/>
          <p:cNvSpPr/>
          <p:nvPr/>
        </p:nvSpPr>
        <p:spPr>
          <a:xfrm>
            <a:off x="5021696" y="4340160"/>
            <a:ext cx="371220" cy="64963"/>
          </a:xfrm>
          <a:prstGeom prst="roundRect">
            <a:avLst>
              <a:gd name="adj" fmla="val 28571"/>
            </a:avLst>
          </a:prstGeom>
          <a:solidFill>
            <a:srgbClr val="E7D9B8"/>
          </a:solidFill>
          <a:ln>
            <a:noFill/>
          </a:ln>
        </p:spPr>
      </p:sp>
      <p:sp>
        <p:nvSpPr>
          <p:cNvPr id="100" name="!!rect-2yj"/>
          <p:cNvSpPr/>
          <p:nvPr/>
        </p:nvSpPr>
        <p:spPr>
          <a:xfrm>
            <a:off x="5021696" y="4451526"/>
            <a:ext cx="251899" cy="41762"/>
          </a:xfrm>
          <a:prstGeom prst="roundRect">
            <a:avLst>
              <a:gd name="adj" fmla="val 44444"/>
            </a:avLst>
          </a:prstGeom>
          <a:solidFill>
            <a:srgbClr val="E7D9B8">
              <a:alpha val="72000"/>
            </a:srgbClr>
          </a:solidFill>
          <a:ln>
            <a:noFill/>
          </a:ln>
        </p:spPr>
      </p:sp>
      <p:sp>
        <p:nvSpPr>
          <p:cNvPr id="101" name="!!rect-2yk"/>
          <p:cNvSpPr/>
          <p:nvPr/>
        </p:nvSpPr>
        <p:spPr>
          <a:xfrm>
            <a:off x="5021696" y="4915551"/>
            <a:ext cx="185610" cy="37122"/>
          </a:xfrm>
          <a:prstGeom prst="roundRect">
            <a:avLst>
              <a:gd name="adj" fmla="val 50000"/>
            </a:avLst>
          </a:prstGeom>
          <a:solidFill>
            <a:srgbClr val="E7D9B8">
              <a:alpha val="55000"/>
            </a:srgbClr>
          </a:solidFill>
          <a:ln>
            <a:noFill/>
          </a:ln>
        </p:spPr>
      </p:sp>
      <p:sp>
        <p:nvSpPr>
          <p:cNvPr id="102" name="!!rect-2yl"/>
          <p:cNvSpPr/>
          <p:nvPr/>
        </p:nvSpPr>
        <p:spPr>
          <a:xfrm>
            <a:off x="3792298" y="3498504"/>
            <a:ext cx="1791045" cy="905816"/>
          </a:xfrm>
          <a:custGeom>
            <a:avLst/>
            <a:gdLst/>
            <a:ahLst/>
            <a:cxnLst/>
            <a:rect l="l" t="t" r="r" b="b"/>
            <a:pathLst>
              <a:path w="1791045" h="905816">
                <a:moveTo>
                  <a:pt x="72054" y="0"/>
                </a:moveTo>
                <a:lnTo>
                  <a:pt x="1718991" y="0"/>
                </a:lnTo>
                <a:cubicBezTo>
                  <a:pt x="1758785" y="0"/>
                  <a:pt x="1791045" y="32259"/>
                  <a:pt x="1791045" y="72054"/>
                </a:cubicBezTo>
                <a:lnTo>
                  <a:pt x="1791045" y="905816"/>
                </a:lnTo>
                <a:lnTo>
                  <a:pt x="0" y="905816"/>
                </a:lnTo>
                <a:lnTo>
                  <a:pt x="0" y="72054"/>
                </a:lnTo>
                <a:cubicBezTo>
                  <a:pt x="0" y="32259"/>
                  <a:pt x="32259" y="0"/>
                  <a:pt x="72054" y="0"/>
                </a:cubicBezTo>
                <a:close/>
              </a:path>
            </a:pathLst>
          </a:custGeom>
          <a:gradFill rotWithShape="1">
            <a:gsLst>
              <a:gs pos="0">
                <a:srgbClr val="0B1A26">
                  <a:alpha val="20000"/>
                </a:srgbClr>
              </a:gs>
              <a:gs pos="100000">
                <a:srgbClr val="0B1A26">
                  <a:alpha val="0"/>
                </a:srgbClr>
              </a:gs>
            </a:gsLst>
            <a:lin ang="5400000" scaled="0"/>
          </a:gradFill>
          <a:ln>
            <a:noFill/>
          </a:ln>
        </p:spPr>
      </p:sp>
      <p:sp>
        <p:nvSpPr>
          <p:cNvPr id="103" name="!!circle-2ym"/>
          <p:cNvSpPr/>
          <p:nvPr/>
        </p:nvSpPr>
        <p:spPr>
          <a:xfrm>
            <a:off x="5630693" y="4276683"/>
            <a:ext cx="69995" cy="69995"/>
          </a:xfrm>
          <a:prstGeom prst="ellipse">
            <a:avLst/>
          </a:prstGeom>
          <a:solidFill>
            <a:srgbClr val="AEB9C1"/>
          </a:solidFill>
          <a:ln>
            <a:noFill/>
          </a:ln>
        </p:spPr>
      </p:sp>
      <p:sp>
        <p:nvSpPr>
          <p:cNvPr id="104" name="!!circle-2yn"/>
          <p:cNvSpPr/>
          <p:nvPr/>
        </p:nvSpPr>
        <p:spPr>
          <a:xfrm>
            <a:off x="5583343" y="4229333"/>
            <a:ext cx="164694" cy="164694"/>
          </a:xfrm>
          <a:prstGeom prst="ellipse">
            <a:avLst/>
          </a:prstGeom>
          <a:solidFill>
            <a:srgbClr val="3CCF8E">
              <a:alpha val="20000"/>
            </a:srgbClr>
          </a:solidFill>
          <a:ln>
            <a:noFill/>
          </a:ln>
        </p:spPr>
      </p:sp>
      <p:sp>
        <p:nvSpPr>
          <p:cNvPr id="105" name="!!circle-2yp"/>
          <p:cNvSpPr/>
          <p:nvPr/>
        </p:nvSpPr>
        <p:spPr>
          <a:xfrm>
            <a:off x="5630693" y="4276683"/>
            <a:ext cx="69995" cy="69995"/>
          </a:xfrm>
          <a:prstGeom prst="ellipse">
            <a:avLst/>
          </a:prstGeom>
          <a:solidFill>
            <a:srgbClr val="3CCF8E"/>
          </a:solidFill>
          <a:ln>
            <a:noFill/>
          </a:ln>
        </p:spPr>
      </p:sp>
      <p:sp>
        <p:nvSpPr>
          <p:cNvPr id="106" name="!!rect-2yy"/>
          <p:cNvSpPr/>
          <p:nvPr/>
        </p:nvSpPr>
        <p:spPr>
          <a:xfrm>
            <a:off x="3199462" y="3501523"/>
            <a:ext cx="592836" cy="1973164"/>
          </a:xfrm>
          <a:custGeom>
            <a:avLst/>
            <a:gdLst/>
            <a:ahLst/>
            <a:cxnLst/>
            <a:rect l="l" t="t" r="r" b="b"/>
            <a:pathLst>
              <a:path w="592836" h="1973164">
                <a:moveTo>
                  <a:pt x="568986" y="3723"/>
                </a:moveTo>
                <a:lnTo>
                  <a:pt x="23850" y="157810"/>
                </a:lnTo>
                <a:cubicBezTo>
                  <a:pt x="10678" y="161533"/>
                  <a:pt x="0" y="196810"/>
                  <a:pt x="0" y="236604"/>
                </a:cubicBezTo>
                <a:lnTo>
                  <a:pt x="0" y="1904129"/>
                </a:lnTo>
                <a:cubicBezTo>
                  <a:pt x="0" y="1943923"/>
                  <a:pt x="10678" y="1973164"/>
                  <a:pt x="23850" y="1969441"/>
                </a:cubicBezTo>
                <a:lnTo>
                  <a:pt x="568986" y="1815355"/>
                </a:lnTo>
                <a:cubicBezTo>
                  <a:pt x="582158" y="1811632"/>
                  <a:pt x="592836" y="1776354"/>
                  <a:pt x="592836" y="1736560"/>
                </a:cubicBezTo>
                <a:lnTo>
                  <a:pt x="592836" y="69035"/>
                </a:lnTo>
                <a:cubicBezTo>
                  <a:pt x="592836" y="29241"/>
                  <a:pt x="582158" y="0"/>
                  <a:pt x="568986" y="3723"/>
                </a:cubicBezTo>
                <a:close/>
              </a:path>
            </a:pathLst>
          </a:custGeom>
          <a:solidFill>
            <a:srgbClr val="F4F8FA">
              <a:alpha val="40000"/>
            </a:srgbClr>
          </a:solidFill>
          <a:ln>
            <a:noFill/>
          </a:ln>
        </p:spPr>
      </p:sp>
      <p:sp>
        <p:nvSpPr>
          <p:cNvPr id="107" name="!!path-2yz"/>
          <p:cNvSpPr/>
          <p:nvPr/>
        </p:nvSpPr>
        <p:spPr>
          <a:xfrm>
            <a:off x="3401027" y="3582289"/>
            <a:ext cx="260848" cy="1791523"/>
          </a:xfrm>
          <a:custGeom>
            <a:avLst/>
            <a:gdLst/>
            <a:ahLst/>
            <a:cxnLst/>
            <a:rect l="l" t="t" r="r" b="b"/>
            <a:pathLst>
              <a:path w="260848" h="1791523">
                <a:moveTo>
                  <a:pt x="94854" y="0"/>
                </a:moveTo>
                <a:lnTo>
                  <a:pt x="0" y="26811"/>
                </a:lnTo>
                <a:lnTo>
                  <a:pt x="165994" y="1791523"/>
                </a:lnTo>
                <a:lnTo>
                  <a:pt x="260848" y="1764712"/>
                </a:lnTo>
                <a:close/>
              </a:path>
            </a:pathLst>
          </a:custGeom>
          <a:solidFill>
            <a:srgbClr val="FFFFFF">
              <a:alpha val="34000"/>
            </a:srgbClr>
          </a:solidFill>
          <a:ln>
            <a:noFill/>
          </a:ln>
        </p:spPr>
      </p:sp>
      <p:sp>
        <p:nvSpPr>
          <p:cNvPr id="108" name="!!path-2z0"/>
          <p:cNvSpPr/>
          <p:nvPr/>
        </p:nvSpPr>
        <p:spPr>
          <a:xfrm>
            <a:off x="3347671" y="3617478"/>
            <a:ext cx="189707" cy="1771415"/>
          </a:xfrm>
          <a:custGeom>
            <a:avLst/>
            <a:gdLst/>
            <a:ahLst/>
            <a:cxnLst/>
            <a:rect l="l" t="t" r="r" b="b"/>
            <a:pathLst>
              <a:path w="189707" h="1771415">
                <a:moveTo>
                  <a:pt x="23713" y="0"/>
                </a:moveTo>
                <a:lnTo>
                  <a:pt x="0" y="6703"/>
                </a:lnTo>
                <a:lnTo>
                  <a:pt x="165994" y="1771415"/>
                </a:lnTo>
                <a:lnTo>
                  <a:pt x="189707" y="1764712"/>
                </a:lnTo>
                <a:close/>
              </a:path>
            </a:pathLst>
          </a:custGeom>
          <a:solidFill>
            <a:srgbClr val="FFFFFF">
              <a:alpha val="28000"/>
            </a:srgbClr>
          </a:solidFill>
          <a:ln>
            <a:noFill/>
          </a:ln>
        </p:spPr>
      </p:sp>
      <p:sp>
        <p:nvSpPr>
          <p:cNvPr id="109" name="!!rect-2z1"/>
          <p:cNvSpPr/>
          <p:nvPr/>
        </p:nvSpPr>
        <p:spPr>
          <a:xfrm>
            <a:off x="3202188" y="3510312"/>
            <a:ext cx="587384" cy="1955585"/>
          </a:xfrm>
          <a:custGeom>
            <a:avLst/>
            <a:gdLst/>
            <a:ahLst/>
            <a:cxnLst/>
            <a:rect l="l" t="t" r="r" b="b"/>
            <a:pathLst>
              <a:path w="587384" h="1955585" fill="none">
                <a:moveTo>
                  <a:pt x="565238" y="3457"/>
                </a:moveTo>
                <a:lnTo>
                  <a:pt x="22146" y="156966"/>
                </a:lnTo>
                <a:cubicBezTo>
                  <a:pt x="9915" y="160423"/>
                  <a:pt x="0" y="193181"/>
                  <a:pt x="0" y="230132"/>
                </a:cubicBezTo>
                <a:lnTo>
                  <a:pt x="0" y="1891481"/>
                </a:lnTo>
                <a:cubicBezTo>
                  <a:pt x="0" y="1928433"/>
                  <a:pt x="9915" y="1955585"/>
                  <a:pt x="22146" y="1952128"/>
                </a:cubicBezTo>
                <a:lnTo>
                  <a:pt x="565238" y="1798619"/>
                </a:lnTo>
                <a:cubicBezTo>
                  <a:pt x="577469" y="1795162"/>
                  <a:pt x="587384" y="1762404"/>
                  <a:pt x="587384" y="1725453"/>
                </a:cubicBezTo>
                <a:lnTo>
                  <a:pt x="587384" y="64104"/>
                </a:lnTo>
                <a:cubicBezTo>
                  <a:pt x="587384" y="27153"/>
                  <a:pt x="577469" y="0"/>
                  <a:pt x="565238" y="3457"/>
                </a:cubicBezTo>
                <a:close/>
              </a:path>
            </a:pathLst>
          </a:custGeom>
          <a:noFill/>
          <a:ln w="9475" cap="flat">
            <a:solidFill>
              <a:srgbClr val="FFFFFF">
                <a:alpha val="95000"/>
              </a:srgbClr>
            </a:solidFill>
            <a:prstDash val="solid"/>
            <a:miter lim="800000"/>
          </a:ln>
        </p:spPr>
      </p:sp>
      <p:sp>
        <p:nvSpPr>
          <p:cNvPr id="110" name="!!rect-2z2"/>
          <p:cNvSpPr/>
          <p:nvPr/>
        </p:nvSpPr>
        <p:spPr>
          <a:xfrm>
            <a:off x="3199462" y="3501523"/>
            <a:ext cx="592836" cy="1973164"/>
          </a:xfrm>
          <a:custGeom>
            <a:avLst/>
            <a:gdLst/>
            <a:ahLst/>
            <a:cxnLst/>
            <a:rect l="l" t="t" r="r" b="b"/>
            <a:pathLst>
              <a:path w="592836" h="1973164" fill="none">
                <a:moveTo>
                  <a:pt x="568986" y="3723"/>
                </a:moveTo>
                <a:lnTo>
                  <a:pt x="23850" y="157810"/>
                </a:lnTo>
                <a:cubicBezTo>
                  <a:pt x="10678" y="161533"/>
                  <a:pt x="0" y="196810"/>
                  <a:pt x="0" y="236604"/>
                </a:cubicBezTo>
                <a:lnTo>
                  <a:pt x="0" y="1904129"/>
                </a:lnTo>
                <a:cubicBezTo>
                  <a:pt x="0" y="1943923"/>
                  <a:pt x="10678" y="1973164"/>
                  <a:pt x="23850" y="1969441"/>
                </a:cubicBezTo>
                <a:lnTo>
                  <a:pt x="568986" y="1815355"/>
                </a:lnTo>
                <a:cubicBezTo>
                  <a:pt x="582158" y="1811632"/>
                  <a:pt x="592836" y="1776354"/>
                  <a:pt x="592836" y="1736560"/>
                </a:cubicBezTo>
                <a:lnTo>
                  <a:pt x="592836" y="69035"/>
                </a:lnTo>
                <a:cubicBezTo>
                  <a:pt x="592836" y="29241"/>
                  <a:pt x="582158" y="0"/>
                  <a:pt x="568986" y="3723"/>
                </a:cubicBezTo>
                <a:close/>
              </a:path>
            </a:pathLst>
          </a:custGeom>
          <a:noFill/>
          <a:ln w="5922" cap="flat">
            <a:solidFill>
              <a:srgbClr val="8FA0AB">
                <a:alpha val="50000"/>
              </a:srgbClr>
            </a:solidFill>
            <a:prstDash val="solid"/>
            <a:miter lim="800000"/>
          </a:ln>
        </p:spPr>
      </p:sp>
      <p:sp>
        <p:nvSpPr>
          <p:cNvPr id="111" name="!!rect-2z3"/>
          <p:cNvSpPr/>
          <p:nvPr/>
        </p:nvSpPr>
        <p:spPr>
          <a:xfrm>
            <a:off x="3584465" y="3625343"/>
            <a:ext cx="170355" cy="289156"/>
          </a:xfrm>
          <a:custGeom>
            <a:avLst/>
            <a:gdLst/>
            <a:ahLst/>
            <a:cxnLst/>
            <a:rect l="l" t="t" r="r" b="b"/>
            <a:pathLst>
              <a:path w="170355" h="289156">
                <a:moveTo>
                  <a:pt x="146505" y="3723"/>
                </a:moveTo>
                <a:lnTo>
                  <a:pt x="23850" y="38393"/>
                </a:lnTo>
                <a:cubicBezTo>
                  <a:pt x="10678" y="42116"/>
                  <a:pt x="0" y="77393"/>
                  <a:pt x="0" y="117187"/>
                </a:cubicBezTo>
                <a:lnTo>
                  <a:pt x="0" y="220121"/>
                </a:lnTo>
                <a:cubicBezTo>
                  <a:pt x="0" y="259915"/>
                  <a:pt x="10678" y="289156"/>
                  <a:pt x="23850" y="285433"/>
                </a:cubicBezTo>
                <a:lnTo>
                  <a:pt x="146505" y="250764"/>
                </a:lnTo>
                <a:cubicBezTo>
                  <a:pt x="159677" y="247041"/>
                  <a:pt x="170355" y="211763"/>
                  <a:pt x="170355" y="171969"/>
                </a:cubicBezTo>
                <a:lnTo>
                  <a:pt x="170355" y="69035"/>
                </a:lnTo>
                <a:cubicBezTo>
                  <a:pt x="170355" y="29241"/>
                  <a:pt x="159677" y="0"/>
                  <a:pt x="146505" y="3723"/>
                </a:cubicBez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112" name="!!rect-2za"/>
          <p:cNvSpPr/>
          <p:nvPr/>
        </p:nvSpPr>
        <p:spPr>
          <a:xfrm>
            <a:off x="3199462" y="3501523"/>
            <a:ext cx="592836" cy="1973164"/>
          </a:xfrm>
          <a:custGeom>
            <a:avLst/>
            <a:gdLst/>
            <a:ahLst/>
            <a:cxnLst/>
            <a:rect l="l" t="t" r="r" b="b"/>
            <a:pathLst>
              <a:path w="592836" h="1973164">
                <a:moveTo>
                  <a:pt x="568986" y="3723"/>
                </a:moveTo>
                <a:lnTo>
                  <a:pt x="23850" y="157810"/>
                </a:lnTo>
                <a:cubicBezTo>
                  <a:pt x="10678" y="161533"/>
                  <a:pt x="0" y="196810"/>
                  <a:pt x="0" y="236604"/>
                </a:cubicBezTo>
                <a:lnTo>
                  <a:pt x="0" y="1904129"/>
                </a:lnTo>
                <a:cubicBezTo>
                  <a:pt x="0" y="1943923"/>
                  <a:pt x="10678" y="1973164"/>
                  <a:pt x="23850" y="1969441"/>
                </a:cubicBezTo>
                <a:lnTo>
                  <a:pt x="568986" y="1815355"/>
                </a:lnTo>
                <a:cubicBezTo>
                  <a:pt x="582158" y="1811632"/>
                  <a:pt x="592836" y="1776354"/>
                  <a:pt x="592836" y="1736560"/>
                </a:cubicBezTo>
                <a:lnTo>
                  <a:pt x="592836" y="69035"/>
                </a:lnTo>
                <a:cubicBezTo>
                  <a:pt x="592836" y="29241"/>
                  <a:pt x="582158" y="0"/>
                  <a:pt x="568986" y="3723"/>
                </a:cubicBezTo>
                <a:close/>
              </a:path>
            </a:pathLst>
          </a:custGeom>
          <a:solidFill>
            <a:srgbClr val="2B3B47">
              <a:alpha val="19700"/>
            </a:srgbClr>
          </a:solidFill>
          <a:ln>
            <a:noFill/>
          </a:ln>
        </p:spPr>
      </p:sp>
      <p:sp>
        <p:nvSpPr>
          <p:cNvPr id="113" name="!!rect-2zw"/>
          <p:cNvSpPr/>
          <p:nvPr/>
        </p:nvSpPr>
        <p:spPr>
          <a:xfrm>
            <a:off x="6261882" y="3498504"/>
            <a:ext cx="1277200" cy="1506536"/>
          </a:xfrm>
          <a:custGeom>
            <a:avLst/>
            <a:gdLst/>
            <a:ahLst/>
            <a:cxnLst/>
            <a:rect l="l" t="t" r="r" b="b"/>
            <a:pathLst>
              <a:path w="1277200" h="1506536">
                <a:moveTo>
                  <a:pt x="0" y="0"/>
                </a:moveTo>
                <a:lnTo>
                  <a:pt x="1205146" y="0"/>
                </a:lnTo>
                <a:cubicBezTo>
                  <a:pt x="1244940" y="0"/>
                  <a:pt x="1277200" y="32259"/>
                  <a:pt x="1277200" y="72054"/>
                </a:cubicBezTo>
                <a:lnTo>
                  <a:pt x="1277200" y="1506536"/>
                </a:lnTo>
                <a:lnTo>
                  <a:pt x="0" y="1506536"/>
                </a:lnTo>
                <a:lnTo>
                  <a:pt x="0" y="0"/>
                </a:lnTo>
                <a:close/>
              </a:path>
            </a:pathLst>
          </a:custGeom>
          <a:solidFill>
            <a:srgbClr val="D5DDE2"/>
          </a:solidFill>
          <a:ln>
            <a:noFill/>
          </a:ln>
        </p:spPr>
      </p:sp>
      <p:sp>
        <p:nvSpPr>
          <p:cNvPr id="114" name="!!path-2zx"/>
          <p:cNvSpPr/>
          <p:nvPr/>
        </p:nvSpPr>
        <p:spPr>
          <a:xfrm>
            <a:off x="5748037" y="3498504"/>
            <a:ext cx="513845" cy="1795502"/>
          </a:xfrm>
          <a:custGeom>
            <a:avLst/>
            <a:gdLst/>
            <a:ahLst/>
            <a:cxnLst/>
            <a:rect l="l" t="t" r="r" b="b"/>
            <a:pathLst>
              <a:path w="513845" h="1795502">
                <a:moveTo>
                  <a:pt x="21104" y="1790528"/>
                </a:moveTo>
                <a:lnTo>
                  <a:pt x="12143" y="1779609"/>
                </a:lnTo>
                <a:lnTo>
                  <a:pt x="5485" y="1767152"/>
                </a:lnTo>
                <a:lnTo>
                  <a:pt x="1384" y="1753635"/>
                </a:lnTo>
                <a:lnTo>
                  <a:pt x="0" y="1739578"/>
                </a:lnTo>
                <a:lnTo>
                  <a:pt x="0" y="72054"/>
                </a:lnTo>
                <a:lnTo>
                  <a:pt x="1384" y="57997"/>
                </a:lnTo>
                <a:lnTo>
                  <a:pt x="5485" y="44480"/>
                </a:lnTo>
                <a:lnTo>
                  <a:pt x="12143" y="32023"/>
                </a:lnTo>
                <a:lnTo>
                  <a:pt x="21104" y="21104"/>
                </a:lnTo>
                <a:lnTo>
                  <a:pt x="32023" y="12143"/>
                </a:lnTo>
                <a:lnTo>
                  <a:pt x="44480" y="5485"/>
                </a:lnTo>
                <a:lnTo>
                  <a:pt x="57997" y="1384"/>
                </a:lnTo>
                <a:lnTo>
                  <a:pt x="72054" y="0"/>
                </a:lnTo>
                <a:lnTo>
                  <a:pt x="513845" y="0"/>
                </a:lnTo>
                <a:lnTo>
                  <a:pt x="513845" y="1506536"/>
                </a:lnTo>
                <a:lnTo>
                  <a:pt x="27165" y="1795502"/>
                </a:lnTo>
                <a:close/>
              </a:path>
            </a:pathLst>
          </a:custGeom>
          <a:solidFill>
            <a:srgbClr val="C4CED5"/>
          </a:solidFill>
          <a:ln>
            <a:noFill/>
          </a:ln>
        </p:spPr>
      </p:sp>
      <p:sp>
        <p:nvSpPr>
          <p:cNvPr id="115" name="!!path-2zy"/>
          <p:cNvSpPr/>
          <p:nvPr/>
        </p:nvSpPr>
        <p:spPr>
          <a:xfrm>
            <a:off x="5775202" y="5005041"/>
            <a:ext cx="1763879" cy="305095"/>
          </a:xfrm>
          <a:custGeom>
            <a:avLst/>
            <a:gdLst/>
            <a:ahLst/>
            <a:cxnLst/>
            <a:rect l="l" t="t" r="r" b="b"/>
            <a:pathLst>
              <a:path w="1763879" h="305095">
                <a:moveTo>
                  <a:pt x="0" y="288966"/>
                </a:moveTo>
                <a:lnTo>
                  <a:pt x="4857" y="292952"/>
                </a:lnTo>
                <a:lnTo>
                  <a:pt x="17314" y="299610"/>
                </a:lnTo>
                <a:lnTo>
                  <a:pt x="30831" y="303711"/>
                </a:lnTo>
                <a:lnTo>
                  <a:pt x="44888" y="305095"/>
                </a:lnTo>
                <a:lnTo>
                  <a:pt x="1691826" y="305095"/>
                </a:lnTo>
                <a:lnTo>
                  <a:pt x="1705883" y="303711"/>
                </a:lnTo>
                <a:lnTo>
                  <a:pt x="1719400" y="299610"/>
                </a:lnTo>
                <a:lnTo>
                  <a:pt x="1731857" y="292952"/>
                </a:lnTo>
                <a:lnTo>
                  <a:pt x="1742775" y="283991"/>
                </a:lnTo>
                <a:lnTo>
                  <a:pt x="1751736" y="273073"/>
                </a:lnTo>
                <a:lnTo>
                  <a:pt x="1758395" y="260615"/>
                </a:lnTo>
                <a:lnTo>
                  <a:pt x="1762495" y="247099"/>
                </a:lnTo>
                <a:lnTo>
                  <a:pt x="1763879" y="233042"/>
                </a:lnTo>
                <a:lnTo>
                  <a:pt x="1763879" y="0"/>
                </a:lnTo>
                <a:lnTo>
                  <a:pt x="486679" y="0"/>
                </a:lnTo>
                <a:close/>
              </a:path>
            </a:pathLst>
          </a:custGeom>
          <a:solidFill>
            <a:srgbClr val="E8EDF0"/>
          </a:solidFill>
          <a:ln>
            <a:noFill/>
          </a:ln>
        </p:spPr>
      </p:sp>
      <p:sp>
        <p:nvSpPr>
          <p:cNvPr id="116" name="!!ellipse-2zz"/>
          <p:cNvSpPr/>
          <p:nvPr/>
        </p:nvSpPr>
        <p:spPr>
          <a:xfrm>
            <a:off x="6665958" y="5101160"/>
            <a:ext cx="893464" cy="102934"/>
          </a:xfrm>
          <a:prstGeom prst="ellipse">
            <a:avLst/>
          </a:prstGeom>
          <a:solidFill>
            <a:srgbClr val="0B1A26">
              <a:alpha val="14000"/>
            </a:srgbClr>
          </a:solidFill>
          <a:ln>
            <a:noFill/>
          </a:ln>
        </p:spPr>
      </p:sp>
      <p:sp>
        <p:nvSpPr>
          <p:cNvPr id="117" name="!!rect-301"/>
          <p:cNvSpPr/>
          <p:nvPr/>
        </p:nvSpPr>
        <p:spPr>
          <a:xfrm>
            <a:off x="6711249" y="4133584"/>
            <a:ext cx="720535" cy="1008749"/>
          </a:xfrm>
          <a:prstGeom prst="roundRect">
            <a:avLst>
              <a:gd name="adj" fmla="val 4286"/>
            </a:avLst>
          </a:prstGeom>
          <a:gradFill rotWithShape="1">
            <a:gsLst>
              <a:gs pos="0">
                <a:srgbClr val="AB6C59"/>
              </a:gs>
              <a:gs pos="100000">
                <a:srgbClr val="834C3C"/>
              </a:gs>
              <a:gs pos="100000">
                <a:srgbClr val="834C3C"/>
              </a:gs>
            </a:gsLst>
            <a:lin ang="3267739" scaled="0"/>
          </a:gradFill>
          <a:ln>
            <a:noFill/>
          </a:ln>
        </p:spPr>
      </p:sp>
      <p:sp>
        <p:nvSpPr>
          <p:cNvPr id="118" name="!!rect-302"/>
          <p:cNvSpPr/>
          <p:nvPr/>
        </p:nvSpPr>
        <p:spPr>
          <a:xfrm>
            <a:off x="6776097" y="4133584"/>
            <a:ext cx="36027" cy="1008749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</p:spPr>
      </p:sp>
      <p:sp>
        <p:nvSpPr>
          <p:cNvPr id="119" name="!!rect-303"/>
          <p:cNvSpPr/>
          <p:nvPr/>
        </p:nvSpPr>
        <p:spPr>
          <a:xfrm>
            <a:off x="6891383" y="4315159"/>
            <a:ext cx="403500" cy="70612"/>
          </a:xfrm>
          <a:prstGeom prst="roundRect">
            <a:avLst>
              <a:gd name="adj" fmla="val 28571"/>
            </a:avLst>
          </a:prstGeom>
          <a:solidFill>
            <a:srgbClr val="F1E3C8"/>
          </a:solidFill>
          <a:ln>
            <a:noFill/>
          </a:ln>
        </p:spPr>
      </p:sp>
      <p:sp>
        <p:nvSpPr>
          <p:cNvPr id="120" name="!!rect-304"/>
          <p:cNvSpPr/>
          <p:nvPr/>
        </p:nvSpPr>
        <p:spPr>
          <a:xfrm>
            <a:off x="6891383" y="4436209"/>
            <a:ext cx="273803" cy="45394"/>
          </a:xfrm>
          <a:prstGeom prst="roundRect">
            <a:avLst>
              <a:gd name="adj" fmla="val 44444"/>
            </a:avLst>
          </a:prstGeom>
          <a:solidFill>
            <a:srgbClr val="F1E3C8">
              <a:alpha val="72000"/>
            </a:srgbClr>
          </a:solidFill>
          <a:ln>
            <a:noFill/>
          </a:ln>
        </p:spPr>
      </p:sp>
      <p:sp>
        <p:nvSpPr>
          <p:cNvPr id="121" name="!!rect-305"/>
          <p:cNvSpPr/>
          <p:nvPr/>
        </p:nvSpPr>
        <p:spPr>
          <a:xfrm>
            <a:off x="6891383" y="4940584"/>
            <a:ext cx="201750" cy="40350"/>
          </a:xfrm>
          <a:prstGeom prst="roundRect">
            <a:avLst>
              <a:gd name="adj" fmla="val 50000"/>
            </a:avLst>
          </a:prstGeom>
          <a:solidFill>
            <a:srgbClr val="F1E3C8">
              <a:alpha val="55000"/>
            </a:srgbClr>
          </a:solidFill>
          <a:ln>
            <a:noFill/>
          </a:ln>
        </p:spPr>
      </p:sp>
      <p:sp>
        <p:nvSpPr>
          <p:cNvPr id="122" name="!!rect-306"/>
          <p:cNvSpPr/>
          <p:nvPr/>
        </p:nvSpPr>
        <p:spPr>
          <a:xfrm>
            <a:off x="5748037" y="3498504"/>
            <a:ext cx="1791045" cy="905816"/>
          </a:xfrm>
          <a:custGeom>
            <a:avLst/>
            <a:gdLst/>
            <a:ahLst/>
            <a:cxnLst/>
            <a:rect l="l" t="t" r="r" b="b"/>
            <a:pathLst>
              <a:path w="1791045" h="905816">
                <a:moveTo>
                  <a:pt x="72054" y="0"/>
                </a:moveTo>
                <a:lnTo>
                  <a:pt x="1718991" y="0"/>
                </a:lnTo>
                <a:cubicBezTo>
                  <a:pt x="1758785" y="0"/>
                  <a:pt x="1791045" y="32259"/>
                  <a:pt x="1791045" y="72054"/>
                </a:cubicBezTo>
                <a:lnTo>
                  <a:pt x="1791045" y="905816"/>
                </a:lnTo>
                <a:lnTo>
                  <a:pt x="0" y="905816"/>
                </a:lnTo>
                <a:lnTo>
                  <a:pt x="0" y="72054"/>
                </a:lnTo>
                <a:cubicBezTo>
                  <a:pt x="0" y="32259"/>
                  <a:pt x="32259" y="0"/>
                  <a:pt x="72054" y="0"/>
                </a:cubicBezTo>
                <a:close/>
              </a:path>
            </a:pathLst>
          </a:custGeom>
          <a:gradFill rotWithShape="1">
            <a:gsLst>
              <a:gs pos="0">
                <a:srgbClr val="0B1A26">
                  <a:alpha val="20000"/>
                </a:srgbClr>
              </a:gs>
              <a:gs pos="100000">
                <a:srgbClr val="0B1A26">
                  <a:alpha val="0"/>
                </a:srgbClr>
              </a:gs>
            </a:gsLst>
            <a:lin ang="5400000" scaled="0"/>
          </a:gradFill>
          <a:ln>
            <a:noFill/>
          </a:ln>
        </p:spPr>
      </p:sp>
      <p:sp>
        <p:nvSpPr>
          <p:cNvPr id="123" name="!!circle-307"/>
          <p:cNvSpPr/>
          <p:nvPr/>
        </p:nvSpPr>
        <p:spPr>
          <a:xfrm>
            <a:off x="5630693" y="4461963"/>
            <a:ext cx="69995" cy="69995"/>
          </a:xfrm>
          <a:prstGeom prst="ellipse">
            <a:avLst/>
          </a:prstGeom>
          <a:solidFill>
            <a:srgbClr val="AEB9C1"/>
          </a:solidFill>
          <a:ln>
            <a:noFill/>
          </a:ln>
        </p:spPr>
      </p:sp>
      <p:sp>
        <p:nvSpPr>
          <p:cNvPr id="124" name="!!rect-309"/>
          <p:cNvSpPr/>
          <p:nvPr/>
        </p:nvSpPr>
        <p:spPr>
          <a:xfrm>
            <a:off x="5748037" y="3498504"/>
            <a:ext cx="1791045" cy="1811632"/>
          </a:xfrm>
          <a:prstGeom prst="roundRect">
            <a:avLst>
              <a:gd name="adj" fmla="val 4023"/>
            </a:avLst>
          </a:prstGeom>
          <a:solidFill>
            <a:srgbClr val="F4F8FA">
              <a:alpha val="40000"/>
            </a:srgbClr>
          </a:solidFill>
          <a:ln>
            <a:noFill/>
          </a:ln>
        </p:spPr>
      </p:sp>
      <p:sp>
        <p:nvSpPr>
          <p:cNvPr id="125" name="!!path-30a"/>
          <p:cNvSpPr/>
          <p:nvPr/>
        </p:nvSpPr>
        <p:spPr>
          <a:xfrm>
            <a:off x="6142067" y="3498504"/>
            <a:ext cx="788060" cy="1811632"/>
          </a:xfrm>
          <a:custGeom>
            <a:avLst/>
            <a:gdLst/>
            <a:ahLst/>
            <a:cxnLst/>
            <a:rect l="l" t="t" r="r" b="b"/>
            <a:pathLst>
              <a:path w="788060" h="1811632">
                <a:moveTo>
                  <a:pt x="501493" y="0"/>
                </a:moveTo>
                <a:lnTo>
                  <a:pt x="788060" y="0"/>
                </a:lnTo>
                <a:lnTo>
                  <a:pt x="286567" y="1811632"/>
                </a:lnTo>
                <a:lnTo>
                  <a:pt x="0" y="1811632"/>
                </a:lnTo>
                <a:close/>
              </a:path>
            </a:pathLst>
          </a:custGeom>
          <a:solidFill>
            <a:srgbClr val="FFFFFF">
              <a:alpha val="34000"/>
            </a:srgbClr>
          </a:solidFill>
          <a:ln>
            <a:noFill/>
          </a:ln>
        </p:spPr>
      </p:sp>
      <p:sp>
        <p:nvSpPr>
          <p:cNvPr id="126" name="!!path-30b"/>
          <p:cNvSpPr/>
          <p:nvPr/>
        </p:nvSpPr>
        <p:spPr>
          <a:xfrm>
            <a:off x="6518186" y="3498504"/>
            <a:ext cx="573134" cy="1811632"/>
          </a:xfrm>
          <a:custGeom>
            <a:avLst/>
            <a:gdLst/>
            <a:ahLst/>
            <a:cxnLst/>
            <a:rect l="l" t="t" r="r" b="b"/>
            <a:pathLst>
              <a:path w="573134" h="1811632">
                <a:moveTo>
                  <a:pt x="501493" y="0"/>
                </a:moveTo>
                <a:lnTo>
                  <a:pt x="573134" y="0"/>
                </a:lnTo>
                <a:lnTo>
                  <a:pt x="71642" y="1811632"/>
                </a:lnTo>
                <a:lnTo>
                  <a:pt x="0" y="1811632"/>
                </a:lnTo>
                <a:close/>
              </a:path>
            </a:pathLst>
          </a:custGeom>
          <a:solidFill>
            <a:srgbClr val="FFFFFF">
              <a:alpha val="28000"/>
            </a:srgbClr>
          </a:solidFill>
          <a:ln>
            <a:noFill/>
          </a:ln>
        </p:spPr>
      </p:sp>
      <p:sp>
        <p:nvSpPr>
          <p:cNvPr id="127" name="!!rect-30c"/>
          <p:cNvSpPr/>
          <p:nvPr/>
        </p:nvSpPr>
        <p:spPr>
          <a:xfrm>
            <a:off x="5756272" y="3506739"/>
            <a:ext cx="1774575" cy="1795162"/>
          </a:xfrm>
          <a:prstGeom prst="roundRect">
            <a:avLst>
              <a:gd name="adj" fmla="val 3770"/>
            </a:avLst>
          </a:prstGeom>
          <a:noFill/>
          <a:ln w="16469" cap="flat">
            <a:solidFill>
              <a:srgbClr val="FFFFFF">
                <a:alpha val="95000"/>
              </a:srgbClr>
            </a:solidFill>
            <a:prstDash val="solid"/>
            <a:miter lim="800000"/>
          </a:ln>
        </p:spPr>
      </p:sp>
      <p:sp>
        <p:nvSpPr>
          <p:cNvPr id="128" name="!!rect-30d"/>
          <p:cNvSpPr/>
          <p:nvPr/>
        </p:nvSpPr>
        <p:spPr>
          <a:xfrm>
            <a:off x="5748037" y="3498504"/>
            <a:ext cx="1791045" cy="1811632"/>
          </a:xfrm>
          <a:prstGeom prst="roundRect">
            <a:avLst>
              <a:gd name="adj" fmla="val 4023"/>
            </a:avLst>
          </a:prstGeom>
          <a:noFill/>
          <a:ln w="10293" cap="flat">
            <a:solidFill>
              <a:srgbClr val="8FA0AB">
                <a:alpha val="50000"/>
              </a:srgbClr>
            </a:solidFill>
            <a:prstDash val="solid"/>
            <a:miter lim="800000"/>
          </a:ln>
        </p:spPr>
      </p:sp>
      <p:sp>
        <p:nvSpPr>
          <p:cNvPr id="129" name="!!rect-30e"/>
          <p:cNvSpPr/>
          <p:nvPr/>
        </p:nvSpPr>
        <p:spPr>
          <a:xfrm>
            <a:off x="5861264" y="3611731"/>
            <a:ext cx="514668" cy="247041"/>
          </a:xfrm>
          <a:prstGeom prst="roundRect">
            <a:avLst>
              <a:gd name="adj" fmla="val 29167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130" name="!!text-30f" descr="A02"/>
          <p:cNvSpPr txBox="1"/>
          <p:nvPr/>
        </p:nvSpPr>
        <p:spPr>
          <a:xfrm>
            <a:off x="5987389" y="3619554"/>
            <a:ext cx="305651" cy="20866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35" b="1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A02</a:t>
            </a:r>
            <a:endParaRPr lang="zh-TW" sz="1135"/>
          </a:p>
        </p:txBody>
      </p:sp>
      <p:sp>
        <p:nvSpPr>
          <p:cNvPr id="131" name="!!rect-30m"/>
          <p:cNvSpPr/>
          <p:nvPr/>
        </p:nvSpPr>
        <p:spPr>
          <a:xfrm>
            <a:off x="4306143" y="5454243"/>
            <a:ext cx="1277200" cy="1403757"/>
          </a:xfrm>
          <a:prstGeom prst="rect">
            <a:avLst/>
          </a:prstGeom>
          <a:solidFill>
            <a:srgbClr val="D5DDE2"/>
          </a:solidFill>
          <a:ln>
            <a:noFill/>
          </a:ln>
        </p:spPr>
      </p:sp>
      <p:sp>
        <p:nvSpPr>
          <p:cNvPr id="132" name="!!path-30n"/>
          <p:cNvSpPr/>
          <p:nvPr/>
        </p:nvSpPr>
        <p:spPr>
          <a:xfrm>
            <a:off x="3792298" y="5454243"/>
            <a:ext cx="513845" cy="1403757"/>
          </a:xfrm>
          <a:custGeom>
            <a:avLst/>
            <a:gdLst/>
            <a:ahLst/>
            <a:cxnLst/>
            <a:rect l="l" t="t" r="r" b="b"/>
            <a:pathLst>
              <a:path w="513845" h="1403757">
                <a:moveTo>
                  <a:pt x="0" y="1403757"/>
                </a:moveTo>
                <a:lnTo>
                  <a:pt x="0" y="0"/>
                </a:lnTo>
                <a:lnTo>
                  <a:pt x="0" y="0"/>
                </a:lnTo>
                <a:lnTo>
                  <a:pt x="513845" y="0"/>
                </a:lnTo>
                <a:lnTo>
                  <a:pt x="513845" y="1403757"/>
                </a:lnTo>
                <a:close/>
              </a:path>
            </a:pathLst>
          </a:custGeom>
          <a:solidFill>
            <a:srgbClr val="C4CED5"/>
          </a:solidFill>
          <a:ln>
            <a:noFill/>
          </a:ln>
        </p:spPr>
      </p:sp>
      <p:sp>
        <p:nvSpPr>
          <p:cNvPr id="133" name="!!rect-30r"/>
          <p:cNvSpPr/>
          <p:nvPr/>
        </p:nvSpPr>
        <p:spPr>
          <a:xfrm>
            <a:off x="4612226" y="6089323"/>
            <a:ext cx="720535" cy="1008749"/>
          </a:xfrm>
          <a:prstGeom prst="roundRect">
            <a:avLst>
              <a:gd name="adj" fmla="val 4286"/>
            </a:avLst>
          </a:prstGeom>
          <a:gradFill rotWithShape="1">
            <a:gsLst>
              <a:gs pos="0">
                <a:srgbClr val="4D76A6"/>
              </a:gs>
              <a:gs pos="100000">
                <a:srgbClr val="32557E"/>
              </a:gs>
              <a:gs pos="100000">
                <a:srgbClr val="32557E"/>
              </a:gs>
            </a:gsLst>
            <a:lin ang="3267739" scaled="0"/>
          </a:gradFill>
          <a:ln>
            <a:noFill/>
          </a:ln>
        </p:spPr>
      </p:sp>
      <p:sp>
        <p:nvSpPr>
          <p:cNvPr id="134" name="!!rect-30s"/>
          <p:cNvSpPr/>
          <p:nvPr/>
        </p:nvSpPr>
        <p:spPr>
          <a:xfrm>
            <a:off x="4677074" y="6089323"/>
            <a:ext cx="36027" cy="768677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</p:spPr>
      </p:sp>
      <p:sp>
        <p:nvSpPr>
          <p:cNvPr id="135" name="!!rect-30t"/>
          <p:cNvSpPr/>
          <p:nvPr/>
        </p:nvSpPr>
        <p:spPr>
          <a:xfrm>
            <a:off x="4792360" y="6270898"/>
            <a:ext cx="403500" cy="70612"/>
          </a:xfrm>
          <a:prstGeom prst="roundRect">
            <a:avLst>
              <a:gd name="adj" fmla="val 28571"/>
            </a:avLst>
          </a:prstGeom>
          <a:solidFill>
            <a:srgbClr val="E9EEF1"/>
          </a:solidFill>
          <a:ln>
            <a:noFill/>
          </a:ln>
        </p:spPr>
      </p:sp>
      <p:sp>
        <p:nvSpPr>
          <p:cNvPr id="136" name="!!rect-30u"/>
          <p:cNvSpPr/>
          <p:nvPr/>
        </p:nvSpPr>
        <p:spPr>
          <a:xfrm>
            <a:off x="4792360" y="6391948"/>
            <a:ext cx="273803" cy="45394"/>
          </a:xfrm>
          <a:prstGeom prst="roundRect">
            <a:avLst>
              <a:gd name="adj" fmla="val 44444"/>
            </a:avLst>
          </a:prstGeom>
          <a:solidFill>
            <a:srgbClr val="E9EEF1">
              <a:alpha val="72000"/>
            </a:srgbClr>
          </a:solidFill>
          <a:ln>
            <a:noFill/>
          </a:ln>
        </p:spPr>
      </p:sp>
      <p:sp>
        <p:nvSpPr>
          <p:cNvPr id="137" name="!!rect-30w"/>
          <p:cNvSpPr/>
          <p:nvPr/>
        </p:nvSpPr>
        <p:spPr>
          <a:xfrm>
            <a:off x="3792298" y="5454243"/>
            <a:ext cx="1791045" cy="905816"/>
          </a:xfrm>
          <a:prstGeom prst="rect">
            <a:avLst/>
          </a:prstGeom>
          <a:gradFill rotWithShape="1">
            <a:gsLst>
              <a:gs pos="0">
                <a:srgbClr val="0B1A26">
                  <a:alpha val="20000"/>
                </a:srgbClr>
              </a:gs>
              <a:gs pos="100000">
                <a:srgbClr val="0B1A26">
                  <a:alpha val="0"/>
                </a:srgbClr>
              </a:gs>
            </a:gsLst>
            <a:lin ang="5400000" scaled="0"/>
          </a:gradFill>
          <a:ln>
            <a:noFill/>
          </a:ln>
        </p:spPr>
      </p:sp>
      <p:sp>
        <p:nvSpPr>
          <p:cNvPr id="138" name="!!circle-30x"/>
          <p:cNvSpPr/>
          <p:nvPr/>
        </p:nvSpPr>
        <p:spPr>
          <a:xfrm>
            <a:off x="5630693" y="6232421"/>
            <a:ext cx="69995" cy="69995"/>
          </a:xfrm>
          <a:prstGeom prst="ellipse">
            <a:avLst/>
          </a:prstGeom>
          <a:solidFill>
            <a:srgbClr val="AEB9C1"/>
          </a:solidFill>
          <a:ln>
            <a:noFill/>
          </a:ln>
        </p:spPr>
      </p:sp>
      <p:sp>
        <p:nvSpPr>
          <p:cNvPr id="139" name="!!rect-30z"/>
          <p:cNvSpPr/>
          <p:nvPr/>
        </p:nvSpPr>
        <p:spPr>
          <a:xfrm>
            <a:off x="3792298" y="5454243"/>
            <a:ext cx="1791045" cy="1811632"/>
          </a:xfrm>
          <a:prstGeom prst="roundRect">
            <a:avLst>
              <a:gd name="adj" fmla="val 4023"/>
            </a:avLst>
          </a:prstGeom>
          <a:solidFill>
            <a:srgbClr val="F4F8FA">
              <a:alpha val="40000"/>
            </a:srgbClr>
          </a:solidFill>
          <a:ln>
            <a:noFill/>
          </a:ln>
        </p:spPr>
      </p:sp>
      <p:sp>
        <p:nvSpPr>
          <p:cNvPr id="140" name="!!path-310"/>
          <p:cNvSpPr/>
          <p:nvPr/>
        </p:nvSpPr>
        <p:spPr>
          <a:xfrm>
            <a:off x="4299235" y="5454243"/>
            <a:ext cx="675153" cy="1403757"/>
          </a:xfrm>
          <a:custGeom>
            <a:avLst/>
            <a:gdLst/>
            <a:ahLst/>
            <a:cxnLst/>
            <a:rect l="l" t="t" r="r" b="b"/>
            <a:pathLst>
              <a:path w="675153" h="1403757">
                <a:moveTo>
                  <a:pt x="0" y="1403757"/>
                </a:moveTo>
                <a:lnTo>
                  <a:pt x="388585" y="0"/>
                </a:lnTo>
                <a:lnTo>
                  <a:pt x="675153" y="0"/>
                </a:lnTo>
                <a:lnTo>
                  <a:pt x="286567" y="1403757"/>
                </a:lnTo>
                <a:close/>
              </a:path>
            </a:pathLst>
          </a:custGeom>
          <a:solidFill>
            <a:srgbClr val="FFFFFF">
              <a:alpha val="34000"/>
            </a:srgbClr>
          </a:solidFill>
          <a:ln>
            <a:noFill/>
          </a:ln>
        </p:spPr>
      </p:sp>
      <p:sp>
        <p:nvSpPr>
          <p:cNvPr id="141" name="!!path-311"/>
          <p:cNvSpPr/>
          <p:nvPr/>
        </p:nvSpPr>
        <p:spPr>
          <a:xfrm>
            <a:off x="4675355" y="5454243"/>
            <a:ext cx="460227" cy="1403757"/>
          </a:xfrm>
          <a:custGeom>
            <a:avLst/>
            <a:gdLst/>
            <a:ahLst/>
            <a:cxnLst/>
            <a:rect l="l" t="t" r="r" b="b"/>
            <a:pathLst>
              <a:path w="460227" h="1403757">
                <a:moveTo>
                  <a:pt x="0" y="1403757"/>
                </a:moveTo>
                <a:lnTo>
                  <a:pt x="388585" y="0"/>
                </a:lnTo>
                <a:lnTo>
                  <a:pt x="460227" y="0"/>
                </a:lnTo>
                <a:lnTo>
                  <a:pt x="71642" y="1403757"/>
                </a:lnTo>
                <a:close/>
              </a:path>
            </a:pathLst>
          </a:custGeom>
          <a:solidFill>
            <a:srgbClr val="FFFFFF">
              <a:alpha val="28000"/>
            </a:srgbClr>
          </a:solidFill>
          <a:ln>
            <a:noFill/>
          </a:ln>
        </p:spPr>
      </p:sp>
      <p:sp>
        <p:nvSpPr>
          <p:cNvPr id="142" name="!!rect-312"/>
          <p:cNvSpPr/>
          <p:nvPr/>
        </p:nvSpPr>
        <p:spPr>
          <a:xfrm>
            <a:off x="3800533" y="5462478"/>
            <a:ext cx="1774575" cy="1795162"/>
          </a:xfrm>
          <a:prstGeom prst="roundRect">
            <a:avLst>
              <a:gd name="adj" fmla="val 3770"/>
            </a:avLst>
          </a:prstGeom>
          <a:noFill/>
          <a:ln w="16469" cap="flat">
            <a:solidFill>
              <a:srgbClr val="FFFFFF">
                <a:alpha val="95000"/>
              </a:srgbClr>
            </a:solidFill>
            <a:prstDash val="solid"/>
            <a:miter lim="800000"/>
          </a:ln>
        </p:spPr>
      </p:sp>
      <p:sp>
        <p:nvSpPr>
          <p:cNvPr id="143" name="!!rect-313"/>
          <p:cNvSpPr/>
          <p:nvPr/>
        </p:nvSpPr>
        <p:spPr>
          <a:xfrm>
            <a:off x="3792298" y="5454243"/>
            <a:ext cx="1791045" cy="1811632"/>
          </a:xfrm>
          <a:prstGeom prst="roundRect">
            <a:avLst>
              <a:gd name="adj" fmla="val 4023"/>
            </a:avLst>
          </a:prstGeom>
          <a:noFill/>
          <a:ln w="10293" cap="flat">
            <a:solidFill>
              <a:srgbClr val="8FA0AB">
                <a:alpha val="50000"/>
              </a:srgbClr>
            </a:solidFill>
            <a:prstDash val="solid"/>
            <a:miter lim="800000"/>
          </a:ln>
        </p:spPr>
      </p:sp>
      <p:sp>
        <p:nvSpPr>
          <p:cNvPr id="144" name="!!rect-314"/>
          <p:cNvSpPr/>
          <p:nvPr/>
        </p:nvSpPr>
        <p:spPr>
          <a:xfrm>
            <a:off x="3905525" y="5567470"/>
            <a:ext cx="514668" cy="247041"/>
          </a:xfrm>
          <a:prstGeom prst="roundRect">
            <a:avLst>
              <a:gd name="adj" fmla="val 29167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145" name="!!text-315" descr="A03"/>
          <p:cNvSpPr txBox="1"/>
          <p:nvPr/>
        </p:nvSpPr>
        <p:spPr>
          <a:xfrm>
            <a:off x="4031650" y="5575293"/>
            <a:ext cx="305651" cy="20866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35" b="1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A03</a:t>
            </a:r>
            <a:endParaRPr lang="zh-TW" sz="1135"/>
          </a:p>
        </p:txBody>
      </p:sp>
      <p:sp>
        <p:nvSpPr>
          <p:cNvPr id="146" name="!!rect-31c"/>
          <p:cNvSpPr/>
          <p:nvPr/>
        </p:nvSpPr>
        <p:spPr>
          <a:xfrm>
            <a:off x="6261882" y="5454243"/>
            <a:ext cx="1277200" cy="1403757"/>
          </a:xfrm>
          <a:prstGeom prst="rect">
            <a:avLst/>
          </a:prstGeom>
          <a:solidFill>
            <a:srgbClr val="D5DDE2"/>
          </a:solidFill>
          <a:ln>
            <a:noFill/>
          </a:ln>
        </p:spPr>
      </p:sp>
      <p:sp>
        <p:nvSpPr>
          <p:cNvPr id="147" name="!!path-31d"/>
          <p:cNvSpPr/>
          <p:nvPr/>
        </p:nvSpPr>
        <p:spPr>
          <a:xfrm>
            <a:off x="5748037" y="5454243"/>
            <a:ext cx="513845" cy="1403757"/>
          </a:xfrm>
          <a:custGeom>
            <a:avLst/>
            <a:gdLst/>
            <a:ahLst/>
            <a:cxnLst/>
            <a:rect l="l" t="t" r="r" b="b"/>
            <a:pathLst>
              <a:path w="513845" h="1403757">
                <a:moveTo>
                  <a:pt x="0" y="1403757"/>
                </a:moveTo>
                <a:lnTo>
                  <a:pt x="0" y="0"/>
                </a:lnTo>
                <a:lnTo>
                  <a:pt x="0" y="0"/>
                </a:lnTo>
                <a:lnTo>
                  <a:pt x="513845" y="0"/>
                </a:lnTo>
                <a:lnTo>
                  <a:pt x="513845" y="1403757"/>
                </a:lnTo>
                <a:close/>
              </a:path>
            </a:pathLst>
          </a:custGeom>
          <a:solidFill>
            <a:srgbClr val="C4CED5"/>
          </a:solidFill>
          <a:ln>
            <a:noFill/>
          </a:ln>
        </p:spPr>
      </p:sp>
      <p:sp>
        <p:nvSpPr>
          <p:cNvPr id="148" name="!!rect-31h"/>
          <p:cNvSpPr/>
          <p:nvPr/>
        </p:nvSpPr>
        <p:spPr>
          <a:xfrm>
            <a:off x="6854532" y="6151083"/>
            <a:ext cx="720535" cy="946989"/>
          </a:xfrm>
          <a:prstGeom prst="roundRect">
            <a:avLst>
              <a:gd name="adj" fmla="val 4286"/>
            </a:avLst>
          </a:prstGeom>
          <a:gradFill rotWithShape="1">
            <a:gsLst>
              <a:gs pos="0">
                <a:srgbClr val="8074A4"/>
              </a:gs>
              <a:gs pos="100000">
                <a:srgbClr val="5E537D"/>
              </a:gs>
            </a:gsLst>
            <a:lin ang="3164016" scaled="0"/>
          </a:gradFill>
          <a:ln>
            <a:noFill/>
          </a:ln>
        </p:spPr>
      </p:sp>
      <p:sp>
        <p:nvSpPr>
          <p:cNvPr id="149" name="!!rect-31i"/>
          <p:cNvSpPr/>
          <p:nvPr/>
        </p:nvSpPr>
        <p:spPr>
          <a:xfrm>
            <a:off x="6919381" y="6151083"/>
            <a:ext cx="36027" cy="706917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</p:spPr>
      </p:sp>
      <p:sp>
        <p:nvSpPr>
          <p:cNvPr id="150" name="!!rect-31j"/>
          <p:cNvSpPr/>
          <p:nvPr/>
        </p:nvSpPr>
        <p:spPr>
          <a:xfrm>
            <a:off x="7034666" y="6321541"/>
            <a:ext cx="403500" cy="66289"/>
          </a:xfrm>
          <a:prstGeom prst="roundRect">
            <a:avLst>
              <a:gd name="adj" fmla="val 28571"/>
            </a:avLst>
          </a:prstGeom>
          <a:solidFill>
            <a:srgbClr val="EDE7F6"/>
          </a:solidFill>
          <a:ln>
            <a:noFill/>
          </a:ln>
        </p:spPr>
      </p:sp>
      <p:sp>
        <p:nvSpPr>
          <p:cNvPr id="151" name="!!rect-31k"/>
          <p:cNvSpPr/>
          <p:nvPr/>
        </p:nvSpPr>
        <p:spPr>
          <a:xfrm>
            <a:off x="7034666" y="6435180"/>
            <a:ext cx="273803" cy="42615"/>
          </a:xfrm>
          <a:prstGeom prst="roundRect">
            <a:avLst>
              <a:gd name="adj" fmla="val 44444"/>
            </a:avLst>
          </a:prstGeom>
          <a:solidFill>
            <a:srgbClr val="EDE7F6">
              <a:alpha val="72000"/>
            </a:srgbClr>
          </a:solidFill>
          <a:ln>
            <a:noFill/>
          </a:ln>
        </p:spPr>
      </p:sp>
      <p:sp>
        <p:nvSpPr>
          <p:cNvPr id="152" name="!!rect-31m"/>
          <p:cNvSpPr/>
          <p:nvPr/>
        </p:nvSpPr>
        <p:spPr>
          <a:xfrm>
            <a:off x="5748037" y="5454243"/>
            <a:ext cx="1791045" cy="905816"/>
          </a:xfrm>
          <a:prstGeom prst="rect">
            <a:avLst/>
          </a:prstGeom>
          <a:gradFill rotWithShape="1">
            <a:gsLst>
              <a:gs pos="0">
                <a:srgbClr val="0B1A26">
                  <a:alpha val="20000"/>
                </a:srgbClr>
              </a:gs>
              <a:gs pos="100000">
                <a:srgbClr val="0B1A26">
                  <a:alpha val="0"/>
                </a:srgbClr>
              </a:gs>
            </a:gsLst>
            <a:lin ang="5400000" scaled="0"/>
          </a:gradFill>
          <a:ln>
            <a:noFill/>
          </a:ln>
        </p:spPr>
      </p:sp>
      <p:sp>
        <p:nvSpPr>
          <p:cNvPr id="153" name="!!circle-31n"/>
          <p:cNvSpPr/>
          <p:nvPr/>
        </p:nvSpPr>
        <p:spPr>
          <a:xfrm>
            <a:off x="5630693" y="6417702"/>
            <a:ext cx="69995" cy="69995"/>
          </a:xfrm>
          <a:prstGeom prst="ellipse">
            <a:avLst/>
          </a:prstGeom>
          <a:solidFill>
            <a:srgbClr val="AEB9C1"/>
          </a:solidFill>
          <a:ln>
            <a:noFill/>
          </a:ln>
        </p:spPr>
      </p:sp>
      <p:sp>
        <p:nvSpPr>
          <p:cNvPr id="154" name="!!rect-31p"/>
          <p:cNvSpPr/>
          <p:nvPr/>
        </p:nvSpPr>
        <p:spPr>
          <a:xfrm>
            <a:off x="5748037" y="5454243"/>
            <a:ext cx="1791045" cy="1811632"/>
          </a:xfrm>
          <a:prstGeom prst="roundRect">
            <a:avLst>
              <a:gd name="adj" fmla="val 4023"/>
            </a:avLst>
          </a:prstGeom>
          <a:solidFill>
            <a:srgbClr val="F4F8FA">
              <a:alpha val="40000"/>
            </a:srgbClr>
          </a:solidFill>
          <a:ln>
            <a:noFill/>
          </a:ln>
        </p:spPr>
      </p:sp>
      <p:sp>
        <p:nvSpPr>
          <p:cNvPr id="155" name="!!path-31q"/>
          <p:cNvSpPr/>
          <p:nvPr/>
        </p:nvSpPr>
        <p:spPr>
          <a:xfrm>
            <a:off x="6254974" y="5454243"/>
            <a:ext cx="675153" cy="1403757"/>
          </a:xfrm>
          <a:custGeom>
            <a:avLst/>
            <a:gdLst/>
            <a:ahLst/>
            <a:cxnLst/>
            <a:rect l="l" t="t" r="r" b="b"/>
            <a:pathLst>
              <a:path w="675153" h="1403757">
                <a:moveTo>
                  <a:pt x="0" y="1403757"/>
                </a:moveTo>
                <a:lnTo>
                  <a:pt x="388585" y="0"/>
                </a:lnTo>
                <a:lnTo>
                  <a:pt x="675153" y="0"/>
                </a:lnTo>
                <a:lnTo>
                  <a:pt x="286567" y="1403757"/>
                </a:lnTo>
                <a:close/>
              </a:path>
            </a:pathLst>
          </a:custGeom>
          <a:solidFill>
            <a:srgbClr val="FFFFFF">
              <a:alpha val="34000"/>
            </a:srgbClr>
          </a:solidFill>
          <a:ln>
            <a:noFill/>
          </a:ln>
        </p:spPr>
      </p:sp>
      <p:sp>
        <p:nvSpPr>
          <p:cNvPr id="156" name="!!path-31r"/>
          <p:cNvSpPr/>
          <p:nvPr/>
        </p:nvSpPr>
        <p:spPr>
          <a:xfrm>
            <a:off x="6631094" y="5454243"/>
            <a:ext cx="460227" cy="1403757"/>
          </a:xfrm>
          <a:custGeom>
            <a:avLst/>
            <a:gdLst/>
            <a:ahLst/>
            <a:cxnLst/>
            <a:rect l="l" t="t" r="r" b="b"/>
            <a:pathLst>
              <a:path w="460227" h="1403757">
                <a:moveTo>
                  <a:pt x="0" y="1403757"/>
                </a:moveTo>
                <a:lnTo>
                  <a:pt x="388585" y="0"/>
                </a:lnTo>
                <a:lnTo>
                  <a:pt x="460227" y="0"/>
                </a:lnTo>
                <a:lnTo>
                  <a:pt x="71642" y="1403757"/>
                </a:lnTo>
                <a:close/>
              </a:path>
            </a:pathLst>
          </a:custGeom>
          <a:solidFill>
            <a:srgbClr val="FFFFFF">
              <a:alpha val="28000"/>
            </a:srgbClr>
          </a:solidFill>
          <a:ln>
            <a:noFill/>
          </a:ln>
        </p:spPr>
      </p:sp>
      <p:sp>
        <p:nvSpPr>
          <p:cNvPr id="157" name="!!rect-31s"/>
          <p:cNvSpPr/>
          <p:nvPr/>
        </p:nvSpPr>
        <p:spPr>
          <a:xfrm>
            <a:off x="5756272" y="5462478"/>
            <a:ext cx="1774575" cy="1795162"/>
          </a:xfrm>
          <a:prstGeom prst="roundRect">
            <a:avLst>
              <a:gd name="adj" fmla="val 3770"/>
            </a:avLst>
          </a:prstGeom>
          <a:noFill/>
          <a:ln w="16469" cap="flat">
            <a:solidFill>
              <a:srgbClr val="FFFFFF">
                <a:alpha val="95000"/>
              </a:srgbClr>
            </a:solidFill>
            <a:prstDash val="solid"/>
            <a:miter lim="800000"/>
          </a:ln>
        </p:spPr>
      </p:sp>
      <p:sp>
        <p:nvSpPr>
          <p:cNvPr id="158" name="!!rect-31t"/>
          <p:cNvSpPr/>
          <p:nvPr/>
        </p:nvSpPr>
        <p:spPr>
          <a:xfrm>
            <a:off x="5748037" y="5454243"/>
            <a:ext cx="1791045" cy="1811632"/>
          </a:xfrm>
          <a:prstGeom prst="roundRect">
            <a:avLst>
              <a:gd name="adj" fmla="val 4023"/>
            </a:avLst>
          </a:prstGeom>
          <a:noFill/>
          <a:ln w="10293" cap="flat">
            <a:solidFill>
              <a:srgbClr val="8FA0AB">
                <a:alpha val="50000"/>
              </a:srgbClr>
            </a:solidFill>
            <a:prstDash val="solid"/>
            <a:miter lim="800000"/>
          </a:ln>
        </p:spPr>
      </p:sp>
      <p:sp>
        <p:nvSpPr>
          <p:cNvPr id="159" name="!!rect-31u"/>
          <p:cNvSpPr/>
          <p:nvPr/>
        </p:nvSpPr>
        <p:spPr>
          <a:xfrm>
            <a:off x="5861264" y="5567470"/>
            <a:ext cx="514668" cy="247041"/>
          </a:xfrm>
          <a:prstGeom prst="roundRect">
            <a:avLst>
              <a:gd name="adj" fmla="val 29167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160" name="!!text-31v" descr="A04"/>
          <p:cNvSpPr txBox="1"/>
          <p:nvPr/>
        </p:nvSpPr>
        <p:spPr>
          <a:xfrm>
            <a:off x="5987389" y="5575293"/>
            <a:ext cx="305651" cy="20866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35" b="1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A04</a:t>
            </a:r>
            <a:endParaRPr lang="zh-TW" sz="1135"/>
          </a:p>
        </p:txBody>
      </p:sp>
      <p:sp>
        <p:nvSpPr>
          <p:cNvPr id="161" name="!!rect-6qy"/>
          <p:cNvSpPr/>
          <p:nvPr/>
        </p:nvSpPr>
        <p:spPr>
          <a:xfrm>
            <a:off x="2770518" y="2995867"/>
            <a:ext cx="1374572" cy="419100"/>
          </a:xfrm>
          <a:prstGeom prst="roundRect">
            <a:avLst>
              <a:gd name="adj" fmla="val 50000"/>
            </a:avLst>
          </a:prstGeom>
          <a:solidFill>
            <a:srgbClr val="0B1A26">
              <a:alpha val="10000"/>
            </a:srgbClr>
          </a:solidFill>
          <a:ln>
            <a:noFill/>
          </a:ln>
          <a:effectLst>
            <a:softEdge rad="97790"/>
          </a:effectLst>
        </p:spPr>
      </p:sp>
      <p:sp>
        <p:nvSpPr>
          <p:cNvPr id="162" name="!!rect-6qz"/>
          <p:cNvSpPr/>
          <p:nvPr/>
        </p:nvSpPr>
        <p:spPr>
          <a:xfrm>
            <a:off x="2795918" y="2989517"/>
            <a:ext cx="1323772" cy="330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163" name="!!path-6r0"/>
          <p:cNvSpPr/>
          <p:nvPr/>
        </p:nvSpPr>
        <p:spPr>
          <a:xfrm>
            <a:off x="2956903" y="3075165"/>
            <a:ext cx="115621" cy="151752"/>
          </a:xfrm>
          <a:custGeom>
            <a:avLst/>
            <a:gdLst/>
            <a:ahLst/>
            <a:cxnLst/>
            <a:rect l="l" t="t" r="r" b="b"/>
            <a:pathLst>
              <a:path w="115621" h="151752">
                <a:moveTo>
                  <a:pt x="57810" y="115621"/>
                </a:moveTo>
                <a:cubicBezTo>
                  <a:pt x="65759" y="115621"/>
                  <a:pt x="72263" y="109117"/>
                  <a:pt x="72263" y="101168"/>
                </a:cubicBezTo>
                <a:cubicBezTo>
                  <a:pt x="72263" y="93219"/>
                  <a:pt x="65759" y="86716"/>
                  <a:pt x="57810" y="86716"/>
                </a:cubicBezTo>
                <a:cubicBezTo>
                  <a:pt x="49861" y="86716"/>
                  <a:pt x="43358" y="93219"/>
                  <a:pt x="43358" y="101168"/>
                </a:cubicBezTo>
                <a:cubicBezTo>
                  <a:pt x="43358" y="109117"/>
                  <a:pt x="49861" y="115621"/>
                  <a:pt x="57810" y="115621"/>
                </a:cubicBezTo>
                <a:close/>
                <a:moveTo>
                  <a:pt x="101168" y="50584"/>
                </a:moveTo>
                <a:lnTo>
                  <a:pt x="93942" y="50584"/>
                </a:lnTo>
                <a:lnTo>
                  <a:pt x="93942" y="36132"/>
                </a:lnTo>
                <a:cubicBezTo>
                  <a:pt x="93942" y="16187"/>
                  <a:pt x="77755" y="0"/>
                  <a:pt x="57810" y="0"/>
                </a:cubicBezTo>
                <a:cubicBezTo>
                  <a:pt x="41334" y="0"/>
                  <a:pt x="26954" y="11129"/>
                  <a:pt x="22835" y="27099"/>
                </a:cubicBezTo>
                <a:cubicBezTo>
                  <a:pt x="21823" y="31001"/>
                  <a:pt x="24136" y="34903"/>
                  <a:pt x="28038" y="35915"/>
                </a:cubicBezTo>
                <a:cubicBezTo>
                  <a:pt x="31868" y="36926"/>
                  <a:pt x="35842" y="34614"/>
                  <a:pt x="36854" y="30712"/>
                </a:cubicBezTo>
                <a:cubicBezTo>
                  <a:pt x="32085" y="21173"/>
                  <a:pt x="44080" y="14453"/>
                  <a:pt x="57810" y="14453"/>
                </a:cubicBezTo>
                <a:cubicBezTo>
                  <a:pt x="69734" y="14453"/>
                  <a:pt x="79489" y="24208"/>
                  <a:pt x="79489" y="36132"/>
                </a:cubicBezTo>
                <a:lnTo>
                  <a:pt x="79489" y="50584"/>
                </a:lnTo>
                <a:lnTo>
                  <a:pt x="14453" y="50584"/>
                </a:lnTo>
                <a:cubicBezTo>
                  <a:pt x="6504" y="50584"/>
                  <a:pt x="0" y="57088"/>
                  <a:pt x="0" y="65037"/>
                </a:cubicBezTo>
                <a:lnTo>
                  <a:pt x="0" y="137300"/>
                </a:lnTo>
                <a:cubicBezTo>
                  <a:pt x="0" y="145249"/>
                  <a:pt x="6504" y="151752"/>
                  <a:pt x="14453" y="151752"/>
                </a:cubicBezTo>
                <a:lnTo>
                  <a:pt x="101168" y="151752"/>
                </a:lnTo>
                <a:cubicBezTo>
                  <a:pt x="109117" y="151752"/>
                  <a:pt x="115621" y="145249"/>
                  <a:pt x="115621" y="137300"/>
                </a:cubicBezTo>
                <a:lnTo>
                  <a:pt x="115621" y="65037"/>
                </a:lnTo>
                <a:cubicBezTo>
                  <a:pt x="115621" y="57088"/>
                  <a:pt x="109117" y="50584"/>
                  <a:pt x="101168" y="50584"/>
                </a:cubicBezTo>
                <a:close/>
                <a:moveTo>
                  <a:pt x="101168" y="130073"/>
                </a:moveTo>
                <a:cubicBezTo>
                  <a:pt x="101168" y="134048"/>
                  <a:pt x="97916" y="137300"/>
                  <a:pt x="93942" y="137300"/>
                </a:cubicBezTo>
                <a:lnTo>
                  <a:pt x="21679" y="137300"/>
                </a:lnTo>
                <a:cubicBezTo>
                  <a:pt x="17704" y="137300"/>
                  <a:pt x="14453" y="134048"/>
                  <a:pt x="14453" y="130073"/>
                </a:cubicBezTo>
                <a:lnTo>
                  <a:pt x="14453" y="72263"/>
                </a:lnTo>
                <a:cubicBezTo>
                  <a:pt x="14453" y="68289"/>
                  <a:pt x="17704" y="65037"/>
                  <a:pt x="21679" y="65037"/>
                </a:cubicBezTo>
                <a:lnTo>
                  <a:pt x="93942" y="65037"/>
                </a:lnTo>
                <a:cubicBezTo>
                  <a:pt x="97916" y="65037"/>
                  <a:pt x="101168" y="68289"/>
                  <a:pt x="101168" y="72263"/>
                </a:cubicBezTo>
                <a:lnTo>
                  <a:pt x="101168" y="130073"/>
                </a:lnTo>
                <a:close/>
              </a:path>
            </a:pathLst>
          </a:custGeom>
          <a:solidFill>
            <a:srgbClr val="2E9E5B"/>
          </a:solidFill>
          <a:ln>
            <a:noFill/>
          </a:ln>
        </p:spPr>
      </p:sp>
      <p:sp>
        <p:nvSpPr>
          <p:cNvPr id="164" name="!!text-6r1" descr="A01 已開鎖"/>
          <p:cNvSpPr txBox="1"/>
          <p:nvPr/>
        </p:nvSpPr>
        <p:spPr>
          <a:xfrm>
            <a:off x="3159138" y="3022536"/>
            <a:ext cx="878002" cy="23906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00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A01 已開鎖</a:t>
            </a:r>
            <a:endParaRPr lang="zh-TW" sz="1300"/>
          </a:p>
        </p:txBody>
      </p:sp>
      <p:sp>
        <p:nvSpPr>
          <p:cNvPr id="165" name="!!text-6rd" descr="存書流程"/>
          <p:cNvSpPr txBox="1"/>
          <p:nvPr/>
        </p:nvSpPr>
        <p:spPr>
          <a:xfrm>
            <a:off x="711200" y="636016"/>
            <a:ext cx="710184" cy="2206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00" b="1" kern="0" spc="144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存書流</a:t>
            </a:r>
            <a:r>
              <a:rPr lang="zh-TW" altLang="en-US" sz="12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程</a:t>
            </a:r>
            <a:endParaRPr lang="zh-TW" sz="1200"/>
          </a:p>
        </p:txBody>
      </p:sp>
      <p:sp>
        <p:nvSpPr>
          <p:cNvPr id="166" name="!!circle-6rk"/>
          <p:cNvSpPr/>
          <p:nvPr/>
        </p:nvSpPr>
        <p:spPr>
          <a:xfrm>
            <a:off x="1568450" y="730250"/>
            <a:ext cx="63500" cy="63500"/>
          </a:xfrm>
          <a:prstGeom prst="ellipse">
            <a:avLst/>
          </a:prstGeom>
          <a:solidFill>
            <a:srgbClr val="E3E7EA"/>
          </a:solidFill>
          <a:ln>
            <a:noFill/>
          </a:ln>
        </p:spPr>
      </p:sp>
      <p:sp>
        <p:nvSpPr>
          <p:cNvPr id="167" name="!!circle-6rl"/>
          <p:cNvSpPr/>
          <p:nvPr/>
        </p:nvSpPr>
        <p:spPr>
          <a:xfrm>
            <a:off x="1568450" y="730250"/>
            <a:ext cx="63500" cy="63500"/>
          </a:xfrm>
          <a:prstGeom prst="ellipse">
            <a:avLst/>
          </a:prstGeom>
          <a:solidFill>
            <a:srgbClr val="627D8D"/>
          </a:solidFill>
          <a:ln>
            <a:noFill/>
          </a:ln>
        </p:spPr>
      </p:sp>
      <p:sp>
        <p:nvSpPr>
          <p:cNvPr id="168" name="!!circle-6rq"/>
          <p:cNvSpPr/>
          <p:nvPr/>
        </p:nvSpPr>
        <p:spPr>
          <a:xfrm>
            <a:off x="1733550" y="730250"/>
            <a:ext cx="63500" cy="63500"/>
          </a:xfrm>
          <a:prstGeom prst="ellipse">
            <a:avLst/>
          </a:prstGeom>
          <a:solidFill>
            <a:srgbClr val="E3E7EA"/>
          </a:solidFill>
          <a:ln>
            <a:noFill/>
          </a:ln>
        </p:spPr>
      </p:sp>
      <p:sp>
        <p:nvSpPr>
          <p:cNvPr id="169" name="!!circle-6rr"/>
          <p:cNvSpPr/>
          <p:nvPr/>
        </p:nvSpPr>
        <p:spPr>
          <a:xfrm>
            <a:off x="1733550" y="730250"/>
            <a:ext cx="63500" cy="63500"/>
          </a:xfrm>
          <a:prstGeom prst="ellipse">
            <a:avLst/>
          </a:prstGeom>
          <a:solidFill>
            <a:srgbClr val="627D8D"/>
          </a:solidFill>
          <a:ln>
            <a:noFill/>
          </a:ln>
        </p:spPr>
      </p:sp>
      <p:sp>
        <p:nvSpPr>
          <p:cNvPr id="170" name="!!circle-6rw"/>
          <p:cNvSpPr/>
          <p:nvPr/>
        </p:nvSpPr>
        <p:spPr>
          <a:xfrm>
            <a:off x="1898650" y="730250"/>
            <a:ext cx="63500" cy="63500"/>
          </a:xfrm>
          <a:prstGeom prst="ellipse">
            <a:avLst/>
          </a:prstGeom>
          <a:solidFill>
            <a:srgbClr val="E3E7EA"/>
          </a:solidFill>
          <a:ln>
            <a:noFill/>
          </a:ln>
        </p:spPr>
      </p:sp>
      <p:sp>
        <p:nvSpPr>
          <p:cNvPr id="171" name="!!circle-6rx"/>
          <p:cNvSpPr/>
          <p:nvPr/>
        </p:nvSpPr>
        <p:spPr>
          <a:xfrm>
            <a:off x="1898650" y="730250"/>
            <a:ext cx="63500" cy="63500"/>
          </a:xfrm>
          <a:prstGeom prst="ellipse">
            <a:avLst/>
          </a:prstGeom>
          <a:solidFill>
            <a:srgbClr val="627D8D"/>
          </a:solidFill>
          <a:ln>
            <a:noFill/>
          </a:ln>
        </p:spPr>
      </p:sp>
      <p:sp>
        <p:nvSpPr>
          <p:cNvPr id="172" name="!!circle-6s2"/>
          <p:cNvSpPr/>
          <p:nvPr/>
        </p:nvSpPr>
        <p:spPr>
          <a:xfrm>
            <a:off x="2063750" y="730250"/>
            <a:ext cx="63500" cy="63500"/>
          </a:xfrm>
          <a:prstGeom prst="ellipse">
            <a:avLst/>
          </a:prstGeom>
          <a:solidFill>
            <a:srgbClr val="E3E7EA"/>
          </a:solidFill>
          <a:ln>
            <a:noFill/>
          </a:ln>
        </p:spPr>
      </p:sp>
      <p:sp>
        <p:nvSpPr>
          <p:cNvPr id="173" name="!!text-6uv" descr="03"/>
          <p:cNvSpPr txBox="1"/>
          <p:nvPr/>
        </p:nvSpPr>
        <p:spPr>
          <a:xfrm>
            <a:off x="698500" y="904748"/>
            <a:ext cx="619963" cy="66202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3600" kern="0" dirty="0">
                <a:solidFill>
                  <a:srgbClr val="627D8D"/>
                </a:solidFill>
                <a:latin typeface="Noto Sans TC ExtraLight"/>
                <a:ea typeface="Noto Sans TC ExtraLight"/>
                <a:cs typeface="Noto Sans TC ExtraLight"/>
              </a:rPr>
              <a:t>03</a:t>
            </a:r>
            <a:endParaRPr lang="zh-TW" sz="3600"/>
          </a:p>
        </p:txBody>
      </p:sp>
      <p:sp>
        <p:nvSpPr>
          <p:cNvPr id="174" name="!!text-6uy" descr="開門"/>
          <p:cNvSpPr txBox="1"/>
          <p:nvPr/>
        </p:nvSpPr>
        <p:spPr>
          <a:xfrm>
            <a:off x="1321003" y="904748"/>
            <a:ext cx="1051560" cy="66202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3600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開門</a:t>
            </a:r>
            <a:endParaRPr lang="zh-TW" sz="3600"/>
          </a:p>
        </p:txBody>
      </p:sp>
      <p:sp>
        <p:nvSpPr>
          <p:cNvPr id="175" name="!!text-6v5" descr="只開啟指定的櫃門，倒數 30 秒內放入書籍。"/>
          <p:cNvSpPr txBox="1"/>
          <p:nvPr/>
        </p:nvSpPr>
        <p:spPr>
          <a:xfrm>
            <a:off x="698500" y="1620520"/>
            <a:ext cx="3789045" cy="27584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500" kern="0" dirty="0">
                <a:solidFill>
                  <a:srgbClr val="3F4A54"/>
                </a:solidFill>
                <a:latin typeface="Noto Sans TC Medium"/>
                <a:ea typeface="Noto Sans TC Medium"/>
                <a:cs typeface="Noto Sans TC Medium"/>
              </a:rPr>
              <a:t>只開啟指定的櫃門，倒數 30 秒內放入書籍。</a:t>
            </a:r>
            <a:endParaRPr lang="zh-TW" sz="1500"/>
          </a:p>
        </p:txBody>
      </p:sp>
      <p:sp>
        <p:nvSpPr>
          <p:cNvPr id="176" name="!!rect-70h"/>
          <p:cNvSpPr/>
          <p:nvPr/>
        </p:nvSpPr>
        <p:spPr>
          <a:xfrm>
            <a:off x="8521700" y="660400"/>
            <a:ext cx="2933700" cy="6121400"/>
          </a:xfrm>
          <a:prstGeom prst="roundRect">
            <a:avLst>
              <a:gd name="adj" fmla="val 18020"/>
            </a:avLst>
          </a:prstGeom>
          <a:solidFill>
            <a:srgbClr val="0B1A26">
              <a:alpha val="30000"/>
            </a:srgbClr>
          </a:solidFill>
          <a:ln>
            <a:noFill/>
          </a:ln>
          <a:effectLst>
            <a:softEdge rad="474980"/>
          </a:effectLst>
        </p:spPr>
      </p:sp>
      <p:sp>
        <p:nvSpPr>
          <p:cNvPr id="177" name="!!rect-70i"/>
          <p:cNvSpPr/>
          <p:nvPr/>
        </p:nvSpPr>
        <p:spPr>
          <a:xfrm>
            <a:off x="8591550" y="527050"/>
            <a:ext cx="2794000" cy="5829300"/>
          </a:xfrm>
          <a:prstGeom prst="roundRect">
            <a:avLst>
              <a:gd name="adj" fmla="val 16825"/>
            </a:avLst>
          </a:prstGeom>
          <a:solidFill>
            <a:srgbClr val="0B1A26">
              <a:alpha val="16000"/>
            </a:srgbClr>
          </a:solidFill>
          <a:ln>
            <a:noFill/>
          </a:ln>
          <a:effectLst>
            <a:softEdge rad="125730"/>
          </a:effectLst>
        </p:spPr>
      </p:sp>
      <p:sp>
        <p:nvSpPr>
          <p:cNvPr id="178" name="!!rect-70j"/>
          <p:cNvSpPr/>
          <p:nvPr/>
        </p:nvSpPr>
        <p:spPr>
          <a:xfrm>
            <a:off x="8590280" y="1676400"/>
            <a:ext cx="31750" cy="2159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179" name="!!rect-70k"/>
          <p:cNvSpPr/>
          <p:nvPr/>
        </p:nvSpPr>
        <p:spPr>
          <a:xfrm>
            <a:off x="8590280" y="2108200"/>
            <a:ext cx="31750" cy="4064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180" name="!!rect-70l"/>
          <p:cNvSpPr/>
          <p:nvPr/>
        </p:nvSpPr>
        <p:spPr>
          <a:xfrm>
            <a:off x="8590280" y="2603500"/>
            <a:ext cx="31750" cy="4064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181" name="!!rect-70m"/>
          <p:cNvSpPr/>
          <p:nvPr/>
        </p:nvSpPr>
        <p:spPr>
          <a:xfrm>
            <a:off x="11355070" y="2260600"/>
            <a:ext cx="31750" cy="6350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182" name="!!rect-70n"/>
          <p:cNvSpPr/>
          <p:nvPr/>
        </p:nvSpPr>
        <p:spPr>
          <a:xfrm>
            <a:off x="11357610" y="4114800"/>
            <a:ext cx="25400" cy="419100"/>
          </a:xfrm>
          <a:prstGeom prst="roundRect">
            <a:avLst>
              <a:gd name="adj" fmla="val 50000"/>
            </a:avLst>
          </a:prstGeom>
          <a:solidFill>
            <a:srgbClr val="8795A0"/>
          </a:solidFill>
          <a:ln>
            <a:noFill/>
          </a:ln>
        </p:spPr>
      </p:sp>
      <p:sp>
        <p:nvSpPr>
          <p:cNvPr id="183" name="!!rect-70o"/>
          <p:cNvSpPr/>
          <p:nvPr/>
        </p:nvSpPr>
        <p:spPr>
          <a:xfrm>
            <a:off x="8610600" y="508000"/>
            <a:ext cx="2755900" cy="5753100"/>
          </a:xfrm>
          <a:prstGeom prst="roundRect">
            <a:avLst>
              <a:gd name="adj" fmla="val 16359"/>
            </a:avLst>
          </a:prstGeom>
          <a:gradFill rotWithShape="1">
            <a:gsLst>
              <a:gs pos="0">
                <a:srgbClr val="FBFCFD"/>
              </a:gs>
              <a:gs pos="18000">
                <a:srgbClr val="DDE5EB"/>
              </a:gs>
              <a:gs pos="46000">
                <a:srgbClr val="B4C2CC"/>
              </a:gs>
              <a:gs pos="62000">
                <a:srgbClr val="D3DCE3"/>
              </a:gs>
              <a:gs pos="84000">
                <a:srgbClr val="A9B8C3"/>
              </a:gs>
              <a:gs pos="100000">
                <a:srgbClr val="E8EEF2"/>
              </a:gs>
              <a:gs pos="100000">
                <a:srgbClr val="E8EEF2"/>
              </a:gs>
            </a:gsLst>
            <a:lin ang="3864255" scaled="0"/>
          </a:gradFill>
          <a:ln>
            <a:noFill/>
          </a:ln>
        </p:spPr>
      </p:sp>
      <p:sp>
        <p:nvSpPr>
          <p:cNvPr id="184" name="!!rect-70p"/>
          <p:cNvSpPr/>
          <p:nvPr/>
        </p:nvSpPr>
        <p:spPr>
          <a:xfrm>
            <a:off x="8614410" y="511810"/>
            <a:ext cx="2748280" cy="5745480"/>
          </a:xfrm>
          <a:prstGeom prst="roundRect">
            <a:avLst>
              <a:gd name="adj" fmla="val 16266"/>
            </a:avLst>
          </a:prstGeom>
          <a:noFill/>
          <a:ln w="7620" cap="flat">
            <a:solidFill>
              <a:srgbClr val="7F8F9B">
                <a:alpha val="55000"/>
              </a:srgbClr>
            </a:solidFill>
            <a:prstDash val="solid"/>
            <a:miter lim="800000"/>
          </a:ln>
        </p:spPr>
      </p:sp>
      <p:sp>
        <p:nvSpPr>
          <p:cNvPr id="185" name="!!rect-70q"/>
          <p:cNvSpPr/>
          <p:nvPr/>
        </p:nvSpPr>
        <p:spPr>
          <a:xfrm>
            <a:off x="8637270" y="534670"/>
            <a:ext cx="2702560" cy="5699760"/>
          </a:xfrm>
          <a:prstGeom prst="roundRect">
            <a:avLst>
              <a:gd name="adj" fmla="val 15695"/>
            </a:avLst>
          </a:prstGeom>
          <a:noFill/>
          <a:ln w="8890" cap="flat">
            <a:solidFill>
              <a:srgbClr val="FFFFFF">
                <a:alpha val="75000"/>
              </a:srgbClr>
            </a:solidFill>
            <a:prstDash val="solid"/>
            <a:miter lim="800000"/>
          </a:ln>
        </p:spPr>
      </p:sp>
      <p:sp>
        <p:nvSpPr>
          <p:cNvPr id="186" name="!!rect-70r"/>
          <p:cNvSpPr/>
          <p:nvPr/>
        </p:nvSpPr>
        <p:spPr>
          <a:xfrm>
            <a:off x="8664575" y="561975"/>
            <a:ext cx="2647950" cy="5645150"/>
          </a:xfrm>
          <a:prstGeom prst="roundRect">
            <a:avLst>
              <a:gd name="adj" fmla="val 14988"/>
            </a:avLst>
          </a:prstGeom>
          <a:solidFill>
            <a:srgbClr val="050608"/>
          </a:solidFill>
          <a:ln>
            <a:noFill/>
          </a:ln>
        </p:spPr>
      </p:sp>
      <p:sp>
        <p:nvSpPr>
          <p:cNvPr id="187" name="!!rect-70t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solidFill>
            <a:srgbClr val="F3F5F7"/>
          </a:solidFill>
          <a:ln>
            <a:noFill/>
          </a:ln>
        </p:spPr>
      </p:sp>
      <p:sp>
        <p:nvSpPr>
          <p:cNvPr id="188" name="!!rect-7bp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solidFill>
            <a:srgbClr val="F3F5F7"/>
          </a:solidFill>
          <a:ln>
            <a:noFill/>
          </a:ln>
        </p:spPr>
      </p:sp>
      <p:sp>
        <p:nvSpPr>
          <p:cNvPr id="189" name="!!circle-7bq"/>
          <p:cNvSpPr/>
          <p:nvPr/>
        </p:nvSpPr>
        <p:spPr>
          <a:xfrm>
            <a:off x="9607550" y="1517650"/>
            <a:ext cx="762000" cy="762000"/>
          </a:xfrm>
          <a:prstGeom prst="ellipse">
            <a:avLst/>
          </a:prstGeom>
          <a:noFill/>
          <a:ln w="50800" cap="flat">
            <a:solidFill>
              <a:srgbClr val="627D8D">
                <a:alpha val="14000"/>
              </a:srgbClr>
            </a:solidFill>
            <a:prstDash val="solid"/>
            <a:miter lim="800000"/>
          </a:ln>
        </p:spPr>
      </p:sp>
      <p:sp>
        <p:nvSpPr>
          <p:cNvPr id="190" name="!!circle-7br"/>
          <p:cNvSpPr/>
          <p:nvPr/>
        </p:nvSpPr>
        <p:spPr>
          <a:xfrm>
            <a:off x="9607550" y="151765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 fill="none">
                <a:moveTo>
                  <a:pt x="381000" y="0"/>
                </a:moveTo>
                <a:cubicBezTo>
                  <a:pt x="591420" y="0"/>
                  <a:pt x="762000" y="170580"/>
                  <a:pt x="762000" y="381000"/>
                </a:cubicBezTo>
                <a:cubicBezTo>
                  <a:pt x="762000" y="591420"/>
                  <a:pt x="591420" y="762000"/>
                  <a:pt x="381000" y="762000"/>
                </a:cubicBezTo>
                <a:cubicBezTo>
                  <a:pt x="170580" y="762000"/>
                  <a:pt x="0" y="591420"/>
                  <a:pt x="0" y="381000"/>
                </a:cubicBezTo>
                <a:cubicBezTo>
                  <a:pt x="0" y="170580"/>
                  <a:pt x="170580" y="0"/>
                  <a:pt x="381000" y="0"/>
                </a:cubicBezTo>
                <a:close/>
              </a:path>
            </a:pathLst>
          </a:custGeom>
          <a:noFill/>
          <a:ln w="50800" cap="flat">
            <a:solidFill>
              <a:srgbClr val="627D8D"/>
            </a:solidFill>
            <a:custDash>
              <a:ds d="4712388" sp="4712388"/>
            </a:custDash>
            <a:miter lim="800000"/>
          </a:ln>
        </p:spPr>
      </p:sp>
      <p:sp>
        <p:nvSpPr>
          <p:cNvPr id="191" name="!!text-7c9" descr="0:28"/>
          <p:cNvSpPr txBox="1"/>
          <p:nvPr/>
        </p:nvSpPr>
        <p:spPr>
          <a:xfrm>
            <a:off x="9771634" y="1732788"/>
            <a:ext cx="494792" cy="2942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600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0:28</a:t>
            </a:r>
            <a:endParaRPr lang="zh-TW" sz="1600"/>
          </a:p>
        </p:txBody>
      </p:sp>
      <p:sp>
        <p:nvSpPr>
          <p:cNvPr id="192" name="!!text-7cz" descr="櫃門已開啟"/>
          <p:cNvSpPr txBox="1"/>
          <p:nvPr/>
        </p:nvSpPr>
        <p:spPr>
          <a:xfrm>
            <a:off x="9671050" y="2411730"/>
            <a:ext cx="673100" cy="18389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櫃門已開啟</a:t>
            </a:r>
            <a:endParaRPr lang="zh-TW" sz="1000"/>
          </a:p>
        </p:txBody>
      </p:sp>
      <p:sp>
        <p:nvSpPr>
          <p:cNvPr id="193" name="!!rect-7d5"/>
          <p:cNvSpPr/>
          <p:nvPr/>
        </p:nvSpPr>
        <p:spPr>
          <a:xfrm>
            <a:off x="8813800" y="2686050"/>
            <a:ext cx="2349500" cy="774700"/>
          </a:xfrm>
          <a:prstGeom prst="roundRect">
            <a:avLst>
              <a:gd name="adj" fmla="val 13115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94" name="!!text-7d6" descr="請將下列書籍放入櫃門 A01"/>
          <p:cNvSpPr txBox="1"/>
          <p:nvPr/>
        </p:nvSpPr>
        <p:spPr>
          <a:xfrm>
            <a:off x="8915400" y="2752344"/>
            <a:ext cx="1254557" cy="14711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請將下列書籍放入櫃門 A01</a:t>
            </a:r>
            <a:endParaRPr lang="zh-TW" sz="800"/>
          </a:p>
        </p:txBody>
      </p:sp>
      <p:sp>
        <p:nvSpPr>
          <p:cNvPr id="195" name="!!rect-7dk"/>
          <p:cNvSpPr/>
          <p:nvPr/>
        </p:nvSpPr>
        <p:spPr>
          <a:xfrm>
            <a:off x="8915400" y="2959100"/>
            <a:ext cx="2146300" cy="6350"/>
          </a:xfrm>
          <a:prstGeom prst="rect">
            <a:avLst/>
          </a:prstGeom>
          <a:solidFill>
            <a:srgbClr val="E8EBEE"/>
          </a:solidFill>
          <a:ln>
            <a:noFill/>
          </a:ln>
        </p:spPr>
      </p:sp>
      <p:sp>
        <p:nvSpPr>
          <p:cNvPr id="196" name="!!rect-7dm"/>
          <p:cNvSpPr/>
          <p:nvPr/>
        </p:nvSpPr>
        <p:spPr>
          <a:xfrm>
            <a:off x="8915400" y="3028950"/>
            <a:ext cx="254000" cy="34290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5D856F"/>
              </a:gs>
              <a:gs pos="100000">
                <a:srgbClr val="3F624F"/>
              </a:gs>
            </a:gsLst>
            <a:lin ang="3208269" scaled="0"/>
          </a:gradFill>
          <a:ln>
            <a:noFill/>
          </a:ln>
        </p:spPr>
      </p:sp>
      <p:sp>
        <p:nvSpPr>
          <p:cNvPr id="197" name="!!rect-7dn"/>
          <p:cNvSpPr/>
          <p:nvPr/>
        </p:nvSpPr>
        <p:spPr>
          <a:xfrm>
            <a:off x="8938260" y="3028950"/>
            <a:ext cx="12700" cy="342900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</p:spPr>
      </p:sp>
      <p:sp>
        <p:nvSpPr>
          <p:cNvPr id="198" name="!!rect-7do"/>
          <p:cNvSpPr/>
          <p:nvPr/>
        </p:nvSpPr>
        <p:spPr>
          <a:xfrm>
            <a:off x="8978900" y="3090672"/>
            <a:ext cx="142240" cy="24003"/>
          </a:xfrm>
          <a:prstGeom prst="roundRect">
            <a:avLst>
              <a:gd name="adj" fmla="val 28571"/>
            </a:avLst>
          </a:prstGeom>
          <a:solidFill>
            <a:srgbClr val="E7D9B8"/>
          </a:solidFill>
          <a:ln>
            <a:noFill/>
          </a:ln>
        </p:spPr>
      </p:sp>
      <p:sp>
        <p:nvSpPr>
          <p:cNvPr id="199" name="!!rect-7dp"/>
          <p:cNvSpPr/>
          <p:nvPr/>
        </p:nvSpPr>
        <p:spPr>
          <a:xfrm>
            <a:off x="8978900" y="3131820"/>
            <a:ext cx="96520" cy="15431"/>
          </a:xfrm>
          <a:prstGeom prst="roundRect">
            <a:avLst>
              <a:gd name="adj" fmla="val 44444"/>
            </a:avLst>
          </a:prstGeom>
          <a:solidFill>
            <a:srgbClr val="E7D9B8">
              <a:alpha val="72000"/>
            </a:srgbClr>
          </a:solidFill>
          <a:ln>
            <a:noFill/>
          </a:ln>
        </p:spPr>
      </p:sp>
      <p:sp>
        <p:nvSpPr>
          <p:cNvPr id="200" name="!!rect-7dq"/>
          <p:cNvSpPr/>
          <p:nvPr/>
        </p:nvSpPr>
        <p:spPr>
          <a:xfrm>
            <a:off x="8978900" y="3303270"/>
            <a:ext cx="71120" cy="13716"/>
          </a:xfrm>
          <a:prstGeom prst="roundRect">
            <a:avLst>
              <a:gd name="adj" fmla="val 50000"/>
            </a:avLst>
          </a:prstGeom>
          <a:solidFill>
            <a:srgbClr val="E7D9B8">
              <a:alpha val="55000"/>
            </a:srgbClr>
          </a:solidFill>
          <a:ln>
            <a:noFill/>
          </a:ln>
        </p:spPr>
      </p:sp>
      <p:sp>
        <p:nvSpPr>
          <p:cNvPr id="201" name="!!text-7dr" descr="統計學概論"/>
          <p:cNvSpPr txBox="1"/>
          <p:nvPr/>
        </p:nvSpPr>
        <p:spPr>
          <a:xfrm>
            <a:off x="9245600" y="3129026"/>
            <a:ext cx="471170" cy="12872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00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統計學概論</a:t>
            </a:r>
            <a:endParaRPr lang="zh-TW" sz="700"/>
          </a:p>
        </p:txBody>
      </p:sp>
      <p:sp>
        <p:nvSpPr>
          <p:cNvPr id="202" name="!!rect-7dy"/>
          <p:cNvSpPr/>
          <p:nvPr/>
        </p:nvSpPr>
        <p:spPr>
          <a:xfrm>
            <a:off x="8813800" y="3536950"/>
            <a:ext cx="2349500" cy="374650"/>
          </a:xfrm>
          <a:prstGeom prst="roundRect">
            <a:avLst>
              <a:gd name="adj" fmla="val 20339"/>
            </a:avLst>
          </a:prstGeom>
          <a:solidFill>
            <a:srgbClr val="627D8D">
              <a:alpha val="10000"/>
            </a:srgbClr>
          </a:solidFill>
          <a:ln>
            <a:noFill/>
          </a:ln>
        </p:spPr>
      </p:sp>
      <p:sp>
        <p:nvSpPr>
          <p:cNvPr id="203" name="!!path-7dz"/>
          <p:cNvSpPr/>
          <p:nvPr/>
        </p:nvSpPr>
        <p:spPr>
          <a:xfrm>
            <a:off x="8899525" y="361632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42863" y="23813"/>
                </a:moveTo>
                <a:lnTo>
                  <a:pt x="52388" y="23813"/>
                </a:lnTo>
                <a:lnTo>
                  <a:pt x="52388" y="33338"/>
                </a:lnTo>
                <a:lnTo>
                  <a:pt x="42863" y="33338"/>
                </a:lnTo>
                <a:close/>
                <a:moveTo>
                  <a:pt x="42863" y="42863"/>
                </a:moveTo>
                <a:lnTo>
                  <a:pt x="52388" y="42863"/>
                </a:lnTo>
                <a:lnTo>
                  <a:pt x="52388" y="71438"/>
                </a:lnTo>
                <a:lnTo>
                  <a:pt x="42863" y="71438"/>
                </a:lnTo>
                <a:close/>
                <a:moveTo>
                  <a:pt x="47625" y="0"/>
                </a:moveTo>
                <a:cubicBezTo>
                  <a:pt x="21336" y="0"/>
                  <a:pt x="0" y="21336"/>
                  <a:pt x="0" y="47625"/>
                </a:cubicBezTo>
                <a:cubicBezTo>
                  <a:pt x="0" y="73914"/>
                  <a:pt x="21336" y="95250"/>
                  <a:pt x="47625" y="95250"/>
                </a:cubicBezTo>
                <a:cubicBezTo>
                  <a:pt x="73914" y="95250"/>
                  <a:pt x="95250" y="73914"/>
                  <a:pt x="95250" y="47625"/>
                </a:cubicBezTo>
                <a:cubicBezTo>
                  <a:pt x="95250" y="21336"/>
                  <a:pt x="73914" y="0"/>
                  <a:pt x="47625" y="0"/>
                </a:cubicBezTo>
                <a:close/>
                <a:moveTo>
                  <a:pt x="47625" y="85725"/>
                </a:moveTo>
                <a:cubicBezTo>
                  <a:pt x="26622" y="85725"/>
                  <a:pt x="9525" y="68628"/>
                  <a:pt x="9525" y="47625"/>
                </a:cubicBezTo>
                <a:cubicBezTo>
                  <a:pt x="9525" y="26622"/>
                  <a:pt x="26622" y="9525"/>
                  <a:pt x="47625" y="9525"/>
                </a:cubicBezTo>
                <a:cubicBezTo>
                  <a:pt x="68628" y="9525"/>
                  <a:pt x="85725" y="26622"/>
                  <a:pt x="85725" y="47625"/>
                </a:cubicBezTo>
                <a:cubicBezTo>
                  <a:pt x="85725" y="68628"/>
                  <a:pt x="68628" y="85725"/>
                  <a:pt x="47625" y="85725"/>
                </a:cubicBez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204" name="!!text-7e0" descr="如需取消，請於關上櫃門前按「取消」。"/>
          <p:cNvSpPr txBox="1"/>
          <p:nvPr/>
        </p:nvSpPr>
        <p:spPr>
          <a:xfrm>
            <a:off x="9055100" y="3596767"/>
            <a:ext cx="1428115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如需取消，請於關上櫃門前</a:t>
            </a:r>
            <a:r>
              <a:rPr lang="zh-TW" altLang="en-US" sz="650" kern="0" spc="-325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按</a:t>
            </a:r>
            <a:r>
              <a:rPr lang="zh-TW" altLang="en-US" sz="650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「取消</a:t>
            </a:r>
            <a:r>
              <a:rPr lang="zh-TW" altLang="en-US" sz="650" kern="0" spc="-325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」</a:t>
            </a:r>
            <a:r>
              <a:rPr lang="zh-TW" altLang="en-US" sz="650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。</a:t>
            </a:r>
            <a:endParaRPr lang="zh-TW" sz="650"/>
          </a:p>
        </p:txBody>
      </p:sp>
      <p:sp>
        <p:nvSpPr>
          <p:cNvPr id="205" name="!!text-7ej" descr="倒數結束時將自動完成。"/>
          <p:cNvSpPr txBox="1"/>
          <p:nvPr/>
        </p:nvSpPr>
        <p:spPr>
          <a:xfrm>
            <a:off x="9055100" y="3720592"/>
            <a:ext cx="932815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倒數結束時將自動完成。</a:t>
            </a:r>
            <a:endParaRPr lang="zh-TW" sz="650"/>
          </a:p>
        </p:txBody>
      </p:sp>
      <p:sp>
        <p:nvSpPr>
          <p:cNvPr id="206" name="!!path-7ew"/>
          <p:cNvSpPr/>
          <p:nvPr/>
        </p:nvSpPr>
        <p:spPr>
          <a:xfrm>
            <a:off x="8712200" y="5085080"/>
            <a:ext cx="2552700" cy="1028700"/>
          </a:xfrm>
          <a:custGeom>
            <a:avLst/>
            <a:gdLst/>
            <a:ahLst/>
            <a:cxnLst/>
            <a:rect l="l" t="t" r="r" b="b"/>
            <a:pathLst>
              <a:path w="2552700" h="1028700">
                <a:moveTo>
                  <a:pt x="155217" y="1015561"/>
                </a:moveTo>
                <a:lnTo>
                  <a:pt x="102293" y="972127"/>
                </a:lnTo>
                <a:lnTo>
                  <a:pt x="58859" y="919203"/>
                </a:lnTo>
                <a:lnTo>
                  <a:pt x="26585" y="858822"/>
                </a:lnTo>
                <a:lnTo>
                  <a:pt x="6711" y="793305"/>
                </a:lnTo>
                <a:lnTo>
                  <a:pt x="0" y="725170"/>
                </a:lnTo>
                <a:lnTo>
                  <a:pt x="0" y="152400"/>
                </a:lnTo>
                <a:lnTo>
                  <a:pt x="1058" y="128058"/>
                </a:lnTo>
                <a:lnTo>
                  <a:pt x="4233" y="105833"/>
                </a:lnTo>
                <a:lnTo>
                  <a:pt x="9525" y="85725"/>
                </a:lnTo>
                <a:lnTo>
                  <a:pt x="16933" y="67733"/>
                </a:lnTo>
                <a:lnTo>
                  <a:pt x="26458" y="51858"/>
                </a:lnTo>
                <a:lnTo>
                  <a:pt x="38100" y="38100"/>
                </a:lnTo>
                <a:lnTo>
                  <a:pt x="51858" y="26458"/>
                </a:lnTo>
                <a:lnTo>
                  <a:pt x="67733" y="16933"/>
                </a:lnTo>
                <a:lnTo>
                  <a:pt x="85725" y="9525"/>
                </a:lnTo>
                <a:lnTo>
                  <a:pt x="105833" y="4233"/>
                </a:lnTo>
                <a:lnTo>
                  <a:pt x="128058" y="1058"/>
                </a:lnTo>
                <a:lnTo>
                  <a:pt x="152400" y="0"/>
                </a:lnTo>
                <a:lnTo>
                  <a:pt x="2400300" y="0"/>
                </a:lnTo>
                <a:lnTo>
                  <a:pt x="2424642" y="1058"/>
                </a:lnTo>
                <a:lnTo>
                  <a:pt x="2446867" y="4233"/>
                </a:lnTo>
                <a:lnTo>
                  <a:pt x="2466975" y="9525"/>
                </a:lnTo>
                <a:lnTo>
                  <a:pt x="2484967" y="16933"/>
                </a:lnTo>
                <a:lnTo>
                  <a:pt x="2500842" y="26458"/>
                </a:lnTo>
                <a:lnTo>
                  <a:pt x="2514600" y="38100"/>
                </a:lnTo>
                <a:lnTo>
                  <a:pt x="2526242" y="51858"/>
                </a:lnTo>
                <a:lnTo>
                  <a:pt x="2535767" y="67733"/>
                </a:lnTo>
                <a:lnTo>
                  <a:pt x="2543175" y="85725"/>
                </a:lnTo>
                <a:lnTo>
                  <a:pt x="2548467" y="105833"/>
                </a:lnTo>
                <a:lnTo>
                  <a:pt x="2551642" y="128058"/>
                </a:lnTo>
                <a:lnTo>
                  <a:pt x="2552700" y="152400"/>
                </a:lnTo>
                <a:lnTo>
                  <a:pt x="2552700" y="725170"/>
                </a:lnTo>
                <a:lnTo>
                  <a:pt x="2545989" y="793305"/>
                </a:lnTo>
                <a:lnTo>
                  <a:pt x="2526115" y="858822"/>
                </a:lnTo>
                <a:lnTo>
                  <a:pt x="2493841" y="919203"/>
                </a:lnTo>
                <a:lnTo>
                  <a:pt x="2450407" y="972127"/>
                </a:lnTo>
                <a:lnTo>
                  <a:pt x="2397483" y="1015561"/>
                </a:lnTo>
                <a:lnTo>
                  <a:pt x="2372901" y="1028700"/>
                </a:lnTo>
                <a:lnTo>
                  <a:pt x="179799" y="1028700"/>
                </a:lnTo>
                <a:close/>
              </a:path>
            </a:pathLst>
          </a:custGeom>
          <a:solidFill>
            <a:srgbClr val="0B1A26">
              <a:alpha val="2200"/>
            </a:srgbClr>
          </a:solidFill>
          <a:ln>
            <a:noFill/>
          </a:ln>
        </p:spPr>
      </p:sp>
      <p:sp>
        <p:nvSpPr>
          <p:cNvPr id="207" name="!!path-7ex"/>
          <p:cNvSpPr/>
          <p:nvPr/>
        </p:nvSpPr>
        <p:spPr>
          <a:xfrm>
            <a:off x="8712200" y="5102225"/>
            <a:ext cx="2552700" cy="1028700"/>
          </a:xfrm>
          <a:custGeom>
            <a:avLst/>
            <a:gdLst/>
            <a:ahLst/>
            <a:cxnLst/>
            <a:rect l="l" t="t" r="r" b="b"/>
            <a:pathLst>
              <a:path w="2552700" h="1028700">
                <a:moveTo>
                  <a:pt x="155217" y="998416"/>
                </a:moveTo>
                <a:lnTo>
                  <a:pt x="102293" y="954982"/>
                </a:lnTo>
                <a:lnTo>
                  <a:pt x="58859" y="902058"/>
                </a:lnTo>
                <a:lnTo>
                  <a:pt x="26585" y="841677"/>
                </a:lnTo>
                <a:lnTo>
                  <a:pt x="6711" y="776160"/>
                </a:lnTo>
                <a:lnTo>
                  <a:pt x="0" y="708025"/>
                </a:lnTo>
                <a:lnTo>
                  <a:pt x="0" y="152400"/>
                </a:lnTo>
                <a:lnTo>
                  <a:pt x="1058" y="128058"/>
                </a:lnTo>
                <a:lnTo>
                  <a:pt x="4233" y="105833"/>
                </a:lnTo>
                <a:lnTo>
                  <a:pt x="9525" y="85725"/>
                </a:lnTo>
                <a:lnTo>
                  <a:pt x="16933" y="67733"/>
                </a:lnTo>
                <a:lnTo>
                  <a:pt x="26458" y="51858"/>
                </a:lnTo>
                <a:lnTo>
                  <a:pt x="38100" y="38100"/>
                </a:lnTo>
                <a:lnTo>
                  <a:pt x="51858" y="26458"/>
                </a:lnTo>
                <a:lnTo>
                  <a:pt x="67733" y="16933"/>
                </a:lnTo>
                <a:lnTo>
                  <a:pt x="85725" y="9525"/>
                </a:lnTo>
                <a:lnTo>
                  <a:pt x="105833" y="4233"/>
                </a:lnTo>
                <a:lnTo>
                  <a:pt x="128058" y="1058"/>
                </a:lnTo>
                <a:lnTo>
                  <a:pt x="152400" y="0"/>
                </a:lnTo>
                <a:lnTo>
                  <a:pt x="2400300" y="0"/>
                </a:lnTo>
                <a:lnTo>
                  <a:pt x="2424642" y="1058"/>
                </a:lnTo>
                <a:lnTo>
                  <a:pt x="2446867" y="4233"/>
                </a:lnTo>
                <a:lnTo>
                  <a:pt x="2466975" y="9525"/>
                </a:lnTo>
                <a:lnTo>
                  <a:pt x="2484967" y="16933"/>
                </a:lnTo>
                <a:lnTo>
                  <a:pt x="2500842" y="26458"/>
                </a:lnTo>
                <a:lnTo>
                  <a:pt x="2514600" y="38100"/>
                </a:lnTo>
                <a:lnTo>
                  <a:pt x="2526242" y="51858"/>
                </a:lnTo>
                <a:lnTo>
                  <a:pt x="2535767" y="67733"/>
                </a:lnTo>
                <a:lnTo>
                  <a:pt x="2543175" y="85725"/>
                </a:lnTo>
                <a:lnTo>
                  <a:pt x="2548467" y="105833"/>
                </a:lnTo>
                <a:lnTo>
                  <a:pt x="2551642" y="128058"/>
                </a:lnTo>
                <a:lnTo>
                  <a:pt x="2552700" y="152400"/>
                </a:lnTo>
                <a:lnTo>
                  <a:pt x="2552700" y="708025"/>
                </a:lnTo>
                <a:lnTo>
                  <a:pt x="2545989" y="776160"/>
                </a:lnTo>
                <a:lnTo>
                  <a:pt x="2526115" y="841677"/>
                </a:lnTo>
                <a:lnTo>
                  <a:pt x="2493841" y="902058"/>
                </a:lnTo>
                <a:lnTo>
                  <a:pt x="2450407" y="954982"/>
                </a:lnTo>
                <a:lnTo>
                  <a:pt x="2397483" y="998416"/>
                </a:lnTo>
                <a:lnTo>
                  <a:pt x="2340825" y="1028700"/>
                </a:lnTo>
                <a:lnTo>
                  <a:pt x="211875" y="1028700"/>
                </a:lnTo>
                <a:close/>
              </a:path>
            </a:pathLst>
          </a:custGeom>
          <a:solidFill>
            <a:srgbClr val="0B1A26">
              <a:alpha val="2200"/>
            </a:srgbClr>
          </a:solidFill>
          <a:ln>
            <a:noFill/>
          </a:ln>
        </p:spPr>
      </p:sp>
      <p:sp>
        <p:nvSpPr>
          <p:cNvPr id="208" name="!!path-7ey"/>
          <p:cNvSpPr/>
          <p:nvPr/>
        </p:nvSpPr>
        <p:spPr>
          <a:xfrm>
            <a:off x="8712200" y="5116513"/>
            <a:ext cx="2552700" cy="1028700"/>
          </a:xfrm>
          <a:custGeom>
            <a:avLst/>
            <a:gdLst/>
            <a:ahLst/>
            <a:cxnLst/>
            <a:rect l="l" t="t" r="r" b="b"/>
            <a:pathLst>
              <a:path w="2552700" h="1028700">
                <a:moveTo>
                  <a:pt x="215598" y="1016402"/>
                </a:moveTo>
                <a:lnTo>
                  <a:pt x="155217" y="984128"/>
                </a:lnTo>
                <a:lnTo>
                  <a:pt x="102293" y="940695"/>
                </a:lnTo>
                <a:lnTo>
                  <a:pt x="58859" y="887770"/>
                </a:lnTo>
                <a:lnTo>
                  <a:pt x="26585" y="827390"/>
                </a:lnTo>
                <a:lnTo>
                  <a:pt x="6711" y="761873"/>
                </a:lnTo>
                <a:lnTo>
                  <a:pt x="0" y="693738"/>
                </a:lnTo>
                <a:lnTo>
                  <a:pt x="0" y="152400"/>
                </a:lnTo>
                <a:lnTo>
                  <a:pt x="1058" y="128058"/>
                </a:lnTo>
                <a:lnTo>
                  <a:pt x="4233" y="105833"/>
                </a:lnTo>
                <a:lnTo>
                  <a:pt x="9525" y="85725"/>
                </a:lnTo>
                <a:lnTo>
                  <a:pt x="16933" y="67733"/>
                </a:lnTo>
                <a:lnTo>
                  <a:pt x="26458" y="51858"/>
                </a:lnTo>
                <a:lnTo>
                  <a:pt x="38100" y="38100"/>
                </a:lnTo>
                <a:lnTo>
                  <a:pt x="51858" y="26458"/>
                </a:lnTo>
                <a:lnTo>
                  <a:pt x="67733" y="16933"/>
                </a:lnTo>
                <a:lnTo>
                  <a:pt x="85725" y="9525"/>
                </a:lnTo>
                <a:lnTo>
                  <a:pt x="105833" y="4233"/>
                </a:lnTo>
                <a:lnTo>
                  <a:pt x="128058" y="1058"/>
                </a:lnTo>
                <a:lnTo>
                  <a:pt x="152400" y="0"/>
                </a:lnTo>
                <a:lnTo>
                  <a:pt x="2400300" y="0"/>
                </a:lnTo>
                <a:lnTo>
                  <a:pt x="2424642" y="1058"/>
                </a:lnTo>
                <a:lnTo>
                  <a:pt x="2446867" y="4233"/>
                </a:lnTo>
                <a:lnTo>
                  <a:pt x="2466975" y="9525"/>
                </a:lnTo>
                <a:lnTo>
                  <a:pt x="2484967" y="16933"/>
                </a:lnTo>
                <a:lnTo>
                  <a:pt x="2500842" y="26458"/>
                </a:lnTo>
                <a:lnTo>
                  <a:pt x="2514600" y="38100"/>
                </a:lnTo>
                <a:lnTo>
                  <a:pt x="2526242" y="51858"/>
                </a:lnTo>
                <a:lnTo>
                  <a:pt x="2535767" y="67733"/>
                </a:lnTo>
                <a:lnTo>
                  <a:pt x="2543175" y="85725"/>
                </a:lnTo>
                <a:lnTo>
                  <a:pt x="2548467" y="105833"/>
                </a:lnTo>
                <a:lnTo>
                  <a:pt x="2551642" y="128058"/>
                </a:lnTo>
                <a:lnTo>
                  <a:pt x="2552700" y="152400"/>
                </a:lnTo>
                <a:lnTo>
                  <a:pt x="2552700" y="693738"/>
                </a:lnTo>
                <a:lnTo>
                  <a:pt x="2545989" y="761873"/>
                </a:lnTo>
                <a:lnTo>
                  <a:pt x="2526115" y="827390"/>
                </a:lnTo>
                <a:lnTo>
                  <a:pt x="2493841" y="887770"/>
                </a:lnTo>
                <a:lnTo>
                  <a:pt x="2450407" y="940695"/>
                </a:lnTo>
                <a:lnTo>
                  <a:pt x="2397483" y="984128"/>
                </a:lnTo>
                <a:lnTo>
                  <a:pt x="2337102" y="1016402"/>
                </a:lnTo>
                <a:lnTo>
                  <a:pt x="2296563" y="1028700"/>
                </a:lnTo>
                <a:lnTo>
                  <a:pt x="256137" y="1028700"/>
                </a:lnTo>
                <a:close/>
              </a:path>
            </a:pathLst>
          </a:custGeom>
          <a:solidFill>
            <a:srgbClr val="0B1A26">
              <a:alpha val="2200"/>
            </a:srgbClr>
          </a:solidFill>
          <a:ln>
            <a:noFill/>
          </a:ln>
        </p:spPr>
      </p:sp>
      <p:sp>
        <p:nvSpPr>
          <p:cNvPr id="209" name="!!path-7ez"/>
          <p:cNvSpPr/>
          <p:nvPr/>
        </p:nvSpPr>
        <p:spPr>
          <a:xfrm>
            <a:off x="8712200" y="5130800"/>
            <a:ext cx="2552700" cy="1028700"/>
          </a:xfrm>
          <a:custGeom>
            <a:avLst/>
            <a:gdLst/>
            <a:ahLst/>
            <a:cxnLst/>
            <a:rect l="l" t="t" r="r" b="b"/>
            <a:pathLst>
              <a:path w="2552700" h="1028700">
                <a:moveTo>
                  <a:pt x="281115" y="1021989"/>
                </a:moveTo>
                <a:lnTo>
                  <a:pt x="215598" y="1002115"/>
                </a:lnTo>
                <a:lnTo>
                  <a:pt x="155217" y="969841"/>
                </a:lnTo>
                <a:lnTo>
                  <a:pt x="102293" y="926407"/>
                </a:lnTo>
                <a:lnTo>
                  <a:pt x="58859" y="873483"/>
                </a:lnTo>
                <a:lnTo>
                  <a:pt x="26585" y="813102"/>
                </a:lnTo>
                <a:lnTo>
                  <a:pt x="6711" y="747585"/>
                </a:lnTo>
                <a:lnTo>
                  <a:pt x="0" y="679450"/>
                </a:lnTo>
                <a:lnTo>
                  <a:pt x="0" y="152400"/>
                </a:lnTo>
                <a:lnTo>
                  <a:pt x="1058" y="128058"/>
                </a:lnTo>
                <a:lnTo>
                  <a:pt x="4233" y="105833"/>
                </a:lnTo>
                <a:lnTo>
                  <a:pt x="9525" y="85725"/>
                </a:lnTo>
                <a:lnTo>
                  <a:pt x="16933" y="67733"/>
                </a:lnTo>
                <a:lnTo>
                  <a:pt x="26458" y="51858"/>
                </a:lnTo>
                <a:lnTo>
                  <a:pt x="38100" y="38100"/>
                </a:lnTo>
                <a:lnTo>
                  <a:pt x="51858" y="26458"/>
                </a:lnTo>
                <a:lnTo>
                  <a:pt x="67733" y="16933"/>
                </a:lnTo>
                <a:lnTo>
                  <a:pt x="85725" y="9525"/>
                </a:lnTo>
                <a:lnTo>
                  <a:pt x="105833" y="4233"/>
                </a:lnTo>
                <a:lnTo>
                  <a:pt x="128058" y="1058"/>
                </a:lnTo>
                <a:lnTo>
                  <a:pt x="152400" y="0"/>
                </a:lnTo>
                <a:lnTo>
                  <a:pt x="2400300" y="0"/>
                </a:lnTo>
                <a:lnTo>
                  <a:pt x="2424642" y="1058"/>
                </a:lnTo>
                <a:lnTo>
                  <a:pt x="2446867" y="4233"/>
                </a:lnTo>
                <a:lnTo>
                  <a:pt x="2466975" y="9525"/>
                </a:lnTo>
                <a:lnTo>
                  <a:pt x="2484967" y="16933"/>
                </a:lnTo>
                <a:lnTo>
                  <a:pt x="2500842" y="26458"/>
                </a:lnTo>
                <a:lnTo>
                  <a:pt x="2514600" y="38100"/>
                </a:lnTo>
                <a:lnTo>
                  <a:pt x="2526242" y="51858"/>
                </a:lnTo>
                <a:lnTo>
                  <a:pt x="2535767" y="67733"/>
                </a:lnTo>
                <a:lnTo>
                  <a:pt x="2543175" y="85725"/>
                </a:lnTo>
                <a:lnTo>
                  <a:pt x="2548467" y="105833"/>
                </a:lnTo>
                <a:lnTo>
                  <a:pt x="2551642" y="128058"/>
                </a:lnTo>
                <a:lnTo>
                  <a:pt x="2552700" y="152400"/>
                </a:lnTo>
                <a:lnTo>
                  <a:pt x="2552700" y="679450"/>
                </a:lnTo>
                <a:lnTo>
                  <a:pt x="2545989" y="747585"/>
                </a:lnTo>
                <a:lnTo>
                  <a:pt x="2526115" y="813102"/>
                </a:lnTo>
                <a:lnTo>
                  <a:pt x="2493841" y="873483"/>
                </a:lnTo>
                <a:lnTo>
                  <a:pt x="2450407" y="926407"/>
                </a:lnTo>
                <a:lnTo>
                  <a:pt x="2397483" y="969841"/>
                </a:lnTo>
                <a:lnTo>
                  <a:pt x="2337102" y="1002115"/>
                </a:lnTo>
                <a:lnTo>
                  <a:pt x="2271585" y="1021989"/>
                </a:lnTo>
                <a:lnTo>
                  <a:pt x="2203450" y="1028700"/>
                </a:lnTo>
                <a:lnTo>
                  <a:pt x="349250" y="1028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10" name="!!rect-7f5"/>
          <p:cNvSpPr/>
          <p:nvPr/>
        </p:nvSpPr>
        <p:spPr>
          <a:xfrm>
            <a:off x="8813800" y="5207000"/>
            <a:ext cx="2349500" cy="304800"/>
          </a:xfrm>
          <a:prstGeom prst="roundRect">
            <a:avLst>
              <a:gd name="adj" fmla="val 29167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211" name="!!text-7f6" descr="完成"/>
          <p:cNvSpPr txBox="1"/>
          <p:nvPr/>
        </p:nvSpPr>
        <p:spPr>
          <a:xfrm>
            <a:off x="9886950" y="5279644"/>
            <a:ext cx="233680" cy="14711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00" b="1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完成</a:t>
            </a:r>
            <a:endParaRPr lang="zh-TW" sz="800"/>
          </a:p>
        </p:txBody>
      </p:sp>
      <p:sp>
        <p:nvSpPr>
          <p:cNvPr id="212" name="!!rect-7fc"/>
          <p:cNvSpPr/>
          <p:nvPr/>
        </p:nvSpPr>
        <p:spPr>
          <a:xfrm>
            <a:off x="8818563" y="5567363"/>
            <a:ext cx="2339975" cy="295275"/>
          </a:xfrm>
          <a:prstGeom prst="roundRect">
            <a:avLst>
              <a:gd name="adj" fmla="val 29032"/>
            </a:avLst>
          </a:prstGeom>
          <a:solidFill>
            <a:srgbClr val="FFFFFF"/>
          </a:solidFill>
          <a:ln w="9525" cap="flat">
            <a:solidFill>
              <a:srgbClr val="627D8D"/>
            </a:solidFill>
            <a:prstDash val="solid"/>
            <a:miter lim="800000"/>
          </a:ln>
        </p:spPr>
      </p:sp>
      <p:sp>
        <p:nvSpPr>
          <p:cNvPr id="213" name="!!text-7fd" descr="取消"/>
          <p:cNvSpPr txBox="1"/>
          <p:nvPr/>
        </p:nvSpPr>
        <p:spPr>
          <a:xfrm>
            <a:off x="9886950" y="5635244"/>
            <a:ext cx="233680" cy="14711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取消</a:t>
            </a:r>
            <a:endParaRPr lang="zh-TW" sz="800"/>
          </a:p>
        </p:txBody>
      </p:sp>
      <p:sp>
        <p:nvSpPr>
          <p:cNvPr id="214" name="!!path-7fh"/>
          <p:cNvSpPr/>
          <p:nvPr/>
        </p:nvSpPr>
        <p:spPr>
          <a:xfrm>
            <a:off x="8712200" y="609600"/>
            <a:ext cx="2552700" cy="730250"/>
          </a:xfrm>
          <a:custGeom>
            <a:avLst/>
            <a:gdLst/>
            <a:ahLst/>
            <a:cxnLst/>
            <a:rect l="l" t="t" r="r" b="b"/>
            <a:pathLst>
              <a:path w="2552700" h="730250">
                <a:moveTo>
                  <a:pt x="0" y="349250"/>
                </a:moveTo>
                <a:lnTo>
                  <a:pt x="6711" y="281115"/>
                </a:lnTo>
                <a:lnTo>
                  <a:pt x="26585" y="215598"/>
                </a:lnTo>
                <a:lnTo>
                  <a:pt x="58859" y="155217"/>
                </a:lnTo>
                <a:lnTo>
                  <a:pt x="102293" y="102293"/>
                </a:lnTo>
                <a:lnTo>
                  <a:pt x="155217" y="58859"/>
                </a:lnTo>
                <a:lnTo>
                  <a:pt x="215598" y="26585"/>
                </a:lnTo>
                <a:lnTo>
                  <a:pt x="281115" y="6711"/>
                </a:lnTo>
                <a:lnTo>
                  <a:pt x="349250" y="0"/>
                </a:lnTo>
                <a:lnTo>
                  <a:pt x="2203450" y="0"/>
                </a:lnTo>
                <a:lnTo>
                  <a:pt x="2271585" y="6711"/>
                </a:lnTo>
                <a:lnTo>
                  <a:pt x="2337102" y="26585"/>
                </a:lnTo>
                <a:lnTo>
                  <a:pt x="2397483" y="58859"/>
                </a:lnTo>
                <a:lnTo>
                  <a:pt x="2450407" y="102293"/>
                </a:lnTo>
                <a:lnTo>
                  <a:pt x="2493841" y="155217"/>
                </a:lnTo>
                <a:lnTo>
                  <a:pt x="2526115" y="215598"/>
                </a:lnTo>
                <a:lnTo>
                  <a:pt x="2545989" y="281115"/>
                </a:lnTo>
                <a:lnTo>
                  <a:pt x="2552700" y="349250"/>
                </a:lnTo>
                <a:lnTo>
                  <a:pt x="2552700" y="577850"/>
                </a:lnTo>
                <a:lnTo>
                  <a:pt x="2551642" y="602192"/>
                </a:lnTo>
                <a:lnTo>
                  <a:pt x="2548467" y="624417"/>
                </a:lnTo>
                <a:lnTo>
                  <a:pt x="2543175" y="644525"/>
                </a:lnTo>
                <a:lnTo>
                  <a:pt x="2535767" y="662517"/>
                </a:lnTo>
                <a:lnTo>
                  <a:pt x="2526242" y="678392"/>
                </a:lnTo>
                <a:lnTo>
                  <a:pt x="2514600" y="692150"/>
                </a:lnTo>
                <a:lnTo>
                  <a:pt x="2500842" y="703792"/>
                </a:lnTo>
                <a:lnTo>
                  <a:pt x="2484967" y="713317"/>
                </a:lnTo>
                <a:lnTo>
                  <a:pt x="2466975" y="720725"/>
                </a:lnTo>
                <a:lnTo>
                  <a:pt x="2446867" y="726017"/>
                </a:lnTo>
                <a:lnTo>
                  <a:pt x="2424642" y="729192"/>
                </a:lnTo>
                <a:lnTo>
                  <a:pt x="2400300" y="730250"/>
                </a:lnTo>
                <a:lnTo>
                  <a:pt x="152400" y="730250"/>
                </a:lnTo>
                <a:lnTo>
                  <a:pt x="128058" y="729192"/>
                </a:lnTo>
                <a:lnTo>
                  <a:pt x="105833" y="726017"/>
                </a:lnTo>
                <a:lnTo>
                  <a:pt x="85725" y="720725"/>
                </a:lnTo>
                <a:lnTo>
                  <a:pt x="67733" y="713317"/>
                </a:lnTo>
                <a:lnTo>
                  <a:pt x="51858" y="703792"/>
                </a:lnTo>
                <a:lnTo>
                  <a:pt x="38100" y="692150"/>
                </a:lnTo>
                <a:lnTo>
                  <a:pt x="26458" y="678392"/>
                </a:lnTo>
                <a:lnTo>
                  <a:pt x="16933" y="662517"/>
                </a:lnTo>
                <a:lnTo>
                  <a:pt x="9525" y="644525"/>
                </a:lnTo>
                <a:lnTo>
                  <a:pt x="4233" y="624417"/>
                </a:lnTo>
                <a:lnTo>
                  <a:pt x="1058" y="602192"/>
                </a:lnTo>
                <a:lnTo>
                  <a:pt x="0" y="577850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215" name="!!text-7fi" descr="2:25"/>
          <p:cNvSpPr txBox="1"/>
          <p:nvPr/>
        </p:nvSpPr>
        <p:spPr>
          <a:xfrm>
            <a:off x="9020597" y="714883"/>
            <a:ext cx="253790" cy="1563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50" kern="0" dirty="0">
                <a:solidFill>
                  <a:srgbClr val="FFFFFF"/>
                </a:solidFill>
                <a:latin typeface="Noto Sans TC SemiBold"/>
                <a:ea typeface="Noto Sans TC SemiBold"/>
                <a:cs typeface="Noto Sans TC SemiBold"/>
              </a:rPr>
              <a:t>2:25</a:t>
            </a:r>
            <a:endParaRPr lang="zh-TW" sz="850"/>
          </a:p>
        </p:txBody>
      </p:sp>
      <p:sp>
        <p:nvSpPr>
          <p:cNvPr id="216" name="!!rect-7fn"/>
          <p:cNvSpPr/>
          <p:nvPr/>
        </p:nvSpPr>
        <p:spPr>
          <a:xfrm>
            <a:off x="10579100" y="808990"/>
            <a:ext cx="21590" cy="2667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17" name="!!rect-7fo"/>
          <p:cNvSpPr/>
          <p:nvPr/>
        </p:nvSpPr>
        <p:spPr>
          <a:xfrm>
            <a:off x="10612120" y="792480"/>
            <a:ext cx="21590" cy="4318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18" name="!!rect-7fp"/>
          <p:cNvSpPr/>
          <p:nvPr/>
        </p:nvSpPr>
        <p:spPr>
          <a:xfrm>
            <a:off x="10645140" y="775970"/>
            <a:ext cx="21590" cy="5969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19" name="!!rect-7fq"/>
          <p:cNvSpPr/>
          <p:nvPr/>
        </p:nvSpPr>
        <p:spPr>
          <a:xfrm>
            <a:off x="10678160" y="759460"/>
            <a:ext cx="21590" cy="7620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20" name="!!path-7fr"/>
          <p:cNvSpPr/>
          <p:nvPr/>
        </p:nvSpPr>
        <p:spPr>
          <a:xfrm>
            <a:off x="10763250" y="763570"/>
            <a:ext cx="95250" cy="70820"/>
          </a:xfrm>
          <a:custGeom>
            <a:avLst/>
            <a:gdLst/>
            <a:ahLst/>
            <a:cxnLst/>
            <a:rect l="l" t="t" r="r" b="b"/>
            <a:pathLst>
              <a:path w="95250" h="70820">
                <a:moveTo>
                  <a:pt x="47625" y="70820"/>
                </a:moveTo>
                <a:lnTo>
                  <a:pt x="31115" y="51135"/>
                </a:lnTo>
                <a:cubicBezTo>
                  <a:pt x="40714" y="43262"/>
                  <a:pt x="54536" y="43262"/>
                  <a:pt x="64135" y="51135"/>
                </a:cubicBezTo>
                <a:close/>
                <a:moveTo>
                  <a:pt x="0" y="23830"/>
                </a:moveTo>
                <a:cubicBezTo>
                  <a:pt x="27279" y="0"/>
                  <a:pt x="67971" y="0"/>
                  <a:pt x="95250" y="23830"/>
                </a:cubicBezTo>
                <a:lnTo>
                  <a:pt x="83820" y="37165"/>
                </a:lnTo>
                <a:cubicBezTo>
                  <a:pt x="63051" y="19153"/>
                  <a:pt x="32199" y="19153"/>
                  <a:pt x="11430" y="37165"/>
                </a:cubicBezTo>
                <a:close/>
                <a:moveTo>
                  <a:pt x="16510" y="43515"/>
                </a:moveTo>
                <a:cubicBezTo>
                  <a:pt x="34385" y="28089"/>
                  <a:pt x="60865" y="28089"/>
                  <a:pt x="78740" y="43515"/>
                </a:cubicBezTo>
                <a:lnTo>
                  <a:pt x="67310" y="56850"/>
                </a:lnTo>
                <a:cubicBezTo>
                  <a:pt x="55947" y="47238"/>
                  <a:pt x="39303" y="47238"/>
                  <a:pt x="27940" y="5685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21" name="!!rect-7fs"/>
          <p:cNvSpPr/>
          <p:nvPr/>
        </p:nvSpPr>
        <p:spPr>
          <a:xfrm>
            <a:off x="10902950" y="760730"/>
            <a:ext cx="161925" cy="78740"/>
          </a:xfrm>
          <a:prstGeom prst="roundRect">
            <a:avLst>
              <a:gd name="adj" fmla="val 32258"/>
            </a:avLst>
          </a:prstGeom>
          <a:noFill/>
          <a:ln w="6985" cap="flat">
            <a:solidFill>
              <a:srgbClr val="FFFFFF">
                <a:alpha val="38000"/>
              </a:srgbClr>
            </a:solidFill>
            <a:prstDash val="solid"/>
            <a:miter lim="800000"/>
          </a:ln>
        </p:spPr>
      </p:sp>
      <p:sp>
        <p:nvSpPr>
          <p:cNvPr id="222" name="!!rect-7ft"/>
          <p:cNvSpPr/>
          <p:nvPr/>
        </p:nvSpPr>
        <p:spPr>
          <a:xfrm>
            <a:off x="10916285" y="774065"/>
            <a:ext cx="110909" cy="52070"/>
          </a:xfrm>
          <a:prstGeom prst="roundRect">
            <a:avLst>
              <a:gd name="adj" fmla="val 26829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23" name="!!path-7fu"/>
          <p:cNvSpPr/>
          <p:nvPr/>
        </p:nvSpPr>
        <p:spPr>
          <a:xfrm>
            <a:off x="11074400" y="786130"/>
            <a:ext cx="10345" cy="27940"/>
          </a:xfrm>
          <a:custGeom>
            <a:avLst/>
            <a:gdLst/>
            <a:ahLst/>
            <a:cxnLst/>
            <a:rect l="l" t="t" r="r" b="b"/>
            <a:pathLst>
              <a:path w="10345" h="27940">
                <a:moveTo>
                  <a:pt x="0" y="0"/>
                </a:moveTo>
                <a:lnTo>
                  <a:pt x="0" y="27940"/>
                </a:lnTo>
                <a:cubicBezTo>
                  <a:pt x="6146" y="26066"/>
                  <a:pt x="10345" y="20395"/>
                  <a:pt x="10345" y="13970"/>
                </a:cubicBezTo>
                <a:cubicBezTo>
                  <a:pt x="10345" y="7545"/>
                  <a:pt x="6146" y="1874"/>
                  <a:pt x="0" y="0"/>
                </a:cubicBezTo>
                <a:close/>
              </a:path>
            </a:pathLst>
          </a:custGeom>
          <a:solidFill>
            <a:srgbClr val="FFFFFF">
              <a:alpha val="45000"/>
            </a:srgbClr>
          </a:solidFill>
          <a:ln>
            <a:noFill/>
          </a:ln>
        </p:spPr>
      </p:sp>
      <p:sp>
        <p:nvSpPr>
          <p:cNvPr id="224" name="!!path-7fv"/>
          <p:cNvSpPr/>
          <p:nvPr/>
        </p:nvSpPr>
        <p:spPr>
          <a:xfrm>
            <a:off x="9567329" y="1109129"/>
            <a:ext cx="105791" cy="105791"/>
          </a:xfrm>
          <a:custGeom>
            <a:avLst/>
            <a:gdLst/>
            <a:ahLst/>
            <a:cxnLst/>
            <a:rect l="l" t="t" r="r" b="b"/>
            <a:pathLst>
              <a:path w="105791" h="105791">
                <a:moveTo>
                  <a:pt x="39672" y="23803"/>
                </a:moveTo>
                <a:lnTo>
                  <a:pt x="39672" y="39672"/>
                </a:lnTo>
                <a:lnTo>
                  <a:pt x="23803" y="39672"/>
                </a:lnTo>
                <a:lnTo>
                  <a:pt x="23803" y="23803"/>
                </a:lnTo>
                <a:lnTo>
                  <a:pt x="39672" y="23803"/>
                </a:lnTo>
                <a:moveTo>
                  <a:pt x="47606" y="15869"/>
                </a:moveTo>
                <a:lnTo>
                  <a:pt x="15869" y="15869"/>
                </a:lnTo>
                <a:lnTo>
                  <a:pt x="15869" y="47606"/>
                </a:lnTo>
                <a:lnTo>
                  <a:pt x="47606" y="47606"/>
                </a:lnTo>
                <a:lnTo>
                  <a:pt x="47606" y="15869"/>
                </a:lnTo>
                <a:close/>
                <a:moveTo>
                  <a:pt x="39672" y="66119"/>
                </a:moveTo>
                <a:lnTo>
                  <a:pt x="39672" y="81988"/>
                </a:lnTo>
                <a:lnTo>
                  <a:pt x="23803" y="81988"/>
                </a:lnTo>
                <a:lnTo>
                  <a:pt x="23803" y="66119"/>
                </a:lnTo>
                <a:lnTo>
                  <a:pt x="39672" y="66119"/>
                </a:lnTo>
                <a:moveTo>
                  <a:pt x="47606" y="58185"/>
                </a:moveTo>
                <a:lnTo>
                  <a:pt x="15869" y="58185"/>
                </a:lnTo>
                <a:lnTo>
                  <a:pt x="15869" y="89922"/>
                </a:lnTo>
                <a:lnTo>
                  <a:pt x="47606" y="89922"/>
                </a:lnTo>
                <a:lnTo>
                  <a:pt x="47606" y="58185"/>
                </a:lnTo>
                <a:close/>
                <a:moveTo>
                  <a:pt x="81988" y="23803"/>
                </a:moveTo>
                <a:lnTo>
                  <a:pt x="81988" y="39672"/>
                </a:lnTo>
                <a:lnTo>
                  <a:pt x="66119" y="39672"/>
                </a:lnTo>
                <a:lnTo>
                  <a:pt x="66119" y="23803"/>
                </a:lnTo>
                <a:lnTo>
                  <a:pt x="81988" y="23803"/>
                </a:lnTo>
                <a:moveTo>
                  <a:pt x="89922" y="15869"/>
                </a:moveTo>
                <a:lnTo>
                  <a:pt x="58185" y="15869"/>
                </a:lnTo>
                <a:lnTo>
                  <a:pt x="58185" y="47606"/>
                </a:lnTo>
                <a:lnTo>
                  <a:pt x="89922" y="47606"/>
                </a:lnTo>
                <a:lnTo>
                  <a:pt x="89922" y="15869"/>
                </a:lnTo>
                <a:close/>
                <a:moveTo>
                  <a:pt x="58185" y="58185"/>
                </a:moveTo>
                <a:lnTo>
                  <a:pt x="66119" y="58185"/>
                </a:lnTo>
                <a:lnTo>
                  <a:pt x="66119" y="66119"/>
                </a:lnTo>
                <a:lnTo>
                  <a:pt x="58185" y="66119"/>
                </a:lnTo>
                <a:lnTo>
                  <a:pt x="58185" y="58185"/>
                </a:lnTo>
                <a:close/>
                <a:moveTo>
                  <a:pt x="66119" y="66119"/>
                </a:moveTo>
                <a:lnTo>
                  <a:pt x="74054" y="66119"/>
                </a:lnTo>
                <a:lnTo>
                  <a:pt x="74054" y="74054"/>
                </a:lnTo>
                <a:lnTo>
                  <a:pt x="66119" y="74054"/>
                </a:lnTo>
                <a:lnTo>
                  <a:pt x="66119" y="66119"/>
                </a:lnTo>
                <a:close/>
                <a:moveTo>
                  <a:pt x="74054" y="58185"/>
                </a:moveTo>
                <a:lnTo>
                  <a:pt x="81988" y="58185"/>
                </a:lnTo>
                <a:lnTo>
                  <a:pt x="81988" y="66119"/>
                </a:lnTo>
                <a:lnTo>
                  <a:pt x="74054" y="66119"/>
                </a:lnTo>
                <a:lnTo>
                  <a:pt x="74054" y="58185"/>
                </a:lnTo>
                <a:close/>
                <a:moveTo>
                  <a:pt x="58185" y="74054"/>
                </a:moveTo>
                <a:lnTo>
                  <a:pt x="66119" y="74054"/>
                </a:lnTo>
                <a:lnTo>
                  <a:pt x="66119" y="81988"/>
                </a:lnTo>
                <a:lnTo>
                  <a:pt x="58185" y="81988"/>
                </a:lnTo>
                <a:lnTo>
                  <a:pt x="58185" y="74054"/>
                </a:lnTo>
                <a:close/>
                <a:moveTo>
                  <a:pt x="66119" y="81988"/>
                </a:moveTo>
                <a:lnTo>
                  <a:pt x="74054" y="81988"/>
                </a:lnTo>
                <a:lnTo>
                  <a:pt x="74054" y="89922"/>
                </a:lnTo>
                <a:lnTo>
                  <a:pt x="66119" y="89922"/>
                </a:lnTo>
                <a:lnTo>
                  <a:pt x="66119" y="81988"/>
                </a:lnTo>
                <a:close/>
                <a:moveTo>
                  <a:pt x="74054" y="74054"/>
                </a:moveTo>
                <a:lnTo>
                  <a:pt x="81988" y="74054"/>
                </a:lnTo>
                <a:lnTo>
                  <a:pt x="81988" y="81988"/>
                </a:lnTo>
                <a:lnTo>
                  <a:pt x="74054" y="81988"/>
                </a:lnTo>
                <a:lnTo>
                  <a:pt x="74054" y="74054"/>
                </a:lnTo>
                <a:close/>
                <a:moveTo>
                  <a:pt x="81988" y="66119"/>
                </a:moveTo>
                <a:lnTo>
                  <a:pt x="89922" y="66119"/>
                </a:lnTo>
                <a:lnTo>
                  <a:pt x="89922" y="74054"/>
                </a:lnTo>
                <a:lnTo>
                  <a:pt x="81988" y="74054"/>
                </a:lnTo>
                <a:lnTo>
                  <a:pt x="81988" y="66119"/>
                </a:lnTo>
                <a:close/>
                <a:moveTo>
                  <a:pt x="81988" y="81988"/>
                </a:moveTo>
                <a:lnTo>
                  <a:pt x="89922" y="81988"/>
                </a:lnTo>
                <a:lnTo>
                  <a:pt x="89922" y="89922"/>
                </a:lnTo>
                <a:lnTo>
                  <a:pt x="81988" y="89922"/>
                </a:lnTo>
                <a:lnTo>
                  <a:pt x="81988" y="81988"/>
                </a:lnTo>
                <a:close/>
                <a:moveTo>
                  <a:pt x="105791" y="26448"/>
                </a:moveTo>
                <a:lnTo>
                  <a:pt x="95212" y="26448"/>
                </a:lnTo>
                <a:lnTo>
                  <a:pt x="95212" y="10579"/>
                </a:lnTo>
                <a:lnTo>
                  <a:pt x="79343" y="10579"/>
                </a:lnTo>
                <a:lnTo>
                  <a:pt x="79343" y="0"/>
                </a:lnTo>
                <a:lnTo>
                  <a:pt x="105791" y="0"/>
                </a:lnTo>
                <a:lnTo>
                  <a:pt x="105791" y="26448"/>
                </a:lnTo>
                <a:close/>
                <a:moveTo>
                  <a:pt x="105791" y="105791"/>
                </a:moveTo>
                <a:lnTo>
                  <a:pt x="105791" y="79343"/>
                </a:lnTo>
                <a:lnTo>
                  <a:pt x="95212" y="79343"/>
                </a:lnTo>
                <a:lnTo>
                  <a:pt x="95212" y="95212"/>
                </a:lnTo>
                <a:lnTo>
                  <a:pt x="79343" y="95212"/>
                </a:lnTo>
                <a:lnTo>
                  <a:pt x="79343" y="105791"/>
                </a:lnTo>
                <a:lnTo>
                  <a:pt x="105791" y="105791"/>
                </a:lnTo>
                <a:close/>
                <a:moveTo>
                  <a:pt x="0" y="105791"/>
                </a:moveTo>
                <a:lnTo>
                  <a:pt x="26448" y="105791"/>
                </a:lnTo>
                <a:lnTo>
                  <a:pt x="26448" y="95212"/>
                </a:lnTo>
                <a:lnTo>
                  <a:pt x="10579" y="95212"/>
                </a:lnTo>
                <a:lnTo>
                  <a:pt x="10579" y="79343"/>
                </a:lnTo>
                <a:lnTo>
                  <a:pt x="0" y="79343"/>
                </a:lnTo>
                <a:lnTo>
                  <a:pt x="0" y="105791"/>
                </a:lnTo>
                <a:close/>
                <a:moveTo>
                  <a:pt x="0" y="0"/>
                </a:moveTo>
                <a:lnTo>
                  <a:pt x="0" y="26448"/>
                </a:lnTo>
                <a:lnTo>
                  <a:pt x="10579" y="26448"/>
                </a:lnTo>
                <a:lnTo>
                  <a:pt x="10579" y="10579"/>
                </a:lnTo>
                <a:lnTo>
                  <a:pt x="26448" y="10579"/>
                </a:lnTo>
                <a:lnTo>
                  <a:pt x="26448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25" name="!!text-7fw" descr="確認書櫃作業"/>
          <p:cNvSpPr txBox="1"/>
          <p:nvPr/>
        </p:nvSpPr>
        <p:spPr>
          <a:xfrm>
            <a:off x="9734550" y="1070737"/>
            <a:ext cx="720090" cy="16550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1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確認書櫃作業</a:t>
            </a:r>
            <a:endParaRPr lang="zh-TW" sz="900"/>
          </a:p>
        </p:txBody>
      </p:sp>
      <p:sp>
        <p:nvSpPr>
          <p:cNvPr id="226" name="!!rect-7gc"/>
          <p:cNvSpPr/>
          <p:nvPr/>
        </p:nvSpPr>
        <p:spPr>
          <a:xfrm>
            <a:off x="9531350" y="6076950"/>
            <a:ext cx="914400" cy="31750"/>
          </a:xfrm>
          <a:prstGeom prst="roundRect">
            <a:avLst>
              <a:gd name="adj" fmla="val 50000"/>
            </a:avLst>
          </a:prstGeom>
          <a:solidFill>
            <a:srgbClr val="000000">
              <a:alpha val="90000"/>
            </a:srgbClr>
          </a:solidFill>
          <a:ln>
            <a:noFill/>
          </a:ln>
        </p:spPr>
      </p:sp>
      <p:sp>
        <p:nvSpPr>
          <p:cNvPr id="227" name="!!rect-7ie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10000"/>
                </a:srgbClr>
              </a:gs>
              <a:gs pos="30762">
                <a:srgbClr val="FFFFFF">
                  <a:alpha val="2000"/>
                </a:srgbClr>
              </a:gs>
              <a:gs pos="31723">
                <a:srgbClr val="FFFFFF">
                  <a:alpha val="0"/>
                </a:srgbClr>
              </a:gs>
              <a:gs pos="9613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4329186" scaled="0"/>
          </a:gradFill>
          <a:ln>
            <a:noFill/>
          </a:ln>
        </p:spPr>
      </p:sp>
      <p:sp>
        <p:nvSpPr>
          <p:cNvPr id="228" name="!!rect-7ih"/>
          <p:cNvSpPr/>
          <p:nvPr/>
        </p:nvSpPr>
        <p:spPr>
          <a:xfrm>
            <a:off x="9728200" y="679450"/>
            <a:ext cx="520700" cy="23495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</p:spPr>
      </p:sp>
      <p:sp>
        <p:nvSpPr>
          <p:cNvPr id="229" name="!!circle-7ii"/>
          <p:cNvSpPr/>
          <p:nvPr/>
        </p:nvSpPr>
        <p:spPr>
          <a:xfrm>
            <a:off x="10088880" y="757555"/>
            <a:ext cx="78740" cy="78740"/>
          </a:xfrm>
          <a:prstGeom prst="ellipse">
            <a:avLst/>
          </a:prstGeom>
          <a:solidFill>
            <a:srgbClr val="0A0F16"/>
          </a:solidFill>
          <a:ln>
            <a:noFill/>
          </a:ln>
        </p:spPr>
      </p:sp>
      <p:sp>
        <p:nvSpPr>
          <p:cNvPr id="230" name="!!circle-7ij"/>
          <p:cNvSpPr/>
          <p:nvPr/>
        </p:nvSpPr>
        <p:spPr>
          <a:xfrm>
            <a:off x="10107930" y="776605"/>
            <a:ext cx="40640" cy="40640"/>
          </a:xfrm>
          <a:prstGeom prst="ellipse">
            <a:avLst/>
          </a:prstGeom>
          <a:solidFill>
            <a:srgbClr val="111B28"/>
          </a:solidFill>
          <a:ln>
            <a:noFill/>
          </a:ln>
        </p:spPr>
      </p:sp>
      <p:sp>
        <p:nvSpPr>
          <p:cNvPr id="231" name="!!circle-7ik"/>
          <p:cNvSpPr/>
          <p:nvPr/>
        </p:nvSpPr>
        <p:spPr>
          <a:xfrm>
            <a:off x="10130155" y="781685"/>
            <a:ext cx="13970" cy="13970"/>
          </a:xfrm>
          <a:prstGeom prst="ellipse">
            <a:avLst/>
          </a:prstGeom>
          <a:solidFill>
            <a:srgbClr val="3A5070">
              <a:alpha val="80000"/>
            </a:srgbClr>
          </a:solidFill>
          <a:ln>
            <a:noFill/>
          </a:ln>
        </p:spPr>
      </p:sp>
      <p:sp>
        <p:nvSpPr>
          <p:cNvPr id="232" name="!!path-9ic"/>
          <p:cNvSpPr/>
          <p:nvPr/>
        </p:nvSpPr>
        <p:spPr>
          <a:xfrm>
            <a:off x="381000" y="306527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233" name="!!path-9id"/>
          <p:cNvSpPr/>
          <p:nvPr/>
        </p:nvSpPr>
        <p:spPr>
          <a:xfrm>
            <a:off x="381000" y="308153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234" name="!!path-9ie"/>
          <p:cNvSpPr/>
          <p:nvPr/>
        </p:nvSpPr>
        <p:spPr>
          <a:xfrm>
            <a:off x="381000" y="309778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235" name="!!path-9if"/>
          <p:cNvSpPr/>
          <p:nvPr/>
        </p:nvSpPr>
        <p:spPr>
          <a:xfrm>
            <a:off x="381000" y="311404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236" name="!!path-9ig"/>
          <p:cNvSpPr/>
          <p:nvPr/>
        </p:nvSpPr>
        <p:spPr>
          <a:xfrm>
            <a:off x="381000" y="313030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237" name="!!path-9ih"/>
          <p:cNvSpPr/>
          <p:nvPr/>
        </p:nvSpPr>
        <p:spPr>
          <a:xfrm>
            <a:off x="381000" y="314655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238" name="!!path-9ii"/>
          <p:cNvSpPr/>
          <p:nvPr/>
        </p:nvSpPr>
        <p:spPr>
          <a:xfrm>
            <a:off x="381000" y="316281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239" name="!!path-9ij"/>
          <p:cNvSpPr/>
          <p:nvPr/>
        </p:nvSpPr>
        <p:spPr>
          <a:xfrm>
            <a:off x="381000" y="317906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240" name="!!path-9ik"/>
          <p:cNvSpPr/>
          <p:nvPr/>
        </p:nvSpPr>
        <p:spPr>
          <a:xfrm>
            <a:off x="419608" y="269342"/>
            <a:ext cx="128422" cy="122936"/>
          </a:xfrm>
          <a:custGeom>
            <a:avLst/>
            <a:gdLst/>
            <a:ahLst/>
            <a:cxnLst/>
            <a:rect l="l" t="t" r="r" b="b"/>
            <a:pathLst>
              <a:path w="128422" h="122936">
                <a:moveTo>
                  <a:pt x="0" y="17678"/>
                </a:moveTo>
                <a:lnTo>
                  <a:pt x="8128" y="5080"/>
                </a:lnTo>
                <a:cubicBezTo>
                  <a:pt x="32512" y="0"/>
                  <a:pt x="73152" y="7112"/>
                  <a:pt x="101600" y="26416"/>
                </a:cubicBezTo>
                <a:cubicBezTo>
                  <a:pt x="116840" y="37186"/>
                  <a:pt x="124968" y="49784"/>
                  <a:pt x="128422" y="62992"/>
                </a:cubicBezTo>
                <a:lnTo>
                  <a:pt x="128422" y="122936"/>
                </a:lnTo>
                <a:lnTo>
                  <a:pt x="0" y="1229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241" name="!!path-9il"/>
          <p:cNvSpPr/>
          <p:nvPr/>
        </p:nvSpPr>
        <p:spPr>
          <a:xfrm>
            <a:off x="419608" y="269342"/>
            <a:ext cx="128422" cy="62992"/>
          </a:xfrm>
          <a:custGeom>
            <a:avLst/>
            <a:gdLst/>
            <a:ahLst/>
            <a:cxnLst/>
            <a:rect l="l" t="t" r="r" b="b"/>
            <a:pathLst>
              <a:path w="128422" h="62992" fill="none">
                <a:moveTo>
                  <a:pt x="128422" y="62992"/>
                </a:moveTo>
                <a:cubicBezTo>
                  <a:pt x="124968" y="49784"/>
                  <a:pt x="116840" y="37186"/>
                  <a:pt x="101600" y="26416"/>
                </a:cubicBezTo>
                <a:cubicBezTo>
                  <a:pt x="73152" y="7112"/>
                  <a:pt x="32512" y="0"/>
                  <a:pt x="8128" y="5080"/>
                </a:cubicBezTo>
                <a:lnTo>
                  <a:pt x="0" y="1767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242" name="!!path-9im"/>
          <p:cNvSpPr/>
          <p:nvPr/>
        </p:nvSpPr>
        <p:spPr>
          <a:xfrm>
            <a:off x="407010" y="281534"/>
            <a:ext cx="141021" cy="110744"/>
          </a:xfrm>
          <a:custGeom>
            <a:avLst/>
            <a:gdLst/>
            <a:ahLst/>
            <a:cxnLst/>
            <a:rect l="l" t="t" r="r" b="b"/>
            <a:pathLst>
              <a:path w="141021" h="110744">
                <a:moveTo>
                  <a:pt x="0" y="22352"/>
                </a:moveTo>
                <a:lnTo>
                  <a:pt x="6502" y="6502"/>
                </a:lnTo>
                <a:cubicBezTo>
                  <a:pt x="36982" y="0"/>
                  <a:pt x="79654" y="7112"/>
                  <a:pt x="110134" y="25400"/>
                </a:cubicBezTo>
                <a:cubicBezTo>
                  <a:pt x="126390" y="35154"/>
                  <a:pt x="136550" y="49784"/>
                  <a:pt x="141021" y="62992"/>
                </a:cubicBezTo>
                <a:lnTo>
                  <a:pt x="141021" y="110744"/>
                </a:lnTo>
                <a:lnTo>
                  <a:pt x="0" y="110744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243" name="!!path-9in"/>
          <p:cNvSpPr/>
          <p:nvPr/>
        </p:nvSpPr>
        <p:spPr>
          <a:xfrm>
            <a:off x="407010" y="281534"/>
            <a:ext cx="141021" cy="62992"/>
          </a:xfrm>
          <a:custGeom>
            <a:avLst/>
            <a:gdLst/>
            <a:ahLst/>
            <a:cxnLst/>
            <a:rect l="l" t="t" r="r" b="b"/>
            <a:pathLst>
              <a:path w="141021" h="62992" fill="none">
                <a:moveTo>
                  <a:pt x="141021" y="62992"/>
                </a:moveTo>
                <a:cubicBezTo>
                  <a:pt x="136550" y="49784"/>
                  <a:pt x="126390" y="35154"/>
                  <a:pt x="110134" y="25400"/>
                </a:cubicBezTo>
                <a:cubicBezTo>
                  <a:pt x="79654" y="7112"/>
                  <a:pt x="36982" y="0"/>
                  <a:pt x="6502" y="6502"/>
                </a:cubicBezTo>
                <a:lnTo>
                  <a:pt x="0" y="22352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244" name="!!path-9io"/>
          <p:cNvSpPr/>
          <p:nvPr/>
        </p:nvSpPr>
        <p:spPr>
          <a:xfrm>
            <a:off x="395834" y="294742"/>
            <a:ext cx="151790" cy="97536"/>
          </a:xfrm>
          <a:custGeom>
            <a:avLst/>
            <a:gdLst/>
            <a:ahLst/>
            <a:cxnLst/>
            <a:rect l="l" t="t" r="r" b="b"/>
            <a:pathLst>
              <a:path w="151790" h="97536">
                <a:moveTo>
                  <a:pt x="0" y="23165"/>
                </a:moveTo>
                <a:lnTo>
                  <a:pt x="3861" y="12598"/>
                </a:lnTo>
                <a:cubicBezTo>
                  <a:pt x="37998" y="0"/>
                  <a:pt x="84734" y="5080"/>
                  <a:pt x="117246" y="21946"/>
                </a:cubicBezTo>
                <a:cubicBezTo>
                  <a:pt x="135534" y="31496"/>
                  <a:pt x="146710" y="43688"/>
                  <a:pt x="151790" y="55270"/>
                </a:cubicBezTo>
                <a:lnTo>
                  <a:pt x="151790" y="97536"/>
                </a:lnTo>
                <a:lnTo>
                  <a:pt x="0" y="975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245" name="!!path-9ip"/>
          <p:cNvSpPr/>
          <p:nvPr/>
        </p:nvSpPr>
        <p:spPr>
          <a:xfrm>
            <a:off x="395834" y="294742"/>
            <a:ext cx="151790" cy="55270"/>
          </a:xfrm>
          <a:custGeom>
            <a:avLst/>
            <a:gdLst/>
            <a:ahLst/>
            <a:cxnLst/>
            <a:rect l="l" t="t" r="r" b="b"/>
            <a:pathLst>
              <a:path w="151790" h="55270" fill="none">
                <a:moveTo>
                  <a:pt x="151790" y="55270"/>
                </a:moveTo>
                <a:cubicBezTo>
                  <a:pt x="146710" y="43688"/>
                  <a:pt x="135534" y="31496"/>
                  <a:pt x="117246" y="21946"/>
                </a:cubicBezTo>
                <a:cubicBezTo>
                  <a:pt x="84734" y="5080"/>
                  <a:pt x="37998" y="0"/>
                  <a:pt x="3861" y="12598"/>
                </a:cubicBezTo>
                <a:lnTo>
                  <a:pt x="0" y="23165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246" name="!!path-9iq"/>
          <p:cNvSpPr/>
          <p:nvPr/>
        </p:nvSpPr>
        <p:spPr>
          <a:xfrm>
            <a:off x="548234" y="264262"/>
            <a:ext cx="120294" cy="128016"/>
          </a:xfrm>
          <a:custGeom>
            <a:avLst/>
            <a:gdLst/>
            <a:ahLst/>
            <a:cxnLst/>
            <a:rect l="l" t="t" r="r" b="b"/>
            <a:pathLst>
              <a:path w="120294" h="128016">
                <a:moveTo>
                  <a:pt x="120294" y="18288"/>
                </a:moveTo>
                <a:lnTo>
                  <a:pt x="113589" y="4470"/>
                </a:lnTo>
                <a:cubicBezTo>
                  <a:pt x="86766" y="0"/>
                  <a:pt x="44094" y="10160"/>
                  <a:pt x="17678" y="30480"/>
                </a:cubicBezTo>
                <a:cubicBezTo>
                  <a:pt x="6502" y="39624"/>
                  <a:pt x="1422" y="52832"/>
                  <a:pt x="0" y="67056"/>
                </a:cubicBezTo>
                <a:lnTo>
                  <a:pt x="0" y="128016"/>
                </a:lnTo>
                <a:lnTo>
                  <a:pt x="120294" y="12801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247" name="!!path-9ir"/>
          <p:cNvSpPr/>
          <p:nvPr/>
        </p:nvSpPr>
        <p:spPr>
          <a:xfrm>
            <a:off x="548234" y="264262"/>
            <a:ext cx="120294" cy="67056"/>
          </a:xfrm>
          <a:custGeom>
            <a:avLst/>
            <a:gdLst/>
            <a:ahLst/>
            <a:cxnLst/>
            <a:rect l="l" t="t" r="r" b="b"/>
            <a:pathLst>
              <a:path w="120294" h="67056" fill="none">
                <a:moveTo>
                  <a:pt x="0" y="67056"/>
                </a:moveTo>
                <a:cubicBezTo>
                  <a:pt x="1422" y="52832"/>
                  <a:pt x="6502" y="39624"/>
                  <a:pt x="17678" y="30480"/>
                </a:cubicBezTo>
                <a:cubicBezTo>
                  <a:pt x="44094" y="10160"/>
                  <a:pt x="86766" y="0"/>
                  <a:pt x="113589" y="4470"/>
                </a:cubicBezTo>
                <a:lnTo>
                  <a:pt x="120294" y="1828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248" name="!!path-9is"/>
          <p:cNvSpPr/>
          <p:nvPr/>
        </p:nvSpPr>
        <p:spPr>
          <a:xfrm>
            <a:off x="548437" y="279502"/>
            <a:ext cx="133299" cy="112776"/>
          </a:xfrm>
          <a:custGeom>
            <a:avLst/>
            <a:gdLst/>
            <a:ahLst/>
            <a:cxnLst/>
            <a:rect l="l" t="t" r="r" b="b"/>
            <a:pathLst>
              <a:path w="133299" h="112776">
                <a:moveTo>
                  <a:pt x="133299" y="19710"/>
                </a:moveTo>
                <a:lnTo>
                  <a:pt x="127203" y="3048"/>
                </a:lnTo>
                <a:cubicBezTo>
                  <a:pt x="94691" y="0"/>
                  <a:pt x="54051" y="11176"/>
                  <a:pt x="27635" y="30683"/>
                </a:cubicBezTo>
                <a:cubicBezTo>
                  <a:pt x="13411" y="41250"/>
                  <a:pt x="4267" y="53848"/>
                  <a:pt x="0" y="65024"/>
                </a:cubicBezTo>
                <a:lnTo>
                  <a:pt x="0" y="112776"/>
                </a:lnTo>
                <a:lnTo>
                  <a:pt x="133299" y="11277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249" name="!!path-9it"/>
          <p:cNvSpPr/>
          <p:nvPr/>
        </p:nvSpPr>
        <p:spPr>
          <a:xfrm>
            <a:off x="548437" y="279502"/>
            <a:ext cx="133299" cy="65024"/>
          </a:xfrm>
          <a:custGeom>
            <a:avLst/>
            <a:gdLst/>
            <a:ahLst/>
            <a:cxnLst/>
            <a:rect l="l" t="t" r="r" b="b"/>
            <a:pathLst>
              <a:path w="133299" h="65024" fill="none">
                <a:moveTo>
                  <a:pt x="0" y="65024"/>
                </a:moveTo>
                <a:cubicBezTo>
                  <a:pt x="4267" y="53848"/>
                  <a:pt x="13411" y="41250"/>
                  <a:pt x="27635" y="30683"/>
                </a:cubicBezTo>
                <a:cubicBezTo>
                  <a:pt x="54051" y="11176"/>
                  <a:pt x="94691" y="0"/>
                  <a:pt x="127203" y="3048"/>
                </a:cubicBezTo>
                <a:lnTo>
                  <a:pt x="133299" y="19710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250" name="!!path-9iu"/>
          <p:cNvSpPr/>
          <p:nvPr/>
        </p:nvSpPr>
        <p:spPr>
          <a:xfrm>
            <a:off x="548843" y="293726"/>
            <a:ext cx="142646" cy="98552"/>
          </a:xfrm>
          <a:custGeom>
            <a:avLst/>
            <a:gdLst/>
            <a:ahLst/>
            <a:cxnLst/>
            <a:rect l="l" t="t" r="r" b="b"/>
            <a:pathLst>
              <a:path w="142646" h="98552">
                <a:moveTo>
                  <a:pt x="142646" y="18898"/>
                </a:moveTo>
                <a:lnTo>
                  <a:pt x="139802" y="8738"/>
                </a:lnTo>
                <a:cubicBezTo>
                  <a:pt x="106477" y="0"/>
                  <a:pt x="63805" y="5080"/>
                  <a:pt x="35357" y="19304"/>
                </a:cubicBezTo>
                <a:cubicBezTo>
                  <a:pt x="17069" y="28448"/>
                  <a:pt x="5893" y="42672"/>
                  <a:pt x="0" y="56286"/>
                </a:cubicBezTo>
                <a:lnTo>
                  <a:pt x="0" y="98552"/>
                </a:lnTo>
                <a:lnTo>
                  <a:pt x="142646" y="98552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251" name="!!path-9iv"/>
          <p:cNvSpPr/>
          <p:nvPr/>
        </p:nvSpPr>
        <p:spPr>
          <a:xfrm>
            <a:off x="548843" y="293726"/>
            <a:ext cx="142646" cy="56286"/>
          </a:xfrm>
          <a:custGeom>
            <a:avLst/>
            <a:gdLst/>
            <a:ahLst/>
            <a:cxnLst/>
            <a:rect l="l" t="t" r="r" b="b"/>
            <a:pathLst>
              <a:path w="142646" h="56286" fill="none">
                <a:moveTo>
                  <a:pt x="0" y="56286"/>
                </a:moveTo>
                <a:cubicBezTo>
                  <a:pt x="5893" y="42672"/>
                  <a:pt x="17069" y="28448"/>
                  <a:pt x="35357" y="19304"/>
                </a:cubicBezTo>
                <a:cubicBezTo>
                  <a:pt x="63805" y="5080"/>
                  <a:pt x="106477" y="0"/>
                  <a:pt x="139802" y="8738"/>
                </a:cubicBezTo>
                <a:lnTo>
                  <a:pt x="142646" y="1889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252" name="!!path-9iw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627D8D"/>
              </a:gs>
              <a:gs pos="21794">
                <a:srgbClr val="627D8D"/>
              </a:gs>
              <a:gs pos="55376">
                <a:srgbClr val="627D8D"/>
              </a:gs>
              <a:gs pos="96421">
                <a:srgbClr val="98ABB7"/>
              </a:gs>
              <a:gs pos="100000">
                <a:srgbClr val="98ABB7"/>
              </a:gs>
            </a:gsLst>
            <a:lin ang="1983350" scaled="0"/>
          </a:gradFill>
          <a:ln>
            <a:noFill/>
          </a:ln>
        </p:spPr>
      </p:sp>
      <p:sp>
        <p:nvSpPr>
          <p:cNvPr id="253" name="!!path-9ix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0000"/>
                </a:srgbClr>
              </a:gs>
              <a:gs pos="4764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83333" t="79291" r="16667" b="20709"/>
            </a:path>
          </a:gradFill>
          <a:ln>
            <a:noFill/>
          </a:ln>
        </p:spPr>
      </p:sp>
      <p:sp>
        <p:nvSpPr>
          <p:cNvPr id="254" name="!!line-9iy"/>
          <p:cNvSpPr/>
          <p:nvPr/>
        </p:nvSpPr>
        <p:spPr>
          <a:xfrm>
            <a:off x="549046" y="363017"/>
            <a:ext cx="1" cy="153619"/>
          </a:xfrm>
          <a:custGeom>
            <a:avLst/>
            <a:gdLst/>
            <a:ahLst/>
            <a:cxnLst/>
            <a:rect l="l" t="t" r="r" b="b"/>
            <a:pathLst>
              <a:path w="1" h="153619">
                <a:moveTo>
                  <a:pt x="0" y="0"/>
                </a:moveTo>
                <a:lnTo>
                  <a:pt x="0" y="153619"/>
                </a:lnTo>
              </a:path>
            </a:pathLst>
          </a:custGeom>
          <a:solidFill>
            <a:srgbClr val="000000"/>
          </a:solidFill>
          <a:ln w="6909" cap="rnd">
            <a:solidFill>
              <a:srgbClr val="C9D3D9"/>
            </a:solidFill>
            <a:prstDash val="solid"/>
            <a:miter lim="800000"/>
          </a:ln>
        </p:spPr>
      </p:sp>
      <p:sp>
        <p:nvSpPr>
          <p:cNvPr id="255" name="!!path-9iz"/>
          <p:cNvSpPr/>
          <p:nvPr/>
        </p:nvSpPr>
        <p:spPr>
          <a:xfrm>
            <a:off x="657962" y="442062"/>
            <a:ext cx="25400" cy="37998"/>
          </a:xfrm>
          <a:custGeom>
            <a:avLst/>
            <a:gdLst/>
            <a:ahLst/>
            <a:cxnLst/>
            <a:rect l="l" t="t" r="r" b="b"/>
            <a:pathLst>
              <a:path w="25400" h="37998">
                <a:moveTo>
                  <a:pt x="0" y="2642"/>
                </a:moveTo>
                <a:lnTo>
                  <a:pt x="15240" y="0"/>
                </a:lnTo>
                <a:lnTo>
                  <a:pt x="25400" y="37186"/>
                </a:lnTo>
                <a:lnTo>
                  <a:pt x="7518" y="37998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 w="1016" cap="flat">
            <a:solidFill>
              <a:srgbClr val="FFFFFF">
                <a:alpha val="55000"/>
              </a:srgbClr>
            </a:solidFill>
            <a:prstDash val="solid"/>
            <a:round/>
          </a:ln>
        </p:spPr>
      </p:sp>
      <p:sp>
        <p:nvSpPr>
          <p:cNvPr id="256" name="!!text-9j0" descr="救「舊」我的書"/>
          <p:cNvSpPr txBox="1"/>
          <p:nvPr/>
        </p:nvSpPr>
        <p:spPr>
          <a:xfrm>
            <a:off x="805879" y="251460"/>
            <a:ext cx="1120140" cy="25745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400" b="1" kern="0" spc="-70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救</a:t>
            </a:r>
            <a:r>
              <a:rPr lang="zh-TW" altLang="en-US" sz="14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「舊</a:t>
            </a:r>
            <a:r>
              <a:rPr lang="zh-TW" altLang="en-US" sz="1400" b="1" kern="0" spc="-70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」</a:t>
            </a:r>
            <a:r>
              <a:rPr lang="zh-TW" altLang="en-US" sz="14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我的書</a:t>
            </a:r>
            <a:endParaRPr lang="zh-TW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fast" p14:dur="1600" advTm="0">
        <p159:morph option="byObject"/>
      </p:transition>
    </mc:Choice>
    <mc:Fallback>
      <p:transition spd="fast" advTm="0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45.8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rect-1q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7"/>
          </a:solidFill>
          <a:ln>
            <a:noFill/>
          </a:ln>
        </p:spPr>
      </p:sp>
      <p:sp>
        <p:nvSpPr>
          <p:cNvPr id="3" name="!!ellipse-1q2"/>
          <p:cNvSpPr/>
          <p:nvPr/>
        </p:nvSpPr>
        <p:spPr>
          <a:xfrm>
            <a:off x="-889000" y="-952500"/>
            <a:ext cx="13970000" cy="7874000"/>
          </a:xfrm>
          <a:prstGeom prst="ellipse">
            <a:avLst/>
          </a:prstGeom>
          <a:gradFill rotWithShape="1">
            <a:gsLst>
              <a:gs pos="0">
                <a:srgbClr val="FFFFFF">
                  <a:alpha val="95000"/>
                </a:srgbClr>
              </a:gs>
              <a:gs pos="40865">
                <a:srgbClr val="FFFFFF">
                  <a:alpha val="35000"/>
                </a:srgbClr>
              </a:gs>
              <a:gs pos="68108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!!rect-1q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P1"/>
            <a:srcRect/>
            <a:tile tx="88576" ty="10020" sx="16667" sy="16667" flip="none" algn="tl"/>
          </a:blipFill>
          <a:ln>
            <a:noFill/>
          </a:ln>
        </p:spPr>
      </p:sp>
      <p:sp>
        <p:nvSpPr>
          <p:cNvPr id="5" name="!!circle-1qb"/>
          <p:cNvSpPr/>
          <p:nvPr/>
        </p:nvSpPr>
        <p:spPr>
          <a:xfrm>
            <a:off x="259994" y="3063595"/>
            <a:ext cx="2046732" cy="2046732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" name="!!circle-1qg"/>
          <p:cNvSpPr/>
          <p:nvPr/>
        </p:nvSpPr>
        <p:spPr>
          <a:xfrm>
            <a:off x="3122314" y="4868901"/>
            <a:ext cx="1987309" cy="1987309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7" name="!!circle-1rf"/>
          <p:cNvSpPr/>
          <p:nvPr/>
        </p:nvSpPr>
        <p:spPr>
          <a:xfrm>
            <a:off x="1191451" y="3904399"/>
            <a:ext cx="1614653" cy="1614653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8" name="!!circle-1ro"/>
          <p:cNvSpPr/>
          <p:nvPr/>
        </p:nvSpPr>
        <p:spPr>
          <a:xfrm>
            <a:off x="5739206" y="5015332"/>
            <a:ext cx="1641335" cy="1641335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9" name="!!circle-1rq"/>
          <p:cNvSpPr/>
          <p:nvPr/>
        </p:nvSpPr>
        <p:spPr>
          <a:xfrm>
            <a:off x="-560007" y="1573295"/>
            <a:ext cx="1404252" cy="1404252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0" name="!!circle-1s5"/>
          <p:cNvSpPr/>
          <p:nvPr/>
        </p:nvSpPr>
        <p:spPr>
          <a:xfrm>
            <a:off x="4325684" y="6163856"/>
            <a:ext cx="905091" cy="905091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1" name="!!circle-1sg"/>
          <p:cNvSpPr/>
          <p:nvPr/>
        </p:nvSpPr>
        <p:spPr>
          <a:xfrm>
            <a:off x="-539744" y="913359"/>
            <a:ext cx="1615783" cy="1615783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2" name="!!rect-1sh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5F7">
                  <a:alpha val="0"/>
                </a:srgbClr>
              </a:gs>
              <a:gs pos="20428">
                <a:srgbClr val="F3F5F7">
                  <a:alpha val="0"/>
                </a:srgbClr>
              </a:gs>
              <a:gs pos="66730">
                <a:srgbClr val="F3F5F7"/>
              </a:gs>
              <a:gs pos="100000">
                <a:srgbClr val="F3F5F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3" name="!!circle-1sj"/>
          <p:cNvSpPr/>
          <p:nvPr/>
        </p:nvSpPr>
        <p:spPr>
          <a:xfrm>
            <a:off x="112124" y="299273"/>
            <a:ext cx="50038" cy="50038"/>
          </a:xfrm>
          <a:prstGeom prst="ellipse">
            <a:avLst/>
          </a:prstGeom>
          <a:solidFill>
            <a:srgbClr val="627D8D">
              <a:alpha val="25400"/>
            </a:srgbClr>
          </a:solidFill>
          <a:ln>
            <a:noFill/>
          </a:ln>
        </p:spPr>
      </p:sp>
      <p:sp>
        <p:nvSpPr>
          <p:cNvPr id="14" name="!!circle-1sm"/>
          <p:cNvSpPr/>
          <p:nvPr/>
        </p:nvSpPr>
        <p:spPr>
          <a:xfrm>
            <a:off x="5646033" y="1557791"/>
            <a:ext cx="36055" cy="36055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15" name="!!circle-1sp"/>
          <p:cNvSpPr/>
          <p:nvPr/>
        </p:nvSpPr>
        <p:spPr>
          <a:xfrm>
            <a:off x="9305683" y="3469301"/>
            <a:ext cx="24295" cy="24295"/>
          </a:xfrm>
          <a:prstGeom prst="ellipse">
            <a:avLst/>
          </a:prstGeom>
          <a:solidFill>
            <a:srgbClr val="627D8D">
              <a:alpha val="18100"/>
            </a:srgbClr>
          </a:solidFill>
          <a:ln>
            <a:noFill/>
          </a:ln>
        </p:spPr>
      </p:sp>
      <p:sp>
        <p:nvSpPr>
          <p:cNvPr id="16" name="!!circle-1ss"/>
          <p:cNvSpPr/>
          <p:nvPr/>
        </p:nvSpPr>
        <p:spPr>
          <a:xfrm>
            <a:off x="3578905" y="6632080"/>
            <a:ext cx="25959" cy="25959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17" name="!!circle-1sv"/>
          <p:cNvSpPr/>
          <p:nvPr/>
        </p:nvSpPr>
        <p:spPr>
          <a:xfrm>
            <a:off x="1891788" y="1929393"/>
            <a:ext cx="35878" cy="35878"/>
          </a:xfrm>
          <a:prstGeom prst="ellipse">
            <a:avLst/>
          </a:prstGeom>
          <a:solidFill>
            <a:srgbClr val="627D8D">
              <a:alpha val="26800"/>
            </a:srgbClr>
          </a:solidFill>
          <a:ln>
            <a:noFill/>
          </a:ln>
        </p:spPr>
      </p:sp>
      <p:sp>
        <p:nvSpPr>
          <p:cNvPr id="18" name="!!circle-1sy"/>
          <p:cNvSpPr/>
          <p:nvPr/>
        </p:nvSpPr>
        <p:spPr>
          <a:xfrm>
            <a:off x="6755517" y="4130251"/>
            <a:ext cx="40234" cy="40234"/>
          </a:xfrm>
          <a:prstGeom prst="ellipse">
            <a:avLst/>
          </a:prstGeom>
          <a:solidFill>
            <a:srgbClr val="627D8D">
              <a:alpha val="31300"/>
            </a:srgbClr>
          </a:solidFill>
          <a:ln>
            <a:noFill/>
          </a:ln>
        </p:spPr>
      </p:sp>
      <p:sp>
        <p:nvSpPr>
          <p:cNvPr id="19" name="!!circle-1t1"/>
          <p:cNvSpPr/>
          <p:nvPr/>
        </p:nvSpPr>
        <p:spPr>
          <a:xfrm>
            <a:off x="10050429" y="173091"/>
            <a:ext cx="23559" cy="23559"/>
          </a:xfrm>
          <a:prstGeom prst="ellipse">
            <a:avLst/>
          </a:prstGeom>
          <a:solidFill>
            <a:srgbClr val="627D8D">
              <a:alpha val="17900"/>
            </a:srgbClr>
          </a:solidFill>
          <a:ln>
            <a:noFill/>
          </a:ln>
        </p:spPr>
      </p:sp>
      <p:sp>
        <p:nvSpPr>
          <p:cNvPr id="20" name="!!circle-1t4"/>
          <p:cNvSpPr/>
          <p:nvPr/>
        </p:nvSpPr>
        <p:spPr>
          <a:xfrm>
            <a:off x="1085475" y="5157666"/>
            <a:ext cx="29959" cy="29959"/>
          </a:xfrm>
          <a:prstGeom prst="ellipse">
            <a:avLst/>
          </a:prstGeom>
          <a:solidFill>
            <a:srgbClr val="627D8D">
              <a:alpha val="19400"/>
            </a:srgbClr>
          </a:solidFill>
          <a:ln>
            <a:noFill/>
          </a:ln>
        </p:spPr>
      </p:sp>
      <p:sp>
        <p:nvSpPr>
          <p:cNvPr id="21" name="!!circle-1t7"/>
          <p:cNvSpPr/>
          <p:nvPr/>
        </p:nvSpPr>
        <p:spPr>
          <a:xfrm>
            <a:off x="8538472" y="4650416"/>
            <a:ext cx="28702" cy="28702"/>
          </a:xfrm>
          <a:prstGeom prst="ellipse">
            <a:avLst/>
          </a:prstGeom>
          <a:solidFill>
            <a:srgbClr val="627D8D">
              <a:alpha val="17800"/>
            </a:srgbClr>
          </a:solidFill>
          <a:ln>
            <a:noFill/>
          </a:ln>
        </p:spPr>
      </p:sp>
      <p:sp>
        <p:nvSpPr>
          <p:cNvPr id="22" name="!!circle-1ta"/>
          <p:cNvSpPr/>
          <p:nvPr/>
        </p:nvSpPr>
        <p:spPr>
          <a:xfrm>
            <a:off x="11092828" y="2120289"/>
            <a:ext cx="24066" cy="24066"/>
          </a:xfrm>
          <a:prstGeom prst="ellipse">
            <a:avLst/>
          </a:prstGeom>
          <a:solidFill>
            <a:srgbClr val="627D8D">
              <a:alpha val="23900"/>
            </a:srgbClr>
          </a:solidFill>
          <a:ln>
            <a:noFill/>
          </a:ln>
        </p:spPr>
      </p:sp>
      <p:sp>
        <p:nvSpPr>
          <p:cNvPr id="23" name="!!circle-1td"/>
          <p:cNvSpPr/>
          <p:nvPr/>
        </p:nvSpPr>
        <p:spPr>
          <a:xfrm>
            <a:off x="8349201" y="6184469"/>
            <a:ext cx="35865" cy="35865"/>
          </a:xfrm>
          <a:prstGeom prst="ellipse">
            <a:avLst/>
          </a:prstGeom>
          <a:solidFill>
            <a:srgbClr val="627D8D">
              <a:alpha val="28200"/>
            </a:srgbClr>
          </a:solidFill>
          <a:ln>
            <a:noFill/>
          </a:ln>
        </p:spPr>
      </p:sp>
      <p:sp>
        <p:nvSpPr>
          <p:cNvPr id="24" name="!!circle-1tg"/>
          <p:cNvSpPr/>
          <p:nvPr/>
        </p:nvSpPr>
        <p:spPr>
          <a:xfrm>
            <a:off x="1427247" y="3462340"/>
            <a:ext cx="39218" cy="39218"/>
          </a:xfrm>
          <a:prstGeom prst="ellipse">
            <a:avLst/>
          </a:prstGeom>
          <a:solidFill>
            <a:srgbClr val="627D8D">
              <a:alpha val="29600"/>
            </a:srgbClr>
          </a:solidFill>
          <a:ln>
            <a:noFill/>
          </a:ln>
        </p:spPr>
      </p:sp>
      <p:sp>
        <p:nvSpPr>
          <p:cNvPr id="25" name="!!circle-1tj"/>
          <p:cNvSpPr/>
          <p:nvPr/>
        </p:nvSpPr>
        <p:spPr>
          <a:xfrm>
            <a:off x="7190946" y="6449768"/>
            <a:ext cx="49733" cy="49733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6" name="!!circle-1tm"/>
          <p:cNvSpPr/>
          <p:nvPr/>
        </p:nvSpPr>
        <p:spPr>
          <a:xfrm>
            <a:off x="6299191" y="2100803"/>
            <a:ext cx="41694" cy="41694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7" name="!!circle-1tp"/>
          <p:cNvSpPr/>
          <p:nvPr/>
        </p:nvSpPr>
        <p:spPr>
          <a:xfrm>
            <a:off x="6784741" y="5503062"/>
            <a:ext cx="31979" cy="31979"/>
          </a:xfrm>
          <a:prstGeom prst="ellipse">
            <a:avLst/>
          </a:prstGeom>
          <a:solidFill>
            <a:srgbClr val="627D8D">
              <a:alpha val="24100"/>
            </a:srgbClr>
          </a:solidFill>
          <a:ln>
            <a:noFill/>
          </a:ln>
        </p:spPr>
      </p:sp>
      <p:sp>
        <p:nvSpPr>
          <p:cNvPr id="28" name="!!circle-1ts"/>
          <p:cNvSpPr/>
          <p:nvPr/>
        </p:nvSpPr>
        <p:spPr>
          <a:xfrm>
            <a:off x="3819162" y="1464884"/>
            <a:ext cx="18085" cy="18085"/>
          </a:xfrm>
          <a:prstGeom prst="ellipse">
            <a:avLst/>
          </a:prstGeom>
          <a:solidFill>
            <a:srgbClr val="627D8D">
              <a:alpha val="10500"/>
            </a:srgbClr>
          </a:solidFill>
          <a:ln>
            <a:noFill/>
          </a:ln>
        </p:spPr>
      </p:sp>
      <p:sp>
        <p:nvSpPr>
          <p:cNvPr id="29" name="!!circle-1ty"/>
          <p:cNvSpPr/>
          <p:nvPr/>
        </p:nvSpPr>
        <p:spPr>
          <a:xfrm>
            <a:off x="3389153" y="6631514"/>
            <a:ext cx="39243" cy="39243"/>
          </a:xfrm>
          <a:prstGeom prst="ellipse">
            <a:avLst/>
          </a:prstGeom>
          <a:solidFill>
            <a:srgbClr val="627D8D">
              <a:alpha val="27700"/>
            </a:srgbClr>
          </a:solidFill>
          <a:ln>
            <a:noFill/>
          </a:ln>
        </p:spPr>
      </p:sp>
      <p:sp>
        <p:nvSpPr>
          <p:cNvPr id="30" name="!!circle-1u1"/>
          <p:cNvSpPr/>
          <p:nvPr/>
        </p:nvSpPr>
        <p:spPr>
          <a:xfrm>
            <a:off x="1672098" y="6742782"/>
            <a:ext cx="34519" cy="34519"/>
          </a:xfrm>
          <a:prstGeom prst="ellipse">
            <a:avLst/>
          </a:prstGeom>
          <a:solidFill>
            <a:srgbClr val="627D8D">
              <a:alpha val="22500"/>
            </a:srgbClr>
          </a:solidFill>
          <a:ln>
            <a:noFill/>
          </a:ln>
        </p:spPr>
      </p:sp>
      <p:sp>
        <p:nvSpPr>
          <p:cNvPr id="31" name="!!circle-1u4"/>
          <p:cNvSpPr/>
          <p:nvPr/>
        </p:nvSpPr>
        <p:spPr>
          <a:xfrm>
            <a:off x="2574220" y="5439413"/>
            <a:ext cx="46228" cy="46228"/>
          </a:xfrm>
          <a:prstGeom prst="ellipse">
            <a:avLst/>
          </a:prstGeom>
          <a:solidFill>
            <a:srgbClr val="627D8D">
              <a:alpha val="26200"/>
            </a:srgbClr>
          </a:solidFill>
          <a:ln>
            <a:noFill/>
          </a:ln>
        </p:spPr>
      </p:sp>
      <p:sp>
        <p:nvSpPr>
          <p:cNvPr id="32" name="!!circle-1u7"/>
          <p:cNvSpPr/>
          <p:nvPr/>
        </p:nvSpPr>
        <p:spPr>
          <a:xfrm>
            <a:off x="7408987" y="4959663"/>
            <a:ext cx="49327" cy="49327"/>
          </a:xfrm>
          <a:prstGeom prst="ellipse">
            <a:avLst/>
          </a:prstGeom>
          <a:solidFill>
            <a:srgbClr val="627D8D">
              <a:alpha val="20800"/>
            </a:srgbClr>
          </a:solidFill>
          <a:ln>
            <a:noFill/>
          </a:ln>
        </p:spPr>
      </p:sp>
      <p:sp>
        <p:nvSpPr>
          <p:cNvPr id="33" name="!!circle-1ua"/>
          <p:cNvSpPr/>
          <p:nvPr/>
        </p:nvSpPr>
        <p:spPr>
          <a:xfrm>
            <a:off x="9690435" y="5748682"/>
            <a:ext cx="24054" cy="24054"/>
          </a:xfrm>
          <a:prstGeom prst="ellipse">
            <a:avLst/>
          </a:prstGeom>
          <a:solidFill>
            <a:srgbClr val="627D8D">
              <a:alpha val="22200"/>
            </a:srgbClr>
          </a:solidFill>
          <a:ln>
            <a:noFill/>
          </a:ln>
        </p:spPr>
      </p:sp>
      <p:sp>
        <p:nvSpPr>
          <p:cNvPr id="34" name="!!circle-1ud"/>
          <p:cNvSpPr/>
          <p:nvPr/>
        </p:nvSpPr>
        <p:spPr>
          <a:xfrm>
            <a:off x="2151694" y="1643353"/>
            <a:ext cx="32271" cy="32271"/>
          </a:xfrm>
          <a:prstGeom prst="ellipse">
            <a:avLst/>
          </a:prstGeom>
          <a:solidFill>
            <a:srgbClr val="627D8D">
              <a:alpha val="20500"/>
            </a:srgbClr>
          </a:solidFill>
          <a:ln>
            <a:noFill/>
          </a:ln>
        </p:spPr>
      </p:sp>
      <p:sp>
        <p:nvSpPr>
          <p:cNvPr id="35" name="!!circle-1ug"/>
          <p:cNvSpPr/>
          <p:nvPr/>
        </p:nvSpPr>
        <p:spPr>
          <a:xfrm>
            <a:off x="2074525" y="-275"/>
            <a:ext cx="21323" cy="21323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36" name="!!circle-1uj"/>
          <p:cNvSpPr/>
          <p:nvPr/>
        </p:nvSpPr>
        <p:spPr>
          <a:xfrm>
            <a:off x="2101587" y="2678032"/>
            <a:ext cx="34252" cy="34252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37" name="!!circle-1um"/>
          <p:cNvSpPr/>
          <p:nvPr/>
        </p:nvSpPr>
        <p:spPr>
          <a:xfrm>
            <a:off x="9623018" y="4718906"/>
            <a:ext cx="44196" cy="44196"/>
          </a:xfrm>
          <a:prstGeom prst="ellipse">
            <a:avLst/>
          </a:prstGeom>
          <a:solidFill>
            <a:srgbClr val="627D8D">
              <a:alpha val="21700"/>
            </a:srgbClr>
          </a:solidFill>
          <a:ln>
            <a:noFill/>
          </a:ln>
        </p:spPr>
      </p:sp>
      <p:sp>
        <p:nvSpPr>
          <p:cNvPr id="38" name="!!circle-1up"/>
          <p:cNvSpPr/>
          <p:nvPr/>
        </p:nvSpPr>
        <p:spPr>
          <a:xfrm>
            <a:off x="6827483" y="1940716"/>
            <a:ext cx="35192" cy="35192"/>
          </a:xfrm>
          <a:prstGeom prst="ellipse">
            <a:avLst/>
          </a:prstGeom>
          <a:solidFill>
            <a:srgbClr val="627D8D">
              <a:alpha val="27100"/>
            </a:srgbClr>
          </a:solidFill>
          <a:ln>
            <a:noFill/>
          </a:ln>
        </p:spPr>
      </p:sp>
      <p:sp>
        <p:nvSpPr>
          <p:cNvPr id="39" name="!!circle-1us"/>
          <p:cNvSpPr/>
          <p:nvPr/>
        </p:nvSpPr>
        <p:spPr>
          <a:xfrm>
            <a:off x="10083927" y="5571202"/>
            <a:ext cx="43358" cy="43358"/>
          </a:xfrm>
          <a:prstGeom prst="ellipse">
            <a:avLst/>
          </a:prstGeom>
          <a:solidFill>
            <a:srgbClr val="627D8D">
              <a:alpha val="19500"/>
            </a:srgbClr>
          </a:solidFill>
          <a:ln>
            <a:noFill/>
          </a:ln>
        </p:spPr>
      </p:sp>
      <p:sp>
        <p:nvSpPr>
          <p:cNvPr id="40" name="!!circle-1uv"/>
          <p:cNvSpPr/>
          <p:nvPr/>
        </p:nvSpPr>
        <p:spPr>
          <a:xfrm>
            <a:off x="3075411" y="2374988"/>
            <a:ext cx="33528" cy="33528"/>
          </a:xfrm>
          <a:prstGeom prst="ellipse">
            <a:avLst/>
          </a:prstGeom>
          <a:solidFill>
            <a:srgbClr val="627D8D">
              <a:alpha val="28300"/>
            </a:srgbClr>
          </a:solidFill>
          <a:ln>
            <a:noFill/>
          </a:ln>
        </p:spPr>
      </p:sp>
      <p:sp>
        <p:nvSpPr>
          <p:cNvPr id="41" name="!!circle-1uy"/>
          <p:cNvSpPr/>
          <p:nvPr/>
        </p:nvSpPr>
        <p:spPr>
          <a:xfrm>
            <a:off x="6729355" y="2904011"/>
            <a:ext cx="28956" cy="28956"/>
          </a:xfrm>
          <a:prstGeom prst="ellipse">
            <a:avLst/>
          </a:prstGeom>
          <a:solidFill>
            <a:srgbClr val="627D8D">
              <a:alpha val="21800"/>
            </a:srgbClr>
          </a:solidFill>
          <a:ln>
            <a:noFill/>
          </a:ln>
        </p:spPr>
      </p:sp>
      <p:sp>
        <p:nvSpPr>
          <p:cNvPr id="42" name="!!circle-1v1"/>
          <p:cNvSpPr/>
          <p:nvPr/>
        </p:nvSpPr>
        <p:spPr>
          <a:xfrm>
            <a:off x="6965837" y="6648827"/>
            <a:ext cx="45555" cy="45555"/>
          </a:xfrm>
          <a:prstGeom prst="ellipse">
            <a:avLst/>
          </a:prstGeom>
          <a:solidFill>
            <a:srgbClr val="627D8D">
              <a:alpha val="20900"/>
            </a:srgbClr>
          </a:solidFill>
          <a:ln>
            <a:noFill/>
          </a:ln>
        </p:spPr>
      </p:sp>
      <p:sp>
        <p:nvSpPr>
          <p:cNvPr id="43" name="!!circle-1v4"/>
          <p:cNvSpPr/>
          <p:nvPr/>
        </p:nvSpPr>
        <p:spPr>
          <a:xfrm>
            <a:off x="11325383" y="3635798"/>
            <a:ext cx="39484" cy="39484"/>
          </a:xfrm>
          <a:prstGeom prst="ellipse">
            <a:avLst/>
          </a:prstGeom>
          <a:solidFill>
            <a:srgbClr val="627D8D">
              <a:alpha val="13600"/>
            </a:srgbClr>
          </a:solidFill>
          <a:ln>
            <a:noFill/>
          </a:ln>
        </p:spPr>
      </p:sp>
      <p:sp>
        <p:nvSpPr>
          <p:cNvPr id="44" name="!!circle-1v7"/>
          <p:cNvSpPr/>
          <p:nvPr/>
        </p:nvSpPr>
        <p:spPr>
          <a:xfrm>
            <a:off x="7429185" y="5805524"/>
            <a:ext cx="30455" cy="30455"/>
          </a:xfrm>
          <a:prstGeom prst="ellipse">
            <a:avLst/>
          </a:prstGeom>
          <a:solidFill>
            <a:srgbClr val="627D8D">
              <a:alpha val="16500"/>
            </a:srgbClr>
          </a:solidFill>
          <a:ln>
            <a:noFill/>
          </a:ln>
        </p:spPr>
      </p:sp>
      <p:sp>
        <p:nvSpPr>
          <p:cNvPr id="45" name="!!circle-1va"/>
          <p:cNvSpPr/>
          <p:nvPr/>
        </p:nvSpPr>
        <p:spPr>
          <a:xfrm>
            <a:off x="8924947" y="6554129"/>
            <a:ext cx="28257" cy="28257"/>
          </a:xfrm>
          <a:prstGeom prst="ellipse">
            <a:avLst/>
          </a:prstGeom>
          <a:solidFill>
            <a:srgbClr val="627D8D">
              <a:alpha val="15700"/>
            </a:srgbClr>
          </a:solidFill>
          <a:ln>
            <a:noFill/>
          </a:ln>
        </p:spPr>
      </p:sp>
      <p:sp>
        <p:nvSpPr>
          <p:cNvPr id="46" name="!!circle-1vd"/>
          <p:cNvSpPr/>
          <p:nvPr/>
        </p:nvSpPr>
        <p:spPr>
          <a:xfrm>
            <a:off x="11297662" y="5289479"/>
            <a:ext cx="45149" cy="45149"/>
          </a:xfrm>
          <a:prstGeom prst="ellipse">
            <a:avLst/>
          </a:prstGeom>
          <a:solidFill>
            <a:srgbClr val="627D8D">
              <a:alpha val="31200"/>
            </a:srgbClr>
          </a:solidFill>
          <a:ln>
            <a:noFill/>
          </a:ln>
        </p:spPr>
      </p:sp>
      <p:sp>
        <p:nvSpPr>
          <p:cNvPr id="47" name="!!circle-1vg"/>
          <p:cNvSpPr/>
          <p:nvPr/>
        </p:nvSpPr>
        <p:spPr>
          <a:xfrm>
            <a:off x="3437299" y="3548503"/>
            <a:ext cx="30696" cy="30696"/>
          </a:xfrm>
          <a:prstGeom prst="ellipse">
            <a:avLst/>
          </a:prstGeom>
          <a:solidFill>
            <a:srgbClr val="627D8D">
              <a:alpha val="25700"/>
            </a:srgbClr>
          </a:solidFill>
          <a:ln>
            <a:noFill/>
          </a:ln>
        </p:spPr>
      </p:sp>
      <p:sp>
        <p:nvSpPr>
          <p:cNvPr id="48" name="!!circle-1vj"/>
          <p:cNvSpPr/>
          <p:nvPr/>
        </p:nvSpPr>
        <p:spPr>
          <a:xfrm>
            <a:off x="8825863" y="4106403"/>
            <a:ext cx="37401" cy="37401"/>
          </a:xfrm>
          <a:prstGeom prst="ellipse">
            <a:avLst/>
          </a:prstGeom>
          <a:solidFill>
            <a:srgbClr val="627D8D">
              <a:alpha val="16000"/>
            </a:srgbClr>
          </a:solidFill>
          <a:ln>
            <a:noFill/>
          </a:ln>
        </p:spPr>
      </p:sp>
      <p:sp>
        <p:nvSpPr>
          <p:cNvPr id="49" name="!!circle-1vm"/>
          <p:cNvSpPr/>
          <p:nvPr/>
        </p:nvSpPr>
        <p:spPr>
          <a:xfrm>
            <a:off x="1710999" y="4834490"/>
            <a:ext cx="33096" cy="33096"/>
          </a:xfrm>
          <a:prstGeom prst="ellipse">
            <a:avLst/>
          </a:prstGeom>
          <a:solidFill>
            <a:srgbClr val="627D8D">
              <a:alpha val="22300"/>
            </a:srgbClr>
          </a:solidFill>
          <a:ln>
            <a:noFill/>
          </a:ln>
        </p:spPr>
      </p:sp>
      <p:sp>
        <p:nvSpPr>
          <p:cNvPr id="50" name="!!circle-1vp"/>
          <p:cNvSpPr/>
          <p:nvPr/>
        </p:nvSpPr>
        <p:spPr>
          <a:xfrm>
            <a:off x="11602497" y="939823"/>
            <a:ext cx="21145" cy="21145"/>
          </a:xfrm>
          <a:prstGeom prst="ellipse">
            <a:avLst/>
          </a:prstGeom>
          <a:solidFill>
            <a:srgbClr val="627D8D">
              <a:alpha val="16300"/>
            </a:srgbClr>
          </a:solidFill>
          <a:ln>
            <a:noFill/>
          </a:ln>
        </p:spPr>
      </p:sp>
      <p:sp>
        <p:nvSpPr>
          <p:cNvPr id="51" name="!!circle-1vs"/>
          <p:cNvSpPr/>
          <p:nvPr/>
        </p:nvSpPr>
        <p:spPr>
          <a:xfrm>
            <a:off x="11077373" y="5789433"/>
            <a:ext cx="35281" cy="35281"/>
          </a:xfrm>
          <a:prstGeom prst="ellipse">
            <a:avLst/>
          </a:prstGeom>
          <a:solidFill>
            <a:srgbClr val="627D8D">
              <a:alpha val="30000"/>
            </a:srgbClr>
          </a:solidFill>
          <a:ln>
            <a:noFill/>
          </a:ln>
        </p:spPr>
      </p:sp>
      <p:sp>
        <p:nvSpPr>
          <p:cNvPr id="52" name="!!path-2q9"/>
          <p:cNvSpPr/>
          <p:nvPr/>
        </p:nvSpPr>
        <p:spPr>
          <a:xfrm>
            <a:off x="7747476" y="0"/>
            <a:ext cx="665683" cy="6858000"/>
          </a:xfrm>
          <a:custGeom>
            <a:avLst/>
            <a:gdLst/>
            <a:ahLst/>
            <a:cxnLst/>
            <a:rect l="l" t="t" r="r" b="b"/>
            <a:pathLst>
              <a:path w="665683" h="6858000">
                <a:moveTo>
                  <a:pt x="0" y="6858000"/>
                </a:moveTo>
                <a:lnTo>
                  <a:pt x="0" y="64554"/>
                </a:lnTo>
                <a:lnTo>
                  <a:pt x="108722" y="0"/>
                </a:lnTo>
                <a:lnTo>
                  <a:pt x="665683" y="0"/>
                </a:lnTo>
                <a:lnTo>
                  <a:pt x="665683" y="6858000"/>
                </a:lnTo>
                <a:close/>
              </a:path>
            </a:pathLst>
          </a:custGeom>
          <a:gradFill rotWithShape="1">
            <a:gsLst>
              <a:gs pos="0">
                <a:srgbClr val="DBE2E7"/>
              </a:gs>
              <a:gs pos="100000">
                <a:srgbClr val="C5CFD6"/>
              </a:gs>
            </a:gsLst>
            <a:lin ang="5400000" scaled="0"/>
          </a:gradFill>
          <a:ln>
            <a:noFill/>
          </a:ln>
        </p:spPr>
      </p:sp>
      <p:sp>
        <p:nvSpPr>
          <p:cNvPr id="53" name="!!path-2qa"/>
          <p:cNvSpPr/>
          <p:nvPr/>
        </p:nvSpPr>
        <p:spPr>
          <a:xfrm>
            <a:off x="3586955" y="0"/>
            <a:ext cx="4269243" cy="64554"/>
          </a:xfrm>
          <a:custGeom>
            <a:avLst/>
            <a:gdLst/>
            <a:ahLst/>
            <a:cxnLst/>
            <a:rect l="l" t="t" r="r" b="b"/>
            <a:pathLst>
              <a:path w="4269243" h="64554">
                <a:moveTo>
                  <a:pt x="108722" y="0"/>
                </a:moveTo>
                <a:lnTo>
                  <a:pt x="0" y="64554"/>
                </a:lnTo>
                <a:lnTo>
                  <a:pt x="4160521" y="64554"/>
                </a:lnTo>
                <a:lnTo>
                  <a:pt x="4269243" y="0"/>
                </a:lnTo>
                <a:close/>
              </a:path>
            </a:pathLst>
          </a:custGeom>
          <a:gradFill rotWithShape="1">
            <a:gsLst>
              <a:gs pos="0">
                <a:srgbClr val="EAEEF1"/>
              </a:gs>
              <a:gs pos="100000">
                <a:srgbClr val="E7ECEF"/>
              </a:gs>
            </a:gsLst>
            <a:lin ang="5400000" scaled="0"/>
          </a:gradFill>
          <a:ln>
            <a:noFill/>
          </a:ln>
        </p:spPr>
      </p:sp>
      <p:sp>
        <p:nvSpPr>
          <p:cNvPr id="54" name="!!path-2qb"/>
          <p:cNvSpPr/>
          <p:nvPr/>
        </p:nvSpPr>
        <p:spPr>
          <a:xfrm>
            <a:off x="3586955" y="64554"/>
            <a:ext cx="4160521" cy="6793446"/>
          </a:xfrm>
          <a:custGeom>
            <a:avLst/>
            <a:gdLst/>
            <a:ahLst/>
            <a:cxnLst/>
            <a:rect l="l" t="t" r="r" b="b"/>
            <a:pathLst>
              <a:path w="4160521" h="6793446">
                <a:moveTo>
                  <a:pt x="52007" y="0"/>
                </a:moveTo>
                <a:lnTo>
                  <a:pt x="4108514" y="0"/>
                </a:lnTo>
                <a:lnTo>
                  <a:pt x="4115573" y="475"/>
                </a:lnTo>
                <a:lnTo>
                  <a:pt x="4122342" y="1858"/>
                </a:lnTo>
                <a:lnTo>
                  <a:pt x="4128760" y="4088"/>
                </a:lnTo>
                <a:lnTo>
                  <a:pt x="4134766" y="7101"/>
                </a:lnTo>
                <a:lnTo>
                  <a:pt x="4140297" y="10838"/>
                </a:lnTo>
                <a:lnTo>
                  <a:pt x="4145291" y="15234"/>
                </a:lnTo>
                <a:lnTo>
                  <a:pt x="4149687" y="20229"/>
                </a:lnTo>
                <a:lnTo>
                  <a:pt x="4153422" y="25760"/>
                </a:lnTo>
                <a:lnTo>
                  <a:pt x="4156435" y="31765"/>
                </a:lnTo>
                <a:lnTo>
                  <a:pt x="4158664" y="38183"/>
                </a:lnTo>
                <a:lnTo>
                  <a:pt x="4160046" y="44950"/>
                </a:lnTo>
                <a:lnTo>
                  <a:pt x="4160521" y="52007"/>
                </a:lnTo>
                <a:lnTo>
                  <a:pt x="4160521" y="6793446"/>
                </a:lnTo>
                <a:lnTo>
                  <a:pt x="0" y="6793446"/>
                </a:lnTo>
                <a:lnTo>
                  <a:pt x="0" y="52007"/>
                </a:lnTo>
                <a:lnTo>
                  <a:pt x="475" y="44950"/>
                </a:lnTo>
                <a:lnTo>
                  <a:pt x="1858" y="38183"/>
                </a:lnTo>
                <a:lnTo>
                  <a:pt x="4088" y="31765"/>
                </a:lnTo>
                <a:lnTo>
                  <a:pt x="7101" y="25760"/>
                </a:lnTo>
                <a:lnTo>
                  <a:pt x="10838" y="20229"/>
                </a:lnTo>
                <a:lnTo>
                  <a:pt x="15234" y="15234"/>
                </a:lnTo>
                <a:lnTo>
                  <a:pt x="20229" y="10838"/>
                </a:lnTo>
                <a:lnTo>
                  <a:pt x="25760" y="7101"/>
                </a:lnTo>
                <a:lnTo>
                  <a:pt x="31765" y="4088"/>
                </a:lnTo>
                <a:lnTo>
                  <a:pt x="38183" y="1858"/>
                </a:lnTo>
                <a:lnTo>
                  <a:pt x="44950" y="475"/>
                </a:lnTo>
                <a:lnTo>
                  <a:pt x="52007" y="0"/>
                </a:ln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60631">
                <a:srgbClr val="F8FAFB"/>
              </a:gs>
              <a:gs pos="100000">
                <a:srgbClr val="EEF2F5"/>
              </a:gs>
            </a:gsLst>
            <a:lin ang="5400000" scaled="0"/>
          </a:gradFill>
          <a:ln>
            <a:noFill/>
          </a:ln>
        </p:spPr>
      </p:sp>
      <p:sp>
        <p:nvSpPr>
          <p:cNvPr id="55" name="!!path-2qc"/>
          <p:cNvSpPr/>
          <p:nvPr/>
        </p:nvSpPr>
        <p:spPr>
          <a:xfrm>
            <a:off x="3586955" y="64554"/>
            <a:ext cx="4160521" cy="7488938"/>
          </a:xfrm>
          <a:custGeom>
            <a:avLst/>
            <a:gdLst/>
            <a:ahLst/>
            <a:cxnLst/>
            <a:rect l="l" t="t" r="r" b="b"/>
            <a:pathLst>
              <a:path w="4160521" h="7488938" fill="none">
                <a:moveTo>
                  <a:pt x="52007" y="0"/>
                </a:moveTo>
                <a:lnTo>
                  <a:pt x="4108514" y="0"/>
                </a:lnTo>
                <a:cubicBezTo>
                  <a:pt x="4137243" y="0"/>
                  <a:pt x="4160521" y="23289"/>
                  <a:pt x="4160521" y="52007"/>
                </a:cubicBezTo>
                <a:lnTo>
                  <a:pt x="4160521" y="7436931"/>
                </a:lnTo>
                <a:cubicBezTo>
                  <a:pt x="4160521" y="7465660"/>
                  <a:pt x="4137243" y="7488938"/>
                  <a:pt x="4108514" y="7488938"/>
                </a:cubicBezTo>
                <a:lnTo>
                  <a:pt x="52007" y="7488938"/>
                </a:lnTo>
                <a:cubicBezTo>
                  <a:pt x="23289" y="7488938"/>
                  <a:pt x="0" y="7465660"/>
                  <a:pt x="0" y="7436931"/>
                </a:cubicBezTo>
                <a:lnTo>
                  <a:pt x="0" y="52007"/>
                </a:lnTo>
                <a:cubicBezTo>
                  <a:pt x="0" y="23289"/>
                  <a:pt x="23289" y="0"/>
                  <a:pt x="52007" y="0"/>
                </a:cubicBezTo>
                <a:close/>
              </a:path>
            </a:pathLst>
          </a:custGeom>
          <a:noFill/>
          <a:ln w="10401" cap="flat">
            <a:solidFill>
              <a:srgbClr val="D3DBE0"/>
            </a:solidFill>
            <a:prstDash val="solid"/>
            <a:miter lim="800000"/>
          </a:ln>
        </p:spPr>
      </p:sp>
      <p:sp>
        <p:nvSpPr>
          <p:cNvPr id="56" name="!!path-2qe"/>
          <p:cNvSpPr/>
          <p:nvPr/>
        </p:nvSpPr>
        <p:spPr>
          <a:xfrm>
            <a:off x="7747476" y="-330696"/>
            <a:ext cx="665683" cy="395249"/>
          </a:xfrm>
          <a:custGeom>
            <a:avLst/>
            <a:gdLst/>
            <a:ahLst/>
            <a:cxnLst/>
            <a:rect l="l" t="t" r="r" b="b"/>
            <a:pathLst>
              <a:path w="665683" h="395249">
                <a:moveTo>
                  <a:pt x="0" y="395249"/>
                </a:moveTo>
                <a:lnTo>
                  <a:pt x="665683" y="0"/>
                </a:lnTo>
              </a:path>
            </a:pathLst>
          </a:custGeom>
          <a:solidFill>
            <a:srgbClr val="000000"/>
          </a:solidFill>
          <a:ln w="14562" cap="flat">
            <a:solidFill>
              <a:srgbClr val="FFFFFF"/>
            </a:solidFill>
            <a:prstDash val="solid"/>
            <a:miter lim="800000"/>
          </a:ln>
        </p:spPr>
      </p:sp>
      <p:sp>
        <p:nvSpPr>
          <p:cNvPr id="57" name="!!rect-2r7"/>
          <p:cNvSpPr/>
          <p:nvPr/>
        </p:nvSpPr>
        <p:spPr>
          <a:xfrm>
            <a:off x="4643727" y="293382"/>
            <a:ext cx="2046976" cy="2646091"/>
          </a:xfrm>
          <a:prstGeom prst="roundRect">
            <a:avLst>
              <a:gd name="adj" fmla="val 7114"/>
            </a:avLst>
          </a:prstGeom>
          <a:solidFill>
            <a:srgbClr val="20282F"/>
          </a:solidFill>
          <a:ln>
            <a:noFill/>
          </a:ln>
        </p:spPr>
      </p:sp>
      <p:sp>
        <p:nvSpPr>
          <p:cNvPr id="58" name="!!rect-2r8"/>
          <p:cNvSpPr/>
          <p:nvPr/>
        </p:nvSpPr>
        <p:spPr>
          <a:xfrm>
            <a:off x="4654129" y="303784"/>
            <a:ext cx="2026174" cy="2625289"/>
          </a:xfrm>
          <a:prstGeom prst="roundRect">
            <a:avLst>
              <a:gd name="adj" fmla="val 6674"/>
            </a:avLst>
          </a:prstGeom>
          <a:noFill/>
          <a:ln w="10401" cap="flat">
            <a:solidFill>
              <a:srgbClr val="FFFFFF">
                <a:alpha val="12000"/>
              </a:srgbClr>
            </a:solidFill>
            <a:prstDash val="solid"/>
            <a:miter lim="800000"/>
          </a:ln>
        </p:spPr>
      </p:sp>
      <p:sp>
        <p:nvSpPr>
          <p:cNvPr id="59" name="!!rect-2rd"/>
          <p:cNvSpPr/>
          <p:nvPr/>
        </p:nvSpPr>
        <p:spPr>
          <a:xfrm>
            <a:off x="4768543" y="418198"/>
            <a:ext cx="1797345" cy="2396460"/>
          </a:xfrm>
          <a:custGeom>
            <a:avLst/>
            <a:gdLst/>
            <a:ahLst/>
            <a:cxnLst/>
            <a:rect l="l" t="t" r="r" b="b"/>
            <a:pathLst>
              <a:path w="1797345" h="2396460">
                <a:moveTo>
                  <a:pt x="44934" y="0"/>
                </a:moveTo>
                <a:lnTo>
                  <a:pt x="1752411" y="0"/>
                </a:lnTo>
                <a:cubicBezTo>
                  <a:pt x="1777227" y="0"/>
                  <a:pt x="1797345" y="20117"/>
                  <a:pt x="1797345" y="44934"/>
                </a:cubicBezTo>
                <a:lnTo>
                  <a:pt x="1797345" y="2351526"/>
                </a:lnTo>
                <a:cubicBezTo>
                  <a:pt x="1797345" y="2376342"/>
                  <a:pt x="1777227" y="2396460"/>
                  <a:pt x="1752411" y="2396460"/>
                </a:cubicBezTo>
                <a:lnTo>
                  <a:pt x="44934" y="2396460"/>
                </a:lnTo>
                <a:cubicBezTo>
                  <a:pt x="20117" y="2396460"/>
                  <a:pt x="0" y="2376342"/>
                  <a:pt x="0" y="2351526"/>
                </a:cubicBezTo>
                <a:lnTo>
                  <a:pt x="0" y="44934"/>
                </a:lnTo>
                <a:cubicBezTo>
                  <a:pt x="0" y="20117"/>
                  <a:pt x="20117" y="0"/>
                  <a:pt x="44934" y="0"/>
                </a:cubicBezTo>
                <a:close/>
              </a:path>
            </a:pathLst>
          </a:custGeom>
          <a:solidFill>
            <a:srgbClr val="0E1318"/>
          </a:solidFill>
          <a:ln>
            <a:noFill/>
          </a:ln>
        </p:spPr>
      </p:sp>
      <p:sp>
        <p:nvSpPr>
          <p:cNvPr id="60" name="!!rect-2rg"/>
          <p:cNvSpPr/>
          <p:nvPr/>
        </p:nvSpPr>
        <p:spPr>
          <a:xfrm>
            <a:off x="4768543" y="418198"/>
            <a:ext cx="1797345" cy="209690"/>
          </a:xfrm>
          <a:custGeom>
            <a:avLst/>
            <a:gdLst/>
            <a:ahLst/>
            <a:cxnLst/>
            <a:rect l="l" t="t" r="r" b="b"/>
            <a:pathLst>
              <a:path w="1797345" h="209690">
                <a:moveTo>
                  <a:pt x="44934" y="0"/>
                </a:moveTo>
                <a:lnTo>
                  <a:pt x="1752411" y="0"/>
                </a:lnTo>
                <a:cubicBezTo>
                  <a:pt x="1777227" y="0"/>
                  <a:pt x="1797345" y="20117"/>
                  <a:pt x="1797345" y="44934"/>
                </a:cubicBezTo>
                <a:lnTo>
                  <a:pt x="1797345" y="209690"/>
                </a:lnTo>
                <a:lnTo>
                  <a:pt x="0" y="209690"/>
                </a:lnTo>
                <a:lnTo>
                  <a:pt x="0" y="44934"/>
                </a:lnTo>
                <a:cubicBezTo>
                  <a:pt x="0" y="20117"/>
                  <a:pt x="20117" y="0"/>
                  <a:pt x="44934" y="0"/>
                </a:cubicBezTo>
                <a:close/>
              </a:path>
            </a:pathLst>
          </a:custGeom>
          <a:solidFill>
            <a:srgbClr val="18212A"/>
          </a:solidFill>
          <a:ln>
            <a:noFill/>
          </a:ln>
        </p:spPr>
      </p:sp>
      <p:sp>
        <p:nvSpPr>
          <p:cNvPr id="61" name="!!text-2rh" descr="智慧書櫃"/>
          <p:cNvSpPr txBox="1"/>
          <p:nvPr/>
        </p:nvSpPr>
        <p:spPr>
          <a:xfrm>
            <a:off x="4843432" y="448753"/>
            <a:ext cx="450834" cy="15181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26" b="1" kern="0" dirty="0">
                <a:solidFill>
                  <a:srgbClr val="EEF2F5"/>
                </a:solidFill>
                <a:latin typeface="Noto Sans TC"/>
                <a:ea typeface="Noto Sans TC"/>
                <a:cs typeface="Noto Sans TC"/>
              </a:rPr>
              <a:t>智慧書櫃</a:t>
            </a:r>
            <a:endParaRPr lang="zh-TW" sz="826"/>
          </a:p>
        </p:txBody>
      </p:sp>
      <p:sp>
        <p:nvSpPr>
          <p:cNvPr id="62" name="!!circle-2rm"/>
          <p:cNvSpPr/>
          <p:nvPr/>
        </p:nvSpPr>
        <p:spPr>
          <a:xfrm>
            <a:off x="6431087" y="493087"/>
            <a:ext cx="59911" cy="59911"/>
          </a:xfrm>
          <a:prstGeom prst="ellipse">
            <a:avLst/>
          </a:prstGeom>
          <a:solidFill>
            <a:srgbClr val="3CCF8E"/>
          </a:solidFill>
          <a:ln>
            <a:noFill/>
          </a:ln>
        </p:spPr>
      </p:sp>
      <p:sp>
        <p:nvSpPr>
          <p:cNvPr id="63" name="!!text-2v7" descr="A01"/>
          <p:cNvSpPr txBox="1"/>
          <p:nvPr/>
        </p:nvSpPr>
        <p:spPr>
          <a:xfrm>
            <a:off x="5394468" y="723747"/>
            <a:ext cx="635361" cy="43375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2359" b="1" kern="0" dirty="0">
                <a:solidFill>
                  <a:srgbClr val="EEF2F5"/>
                </a:solidFill>
                <a:latin typeface="Noto Sans TC"/>
                <a:ea typeface="Noto Sans TC"/>
                <a:cs typeface="Noto Sans TC"/>
              </a:rPr>
              <a:t>A01</a:t>
            </a:r>
            <a:endParaRPr lang="zh-TW" sz="2359"/>
          </a:p>
        </p:txBody>
      </p:sp>
      <p:sp>
        <p:nvSpPr>
          <p:cNvPr id="64" name="!!text-2vb" descr="請將書籍放入 A01 後關上櫃門"/>
          <p:cNvSpPr txBox="1"/>
          <p:nvPr/>
        </p:nvSpPr>
        <p:spPr>
          <a:xfrm>
            <a:off x="4977020" y="1227602"/>
            <a:ext cx="1411844" cy="15181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26" kern="0" dirty="0">
                <a:solidFill>
                  <a:srgbClr val="EEF2F5"/>
                </a:solidFill>
                <a:latin typeface="Noto Sans TC"/>
                <a:ea typeface="Noto Sans TC"/>
                <a:cs typeface="Noto Sans TC"/>
              </a:rPr>
              <a:t>請將書籍放入 A01 後關上櫃門</a:t>
            </a:r>
            <a:endParaRPr lang="zh-TW" sz="826"/>
          </a:p>
        </p:txBody>
      </p:sp>
      <p:sp>
        <p:nvSpPr>
          <p:cNvPr id="65" name="!!circle-2vq"/>
          <p:cNvSpPr/>
          <p:nvPr/>
        </p:nvSpPr>
        <p:spPr>
          <a:xfrm>
            <a:off x="5412591" y="1960919"/>
            <a:ext cx="509248" cy="509248"/>
          </a:xfrm>
          <a:prstGeom prst="ellipse">
            <a:avLst/>
          </a:prstGeom>
          <a:noFill/>
          <a:ln w="29956" cap="flat">
            <a:solidFill>
              <a:srgbClr val="2A3540"/>
            </a:solidFill>
            <a:prstDash val="solid"/>
            <a:miter lim="800000"/>
          </a:ln>
        </p:spPr>
      </p:sp>
      <p:sp>
        <p:nvSpPr>
          <p:cNvPr id="66" name="!!circle-2vr"/>
          <p:cNvSpPr/>
          <p:nvPr/>
        </p:nvSpPr>
        <p:spPr>
          <a:xfrm>
            <a:off x="5412591" y="1960919"/>
            <a:ext cx="509248" cy="509248"/>
          </a:xfrm>
          <a:custGeom>
            <a:avLst/>
            <a:gdLst/>
            <a:ahLst/>
            <a:cxnLst/>
            <a:rect l="l" t="t" r="r" b="b"/>
            <a:pathLst>
              <a:path w="509248" h="509248" fill="none">
                <a:moveTo>
                  <a:pt x="254624" y="0"/>
                </a:moveTo>
                <a:cubicBezTo>
                  <a:pt x="395249" y="0"/>
                  <a:pt x="509248" y="113999"/>
                  <a:pt x="509248" y="254624"/>
                </a:cubicBezTo>
                <a:cubicBezTo>
                  <a:pt x="509248" y="395249"/>
                  <a:pt x="395249" y="509248"/>
                  <a:pt x="254624" y="509248"/>
                </a:cubicBezTo>
                <a:cubicBezTo>
                  <a:pt x="113999" y="509248"/>
                  <a:pt x="0" y="395249"/>
                  <a:pt x="0" y="254624"/>
                </a:cubicBezTo>
                <a:cubicBezTo>
                  <a:pt x="0" y="113999"/>
                  <a:pt x="113999" y="0"/>
                  <a:pt x="254624" y="0"/>
                </a:cubicBezTo>
                <a:close/>
              </a:path>
            </a:pathLst>
          </a:custGeom>
          <a:noFill/>
          <a:ln w="29956" cap="rnd">
            <a:solidFill>
              <a:srgbClr val="46B59C"/>
            </a:solidFill>
            <a:custDash>
              <a:ds d="5340700" sp="5340700"/>
            </a:custDash>
            <a:miter lim="800000"/>
          </a:ln>
        </p:spPr>
      </p:sp>
      <p:sp>
        <p:nvSpPr>
          <p:cNvPr id="67" name="!!text-2wa" descr="27"/>
          <p:cNvSpPr txBox="1"/>
          <p:nvPr/>
        </p:nvSpPr>
        <p:spPr>
          <a:xfrm>
            <a:off x="5490476" y="1996866"/>
            <a:ext cx="443345" cy="43375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2359" b="1" kern="0" dirty="0">
                <a:solidFill>
                  <a:srgbClr val="EEF2F5"/>
                </a:solidFill>
                <a:latin typeface="Noto Sans TC"/>
                <a:ea typeface="Noto Sans TC"/>
                <a:cs typeface="Noto Sans TC"/>
              </a:rPr>
              <a:t>27</a:t>
            </a:r>
            <a:endParaRPr lang="zh-TW" sz="2359"/>
          </a:p>
        </p:txBody>
      </p:sp>
      <p:sp>
        <p:nvSpPr>
          <p:cNvPr id="68" name="!!path-2x0"/>
          <p:cNvSpPr/>
          <p:nvPr/>
        </p:nvSpPr>
        <p:spPr>
          <a:xfrm>
            <a:off x="4970578" y="3221411"/>
            <a:ext cx="269602" cy="178403"/>
          </a:xfrm>
          <a:custGeom>
            <a:avLst/>
            <a:gdLst/>
            <a:ahLst/>
            <a:cxnLst/>
            <a:rect l="l" t="t" r="r" b="b"/>
            <a:pathLst>
              <a:path w="269602" h="178403">
                <a:moveTo>
                  <a:pt x="0" y="17474"/>
                </a:moveTo>
                <a:cubicBezTo>
                  <a:pt x="14978" y="6657"/>
                  <a:pt x="51590" y="3328"/>
                  <a:pt x="81546" y="11317"/>
                </a:cubicBezTo>
                <a:cubicBezTo>
                  <a:pt x="106509" y="18306"/>
                  <a:pt x="124816" y="28292"/>
                  <a:pt x="136465" y="38277"/>
                </a:cubicBezTo>
                <a:cubicBezTo>
                  <a:pt x="149779" y="26627"/>
                  <a:pt x="173078" y="11649"/>
                  <a:pt x="201369" y="4660"/>
                </a:cubicBezTo>
                <a:cubicBezTo>
                  <a:pt x="227997" y="0"/>
                  <a:pt x="254624" y="2496"/>
                  <a:pt x="269602" y="14146"/>
                </a:cubicBezTo>
                <a:lnTo>
                  <a:pt x="269269" y="146118"/>
                </a:lnTo>
                <a:cubicBezTo>
                  <a:pt x="239646" y="142290"/>
                  <a:pt x="181399" y="144786"/>
                  <a:pt x="137464" y="177405"/>
                </a:cubicBezTo>
                <a:quadBezTo>
                  <a:pt x="136465" y="178403"/>
                  <a:pt x="135467" y="177405"/>
                </a:quadBezTo>
                <a:cubicBezTo>
                  <a:pt x="91531" y="144786"/>
                  <a:pt x="34948" y="142290"/>
                  <a:pt x="4993" y="14778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69" name="!!path-2x1"/>
          <p:cNvSpPr/>
          <p:nvPr/>
        </p:nvSpPr>
        <p:spPr>
          <a:xfrm>
            <a:off x="4970578" y="3222743"/>
            <a:ext cx="269602" cy="178403"/>
          </a:xfrm>
          <a:custGeom>
            <a:avLst/>
            <a:gdLst/>
            <a:ahLst/>
            <a:cxnLst/>
            <a:rect l="l" t="t" r="r" b="b"/>
            <a:pathLst>
              <a:path w="269602" h="178403">
                <a:moveTo>
                  <a:pt x="0" y="17474"/>
                </a:moveTo>
                <a:cubicBezTo>
                  <a:pt x="14978" y="6657"/>
                  <a:pt x="51590" y="3328"/>
                  <a:pt x="81546" y="11317"/>
                </a:cubicBezTo>
                <a:cubicBezTo>
                  <a:pt x="106509" y="18306"/>
                  <a:pt x="124816" y="28292"/>
                  <a:pt x="136465" y="38277"/>
                </a:cubicBezTo>
                <a:cubicBezTo>
                  <a:pt x="149779" y="26627"/>
                  <a:pt x="173078" y="11649"/>
                  <a:pt x="201369" y="4660"/>
                </a:cubicBezTo>
                <a:cubicBezTo>
                  <a:pt x="227997" y="0"/>
                  <a:pt x="254624" y="2496"/>
                  <a:pt x="269602" y="14146"/>
                </a:cubicBezTo>
                <a:lnTo>
                  <a:pt x="269269" y="146118"/>
                </a:lnTo>
                <a:cubicBezTo>
                  <a:pt x="239646" y="142290"/>
                  <a:pt x="181399" y="144786"/>
                  <a:pt x="137464" y="177405"/>
                </a:cubicBezTo>
                <a:quadBezTo>
                  <a:pt x="136465" y="178403"/>
                  <a:pt x="135467" y="177405"/>
                </a:quadBezTo>
                <a:cubicBezTo>
                  <a:pt x="91531" y="144786"/>
                  <a:pt x="34948" y="142290"/>
                  <a:pt x="4993" y="14778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0" name="!!path-2x2"/>
          <p:cNvSpPr/>
          <p:nvPr/>
        </p:nvSpPr>
        <p:spPr>
          <a:xfrm>
            <a:off x="4970578" y="3224074"/>
            <a:ext cx="269602" cy="178403"/>
          </a:xfrm>
          <a:custGeom>
            <a:avLst/>
            <a:gdLst/>
            <a:ahLst/>
            <a:cxnLst/>
            <a:rect l="l" t="t" r="r" b="b"/>
            <a:pathLst>
              <a:path w="269602" h="178403">
                <a:moveTo>
                  <a:pt x="0" y="17474"/>
                </a:moveTo>
                <a:cubicBezTo>
                  <a:pt x="14978" y="6657"/>
                  <a:pt x="51590" y="3328"/>
                  <a:pt x="81546" y="11317"/>
                </a:cubicBezTo>
                <a:cubicBezTo>
                  <a:pt x="106509" y="18306"/>
                  <a:pt x="124816" y="28292"/>
                  <a:pt x="136465" y="38277"/>
                </a:cubicBezTo>
                <a:cubicBezTo>
                  <a:pt x="149779" y="26627"/>
                  <a:pt x="173078" y="11649"/>
                  <a:pt x="201369" y="4660"/>
                </a:cubicBezTo>
                <a:cubicBezTo>
                  <a:pt x="227997" y="0"/>
                  <a:pt x="254624" y="2496"/>
                  <a:pt x="269602" y="14146"/>
                </a:cubicBezTo>
                <a:lnTo>
                  <a:pt x="269269" y="146118"/>
                </a:lnTo>
                <a:cubicBezTo>
                  <a:pt x="239646" y="142290"/>
                  <a:pt x="181399" y="144786"/>
                  <a:pt x="137464" y="177405"/>
                </a:cubicBezTo>
                <a:quadBezTo>
                  <a:pt x="136465" y="178403"/>
                  <a:pt x="135467" y="177405"/>
                </a:quadBezTo>
                <a:cubicBezTo>
                  <a:pt x="91531" y="144786"/>
                  <a:pt x="34948" y="142290"/>
                  <a:pt x="4993" y="14778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1" name="!!path-2x3"/>
          <p:cNvSpPr/>
          <p:nvPr/>
        </p:nvSpPr>
        <p:spPr>
          <a:xfrm>
            <a:off x="4970578" y="3225405"/>
            <a:ext cx="269602" cy="178403"/>
          </a:xfrm>
          <a:custGeom>
            <a:avLst/>
            <a:gdLst/>
            <a:ahLst/>
            <a:cxnLst/>
            <a:rect l="l" t="t" r="r" b="b"/>
            <a:pathLst>
              <a:path w="269602" h="178403">
                <a:moveTo>
                  <a:pt x="0" y="17474"/>
                </a:moveTo>
                <a:cubicBezTo>
                  <a:pt x="14978" y="6657"/>
                  <a:pt x="51590" y="3328"/>
                  <a:pt x="81546" y="11317"/>
                </a:cubicBezTo>
                <a:cubicBezTo>
                  <a:pt x="106509" y="18306"/>
                  <a:pt x="124816" y="28292"/>
                  <a:pt x="136465" y="38277"/>
                </a:cubicBezTo>
                <a:cubicBezTo>
                  <a:pt x="149779" y="26627"/>
                  <a:pt x="173078" y="11649"/>
                  <a:pt x="201369" y="4660"/>
                </a:cubicBezTo>
                <a:cubicBezTo>
                  <a:pt x="227997" y="0"/>
                  <a:pt x="254624" y="2496"/>
                  <a:pt x="269602" y="14146"/>
                </a:cubicBezTo>
                <a:lnTo>
                  <a:pt x="269269" y="146118"/>
                </a:lnTo>
                <a:cubicBezTo>
                  <a:pt x="239646" y="142290"/>
                  <a:pt x="181399" y="144786"/>
                  <a:pt x="137464" y="177405"/>
                </a:cubicBezTo>
                <a:quadBezTo>
                  <a:pt x="136465" y="178403"/>
                  <a:pt x="135467" y="177405"/>
                </a:quadBezTo>
                <a:cubicBezTo>
                  <a:pt x="91531" y="144786"/>
                  <a:pt x="34948" y="142290"/>
                  <a:pt x="4993" y="14778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2" name="!!path-2x4"/>
          <p:cNvSpPr/>
          <p:nvPr/>
        </p:nvSpPr>
        <p:spPr>
          <a:xfrm>
            <a:off x="4970578" y="3226737"/>
            <a:ext cx="269602" cy="178403"/>
          </a:xfrm>
          <a:custGeom>
            <a:avLst/>
            <a:gdLst/>
            <a:ahLst/>
            <a:cxnLst/>
            <a:rect l="l" t="t" r="r" b="b"/>
            <a:pathLst>
              <a:path w="269602" h="178403">
                <a:moveTo>
                  <a:pt x="0" y="17474"/>
                </a:moveTo>
                <a:cubicBezTo>
                  <a:pt x="14978" y="6657"/>
                  <a:pt x="51590" y="3328"/>
                  <a:pt x="81546" y="11317"/>
                </a:cubicBezTo>
                <a:cubicBezTo>
                  <a:pt x="106509" y="18306"/>
                  <a:pt x="124816" y="28292"/>
                  <a:pt x="136465" y="38277"/>
                </a:cubicBezTo>
                <a:cubicBezTo>
                  <a:pt x="149779" y="26627"/>
                  <a:pt x="173078" y="11649"/>
                  <a:pt x="201369" y="4660"/>
                </a:cubicBezTo>
                <a:cubicBezTo>
                  <a:pt x="227997" y="0"/>
                  <a:pt x="254624" y="2496"/>
                  <a:pt x="269602" y="14146"/>
                </a:cubicBezTo>
                <a:lnTo>
                  <a:pt x="269269" y="146118"/>
                </a:lnTo>
                <a:cubicBezTo>
                  <a:pt x="239646" y="142290"/>
                  <a:pt x="181399" y="144786"/>
                  <a:pt x="137464" y="177405"/>
                </a:cubicBezTo>
                <a:quadBezTo>
                  <a:pt x="136465" y="178403"/>
                  <a:pt x="135467" y="177405"/>
                </a:quadBezTo>
                <a:cubicBezTo>
                  <a:pt x="91531" y="144786"/>
                  <a:pt x="34948" y="142290"/>
                  <a:pt x="4993" y="14778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3" name="!!path-2x5"/>
          <p:cNvSpPr/>
          <p:nvPr/>
        </p:nvSpPr>
        <p:spPr>
          <a:xfrm>
            <a:off x="4970578" y="3228068"/>
            <a:ext cx="269602" cy="178403"/>
          </a:xfrm>
          <a:custGeom>
            <a:avLst/>
            <a:gdLst/>
            <a:ahLst/>
            <a:cxnLst/>
            <a:rect l="l" t="t" r="r" b="b"/>
            <a:pathLst>
              <a:path w="269602" h="178403">
                <a:moveTo>
                  <a:pt x="0" y="17474"/>
                </a:moveTo>
                <a:cubicBezTo>
                  <a:pt x="14978" y="6657"/>
                  <a:pt x="51590" y="3328"/>
                  <a:pt x="81546" y="11317"/>
                </a:cubicBezTo>
                <a:cubicBezTo>
                  <a:pt x="106509" y="18306"/>
                  <a:pt x="124816" y="28292"/>
                  <a:pt x="136465" y="38277"/>
                </a:cubicBezTo>
                <a:cubicBezTo>
                  <a:pt x="149779" y="26627"/>
                  <a:pt x="173078" y="11649"/>
                  <a:pt x="201369" y="4660"/>
                </a:cubicBezTo>
                <a:cubicBezTo>
                  <a:pt x="227997" y="0"/>
                  <a:pt x="254624" y="2496"/>
                  <a:pt x="269602" y="14146"/>
                </a:cubicBezTo>
                <a:lnTo>
                  <a:pt x="269269" y="146118"/>
                </a:lnTo>
                <a:cubicBezTo>
                  <a:pt x="239646" y="142290"/>
                  <a:pt x="181399" y="144786"/>
                  <a:pt x="137464" y="177405"/>
                </a:cubicBezTo>
                <a:quadBezTo>
                  <a:pt x="136465" y="178403"/>
                  <a:pt x="135467" y="177405"/>
                </a:quadBezTo>
                <a:cubicBezTo>
                  <a:pt x="91531" y="144786"/>
                  <a:pt x="34948" y="142290"/>
                  <a:pt x="4993" y="14778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4" name="!!path-2x6"/>
          <p:cNvSpPr/>
          <p:nvPr/>
        </p:nvSpPr>
        <p:spPr>
          <a:xfrm>
            <a:off x="4970578" y="3229400"/>
            <a:ext cx="269602" cy="178403"/>
          </a:xfrm>
          <a:custGeom>
            <a:avLst/>
            <a:gdLst/>
            <a:ahLst/>
            <a:cxnLst/>
            <a:rect l="l" t="t" r="r" b="b"/>
            <a:pathLst>
              <a:path w="269602" h="178403">
                <a:moveTo>
                  <a:pt x="0" y="17474"/>
                </a:moveTo>
                <a:cubicBezTo>
                  <a:pt x="14978" y="6657"/>
                  <a:pt x="51590" y="3328"/>
                  <a:pt x="81546" y="11317"/>
                </a:cubicBezTo>
                <a:cubicBezTo>
                  <a:pt x="106509" y="18306"/>
                  <a:pt x="124816" y="28292"/>
                  <a:pt x="136465" y="38277"/>
                </a:cubicBezTo>
                <a:cubicBezTo>
                  <a:pt x="149779" y="26627"/>
                  <a:pt x="173078" y="11649"/>
                  <a:pt x="201369" y="4660"/>
                </a:cubicBezTo>
                <a:cubicBezTo>
                  <a:pt x="227997" y="0"/>
                  <a:pt x="254624" y="2496"/>
                  <a:pt x="269602" y="14146"/>
                </a:cubicBezTo>
                <a:lnTo>
                  <a:pt x="269269" y="146118"/>
                </a:lnTo>
                <a:cubicBezTo>
                  <a:pt x="239646" y="142290"/>
                  <a:pt x="181399" y="144786"/>
                  <a:pt x="137464" y="177405"/>
                </a:cubicBezTo>
                <a:quadBezTo>
                  <a:pt x="136465" y="178403"/>
                  <a:pt x="135467" y="177405"/>
                </a:quadBezTo>
                <a:cubicBezTo>
                  <a:pt x="91531" y="144786"/>
                  <a:pt x="34948" y="142290"/>
                  <a:pt x="4993" y="14778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5" name="!!path-2x7"/>
          <p:cNvSpPr/>
          <p:nvPr/>
        </p:nvSpPr>
        <p:spPr>
          <a:xfrm>
            <a:off x="4970578" y="3230731"/>
            <a:ext cx="269602" cy="178403"/>
          </a:xfrm>
          <a:custGeom>
            <a:avLst/>
            <a:gdLst/>
            <a:ahLst/>
            <a:cxnLst/>
            <a:rect l="l" t="t" r="r" b="b"/>
            <a:pathLst>
              <a:path w="269602" h="178403">
                <a:moveTo>
                  <a:pt x="0" y="17474"/>
                </a:moveTo>
                <a:cubicBezTo>
                  <a:pt x="14978" y="6657"/>
                  <a:pt x="51590" y="3328"/>
                  <a:pt x="81546" y="11317"/>
                </a:cubicBezTo>
                <a:cubicBezTo>
                  <a:pt x="106509" y="18306"/>
                  <a:pt x="124816" y="28292"/>
                  <a:pt x="136465" y="38277"/>
                </a:cubicBezTo>
                <a:cubicBezTo>
                  <a:pt x="149779" y="26627"/>
                  <a:pt x="173078" y="11649"/>
                  <a:pt x="201369" y="4660"/>
                </a:cubicBezTo>
                <a:cubicBezTo>
                  <a:pt x="227997" y="0"/>
                  <a:pt x="254624" y="2496"/>
                  <a:pt x="269602" y="14146"/>
                </a:cubicBezTo>
                <a:lnTo>
                  <a:pt x="269269" y="146118"/>
                </a:lnTo>
                <a:cubicBezTo>
                  <a:pt x="239646" y="142290"/>
                  <a:pt x="181399" y="144786"/>
                  <a:pt x="137464" y="177405"/>
                </a:cubicBezTo>
                <a:quadBezTo>
                  <a:pt x="136465" y="178403"/>
                  <a:pt x="135467" y="177405"/>
                </a:quadBezTo>
                <a:cubicBezTo>
                  <a:pt x="91531" y="144786"/>
                  <a:pt x="34948" y="142290"/>
                  <a:pt x="4993" y="14778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6" name="!!path-2x8"/>
          <p:cNvSpPr/>
          <p:nvPr/>
        </p:nvSpPr>
        <p:spPr>
          <a:xfrm>
            <a:off x="5002198" y="3190956"/>
            <a:ext cx="105178" cy="100685"/>
          </a:xfrm>
          <a:custGeom>
            <a:avLst/>
            <a:gdLst/>
            <a:ahLst/>
            <a:cxnLst/>
            <a:rect l="l" t="t" r="r" b="b"/>
            <a:pathLst>
              <a:path w="105178" h="100685">
                <a:moveTo>
                  <a:pt x="0" y="14479"/>
                </a:moveTo>
                <a:lnTo>
                  <a:pt x="6657" y="4161"/>
                </a:lnTo>
                <a:cubicBezTo>
                  <a:pt x="26627" y="0"/>
                  <a:pt x="59912" y="5825"/>
                  <a:pt x="83210" y="21635"/>
                </a:cubicBezTo>
                <a:cubicBezTo>
                  <a:pt x="95692" y="30455"/>
                  <a:pt x="102349" y="40773"/>
                  <a:pt x="105178" y="51590"/>
                </a:cubicBezTo>
                <a:lnTo>
                  <a:pt x="105178" y="100685"/>
                </a:lnTo>
                <a:lnTo>
                  <a:pt x="0" y="100685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77" name="!!path-2x9"/>
          <p:cNvSpPr/>
          <p:nvPr/>
        </p:nvSpPr>
        <p:spPr>
          <a:xfrm>
            <a:off x="5002198" y="3190956"/>
            <a:ext cx="105178" cy="51590"/>
          </a:xfrm>
          <a:custGeom>
            <a:avLst/>
            <a:gdLst/>
            <a:ahLst/>
            <a:cxnLst/>
            <a:rect l="l" t="t" r="r" b="b"/>
            <a:pathLst>
              <a:path w="105178" h="51590" fill="none">
                <a:moveTo>
                  <a:pt x="105178" y="51590"/>
                </a:moveTo>
                <a:cubicBezTo>
                  <a:pt x="102349" y="40773"/>
                  <a:pt x="95692" y="30455"/>
                  <a:pt x="83210" y="21635"/>
                </a:cubicBezTo>
                <a:cubicBezTo>
                  <a:pt x="59912" y="5825"/>
                  <a:pt x="26627" y="0"/>
                  <a:pt x="6657" y="4161"/>
                </a:cubicBezTo>
                <a:lnTo>
                  <a:pt x="0" y="14479"/>
                </a:lnTo>
              </a:path>
            </a:pathLst>
          </a:custGeom>
          <a:noFill/>
          <a:ln w="3994" cap="rnd">
            <a:solidFill>
              <a:srgbClr val="627D8D"/>
            </a:solidFill>
            <a:prstDash val="solid"/>
            <a:round/>
          </a:ln>
        </p:spPr>
      </p:sp>
      <p:sp>
        <p:nvSpPr>
          <p:cNvPr id="78" name="!!path-2xa"/>
          <p:cNvSpPr/>
          <p:nvPr/>
        </p:nvSpPr>
        <p:spPr>
          <a:xfrm>
            <a:off x="4991880" y="3200942"/>
            <a:ext cx="115496" cy="90699"/>
          </a:xfrm>
          <a:custGeom>
            <a:avLst/>
            <a:gdLst/>
            <a:ahLst/>
            <a:cxnLst/>
            <a:rect l="l" t="t" r="r" b="b"/>
            <a:pathLst>
              <a:path w="115496" h="90699">
                <a:moveTo>
                  <a:pt x="0" y="18306"/>
                </a:moveTo>
                <a:lnTo>
                  <a:pt x="5325" y="5325"/>
                </a:lnTo>
                <a:cubicBezTo>
                  <a:pt x="30289" y="0"/>
                  <a:pt x="65237" y="5825"/>
                  <a:pt x="90200" y="20803"/>
                </a:cubicBezTo>
                <a:cubicBezTo>
                  <a:pt x="103514" y="28791"/>
                  <a:pt x="111835" y="40773"/>
                  <a:pt x="115496" y="51590"/>
                </a:cubicBezTo>
                <a:lnTo>
                  <a:pt x="115496" y="90699"/>
                </a:lnTo>
                <a:lnTo>
                  <a:pt x="0" y="90699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79" name="!!path-2xb"/>
          <p:cNvSpPr/>
          <p:nvPr/>
        </p:nvSpPr>
        <p:spPr>
          <a:xfrm>
            <a:off x="4991880" y="3200942"/>
            <a:ext cx="115496" cy="51590"/>
          </a:xfrm>
          <a:custGeom>
            <a:avLst/>
            <a:gdLst/>
            <a:ahLst/>
            <a:cxnLst/>
            <a:rect l="l" t="t" r="r" b="b"/>
            <a:pathLst>
              <a:path w="115496" h="51590" fill="none">
                <a:moveTo>
                  <a:pt x="115496" y="51590"/>
                </a:moveTo>
                <a:cubicBezTo>
                  <a:pt x="111835" y="40773"/>
                  <a:pt x="103514" y="28791"/>
                  <a:pt x="90200" y="20803"/>
                </a:cubicBezTo>
                <a:cubicBezTo>
                  <a:pt x="65237" y="5825"/>
                  <a:pt x="30289" y="0"/>
                  <a:pt x="5325" y="5325"/>
                </a:cubicBezTo>
                <a:lnTo>
                  <a:pt x="0" y="18306"/>
                </a:lnTo>
              </a:path>
            </a:pathLst>
          </a:custGeom>
          <a:noFill/>
          <a:ln w="3994" cap="rnd">
            <a:solidFill>
              <a:srgbClr val="627D8D"/>
            </a:solidFill>
            <a:prstDash val="solid"/>
            <a:round/>
          </a:ln>
        </p:spPr>
      </p:sp>
      <p:sp>
        <p:nvSpPr>
          <p:cNvPr id="80" name="!!path-2xc"/>
          <p:cNvSpPr/>
          <p:nvPr/>
        </p:nvSpPr>
        <p:spPr>
          <a:xfrm>
            <a:off x="4982727" y="3211759"/>
            <a:ext cx="124316" cy="79882"/>
          </a:xfrm>
          <a:custGeom>
            <a:avLst/>
            <a:gdLst/>
            <a:ahLst/>
            <a:cxnLst/>
            <a:rect l="l" t="t" r="r" b="b"/>
            <a:pathLst>
              <a:path w="124316" h="79882">
                <a:moveTo>
                  <a:pt x="0" y="18972"/>
                </a:moveTo>
                <a:lnTo>
                  <a:pt x="3162" y="10318"/>
                </a:lnTo>
                <a:cubicBezTo>
                  <a:pt x="31121" y="0"/>
                  <a:pt x="69397" y="4161"/>
                  <a:pt x="96025" y="17973"/>
                </a:cubicBezTo>
                <a:cubicBezTo>
                  <a:pt x="111003" y="25795"/>
                  <a:pt x="120156" y="35780"/>
                  <a:pt x="124316" y="45266"/>
                </a:cubicBezTo>
                <a:lnTo>
                  <a:pt x="124316" y="79882"/>
                </a:lnTo>
                <a:lnTo>
                  <a:pt x="0" y="79882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81" name="!!path-2xd"/>
          <p:cNvSpPr/>
          <p:nvPr/>
        </p:nvSpPr>
        <p:spPr>
          <a:xfrm>
            <a:off x="4982727" y="3211759"/>
            <a:ext cx="124316" cy="45266"/>
          </a:xfrm>
          <a:custGeom>
            <a:avLst/>
            <a:gdLst/>
            <a:ahLst/>
            <a:cxnLst/>
            <a:rect l="l" t="t" r="r" b="b"/>
            <a:pathLst>
              <a:path w="124316" h="45266" fill="none">
                <a:moveTo>
                  <a:pt x="124316" y="45266"/>
                </a:moveTo>
                <a:cubicBezTo>
                  <a:pt x="120156" y="35780"/>
                  <a:pt x="111003" y="25795"/>
                  <a:pt x="96025" y="17973"/>
                </a:cubicBezTo>
                <a:cubicBezTo>
                  <a:pt x="69397" y="4161"/>
                  <a:pt x="31121" y="0"/>
                  <a:pt x="3162" y="10318"/>
                </a:cubicBezTo>
                <a:lnTo>
                  <a:pt x="0" y="18972"/>
                </a:lnTo>
              </a:path>
            </a:pathLst>
          </a:custGeom>
          <a:noFill/>
          <a:ln w="3994" cap="rnd">
            <a:solidFill>
              <a:srgbClr val="627D8D"/>
            </a:solidFill>
            <a:prstDash val="solid"/>
            <a:round/>
          </a:ln>
        </p:spPr>
      </p:sp>
      <p:sp>
        <p:nvSpPr>
          <p:cNvPr id="82" name="!!path-2xe"/>
          <p:cNvSpPr/>
          <p:nvPr/>
        </p:nvSpPr>
        <p:spPr>
          <a:xfrm>
            <a:off x="5107542" y="3186796"/>
            <a:ext cx="98521" cy="104845"/>
          </a:xfrm>
          <a:custGeom>
            <a:avLst/>
            <a:gdLst/>
            <a:ahLst/>
            <a:cxnLst/>
            <a:rect l="l" t="t" r="r" b="b"/>
            <a:pathLst>
              <a:path w="98521" h="104845">
                <a:moveTo>
                  <a:pt x="98521" y="14978"/>
                </a:moveTo>
                <a:lnTo>
                  <a:pt x="93029" y="3661"/>
                </a:lnTo>
                <a:cubicBezTo>
                  <a:pt x="71062" y="0"/>
                  <a:pt x="36113" y="8321"/>
                  <a:pt x="14479" y="24963"/>
                </a:cubicBezTo>
                <a:cubicBezTo>
                  <a:pt x="5325" y="32452"/>
                  <a:pt x="1165" y="43269"/>
                  <a:pt x="0" y="54919"/>
                </a:cubicBezTo>
                <a:lnTo>
                  <a:pt x="0" y="104845"/>
                </a:lnTo>
                <a:lnTo>
                  <a:pt x="98521" y="104845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83" name="!!path-2xf"/>
          <p:cNvSpPr/>
          <p:nvPr/>
        </p:nvSpPr>
        <p:spPr>
          <a:xfrm>
            <a:off x="5107542" y="3186796"/>
            <a:ext cx="98521" cy="54919"/>
          </a:xfrm>
          <a:custGeom>
            <a:avLst/>
            <a:gdLst/>
            <a:ahLst/>
            <a:cxnLst/>
            <a:rect l="l" t="t" r="r" b="b"/>
            <a:pathLst>
              <a:path w="98521" h="54919" fill="none">
                <a:moveTo>
                  <a:pt x="0" y="54919"/>
                </a:moveTo>
                <a:cubicBezTo>
                  <a:pt x="1165" y="43269"/>
                  <a:pt x="5325" y="32452"/>
                  <a:pt x="14479" y="24963"/>
                </a:cubicBezTo>
                <a:cubicBezTo>
                  <a:pt x="36113" y="8321"/>
                  <a:pt x="71062" y="0"/>
                  <a:pt x="93029" y="3661"/>
                </a:cubicBezTo>
                <a:lnTo>
                  <a:pt x="98521" y="14978"/>
                </a:lnTo>
              </a:path>
            </a:pathLst>
          </a:custGeom>
          <a:noFill/>
          <a:ln w="3994" cap="rnd">
            <a:solidFill>
              <a:srgbClr val="627D8D"/>
            </a:solidFill>
            <a:prstDash val="solid"/>
            <a:round/>
          </a:ln>
        </p:spPr>
      </p:sp>
      <p:sp>
        <p:nvSpPr>
          <p:cNvPr id="84" name="!!path-2xg"/>
          <p:cNvSpPr/>
          <p:nvPr/>
        </p:nvSpPr>
        <p:spPr>
          <a:xfrm>
            <a:off x="5107709" y="3199277"/>
            <a:ext cx="109172" cy="92364"/>
          </a:xfrm>
          <a:custGeom>
            <a:avLst/>
            <a:gdLst/>
            <a:ahLst/>
            <a:cxnLst/>
            <a:rect l="l" t="t" r="r" b="b"/>
            <a:pathLst>
              <a:path w="109172" h="92364">
                <a:moveTo>
                  <a:pt x="109172" y="16143"/>
                </a:moveTo>
                <a:lnTo>
                  <a:pt x="104179" y="2496"/>
                </a:lnTo>
                <a:cubicBezTo>
                  <a:pt x="77552" y="0"/>
                  <a:pt x="44268" y="9153"/>
                  <a:pt x="22633" y="25130"/>
                </a:cubicBezTo>
                <a:cubicBezTo>
                  <a:pt x="10984" y="33783"/>
                  <a:pt x="3495" y="44102"/>
                  <a:pt x="0" y="53255"/>
                </a:cubicBezTo>
                <a:lnTo>
                  <a:pt x="0" y="92364"/>
                </a:lnTo>
                <a:lnTo>
                  <a:pt x="109172" y="92364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85" name="!!path-2xh"/>
          <p:cNvSpPr/>
          <p:nvPr/>
        </p:nvSpPr>
        <p:spPr>
          <a:xfrm>
            <a:off x="5107709" y="3199277"/>
            <a:ext cx="109172" cy="53255"/>
          </a:xfrm>
          <a:custGeom>
            <a:avLst/>
            <a:gdLst/>
            <a:ahLst/>
            <a:cxnLst/>
            <a:rect l="l" t="t" r="r" b="b"/>
            <a:pathLst>
              <a:path w="109172" h="53255" fill="none">
                <a:moveTo>
                  <a:pt x="0" y="53255"/>
                </a:moveTo>
                <a:cubicBezTo>
                  <a:pt x="3495" y="44102"/>
                  <a:pt x="10984" y="33783"/>
                  <a:pt x="22633" y="25130"/>
                </a:cubicBezTo>
                <a:cubicBezTo>
                  <a:pt x="44268" y="9153"/>
                  <a:pt x="77552" y="0"/>
                  <a:pt x="104179" y="2496"/>
                </a:cubicBezTo>
                <a:lnTo>
                  <a:pt x="109172" y="16143"/>
                </a:lnTo>
              </a:path>
            </a:pathLst>
          </a:custGeom>
          <a:noFill/>
          <a:ln w="3994" cap="rnd">
            <a:solidFill>
              <a:srgbClr val="627D8D"/>
            </a:solidFill>
            <a:prstDash val="solid"/>
            <a:round/>
          </a:ln>
        </p:spPr>
      </p:sp>
      <p:sp>
        <p:nvSpPr>
          <p:cNvPr id="86" name="!!path-2xi"/>
          <p:cNvSpPr/>
          <p:nvPr/>
        </p:nvSpPr>
        <p:spPr>
          <a:xfrm>
            <a:off x="5108042" y="3210927"/>
            <a:ext cx="116827" cy="80714"/>
          </a:xfrm>
          <a:custGeom>
            <a:avLst/>
            <a:gdLst/>
            <a:ahLst/>
            <a:cxnLst/>
            <a:rect l="l" t="t" r="r" b="b"/>
            <a:pathLst>
              <a:path w="116827" h="80714">
                <a:moveTo>
                  <a:pt x="116827" y="15477"/>
                </a:moveTo>
                <a:lnTo>
                  <a:pt x="114498" y="7156"/>
                </a:lnTo>
                <a:cubicBezTo>
                  <a:pt x="87205" y="0"/>
                  <a:pt x="52256" y="4161"/>
                  <a:pt x="28957" y="15810"/>
                </a:cubicBezTo>
                <a:cubicBezTo>
                  <a:pt x="13979" y="23299"/>
                  <a:pt x="4826" y="34948"/>
                  <a:pt x="0" y="46099"/>
                </a:cubicBezTo>
                <a:lnTo>
                  <a:pt x="0" y="80714"/>
                </a:lnTo>
                <a:lnTo>
                  <a:pt x="116827" y="80714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87" name="!!path-2xj"/>
          <p:cNvSpPr/>
          <p:nvPr/>
        </p:nvSpPr>
        <p:spPr>
          <a:xfrm>
            <a:off x="5108042" y="3210927"/>
            <a:ext cx="116827" cy="46099"/>
          </a:xfrm>
          <a:custGeom>
            <a:avLst/>
            <a:gdLst/>
            <a:ahLst/>
            <a:cxnLst/>
            <a:rect l="l" t="t" r="r" b="b"/>
            <a:pathLst>
              <a:path w="116827" h="46099" fill="none">
                <a:moveTo>
                  <a:pt x="0" y="46099"/>
                </a:moveTo>
                <a:cubicBezTo>
                  <a:pt x="4826" y="34948"/>
                  <a:pt x="13979" y="23299"/>
                  <a:pt x="28957" y="15810"/>
                </a:cubicBezTo>
                <a:cubicBezTo>
                  <a:pt x="52256" y="4161"/>
                  <a:pt x="87205" y="0"/>
                  <a:pt x="114498" y="7156"/>
                </a:cubicBezTo>
                <a:lnTo>
                  <a:pt x="116827" y="15477"/>
                </a:lnTo>
              </a:path>
            </a:pathLst>
          </a:custGeom>
          <a:noFill/>
          <a:ln w="3994" cap="rnd">
            <a:solidFill>
              <a:srgbClr val="627D8D"/>
            </a:solidFill>
            <a:prstDash val="solid"/>
            <a:round/>
          </a:ln>
        </p:spPr>
      </p:sp>
      <p:sp>
        <p:nvSpPr>
          <p:cNvPr id="88" name="!!path-2xk"/>
          <p:cNvSpPr/>
          <p:nvPr/>
        </p:nvSpPr>
        <p:spPr>
          <a:xfrm>
            <a:off x="4970578" y="3220080"/>
            <a:ext cx="269602" cy="178403"/>
          </a:xfrm>
          <a:custGeom>
            <a:avLst/>
            <a:gdLst/>
            <a:ahLst/>
            <a:cxnLst/>
            <a:rect l="l" t="t" r="r" b="b"/>
            <a:pathLst>
              <a:path w="269602" h="178403">
                <a:moveTo>
                  <a:pt x="0" y="17474"/>
                </a:moveTo>
                <a:cubicBezTo>
                  <a:pt x="14978" y="6657"/>
                  <a:pt x="51590" y="3328"/>
                  <a:pt x="81546" y="11317"/>
                </a:cubicBezTo>
                <a:cubicBezTo>
                  <a:pt x="106509" y="18306"/>
                  <a:pt x="124816" y="28292"/>
                  <a:pt x="136465" y="38277"/>
                </a:cubicBezTo>
                <a:cubicBezTo>
                  <a:pt x="149779" y="26627"/>
                  <a:pt x="173078" y="11649"/>
                  <a:pt x="201369" y="4660"/>
                </a:cubicBezTo>
                <a:cubicBezTo>
                  <a:pt x="227997" y="0"/>
                  <a:pt x="254624" y="2496"/>
                  <a:pt x="269602" y="14146"/>
                </a:cubicBezTo>
                <a:lnTo>
                  <a:pt x="269269" y="146118"/>
                </a:lnTo>
                <a:cubicBezTo>
                  <a:pt x="239646" y="142290"/>
                  <a:pt x="181399" y="144786"/>
                  <a:pt x="137464" y="177405"/>
                </a:cubicBezTo>
                <a:quadBezTo>
                  <a:pt x="136465" y="178403"/>
                  <a:pt x="135467" y="177405"/>
                </a:quadBezTo>
                <a:cubicBezTo>
                  <a:pt x="91531" y="144786"/>
                  <a:pt x="34948" y="142290"/>
                  <a:pt x="4993" y="147782"/>
                </a:cubicBezTo>
                <a:close/>
              </a:path>
            </a:pathLst>
          </a:custGeom>
          <a:gradFill rotWithShape="1">
            <a:gsLst>
              <a:gs pos="0">
                <a:srgbClr val="627D8D"/>
              </a:gs>
              <a:gs pos="21794">
                <a:srgbClr val="627D8D"/>
              </a:gs>
              <a:gs pos="55376">
                <a:srgbClr val="627D8D"/>
              </a:gs>
              <a:gs pos="96421">
                <a:srgbClr val="98ABB7"/>
              </a:gs>
              <a:gs pos="100000">
                <a:srgbClr val="98ABB7"/>
              </a:gs>
            </a:gsLst>
            <a:lin ang="1983350" scaled="0"/>
          </a:gradFill>
          <a:ln>
            <a:noFill/>
          </a:ln>
        </p:spPr>
      </p:sp>
      <p:sp>
        <p:nvSpPr>
          <p:cNvPr id="89" name="!!path-2xl"/>
          <p:cNvSpPr/>
          <p:nvPr/>
        </p:nvSpPr>
        <p:spPr>
          <a:xfrm>
            <a:off x="4970578" y="3220080"/>
            <a:ext cx="269602" cy="178403"/>
          </a:xfrm>
          <a:custGeom>
            <a:avLst/>
            <a:gdLst/>
            <a:ahLst/>
            <a:cxnLst/>
            <a:rect l="l" t="t" r="r" b="b"/>
            <a:pathLst>
              <a:path w="269602" h="178403">
                <a:moveTo>
                  <a:pt x="0" y="17474"/>
                </a:moveTo>
                <a:cubicBezTo>
                  <a:pt x="14978" y="6657"/>
                  <a:pt x="51590" y="3328"/>
                  <a:pt x="81546" y="11317"/>
                </a:cubicBezTo>
                <a:cubicBezTo>
                  <a:pt x="106509" y="18306"/>
                  <a:pt x="124816" y="28292"/>
                  <a:pt x="136465" y="38277"/>
                </a:cubicBezTo>
                <a:cubicBezTo>
                  <a:pt x="149779" y="26627"/>
                  <a:pt x="173078" y="11649"/>
                  <a:pt x="201369" y="4660"/>
                </a:cubicBezTo>
                <a:cubicBezTo>
                  <a:pt x="227997" y="0"/>
                  <a:pt x="254624" y="2496"/>
                  <a:pt x="269602" y="14146"/>
                </a:cubicBezTo>
                <a:lnTo>
                  <a:pt x="269269" y="146118"/>
                </a:lnTo>
                <a:cubicBezTo>
                  <a:pt x="239646" y="142290"/>
                  <a:pt x="181399" y="144786"/>
                  <a:pt x="137464" y="177405"/>
                </a:cubicBezTo>
                <a:quadBezTo>
                  <a:pt x="136465" y="178403"/>
                  <a:pt x="135467" y="177405"/>
                </a:quadBezTo>
                <a:cubicBezTo>
                  <a:pt x="91531" y="144786"/>
                  <a:pt x="34948" y="142290"/>
                  <a:pt x="4993" y="147782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0000"/>
                </a:srgbClr>
              </a:gs>
              <a:gs pos="4764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83333" t="79291" r="16667" b="20709"/>
            </a:path>
          </a:gradFill>
          <a:ln>
            <a:noFill/>
          </a:ln>
        </p:spPr>
      </p:sp>
      <p:sp>
        <p:nvSpPr>
          <p:cNvPr id="90" name="!!line-2xm"/>
          <p:cNvSpPr/>
          <p:nvPr/>
        </p:nvSpPr>
        <p:spPr>
          <a:xfrm>
            <a:off x="5108208" y="3267676"/>
            <a:ext cx="1" cy="125814"/>
          </a:xfrm>
          <a:custGeom>
            <a:avLst/>
            <a:gdLst/>
            <a:ahLst/>
            <a:cxnLst/>
            <a:rect l="l" t="t" r="r" b="b"/>
            <a:pathLst>
              <a:path w="1" h="125814">
                <a:moveTo>
                  <a:pt x="0" y="0"/>
                </a:moveTo>
                <a:lnTo>
                  <a:pt x="0" y="125814"/>
                </a:lnTo>
              </a:path>
            </a:pathLst>
          </a:custGeom>
          <a:solidFill>
            <a:srgbClr val="000000"/>
          </a:solidFill>
          <a:ln w="5658" cap="rnd">
            <a:solidFill>
              <a:srgbClr val="C9D3D9"/>
            </a:solidFill>
            <a:prstDash val="solid"/>
            <a:miter lim="800000"/>
          </a:ln>
        </p:spPr>
      </p:sp>
      <p:sp>
        <p:nvSpPr>
          <p:cNvPr id="91" name="!!path-2xn"/>
          <p:cNvSpPr/>
          <p:nvPr/>
        </p:nvSpPr>
        <p:spPr>
          <a:xfrm>
            <a:off x="5197410" y="3332414"/>
            <a:ext cx="20803" cy="31121"/>
          </a:xfrm>
          <a:custGeom>
            <a:avLst/>
            <a:gdLst/>
            <a:ahLst/>
            <a:cxnLst/>
            <a:rect l="l" t="t" r="r" b="b"/>
            <a:pathLst>
              <a:path w="20803" h="31121">
                <a:moveTo>
                  <a:pt x="0" y="2163"/>
                </a:moveTo>
                <a:lnTo>
                  <a:pt x="12482" y="0"/>
                </a:lnTo>
                <a:lnTo>
                  <a:pt x="20803" y="30455"/>
                </a:lnTo>
                <a:lnTo>
                  <a:pt x="6158" y="31121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 w="832" cap="flat">
            <a:solidFill>
              <a:srgbClr val="FFFFFF">
                <a:alpha val="55000"/>
              </a:srgbClr>
            </a:solidFill>
            <a:prstDash val="solid"/>
            <a:round/>
          </a:ln>
        </p:spPr>
      </p:sp>
      <p:sp>
        <p:nvSpPr>
          <p:cNvPr id="92" name="!!text-2xo" descr="救「舊」我的書"/>
          <p:cNvSpPr txBox="1"/>
          <p:nvPr/>
        </p:nvSpPr>
        <p:spPr>
          <a:xfrm>
            <a:off x="5302921" y="3155197"/>
            <a:ext cx="1113980" cy="25603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92" b="1" kern="0" spc="-696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救</a:t>
            </a:r>
            <a:r>
              <a:rPr lang="zh-TW" altLang="en-US" sz="1392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「舊</a:t>
            </a:r>
            <a:r>
              <a:rPr lang="zh-TW" altLang="en-US" sz="1392" b="1" kern="0" spc="-696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」</a:t>
            </a:r>
            <a:r>
              <a:rPr lang="zh-TW" altLang="en-US" sz="1392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我的書</a:t>
            </a:r>
            <a:endParaRPr lang="zh-TW" sz="1392"/>
          </a:p>
        </p:txBody>
      </p:sp>
      <p:sp>
        <p:nvSpPr>
          <p:cNvPr id="93" name="!!rect-2y2"/>
          <p:cNvSpPr/>
          <p:nvPr/>
        </p:nvSpPr>
        <p:spPr>
          <a:xfrm>
            <a:off x="4293411" y="3496984"/>
            <a:ext cx="1290594" cy="1522334"/>
          </a:xfrm>
          <a:custGeom>
            <a:avLst/>
            <a:gdLst/>
            <a:ahLst/>
            <a:cxnLst/>
            <a:rect l="l" t="t" r="r" b="b"/>
            <a:pathLst>
              <a:path w="1290594" h="1522334">
                <a:moveTo>
                  <a:pt x="0" y="0"/>
                </a:moveTo>
                <a:lnTo>
                  <a:pt x="1217785" y="0"/>
                </a:lnTo>
                <a:cubicBezTo>
                  <a:pt x="1257996" y="0"/>
                  <a:pt x="1290594" y="32598"/>
                  <a:pt x="1290594" y="72809"/>
                </a:cubicBezTo>
                <a:lnTo>
                  <a:pt x="1290594" y="1522334"/>
                </a:lnTo>
                <a:lnTo>
                  <a:pt x="0" y="1522334"/>
                </a:lnTo>
                <a:lnTo>
                  <a:pt x="0" y="0"/>
                </a:lnTo>
                <a:close/>
              </a:path>
            </a:pathLst>
          </a:custGeom>
          <a:solidFill>
            <a:srgbClr val="D5DDE2"/>
          </a:solidFill>
          <a:ln>
            <a:noFill/>
          </a:ln>
        </p:spPr>
      </p:sp>
      <p:sp>
        <p:nvSpPr>
          <p:cNvPr id="94" name="!!path-2y3"/>
          <p:cNvSpPr/>
          <p:nvPr/>
        </p:nvSpPr>
        <p:spPr>
          <a:xfrm>
            <a:off x="3774179" y="3496984"/>
            <a:ext cx="519233" cy="1814331"/>
          </a:xfrm>
          <a:custGeom>
            <a:avLst/>
            <a:gdLst/>
            <a:ahLst/>
            <a:cxnLst/>
            <a:rect l="l" t="t" r="r" b="b"/>
            <a:pathLst>
              <a:path w="519233" h="1814331">
                <a:moveTo>
                  <a:pt x="21325" y="1809304"/>
                </a:moveTo>
                <a:lnTo>
                  <a:pt x="12271" y="1798271"/>
                </a:lnTo>
                <a:lnTo>
                  <a:pt x="5542" y="1785683"/>
                </a:lnTo>
                <a:lnTo>
                  <a:pt x="1399" y="1772024"/>
                </a:lnTo>
                <a:lnTo>
                  <a:pt x="0" y="1757820"/>
                </a:lnTo>
                <a:lnTo>
                  <a:pt x="0" y="72809"/>
                </a:lnTo>
                <a:lnTo>
                  <a:pt x="1399" y="58605"/>
                </a:lnTo>
                <a:lnTo>
                  <a:pt x="5542" y="44946"/>
                </a:lnTo>
                <a:lnTo>
                  <a:pt x="12271" y="32359"/>
                </a:lnTo>
                <a:lnTo>
                  <a:pt x="21325" y="21325"/>
                </a:lnTo>
                <a:lnTo>
                  <a:pt x="32359" y="12271"/>
                </a:lnTo>
                <a:lnTo>
                  <a:pt x="44946" y="5542"/>
                </a:lnTo>
                <a:lnTo>
                  <a:pt x="58605" y="1399"/>
                </a:lnTo>
                <a:lnTo>
                  <a:pt x="72809" y="0"/>
                </a:lnTo>
                <a:lnTo>
                  <a:pt x="519233" y="0"/>
                </a:lnTo>
                <a:lnTo>
                  <a:pt x="519233" y="1522335"/>
                </a:lnTo>
                <a:lnTo>
                  <a:pt x="27450" y="1814331"/>
                </a:lnTo>
                <a:close/>
              </a:path>
            </a:pathLst>
          </a:custGeom>
          <a:solidFill>
            <a:srgbClr val="C4CED5"/>
          </a:solidFill>
          <a:ln>
            <a:noFill/>
          </a:ln>
        </p:spPr>
      </p:sp>
      <p:sp>
        <p:nvSpPr>
          <p:cNvPr id="95" name="!!path-2y4"/>
          <p:cNvSpPr/>
          <p:nvPr/>
        </p:nvSpPr>
        <p:spPr>
          <a:xfrm>
            <a:off x="3801629" y="5019318"/>
            <a:ext cx="1782376" cy="308295"/>
          </a:xfrm>
          <a:custGeom>
            <a:avLst/>
            <a:gdLst/>
            <a:ahLst/>
            <a:cxnLst/>
            <a:rect l="l" t="t" r="r" b="b"/>
            <a:pathLst>
              <a:path w="1782376" h="308295">
                <a:moveTo>
                  <a:pt x="0" y="291996"/>
                </a:moveTo>
                <a:lnTo>
                  <a:pt x="4908" y="296024"/>
                </a:lnTo>
                <a:lnTo>
                  <a:pt x="17496" y="302752"/>
                </a:lnTo>
                <a:lnTo>
                  <a:pt x="31154" y="306896"/>
                </a:lnTo>
                <a:lnTo>
                  <a:pt x="45359" y="308295"/>
                </a:lnTo>
                <a:lnTo>
                  <a:pt x="1709567" y="308295"/>
                </a:lnTo>
                <a:lnTo>
                  <a:pt x="1723772" y="306896"/>
                </a:lnTo>
                <a:lnTo>
                  <a:pt x="1737430" y="302752"/>
                </a:lnTo>
                <a:lnTo>
                  <a:pt x="1750018" y="296024"/>
                </a:lnTo>
                <a:lnTo>
                  <a:pt x="1761051" y="286969"/>
                </a:lnTo>
                <a:lnTo>
                  <a:pt x="1770106" y="275936"/>
                </a:lnTo>
                <a:lnTo>
                  <a:pt x="1776834" y="263348"/>
                </a:lnTo>
                <a:lnTo>
                  <a:pt x="1780977" y="249690"/>
                </a:lnTo>
                <a:lnTo>
                  <a:pt x="1782376" y="235485"/>
                </a:lnTo>
                <a:lnTo>
                  <a:pt x="1782376" y="0"/>
                </a:lnTo>
                <a:lnTo>
                  <a:pt x="491783" y="0"/>
                </a:lnTo>
                <a:close/>
              </a:path>
            </a:pathLst>
          </a:custGeom>
          <a:solidFill>
            <a:srgbClr val="E8EDF0"/>
          </a:solidFill>
          <a:ln>
            <a:noFill/>
          </a:ln>
        </p:spPr>
      </p:sp>
      <p:sp>
        <p:nvSpPr>
          <p:cNvPr id="96" name="!!ellipse-2ye"/>
          <p:cNvSpPr/>
          <p:nvPr/>
        </p:nvSpPr>
        <p:spPr>
          <a:xfrm>
            <a:off x="4806903" y="5078169"/>
            <a:ext cx="830606" cy="95692"/>
          </a:xfrm>
          <a:prstGeom prst="ellipse">
            <a:avLst/>
          </a:prstGeom>
          <a:solidFill>
            <a:srgbClr val="0B1A26">
              <a:alpha val="16000"/>
            </a:srgbClr>
          </a:solidFill>
          <a:ln>
            <a:noFill/>
          </a:ln>
        </p:spPr>
      </p:sp>
      <p:sp>
        <p:nvSpPr>
          <p:cNvPr id="97" name="!!rect-2yg"/>
          <p:cNvSpPr/>
          <p:nvPr/>
        </p:nvSpPr>
        <p:spPr>
          <a:xfrm>
            <a:off x="4849008" y="4178664"/>
            <a:ext cx="669844" cy="937781"/>
          </a:xfrm>
          <a:prstGeom prst="roundRect">
            <a:avLst>
              <a:gd name="adj" fmla="val 4286"/>
            </a:avLst>
          </a:prstGeom>
          <a:gradFill rotWithShape="1">
            <a:gsLst>
              <a:gs pos="0">
                <a:srgbClr val="5D856F"/>
              </a:gs>
              <a:gs pos="100000">
                <a:srgbClr val="3F624F"/>
              </a:gs>
              <a:gs pos="100000">
                <a:srgbClr val="3F624F"/>
              </a:gs>
            </a:gsLst>
            <a:lin ang="3267739" scaled="0"/>
          </a:gradFill>
          <a:ln>
            <a:noFill/>
          </a:ln>
        </p:spPr>
      </p:sp>
      <p:sp>
        <p:nvSpPr>
          <p:cNvPr id="98" name="!!rect-2yh"/>
          <p:cNvSpPr/>
          <p:nvPr/>
        </p:nvSpPr>
        <p:spPr>
          <a:xfrm>
            <a:off x="4909294" y="4178664"/>
            <a:ext cx="33492" cy="937781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</p:spPr>
      </p:sp>
      <p:sp>
        <p:nvSpPr>
          <p:cNvPr id="99" name="!!rect-2yi"/>
          <p:cNvSpPr/>
          <p:nvPr/>
        </p:nvSpPr>
        <p:spPr>
          <a:xfrm>
            <a:off x="5016469" y="4347465"/>
            <a:ext cx="375113" cy="65645"/>
          </a:xfrm>
          <a:prstGeom prst="roundRect">
            <a:avLst>
              <a:gd name="adj" fmla="val 28571"/>
            </a:avLst>
          </a:prstGeom>
          <a:solidFill>
            <a:srgbClr val="E7D9B8"/>
          </a:solidFill>
          <a:ln>
            <a:noFill/>
          </a:ln>
        </p:spPr>
      </p:sp>
      <p:sp>
        <p:nvSpPr>
          <p:cNvPr id="100" name="!!rect-2yj"/>
          <p:cNvSpPr/>
          <p:nvPr/>
        </p:nvSpPr>
        <p:spPr>
          <a:xfrm>
            <a:off x="5016469" y="4459999"/>
            <a:ext cx="254541" cy="42200"/>
          </a:xfrm>
          <a:prstGeom prst="roundRect">
            <a:avLst>
              <a:gd name="adj" fmla="val 44444"/>
            </a:avLst>
          </a:prstGeom>
          <a:solidFill>
            <a:srgbClr val="E7D9B8">
              <a:alpha val="72000"/>
            </a:srgbClr>
          </a:solidFill>
          <a:ln>
            <a:noFill/>
          </a:ln>
        </p:spPr>
      </p:sp>
      <p:sp>
        <p:nvSpPr>
          <p:cNvPr id="101" name="!!rect-2yk"/>
          <p:cNvSpPr/>
          <p:nvPr/>
        </p:nvSpPr>
        <p:spPr>
          <a:xfrm>
            <a:off x="5016469" y="4928889"/>
            <a:ext cx="187556" cy="37511"/>
          </a:xfrm>
          <a:prstGeom prst="roundRect">
            <a:avLst>
              <a:gd name="adj" fmla="val 50000"/>
            </a:avLst>
          </a:prstGeom>
          <a:solidFill>
            <a:srgbClr val="E7D9B8">
              <a:alpha val="55000"/>
            </a:srgbClr>
          </a:solidFill>
          <a:ln>
            <a:noFill/>
          </a:ln>
        </p:spPr>
      </p:sp>
      <p:sp>
        <p:nvSpPr>
          <p:cNvPr id="102" name="!!rect-2yl"/>
          <p:cNvSpPr/>
          <p:nvPr/>
        </p:nvSpPr>
        <p:spPr>
          <a:xfrm>
            <a:off x="3774179" y="3496984"/>
            <a:ext cx="1809827" cy="915315"/>
          </a:xfrm>
          <a:custGeom>
            <a:avLst/>
            <a:gdLst/>
            <a:ahLst/>
            <a:cxnLst/>
            <a:rect l="l" t="t" r="r" b="b"/>
            <a:pathLst>
              <a:path w="1809827" h="915315">
                <a:moveTo>
                  <a:pt x="72809" y="0"/>
                </a:moveTo>
                <a:lnTo>
                  <a:pt x="1737017" y="0"/>
                </a:lnTo>
                <a:cubicBezTo>
                  <a:pt x="1777229" y="0"/>
                  <a:pt x="1809827" y="32598"/>
                  <a:pt x="1809827" y="72809"/>
                </a:cubicBezTo>
                <a:lnTo>
                  <a:pt x="1809827" y="915315"/>
                </a:lnTo>
                <a:lnTo>
                  <a:pt x="0" y="915315"/>
                </a:lnTo>
                <a:lnTo>
                  <a:pt x="0" y="72809"/>
                </a:lnTo>
                <a:cubicBezTo>
                  <a:pt x="0" y="32598"/>
                  <a:pt x="32598" y="0"/>
                  <a:pt x="72809" y="0"/>
                </a:cubicBezTo>
                <a:close/>
              </a:path>
            </a:pathLst>
          </a:custGeom>
          <a:gradFill rotWithShape="1">
            <a:gsLst>
              <a:gs pos="0">
                <a:srgbClr val="0B1A26">
                  <a:alpha val="20000"/>
                </a:srgbClr>
              </a:gs>
              <a:gs pos="100000">
                <a:srgbClr val="0B1A26">
                  <a:alpha val="0"/>
                </a:srgbClr>
              </a:gs>
            </a:gsLst>
            <a:lin ang="5400000" scaled="0"/>
          </a:gradFill>
          <a:ln>
            <a:noFill/>
          </a:ln>
        </p:spPr>
      </p:sp>
      <p:sp>
        <p:nvSpPr>
          <p:cNvPr id="103" name="!!circle-2ym"/>
          <p:cNvSpPr/>
          <p:nvPr/>
        </p:nvSpPr>
        <p:spPr>
          <a:xfrm>
            <a:off x="5631851" y="4283322"/>
            <a:ext cx="70729" cy="70729"/>
          </a:xfrm>
          <a:prstGeom prst="ellipse">
            <a:avLst/>
          </a:prstGeom>
          <a:solidFill>
            <a:srgbClr val="AEB9C1"/>
          </a:solidFill>
          <a:ln>
            <a:noFill/>
          </a:ln>
        </p:spPr>
      </p:sp>
      <p:sp>
        <p:nvSpPr>
          <p:cNvPr id="104" name="!!circle-2yn"/>
          <p:cNvSpPr/>
          <p:nvPr/>
        </p:nvSpPr>
        <p:spPr>
          <a:xfrm>
            <a:off x="5584005" y="4235476"/>
            <a:ext cx="166421" cy="166421"/>
          </a:xfrm>
          <a:prstGeom prst="ellipse">
            <a:avLst/>
          </a:prstGeom>
          <a:solidFill>
            <a:srgbClr val="3CCF8E">
              <a:alpha val="20000"/>
            </a:srgbClr>
          </a:solidFill>
          <a:ln>
            <a:noFill/>
          </a:ln>
        </p:spPr>
      </p:sp>
      <p:sp>
        <p:nvSpPr>
          <p:cNvPr id="105" name="!!circle-2yp"/>
          <p:cNvSpPr/>
          <p:nvPr/>
        </p:nvSpPr>
        <p:spPr>
          <a:xfrm>
            <a:off x="5631851" y="4283322"/>
            <a:ext cx="70729" cy="70729"/>
          </a:xfrm>
          <a:prstGeom prst="ellipse">
            <a:avLst/>
          </a:prstGeom>
          <a:solidFill>
            <a:srgbClr val="3CCF8E"/>
          </a:solidFill>
          <a:ln>
            <a:noFill/>
          </a:ln>
        </p:spPr>
      </p:sp>
      <p:sp>
        <p:nvSpPr>
          <p:cNvPr id="106" name="!!rect-2yy"/>
          <p:cNvSpPr/>
          <p:nvPr/>
        </p:nvSpPr>
        <p:spPr>
          <a:xfrm>
            <a:off x="3175126" y="3500033"/>
            <a:ext cx="599053" cy="1993856"/>
          </a:xfrm>
          <a:custGeom>
            <a:avLst/>
            <a:gdLst/>
            <a:ahLst/>
            <a:cxnLst/>
            <a:rect l="l" t="t" r="r" b="b"/>
            <a:pathLst>
              <a:path w="599053" h="1993856">
                <a:moveTo>
                  <a:pt x="574953" y="3762"/>
                </a:moveTo>
                <a:lnTo>
                  <a:pt x="24100" y="159464"/>
                </a:lnTo>
                <a:cubicBezTo>
                  <a:pt x="10790" y="163227"/>
                  <a:pt x="0" y="198874"/>
                  <a:pt x="0" y="239086"/>
                </a:cubicBezTo>
                <a:lnTo>
                  <a:pt x="0" y="1924097"/>
                </a:lnTo>
                <a:cubicBezTo>
                  <a:pt x="0" y="1964308"/>
                  <a:pt x="10790" y="1993856"/>
                  <a:pt x="24100" y="1990094"/>
                </a:cubicBezTo>
                <a:lnTo>
                  <a:pt x="574953" y="1834391"/>
                </a:lnTo>
                <a:cubicBezTo>
                  <a:pt x="588263" y="1830629"/>
                  <a:pt x="599053" y="1794982"/>
                  <a:pt x="599053" y="1754770"/>
                </a:cubicBezTo>
                <a:lnTo>
                  <a:pt x="599053" y="69759"/>
                </a:lnTo>
                <a:cubicBezTo>
                  <a:pt x="599053" y="29548"/>
                  <a:pt x="588263" y="0"/>
                  <a:pt x="574953" y="3762"/>
                </a:cubicBezTo>
                <a:close/>
              </a:path>
            </a:pathLst>
          </a:custGeom>
          <a:solidFill>
            <a:srgbClr val="F4F8FA">
              <a:alpha val="40000"/>
            </a:srgbClr>
          </a:solidFill>
          <a:ln>
            <a:noFill/>
          </a:ln>
        </p:spPr>
      </p:sp>
      <p:sp>
        <p:nvSpPr>
          <p:cNvPr id="107" name="!!path-2yz"/>
          <p:cNvSpPr/>
          <p:nvPr/>
        </p:nvSpPr>
        <p:spPr>
          <a:xfrm>
            <a:off x="3378804" y="3581647"/>
            <a:ext cx="263583" cy="1810310"/>
          </a:xfrm>
          <a:custGeom>
            <a:avLst/>
            <a:gdLst/>
            <a:ahLst/>
            <a:cxnLst/>
            <a:rect l="l" t="t" r="r" b="b"/>
            <a:pathLst>
              <a:path w="263583" h="1810310">
                <a:moveTo>
                  <a:pt x="95848" y="0"/>
                </a:moveTo>
                <a:lnTo>
                  <a:pt x="0" y="27092"/>
                </a:lnTo>
                <a:lnTo>
                  <a:pt x="167735" y="1810310"/>
                </a:lnTo>
                <a:lnTo>
                  <a:pt x="263583" y="1783218"/>
                </a:lnTo>
                <a:close/>
              </a:path>
            </a:pathLst>
          </a:custGeom>
          <a:solidFill>
            <a:srgbClr val="FFFFFF">
              <a:alpha val="34000"/>
            </a:srgbClr>
          </a:solidFill>
          <a:ln>
            <a:noFill/>
          </a:ln>
        </p:spPr>
      </p:sp>
      <p:sp>
        <p:nvSpPr>
          <p:cNvPr id="108" name="!!path-2z0"/>
          <p:cNvSpPr/>
          <p:nvPr/>
        </p:nvSpPr>
        <p:spPr>
          <a:xfrm>
            <a:off x="3324889" y="3617205"/>
            <a:ext cx="191697" cy="1789991"/>
          </a:xfrm>
          <a:custGeom>
            <a:avLst/>
            <a:gdLst/>
            <a:ahLst/>
            <a:cxnLst/>
            <a:rect l="l" t="t" r="r" b="b"/>
            <a:pathLst>
              <a:path w="191697" h="1789991">
                <a:moveTo>
                  <a:pt x="23962" y="0"/>
                </a:moveTo>
                <a:lnTo>
                  <a:pt x="0" y="6773"/>
                </a:lnTo>
                <a:lnTo>
                  <a:pt x="167735" y="1789991"/>
                </a:lnTo>
                <a:lnTo>
                  <a:pt x="191697" y="1783218"/>
                </a:lnTo>
                <a:close/>
              </a:path>
            </a:pathLst>
          </a:custGeom>
          <a:solidFill>
            <a:srgbClr val="FFFFFF">
              <a:alpha val="28000"/>
            </a:srgbClr>
          </a:solidFill>
          <a:ln>
            <a:noFill/>
          </a:ln>
        </p:spPr>
      </p:sp>
      <p:sp>
        <p:nvSpPr>
          <p:cNvPr id="109" name="!!rect-2z1"/>
          <p:cNvSpPr/>
          <p:nvPr/>
        </p:nvSpPr>
        <p:spPr>
          <a:xfrm>
            <a:off x="3177880" y="3508915"/>
            <a:ext cx="593544" cy="1976092"/>
          </a:xfrm>
          <a:custGeom>
            <a:avLst/>
            <a:gdLst/>
            <a:ahLst/>
            <a:cxnLst/>
            <a:rect l="l" t="t" r="r" b="b"/>
            <a:pathLst>
              <a:path w="593544" h="1976092" fill="none">
                <a:moveTo>
                  <a:pt x="571166" y="3493"/>
                </a:moveTo>
                <a:lnTo>
                  <a:pt x="22378" y="158612"/>
                </a:lnTo>
                <a:cubicBezTo>
                  <a:pt x="10019" y="162105"/>
                  <a:pt x="0" y="195207"/>
                  <a:pt x="0" y="232546"/>
                </a:cubicBezTo>
                <a:lnTo>
                  <a:pt x="0" y="1911316"/>
                </a:lnTo>
                <a:cubicBezTo>
                  <a:pt x="0" y="1948655"/>
                  <a:pt x="10019" y="1976092"/>
                  <a:pt x="22378" y="1972599"/>
                </a:cubicBezTo>
                <a:lnTo>
                  <a:pt x="571166" y="1817480"/>
                </a:lnTo>
                <a:cubicBezTo>
                  <a:pt x="583525" y="1813987"/>
                  <a:pt x="593544" y="1780886"/>
                  <a:pt x="593544" y="1743547"/>
                </a:cubicBezTo>
                <a:lnTo>
                  <a:pt x="593544" y="64776"/>
                </a:lnTo>
                <a:cubicBezTo>
                  <a:pt x="593544" y="27437"/>
                  <a:pt x="583525" y="0"/>
                  <a:pt x="571166" y="3493"/>
                </a:cubicBezTo>
                <a:close/>
              </a:path>
            </a:pathLst>
          </a:custGeom>
          <a:noFill/>
          <a:ln w="9575" cap="flat">
            <a:solidFill>
              <a:srgbClr val="FFFFFF">
                <a:alpha val="95000"/>
              </a:srgbClr>
            </a:solidFill>
            <a:prstDash val="solid"/>
            <a:miter lim="800000"/>
          </a:ln>
        </p:spPr>
      </p:sp>
      <p:sp>
        <p:nvSpPr>
          <p:cNvPr id="110" name="!!rect-2z2"/>
          <p:cNvSpPr/>
          <p:nvPr/>
        </p:nvSpPr>
        <p:spPr>
          <a:xfrm>
            <a:off x="3175126" y="3500033"/>
            <a:ext cx="599053" cy="1993856"/>
          </a:xfrm>
          <a:custGeom>
            <a:avLst/>
            <a:gdLst/>
            <a:ahLst/>
            <a:cxnLst/>
            <a:rect l="l" t="t" r="r" b="b"/>
            <a:pathLst>
              <a:path w="599053" h="1993856" fill="none">
                <a:moveTo>
                  <a:pt x="574953" y="3762"/>
                </a:moveTo>
                <a:lnTo>
                  <a:pt x="24100" y="159464"/>
                </a:lnTo>
                <a:cubicBezTo>
                  <a:pt x="10790" y="163227"/>
                  <a:pt x="0" y="198874"/>
                  <a:pt x="0" y="239086"/>
                </a:cubicBezTo>
                <a:lnTo>
                  <a:pt x="0" y="1924097"/>
                </a:lnTo>
                <a:cubicBezTo>
                  <a:pt x="0" y="1964308"/>
                  <a:pt x="10790" y="1993856"/>
                  <a:pt x="24100" y="1990094"/>
                </a:cubicBezTo>
                <a:lnTo>
                  <a:pt x="574953" y="1834391"/>
                </a:lnTo>
                <a:cubicBezTo>
                  <a:pt x="588263" y="1830629"/>
                  <a:pt x="599053" y="1794982"/>
                  <a:pt x="599053" y="1754770"/>
                </a:cubicBezTo>
                <a:lnTo>
                  <a:pt x="599053" y="69759"/>
                </a:lnTo>
                <a:cubicBezTo>
                  <a:pt x="599053" y="29548"/>
                  <a:pt x="588263" y="0"/>
                  <a:pt x="574953" y="3762"/>
                </a:cubicBezTo>
                <a:close/>
              </a:path>
            </a:pathLst>
          </a:custGeom>
          <a:noFill/>
          <a:ln w="5984" cap="flat">
            <a:solidFill>
              <a:srgbClr val="8FA0AB">
                <a:alpha val="50000"/>
              </a:srgbClr>
            </a:solidFill>
            <a:prstDash val="solid"/>
            <a:miter lim="800000"/>
          </a:ln>
        </p:spPr>
      </p:sp>
      <p:sp>
        <p:nvSpPr>
          <p:cNvPr id="111" name="!!rect-2z3"/>
          <p:cNvSpPr/>
          <p:nvPr/>
        </p:nvSpPr>
        <p:spPr>
          <a:xfrm>
            <a:off x="3564166" y="3625152"/>
            <a:ext cx="172142" cy="292189"/>
          </a:xfrm>
          <a:custGeom>
            <a:avLst/>
            <a:gdLst/>
            <a:ahLst/>
            <a:cxnLst/>
            <a:rect l="l" t="t" r="r" b="b"/>
            <a:pathLst>
              <a:path w="172142" h="292189">
                <a:moveTo>
                  <a:pt x="148042" y="3762"/>
                </a:moveTo>
                <a:lnTo>
                  <a:pt x="24100" y="38795"/>
                </a:lnTo>
                <a:cubicBezTo>
                  <a:pt x="10790" y="42557"/>
                  <a:pt x="0" y="78205"/>
                  <a:pt x="0" y="118416"/>
                </a:cubicBezTo>
                <a:lnTo>
                  <a:pt x="0" y="222429"/>
                </a:lnTo>
                <a:cubicBezTo>
                  <a:pt x="0" y="262641"/>
                  <a:pt x="10790" y="292189"/>
                  <a:pt x="24100" y="288426"/>
                </a:cubicBezTo>
                <a:lnTo>
                  <a:pt x="148042" y="253393"/>
                </a:lnTo>
                <a:cubicBezTo>
                  <a:pt x="161352" y="249631"/>
                  <a:pt x="172142" y="213984"/>
                  <a:pt x="172142" y="173772"/>
                </a:cubicBezTo>
                <a:lnTo>
                  <a:pt x="172142" y="69759"/>
                </a:lnTo>
                <a:cubicBezTo>
                  <a:pt x="172142" y="29548"/>
                  <a:pt x="161352" y="0"/>
                  <a:pt x="148042" y="3762"/>
                </a:cubicBez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112" name="!!rect-2za"/>
          <p:cNvSpPr/>
          <p:nvPr/>
        </p:nvSpPr>
        <p:spPr>
          <a:xfrm>
            <a:off x="3175126" y="3500033"/>
            <a:ext cx="599053" cy="1993856"/>
          </a:xfrm>
          <a:custGeom>
            <a:avLst/>
            <a:gdLst/>
            <a:ahLst/>
            <a:cxnLst/>
            <a:rect l="l" t="t" r="r" b="b"/>
            <a:pathLst>
              <a:path w="599053" h="1993856">
                <a:moveTo>
                  <a:pt x="574953" y="3762"/>
                </a:moveTo>
                <a:lnTo>
                  <a:pt x="24100" y="159464"/>
                </a:lnTo>
                <a:cubicBezTo>
                  <a:pt x="10790" y="163227"/>
                  <a:pt x="0" y="198874"/>
                  <a:pt x="0" y="239086"/>
                </a:cubicBezTo>
                <a:lnTo>
                  <a:pt x="0" y="1924097"/>
                </a:lnTo>
                <a:cubicBezTo>
                  <a:pt x="0" y="1964308"/>
                  <a:pt x="10790" y="1993856"/>
                  <a:pt x="24100" y="1990094"/>
                </a:cubicBezTo>
                <a:lnTo>
                  <a:pt x="574953" y="1834391"/>
                </a:lnTo>
                <a:cubicBezTo>
                  <a:pt x="588263" y="1830629"/>
                  <a:pt x="599053" y="1794982"/>
                  <a:pt x="599053" y="1754770"/>
                </a:cubicBezTo>
                <a:lnTo>
                  <a:pt x="599053" y="69759"/>
                </a:lnTo>
                <a:cubicBezTo>
                  <a:pt x="599053" y="29548"/>
                  <a:pt x="588263" y="0"/>
                  <a:pt x="574953" y="3762"/>
                </a:cubicBezTo>
                <a:close/>
              </a:path>
            </a:pathLst>
          </a:custGeom>
          <a:solidFill>
            <a:srgbClr val="2B3B47">
              <a:alpha val="19700"/>
            </a:srgbClr>
          </a:solidFill>
          <a:ln>
            <a:noFill/>
          </a:ln>
        </p:spPr>
      </p:sp>
      <p:sp>
        <p:nvSpPr>
          <p:cNvPr id="113" name="!!rect-2zw"/>
          <p:cNvSpPr/>
          <p:nvPr/>
        </p:nvSpPr>
        <p:spPr>
          <a:xfrm>
            <a:off x="6269660" y="3496984"/>
            <a:ext cx="1290593" cy="1522334"/>
          </a:xfrm>
          <a:custGeom>
            <a:avLst/>
            <a:gdLst/>
            <a:ahLst/>
            <a:cxnLst/>
            <a:rect l="l" t="t" r="r" b="b"/>
            <a:pathLst>
              <a:path w="1290593" h="1522334">
                <a:moveTo>
                  <a:pt x="0" y="0"/>
                </a:moveTo>
                <a:lnTo>
                  <a:pt x="1217784" y="0"/>
                </a:lnTo>
                <a:cubicBezTo>
                  <a:pt x="1257995" y="0"/>
                  <a:pt x="1290593" y="32598"/>
                  <a:pt x="1290593" y="72809"/>
                </a:cubicBezTo>
                <a:lnTo>
                  <a:pt x="1290593" y="1522334"/>
                </a:lnTo>
                <a:lnTo>
                  <a:pt x="0" y="1522334"/>
                </a:lnTo>
                <a:lnTo>
                  <a:pt x="0" y="0"/>
                </a:lnTo>
                <a:close/>
              </a:path>
            </a:pathLst>
          </a:custGeom>
          <a:solidFill>
            <a:srgbClr val="D5DDE2"/>
          </a:solidFill>
          <a:ln>
            <a:noFill/>
          </a:ln>
        </p:spPr>
      </p:sp>
      <p:sp>
        <p:nvSpPr>
          <p:cNvPr id="114" name="!!path-2zx"/>
          <p:cNvSpPr/>
          <p:nvPr/>
        </p:nvSpPr>
        <p:spPr>
          <a:xfrm>
            <a:off x="5750426" y="3496984"/>
            <a:ext cx="519233" cy="1814331"/>
          </a:xfrm>
          <a:custGeom>
            <a:avLst/>
            <a:gdLst/>
            <a:ahLst/>
            <a:cxnLst/>
            <a:rect l="l" t="t" r="r" b="b"/>
            <a:pathLst>
              <a:path w="519233" h="1814331">
                <a:moveTo>
                  <a:pt x="21325" y="1809304"/>
                </a:moveTo>
                <a:lnTo>
                  <a:pt x="12271" y="1798271"/>
                </a:lnTo>
                <a:lnTo>
                  <a:pt x="5542" y="1785683"/>
                </a:lnTo>
                <a:lnTo>
                  <a:pt x="1399" y="1772024"/>
                </a:lnTo>
                <a:lnTo>
                  <a:pt x="0" y="1757820"/>
                </a:lnTo>
                <a:lnTo>
                  <a:pt x="0" y="72809"/>
                </a:lnTo>
                <a:lnTo>
                  <a:pt x="1399" y="58605"/>
                </a:lnTo>
                <a:lnTo>
                  <a:pt x="5542" y="44946"/>
                </a:lnTo>
                <a:lnTo>
                  <a:pt x="12271" y="32359"/>
                </a:lnTo>
                <a:lnTo>
                  <a:pt x="21325" y="21325"/>
                </a:lnTo>
                <a:lnTo>
                  <a:pt x="32359" y="12271"/>
                </a:lnTo>
                <a:lnTo>
                  <a:pt x="44946" y="5542"/>
                </a:lnTo>
                <a:lnTo>
                  <a:pt x="58605" y="1399"/>
                </a:lnTo>
                <a:lnTo>
                  <a:pt x="72809" y="0"/>
                </a:lnTo>
                <a:lnTo>
                  <a:pt x="519233" y="0"/>
                </a:lnTo>
                <a:lnTo>
                  <a:pt x="519233" y="1522335"/>
                </a:lnTo>
                <a:lnTo>
                  <a:pt x="27450" y="1814331"/>
                </a:lnTo>
                <a:close/>
              </a:path>
            </a:pathLst>
          </a:custGeom>
          <a:solidFill>
            <a:srgbClr val="C4CED5"/>
          </a:solidFill>
          <a:ln>
            <a:noFill/>
          </a:ln>
        </p:spPr>
      </p:sp>
      <p:sp>
        <p:nvSpPr>
          <p:cNvPr id="115" name="!!path-2zy"/>
          <p:cNvSpPr/>
          <p:nvPr/>
        </p:nvSpPr>
        <p:spPr>
          <a:xfrm>
            <a:off x="5777876" y="5019318"/>
            <a:ext cx="1782376" cy="308295"/>
          </a:xfrm>
          <a:custGeom>
            <a:avLst/>
            <a:gdLst/>
            <a:ahLst/>
            <a:cxnLst/>
            <a:rect l="l" t="t" r="r" b="b"/>
            <a:pathLst>
              <a:path w="1782376" h="308295">
                <a:moveTo>
                  <a:pt x="0" y="291996"/>
                </a:moveTo>
                <a:lnTo>
                  <a:pt x="4908" y="296024"/>
                </a:lnTo>
                <a:lnTo>
                  <a:pt x="17496" y="302752"/>
                </a:lnTo>
                <a:lnTo>
                  <a:pt x="31154" y="306896"/>
                </a:lnTo>
                <a:lnTo>
                  <a:pt x="45359" y="308295"/>
                </a:lnTo>
                <a:lnTo>
                  <a:pt x="1709567" y="308295"/>
                </a:lnTo>
                <a:lnTo>
                  <a:pt x="1723772" y="306896"/>
                </a:lnTo>
                <a:lnTo>
                  <a:pt x="1737430" y="302752"/>
                </a:lnTo>
                <a:lnTo>
                  <a:pt x="1750018" y="296024"/>
                </a:lnTo>
                <a:lnTo>
                  <a:pt x="1761051" y="286969"/>
                </a:lnTo>
                <a:lnTo>
                  <a:pt x="1770106" y="275936"/>
                </a:lnTo>
                <a:lnTo>
                  <a:pt x="1776834" y="263348"/>
                </a:lnTo>
                <a:lnTo>
                  <a:pt x="1780977" y="249690"/>
                </a:lnTo>
                <a:lnTo>
                  <a:pt x="1782376" y="235485"/>
                </a:lnTo>
                <a:lnTo>
                  <a:pt x="1782376" y="0"/>
                </a:lnTo>
                <a:lnTo>
                  <a:pt x="491783" y="0"/>
                </a:lnTo>
                <a:close/>
              </a:path>
            </a:pathLst>
          </a:custGeom>
          <a:solidFill>
            <a:srgbClr val="E8EDF0"/>
          </a:solidFill>
          <a:ln>
            <a:noFill/>
          </a:ln>
        </p:spPr>
      </p:sp>
      <p:sp>
        <p:nvSpPr>
          <p:cNvPr id="116" name="!!ellipse-2zz"/>
          <p:cNvSpPr/>
          <p:nvPr/>
        </p:nvSpPr>
        <p:spPr>
          <a:xfrm>
            <a:off x="6677973" y="5116445"/>
            <a:ext cx="902833" cy="104013"/>
          </a:xfrm>
          <a:prstGeom prst="ellipse">
            <a:avLst/>
          </a:prstGeom>
          <a:solidFill>
            <a:srgbClr val="0B1A26">
              <a:alpha val="14000"/>
            </a:srgbClr>
          </a:solidFill>
          <a:ln>
            <a:noFill/>
          </a:ln>
        </p:spPr>
      </p:sp>
      <p:sp>
        <p:nvSpPr>
          <p:cNvPr id="117" name="!!rect-301"/>
          <p:cNvSpPr/>
          <p:nvPr/>
        </p:nvSpPr>
        <p:spPr>
          <a:xfrm>
            <a:off x="6723739" y="4138723"/>
            <a:ext cx="728091" cy="1019328"/>
          </a:xfrm>
          <a:prstGeom prst="roundRect">
            <a:avLst>
              <a:gd name="adj" fmla="val 4286"/>
            </a:avLst>
          </a:prstGeom>
          <a:gradFill rotWithShape="1">
            <a:gsLst>
              <a:gs pos="0">
                <a:srgbClr val="AB6C59"/>
              </a:gs>
              <a:gs pos="100000">
                <a:srgbClr val="834C3C"/>
              </a:gs>
              <a:gs pos="100000">
                <a:srgbClr val="834C3C"/>
              </a:gs>
            </a:gsLst>
            <a:lin ang="3267739" scaled="0"/>
          </a:gradFill>
          <a:ln>
            <a:noFill/>
          </a:ln>
        </p:spPr>
      </p:sp>
      <p:sp>
        <p:nvSpPr>
          <p:cNvPr id="118" name="!!rect-302"/>
          <p:cNvSpPr/>
          <p:nvPr/>
        </p:nvSpPr>
        <p:spPr>
          <a:xfrm>
            <a:off x="6789266" y="4138723"/>
            <a:ext cx="36405" cy="1019328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</p:spPr>
      </p:sp>
      <p:sp>
        <p:nvSpPr>
          <p:cNvPr id="119" name="!!rect-303"/>
          <p:cNvSpPr/>
          <p:nvPr/>
        </p:nvSpPr>
        <p:spPr>
          <a:xfrm>
            <a:off x="6905762" y="4322202"/>
            <a:ext cx="407731" cy="71353"/>
          </a:xfrm>
          <a:prstGeom prst="roundRect">
            <a:avLst>
              <a:gd name="adj" fmla="val 28571"/>
            </a:avLst>
          </a:prstGeom>
          <a:solidFill>
            <a:srgbClr val="F1E3C8"/>
          </a:solidFill>
          <a:ln>
            <a:noFill/>
          </a:ln>
        </p:spPr>
      </p:sp>
      <p:sp>
        <p:nvSpPr>
          <p:cNvPr id="120" name="!!rect-304"/>
          <p:cNvSpPr/>
          <p:nvPr/>
        </p:nvSpPr>
        <p:spPr>
          <a:xfrm>
            <a:off x="6905762" y="4444522"/>
            <a:ext cx="276675" cy="45870"/>
          </a:xfrm>
          <a:prstGeom prst="roundRect">
            <a:avLst>
              <a:gd name="adj" fmla="val 44444"/>
            </a:avLst>
          </a:prstGeom>
          <a:solidFill>
            <a:srgbClr val="F1E3C8">
              <a:alpha val="72000"/>
            </a:srgbClr>
          </a:solidFill>
          <a:ln>
            <a:noFill/>
          </a:ln>
        </p:spPr>
      </p:sp>
      <p:sp>
        <p:nvSpPr>
          <p:cNvPr id="121" name="!!rect-305"/>
          <p:cNvSpPr/>
          <p:nvPr/>
        </p:nvSpPr>
        <p:spPr>
          <a:xfrm>
            <a:off x="6905762" y="4954185"/>
            <a:ext cx="203866" cy="40773"/>
          </a:xfrm>
          <a:prstGeom prst="roundRect">
            <a:avLst>
              <a:gd name="adj" fmla="val 50000"/>
            </a:avLst>
          </a:prstGeom>
          <a:solidFill>
            <a:srgbClr val="F1E3C8">
              <a:alpha val="55000"/>
            </a:srgbClr>
          </a:solidFill>
          <a:ln>
            <a:noFill/>
          </a:ln>
        </p:spPr>
      </p:sp>
      <p:sp>
        <p:nvSpPr>
          <p:cNvPr id="122" name="!!rect-306"/>
          <p:cNvSpPr/>
          <p:nvPr/>
        </p:nvSpPr>
        <p:spPr>
          <a:xfrm>
            <a:off x="5750426" y="3496984"/>
            <a:ext cx="1809827" cy="915315"/>
          </a:xfrm>
          <a:custGeom>
            <a:avLst/>
            <a:gdLst/>
            <a:ahLst/>
            <a:cxnLst/>
            <a:rect l="l" t="t" r="r" b="b"/>
            <a:pathLst>
              <a:path w="1809827" h="915315">
                <a:moveTo>
                  <a:pt x="72809" y="0"/>
                </a:moveTo>
                <a:lnTo>
                  <a:pt x="1737017" y="0"/>
                </a:lnTo>
                <a:cubicBezTo>
                  <a:pt x="1777229" y="0"/>
                  <a:pt x="1809827" y="32598"/>
                  <a:pt x="1809827" y="72809"/>
                </a:cubicBezTo>
                <a:lnTo>
                  <a:pt x="1809827" y="915315"/>
                </a:lnTo>
                <a:lnTo>
                  <a:pt x="0" y="915315"/>
                </a:lnTo>
                <a:lnTo>
                  <a:pt x="0" y="72809"/>
                </a:lnTo>
                <a:cubicBezTo>
                  <a:pt x="0" y="32598"/>
                  <a:pt x="32598" y="0"/>
                  <a:pt x="72809" y="0"/>
                </a:cubicBezTo>
                <a:close/>
              </a:path>
            </a:pathLst>
          </a:custGeom>
          <a:gradFill rotWithShape="1">
            <a:gsLst>
              <a:gs pos="0">
                <a:srgbClr val="0B1A26">
                  <a:alpha val="20000"/>
                </a:srgbClr>
              </a:gs>
              <a:gs pos="100000">
                <a:srgbClr val="0B1A26">
                  <a:alpha val="0"/>
                </a:srgbClr>
              </a:gs>
            </a:gsLst>
            <a:lin ang="5400000" scaled="0"/>
          </a:gradFill>
          <a:ln>
            <a:noFill/>
          </a:ln>
        </p:spPr>
      </p:sp>
      <p:sp>
        <p:nvSpPr>
          <p:cNvPr id="123" name="!!circle-307"/>
          <p:cNvSpPr/>
          <p:nvPr/>
        </p:nvSpPr>
        <p:spPr>
          <a:xfrm>
            <a:off x="5631851" y="4470545"/>
            <a:ext cx="70729" cy="70729"/>
          </a:xfrm>
          <a:prstGeom prst="ellipse">
            <a:avLst/>
          </a:prstGeom>
          <a:solidFill>
            <a:srgbClr val="AEB9C1"/>
          </a:solidFill>
          <a:ln>
            <a:noFill/>
          </a:ln>
        </p:spPr>
      </p:sp>
      <p:sp>
        <p:nvSpPr>
          <p:cNvPr id="124" name="!!rect-309"/>
          <p:cNvSpPr/>
          <p:nvPr/>
        </p:nvSpPr>
        <p:spPr>
          <a:xfrm>
            <a:off x="5750426" y="3496984"/>
            <a:ext cx="1809827" cy="1830629"/>
          </a:xfrm>
          <a:prstGeom prst="roundRect">
            <a:avLst>
              <a:gd name="adj" fmla="val 4023"/>
            </a:avLst>
          </a:prstGeom>
          <a:solidFill>
            <a:srgbClr val="F4F8FA">
              <a:alpha val="40000"/>
            </a:srgbClr>
          </a:solidFill>
          <a:ln>
            <a:noFill/>
          </a:ln>
        </p:spPr>
      </p:sp>
      <p:sp>
        <p:nvSpPr>
          <p:cNvPr id="125" name="!!path-30a"/>
          <p:cNvSpPr/>
          <p:nvPr/>
        </p:nvSpPr>
        <p:spPr>
          <a:xfrm>
            <a:off x="6148588" y="3496984"/>
            <a:ext cx="796324" cy="1830629"/>
          </a:xfrm>
          <a:custGeom>
            <a:avLst/>
            <a:gdLst/>
            <a:ahLst/>
            <a:cxnLst/>
            <a:rect l="l" t="t" r="r" b="b"/>
            <a:pathLst>
              <a:path w="796324" h="1830629">
                <a:moveTo>
                  <a:pt x="506751" y="0"/>
                </a:moveTo>
                <a:lnTo>
                  <a:pt x="796324" y="0"/>
                </a:lnTo>
                <a:lnTo>
                  <a:pt x="289572" y="1830629"/>
                </a:lnTo>
                <a:lnTo>
                  <a:pt x="0" y="1830629"/>
                </a:lnTo>
                <a:close/>
              </a:path>
            </a:pathLst>
          </a:custGeom>
          <a:solidFill>
            <a:srgbClr val="FFFFFF">
              <a:alpha val="34000"/>
            </a:srgbClr>
          </a:solidFill>
          <a:ln>
            <a:noFill/>
          </a:ln>
        </p:spPr>
      </p:sp>
      <p:sp>
        <p:nvSpPr>
          <p:cNvPr id="126" name="!!path-30b"/>
          <p:cNvSpPr/>
          <p:nvPr/>
        </p:nvSpPr>
        <p:spPr>
          <a:xfrm>
            <a:off x="6528651" y="3496984"/>
            <a:ext cx="579145" cy="1830629"/>
          </a:xfrm>
          <a:custGeom>
            <a:avLst/>
            <a:gdLst/>
            <a:ahLst/>
            <a:cxnLst/>
            <a:rect l="l" t="t" r="r" b="b"/>
            <a:pathLst>
              <a:path w="579145" h="1830629">
                <a:moveTo>
                  <a:pt x="506751" y="0"/>
                </a:moveTo>
                <a:lnTo>
                  <a:pt x="579145" y="0"/>
                </a:lnTo>
                <a:lnTo>
                  <a:pt x="72393" y="1830629"/>
                </a:lnTo>
                <a:lnTo>
                  <a:pt x="0" y="1830629"/>
                </a:lnTo>
                <a:close/>
              </a:path>
            </a:pathLst>
          </a:custGeom>
          <a:solidFill>
            <a:srgbClr val="FFFFFF">
              <a:alpha val="28000"/>
            </a:srgbClr>
          </a:solidFill>
          <a:ln>
            <a:noFill/>
          </a:ln>
        </p:spPr>
      </p:sp>
      <p:sp>
        <p:nvSpPr>
          <p:cNvPr id="127" name="!!rect-30c"/>
          <p:cNvSpPr/>
          <p:nvPr/>
        </p:nvSpPr>
        <p:spPr>
          <a:xfrm>
            <a:off x="5758747" y="3505304"/>
            <a:ext cx="1793184" cy="1813987"/>
          </a:xfrm>
          <a:prstGeom prst="roundRect">
            <a:avLst>
              <a:gd name="adj" fmla="val 3770"/>
            </a:avLst>
          </a:prstGeom>
          <a:noFill/>
          <a:ln w="16642" cap="flat">
            <a:solidFill>
              <a:srgbClr val="FFFFFF">
                <a:alpha val="95000"/>
              </a:srgbClr>
            </a:solidFill>
            <a:prstDash val="solid"/>
            <a:miter lim="800000"/>
          </a:ln>
        </p:spPr>
      </p:sp>
      <p:sp>
        <p:nvSpPr>
          <p:cNvPr id="128" name="!!rect-30d"/>
          <p:cNvSpPr/>
          <p:nvPr/>
        </p:nvSpPr>
        <p:spPr>
          <a:xfrm>
            <a:off x="5750426" y="3496984"/>
            <a:ext cx="1809827" cy="1830629"/>
          </a:xfrm>
          <a:prstGeom prst="roundRect">
            <a:avLst>
              <a:gd name="adj" fmla="val 4023"/>
            </a:avLst>
          </a:prstGeom>
          <a:noFill/>
          <a:ln w="10401" cap="flat">
            <a:solidFill>
              <a:srgbClr val="8FA0AB">
                <a:alpha val="50000"/>
              </a:srgbClr>
            </a:solidFill>
            <a:prstDash val="solid"/>
            <a:miter lim="800000"/>
          </a:ln>
        </p:spPr>
      </p:sp>
      <p:sp>
        <p:nvSpPr>
          <p:cNvPr id="129" name="!!rect-30e"/>
          <p:cNvSpPr/>
          <p:nvPr/>
        </p:nvSpPr>
        <p:spPr>
          <a:xfrm>
            <a:off x="5864840" y="3611398"/>
            <a:ext cx="520065" cy="249631"/>
          </a:xfrm>
          <a:prstGeom prst="roundRect">
            <a:avLst>
              <a:gd name="adj" fmla="val 29167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130" name="!!text-30f" descr="A02"/>
          <p:cNvSpPr txBox="1"/>
          <p:nvPr/>
        </p:nvSpPr>
        <p:spPr>
          <a:xfrm>
            <a:off x="5992288" y="3619303"/>
            <a:ext cx="308856" cy="21085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47" b="1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A02</a:t>
            </a:r>
            <a:endParaRPr lang="zh-TW" sz="1147"/>
          </a:p>
        </p:txBody>
      </p:sp>
      <p:sp>
        <p:nvSpPr>
          <p:cNvPr id="131" name="!!rect-30m"/>
          <p:cNvSpPr/>
          <p:nvPr/>
        </p:nvSpPr>
        <p:spPr>
          <a:xfrm>
            <a:off x="4293411" y="5473231"/>
            <a:ext cx="1290594" cy="1384769"/>
          </a:xfrm>
          <a:prstGeom prst="rect">
            <a:avLst/>
          </a:prstGeom>
          <a:solidFill>
            <a:srgbClr val="D5DDE2"/>
          </a:solidFill>
          <a:ln>
            <a:noFill/>
          </a:ln>
        </p:spPr>
      </p:sp>
      <p:sp>
        <p:nvSpPr>
          <p:cNvPr id="132" name="!!path-30n"/>
          <p:cNvSpPr/>
          <p:nvPr/>
        </p:nvSpPr>
        <p:spPr>
          <a:xfrm>
            <a:off x="3774179" y="5473231"/>
            <a:ext cx="519233" cy="1384769"/>
          </a:xfrm>
          <a:custGeom>
            <a:avLst/>
            <a:gdLst/>
            <a:ahLst/>
            <a:cxnLst/>
            <a:rect l="l" t="t" r="r" b="b"/>
            <a:pathLst>
              <a:path w="519233" h="1384769">
                <a:moveTo>
                  <a:pt x="0" y="1384769"/>
                </a:moveTo>
                <a:lnTo>
                  <a:pt x="0" y="0"/>
                </a:lnTo>
                <a:lnTo>
                  <a:pt x="0" y="0"/>
                </a:lnTo>
                <a:lnTo>
                  <a:pt x="519233" y="0"/>
                </a:lnTo>
                <a:lnTo>
                  <a:pt x="519233" y="1384769"/>
                </a:lnTo>
                <a:close/>
              </a:path>
            </a:pathLst>
          </a:custGeom>
          <a:solidFill>
            <a:srgbClr val="C4CED5"/>
          </a:solidFill>
          <a:ln>
            <a:noFill/>
          </a:ln>
        </p:spPr>
      </p:sp>
      <p:sp>
        <p:nvSpPr>
          <p:cNvPr id="133" name="!!rect-30r"/>
          <p:cNvSpPr/>
          <p:nvPr/>
        </p:nvSpPr>
        <p:spPr>
          <a:xfrm>
            <a:off x="4602705" y="6114970"/>
            <a:ext cx="728091" cy="1019328"/>
          </a:xfrm>
          <a:prstGeom prst="roundRect">
            <a:avLst>
              <a:gd name="adj" fmla="val 4286"/>
            </a:avLst>
          </a:prstGeom>
          <a:gradFill rotWithShape="1">
            <a:gsLst>
              <a:gs pos="0">
                <a:srgbClr val="4D76A6"/>
              </a:gs>
              <a:gs pos="100000">
                <a:srgbClr val="32557E"/>
              </a:gs>
              <a:gs pos="100000">
                <a:srgbClr val="32557E"/>
              </a:gs>
            </a:gsLst>
            <a:lin ang="3267739" scaled="0"/>
          </a:gradFill>
          <a:ln>
            <a:noFill/>
          </a:ln>
        </p:spPr>
      </p:sp>
      <p:sp>
        <p:nvSpPr>
          <p:cNvPr id="134" name="!!rect-30s"/>
          <p:cNvSpPr/>
          <p:nvPr/>
        </p:nvSpPr>
        <p:spPr>
          <a:xfrm>
            <a:off x="4668233" y="6114970"/>
            <a:ext cx="36405" cy="743030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</p:spPr>
      </p:sp>
      <p:sp>
        <p:nvSpPr>
          <p:cNvPr id="135" name="!!rect-30t"/>
          <p:cNvSpPr/>
          <p:nvPr/>
        </p:nvSpPr>
        <p:spPr>
          <a:xfrm>
            <a:off x="4784728" y="6298450"/>
            <a:ext cx="407731" cy="71353"/>
          </a:xfrm>
          <a:prstGeom prst="roundRect">
            <a:avLst>
              <a:gd name="adj" fmla="val 28571"/>
            </a:avLst>
          </a:prstGeom>
          <a:solidFill>
            <a:srgbClr val="E9EEF1"/>
          </a:solidFill>
          <a:ln>
            <a:noFill/>
          </a:ln>
        </p:spPr>
      </p:sp>
      <p:sp>
        <p:nvSpPr>
          <p:cNvPr id="136" name="!!rect-30u"/>
          <p:cNvSpPr/>
          <p:nvPr/>
        </p:nvSpPr>
        <p:spPr>
          <a:xfrm>
            <a:off x="4784728" y="6420769"/>
            <a:ext cx="276675" cy="45870"/>
          </a:xfrm>
          <a:prstGeom prst="roundRect">
            <a:avLst>
              <a:gd name="adj" fmla="val 44444"/>
            </a:avLst>
          </a:prstGeom>
          <a:solidFill>
            <a:srgbClr val="E9EEF1">
              <a:alpha val="72000"/>
            </a:srgbClr>
          </a:solidFill>
          <a:ln>
            <a:noFill/>
          </a:ln>
        </p:spPr>
      </p:sp>
      <p:sp>
        <p:nvSpPr>
          <p:cNvPr id="137" name="!!rect-30w"/>
          <p:cNvSpPr/>
          <p:nvPr/>
        </p:nvSpPr>
        <p:spPr>
          <a:xfrm>
            <a:off x="3774179" y="5473231"/>
            <a:ext cx="1809827" cy="915315"/>
          </a:xfrm>
          <a:prstGeom prst="rect">
            <a:avLst/>
          </a:prstGeom>
          <a:gradFill rotWithShape="1">
            <a:gsLst>
              <a:gs pos="0">
                <a:srgbClr val="0B1A26">
                  <a:alpha val="20000"/>
                </a:srgbClr>
              </a:gs>
              <a:gs pos="100000">
                <a:srgbClr val="0B1A26">
                  <a:alpha val="0"/>
                </a:srgbClr>
              </a:gs>
            </a:gsLst>
            <a:lin ang="5400000" scaled="0"/>
          </a:gradFill>
          <a:ln>
            <a:noFill/>
          </a:ln>
        </p:spPr>
      </p:sp>
      <p:sp>
        <p:nvSpPr>
          <p:cNvPr id="138" name="!!circle-30x"/>
          <p:cNvSpPr/>
          <p:nvPr/>
        </p:nvSpPr>
        <p:spPr>
          <a:xfrm>
            <a:off x="5631851" y="6259569"/>
            <a:ext cx="70729" cy="70729"/>
          </a:xfrm>
          <a:prstGeom prst="ellipse">
            <a:avLst/>
          </a:prstGeom>
          <a:solidFill>
            <a:srgbClr val="AEB9C1"/>
          </a:solidFill>
          <a:ln>
            <a:noFill/>
          </a:ln>
        </p:spPr>
      </p:sp>
      <p:sp>
        <p:nvSpPr>
          <p:cNvPr id="139" name="!!rect-30z"/>
          <p:cNvSpPr/>
          <p:nvPr/>
        </p:nvSpPr>
        <p:spPr>
          <a:xfrm>
            <a:off x="3774179" y="5473231"/>
            <a:ext cx="1809827" cy="1830629"/>
          </a:xfrm>
          <a:prstGeom prst="roundRect">
            <a:avLst>
              <a:gd name="adj" fmla="val 4023"/>
            </a:avLst>
          </a:prstGeom>
          <a:solidFill>
            <a:srgbClr val="F4F8FA">
              <a:alpha val="40000"/>
            </a:srgbClr>
          </a:solidFill>
          <a:ln>
            <a:noFill/>
          </a:ln>
        </p:spPr>
      </p:sp>
      <p:sp>
        <p:nvSpPr>
          <p:cNvPr id="140" name="!!path-310"/>
          <p:cNvSpPr/>
          <p:nvPr/>
        </p:nvSpPr>
        <p:spPr>
          <a:xfrm>
            <a:off x="4295763" y="5473231"/>
            <a:ext cx="672902" cy="1384769"/>
          </a:xfrm>
          <a:custGeom>
            <a:avLst/>
            <a:gdLst/>
            <a:ahLst/>
            <a:cxnLst/>
            <a:rect l="l" t="t" r="r" b="b"/>
            <a:pathLst>
              <a:path w="672902" h="1384769">
                <a:moveTo>
                  <a:pt x="0" y="1384769"/>
                </a:moveTo>
                <a:lnTo>
                  <a:pt x="383329" y="0"/>
                </a:lnTo>
                <a:lnTo>
                  <a:pt x="672902" y="0"/>
                </a:lnTo>
                <a:lnTo>
                  <a:pt x="289572" y="1384769"/>
                </a:lnTo>
                <a:close/>
              </a:path>
            </a:pathLst>
          </a:custGeom>
          <a:solidFill>
            <a:srgbClr val="FFFFFF">
              <a:alpha val="34000"/>
            </a:srgbClr>
          </a:solidFill>
          <a:ln>
            <a:noFill/>
          </a:ln>
        </p:spPr>
      </p:sp>
      <p:sp>
        <p:nvSpPr>
          <p:cNvPr id="141" name="!!path-311"/>
          <p:cNvSpPr/>
          <p:nvPr/>
        </p:nvSpPr>
        <p:spPr>
          <a:xfrm>
            <a:off x="4675826" y="5473231"/>
            <a:ext cx="455722" cy="1384769"/>
          </a:xfrm>
          <a:custGeom>
            <a:avLst/>
            <a:gdLst/>
            <a:ahLst/>
            <a:cxnLst/>
            <a:rect l="l" t="t" r="r" b="b"/>
            <a:pathLst>
              <a:path w="455722" h="1384769">
                <a:moveTo>
                  <a:pt x="0" y="1384769"/>
                </a:moveTo>
                <a:lnTo>
                  <a:pt x="383329" y="0"/>
                </a:lnTo>
                <a:lnTo>
                  <a:pt x="455722" y="0"/>
                </a:lnTo>
                <a:lnTo>
                  <a:pt x="72393" y="1384769"/>
                </a:lnTo>
                <a:close/>
              </a:path>
            </a:pathLst>
          </a:custGeom>
          <a:solidFill>
            <a:srgbClr val="FFFFFF">
              <a:alpha val="28000"/>
            </a:srgbClr>
          </a:solidFill>
          <a:ln>
            <a:noFill/>
          </a:ln>
        </p:spPr>
      </p:sp>
      <p:sp>
        <p:nvSpPr>
          <p:cNvPr id="142" name="!!rect-312"/>
          <p:cNvSpPr/>
          <p:nvPr/>
        </p:nvSpPr>
        <p:spPr>
          <a:xfrm>
            <a:off x="3782500" y="5481552"/>
            <a:ext cx="1793184" cy="1813987"/>
          </a:xfrm>
          <a:prstGeom prst="roundRect">
            <a:avLst>
              <a:gd name="adj" fmla="val 3770"/>
            </a:avLst>
          </a:prstGeom>
          <a:noFill/>
          <a:ln w="16642" cap="flat">
            <a:solidFill>
              <a:srgbClr val="FFFFFF">
                <a:alpha val="95000"/>
              </a:srgbClr>
            </a:solidFill>
            <a:prstDash val="solid"/>
            <a:miter lim="800000"/>
          </a:ln>
        </p:spPr>
      </p:sp>
      <p:sp>
        <p:nvSpPr>
          <p:cNvPr id="143" name="!!rect-313"/>
          <p:cNvSpPr/>
          <p:nvPr/>
        </p:nvSpPr>
        <p:spPr>
          <a:xfrm>
            <a:off x="3774179" y="5473231"/>
            <a:ext cx="1809827" cy="1830629"/>
          </a:xfrm>
          <a:prstGeom prst="roundRect">
            <a:avLst>
              <a:gd name="adj" fmla="val 4023"/>
            </a:avLst>
          </a:prstGeom>
          <a:noFill/>
          <a:ln w="10401" cap="flat">
            <a:solidFill>
              <a:srgbClr val="8FA0AB">
                <a:alpha val="50000"/>
              </a:srgbClr>
            </a:solidFill>
            <a:prstDash val="solid"/>
            <a:miter lim="800000"/>
          </a:ln>
        </p:spPr>
      </p:sp>
      <p:sp>
        <p:nvSpPr>
          <p:cNvPr id="144" name="!!rect-314"/>
          <p:cNvSpPr/>
          <p:nvPr/>
        </p:nvSpPr>
        <p:spPr>
          <a:xfrm>
            <a:off x="3888593" y="5587645"/>
            <a:ext cx="520065" cy="249631"/>
          </a:xfrm>
          <a:prstGeom prst="roundRect">
            <a:avLst>
              <a:gd name="adj" fmla="val 29167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145" name="!!text-315" descr="A03"/>
          <p:cNvSpPr txBox="1"/>
          <p:nvPr/>
        </p:nvSpPr>
        <p:spPr>
          <a:xfrm>
            <a:off x="4016040" y="5595550"/>
            <a:ext cx="308856" cy="21085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47" b="1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A03</a:t>
            </a:r>
            <a:endParaRPr lang="zh-TW" sz="1147"/>
          </a:p>
        </p:txBody>
      </p:sp>
      <p:sp>
        <p:nvSpPr>
          <p:cNvPr id="146" name="!!rect-31c"/>
          <p:cNvSpPr/>
          <p:nvPr/>
        </p:nvSpPr>
        <p:spPr>
          <a:xfrm>
            <a:off x="6269660" y="5473231"/>
            <a:ext cx="1290593" cy="1384769"/>
          </a:xfrm>
          <a:prstGeom prst="rect">
            <a:avLst/>
          </a:prstGeom>
          <a:solidFill>
            <a:srgbClr val="D5DDE2"/>
          </a:solidFill>
          <a:ln>
            <a:noFill/>
          </a:ln>
        </p:spPr>
      </p:sp>
      <p:sp>
        <p:nvSpPr>
          <p:cNvPr id="147" name="!!path-31d"/>
          <p:cNvSpPr/>
          <p:nvPr/>
        </p:nvSpPr>
        <p:spPr>
          <a:xfrm>
            <a:off x="5750426" y="5473231"/>
            <a:ext cx="519233" cy="1384769"/>
          </a:xfrm>
          <a:custGeom>
            <a:avLst/>
            <a:gdLst/>
            <a:ahLst/>
            <a:cxnLst/>
            <a:rect l="l" t="t" r="r" b="b"/>
            <a:pathLst>
              <a:path w="519233" h="1384769">
                <a:moveTo>
                  <a:pt x="0" y="1384769"/>
                </a:moveTo>
                <a:lnTo>
                  <a:pt x="0" y="0"/>
                </a:lnTo>
                <a:lnTo>
                  <a:pt x="0" y="0"/>
                </a:lnTo>
                <a:lnTo>
                  <a:pt x="519233" y="0"/>
                </a:lnTo>
                <a:lnTo>
                  <a:pt x="519233" y="1384769"/>
                </a:lnTo>
                <a:close/>
              </a:path>
            </a:pathLst>
          </a:custGeom>
          <a:solidFill>
            <a:srgbClr val="C4CED5"/>
          </a:solidFill>
          <a:ln>
            <a:noFill/>
          </a:ln>
        </p:spPr>
      </p:sp>
      <p:sp>
        <p:nvSpPr>
          <p:cNvPr id="148" name="!!rect-31h"/>
          <p:cNvSpPr/>
          <p:nvPr/>
        </p:nvSpPr>
        <p:spPr>
          <a:xfrm>
            <a:off x="6868524" y="6177378"/>
            <a:ext cx="728091" cy="956920"/>
          </a:xfrm>
          <a:prstGeom prst="roundRect">
            <a:avLst>
              <a:gd name="adj" fmla="val 4286"/>
            </a:avLst>
          </a:prstGeom>
          <a:gradFill rotWithShape="1">
            <a:gsLst>
              <a:gs pos="0">
                <a:srgbClr val="8074A4"/>
              </a:gs>
              <a:gs pos="100000">
                <a:srgbClr val="5E537D"/>
              </a:gs>
            </a:gsLst>
            <a:lin ang="3164016" scaled="0"/>
          </a:gradFill>
          <a:ln>
            <a:noFill/>
          </a:ln>
        </p:spPr>
      </p:sp>
      <p:sp>
        <p:nvSpPr>
          <p:cNvPr id="149" name="!!rect-31i"/>
          <p:cNvSpPr/>
          <p:nvPr/>
        </p:nvSpPr>
        <p:spPr>
          <a:xfrm>
            <a:off x="6934053" y="6177378"/>
            <a:ext cx="36405" cy="680622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</p:spPr>
      </p:sp>
      <p:sp>
        <p:nvSpPr>
          <p:cNvPr id="150" name="!!rect-31j"/>
          <p:cNvSpPr/>
          <p:nvPr/>
        </p:nvSpPr>
        <p:spPr>
          <a:xfrm>
            <a:off x="7050547" y="6349624"/>
            <a:ext cx="407731" cy="66984"/>
          </a:xfrm>
          <a:prstGeom prst="roundRect">
            <a:avLst>
              <a:gd name="adj" fmla="val 28571"/>
            </a:avLst>
          </a:prstGeom>
          <a:solidFill>
            <a:srgbClr val="EDE7F6"/>
          </a:solidFill>
          <a:ln>
            <a:noFill/>
          </a:ln>
        </p:spPr>
      </p:sp>
      <p:sp>
        <p:nvSpPr>
          <p:cNvPr id="151" name="!!rect-31k"/>
          <p:cNvSpPr/>
          <p:nvPr/>
        </p:nvSpPr>
        <p:spPr>
          <a:xfrm>
            <a:off x="7050547" y="6464454"/>
            <a:ext cx="276675" cy="43061"/>
          </a:xfrm>
          <a:prstGeom prst="roundRect">
            <a:avLst>
              <a:gd name="adj" fmla="val 44444"/>
            </a:avLst>
          </a:prstGeom>
          <a:solidFill>
            <a:srgbClr val="EDE7F6">
              <a:alpha val="72000"/>
            </a:srgbClr>
          </a:solidFill>
          <a:ln>
            <a:noFill/>
          </a:ln>
        </p:spPr>
      </p:sp>
      <p:sp>
        <p:nvSpPr>
          <p:cNvPr id="152" name="!!rect-31m"/>
          <p:cNvSpPr/>
          <p:nvPr/>
        </p:nvSpPr>
        <p:spPr>
          <a:xfrm>
            <a:off x="5750426" y="5473231"/>
            <a:ext cx="1809827" cy="915315"/>
          </a:xfrm>
          <a:prstGeom prst="rect">
            <a:avLst/>
          </a:prstGeom>
          <a:gradFill rotWithShape="1">
            <a:gsLst>
              <a:gs pos="0">
                <a:srgbClr val="0B1A26">
                  <a:alpha val="20000"/>
                </a:srgbClr>
              </a:gs>
              <a:gs pos="100000">
                <a:srgbClr val="0B1A26">
                  <a:alpha val="0"/>
                </a:srgbClr>
              </a:gs>
            </a:gsLst>
            <a:lin ang="5400000" scaled="0"/>
          </a:gradFill>
          <a:ln>
            <a:noFill/>
          </a:ln>
        </p:spPr>
      </p:sp>
      <p:sp>
        <p:nvSpPr>
          <p:cNvPr id="153" name="!!circle-31n"/>
          <p:cNvSpPr/>
          <p:nvPr/>
        </p:nvSpPr>
        <p:spPr>
          <a:xfrm>
            <a:off x="5631851" y="6446793"/>
            <a:ext cx="70729" cy="70729"/>
          </a:xfrm>
          <a:prstGeom prst="ellipse">
            <a:avLst/>
          </a:prstGeom>
          <a:solidFill>
            <a:srgbClr val="AEB9C1"/>
          </a:solidFill>
          <a:ln>
            <a:noFill/>
          </a:ln>
        </p:spPr>
      </p:sp>
      <p:sp>
        <p:nvSpPr>
          <p:cNvPr id="154" name="!!rect-31p"/>
          <p:cNvSpPr/>
          <p:nvPr/>
        </p:nvSpPr>
        <p:spPr>
          <a:xfrm>
            <a:off x="5750426" y="5473231"/>
            <a:ext cx="1809827" cy="1830629"/>
          </a:xfrm>
          <a:prstGeom prst="roundRect">
            <a:avLst>
              <a:gd name="adj" fmla="val 4023"/>
            </a:avLst>
          </a:prstGeom>
          <a:solidFill>
            <a:srgbClr val="F4F8FA">
              <a:alpha val="40000"/>
            </a:srgbClr>
          </a:solidFill>
          <a:ln>
            <a:noFill/>
          </a:ln>
        </p:spPr>
      </p:sp>
      <p:sp>
        <p:nvSpPr>
          <p:cNvPr id="155" name="!!path-31q"/>
          <p:cNvSpPr/>
          <p:nvPr/>
        </p:nvSpPr>
        <p:spPr>
          <a:xfrm>
            <a:off x="6272010" y="5473231"/>
            <a:ext cx="672902" cy="1384769"/>
          </a:xfrm>
          <a:custGeom>
            <a:avLst/>
            <a:gdLst/>
            <a:ahLst/>
            <a:cxnLst/>
            <a:rect l="l" t="t" r="r" b="b"/>
            <a:pathLst>
              <a:path w="672902" h="1384769">
                <a:moveTo>
                  <a:pt x="0" y="1384769"/>
                </a:moveTo>
                <a:lnTo>
                  <a:pt x="383329" y="0"/>
                </a:lnTo>
                <a:lnTo>
                  <a:pt x="672902" y="0"/>
                </a:lnTo>
                <a:lnTo>
                  <a:pt x="289572" y="1384769"/>
                </a:lnTo>
                <a:close/>
              </a:path>
            </a:pathLst>
          </a:custGeom>
          <a:solidFill>
            <a:srgbClr val="FFFFFF">
              <a:alpha val="34000"/>
            </a:srgbClr>
          </a:solidFill>
          <a:ln>
            <a:noFill/>
          </a:ln>
        </p:spPr>
      </p:sp>
      <p:sp>
        <p:nvSpPr>
          <p:cNvPr id="156" name="!!path-31r"/>
          <p:cNvSpPr/>
          <p:nvPr/>
        </p:nvSpPr>
        <p:spPr>
          <a:xfrm>
            <a:off x="6652074" y="5473231"/>
            <a:ext cx="455722" cy="1384769"/>
          </a:xfrm>
          <a:custGeom>
            <a:avLst/>
            <a:gdLst/>
            <a:ahLst/>
            <a:cxnLst/>
            <a:rect l="l" t="t" r="r" b="b"/>
            <a:pathLst>
              <a:path w="455722" h="1384769">
                <a:moveTo>
                  <a:pt x="0" y="1384769"/>
                </a:moveTo>
                <a:lnTo>
                  <a:pt x="383329" y="0"/>
                </a:lnTo>
                <a:lnTo>
                  <a:pt x="455722" y="0"/>
                </a:lnTo>
                <a:lnTo>
                  <a:pt x="72393" y="1384769"/>
                </a:lnTo>
                <a:close/>
              </a:path>
            </a:pathLst>
          </a:custGeom>
          <a:solidFill>
            <a:srgbClr val="FFFFFF">
              <a:alpha val="28000"/>
            </a:srgbClr>
          </a:solidFill>
          <a:ln>
            <a:noFill/>
          </a:ln>
        </p:spPr>
      </p:sp>
      <p:sp>
        <p:nvSpPr>
          <p:cNvPr id="157" name="!!rect-31s"/>
          <p:cNvSpPr/>
          <p:nvPr/>
        </p:nvSpPr>
        <p:spPr>
          <a:xfrm>
            <a:off x="5758747" y="5481552"/>
            <a:ext cx="1793184" cy="1813987"/>
          </a:xfrm>
          <a:prstGeom prst="roundRect">
            <a:avLst>
              <a:gd name="adj" fmla="val 3770"/>
            </a:avLst>
          </a:prstGeom>
          <a:noFill/>
          <a:ln w="16642" cap="flat">
            <a:solidFill>
              <a:srgbClr val="FFFFFF">
                <a:alpha val="95000"/>
              </a:srgbClr>
            </a:solidFill>
            <a:prstDash val="solid"/>
            <a:miter lim="800000"/>
          </a:ln>
        </p:spPr>
      </p:sp>
      <p:sp>
        <p:nvSpPr>
          <p:cNvPr id="158" name="!!rect-31t"/>
          <p:cNvSpPr/>
          <p:nvPr/>
        </p:nvSpPr>
        <p:spPr>
          <a:xfrm>
            <a:off x="5750426" y="5473231"/>
            <a:ext cx="1809827" cy="1830629"/>
          </a:xfrm>
          <a:prstGeom prst="roundRect">
            <a:avLst>
              <a:gd name="adj" fmla="val 4023"/>
            </a:avLst>
          </a:prstGeom>
          <a:noFill/>
          <a:ln w="10401" cap="flat">
            <a:solidFill>
              <a:srgbClr val="8FA0AB">
                <a:alpha val="50000"/>
              </a:srgbClr>
            </a:solidFill>
            <a:prstDash val="solid"/>
            <a:miter lim="800000"/>
          </a:ln>
        </p:spPr>
      </p:sp>
      <p:sp>
        <p:nvSpPr>
          <p:cNvPr id="159" name="!!rect-31u"/>
          <p:cNvSpPr/>
          <p:nvPr/>
        </p:nvSpPr>
        <p:spPr>
          <a:xfrm>
            <a:off x="5864840" y="5587645"/>
            <a:ext cx="520065" cy="249631"/>
          </a:xfrm>
          <a:prstGeom prst="roundRect">
            <a:avLst>
              <a:gd name="adj" fmla="val 29167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160" name="!!text-31v" descr="A04"/>
          <p:cNvSpPr txBox="1"/>
          <p:nvPr/>
        </p:nvSpPr>
        <p:spPr>
          <a:xfrm>
            <a:off x="5992288" y="5595550"/>
            <a:ext cx="308856" cy="21085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47" b="1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A04</a:t>
            </a:r>
            <a:endParaRPr lang="zh-TW" sz="1147"/>
          </a:p>
        </p:txBody>
      </p:sp>
      <p:sp>
        <p:nvSpPr>
          <p:cNvPr id="161" name="!!rect-6qy"/>
          <p:cNvSpPr/>
          <p:nvPr/>
        </p:nvSpPr>
        <p:spPr>
          <a:xfrm>
            <a:off x="2770518" y="2995867"/>
            <a:ext cx="1374572" cy="419100"/>
          </a:xfrm>
          <a:prstGeom prst="roundRect">
            <a:avLst>
              <a:gd name="adj" fmla="val 50000"/>
            </a:avLst>
          </a:prstGeom>
          <a:solidFill>
            <a:srgbClr val="0B1A26">
              <a:alpha val="10000"/>
            </a:srgbClr>
          </a:solidFill>
          <a:ln>
            <a:noFill/>
          </a:ln>
          <a:effectLst>
            <a:softEdge rad="97790"/>
          </a:effectLst>
        </p:spPr>
      </p:sp>
      <p:sp>
        <p:nvSpPr>
          <p:cNvPr id="162" name="!!rect-6qz"/>
          <p:cNvSpPr/>
          <p:nvPr/>
        </p:nvSpPr>
        <p:spPr>
          <a:xfrm>
            <a:off x="2795918" y="2989517"/>
            <a:ext cx="1323772" cy="330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163" name="!!path-6r0"/>
          <p:cNvSpPr/>
          <p:nvPr/>
        </p:nvSpPr>
        <p:spPr>
          <a:xfrm>
            <a:off x="2956903" y="3075165"/>
            <a:ext cx="115621" cy="151752"/>
          </a:xfrm>
          <a:custGeom>
            <a:avLst/>
            <a:gdLst/>
            <a:ahLst/>
            <a:cxnLst/>
            <a:rect l="l" t="t" r="r" b="b"/>
            <a:pathLst>
              <a:path w="115621" h="151752">
                <a:moveTo>
                  <a:pt x="57810" y="115621"/>
                </a:moveTo>
                <a:cubicBezTo>
                  <a:pt x="65759" y="115621"/>
                  <a:pt x="72263" y="109117"/>
                  <a:pt x="72263" y="101168"/>
                </a:cubicBezTo>
                <a:cubicBezTo>
                  <a:pt x="72263" y="93219"/>
                  <a:pt x="65759" y="86716"/>
                  <a:pt x="57810" y="86716"/>
                </a:cubicBezTo>
                <a:cubicBezTo>
                  <a:pt x="49861" y="86716"/>
                  <a:pt x="43358" y="93219"/>
                  <a:pt x="43358" y="101168"/>
                </a:cubicBezTo>
                <a:cubicBezTo>
                  <a:pt x="43358" y="109117"/>
                  <a:pt x="49861" y="115621"/>
                  <a:pt x="57810" y="115621"/>
                </a:cubicBezTo>
                <a:close/>
                <a:moveTo>
                  <a:pt x="101168" y="50584"/>
                </a:moveTo>
                <a:lnTo>
                  <a:pt x="93942" y="50584"/>
                </a:lnTo>
                <a:lnTo>
                  <a:pt x="93942" y="36132"/>
                </a:lnTo>
                <a:cubicBezTo>
                  <a:pt x="93942" y="16187"/>
                  <a:pt x="77755" y="0"/>
                  <a:pt x="57810" y="0"/>
                </a:cubicBezTo>
                <a:cubicBezTo>
                  <a:pt x="41334" y="0"/>
                  <a:pt x="26954" y="11129"/>
                  <a:pt x="22835" y="27099"/>
                </a:cubicBezTo>
                <a:cubicBezTo>
                  <a:pt x="21823" y="31001"/>
                  <a:pt x="24136" y="34903"/>
                  <a:pt x="28038" y="35915"/>
                </a:cubicBezTo>
                <a:cubicBezTo>
                  <a:pt x="31868" y="36926"/>
                  <a:pt x="35842" y="34614"/>
                  <a:pt x="36854" y="30712"/>
                </a:cubicBezTo>
                <a:cubicBezTo>
                  <a:pt x="32085" y="21173"/>
                  <a:pt x="44080" y="14453"/>
                  <a:pt x="57810" y="14453"/>
                </a:cubicBezTo>
                <a:cubicBezTo>
                  <a:pt x="69734" y="14453"/>
                  <a:pt x="79489" y="24208"/>
                  <a:pt x="79489" y="36132"/>
                </a:cubicBezTo>
                <a:lnTo>
                  <a:pt x="79489" y="50584"/>
                </a:lnTo>
                <a:lnTo>
                  <a:pt x="14453" y="50584"/>
                </a:lnTo>
                <a:cubicBezTo>
                  <a:pt x="6504" y="50584"/>
                  <a:pt x="0" y="57088"/>
                  <a:pt x="0" y="65037"/>
                </a:cubicBezTo>
                <a:lnTo>
                  <a:pt x="0" y="137300"/>
                </a:lnTo>
                <a:cubicBezTo>
                  <a:pt x="0" y="145249"/>
                  <a:pt x="6504" y="151752"/>
                  <a:pt x="14453" y="151752"/>
                </a:cubicBezTo>
                <a:lnTo>
                  <a:pt x="101168" y="151752"/>
                </a:lnTo>
                <a:cubicBezTo>
                  <a:pt x="109117" y="151752"/>
                  <a:pt x="115621" y="145249"/>
                  <a:pt x="115621" y="137300"/>
                </a:cubicBezTo>
                <a:lnTo>
                  <a:pt x="115621" y="65037"/>
                </a:lnTo>
                <a:cubicBezTo>
                  <a:pt x="115621" y="57088"/>
                  <a:pt x="109117" y="50584"/>
                  <a:pt x="101168" y="50584"/>
                </a:cubicBezTo>
                <a:close/>
                <a:moveTo>
                  <a:pt x="101168" y="130073"/>
                </a:moveTo>
                <a:cubicBezTo>
                  <a:pt x="101168" y="134048"/>
                  <a:pt x="97916" y="137300"/>
                  <a:pt x="93942" y="137300"/>
                </a:cubicBezTo>
                <a:lnTo>
                  <a:pt x="21679" y="137300"/>
                </a:lnTo>
                <a:cubicBezTo>
                  <a:pt x="17704" y="137300"/>
                  <a:pt x="14453" y="134048"/>
                  <a:pt x="14453" y="130073"/>
                </a:cubicBezTo>
                <a:lnTo>
                  <a:pt x="14453" y="72263"/>
                </a:lnTo>
                <a:cubicBezTo>
                  <a:pt x="14453" y="68289"/>
                  <a:pt x="17704" y="65037"/>
                  <a:pt x="21679" y="65037"/>
                </a:cubicBezTo>
                <a:lnTo>
                  <a:pt x="93942" y="65037"/>
                </a:lnTo>
                <a:cubicBezTo>
                  <a:pt x="97916" y="65037"/>
                  <a:pt x="101168" y="68289"/>
                  <a:pt x="101168" y="72263"/>
                </a:cubicBezTo>
                <a:lnTo>
                  <a:pt x="101168" y="130073"/>
                </a:lnTo>
                <a:close/>
              </a:path>
            </a:pathLst>
          </a:custGeom>
          <a:solidFill>
            <a:srgbClr val="2E9E5B"/>
          </a:solidFill>
          <a:ln>
            <a:noFill/>
          </a:ln>
        </p:spPr>
      </p:sp>
      <p:sp>
        <p:nvSpPr>
          <p:cNvPr id="164" name="!!text-6r1" descr="A01 已開鎖"/>
          <p:cNvSpPr txBox="1"/>
          <p:nvPr/>
        </p:nvSpPr>
        <p:spPr>
          <a:xfrm>
            <a:off x="3159138" y="3022536"/>
            <a:ext cx="878002" cy="23906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00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A01 已開鎖</a:t>
            </a:r>
            <a:endParaRPr lang="zh-TW" sz="1300"/>
          </a:p>
        </p:txBody>
      </p:sp>
      <p:sp>
        <p:nvSpPr>
          <p:cNvPr id="165" name="!!text-6rd" descr="存書流程"/>
          <p:cNvSpPr txBox="1"/>
          <p:nvPr/>
        </p:nvSpPr>
        <p:spPr>
          <a:xfrm>
            <a:off x="711200" y="636016"/>
            <a:ext cx="710184" cy="2206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00" b="1" kern="0" spc="144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存書流</a:t>
            </a:r>
            <a:r>
              <a:rPr lang="zh-TW" altLang="en-US" sz="12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程</a:t>
            </a:r>
            <a:endParaRPr lang="zh-TW" sz="1200"/>
          </a:p>
        </p:txBody>
      </p:sp>
      <p:sp>
        <p:nvSpPr>
          <p:cNvPr id="166" name="!!circle-6rk"/>
          <p:cNvSpPr/>
          <p:nvPr/>
        </p:nvSpPr>
        <p:spPr>
          <a:xfrm>
            <a:off x="1568450" y="730250"/>
            <a:ext cx="63500" cy="63500"/>
          </a:xfrm>
          <a:prstGeom prst="ellipse">
            <a:avLst/>
          </a:prstGeom>
          <a:solidFill>
            <a:srgbClr val="E3E7EA"/>
          </a:solidFill>
          <a:ln>
            <a:noFill/>
          </a:ln>
        </p:spPr>
      </p:sp>
      <p:sp>
        <p:nvSpPr>
          <p:cNvPr id="167" name="!!circle-6rl"/>
          <p:cNvSpPr/>
          <p:nvPr/>
        </p:nvSpPr>
        <p:spPr>
          <a:xfrm>
            <a:off x="1568450" y="730250"/>
            <a:ext cx="63500" cy="63500"/>
          </a:xfrm>
          <a:prstGeom prst="ellipse">
            <a:avLst/>
          </a:prstGeom>
          <a:solidFill>
            <a:srgbClr val="627D8D"/>
          </a:solidFill>
          <a:ln>
            <a:noFill/>
          </a:ln>
        </p:spPr>
      </p:sp>
      <p:sp>
        <p:nvSpPr>
          <p:cNvPr id="168" name="!!circle-6rq"/>
          <p:cNvSpPr/>
          <p:nvPr/>
        </p:nvSpPr>
        <p:spPr>
          <a:xfrm>
            <a:off x="1733550" y="730250"/>
            <a:ext cx="63500" cy="63500"/>
          </a:xfrm>
          <a:prstGeom prst="ellipse">
            <a:avLst/>
          </a:prstGeom>
          <a:solidFill>
            <a:srgbClr val="E3E7EA"/>
          </a:solidFill>
          <a:ln>
            <a:noFill/>
          </a:ln>
        </p:spPr>
      </p:sp>
      <p:sp>
        <p:nvSpPr>
          <p:cNvPr id="169" name="!!circle-6rr"/>
          <p:cNvSpPr/>
          <p:nvPr/>
        </p:nvSpPr>
        <p:spPr>
          <a:xfrm>
            <a:off x="1733550" y="730250"/>
            <a:ext cx="63500" cy="63500"/>
          </a:xfrm>
          <a:prstGeom prst="ellipse">
            <a:avLst/>
          </a:prstGeom>
          <a:solidFill>
            <a:srgbClr val="627D8D"/>
          </a:solidFill>
          <a:ln>
            <a:noFill/>
          </a:ln>
        </p:spPr>
      </p:sp>
      <p:sp>
        <p:nvSpPr>
          <p:cNvPr id="170" name="!!circle-6rw"/>
          <p:cNvSpPr/>
          <p:nvPr/>
        </p:nvSpPr>
        <p:spPr>
          <a:xfrm>
            <a:off x="1898650" y="730250"/>
            <a:ext cx="63500" cy="63500"/>
          </a:xfrm>
          <a:prstGeom prst="ellipse">
            <a:avLst/>
          </a:prstGeom>
          <a:solidFill>
            <a:srgbClr val="E3E7EA"/>
          </a:solidFill>
          <a:ln>
            <a:noFill/>
          </a:ln>
        </p:spPr>
      </p:sp>
      <p:sp>
        <p:nvSpPr>
          <p:cNvPr id="171" name="!!circle-6rx"/>
          <p:cNvSpPr/>
          <p:nvPr/>
        </p:nvSpPr>
        <p:spPr>
          <a:xfrm>
            <a:off x="1898650" y="730250"/>
            <a:ext cx="63500" cy="63500"/>
          </a:xfrm>
          <a:prstGeom prst="ellipse">
            <a:avLst/>
          </a:prstGeom>
          <a:solidFill>
            <a:srgbClr val="627D8D"/>
          </a:solidFill>
          <a:ln>
            <a:noFill/>
          </a:ln>
        </p:spPr>
      </p:sp>
      <p:sp>
        <p:nvSpPr>
          <p:cNvPr id="172" name="!!circle-6s2"/>
          <p:cNvSpPr/>
          <p:nvPr/>
        </p:nvSpPr>
        <p:spPr>
          <a:xfrm>
            <a:off x="2063750" y="730250"/>
            <a:ext cx="63500" cy="63500"/>
          </a:xfrm>
          <a:prstGeom prst="ellipse">
            <a:avLst/>
          </a:prstGeom>
          <a:solidFill>
            <a:srgbClr val="E3E7EA"/>
          </a:solidFill>
          <a:ln>
            <a:noFill/>
          </a:ln>
        </p:spPr>
      </p:sp>
      <p:sp>
        <p:nvSpPr>
          <p:cNvPr id="173" name="!!text-6uv" descr="03"/>
          <p:cNvSpPr txBox="1"/>
          <p:nvPr/>
        </p:nvSpPr>
        <p:spPr>
          <a:xfrm>
            <a:off x="698500" y="904748"/>
            <a:ext cx="619963" cy="66202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3600" kern="0" dirty="0">
                <a:solidFill>
                  <a:srgbClr val="627D8D"/>
                </a:solidFill>
                <a:latin typeface="Noto Sans TC ExtraLight"/>
                <a:ea typeface="Noto Sans TC ExtraLight"/>
                <a:cs typeface="Noto Sans TC ExtraLight"/>
              </a:rPr>
              <a:t>03</a:t>
            </a:r>
            <a:endParaRPr lang="zh-TW" sz="3600"/>
          </a:p>
        </p:txBody>
      </p:sp>
      <p:sp>
        <p:nvSpPr>
          <p:cNvPr id="174" name="!!text-6uy" descr="開門"/>
          <p:cNvSpPr txBox="1"/>
          <p:nvPr/>
        </p:nvSpPr>
        <p:spPr>
          <a:xfrm>
            <a:off x="1321003" y="904748"/>
            <a:ext cx="1051560" cy="66202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3600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開門</a:t>
            </a:r>
            <a:endParaRPr lang="zh-TW" sz="3600"/>
          </a:p>
        </p:txBody>
      </p:sp>
      <p:sp>
        <p:nvSpPr>
          <p:cNvPr id="175" name="!!text-6v5" descr="只開啟指定的櫃門，倒數 30 秒內放入書籍。"/>
          <p:cNvSpPr txBox="1"/>
          <p:nvPr/>
        </p:nvSpPr>
        <p:spPr>
          <a:xfrm>
            <a:off x="698500" y="1620520"/>
            <a:ext cx="3789045" cy="27584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500" kern="0" dirty="0">
                <a:solidFill>
                  <a:srgbClr val="3F4A54"/>
                </a:solidFill>
                <a:latin typeface="Noto Sans TC Medium"/>
                <a:ea typeface="Noto Sans TC Medium"/>
                <a:cs typeface="Noto Sans TC Medium"/>
              </a:rPr>
              <a:t>只開啟指定的櫃門，倒數 30 秒內放入書籍。</a:t>
            </a:r>
            <a:endParaRPr lang="zh-TW" sz="1500"/>
          </a:p>
        </p:txBody>
      </p:sp>
      <p:sp>
        <p:nvSpPr>
          <p:cNvPr id="176" name="!!rect-70h"/>
          <p:cNvSpPr/>
          <p:nvPr/>
        </p:nvSpPr>
        <p:spPr>
          <a:xfrm>
            <a:off x="8521700" y="660400"/>
            <a:ext cx="2933700" cy="6121400"/>
          </a:xfrm>
          <a:prstGeom prst="roundRect">
            <a:avLst>
              <a:gd name="adj" fmla="val 18020"/>
            </a:avLst>
          </a:prstGeom>
          <a:solidFill>
            <a:srgbClr val="0B1A26">
              <a:alpha val="30000"/>
            </a:srgbClr>
          </a:solidFill>
          <a:ln>
            <a:noFill/>
          </a:ln>
          <a:effectLst>
            <a:softEdge rad="474980"/>
          </a:effectLst>
        </p:spPr>
      </p:sp>
      <p:sp>
        <p:nvSpPr>
          <p:cNvPr id="177" name="!!rect-70i"/>
          <p:cNvSpPr/>
          <p:nvPr/>
        </p:nvSpPr>
        <p:spPr>
          <a:xfrm>
            <a:off x="8591550" y="527050"/>
            <a:ext cx="2794000" cy="5829300"/>
          </a:xfrm>
          <a:prstGeom prst="roundRect">
            <a:avLst>
              <a:gd name="adj" fmla="val 16825"/>
            </a:avLst>
          </a:prstGeom>
          <a:solidFill>
            <a:srgbClr val="0B1A26">
              <a:alpha val="16000"/>
            </a:srgbClr>
          </a:solidFill>
          <a:ln>
            <a:noFill/>
          </a:ln>
          <a:effectLst>
            <a:softEdge rad="125730"/>
          </a:effectLst>
        </p:spPr>
      </p:sp>
      <p:sp>
        <p:nvSpPr>
          <p:cNvPr id="178" name="!!rect-70j"/>
          <p:cNvSpPr/>
          <p:nvPr/>
        </p:nvSpPr>
        <p:spPr>
          <a:xfrm>
            <a:off x="8590280" y="1676400"/>
            <a:ext cx="31750" cy="2159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179" name="!!rect-70k"/>
          <p:cNvSpPr/>
          <p:nvPr/>
        </p:nvSpPr>
        <p:spPr>
          <a:xfrm>
            <a:off x="8590280" y="2108200"/>
            <a:ext cx="31750" cy="4064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180" name="!!rect-70l"/>
          <p:cNvSpPr/>
          <p:nvPr/>
        </p:nvSpPr>
        <p:spPr>
          <a:xfrm>
            <a:off x="8590280" y="2603500"/>
            <a:ext cx="31750" cy="4064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181" name="!!rect-70m"/>
          <p:cNvSpPr/>
          <p:nvPr/>
        </p:nvSpPr>
        <p:spPr>
          <a:xfrm>
            <a:off x="11355070" y="2260600"/>
            <a:ext cx="31750" cy="6350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182" name="!!rect-70n"/>
          <p:cNvSpPr/>
          <p:nvPr/>
        </p:nvSpPr>
        <p:spPr>
          <a:xfrm>
            <a:off x="11357610" y="4114800"/>
            <a:ext cx="25400" cy="419100"/>
          </a:xfrm>
          <a:prstGeom prst="roundRect">
            <a:avLst>
              <a:gd name="adj" fmla="val 50000"/>
            </a:avLst>
          </a:prstGeom>
          <a:solidFill>
            <a:srgbClr val="8795A0"/>
          </a:solidFill>
          <a:ln>
            <a:noFill/>
          </a:ln>
        </p:spPr>
      </p:sp>
      <p:sp>
        <p:nvSpPr>
          <p:cNvPr id="183" name="!!rect-70o"/>
          <p:cNvSpPr/>
          <p:nvPr/>
        </p:nvSpPr>
        <p:spPr>
          <a:xfrm>
            <a:off x="8610600" y="508000"/>
            <a:ext cx="2755900" cy="5753100"/>
          </a:xfrm>
          <a:prstGeom prst="roundRect">
            <a:avLst>
              <a:gd name="adj" fmla="val 16359"/>
            </a:avLst>
          </a:prstGeom>
          <a:gradFill rotWithShape="1">
            <a:gsLst>
              <a:gs pos="0">
                <a:srgbClr val="FBFCFD"/>
              </a:gs>
              <a:gs pos="18000">
                <a:srgbClr val="DDE5EB"/>
              </a:gs>
              <a:gs pos="46000">
                <a:srgbClr val="B4C2CC"/>
              </a:gs>
              <a:gs pos="62000">
                <a:srgbClr val="D3DCE3"/>
              </a:gs>
              <a:gs pos="84000">
                <a:srgbClr val="A9B8C3"/>
              </a:gs>
              <a:gs pos="100000">
                <a:srgbClr val="E8EEF2"/>
              </a:gs>
              <a:gs pos="100000">
                <a:srgbClr val="E8EEF2"/>
              </a:gs>
            </a:gsLst>
            <a:lin ang="3864255" scaled="0"/>
          </a:gradFill>
          <a:ln>
            <a:noFill/>
          </a:ln>
        </p:spPr>
      </p:sp>
      <p:sp>
        <p:nvSpPr>
          <p:cNvPr id="184" name="!!rect-70p"/>
          <p:cNvSpPr/>
          <p:nvPr/>
        </p:nvSpPr>
        <p:spPr>
          <a:xfrm>
            <a:off x="8614410" y="511810"/>
            <a:ext cx="2748280" cy="5745480"/>
          </a:xfrm>
          <a:prstGeom prst="roundRect">
            <a:avLst>
              <a:gd name="adj" fmla="val 16266"/>
            </a:avLst>
          </a:prstGeom>
          <a:noFill/>
          <a:ln w="7620" cap="flat">
            <a:solidFill>
              <a:srgbClr val="7F8F9B">
                <a:alpha val="55000"/>
              </a:srgbClr>
            </a:solidFill>
            <a:prstDash val="solid"/>
            <a:miter lim="800000"/>
          </a:ln>
        </p:spPr>
      </p:sp>
      <p:sp>
        <p:nvSpPr>
          <p:cNvPr id="185" name="!!rect-70q"/>
          <p:cNvSpPr/>
          <p:nvPr/>
        </p:nvSpPr>
        <p:spPr>
          <a:xfrm>
            <a:off x="8637270" y="534670"/>
            <a:ext cx="2702560" cy="5699760"/>
          </a:xfrm>
          <a:prstGeom prst="roundRect">
            <a:avLst>
              <a:gd name="adj" fmla="val 15695"/>
            </a:avLst>
          </a:prstGeom>
          <a:noFill/>
          <a:ln w="8890" cap="flat">
            <a:solidFill>
              <a:srgbClr val="FFFFFF">
                <a:alpha val="75000"/>
              </a:srgbClr>
            </a:solidFill>
            <a:prstDash val="solid"/>
            <a:miter lim="800000"/>
          </a:ln>
        </p:spPr>
      </p:sp>
      <p:sp>
        <p:nvSpPr>
          <p:cNvPr id="186" name="!!rect-70r"/>
          <p:cNvSpPr/>
          <p:nvPr/>
        </p:nvSpPr>
        <p:spPr>
          <a:xfrm>
            <a:off x="8664575" y="561975"/>
            <a:ext cx="2647950" cy="5645150"/>
          </a:xfrm>
          <a:prstGeom prst="roundRect">
            <a:avLst>
              <a:gd name="adj" fmla="val 14988"/>
            </a:avLst>
          </a:prstGeom>
          <a:solidFill>
            <a:srgbClr val="050608"/>
          </a:solidFill>
          <a:ln>
            <a:noFill/>
          </a:ln>
        </p:spPr>
      </p:sp>
      <p:sp>
        <p:nvSpPr>
          <p:cNvPr id="187" name="!!rect-70t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solidFill>
            <a:srgbClr val="F3F5F7"/>
          </a:solidFill>
          <a:ln>
            <a:noFill/>
          </a:ln>
        </p:spPr>
      </p:sp>
      <p:sp>
        <p:nvSpPr>
          <p:cNvPr id="188" name="!!rect-7bp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solidFill>
            <a:srgbClr val="F3F5F7"/>
          </a:solidFill>
          <a:ln>
            <a:noFill/>
          </a:ln>
        </p:spPr>
      </p:sp>
      <p:sp>
        <p:nvSpPr>
          <p:cNvPr id="189" name="!!circle-7bq"/>
          <p:cNvSpPr/>
          <p:nvPr/>
        </p:nvSpPr>
        <p:spPr>
          <a:xfrm>
            <a:off x="9607550" y="1517650"/>
            <a:ext cx="762000" cy="762000"/>
          </a:xfrm>
          <a:prstGeom prst="ellipse">
            <a:avLst/>
          </a:prstGeom>
          <a:noFill/>
          <a:ln w="50800" cap="flat">
            <a:solidFill>
              <a:srgbClr val="627D8D">
                <a:alpha val="14000"/>
              </a:srgbClr>
            </a:solidFill>
            <a:prstDash val="solid"/>
            <a:miter lim="800000"/>
          </a:ln>
        </p:spPr>
      </p:sp>
      <p:sp>
        <p:nvSpPr>
          <p:cNvPr id="190" name="!!circle-7br"/>
          <p:cNvSpPr/>
          <p:nvPr/>
        </p:nvSpPr>
        <p:spPr>
          <a:xfrm>
            <a:off x="9607550" y="151765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 fill="none">
                <a:moveTo>
                  <a:pt x="381000" y="0"/>
                </a:moveTo>
                <a:cubicBezTo>
                  <a:pt x="591420" y="0"/>
                  <a:pt x="762000" y="170580"/>
                  <a:pt x="762000" y="381000"/>
                </a:cubicBezTo>
                <a:cubicBezTo>
                  <a:pt x="762000" y="591420"/>
                  <a:pt x="591420" y="762000"/>
                  <a:pt x="381000" y="762000"/>
                </a:cubicBezTo>
                <a:cubicBezTo>
                  <a:pt x="170580" y="762000"/>
                  <a:pt x="0" y="591420"/>
                  <a:pt x="0" y="381000"/>
                </a:cubicBezTo>
                <a:cubicBezTo>
                  <a:pt x="0" y="170580"/>
                  <a:pt x="170580" y="0"/>
                  <a:pt x="381000" y="0"/>
                </a:cubicBezTo>
                <a:close/>
              </a:path>
            </a:pathLst>
          </a:custGeom>
          <a:noFill/>
          <a:ln w="50800" cap="flat">
            <a:solidFill>
              <a:srgbClr val="627D8D"/>
            </a:solidFill>
            <a:custDash>
              <a:ds d="4712388" sp="4712388"/>
            </a:custDash>
            <a:miter lim="800000"/>
          </a:ln>
        </p:spPr>
      </p:sp>
      <p:sp>
        <p:nvSpPr>
          <p:cNvPr id="191" name="!!text-7cg" descr="0:27"/>
          <p:cNvSpPr txBox="1"/>
          <p:nvPr/>
        </p:nvSpPr>
        <p:spPr>
          <a:xfrm>
            <a:off x="9771634" y="1732788"/>
            <a:ext cx="494792" cy="2942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600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0:27</a:t>
            </a:r>
            <a:endParaRPr lang="zh-TW" sz="1600"/>
          </a:p>
        </p:txBody>
      </p:sp>
      <p:sp>
        <p:nvSpPr>
          <p:cNvPr id="192" name="!!text-7cz" descr="櫃門已開啟"/>
          <p:cNvSpPr txBox="1"/>
          <p:nvPr/>
        </p:nvSpPr>
        <p:spPr>
          <a:xfrm>
            <a:off x="9671050" y="2411730"/>
            <a:ext cx="673100" cy="18389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櫃門已開啟</a:t>
            </a:r>
            <a:endParaRPr lang="zh-TW" sz="1000"/>
          </a:p>
        </p:txBody>
      </p:sp>
      <p:sp>
        <p:nvSpPr>
          <p:cNvPr id="193" name="!!rect-7d5"/>
          <p:cNvSpPr/>
          <p:nvPr/>
        </p:nvSpPr>
        <p:spPr>
          <a:xfrm>
            <a:off x="8813800" y="2686050"/>
            <a:ext cx="2349500" cy="774700"/>
          </a:xfrm>
          <a:prstGeom prst="roundRect">
            <a:avLst>
              <a:gd name="adj" fmla="val 13115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94" name="!!text-7d6" descr="請將下列書籍放入櫃門 A01"/>
          <p:cNvSpPr txBox="1"/>
          <p:nvPr/>
        </p:nvSpPr>
        <p:spPr>
          <a:xfrm>
            <a:off x="8915400" y="2752344"/>
            <a:ext cx="1254557" cy="14711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請將下列書籍放入櫃門 A01</a:t>
            </a:r>
            <a:endParaRPr lang="zh-TW" sz="800"/>
          </a:p>
        </p:txBody>
      </p:sp>
      <p:sp>
        <p:nvSpPr>
          <p:cNvPr id="195" name="!!rect-7dk"/>
          <p:cNvSpPr/>
          <p:nvPr/>
        </p:nvSpPr>
        <p:spPr>
          <a:xfrm>
            <a:off x="8915400" y="2959100"/>
            <a:ext cx="2146300" cy="6350"/>
          </a:xfrm>
          <a:prstGeom prst="rect">
            <a:avLst/>
          </a:prstGeom>
          <a:solidFill>
            <a:srgbClr val="E8EBEE"/>
          </a:solidFill>
          <a:ln>
            <a:noFill/>
          </a:ln>
        </p:spPr>
      </p:sp>
      <p:sp>
        <p:nvSpPr>
          <p:cNvPr id="196" name="!!rect-7dm"/>
          <p:cNvSpPr/>
          <p:nvPr/>
        </p:nvSpPr>
        <p:spPr>
          <a:xfrm>
            <a:off x="8915400" y="3028950"/>
            <a:ext cx="254000" cy="34290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5D856F"/>
              </a:gs>
              <a:gs pos="100000">
                <a:srgbClr val="3F624F"/>
              </a:gs>
            </a:gsLst>
            <a:lin ang="3208269" scaled="0"/>
          </a:gradFill>
          <a:ln>
            <a:noFill/>
          </a:ln>
        </p:spPr>
      </p:sp>
      <p:sp>
        <p:nvSpPr>
          <p:cNvPr id="197" name="!!rect-7dn"/>
          <p:cNvSpPr/>
          <p:nvPr/>
        </p:nvSpPr>
        <p:spPr>
          <a:xfrm>
            <a:off x="8938260" y="3028950"/>
            <a:ext cx="12700" cy="342900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</p:spPr>
      </p:sp>
      <p:sp>
        <p:nvSpPr>
          <p:cNvPr id="198" name="!!rect-7do"/>
          <p:cNvSpPr/>
          <p:nvPr/>
        </p:nvSpPr>
        <p:spPr>
          <a:xfrm>
            <a:off x="8978900" y="3090672"/>
            <a:ext cx="142240" cy="24003"/>
          </a:xfrm>
          <a:prstGeom prst="roundRect">
            <a:avLst>
              <a:gd name="adj" fmla="val 28571"/>
            </a:avLst>
          </a:prstGeom>
          <a:solidFill>
            <a:srgbClr val="E7D9B8"/>
          </a:solidFill>
          <a:ln>
            <a:noFill/>
          </a:ln>
        </p:spPr>
      </p:sp>
      <p:sp>
        <p:nvSpPr>
          <p:cNvPr id="199" name="!!rect-7dp"/>
          <p:cNvSpPr/>
          <p:nvPr/>
        </p:nvSpPr>
        <p:spPr>
          <a:xfrm>
            <a:off x="8978900" y="3131820"/>
            <a:ext cx="96520" cy="15431"/>
          </a:xfrm>
          <a:prstGeom prst="roundRect">
            <a:avLst>
              <a:gd name="adj" fmla="val 44444"/>
            </a:avLst>
          </a:prstGeom>
          <a:solidFill>
            <a:srgbClr val="E7D9B8">
              <a:alpha val="72000"/>
            </a:srgbClr>
          </a:solidFill>
          <a:ln>
            <a:noFill/>
          </a:ln>
        </p:spPr>
      </p:sp>
      <p:sp>
        <p:nvSpPr>
          <p:cNvPr id="200" name="!!rect-7dq"/>
          <p:cNvSpPr/>
          <p:nvPr/>
        </p:nvSpPr>
        <p:spPr>
          <a:xfrm>
            <a:off x="8978900" y="3303270"/>
            <a:ext cx="71120" cy="13716"/>
          </a:xfrm>
          <a:prstGeom prst="roundRect">
            <a:avLst>
              <a:gd name="adj" fmla="val 50000"/>
            </a:avLst>
          </a:prstGeom>
          <a:solidFill>
            <a:srgbClr val="E7D9B8">
              <a:alpha val="55000"/>
            </a:srgbClr>
          </a:solidFill>
          <a:ln>
            <a:noFill/>
          </a:ln>
        </p:spPr>
      </p:sp>
      <p:sp>
        <p:nvSpPr>
          <p:cNvPr id="201" name="!!text-7dr" descr="統計學概論"/>
          <p:cNvSpPr txBox="1"/>
          <p:nvPr/>
        </p:nvSpPr>
        <p:spPr>
          <a:xfrm>
            <a:off x="9245600" y="3129026"/>
            <a:ext cx="471170" cy="12872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00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統計學概論</a:t>
            </a:r>
            <a:endParaRPr lang="zh-TW" sz="700"/>
          </a:p>
        </p:txBody>
      </p:sp>
      <p:sp>
        <p:nvSpPr>
          <p:cNvPr id="202" name="!!rect-7dy"/>
          <p:cNvSpPr/>
          <p:nvPr/>
        </p:nvSpPr>
        <p:spPr>
          <a:xfrm>
            <a:off x="8813800" y="3536950"/>
            <a:ext cx="2349500" cy="374650"/>
          </a:xfrm>
          <a:prstGeom prst="roundRect">
            <a:avLst>
              <a:gd name="adj" fmla="val 20339"/>
            </a:avLst>
          </a:prstGeom>
          <a:solidFill>
            <a:srgbClr val="627D8D">
              <a:alpha val="10000"/>
            </a:srgbClr>
          </a:solidFill>
          <a:ln>
            <a:noFill/>
          </a:ln>
        </p:spPr>
      </p:sp>
      <p:sp>
        <p:nvSpPr>
          <p:cNvPr id="203" name="!!path-7dz"/>
          <p:cNvSpPr/>
          <p:nvPr/>
        </p:nvSpPr>
        <p:spPr>
          <a:xfrm>
            <a:off x="8899525" y="361632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42863" y="23813"/>
                </a:moveTo>
                <a:lnTo>
                  <a:pt x="52388" y="23813"/>
                </a:lnTo>
                <a:lnTo>
                  <a:pt x="52388" y="33338"/>
                </a:lnTo>
                <a:lnTo>
                  <a:pt x="42863" y="33338"/>
                </a:lnTo>
                <a:close/>
                <a:moveTo>
                  <a:pt x="42863" y="42863"/>
                </a:moveTo>
                <a:lnTo>
                  <a:pt x="52388" y="42863"/>
                </a:lnTo>
                <a:lnTo>
                  <a:pt x="52388" y="71438"/>
                </a:lnTo>
                <a:lnTo>
                  <a:pt x="42863" y="71438"/>
                </a:lnTo>
                <a:close/>
                <a:moveTo>
                  <a:pt x="47625" y="0"/>
                </a:moveTo>
                <a:cubicBezTo>
                  <a:pt x="21336" y="0"/>
                  <a:pt x="0" y="21336"/>
                  <a:pt x="0" y="47625"/>
                </a:cubicBezTo>
                <a:cubicBezTo>
                  <a:pt x="0" y="73914"/>
                  <a:pt x="21336" y="95250"/>
                  <a:pt x="47625" y="95250"/>
                </a:cubicBezTo>
                <a:cubicBezTo>
                  <a:pt x="73914" y="95250"/>
                  <a:pt x="95250" y="73914"/>
                  <a:pt x="95250" y="47625"/>
                </a:cubicBezTo>
                <a:cubicBezTo>
                  <a:pt x="95250" y="21336"/>
                  <a:pt x="73914" y="0"/>
                  <a:pt x="47625" y="0"/>
                </a:cubicBezTo>
                <a:close/>
                <a:moveTo>
                  <a:pt x="47625" y="85725"/>
                </a:moveTo>
                <a:cubicBezTo>
                  <a:pt x="26622" y="85725"/>
                  <a:pt x="9525" y="68628"/>
                  <a:pt x="9525" y="47625"/>
                </a:cubicBezTo>
                <a:cubicBezTo>
                  <a:pt x="9525" y="26622"/>
                  <a:pt x="26622" y="9525"/>
                  <a:pt x="47625" y="9525"/>
                </a:cubicBezTo>
                <a:cubicBezTo>
                  <a:pt x="68628" y="9525"/>
                  <a:pt x="85725" y="26622"/>
                  <a:pt x="85725" y="47625"/>
                </a:cubicBezTo>
                <a:cubicBezTo>
                  <a:pt x="85725" y="68628"/>
                  <a:pt x="68628" y="85725"/>
                  <a:pt x="47625" y="85725"/>
                </a:cubicBez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204" name="!!text-7e0" descr="如需取消，請於關上櫃門前按「取消」。"/>
          <p:cNvSpPr txBox="1"/>
          <p:nvPr/>
        </p:nvSpPr>
        <p:spPr>
          <a:xfrm>
            <a:off x="9055100" y="3596767"/>
            <a:ext cx="1428115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如需取消，請於關上櫃門前</a:t>
            </a:r>
            <a:r>
              <a:rPr lang="zh-TW" altLang="en-US" sz="650" kern="0" spc="-325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按</a:t>
            </a:r>
            <a:r>
              <a:rPr lang="zh-TW" altLang="en-US" sz="650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「取消</a:t>
            </a:r>
            <a:r>
              <a:rPr lang="zh-TW" altLang="en-US" sz="650" kern="0" spc="-325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」</a:t>
            </a:r>
            <a:r>
              <a:rPr lang="zh-TW" altLang="en-US" sz="650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。</a:t>
            </a:r>
            <a:endParaRPr lang="zh-TW" sz="650"/>
          </a:p>
        </p:txBody>
      </p:sp>
      <p:sp>
        <p:nvSpPr>
          <p:cNvPr id="205" name="!!text-7ej" descr="倒數結束時將自動完成。"/>
          <p:cNvSpPr txBox="1"/>
          <p:nvPr/>
        </p:nvSpPr>
        <p:spPr>
          <a:xfrm>
            <a:off x="9055100" y="3720592"/>
            <a:ext cx="932815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倒數結束時將自動完成。</a:t>
            </a:r>
            <a:endParaRPr lang="zh-TW" sz="650"/>
          </a:p>
        </p:txBody>
      </p:sp>
      <p:sp>
        <p:nvSpPr>
          <p:cNvPr id="206" name="!!path-7ew"/>
          <p:cNvSpPr/>
          <p:nvPr/>
        </p:nvSpPr>
        <p:spPr>
          <a:xfrm>
            <a:off x="8712200" y="5085080"/>
            <a:ext cx="2552700" cy="1028700"/>
          </a:xfrm>
          <a:custGeom>
            <a:avLst/>
            <a:gdLst/>
            <a:ahLst/>
            <a:cxnLst/>
            <a:rect l="l" t="t" r="r" b="b"/>
            <a:pathLst>
              <a:path w="2552700" h="1028700">
                <a:moveTo>
                  <a:pt x="155217" y="1015561"/>
                </a:moveTo>
                <a:lnTo>
                  <a:pt x="102293" y="972127"/>
                </a:lnTo>
                <a:lnTo>
                  <a:pt x="58859" y="919203"/>
                </a:lnTo>
                <a:lnTo>
                  <a:pt x="26585" y="858822"/>
                </a:lnTo>
                <a:lnTo>
                  <a:pt x="6711" y="793305"/>
                </a:lnTo>
                <a:lnTo>
                  <a:pt x="0" y="725170"/>
                </a:lnTo>
                <a:lnTo>
                  <a:pt x="0" y="152400"/>
                </a:lnTo>
                <a:lnTo>
                  <a:pt x="1058" y="128058"/>
                </a:lnTo>
                <a:lnTo>
                  <a:pt x="4233" y="105833"/>
                </a:lnTo>
                <a:lnTo>
                  <a:pt x="9525" y="85725"/>
                </a:lnTo>
                <a:lnTo>
                  <a:pt x="16933" y="67733"/>
                </a:lnTo>
                <a:lnTo>
                  <a:pt x="26458" y="51858"/>
                </a:lnTo>
                <a:lnTo>
                  <a:pt x="38100" y="38100"/>
                </a:lnTo>
                <a:lnTo>
                  <a:pt x="51858" y="26458"/>
                </a:lnTo>
                <a:lnTo>
                  <a:pt x="67733" y="16933"/>
                </a:lnTo>
                <a:lnTo>
                  <a:pt x="85725" y="9525"/>
                </a:lnTo>
                <a:lnTo>
                  <a:pt x="105833" y="4233"/>
                </a:lnTo>
                <a:lnTo>
                  <a:pt x="128058" y="1058"/>
                </a:lnTo>
                <a:lnTo>
                  <a:pt x="152400" y="0"/>
                </a:lnTo>
                <a:lnTo>
                  <a:pt x="2400300" y="0"/>
                </a:lnTo>
                <a:lnTo>
                  <a:pt x="2424642" y="1058"/>
                </a:lnTo>
                <a:lnTo>
                  <a:pt x="2446867" y="4233"/>
                </a:lnTo>
                <a:lnTo>
                  <a:pt x="2466975" y="9525"/>
                </a:lnTo>
                <a:lnTo>
                  <a:pt x="2484967" y="16933"/>
                </a:lnTo>
                <a:lnTo>
                  <a:pt x="2500842" y="26458"/>
                </a:lnTo>
                <a:lnTo>
                  <a:pt x="2514600" y="38100"/>
                </a:lnTo>
                <a:lnTo>
                  <a:pt x="2526242" y="51858"/>
                </a:lnTo>
                <a:lnTo>
                  <a:pt x="2535767" y="67733"/>
                </a:lnTo>
                <a:lnTo>
                  <a:pt x="2543175" y="85725"/>
                </a:lnTo>
                <a:lnTo>
                  <a:pt x="2548467" y="105833"/>
                </a:lnTo>
                <a:lnTo>
                  <a:pt x="2551642" y="128058"/>
                </a:lnTo>
                <a:lnTo>
                  <a:pt x="2552700" y="152400"/>
                </a:lnTo>
                <a:lnTo>
                  <a:pt x="2552700" y="725170"/>
                </a:lnTo>
                <a:lnTo>
                  <a:pt x="2545989" y="793305"/>
                </a:lnTo>
                <a:lnTo>
                  <a:pt x="2526115" y="858822"/>
                </a:lnTo>
                <a:lnTo>
                  <a:pt x="2493841" y="919203"/>
                </a:lnTo>
                <a:lnTo>
                  <a:pt x="2450407" y="972127"/>
                </a:lnTo>
                <a:lnTo>
                  <a:pt x="2397483" y="1015561"/>
                </a:lnTo>
                <a:lnTo>
                  <a:pt x="2372901" y="1028700"/>
                </a:lnTo>
                <a:lnTo>
                  <a:pt x="179799" y="1028700"/>
                </a:lnTo>
                <a:close/>
              </a:path>
            </a:pathLst>
          </a:custGeom>
          <a:solidFill>
            <a:srgbClr val="0B1A26">
              <a:alpha val="2200"/>
            </a:srgbClr>
          </a:solidFill>
          <a:ln>
            <a:noFill/>
          </a:ln>
        </p:spPr>
      </p:sp>
      <p:sp>
        <p:nvSpPr>
          <p:cNvPr id="207" name="!!path-7ex"/>
          <p:cNvSpPr/>
          <p:nvPr/>
        </p:nvSpPr>
        <p:spPr>
          <a:xfrm>
            <a:off x="8712200" y="5102225"/>
            <a:ext cx="2552700" cy="1028700"/>
          </a:xfrm>
          <a:custGeom>
            <a:avLst/>
            <a:gdLst/>
            <a:ahLst/>
            <a:cxnLst/>
            <a:rect l="l" t="t" r="r" b="b"/>
            <a:pathLst>
              <a:path w="2552700" h="1028700">
                <a:moveTo>
                  <a:pt x="155217" y="998416"/>
                </a:moveTo>
                <a:lnTo>
                  <a:pt x="102293" y="954982"/>
                </a:lnTo>
                <a:lnTo>
                  <a:pt x="58859" y="902058"/>
                </a:lnTo>
                <a:lnTo>
                  <a:pt x="26585" y="841677"/>
                </a:lnTo>
                <a:lnTo>
                  <a:pt x="6711" y="776160"/>
                </a:lnTo>
                <a:lnTo>
                  <a:pt x="0" y="708025"/>
                </a:lnTo>
                <a:lnTo>
                  <a:pt x="0" y="152400"/>
                </a:lnTo>
                <a:lnTo>
                  <a:pt x="1058" y="128058"/>
                </a:lnTo>
                <a:lnTo>
                  <a:pt x="4233" y="105833"/>
                </a:lnTo>
                <a:lnTo>
                  <a:pt x="9525" y="85725"/>
                </a:lnTo>
                <a:lnTo>
                  <a:pt x="16933" y="67733"/>
                </a:lnTo>
                <a:lnTo>
                  <a:pt x="26458" y="51858"/>
                </a:lnTo>
                <a:lnTo>
                  <a:pt x="38100" y="38100"/>
                </a:lnTo>
                <a:lnTo>
                  <a:pt x="51858" y="26458"/>
                </a:lnTo>
                <a:lnTo>
                  <a:pt x="67733" y="16933"/>
                </a:lnTo>
                <a:lnTo>
                  <a:pt x="85725" y="9525"/>
                </a:lnTo>
                <a:lnTo>
                  <a:pt x="105833" y="4233"/>
                </a:lnTo>
                <a:lnTo>
                  <a:pt x="128058" y="1058"/>
                </a:lnTo>
                <a:lnTo>
                  <a:pt x="152400" y="0"/>
                </a:lnTo>
                <a:lnTo>
                  <a:pt x="2400300" y="0"/>
                </a:lnTo>
                <a:lnTo>
                  <a:pt x="2424642" y="1058"/>
                </a:lnTo>
                <a:lnTo>
                  <a:pt x="2446867" y="4233"/>
                </a:lnTo>
                <a:lnTo>
                  <a:pt x="2466975" y="9525"/>
                </a:lnTo>
                <a:lnTo>
                  <a:pt x="2484967" y="16933"/>
                </a:lnTo>
                <a:lnTo>
                  <a:pt x="2500842" y="26458"/>
                </a:lnTo>
                <a:lnTo>
                  <a:pt x="2514600" y="38100"/>
                </a:lnTo>
                <a:lnTo>
                  <a:pt x="2526242" y="51858"/>
                </a:lnTo>
                <a:lnTo>
                  <a:pt x="2535767" y="67733"/>
                </a:lnTo>
                <a:lnTo>
                  <a:pt x="2543175" y="85725"/>
                </a:lnTo>
                <a:lnTo>
                  <a:pt x="2548467" y="105833"/>
                </a:lnTo>
                <a:lnTo>
                  <a:pt x="2551642" y="128058"/>
                </a:lnTo>
                <a:lnTo>
                  <a:pt x="2552700" y="152400"/>
                </a:lnTo>
                <a:lnTo>
                  <a:pt x="2552700" y="708025"/>
                </a:lnTo>
                <a:lnTo>
                  <a:pt x="2545989" y="776160"/>
                </a:lnTo>
                <a:lnTo>
                  <a:pt x="2526115" y="841677"/>
                </a:lnTo>
                <a:lnTo>
                  <a:pt x="2493841" y="902058"/>
                </a:lnTo>
                <a:lnTo>
                  <a:pt x="2450407" y="954982"/>
                </a:lnTo>
                <a:lnTo>
                  <a:pt x="2397483" y="998416"/>
                </a:lnTo>
                <a:lnTo>
                  <a:pt x="2340825" y="1028700"/>
                </a:lnTo>
                <a:lnTo>
                  <a:pt x="211875" y="1028700"/>
                </a:lnTo>
                <a:close/>
              </a:path>
            </a:pathLst>
          </a:custGeom>
          <a:solidFill>
            <a:srgbClr val="0B1A26">
              <a:alpha val="2200"/>
            </a:srgbClr>
          </a:solidFill>
          <a:ln>
            <a:noFill/>
          </a:ln>
        </p:spPr>
      </p:sp>
      <p:sp>
        <p:nvSpPr>
          <p:cNvPr id="208" name="!!path-7ey"/>
          <p:cNvSpPr/>
          <p:nvPr/>
        </p:nvSpPr>
        <p:spPr>
          <a:xfrm>
            <a:off x="8712200" y="5116513"/>
            <a:ext cx="2552700" cy="1028700"/>
          </a:xfrm>
          <a:custGeom>
            <a:avLst/>
            <a:gdLst/>
            <a:ahLst/>
            <a:cxnLst/>
            <a:rect l="l" t="t" r="r" b="b"/>
            <a:pathLst>
              <a:path w="2552700" h="1028700">
                <a:moveTo>
                  <a:pt x="215598" y="1016402"/>
                </a:moveTo>
                <a:lnTo>
                  <a:pt x="155217" y="984128"/>
                </a:lnTo>
                <a:lnTo>
                  <a:pt x="102293" y="940695"/>
                </a:lnTo>
                <a:lnTo>
                  <a:pt x="58859" y="887770"/>
                </a:lnTo>
                <a:lnTo>
                  <a:pt x="26585" y="827390"/>
                </a:lnTo>
                <a:lnTo>
                  <a:pt x="6711" y="761873"/>
                </a:lnTo>
                <a:lnTo>
                  <a:pt x="0" y="693738"/>
                </a:lnTo>
                <a:lnTo>
                  <a:pt x="0" y="152400"/>
                </a:lnTo>
                <a:lnTo>
                  <a:pt x="1058" y="128058"/>
                </a:lnTo>
                <a:lnTo>
                  <a:pt x="4233" y="105833"/>
                </a:lnTo>
                <a:lnTo>
                  <a:pt x="9525" y="85725"/>
                </a:lnTo>
                <a:lnTo>
                  <a:pt x="16933" y="67733"/>
                </a:lnTo>
                <a:lnTo>
                  <a:pt x="26458" y="51858"/>
                </a:lnTo>
                <a:lnTo>
                  <a:pt x="38100" y="38100"/>
                </a:lnTo>
                <a:lnTo>
                  <a:pt x="51858" y="26458"/>
                </a:lnTo>
                <a:lnTo>
                  <a:pt x="67733" y="16933"/>
                </a:lnTo>
                <a:lnTo>
                  <a:pt x="85725" y="9525"/>
                </a:lnTo>
                <a:lnTo>
                  <a:pt x="105833" y="4233"/>
                </a:lnTo>
                <a:lnTo>
                  <a:pt x="128058" y="1058"/>
                </a:lnTo>
                <a:lnTo>
                  <a:pt x="152400" y="0"/>
                </a:lnTo>
                <a:lnTo>
                  <a:pt x="2400300" y="0"/>
                </a:lnTo>
                <a:lnTo>
                  <a:pt x="2424642" y="1058"/>
                </a:lnTo>
                <a:lnTo>
                  <a:pt x="2446867" y="4233"/>
                </a:lnTo>
                <a:lnTo>
                  <a:pt x="2466975" y="9525"/>
                </a:lnTo>
                <a:lnTo>
                  <a:pt x="2484967" y="16933"/>
                </a:lnTo>
                <a:lnTo>
                  <a:pt x="2500842" y="26458"/>
                </a:lnTo>
                <a:lnTo>
                  <a:pt x="2514600" y="38100"/>
                </a:lnTo>
                <a:lnTo>
                  <a:pt x="2526242" y="51858"/>
                </a:lnTo>
                <a:lnTo>
                  <a:pt x="2535767" y="67733"/>
                </a:lnTo>
                <a:lnTo>
                  <a:pt x="2543175" y="85725"/>
                </a:lnTo>
                <a:lnTo>
                  <a:pt x="2548467" y="105833"/>
                </a:lnTo>
                <a:lnTo>
                  <a:pt x="2551642" y="128058"/>
                </a:lnTo>
                <a:lnTo>
                  <a:pt x="2552700" y="152400"/>
                </a:lnTo>
                <a:lnTo>
                  <a:pt x="2552700" y="693738"/>
                </a:lnTo>
                <a:lnTo>
                  <a:pt x="2545989" y="761873"/>
                </a:lnTo>
                <a:lnTo>
                  <a:pt x="2526115" y="827390"/>
                </a:lnTo>
                <a:lnTo>
                  <a:pt x="2493841" y="887770"/>
                </a:lnTo>
                <a:lnTo>
                  <a:pt x="2450407" y="940695"/>
                </a:lnTo>
                <a:lnTo>
                  <a:pt x="2397483" y="984128"/>
                </a:lnTo>
                <a:lnTo>
                  <a:pt x="2337102" y="1016402"/>
                </a:lnTo>
                <a:lnTo>
                  <a:pt x="2296563" y="1028700"/>
                </a:lnTo>
                <a:lnTo>
                  <a:pt x="256137" y="1028700"/>
                </a:lnTo>
                <a:close/>
              </a:path>
            </a:pathLst>
          </a:custGeom>
          <a:solidFill>
            <a:srgbClr val="0B1A26">
              <a:alpha val="2200"/>
            </a:srgbClr>
          </a:solidFill>
          <a:ln>
            <a:noFill/>
          </a:ln>
        </p:spPr>
      </p:sp>
      <p:sp>
        <p:nvSpPr>
          <p:cNvPr id="209" name="!!path-7ez"/>
          <p:cNvSpPr/>
          <p:nvPr/>
        </p:nvSpPr>
        <p:spPr>
          <a:xfrm>
            <a:off x="8712200" y="5130800"/>
            <a:ext cx="2552700" cy="1028700"/>
          </a:xfrm>
          <a:custGeom>
            <a:avLst/>
            <a:gdLst/>
            <a:ahLst/>
            <a:cxnLst/>
            <a:rect l="l" t="t" r="r" b="b"/>
            <a:pathLst>
              <a:path w="2552700" h="1028700">
                <a:moveTo>
                  <a:pt x="281115" y="1021989"/>
                </a:moveTo>
                <a:lnTo>
                  <a:pt x="215598" y="1002115"/>
                </a:lnTo>
                <a:lnTo>
                  <a:pt x="155217" y="969841"/>
                </a:lnTo>
                <a:lnTo>
                  <a:pt x="102293" y="926407"/>
                </a:lnTo>
                <a:lnTo>
                  <a:pt x="58859" y="873483"/>
                </a:lnTo>
                <a:lnTo>
                  <a:pt x="26585" y="813102"/>
                </a:lnTo>
                <a:lnTo>
                  <a:pt x="6711" y="747585"/>
                </a:lnTo>
                <a:lnTo>
                  <a:pt x="0" y="679450"/>
                </a:lnTo>
                <a:lnTo>
                  <a:pt x="0" y="152400"/>
                </a:lnTo>
                <a:lnTo>
                  <a:pt x="1058" y="128058"/>
                </a:lnTo>
                <a:lnTo>
                  <a:pt x="4233" y="105833"/>
                </a:lnTo>
                <a:lnTo>
                  <a:pt x="9525" y="85725"/>
                </a:lnTo>
                <a:lnTo>
                  <a:pt x="16933" y="67733"/>
                </a:lnTo>
                <a:lnTo>
                  <a:pt x="26458" y="51858"/>
                </a:lnTo>
                <a:lnTo>
                  <a:pt x="38100" y="38100"/>
                </a:lnTo>
                <a:lnTo>
                  <a:pt x="51858" y="26458"/>
                </a:lnTo>
                <a:lnTo>
                  <a:pt x="67733" y="16933"/>
                </a:lnTo>
                <a:lnTo>
                  <a:pt x="85725" y="9525"/>
                </a:lnTo>
                <a:lnTo>
                  <a:pt x="105833" y="4233"/>
                </a:lnTo>
                <a:lnTo>
                  <a:pt x="128058" y="1058"/>
                </a:lnTo>
                <a:lnTo>
                  <a:pt x="152400" y="0"/>
                </a:lnTo>
                <a:lnTo>
                  <a:pt x="2400300" y="0"/>
                </a:lnTo>
                <a:lnTo>
                  <a:pt x="2424642" y="1058"/>
                </a:lnTo>
                <a:lnTo>
                  <a:pt x="2446867" y="4233"/>
                </a:lnTo>
                <a:lnTo>
                  <a:pt x="2466975" y="9525"/>
                </a:lnTo>
                <a:lnTo>
                  <a:pt x="2484967" y="16933"/>
                </a:lnTo>
                <a:lnTo>
                  <a:pt x="2500842" y="26458"/>
                </a:lnTo>
                <a:lnTo>
                  <a:pt x="2514600" y="38100"/>
                </a:lnTo>
                <a:lnTo>
                  <a:pt x="2526242" y="51858"/>
                </a:lnTo>
                <a:lnTo>
                  <a:pt x="2535767" y="67733"/>
                </a:lnTo>
                <a:lnTo>
                  <a:pt x="2543175" y="85725"/>
                </a:lnTo>
                <a:lnTo>
                  <a:pt x="2548467" y="105833"/>
                </a:lnTo>
                <a:lnTo>
                  <a:pt x="2551642" y="128058"/>
                </a:lnTo>
                <a:lnTo>
                  <a:pt x="2552700" y="152400"/>
                </a:lnTo>
                <a:lnTo>
                  <a:pt x="2552700" y="679450"/>
                </a:lnTo>
                <a:lnTo>
                  <a:pt x="2545989" y="747585"/>
                </a:lnTo>
                <a:lnTo>
                  <a:pt x="2526115" y="813102"/>
                </a:lnTo>
                <a:lnTo>
                  <a:pt x="2493841" y="873483"/>
                </a:lnTo>
                <a:lnTo>
                  <a:pt x="2450407" y="926407"/>
                </a:lnTo>
                <a:lnTo>
                  <a:pt x="2397483" y="969841"/>
                </a:lnTo>
                <a:lnTo>
                  <a:pt x="2337102" y="1002115"/>
                </a:lnTo>
                <a:lnTo>
                  <a:pt x="2271585" y="1021989"/>
                </a:lnTo>
                <a:lnTo>
                  <a:pt x="2203450" y="1028700"/>
                </a:lnTo>
                <a:lnTo>
                  <a:pt x="349250" y="1028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10" name="!!rect-7f5"/>
          <p:cNvSpPr/>
          <p:nvPr/>
        </p:nvSpPr>
        <p:spPr>
          <a:xfrm>
            <a:off x="8813800" y="5207000"/>
            <a:ext cx="2349500" cy="304800"/>
          </a:xfrm>
          <a:prstGeom prst="roundRect">
            <a:avLst>
              <a:gd name="adj" fmla="val 29167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211" name="!!text-7f6" descr="完成"/>
          <p:cNvSpPr txBox="1"/>
          <p:nvPr/>
        </p:nvSpPr>
        <p:spPr>
          <a:xfrm>
            <a:off x="9886950" y="5279644"/>
            <a:ext cx="233680" cy="14711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00" b="1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完成</a:t>
            </a:r>
            <a:endParaRPr lang="zh-TW" sz="800"/>
          </a:p>
        </p:txBody>
      </p:sp>
      <p:sp>
        <p:nvSpPr>
          <p:cNvPr id="212" name="!!rect-7fc"/>
          <p:cNvSpPr/>
          <p:nvPr/>
        </p:nvSpPr>
        <p:spPr>
          <a:xfrm>
            <a:off x="8818563" y="5567363"/>
            <a:ext cx="2339975" cy="295275"/>
          </a:xfrm>
          <a:prstGeom prst="roundRect">
            <a:avLst>
              <a:gd name="adj" fmla="val 29032"/>
            </a:avLst>
          </a:prstGeom>
          <a:solidFill>
            <a:srgbClr val="FFFFFF"/>
          </a:solidFill>
          <a:ln w="9525" cap="flat">
            <a:solidFill>
              <a:srgbClr val="627D8D"/>
            </a:solidFill>
            <a:prstDash val="solid"/>
            <a:miter lim="800000"/>
          </a:ln>
        </p:spPr>
      </p:sp>
      <p:sp>
        <p:nvSpPr>
          <p:cNvPr id="213" name="!!text-7fd" descr="取消"/>
          <p:cNvSpPr txBox="1"/>
          <p:nvPr/>
        </p:nvSpPr>
        <p:spPr>
          <a:xfrm>
            <a:off x="9886950" y="5635244"/>
            <a:ext cx="233680" cy="14711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取消</a:t>
            </a:r>
            <a:endParaRPr lang="zh-TW" sz="800"/>
          </a:p>
        </p:txBody>
      </p:sp>
      <p:sp>
        <p:nvSpPr>
          <p:cNvPr id="214" name="!!path-7fh"/>
          <p:cNvSpPr/>
          <p:nvPr/>
        </p:nvSpPr>
        <p:spPr>
          <a:xfrm>
            <a:off x="8712200" y="609600"/>
            <a:ext cx="2552700" cy="730250"/>
          </a:xfrm>
          <a:custGeom>
            <a:avLst/>
            <a:gdLst/>
            <a:ahLst/>
            <a:cxnLst/>
            <a:rect l="l" t="t" r="r" b="b"/>
            <a:pathLst>
              <a:path w="2552700" h="730250">
                <a:moveTo>
                  <a:pt x="0" y="349250"/>
                </a:moveTo>
                <a:lnTo>
                  <a:pt x="6711" y="281115"/>
                </a:lnTo>
                <a:lnTo>
                  <a:pt x="26585" y="215598"/>
                </a:lnTo>
                <a:lnTo>
                  <a:pt x="58859" y="155217"/>
                </a:lnTo>
                <a:lnTo>
                  <a:pt x="102293" y="102293"/>
                </a:lnTo>
                <a:lnTo>
                  <a:pt x="155217" y="58859"/>
                </a:lnTo>
                <a:lnTo>
                  <a:pt x="215598" y="26585"/>
                </a:lnTo>
                <a:lnTo>
                  <a:pt x="281115" y="6711"/>
                </a:lnTo>
                <a:lnTo>
                  <a:pt x="349250" y="0"/>
                </a:lnTo>
                <a:lnTo>
                  <a:pt x="2203450" y="0"/>
                </a:lnTo>
                <a:lnTo>
                  <a:pt x="2271585" y="6711"/>
                </a:lnTo>
                <a:lnTo>
                  <a:pt x="2337102" y="26585"/>
                </a:lnTo>
                <a:lnTo>
                  <a:pt x="2397483" y="58859"/>
                </a:lnTo>
                <a:lnTo>
                  <a:pt x="2450407" y="102293"/>
                </a:lnTo>
                <a:lnTo>
                  <a:pt x="2493841" y="155217"/>
                </a:lnTo>
                <a:lnTo>
                  <a:pt x="2526115" y="215598"/>
                </a:lnTo>
                <a:lnTo>
                  <a:pt x="2545989" y="281115"/>
                </a:lnTo>
                <a:lnTo>
                  <a:pt x="2552700" y="349250"/>
                </a:lnTo>
                <a:lnTo>
                  <a:pt x="2552700" y="577850"/>
                </a:lnTo>
                <a:lnTo>
                  <a:pt x="2551642" y="602192"/>
                </a:lnTo>
                <a:lnTo>
                  <a:pt x="2548467" y="624417"/>
                </a:lnTo>
                <a:lnTo>
                  <a:pt x="2543175" y="644525"/>
                </a:lnTo>
                <a:lnTo>
                  <a:pt x="2535767" y="662517"/>
                </a:lnTo>
                <a:lnTo>
                  <a:pt x="2526242" y="678392"/>
                </a:lnTo>
                <a:lnTo>
                  <a:pt x="2514600" y="692150"/>
                </a:lnTo>
                <a:lnTo>
                  <a:pt x="2500842" y="703792"/>
                </a:lnTo>
                <a:lnTo>
                  <a:pt x="2484967" y="713317"/>
                </a:lnTo>
                <a:lnTo>
                  <a:pt x="2466975" y="720725"/>
                </a:lnTo>
                <a:lnTo>
                  <a:pt x="2446867" y="726017"/>
                </a:lnTo>
                <a:lnTo>
                  <a:pt x="2424642" y="729192"/>
                </a:lnTo>
                <a:lnTo>
                  <a:pt x="2400300" y="730250"/>
                </a:lnTo>
                <a:lnTo>
                  <a:pt x="152400" y="730250"/>
                </a:lnTo>
                <a:lnTo>
                  <a:pt x="128058" y="729192"/>
                </a:lnTo>
                <a:lnTo>
                  <a:pt x="105833" y="726017"/>
                </a:lnTo>
                <a:lnTo>
                  <a:pt x="85725" y="720725"/>
                </a:lnTo>
                <a:lnTo>
                  <a:pt x="67733" y="713317"/>
                </a:lnTo>
                <a:lnTo>
                  <a:pt x="51858" y="703792"/>
                </a:lnTo>
                <a:lnTo>
                  <a:pt x="38100" y="692150"/>
                </a:lnTo>
                <a:lnTo>
                  <a:pt x="26458" y="678392"/>
                </a:lnTo>
                <a:lnTo>
                  <a:pt x="16933" y="662517"/>
                </a:lnTo>
                <a:lnTo>
                  <a:pt x="9525" y="644525"/>
                </a:lnTo>
                <a:lnTo>
                  <a:pt x="4233" y="624417"/>
                </a:lnTo>
                <a:lnTo>
                  <a:pt x="1058" y="602192"/>
                </a:lnTo>
                <a:lnTo>
                  <a:pt x="0" y="577850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215" name="!!text-7fi" descr="2:25"/>
          <p:cNvSpPr txBox="1"/>
          <p:nvPr/>
        </p:nvSpPr>
        <p:spPr>
          <a:xfrm>
            <a:off x="9020597" y="714883"/>
            <a:ext cx="253790" cy="1563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50" kern="0" dirty="0">
                <a:solidFill>
                  <a:srgbClr val="FFFFFF"/>
                </a:solidFill>
                <a:latin typeface="Noto Sans TC SemiBold"/>
                <a:ea typeface="Noto Sans TC SemiBold"/>
                <a:cs typeface="Noto Sans TC SemiBold"/>
              </a:rPr>
              <a:t>2:25</a:t>
            </a:r>
            <a:endParaRPr lang="zh-TW" sz="850"/>
          </a:p>
        </p:txBody>
      </p:sp>
      <p:sp>
        <p:nvSpPr>
          <p:cNvPr id="216" name="!!rect-7fn"/>
          <p:cNvSpPr/>
          <p:nvPr/>
        </p:nvSpPr>
        <p:spPr>
          <a:xfrm>
            <a:off x="10579100" y="808990"/>
            <a:ext cx="21590" cy="2667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17" name="!!rect-7fo"/>
          <p:cNvSpPr/>
          <p:nvPr/>
        </p:nvSpPr>
        <p:spPr>
          <a:xfrm>
            <a:off x="10612120" y="792480"/>
            <a:ext cx="21590" cy="4318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18" name="!!rect-7fp"/>
          <p:cNvSpPr/>
          <p:nvPr/>
        </p:nvSpPr>
        <p:spPr>
          <a:xfrm>
            <a:off x="10645140" y="775970"/>
            <a:ext cx="21590" cy="5969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19" name="!!rect-7fq"/>
          <p:cNvSpPr/>
          <p:nvPr/>
        </p:nvSpPr>
        <p:spPr>
          <a:xfrm>
            <a:off x="10678160" y="759460"/>
            <a:ext cx="21590" cy="7620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20" name="!!path-7fr"/>
          <p:cNvSpPr/>
          <p:nvPr/>
        </p:nvSpPr>
        <p:spPr>
          <a:xfrm>
            <a:off x="10763250" y="763570"/>
            <a:ext cx="95250" cy="70820"/>
          </a:xfrm>
          <a:custGeom>
            <a:avLst/>
            <a:gdLst/>
            <a:ahLst/>
            <a:cxnLst/>
            <a:rect l="l" t="t" r="r" b="b"/>
            <a:pathLst>
              <a:path w="95250" h="70820">
                <a:moveTo>
                  <a:pt x="47625" y="70820"/>
                </a:moveTo>
                <a:lnTo>
                  <a:pt x="31115" y="51135"/>
                </a:lnTo>
                <a:cubicBezTo>
                  <a:pt x="40714" y="43262"/>
                  <a:pt x="54536" y="43262"/>
                  <a:pt x="64135" y="51135"/>
                </a:cubicBezTo>
                <a:close/>
                <a:moveTo>
                  <a:pt x="0" y="23830"/>
                </a:moveTo>
                <a:cubicBezTo>
                  <a:pt x="27279" y="0"/>
                  <a:pt x="67971" y="0"/>
                  <a:pt x="95250" y="23830"/>
                </a:cubicBezTo>
                <a:lnTo>
                  <a:pt x="83820" y="37165"/>
                </a:lnTo>
                <a:cubicBezTo>
                  <a:pt x="63051" y="19153"/>
                  <a:pt x="32199" y="19153"/>
                  <a:pt x="11430" y="37165"/>
                </a:cubicBezTo>
                <a:close/>
                <a:moveTo>
                  <a:pt x="16510" y="43515"/>
                </a:moveTo>
                <a:cubicBezTo>
                  <a:pt x="34385" y="28089"/>
                  <a:pt x="60865" y="28089"/>
                  <a:pt x="78740" y="43515"/>
                </a:cubicBezTo>
                <a:lnTo>
                  <a:pt x="67310" y="56850"/>
                </a:lnTo>
                <a:cubicBezTo>
                  <a:pt x="55947" y="47238"/>
                  <a:pt x="39303" y="47238"/>
                  <a:pt x="27940" y="5685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21" name="!!rect-7fs"/>
          <p:cNvSpPr/>
          <p:nvPr/>
        </p:nvSpPr>
        <p:spPr>
          <a:xfrm>
            <a:off x="10902950" y="760730"/>
            <a:ext cx="161925" cy="78740"/>
          </a:xfrm>
          <a:prstGeom prst="roundRect">
            <a:avLst>
              <a:gd name="adj" fmla="val 32258"/>
            </a:avLst>
          </a:prstGeom>
          <a:noFill/>
          <a:ln w="6985" cap="flat">
            <a:solidFill>
              <a:srgbClr val="FFFFFF">
                <a:alpha val="38000"/>
              </a:srgbClr>
            </a:solidFill>
            <a:prstDash val="solid"/>
            <a:miter lim="800000"/>
          </a:ln>
        </p:spPr>
      </p:sp>
      <p:sp>
        <p:nvSpPr>
          <p:cNvPr id="222" name="!!rect-7ft"/>
          <p:cNvSpPr/>
          <p:nvPr/>
        </p:nvSpPr>
        <p:spPr>
          <a:xfrm>
            <a:off x="10916285" y="774065"/>
            <a:ext cx="110909" cy="52070"/>
          </a:xfrm>
          <a:prstGeom prst="roundRect">
            <a:avLst>
              <a:gd name="adj" fmla="val 26829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23" name="!!path-7fu"/>
          <p:cNvSpPr/>
          <p:nvPr/>
        </p:nvSpPr>
        <p:spPr>
          <a:xfrm>
            <a:off x="11074400" y="786130"/>
            <a:ext cx="10345" cy="27940"/>
          </a:xfrm>
          <a:custGeom>
            <a:avLst/>
            <a:gdLst/>
            <a:ahLst/>
            <a:cxnLst/>
            <a:rect l="l" t="t" r="r" b="b"/>
            <a:pathLst>
              <a:path w="10345" h="27940">
                <a:moveTo>
                  <a:pt x="0" y="0"/>
                </a:moveTo>
                <a:lnTo>
                  <a:pt x="0" y="27940"/>
                </a:lnTo>
                <a:cubicBezTo>
                  <a:pt x="6146" y="26066"/>
                  <a:pt x="10345" y="20395"/>
                  <a:pt x="10345" y="13970"/>
                </a:cubicBezTo>
                <a:cubicBezTo>
                  <a:pt x="10345" y="7545"/>
                  <a:pt x="6146" y="1874"/>
                  <a:pt x="0" y="0"/>
                </a:cubicBezTo>
                <a:close/>
              </a:path>
            </a:pathLst>
          </a:custGeom>
          <a:solidFill>
            <a:srgbClr val="FFFFFF">
              <a:alpha val="45000"/>
            </a:srgbClr>
          </a:solidFill>
          <a:ln>
            <a:noFill/>
          </a:ln>
        </p:spPr>
      </p:sp>
      <p:sp>
        <p:nvSpPr>
          <p:cNvPr id="224" name="!!path-7fv"/>
          <p:cNvSpPr/>
          <p:nvPr/>
        </p:nvSpPr>
        <p:spPr>
          <a:xfrm>
            <a:off x="9567329" y="1109129"/>
            <a:ext cx="105791" cy="105791"/>
          </a:xfrm>
          <a:custGeom>
            <a:avLst/>
            <a:gdLst/>
            <a:ahLst/>
            <a:cxnLst/>
            <a:rect l="l" t="t" r="r" b="b"/>
            <a:pathLst>
              <a:path w="105791" h="105791">
                <a:moveTo>
                  <a:pt x="39672" y="23803"/>
                </a:moveTo>
                <a:lnTo>
                  <a:pt x="39672" y="39672"/>
                </a:lnTo>
                <a:lnTo>
                  <a:pt x="23803" y="39672"/>
                </a:lnTo>
                <a:lnTo>
                  <a:pt x="23803" y="23803"/>
                </a:lnTo>
                <a:lnTo>
                  <a:pt x="39672" y="23803"/>
                </a:lnTo>
                <a:moveTo>
                  <a:pt x="47606" y="15869"/>
                </a:moveTo>
                <a:lnTo>
                  <a:pt x="15869" y="15869"/>
                </a:lnTo>
                <a:lnTo>
                  <a:pt x="15869" y="47606"/>
                </a:lnTo>
                <a:lnTo>
                  <a:pt x="47606" y="47606"/>
                </a:lnTo>
                <a:lnTo>
                  <a:pt x="47606" y="15869"/>
                </a:lnTo>
                <a:close/>
                <a:moveTo>
                  <a:pt x="39672" y="66119"/>
                </a:moveTo>
                <a:lnTo>
                  <a:pt x="39672" y="81988"/>
                </a:lnTo>
                <a:lnTo>
                  <a:pt x="23803" y="81988"/>
                </a:lnTo>
                <a:lnTo>
                  <a:pt x="23803" y="66119"/>
                </a:lnTo>
                <a:lnTo>
                  <a:pt x="39672" y="66119"/>
                </a:lnTo>
                <a:moveTo>
                  <a:pt x="47606" y="58185"/>
                </a:moveTo>
                <a:lnTo>
                  <a:pt x="15869" y="58185"/>
                </a:lnTo>
                <a:lnTo>
                  <a:pt x="15869" y="89922"/>
                </a:lnTo>
                <a:lnTo>
                  <a:pt x="47606" y="89922"/>
                </a:lnTo>
                <a:lnTo>
                  <a:pt x="47606" y="58185"/>
                </a:lnTo>
                <a:close/>
                <a:moveTo>
                  <a:pt x="81988" y="23803"/>
                </a:moveTo>
                <a:lnTo>
                  <a:pt x="81988" y="39672"/>
                </a:lnTo>
                <a:lnTo>
                  <a:pt x="66119" y="39672"/>
                </a:lnTo>
                <a:lnTo>
                  <a:pt x="66119" y="23803"/>
                </a:lnTo>
                <a:lnTo>
                  <a:pt x="81988" y="23803"/>
                </a:lnTo>
                <a:moveTo>
                  <a:pt x="89922" y="15869"/>
                </a:moveTo>
                <a:lnTo>
                  <a:pt x="58185" y="15869"/>
                </a:lnTo>
                <a:lnTo>
                  <a:pt x="58185" y="47606"/>
                </a:lnTo>
                <a:lnTo>
                  <a:pt x="89922" y="47606"/>
                </a:lnTo>
                <a:lnTo>
                  <a:pt x="89922" y="15869"/>
                </a:lnTo>
                <a:close/>
                <a:moveTo>
                  <a:pt x="58185" y="58185"/>
                </a:moveTo>
                <a:lnTo>
                  <a:pt x="66119" y="58185"/>
                </a:lnTo>
                <a:lnTo>
                  <a:pt x="66119" y="66119"/>
                </a:lnTo>
                <a:lnTo>
                  <a:pt x="58185" y="66119"/>
                </a:lnTo>
                <a:lnTo>
                  <a:pt x="58185" y="58185"/>
                </a:lnTo>
                <a:close/>
                <a:moveTo>
                  <a:pt x="66119" y="66119"/>
                </a:moveTo>
                <a:lnTo>
                  <a:pt x="74054" y="66119"/>
                </a:lnTo>
                <a:lnTo>
                  <a:pt x="74054" y="74054"/>
                </a:lnTo>
                <a:lnTo>
                  <a:pt x="66119" y="74054"/>
                </a:lnTo>
                <a:lnTo>
                  <a:pt x="66119" y="66119"/>
                </a:lnTo>
                <a:close/>
                <a:moveTo>
                  <a:pt x="74054" y="58185"/>
                </a:moveTo>
                <a:lnTo>
                  <a:pt x="81988" y="58185"/>
                </a:lnTo>
                <a:lnTo>
                  <a:pt x="81988" y="66119"/>
                </a:lnTo>
                <a:lnTo>
                  <a:pt x="74054" y="66119"/>
                </a:lnTo>
                <a:lnTo>
                  <a:pt x="74054" y="58185"/>
                </a:lnTo>
                <a:close/>
                <a:moveTo>
                  <a:pt x="58185" y="74054"/>
                </a:moveTo>
                <a:lnTo>
                  <a:pt x="66119" y="74054"/>
                </a:lnTo>
                <a:lnTo>
                  <a:pt x="66119" y="81988"/>
                </a:lnTo>
                <a:lnTo>
                  <a:pt x="58185" y="81988"/>
                </a:lnTo>
                <a:lnTo>
                  <a:pt x="58185" y="74054"/>
                </a:lnTo>
                <a:close/>
                <a:moveTo>
                  <a:pt x="66119" y="81988"/>
                </a:moveTo>
                <a:lnTo>
                  <a:pt x="74054" y="81988"/>
                </a:lnTo>
                <a:lnTo>
                  <a:pt x="74054" y="89922"/>
                </a:lnTo>
                <a:lnTo>
                  <a:pt x="66119" y="89922"/>
                </a:lnTo>
                <a:lnTo>
                  <a:pt x="66119" y="81988"/>
                </a:lnTo>
                <a:close/>
                <a:moveTo>
                  <a:pt x="74054" y="74054"/>
                </a:moveTo>
                <a:lnTo>
                  <a:pt x="81988" y="74054"/>
                </a:lnTo>
                <a:lnTo>
                  <a:pt x="81988" y="81988"/>
                </a:lnTo>
                <a:lnTo>
                  <a:pt x="74054" y="81988"/>
                </a:lnTo>
                <a:lnTo>
                  <a:pt x="74054" y="74054"/>
                </a:lnTo>
                <a:close/>
                <a:moveTo>
                  <a:pt x="81988" y="66119"/>
                </a:moveTo>
                <a:lnTo>
                  <a:pt x="89922" y="66119"/>
                </a:lnTo>
                <a:lnTo>
                  <a:pt x="89922" y="74054"/>
                </a:lnTo>
                <a:lnTo>
                  <a:pt x="81988" y="74054"/>
                </a:lnTo>
                <a:lnTo>
                  <a:pt x="81988" y="66119"/>
                </a:lnTo>
                <a:close/>
                <a:moveTo>
                  <a:pt x="81988" y="81988"/>
                </a:moveTo>
                <a:lnTo>
                  <a:pt x="89922" y="81988"/>
                </a:lnTo>
                <a:lnTo>
                  <a:pt x="89922" y="89922"/>
                </a:lnTo>
                <a:lnTo>
                  <a:pt x="81988" y="89922"/>
                </a:lnTo>
                <a:lnTo>
                  <a:pt x="81988" y="81988"/>
                </a:lnTo>
                <a:close/>
                <a:moveTo>
                  <a:pt x="105791" y="26448"/>
                </a:moveTo>
                <a:lnTo>
                  <a:pt x="95212" y="26448"/>
                </a:lnTo>
                <a:lnTo>
                  <a:pt x="95212" y="10579"/>
                </a:lnTo>
                <a:lnTo>
                  <a:pt x="79343" y="10579"/>
                </a:lnTo>
                <a:lnTo>
                  <a:pt x="79343" y="0"/>
                </a:lnTo>
                <a:lnTo>
                  <a:pt x="105791" y="0"/>
                </a:lnTo>
                <a:lnTo>
                  <a:pt x="105791" y="26448"/>
                </a:lnTo>
                <a:close/>
                <a:moveTo>
                  <a:pt x="105791" y="105791"/>
                </a:moveTo>
                <a:lnTo>
                  <a:pt x="105791" y="79343"/>
                </a:lnTo>
                <a:lnTo>
                  <a:pt x="95212" y="79343"/>
                </a:lnTo>
                <a:lnTo>
                  <a:pt x="95212" y="95212"/>
                </a:lnTo>
                <a:lnTo>
                  <a:pt x="79343" y="95212"/>
                </a:lnTo>
                <a:lnTo>
                  <a:pt x="79343" y="105791"/>
                </a:lnTo>
                <a:lnTo>
                  <a:pt x="105791" y="105791"/>
                </a:lnTo>
                <a:close/>
                <a:moveTo>
                  <a:pt x="0" y="105791"/>
                </a:moveTo>
                <a:lnTo>
                  <a:pt x="26448" y="105791"/>
                </a:lnTo>
                <a:lnTo>
                  <a:pt x="26448" y="95212"/>
                </a:lnTo>
                <a:lnTo>
                  <a:pt x="10579" y="95212"/>
                </a:lnTo>
                <a:lnTo>
                  <a:pt x="10579" y="79343"/>
                </a:lnTo>
                <a:lnTo>
                  <a:pt x="0" y="79343"/>
                </a:lnTo>
                <a:lnTo>
                  <a:pt x="0" y="105791"/>
                </a:lnTo>
                <a:close/>
                <a:moveTo>
                  <a:pt x="0" y="0"/>
                </a:moveTo>
                <a:lnTo>
                  <a:pt x="0" y="26448"/>
                </a:lnTo>
                <a:lnTo>
                  <a:pt x="10579" y="26448"/>
                </a:lnTo>
                <a:lnTo>
                  <a:pt x="10579" y="10579"/>
                </a:lnTo>
                <a:lnTo>
                  <a:pt x="26448" y="10579"/>
                </a:lnTo>
                <a:lnTo>
                  <a:pt x="26448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25" name="!!text-7fw" descr="確認書櫃作業"/>
          <p:cNvSpPr txBox="1"/>
          <p:nvPr/>
        </p:nvSpPr>
        <p:spPr>
          <a:xfrm>
            <a:off x="9734550" y="1070737"/>
            <a:ext cx="720090" cy="16550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1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確認書櫃作業</a:t>
            </a:r>
            <a:endParaRPr lang="zh-TW" sz="900"/>
          </a:p>
        </p:txBody>
      </p:sp>
      <p:sp>
        <p:nvSpPr>
          <p:cNvPr id="226" name="!!rect-7gc"/>
          <p:cNvSpPr/>
          <p:nvPr/>
        </p:nvSpPr>
        <p:spPr>
          <a:xfrm>
            <a:off x="9531350" y="6076950"/>
            <a:ext cx="914400" cy="31750"/>
          </a:xfrm>
          <a:prstGeom prst="roundRect">
            <a:avLst>
              <a:gd name="adj" fmla="val 50000"/>
            </a:avLst>
          </a:prstGeom>
          <a:solidFill>
            <a:srgbClr val="000000">
              <a:alpha val="90000"/>
            </a:srgbClr>
          </a:solidFill>
          <a:ln>
            <a:noFill/>
          </a:ln>
        </p:spPr>
      </p:sp>
      <p:sp>
        <p:nvSpPr>
          <p:cNvPr id="227" name="!!rect-7ie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10000"/>
                </a:srgbClr>
              </a:gs>
              <a:gs pos="30762">
                <a:srgbClr val="FFFFFF">
                  <a:alpha val="2000"/>
                </a:srgbClr>
              </a:gs>
              <a:gs pos="31723">
                <a:srgbClr val="FFFFFF">
                  <a:alpha val="0"/>
                </a:srgbClr>
              </a:gs>
              <a:gs pos="9613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4329186" scaled="0"/>
          </a:gradFill>
          <a:ln>
            <a:noFill/>
          </a:ln>
        </p:spPr>
      </p:sp>
      <p:sp>
        <p:nvSpPr>
          <p:cNvPr id="228" name="!!rect-7ih"/>
          <p:cNvSpPr/>
          <p:nvPr/>
        </p:nvSpPr>
        <p:spPr>
          <a:xfrm>
            <a:off x="9728200" y="679450"/>
            <a:ext cx="520700" cy="23495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</p:spPr>
      </p:sp>
      <p:sp>
        <p:nvSpPr>
          <p:cNvPr id="229" name="!!circle-7ii"/>
          <p:cNvSpPr/>
          <p:nvPr/>
        </p:nvSpPr>
        <p:spPr>
          <a:xfrm>
            <a:off x="10088880" y="757555"/>
            <a:ext cx="78740" cy="78740"/>
          </a:xfrm>
          <a:prstGeom prst="ellipse">
            <a:avLst/>
          </a:prstGeom>
          <a:solidFill>
            <a:srgbClr val="0A0F16"/>
          </a:solidFill>
          <a:ln>
            <a:noFill/>
          </a:ln>
        </p:spPr>
      </p:sp>
      <p:sp>
        <p:nvSpPr>
          <p:cNvPr id="230" name="!!circle-7ij"/>
          <p:cNvSpPr/>
          <p:nvPr/>
        </p:nvSpPr>
        <p:spPr>
          <a:xfrm>
            <a:off x="10107930" y="776605"/>
            <a:ext cx="40640" cy="40640"/>
          </a:xfrm>
          <a:prstGeom prst="ellipse">
            <a:avLst/>
          </a:prstGeom>
          <a:solidFill>
            <a:srgbClr val="111B28"/>
          </a:solidFill>
          <a:ln>
            <a:noFill/>
          </a:ln>
        </p:spPr>
      </p:sp>
      <p:sp>
        <p:nvSpPr>
          <p:cNvPr id="231" name="!!circle-7ik"/>
          <p:cNvSpPr/>
          <p:nvPr/>
        </p:nvSpPr>
        <p:spPr>
          <a:xfrm>
            <a:off x="10130155" y="781685"/>
            <a:ext cx="13970" cy="13970"/>
          </a:xfrm>
          <a:prstGeom prst="ellipse">
            <a:avLst/>
          </a:prstGeom>
          <a:solidFill>
            <a:srgbClr val="3A5070">
              <a:alpha val="80000"/>
            </a:srgbClr>
          </a:solidFill>
          <a:ln>
            <a:noFill/>
          </a:ln>
        </p:spPr>
      </p:sp>
      <p:sp>
        <p:nvSpPr>
          <p:cNvPr id="232" name="!!path-9ic"/>
          <p:cNvSpPr/>
          <p:nvPr/>
        </p:nvSpPr>
        <p:spPr>
          <a:xfrm>
            <a:off x="381000" y="306527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233" name="!!path-9id"/>
          <p:cNvSpPr/>
          <p:nvPr/>
        </p:nvSpPr>
        <p:spPr>
          <a:xfrm>
            <a:off x="381000" y="308153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234" name="!!path-9ie"/>
          <p:cNvSpPr/>
          <p:nvPr/>
        </p:nvSpPr>
        <p:spPr>
          <a:xfrm>
            <a:off x="381000" y="309778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235" name="!!path-9if"/>
          <p:cNvSpPr/>
          <p:nvPr/>
        </p:nvSpPr>
        <p:spPr>
          <a:xfrm>
            <a:off x="381000" y="311404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236" name="!!path-9ig"/>
          <p:cNvSpPr/>
          <p:nvPr/>
        </p:nvSpPr>
        <p:spPr>
          <a:xfrm>
            <a:off x="381000" y="313030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237" name="!!path-9ih"/>
          <p:cNvSpPr/>
          <p:nvPr/>
        </p:nvSpPr>
        <p:spPr>
          <a:xfrm>
            <a:off x="381000" y="314655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238" name="!!path-9ii"/>
          <p:cNvSpPr/>
          <p:nvPr/>
        </p:nvSpPr>
        <p:spPr>
          <a:xfrm>
            <a:off x="381000" y="316281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239" name="!!path-9ij"/>
          <p:cNvSpPr/>
          <p:nvPr/>
        </p:nvSpPr>
        <p:spPr>
          <a:xfrm>
            <a:off x="381000" y="317906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240" name="!!path-9ik"/>
          <p:cNvSpPr/>
          <p:nvPr/>
        </p:nvSpPr>
        <p:spPr>
          <a:xfrm>
            <a:off x="419608" y="269342"/>
            <a:ext cx="128422" cy="122936"/>
          </a:xfrm>
          <a:custGeom>
            <a:avLst/>
            <a:gdLst/>
            <a:ahLst/>
            <a:cxnLst/>
            <a:rect l="l" t="t" r="r" b="b"/>
            <a:pathLst>
              <a:path w="128422" h="122936">
                <a:moveTo>
                  <a:pt x="0" y="17678"/>
                </a:moveTo>
                <a:lnTo>
                  <a:pt x="8128" y="5080"/>
                </a:lnTo>
                <a:cubicBezTo>
                  <a:pt x="32512" y="0"/>
                  <a:pt x="73152" y="7112"/>
                  <a:pt x="101600" y="26416"/>
                </a:cubicBezTo>
                <a:cubicBezTo>
                  <a:pt x="116840" y="37186"/>
                  <a:pt x="124968" y="49784"/>
                  <a:pt x="128422" y="62992"/>
                </a:cubicBezTo>
                <a:lnTo>
                  <a:pt x="128422" y="122936"/>
                </a:lnTo>
                <a:lnTo>
                  <a:pt x="0" y="1229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241" name="!!path-9il"/>
          <p:cNvSpPr/>
          <p:nvPr/>
        </p:nvSpPr>
        <p:spPr>
          <a:xfrm>
            <a:off x="419608" y="269342"/>
            <a:ext cx="128422" cy="62992"/>
          </a:xfrm>
          <a:custGeom>
            <a:avLst/>
            <a:gdLst/>
            <a:ahLst/>
            <a:cxnLst/>
            <a:rect l="l" t="t" r="r" b="b"/>
            <a:pathLst>
              <a:path w="128422" h="62992" fill="none">
                <a:moveTo>
                  <a:pt x="128422" y="62992"/>
                </a:moveTo>
                <a:cubicBezTo>
                  <a:pt x="124968" y="49784"/>
                  <a:pt x="116840" y="37186"/>
                  <a:pt x="101600" y="26416"/>
                </a:cubicBezTo>
                <a:cubicBezTo>
                  <a:pt x="73152" y="7112"/>
                  <a:pt x="32512" y="0"/>
                  <a:pt x="8128" y="5080"/>
                </a:cubicBezTo>
                <a:lnTo>
                  <a:pt x="0" y="1767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242" name="!!path-9im"/>
          <p:cNvSpPr/>
          <p:nvPr/>
        </p:nvSpPr>
        <p:spPr>
          <a:xfrm>
            <a:off x="407010" y="281534"/>
            <a:ext cx="141021" cy="110744"/>
          </a:xfrm>
          <a:custGeom>
            <a:avLst/>
            <a:gdLst/>
            <a:ahLst/>
            <a:cxnLst/>
            <a:rect l="l" t="t" r="r" b="b"/>
            <a:pathLst>
              <a:path w="141021" h="110744">
                <a:moveTo>
                  <a:pt x="0" y="22352"/>
                </a:moveTo>
                <a:lnTo>
                  <a:pt x="6502" y="6502"/>
                </a:lnTo>
                <a:cubicBezTo>
                  <a:pt x="36982" y="0"/>
                  <a:pt x="79654" y="7112"/>
                  <a:pt x="110134" y="25400"/>
                </a:cubicBezTo>
                <a:cubicBezTo>
                  <a:pt x="126390" y="35154"/>
                  <a:pt x="136550" y="49784"/>
                  <a:pt x="141021" y="62992"/>
                </a:cubicBezTo>
                <a:lnTo>
                  <a:pt x="141021" y="110744"/>
                </a:lnTo>
                <a:lnTo>
                  <a:pt x="0" y="110744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243" name="!!path-9in"/>
          <p:cNvSpPr/>
          <p:nvPr/>
        </p:nvSpPr>
        <p:spPr>
          <a:xfrm>
            <a:off x="407010" y="281534"/>
            <a:ext cx="141021" cy="62992"/>
          </a:xfrm>
          <a:custGeom>
            <a:avLst/>
            <a:gdLst/>
            <a:ahLst/>
            <a:cxnLst/>
            <a:rect l="l" t="t" r="r" b="b"/>
            <a:pathLst>
              <a:path w="141021" h="62992" fill="none">
                <a:moveTo>
                  <a:pt x="141021" y="62992"/>
                </a:moveTo>
                <a:cubicBezTo>
                  <a:pt x="136550" y="49784"/>
                  <a:pt x="126390" y="35154"/>
                  <a:pt x="110134" y="25400"/>
                </a:cubicBezTo>
                <a:cubicBezTo>
                  <a:pt x="79654" y="7112"/>
                  <a:pt x="36982" y="0"/>
                  <a:pt x="6502" y="6502"/>
                </a:cubicBezTo>
                <a:lnTo>
                  <a:pt x="0" y="22352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244" name="!!path-9io"/>
          <p:cNvSpPr/>
          <p:nvPr/>
        </p:nvSpPr>
        <p:spPr>
          <a:xfrm>
            <a:off x="395834" y="294742"/>
            <a:ext cx="151790" cy="97536"/>
          </a:xfrm>
          <a:custGeom>
            <a:avLst/>
            <a:gdLst/>
            <a:ahLst/>
            <a:cxnLst/>
            <a:rect l="l" t="t" r="r" b="b"/>
            <a:pathLst>
              <a:path w="151790" h="97536">
                <a:moveTo>
                  <a:pt x="0" y="23165"/>
                </a:moveTo>
                <a:lnTo>
                  <a:pt x="3861" y="12598"/>
                </a:lnTo>
                <a:cubicBezTo>
                  <a:pt x="37998" y="0"/>
                  <a:pt x="84734" y="5080"/>
                  <a:pt x="117246" y="21946"/>
                </a:cubicBezTo>
                <a:cubicBezTo>
                  <a:pt x="135534" y="31496"/>
                  <a:pt x="146710" y="43688"/>
                  <a:pt x="151790" y="55270"/>
                </a:cubicBezTo>
                <a:lnTo>
                  <a:pt x="151790" y="97536"/>
                </a:lnTo>
                <a:lnTo>
                  <a:pt x="0" y="975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245" name="!!path-9ip"/>
          <p:cNvSpPr/>
          <p:nvPr/>
        </p:nvSpPr>
        <p:spPr>
          <a:xfrm>
            <a:off x="395834" y="294742"/>
            <a:ext cx="151790" cy="55270"/>
          </a:xfrm>
          <a:custGeom>
            <a:avLst/>
            <a:gdLst/>
            <a:ahLst/>
            <a:cxnLst/>
            <a:rect l="l" t="t" r="r" b="b"/>
            <a:pathLst>
              <a:path w="151790" h="55270" fill="none">
                <a:moveTo>
                  <a:pt x="151790" y="55270"/>
                </a:moveTo>
                <a:cubicBezTo>
                  <a:pt x="146710" y="43688"/>
                  <a:pt x="135534" y="31496"/>
                  <a:pt x="117246" y="21946"/>
                </a:cubicBezTo>
                <a:cubicBezTo>
                  <a:pt x="84734" y="5080"/>
                  <a:pt x="37998" y="0"/>
                  <a:pt x="3861" y="12598"/>
                </a:cubicBezTo>
                <a:lnTo>
                  <a:pt x="0" y="23165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246" name="!!path-9iq"/>
          <p:cNvSpPr/>
          <p:nvPr/>
        </p:nvSpPr>
        <p:spPr>
          <a:xfrm>
            <a:off x="548234" y="264262"/>
            <a:ext cx="120294" cy="128016"/>
          </a:xfrm>
          <a:custGeom>
            <a:avLst/>
            <a:gdLst/>
            <a:ahLst/>
            <a:cxnLst/>
            <a:rect l="l" t="t" r="r" b="b"/>
            <a:pathLst>
              <a:path w="120294" h="128016">
                <a:moveTo>
                  <a:pt x="120294" y="18288"/>
                </a:moveTo>
                <a:lnTo>
                  <a:pt x="113589" y="4470"/>
                </a:lnTo>
                <a:cubicBezTo>
                  <a:pt x="86766" y="0"/>
                  <a:pt x="44094" y="10160"/>
                  <a:pt x="17678" y="30480"/>
                </a:cubicBezTo>
                <a:cubicBezTo>
                  <a:pt x="6502" y="39624"/>
                  <a:pt x="1422" y="52832"/>
                  <a:pt x="0" y="67056"/>
                </a:cubicBezTo>
                <a:lnTo>
                  <a:pt x="0" y="128016"/>
                </a:lnTo>
                <a:lnTo>
                  <a:pt x="120294" y="12801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247" name="!!path-9ir"/>
          <p:cNvSpPr/>
          <p:nvPr/>
        </p:nvSpPr>
        <p:spPr>
          <a:xfrm>
            <a:off x="548234" y="264262"/>
            <a:ext cx="120294" cy="67056"/>
          </a:xfrm>
          <a:custGeom>
            <a:avLst/>
            <a:gdLst/>
            <a:ahLst/>
            <a:cxnLst/>
            <a:rect l="l" t="t" r="r" b="b"/>
            <a:pathLst>
              <a:path w="120294" h="67056" fill="none">
                <a:moveTo>
                  <a:pt x="0" y="67056"/>
                </a:moveTo>
                <a:cubicBezTo>
                  <a:pt x="1422" y="52832"/>
                  <a:pt x="6502" y="39624"/>
                  <a:pt x="17678" y="30480"/>
                </a:cubicBezTo>
                <a:cubicBezTo>
                  <a:pt x="44094" y="10160"/>
                  <a:pt x="86766" y="0"/>
                  <a:pt x="113589" y="4470"/>
                </a:cubicBezTo>
                <a:lnTo>
                  <a:pt x="120294" y="1828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248" name="!!path-9is"/>
          <p:cNvSpPr/>
          <p:nvPr/>
        </p:nvSpPr>
        <p:spPr>
          <a:xfrm>
            <a:off x="548437" y="279502"/>
            <a:ext cx="133299" cy="112776"/>
          </a:xfrm>
          <a:custGeom>
            <a:avLst/>
            <a:gdLst/>
            <a:ahLst/>
            <a:cxnLst/>
            <a:rect l="l" t="t" r="r" b="b"/>
            <a:pathLst>
              <a:path w="133299" h="112776">
                <a:moveTo>
                  <a:pt x="133299" y="19710"/>
                </a:moveTo>
                <a:lnTo>
                  <a:pt x="127203" y="3048"/>
                </a:lnTo>
                <a:cubicBezTo>
                  <a:pt x="94691" y="0"/>
                  <a:pt x="54051" y="11176"/>
                  <a:pt x="27635" y="30683"/>
                </a:cubicBezTo>
                <a:cubicBezTo>
                  <a:pt x="13411" y="41250"/>
                  <a:pt x="4267" y="53848"/>
                  <a:pt x="0" y="65024"/>
                </a:cubicBezTo>
                <a:lnTo>
                  <a:pt x="0" y="112776"/>
                </a:lnTo>
                <a:lnTo>
                  <a:pt x="133299" y="11277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249" name="!!path-9it"/>
          <p:cNvSpPr/>
          <p:nvPr/>
        </p:nvSpPr>
        <p:spPr>
          <a:xfrm>
            <a:off x="548437" y="279502"/>
            <a:ext cx="133299" cy="65024"/>
          </a:xfrm>
          <a:custGeom>
            <a:avLst/>
            <a:gdLst/>
            <a:ahLst/>
            <a:cxnLst/>
            <a:rect l="l" t="t" r="r" b="b"/>
            <a:pathLst>
              <a:path w="133299" h="65024" fill="none">
                <a:moveTo>
                  <a:pt x="0" y="65024"/>
                </a:moveTo>
                <a:cubicBezTo>
                  <a:pt x="4267" y="53848"/>
                  <a:pt x="13411" y="41250"/>
                  <a:pt x="27635" y="30683"/>
                </a:cubicBezTo>
                <a:cubicBezTo>
                  <a:pt x="54051" y="11176"/>
                  <a:pt x="94691" y="0"/>
                  <a:pt x="127203" y="3048"/>
                </a:cubicBezTo>
                <a:lnTo>
                  <a:pt x="133299" y="19710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250" name="!!path-9iu"/>
          <p:cNvSpPr/>
          <p:nvPr/>
        </p:nvSpPr>
        <p:spPr>
          <a:xfrm>
            <a:off x="548843" y="293726"/>
            <a:ext cx="142646" cy="98552"/>
          </a:xfrm>
          <a:custGeom>
            <a:avLst/>
            <a:gdLst/>
            <a:ahLst/>
            <a:cxnLst/>
            <a:rect l="l" t="t" r="r" b="b"/>
            <a:pathLst>
              <a:path w="142646" h="98552">
                <a:moveTo>
                  <a:pt x="142646" y="18898"/>
                </a:moveTo>
                <a:lnTo>
                  <a:pt x="139802" y="8738"/>
                </a:lnTo>
                <a:cubicBezTo>
                  <a:pt x="106477" y="0"/>
                  <a:pt x="63805" y="5080"/>
                  <a:pt x="35357" y="19304"/>
                </a:cubicBezTo>
                <a:cubicBezTo>
                  <a:pt x="17069" y="28448"/>
                  <a:pt x="5893" y="42672"/>
                  <a:pt x="0" y="56286"/>
                </a:cubicBezTo>
                <a:lnTo>
                  <a:pt x="0" y="98552"/>
                </a:lnTo>
                <a:lnTo>
                  <a:pt x="142646" y="98552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251" name="!!path-9iv"/>
          <p:cNvSpPr/>
          <p:nvPr/>
        </p:nvSpPr>
        <p:spPr>
          <a:xfrm>
            <a:off x="548843" y="293726"/>
            <a:ext cx="142646" cy="56286"/>
          </a:xfrm>
          <a:custGeom>
            <a:avLst/>
            <a:gdLst/>
            <a:ahLst/>
            <a:cxnLst/>
            <a:rect l="l" t="t" r="r" b="b"/>
            <a:pathLst>
              <a:path w="142646" h="56286" fill="none">
                <a:moveTo>
                  <a:pt x="0" y="56286"/>
                </a:moveTo>
                <a:cubicBezTo>
                  <a:pt x="5893" y="42672"/>
                  <a:pt x="17069" y="28448"/>
                  <a:pt x="35357" y="19304"/>
                </a:cubicBezTo>
                <a:cubicBezTo>
                  <a:pt x="63805" y="5080"/>
                  <a:pt x="106477" y="0"/>
                  <a:pt x="139802" y="8738"/>
                </a:cubicBezTo>
                <a:lnTo>
                  <a:pt x="142646" y="1889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252" name="!!path-9iw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627D8D"/>
              </a:gs>
              <a:gs pos="21794">
                <a:srgbClr val="627D8D"/>
              </a:gs>
              <a:gs pos="55376">
                <a:srgbClr val="627D8D"/>
              </a:gs>
              <a:gs pos="96421">
                <a:srgbClr val="98ABB7"/>
              </a:gs>
              <a:gs pos="100000">
                <a:srgbClr val="98ABB7"/>
              </a:gs>
            </a:gsLst>
            <a:lin ang="1983350" scaled="0"/>
          </a:gradFill>
          <a:ln>
            <a:noFill/>
          </a:ln>
        </p:spPr>
      </p:sp>
      <p:sp>
        <p:nvSpPr>
          <p:cNvPr id="253" name="!!path-9ix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0000"/>
                </a:srgbClr>
              </a:gs>
              <a:gs pos="4764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83333" t="79291" r="16667" b="20709"/>
            </a:path>
          </a:gradFill>
          <a:ln>
            <a:noFill/>
          </a:ln>
        </p:spPr>
      </p:sp>
      <p:sp>
        <p:nvSpPr>
          <p:cNvPr id="254" name="!!line-9iy"/>
          <p:cNvSpPr/>
          <p:nvPr/>
        </p:nvSpPr>
        <p:spPr>
          <a:xfrm>
            <a:off x="549046" y="363017"/>
            <a:ext cx="1" cy="153619"/>
          </a:xfrm>
          <a:custGeom>
            <a:avLst/>
            <a:gdLst/>
            <a:ahLst/>
            <a:cxnLst/>
            <a:rect l="l" t="t" r="r" b="b"/>
            <a:pathLst>
              <a:path w="1" h="153619">
                <a:moveTo>
                  <a:pt x="0" y="0"/>
                </a:moveTo>
                <a:lnTo>
                  <a:pt x="0" y="153619"/>
                </a:lnTo>
              </a:path>
            </a:pathLst>
          </a:custGeom>
          <a:solidFill>
            <a:srgbClr val="000000"/>
          </a:solidFill>
          <a:ln w="6909" cap="rnd">
            <a:solidFill>
              <a:srgbClr val="C9D3D9"/>
            </a:solidFill>
            <a:prstDash val="solid"/>
            <a:miter lim="800000"/>
          </a:ln>
        </p:spPr>
      </p:sp>
      <p:sp>
        <p:nvSpPr>
          <p:cNvPr id="255" name="!!path-9iz"/>
          <p:cNvSpPr/>
          <p:nvPr/>
        </p:nvSpPr>
        <p:spPr>
          <a:xfrm>
            <a:off x="657962" y="442062"/>
            <a:ext cx="25400" cy="37998"/>
          </a:xfrm>
          <a:custGeom>
            <a:avLst/>
            <a:gdLst/>
            <a:ahLst/>
            <a:cxnLst/>
            <a:rect l="l" t="t" r="r" b="b"/>
            <a:pathLst>
              <a:path w="25400" h="37998">
                <a:moveTo>
                  <a:pt x="0" y="2642"/>
                </a:moveTo>
                <a:lnTo>
                  <a:pt x="15240" y="0"/>
                </a:lnTo>
                <a:lnTo>
                  <a:pt x="25400" y="37186"/>
                </a:lnTo>
                <a:lnTo>
                  <a:pt x="7518" y="37998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 w="1016" cap="flat">
            <a:solidFill>
              <a:srgbClr val="FFFFFF">
                <a:alpha val="55000"/>
              </a:srgbClr>
            </a:solidFill>
            <a:prstDash val="solid"/>
            <a:round/>
          </a:ln>
        </p:spPr>
      </p:sp>
      <p:sp>
        <p:nvSpPr>
          <p:cNvPr id="256" name="!!text-9j0" descr="救「舊」我的書"/>
          <p:cNvSpPr txBox="1"/>
          <p:nvPr/>
        </p:nvSpPr>
        <p:spPr>
          <a:xfrm>
            <a:off x="805879" y="251460"/>
            <a:ext cx="1120140" cy="25745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400" b="1" kern="0" spc="-70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救</a:t>
            </a:r>
            <a:r>
              <a:rPr lang="zh-TW" altLang="en-US" sz="14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「舊</a:t>
            </a:r>
            <a:r>
              <a:rPr lang="zh-TW" altLang="en-US" sz="1400" b="1" kern="0" spc="-70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」</a:t>
            </a:r>
            <a:r>
              <a:rPr lang="zh-TW" altLang="en-US" sz="14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我的書</a:t>
            </a:r>
            <a:endParaRPr lang="zh-TW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fast" p14:dur="900" advTm="400">
        <p159:morph option="byObject"/>
      </p:transition>
    </mc:Choice>
    <mc:Fallback>
      <p:transition spd="fast" advTm="400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47.5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rect-1q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7"/>
          </a:solidFill>
          <a:ln>
            <a:noFill/>
          </a:ln>
        </p:spPr>
      </p:sp>
      <p:sp>
        <p:nvSpPr>
          <p:cNvPr id="3" name="!!ellipse-1q2"/>
          <p:cNvSpPr/>
          <p:nvPr/>
        </p:nvSpPr>
        <p:spPr>
          <a:xfrm>
            <a:off x="-889000" y="-952500"/>
            <a:ext cx="13970000" cy="7874000"/>
          </a:xfrm>
          <a:prstGeom prst="ellipse">
            <a:avLst/>
          </a:prstGeom>
          <a:gradFill rotWithShape="1">
            <a:gsLst>
              <a:gs pos="0">
                <a:srgbClr val="FFFFFF">
                  <a:alpha val="95000"/>
                </a:srgbClr>
              </a:gs>
              <a:gs pos="40865">
                <a:srgbClr val="FFFFFF">
                  <a:alpha val="35000"/>
                </a:srgbClr>
              </a:gs>
              <a:gs pos="68108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!!rect-1q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P1"/>
            <a:srcRect/>
            <a:tile tx="88360" ty="11170" sx="16667" sy="16667" flip="none" algn="tl"/>
          </a:blipFill>
          <a:ln>
            <a:noFill/>
          </a:ln>
        </p:spPr>
      </p:sp>
      <p:sp>
        <p:nvSpPr>
          <p:cNvPr id="5" name="!!circle-1qb"/>
          <p:cNvSpPr/>
          <p:nvPr/>
        </p:nvSpPr>
        <p:spPr>
          <a:xfrm>
            <a:off x="259398" y="3066802"/>
            <a:ext cx="2046732" cy="2046732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" name="!!circle-1qg"/>
          <p:cNvSpPr/>
          <p:nvPr/>
        </p:nvSpPr>
        <p:spPr>
          <a:xfrm>
            <a:off x="3121717" y="4872107"/>
            <a:ext cx="1987309" cy="1987309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7" name="!!circle-1rf"/>
          <p:cNvSpPr/>
          <p:nvPr/>
        </p:nvSpPr>
        <p:spPr>
          <a:xfrm>
            <a:off x="1190854" y="3907606"/>
            <a:ext cx="1614653" cy="1614653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8" name="!!circle-1ro"/>
          <p:cNvSpPr/>
          <p:nvPr/>
        </p:nvSpPr>
        <p:spPr>
          <a:xfrm>
            <a:off x="5738609" y="5018538"/>
            <a:ext cx="1641335" cy="1641335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9" name="!!circle-1rq"/>
          <p:cNvSpPr/>
          <p:nvPr/>
        </p:nvSpPr>
        <p:spPr>
          <a:xfrm>
            <a:off x="-560603" y="1576502"/>
            <a:ext cx="1404252" cy="1404252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0" name="!!circle-1s5"/>
          <p:cNvSpPr/>
          <p:nvPr/>
        </p:nvSpPr>
        <p:spPr>
          <a:xfrm>
            <a:off x="4325087" y="6167063"/>
            <a:ext cx="905091" cy="905091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1" name="!!circle-1sg"/>
          <p:cNvSpPr/>
          <p:nvPr/>
        </p:nvSpPr>
        <p:spPr>
          <a:xfrm>
            <a:off x="-540341" y="916565"/>
            <a:ext cx="1615783" cy="1615783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2" name="!!rect-1sh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5F7">
                  <a:alpha val="0"/>
                </a:srgbClr>
              </a:gs>
              <a:gs pos="20428">
                <a:srgbClr val="F3F5F7">
                  <a:alpha val="0"/>
                </a:srgbClr>
              </a:gs>
              <a:gs pos="66730">
                <a:srgbClr val="F3F5F7"/>
              </a:gs>
              <a:gs pos="100000">
                <a:srgbClr val="F3F5F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3" name="!!circle-1sj"/>
          <p:cNvSpPr/>
          <p:nvPr/>
        </p:nvSpPr>
        <p:spPr>
          <a:xfrm>
            <a:off x="111725" y="292067"/>
            <a:ext cx="50038" cy="50038"/>
          </a:xfrm>
          <a:prstGeom prst="ellipse">
            <a:avLst/>
          </a:prstGeom>
          <a:solidFill>
            <a:srgbClr val="627D8D">
              <a:alpha val="25400"/>
            </a:srgbClr>
          </a:solidFill>
          <a:ln>
            <a:noFill/>
          </a:ln>
        </p:spPr>
      </p:sp>
      <p:sp>
        <p:nvSpPr>
          <p:cNvPr id="14" name="!!circle-1sm"/>
          <p:cNvSpPr/>
          <p:nvPr/>
        </p:nvSpPr>
        <p:spPr>
          <a:xfrm>
            <a:off x="5644583" y="1552808"/>
            <a:ext cx="36055" cy="36055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15" name="!!circle-1sp"/>
          <p:cNvSpPr/>
          <p:nvPr/>
        </p:nvSpPr>
        <p:spPr>
          <a:xfrm>
            <a:off x="9305830" y="3464019"/>
            <a:ext cx="24295" cy="24295"/>
          </a:xfrm>
          <a:prstGeom prst="ellipse">
            <a:avLst/>
          </a:prstGeom>
          <a:solidFill>
            <a:srgbClr val="627D8D">
              <a:alpha val="18100"/>
            </a:srgbClr>
          </a:solidFill>
          <a:ln>
            <a:noFill/>
          </a:ln>
        </p:spPr>
      </p:sp>
      <p:sp>
        <p:nvSpPr>
          <p:cNvPr id="16" name="!!circle-1ss"/>
          <p:cNvSpPr/>
          <p:nvPr/>
        </p:nvSpPr>
        <p:spPr>
          <a:xfrm>
            <a:off x="3577403" y="6627661"/>
            <a:ext cx="25959" cy="25959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17" name="!!circle-1sv"/>
          <p:cNvSpPr/>
          <p:nvPr/>
        </p:nvSpPr>
        <p:spPr>
          <a:xfrm>
            <a:off x="1893529" y="1925955"/>
            <a:ext cx="35878" cy="35878"/>
          </a:xfrm>
          <a:prstGeom prst="ellipse">
            <a:avLst/>
          </a:prstGeom>
          <a:solidFill>
            <a:srgbClr val="627D8D">
              <a:alpha val="26800"/>
            </a:srgbClr>
          </a:solidFill>
          <a:ln>
            <a:noFill/>
          </a:ln>
        </p:spPr>
      </p:sp>
      <p:sp>
        <p:nvSpPr>
          <p:cNvPr id="18" name="!!circle-1sy"/>
          <p:cNvSpPr/>
          <p:nvPr/>
        </p:nvSpPr>
        <p:spPr>
          <a:xfrm>
            <a:off x="6757293" y="4122177"/>
            <a:ext cx="40234" cy="40234"/>
          </a:xfrm>
          <a:prstGeom prst="ellipse">
            <a:avLst/>
          </a:prstGeom>
          <a:solidFill>
            <a:srgbClr val="627D8D">
              <a:alpha val="31300"/>
            </a:srgbClr>
          </a:solidFill>
          <a:ln>
            <a:noFill/>
          </a:ln>
        </p:spPr>
      </p:sp>
      <p:sp>
        <p:nvSpPr>
          <p:cNvPr id="19" name="!!circle-1t1"/>
          <p:cNvSpPr/>
          <p:nvPr/>
        </p:nvSpPr>
        <p:spPr>
          <a:xfrm>
            <a:off x="10048406" y="166696"/>
            <a:ext cx="23559" cy="23559"/>
          </a:xfrm>
          <a:prstGeom prst="ellipse">
            <a:avLst/>
          </a:prstGeom>
          <a:solidFill>
            <a:srgbClr val="627D8D">
              <a:alpha val="17900"/>
            </a:srgbClr>
          </a:solidFill>
          <a:ln>
            <a:noFill/>
          </a:ln>
        </p:spPr>
      </p:sp>
      <p:sp>
        <p:nvSpPr>
          <p:cNvPr id="20" name="!!circle-1t4"/>
          <p:cNvSpPr/>
          <p:nvPr/>
        </p:nvSpPr>
        <p:spPr>
          <a:xfrm>
            <a:off x="1087355" y="5150905"/>
            <a:ext cx="29959" cy="29959"/>
          </a:xfrm>
          <a:prstGeom prst="ellipse">
            <a:avLst/>
          </a:prstGeom>
          <a:solidFill>
            <a:srgbClr val="627D8D">
              <a:alpha val="19400"/>
            </a:srgbClr>
          </a:solidFill>
          <a:ln>
            <a:noFill/>
          </a:ln>
        </p:spPr>
      </p:sp>
      <p:sp>
        <p:nvSpPr>
          <p:cNvPr id="21" name="!!circle-1t7"/>
          <p:cNvSpPr/>
          <p:nvPr/>
        </p:nvSpPr>
        <p:spPr>
          <a:xfrm>
            <a:off x="8536926" y="4646436"/>
            <a:ext cx="28702" cy="28702"/>
          </a:xfrm>
          <a:prstGeom prst="ellipse">
            <a:avLst/>
          </a:prstGeom>
          <a:solidFill>
            <a:srgbClr val="627D8D">
              <a:alpha val="17800"/>
            </a:srgbClr>
          </a:solidFill>
          <a:ln>
            <a:noFill/>
          </a:ln>
        </p:spPr>
      </p:sp>
      <p:sp>
        <p:nvSpPr>
          <p:cNvPr id="22" name="!!circle-1ta"/>
          <p:cNvSpPr/>
          <p:nvPr/>
        </p:nvSpPr>
        <p:spPr>
          <a:xfrm>
            <a:off x="11090904" y="2114640"/>
            <a:ext cx="24066" cy="24066"/>
          </a:xfrm>
          <a:prstGeom prst="ellipse">
            <a:avLst/>
          </a:prstGeom>
          <a:solidFill>
            <a:srgbClr val="627D8D">
              <a:alpha val="23900"/>
            </a:srgbClr>
          </a:solidFill>
          <a:ln>
            <a:noFill/>
          </a:ln>
        </p:spPr>
      </p:sp>
      <p:sp>
        <p:nvSpPr>
          <p:cNvPr id="23" name="!!circle-1td"/>
          <p:cNvSpPr/>
          <p:nvPr/>
        </p:nvSpPr>
        <p:spPr>
          <a:xfrm>
            <a:off x="8350971" y="6176136"/>
            <a:ext cx="35865" cy="35865"/>
          </a:xfrm>
          <a:prstGeom prst="ellipse">
            <a:avLst/>
          </a:prstGeom>
          <a:solidFill>
            <a:srgbClr val="627D8D">
              <a:alpha val="28200"/>
            </a:srgbClr>
          </a:solidFill>
          <a:ln>
            <a:noFill/>
          </a:ln>
        </p:spPr>
      </p:sp>
      <p:sp>
        <p:nvSpPr>
          <p:cNvPr id="24" name="!!circle-1tg"/>
          <p:cNvSpPr/>
          <p:nvPr/>
        </p:nvSpPr>
        <p:spPr>
          <a:xfrm>
            <a:off x="1428672" y="3451433"/>
            <a:ext cx="39218" cy="39218"/>
          </a:xfrm>
          <a:prstGeom prst="ellipse">
            <a:avLst/>
          </a:prstGeom>
          <a:solidFill>
            <a:srgbClr val="627D8D">
              <a:alpha val="29600"/>
            </a:srgbClr>
          </a:solidFill>
          <a:ln>
            <a:noFill/>
          </a:ln>
        </p:spPr>
      </p:sp>
      <p:sp>
        <p:nvSpPr>
          <p:cNvPr id="25" name="!!circle-1tj"/>
          <p:cNvSpPr/>
          <p:nvPr/>
        </p:nvSpPr>
        <p:spPr>
          <a:xfrm>
            <a:off x="7188863" y="6440058"/>
            <a:ext cx="49733" cy="49733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6" name="!!circle-1tm"/>
          <p:cNvSpPr/>
          <p:nvPr/>
        </p:nvSpPr>
        <p:spPr>
          <a:xfrm>
            <a:off x="6301202" y="2091625"/>
            <a:ext cx="41694" cy="41694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7" name="!!circle-1tp"/>
          <p:cNvSpPr/>
          <p:nvPr/>
        </p:nvSpPr>
        <p:spPr>
          <a:xfrm>
            <a:off x="6784959" y="5494026"/>
            <a:ext cx="31979" cy="31979"/>
          </a:xfrm>
          <a:prstGeom prst="ellipse">
            <a:avLst/>
          </a:prstGeom>
          <a:solidFill>
            <a:srgbClr val="627D8D">
              <a:alpha val="24100"/>
            </a:srgbClr>
          </a:solidFill>
          <a:ln>
            <a:noFill/>
          </a:ln>
        </p:spPr>
      </p:sp>
      <p:sp>
        <p:nvSpPr>
          <p:cNvPr id="28" name="!!circle-1ts"/>
          <p:cNvSpPr/>
          <p:nvPr/>
        </p:nvSpPr>
        <p:spPr>
          <a:xfrm>
            <a:off x="3820567" y="1454121"/>
            <a:ext cx="18085" cy="18085"/>
          </a:xfrm>
          <a:prstGeom prst="ellipse">
            <a:avLst/>
          </a:prstGeom>
          <a:solidFill>
            <a:srgbClr val="627D8D">
              <a:alpha val="10500"/>
            </a:srgbClr>
          </a:solidFill>
          <a:ln>
            <a:noFill/>
          </a:ln>
        </p:spPr>
      </p:sp>
      <p:sp>
        <p:nvSpPr>
          <p:cNvPr id="29" name="!!circle-1ty"/>
          <p:cNvSpPr/>
          <p:nvPr/>
        </p:nvSpPr>
        <p:spPr>
          <a:xfrm>
            <a:off x="3390545" y="6623440"/>
            <a:ext cx="39243" cy="39243"/>
          </a:xfrm>
          <a:prstGeom prst="ellipse">
            <a:avLst/>
          </a:prstGeom>
          <a:solidFill>
            <a:srgbClr val="627D8D">
              <a:alpha val="27700"/>
            </a:srgbClr>
          </a:solidFill>
          <a:ln>
            <a:noFill/>
          </a:ln>
        </p:spPr>
      </p:sp>
      <p:sp>
        <p:nvSpPr>
          <p:cNvPr id="30" name="!!circle-1u1"/>
          <p:cNvSpPr/>
          <p:nvPr/>
        </p:nvSpPr>
        <p:spPr>
          <a:xfrm>
            <a:off x="1671661" y="6738616"/>
            <a:ext cx="34519" cy="34519"/>
          </a:xfrm>
          <a:prstGeom prst="ellipse">
            <a:avLst/>
          </a:prstGeom>
          <a:solidFill>
            <a:srgbClr val="627D8D">
              <a:alpha val="22500"/>
            </a:srgbClr>
          </a:solidFill>
          <a:ln>
            <a:noFill/>
          </a:ln>
        </p:spPr>
      </p:sp>
      <p:sp>
        <p:nvSpPr>
          <p:cNvPr id="31" name="!!circle-1u4"/>
          <p:cNvSpPr/>
          <p:nvPr/>
        </p:nvSpPr>
        <p:spPr>
          <a:xfrm>
            <a:off x="2576287" y="5431053"/>
            <a:ext cx="46228" cy="46228"/>
          </a:xfrm>
          <a:prstGeom prst="ellipse">
            <a:avLst/>
          </a:prstGeom>
          <a:solidFill>
            <a:srgbClr val="627D8D">
              <a:alpha val="26200"/>
            </a:srgbClr>
          </a:solidFill>
          <a:ln>
            <a:noFill/>
          </a:ln>
        </p:spPr>
      </p:sp>
      <p:sp>
        <p:nvSpPr>
          <p:cNvPr id="32" name="!!circle-1u7"/>
          <p:cNvSpPr/>
          <p:nvPr/>
        </p:nvSpPr>
        <p:spPr>
          <a:xfrm>
            <a:off x="7409341" y="4954916"/>
            <a:ext cx="49327" cy="49327"/>
          </a:xfrm>
          <a:prstGeom prst="ellipse">
            <a:avLst/>
          </a:prstGeom>
          <a:solidFill>
            <a:srgbClr val="627D8D">
              <a:alpha val="20800"/>
            </a:srgbClr>
          </a:solidFill>
          <a:ln>
            <a:noFill/>
          </a:ln>
        </p:spPr>
      </p:sp>
      <p:sp>
        <p:nvSpPr>
          <p:cNvPr id="33" name="!!circle-1ua"/>
          <p:cNvSpPr/>
          <p:nvPr/>
        </p:nvSpPr>
        <p:spPr>
          <a:xfrm>
            <a:off x="9690543" y="5741845"/>
            <a:ext cx="24054" cy="24054"/>
          </a:xfrm>
          <a:prstGeom prst="ellipse">
            <a:avLst/>
          </a:prstGeom>
          <a:solidFill>
            <a:srgbClr val="627D8D">
              <a:alpha val="22200"/>
            </a:srgbClr>
          </a:solidFill>
          <a:ln>
            <a:noFill/>
          </a:ln>
        </p:spPr>
      </p:sp>
      <p:sp>
        <p:nvSpPr>
          <p:cNvPr id="34" name="!!circle-1ud"/>
          <p:cNvSpPr/>
          <p:nvPr/>
        </p:nvSpPr>
        <p:spPr>
          <a:xfrm>
            <a:off x="2149600" y="1639103"/>
            <a:ext cx="32271" cy="32271"/>
          </a:xfrm>
          <a:prstGeom prst="ellipse">
            <a:avLst/>
          </a:prstGeom>
          <a:solidFill>
            <a:srgbClr val="627D8D">
              <a:alpha val="20500"/>
            </a:srgbClr>
          </a:solidFill>
          <a:ln>
            <a:noFill/>
          </a:ln>
        </p:spPr>
      </p:sp>
      <p:sp>
        <p:nvSpPr>
          <p:cNvPr id="35" name="!!circle-1ug"/>
          <p:cNvSpPr/>
          <p:nvPr/>
        </p:nvSpPr>
        <p:spPr>
          <a:xfrm>
            <a:off x="2072671" y="-11370"/>
            <a:ext cx="21323" cy="21323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36" name="!!circle-1uj"/>
          <p:cNvSpPr/>
          <p:nvPr/>
        </p:nvSpPr>
        <p:spPr>
          <a:xfrm>
            <a:off x="2100997" y="2672118"/>
            <a:ext cx="34252" cy="34252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37" name="!!circle-1um"/>
          <p:cNvSpPr/>
          <p:nvPr/>
        </p:nvSpPr>
        <p:spPr>
          <a:xfrm>
            <a:off x="9622648" y="4709366"/>
            <a:ext cx="44196" cy="44196"/>
          </a:xfrm>
          <a:prstGeom prst="ellipse">
            <a:avLst/>
          </a:prstGeom>
          <a:solidFill>
            <a:srgbClr val="627D8D">
              <a:alpha val="21700"/>
            </a:srgbClr>
          </a:solidFill>
          <a:ln>
            <a:noFill/>
          </a:ln>
        </p:spPr>
      </p:sp>
      <p:sp>
        <p:nvSpPr>
          <p:cNvPr id="38" name="!!circle-1up"/>
          <p:cNvSpPr/>
          <p:nvPr/>
        </p:nvSpPr>
        <p:spPr>
          <a:xfrm>
            <a:off x="6826438" y="1937231"/>
            <a:ext cx="35192" cy="35192"/>
          </a:xfrm>
          <a:prstGeom prst="ellipse">
            <a:avLst/>
          </a:prstGeom>
          <a:solidFill>
            <a:srgbClr val="627D8D">
              <a:alpha val="27100"/>
            </a:srgbClr>
          </a:solidFill>
          <a:ln>
            <a:noFill/>
          </a:ln>
        </p:spPr>
      </p:sp>
      <p:sp>
        <p:nvSpPr>
          <p:cNvPr id="39" name="!!circle-1us"/>
          <p:cNvSpPr/>
          <p:nvPr/>
        </p:nvSpPr>
        <p:spPr>
          <a:xfrm>
            <a:off x="10085698" y="5565383"/>
            <a:ext cx="43358" cy="43358"/>
          </a:xfrm>
          <a:prstGeom prst="ellipse">
            <a:avLst/>
          </a:prstGeom>
          <a:solidFill>
            <a:srgbClr val="627D8D">
              <a:alpha val="19500"/>
            </a:srgbClr>
          </a:solidFill>
          <a:ln>
            <a:noFill/>
          </a:ln>
        </p:spPr>
      </p:sp>
      <p:sp>
        <p:nvSpPr>
          <p:cNvPr id="40" name="!!circle-1uv"/>
          <p:cNvSpPr/>
          <p:nvPr/>
        </p:nvSpPr>
        <p:spPr>
          <a:xfrm>
            <a:off x="3077411" y="2368772"/>
            <a:ext cx="33528" cy="33528"/>
          </a:xfrm>
          <a:prstGeom prst="ellipse">
            <a:avLst/>
          </a:prstGeom>
          <a:solidFill>
            <a:srgbClr val="627D8D">
              <a:alpha val="28300"/>
            </a:srgbClr>
          </a:solidFill>
          <a:ln>
            <a:noFill/>
          </a:ln>
        </p:spPr>
      </p:sp>
      <p:sp>
        <p:nvSpPr>
          <p:cNvPr id="41" name="!!circle-1uy"/>
          <p:cNvSpPr/>
          <p:nvPr/>
        </p:nvSpPr>
        <p:spPr>
          <a:xfrm>
            <a:off x="6730974" y="2898728"/>
            <a:ext cx="28956" cy="28956"/>
          </a:xfrm>
          <a:prstGeom prst="ellipse">
            <a:avLst/>
          </a:prstGeom>
          <a:solidFill>
            <a:srgbClr val="627D8D">
              <a:alpha val="21800"/>
            </a:srgbClr>
          </a:solidFill>
          <a:ln>
            <a:noFill/>
          </a:ln>
        </p:spPr>
      </p:sp>
      <p:sp>
        <p:nvSpPr>
          <p:cNvPr id="42" name="!!circle-1v1"/>
          <p:cNvSpPr/>
          <p:nvPr/>
        </p:nvSpPr>
        <p:spPr>
          <a:xfrm>
            <a:off x="6966670" y="6642335"/>
            <a:ext cx="45555" cy="45555"/>
          </a:xfrm>
          <a:prstGeom prst="ellipse">
            <a:avLst/>
          </a:prstGeom>
          <a:solidFill>
            <a:srgbClr val="627D8D">
              <a:alpha val="20900"/>
            </a:srgbClr>
          </a:solidFill>
          <a:ln>
            <a:noFill/>
          </a:ln>
        </p:spPr>
      </p:sp>
      <p:sp>
        <p:nvSpPr>
          <p:cNvPr id="43" name="!!circle-1v4"/>
          <p:cNvSpPr/>
          <p:nvPr/>
        </p:nvSpPr>
        <p:spPr>
          <a:xfrm>
            <a:off x="11324922" y="3627144"/>
            <a:ext cx="39484" cy="39484"/>
          </a:xfrm>
          <a:prstGeom prst="ellipse">
            <a:avLst/>
          </a:prstGeom>
          <a:solidFill>
            <a:srgbClr val="627D8D">
              <a:alpha val="13600"/>
            </a:srgbClr>
          </a:solidFill>
          <a:ln>
            <a:noFill/>
          </a:ln>
        </p:spPr>
      </p:sp>
      <p:sp>
        <p:nvSpPr>
          <p:cNvPr id="44" name="!!circle-1v7"/>
          <p:cNvSpPr/>
          <p:nvPr/>
        </p:nvSpPr>
        <p:spPr>
          <a:xfrm>
            <a:off x="7429959" y="5801950"/>
            <a:ext cx="30455" cy="30455"/>
          </a:xfrm>
          <a:prstGeom prst="ellipse">
            <a:avLst/>
          </a:prstGeom>
          <a:solidFill>
            <a:srgbClr val="627D8D">
              <a:alpha val="16500"/>
            </a:srgbClr>
          </a:solidFill>
          <a:ln>
            <a:noFill/>
          </a:ln>
        </p:spPr>
      </p:sp>
      <p:sp>
        <p:nvSpPr>
          <p:cNvPr id="45" name="!!circle-1va"/>
          <p:cNvSpPr/>
          <p:nvPr/>
        </p:nvSpPr>
        <p:spPr>
          <a:xfrm>
            <a:off x="8925875" y="6550751"/>
            <a:ext cx="28257" cy="28257"/>
          </a:xfrm>
          <a:prstGeom prst="ellipse">
            <a:avLst/>
          </a:prstGeom>
          <a:solidFill>
            <a:srgbClr val="627D8D">
              <a:alpha val="15700"/>
            </a:srgbClr>
          </a:solidFill>
          <a:ln>
            <a:noFill/>
          </a:ln>
        </p:spPr>
      </p:sp>
      <p:sp>
        <p:nvSpPr>
          <p:cNvPr id="46" name="!!circle-1vd"/>
          <p:cNvSpPr/>
          <p:nvPr/>
        </p:nvSpPr>
        <p:spPr>
          <a:xfrm>
            <a:off x="11299680" y="5284760"/>
            <a:ext cx="45149" cy="45149"/>
          </a:xfrm>
          <a:prstGeom prst="ellipse">
            <a:avLst/>
          </a:prstGeom>
          <a:solidFill>
            <a:srgbClr val="627D8D">
              <a:alpha val="31200"/>
            </a:srgbClr>
          </a:solidFill>
          <a:ln>
            <a:noFill/>
          </a:ln>
        </p:spPr>
      </p:sp>
      <p:sp>
        <p:nvSpPr>
          <p:cNvPr id="47" name="!!circle-1vg"/>
          <p:cNvSpPr/>
          <p:nvPr/>
        </p:nvSpPr>
        <p:spPr>
          <a:xfrm>
            <a:off x="3437820" y="3539285"/>
            <a:ext cx="30696" cy="30696"/>
          </a:xfrm>
          <a:prstGeom prst="ellipse">
            <a:avLst/>
          </a:prstGeom>
          <a:solidFill>
            <a:srgbClr val="627D8D">
              <a:alpha val="25700"/>
            </a:srgbClr>
          </a:solidFill>
          <a:ln>
            <a:noFill/>
          </a:ln>
        </p:spPr>
      </p:sp>
      <p:sp>
        <p:nvSpPr>
          <p:cNvPr id="48" name="!!circle-1vj"/>
          <p:cNvSpPr/>
          <p:nvPr/>
        </p:nvSpPr>
        <p:spPr>
          <a:xfrm>
            <a:off x="8825790" y="4096580"/>
            <a:ext cx="37401" cy="37401"/>
          </a:xfrm>
          <a:prstGeom prst="ellipse">
            <a:avLst/>
          </a:prstGeom>
          <a:solidFill>
            <a:srgbClr val="627D8D">
              <a:alpha val="16000"/>
            </a:srgbClr>
          </a:solidFill>
          <a:ln>
            <a:noFill/>
          </a:ln>
        </p:spPr>
      </p:sp>
      <p:sp>
        <p:nvSpPr>
          <p:cNvPr id="49" name="!!circle-1vm"/>
          <p:cNvSpPr/>
          <p:nvPr/>
        </p:nvSpPr>
        <p:spPr>
          <a:xfrm>
            <a:off x="1712634" y="4827033"/>
            <a:ext cx="33096" cy="33096"/>
          </a:xfrm>
          <a:prstGeom prst="ellipse">
            <a:avLst/>
          </a:prstGeom>
          <a:solidFill>
            <a:srgbClr val="627D8D">
              <a:alpha val="22300"/>
            </a:srgbClr>
          </a:solidFill>
          <a:ln>
            <a:noFill/>
          </a:ln>
        </p:spPr>
      </p:sp>
      <p:sp>
        <p:nvSpPr>
          <p:cNvPr id="50" name="!!circle-1vp"/>
          <p:cNvSpPr/>
          <p:nvPr/>
        </p:nvSpPr>
        <p:spPr>
          <a:xfrm>
            <a:off x="11602045" y="932597"/>
            <a:ext cx="21145" cy="21145"/>
          </a:xfrm>
          <a:prstGeom prst="ellipse">
            <a:avLst/>
          </a:prstGeom>
          <a:solidFill>
            <a:srgbClr val="627D8D">
              <a:alpha val="16300"/>
            </a:srgbClr>
          </a:solidFill>
          <a:ln>
            <a:noFill/>
          </a:ln>
        </p:spPr>
      </p:sp>
      <p:sp>
        <p:nvSpPr>
          <p:cNvPr id="51" name="!!circle-1vs"/>
          <p:cNvSpPr/>
          <p:nvPr/>
        </p:nvSpPr>
        <p:spPr>
          <a:xfrm>
            <a:off x="11077344" y="5784273"/>
            <a:ext cx="35281" cy="35281"/>
          </a:xfrm>
          <a:prstGeom prst="ellipse">
            <a:avLst/>
          </a:prstGeom>
          <a:solidFill>
            <a:srgbClr val="627D8D">
              <a:alpha val="30000"/>
            </a:srgbClr>
          </a:solidFill>
          <a:ln>
            <a:noFill/>
          </a:ln>
        </p:spPr>
      </p:sp>
      <p:sp>
        <p:nvSpPr>
          <p:cNvPr id="52" name="!!path-2q9"/>
          <p:cNvSpPr/>
          <p:nvPr/>
        </p:nvSpPr>
        <p:spPr>
          <a:xfrm>
            <a:off x="7775592" y="0"/>
            <a:ext cx="674218" cy="6858000"/>
          </a:xfrm>
          <a:custGeom>
            <a:avLst/>
            <a:gdLst/>
            <a:ahLst/>
            <a:cxnLst/>
            <a:rect l="l" t="t" r="r" b="b"/>
            <a:pathLst>
              <a:path w="674218" h="6858000">
                <a:moveTo>
                  <a:pt x="0" y="6858000"/>
                </a:moveTo>
                <a:lnTo>
                  <a:pt x="0" y="18962"/>
                </a:lnTo>
                <a:lnTo>
                  <a:pt x="31936" y="0"/>
                </a:lnTo>
                <a:lnTo>
                  <a:pt x="674218" y="0"/>
                </a:lnTo>
                <a:lnTo>
                  <a:pt x="674218" y="6858000"/>
                </a:lnTo>
                <a:close/>
              </a:path>
            </a:pathLst>
          </a:custGeom>
          <a:gradFill rotWithShape="1">
            <a:gsLst>
              <a:gs pos="0">
                <a:srgbClr val="DBE2E7"/>
              </a:gs>
              <a:gs pos="100000">
                <a:srgbClr val="C5CFD6"/>
              </a:gs>
            </a:gsLst>
            <a:lin ang="5400000" scaled="0"/>
          </a:gradFill>
          <a:ln>
            <a:noFill/>
          </a:ln>
        </p:spPr>
      </p:sp>
      <p:sp>
        <p:nvSpPr>
          <p:cNvPr id="53" name="!!path-2qa"/>
          <p:cNvSpPr/>
          <p:nvPr/>
        </p:nvSpPr>
        <p:spPr>
          <a:xfrm>
            <a:off x="3561732" y="0"/>
            <a:ext cx="4245796" cy="18962"/>
          </a:xfrm>
          <a:custGeom>
            <a:avLst/>
            <a:gdLst/>
            <a:ahLst/>
            <a:cxnLst/>
            <a:rect l="l" t="t" r="r" b="b"/>
            <a:pathLst>
              <a:path w="4245796" h="18962">
                <a:moveTo>
                  <a:pt x="31936" y="0"/>
                </a:moveTo>
                <a:lnTo>
                  <a:pt x="0" y="18962"/>
                </a:lnTo>
                <a:lnTo>
                  <a:pt x="4213860" y="18962"/>
                </a:lnTo>
                <a:lnTo>
                  <a:pt x="4245796" y="0"/>
                </a:lnTo>
                <a:close/>
              </a:path>
            </a:pathLst>
          </a:custGeom>
          <a:gradFill rotWithShape="1">
            <a:gsLst>
              <a:gs pos="0">
                <a:srgbClr val="E8EDF0"/>
              </a:gs>
              <a:gs pos="100000">
                <a:srgbClr val="E7ECEF"/>
              </a:gs>
            </a:gsLst>
            <a:lin ang="5400000" scaled="0"/>
          </a:gradFill>
          <a:ln>
            <a:noFill/>
          </a:ln>
        </p:spPr>
      </p:sp>
      <p:sp>
        <p:nvSpPr>
          <p:cNvPr id="54" name="!!path-2qb"/>
          <p:cNvSpPr/>
          <p:nvPr/>
        </p:nvSpPr>
        <p:spPr>
          <a:xfrm>
            <a:off x="3561732" y="18962"/>
            <a:ext cx="4213860" cy="6839038"/>
          </a:xfrm>
          <a:custGeom>
            <a:avLst/>
            <a:gdLst/>
            <a:ahLst/>
            <a:cxnLst/>
            <a:rect l="l" t="t" r="r" b="b"/>
            <a:pathLst>
              <a:path w="4213860" h="6839038">
                <a:moveTo>
                  <a:pt x="52673" y="0"/>
                </a:moveTo>
                <a:lnTo>
                  <a:pt x="4161187" y="0"/>
                </a:lnTo>
                <a:lnTo>
                  <a:pt x="4168336" y="481"/>
                </a:lnTo>
                <a:lnTo>
                  <a:pt x="4175192" y="1882"/>
                </a:lnTo>
                <a:lnTo>
                  <a:pt x="4181692" y="4140"/>
                </a:lnTo>
                <a:lnTo>
                  <a:pt x="4187775" y="7192"/>
                </a:lnTo>
                <a:lnTo>
                  <a:pt x="4193376" y="10976"/>
                </a:lnTo>
                <a:lnTo>
                  <a:pt x="4198435" y="15429"/>
                </a:lnTo>
                <a:lnTo>
                  <a:pt x="4202887" y="20488"/>
                </a:lnTo>
                <a:lnTo>
                  <a:pt x="4206670" y="26090"/>
                </a:lnTo>
                <a:lnTo>
                  <a:pt x="4209722" y="32172"/>
                </a:lnTo>
                <a:lnTo>
                  <a:pt x="4211979" y="38672"/>
                </a:lnTo>
                <a:lnTo>
                  <a:pt x="4213379" y="45527"/>
                </a:lnTo>
                <a:lnTo>
                  <a:pt x="4213860" y="52673"/>
                </a:lnTo>
                <a:lnTo>
                  <a:pt x="4213860" y="6839038"/>
                </a:lnTo>
                <a:lnTo>
                  <a:pt x="0" y="6839038"/>
                </a:lnTo>
                <a:lnTo>
                  <a:pt x="0" y="52673"/>
                </a:lnTo>
                <a:lnTo>
                  <a:pt x="481" y="45527"/>
                </a:lnTo>
                <a:lnTo>
                  <a:pt x="1882" y="38672"/>
                </a:lnTo>
                <a:lnTo>
                  <a:pt x="4140" y="32172"/>
                </a:lnTo>
                <a:lnTo>
                  <a:pt x="7192" y="26090"/>
                </a:lnTo>
                <a:lnTo>
                  <a:pt x="10976" y="20488"/>
                </a:lnTo>
                <a:lnTo>
                  <a:pt x="15429" y="15429"/>
                </a:lnTo>
                <a:lnTo>
                  <a:pt x="20488" y="10976"/>
                </a:lnTo>
                <a:lnTo>
                  <a:pt x="26090" y="7192"/>
                </a:lnTo>
                <a:lnTo>
                  <a:pt x="32172" y="4140"/>
                </a:lnTo>
                <a:lnTo>
                  <a:pt x="38672" y="1882"/>
                </a:lnTo>
                <a:lnTo>
                  <a:pt x="45527" y="481"/>
                </a:lnTo>
                <a:lnTo>
                  <a:pt x="52673" y="0"/>
                </a:ln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60999">
                <a:srgbClr val="F8FAFB"/>
              </a:gs>
              <a:gs pos="100000">
                <a:srgbClr val="EFF2F5"/>
              </a:gs>
            </a:gsLst>
            <a:lin ang="5400000" scaled="0"/>
          </a:gradFill>
          <a:ln>
            <a:noFill/>
          </a:ln>
        </p:spPr>
      </p:sp>
      <p:sp>
        <p:nvSpPr>
          <p:cNvPr id="55" name="!!path-2qc"/>
          <p:cNvSpPr/>
          <p:nvPr/>
        </p:nvSpPr>
        <p:spPr>
          <a:xfrm>
            <a:off x="3561732" y="18962"/>
            <a:ext cx="4213860" cy="7584948"/>
          </a:xfrm>
          <a:custGeom>
            <a:avLst/>
            <a:gdLst/>
            <a:ahLst/>
            <a:cxnLst/>
            <a:rect l="l" t="t" r="r" b="b"/>
            <a:pathLst>
              <a:path w="4213860" h="7584948" fill="none">
                <a:moveTo>
                  <a:pt x="52673" y="0"/>
                </a:moveTo>
                <a:lnTo>
                  <a:pt x="4161187" y="0"/>
                </a:lnTo>
                <a:cubicBezTo>
                  <a:pt x="4190284" y="0"/>
                  <a:pt x="4213860" y="23587"/>
                  <a:pt x="4213860" y="52673"/>
                </a:cubicBezTo>
                <a:lnTo>
                  <a:pt x="4213860" y="7532275"/>
                </a:lnTo>
                <a:cubicBezTo>
                  <a:pt x="4213860" y="7561372"/>
                  <a:pt x="4190284" y="7584948"/>
                  <a:pt x="4161187" y="7584948"/>
                </a:cubicBezTo>
                <a:lnTo>
                  <a:pt x="52673" y="7584948"/>
                </a:lnTo>
                <a:cubicBezTo>
                  <a:pt x="23587" y="7584948"/>
                  <a:pt x="0" y="7561372"/>
                  <a:pt x="0" y="7532275"/>
                </a:cubicBezTo>
                <a:lnTo>
                  <a:pt x="0" y="52673"/>
                </a:lnTo>
                <a:cubicBezTo>
                  <a:pt x="0" y="23587"/>
                  <a:pt x="23587" y="0"/>
                  <a:pt x="52673" y="0"/>
                </a:cubicBezTo>
                <a:close/>
              </a:path>
            </a:pathLst>
          </a:custGeom>
          <a:noFill/>
          <a:ln w="10535" cap="flat">
            <a:solidFill>
              <a:srgbClr val="D3DBE0"/>
            </a:solidFill>
            <a:prstDash val="solid"/>
            <a:miter lim="800000"/>
          </a:ln>
        </p:spPr>
      </p:sp>
      <p:sp>
        <p:nvSpPr>
          <p:cNvPr id="56" name="!!path-2qe"/>
          <p:cNvSpPr/>
          <p:nvPr/>
        </p:nvSpPr>
        <p:spPr>
          <a:xfrm>
            <a:off x="7775592" y="-381355"/>
            <a:ext cx="674218" cy="400317"/>
          </a:xfrm>
          <a:custGeom>
            <a:avLst/>
            <a:gdLst/>
            <a:ahLst/>
            <a:cxnLst/>
            <a:rect l="l" t="t" r="r" b="b"/>
            <a:pathLst>
              <a:path w="674218" h="400317">
                <a:moveTo>
                  <a:pt x="0" y="400317"/>
                </a:moveTo>
                <a:lnTo>
                  <a:pt x="674218" y="0"/>
                </a:lnTo>
              </a:path>
            </a:pathLst>
          </a:custGeom>
          <a:solidFill>
            <a:srgbClr val="000000"/>
          </a:solidFill>
          <a:ln w="14749" cap="flat">
            <a:solidFill>
              <a:srgbClr val="FFFFFF"/>
            </a:solidFill>
            <a:prstDash val="solid"/>
            <a:miter lim="800000"/>
          </a:ln>
        </p:spPr>
      </p:sp>
      <p:sp>
        <p:nvSpPr>
          <p:cNvPr id="57" name="!!rect-2r7"/>
          <p:cNvSpPr/>
          <p:nvPr/>
        </p:nvSpPr>
        <p:spPr>
          <a:xfrm>
            <a:off x="4632052" y="250724"/>
            <a:ext cx="2073219" cy="2680015"/>
          </a:xfrm>
          <a:prstGeom prst="roundRect">
            <a:avLst>
              <a:gd name="adj" fmla="val 7114"/>
            </a:avLst>
          </a:prstGeom>
          <a:solidFill>
            <a:srgbClr val="20282F"/>
          </a:solidFill>
          <a:ln>
            <a:noFill/>
          </a:ln>
        </p:spPr>
      </p:sp>
      <p:sp>
        <p:nvSpPr>
          <p:cNvPr id="58" name="!!rect-2r8"/>
          <p:cNvSpPr/>
          <p:nvPr/>
        </p:nvSpPr>
        <p:spPr>
          <a:xfrm>
            <a:off x="4642587" y="261259"/>
            <a:ext cx="2052150" cy="2658946"/>
          </a:xfrm>
          <a:prstGeom prst="roundRect">
            <a:avLst>
              <a:gd name="adj" fmla="val 6674"/>
            </a:avLst>
          </a:prstGeom>
          <a:noFill/>
          <a:ln w="10535" cap="flat">
            <a:solidFill>
              <a:srgbClr val="FFFFFF">
                <a:alpha val="12000"/>
              </a:srgbClr>
            </a:solidFill>
            <a:prstDash val="solid"/>
            <a:miter lim="800000"/>
          </a:ln>
        </p:spPr>
      </p:sp>
      <p:sp>
        <p:nvSpPr>
          <p:cNvPr id="59" name="!!rect-2rd"/>
          <p:cNvSpPr/>
          <p:nvPr/>
        </p:nvSpPr>
        <p:spPr>
          <a:xfrm>
            <a:off x="4758468" y="377140"/>
            <a:ext cx="1820387" cy="2427183"/>
          </a:xfrm>
          <a:custGeom>
            <a:avLst/>
            <a:gdLst/>
            <a:ahLst/>
            <a:cxnLst/>
            <a:rect l="l" t="t" r="r" b="b"/>
            <a:pathLst>
              <a:path w="1820387" h="2427183">
                <a:moveTo>
                  <a:pt x="45510" y="0"/>
                </a:moveTo>
                <a:lnTo>
                  <a:pt x="1774878" y="0"/>
                </a:lnTo>
                <a:cubicBezTo>
                  <a:pt x="1800012" y="0"/>
                  <a:pt x="1820387" y="20375"/>
                  <a:pt x="1820387" y="45510"/>
                </a:cubicBezTo>
                <a:lnTo>
                  <a:pt x="1820387" y="2381674"/>
                </a:lnTo>
                <a:cubicBezTo>
                  <a:pt x="1820387" y="2406808"/>
                  <a:pt x="1800012" y="2427183"/>
                  <a:pt x="1774878" y="2427183"/>
                </a:cubicBezTo>
                <a:lnTo>
                  <a:pt x="45510" y="2427183"/>
                </a:lnTo>
                <a:cubicBezTo>
                  <a:pt x="20375" y="2427183"/>
                  <a:pt x="0" y="2406808"/>
                  <a:pt x="0" y="2381674"/>
                </a:cubicBezTo>
                <a:lnTo>
                  <a:pt x="0" y="45510"/>
                </a:lnTo>
                <a:cubicBezTo>
                  <a:pt x="0" y="20375"/>
                  <a:pt x="20375" y="0"/>
                  <a:pt x="45510" y="0"/>
                </a:cubicBezTo>
                <a:close/>
              </a:path>
            </a:pathLst>
          </a:custGeom>
          <a:solidFill>
            <a:srgbClr val="0E1318"/>
          </a:solidFill>
          <a:ln>
            <a:noFill/>
          </a:ln>
        </p:spPr>
      </p:sp>
      <p:sp>
        <p:nvSpPr>
          <p:cNvPr id="60" name="!!rect-2rg"/>
          <p:cNvSpPr/>
          <p:nvPr/>
        </p:nvSpPr>
        <p:spPr>
          <a:xfrm>
            <a:off x="4758468" y="377140"/>
            <a:ext cx="1820387" cy="212379"/>
          </a:xfrm>
          <a:custGeom>
            <a:avLst/>
            <a:gdLst/>
            <a:ahLst/>
            <a:cxnLst/>
            <a:rect l="l" t="t" r="r" b="b"/>
            <a:pathLst>
              <a:path w="1820387" h="212379">
                <a:moveTo>
                  <a:pt x="45510" y="0"/>
                </a:moveTo>
                <a:lnTo>
                  <a:pt x="1774878" y="0"/>
                </a:lnTo>
                <a:cubicBezTo>
                  <a:pt x="1800012" y="0"/>
                  <a:pt x="1820387" y="20375"/>
                  <a:pt x="1820387" y="45510"/>
                </a:cubicBezTo>
                <a:lnTo>
                  <a:pt x="1820387" y="212379"/>
                </a:lnTo>
                <a:lnTo>
                  <a:pt x="0" y="212379"/>
                </a:lnTo>
                <a:lnTo>
                  <a:pt x="0" y="45510"/>
                </a:lnTo>
                <a:cubicBezTo>
                  <a:pt x="0" y="20375"/>
                  <a:pt x="20375" y="0"/>
                  <a:pt x="45510" y="0"/>
                </a:cubicBezTo>
                <a:close/>
              </a:path>
            </a:pathLst>
          </a:custGeom>
          <a:solidFill>
            <a:srgbClr val="18212A"/>
          </a:solidFill>
          <a:ln>
            <a:noFill/>
          </a:ln>
        </p:spPr>
      </p:sp>
      <p:sp>
        <p:nvSpPr>
          <p:cNvPr id="61" name="!!text-2rh" descr="智慧書櫃"/>
          <p:cNvSpPr txBox="1"/>
          <p:nvPr/>
        </p:nvSpPr>
        <p:spPr>
          <a:xfrm>
            <a:off x="4834317" y="408087"/>
            <a:ext cx="456614" cy="15376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36" b="1" kern="0" dirty="0">
                <a:solidFill>
                  <a:srgbClr val="EEF2F5"/>
                </a:solidFill>
                <a:latin typeface="Noto Sans TC"/>
                <a:ea typeface="Noto Sans TC"/>
                <a:cs typeface="Noto Sans TC"/>
              </a:rPr>
              <a:t>智慧書櫃</a:t>
            </a:r>
            <a:endParaRPr lang="zh-TW" sz="836"/>
          </a:p>
        </p:txBody>
      </p:sp>
      <p:sp>
        <p:nvSpPr>
          <p:cNvPr id="62" name="!!circle-2rm"/>
          <p:cNvSpPr/>
          <p:nvPr/>
        </p:nvSpPr>
        <p:spPr>
          <a:xfrm>
            <a:off x="6442326" y="452990"/>
            <a:ext cx="60680" cy="60680"/>
          </a:xfrm>
          <a:prstGeom prst="ellipse">
            <a:avLst/>
          </a:prstGeom>
          <a:solidFill>
            <a:srgbClr val="3CCF8E"/>
          </a:solidFill>
          <a:ln>
            <a:noFill/>
          </a:ln>
        </p:spPr>
      </p:sp>
      <p:sp>
        <p:nvSpPr>
          <p:cNvPr id="63" name="!!path-2x0"/>
          <p:cNvSpPr/>
          <p:nvPr/>
        </p:nvSpPr>
        <p:spPr>
          <a:xfrm>
            <a:off x="4963093" y="3216292"/>
            <a:ext cx="273058" cy="180690"/>
          </a:xfrm>
          <a:custGeom>
            <a:avLst/>
            <a:gdLst/>
            <a:ahLst/>
            <a:cxnLst/>
            <a:rect l="l" t="t" r="r" b="b"/>
            <a:pathLst>
              <a:path w="273058" h="180690">
                <a:moveTo>
                  <a:pt x="0" y="17698"/>
                </a:moveTo>
                <a:cubicBezTo>
                  <a:pt x="15170" y="6742"/>
                  <a:pt x="52252" y="3371"/>
                  <a:pt x="82592" y="11462"/>
                </a:cubicBezTo>
                <a:cubicBezTo>
                  <a:pt x="107875" y="18541"/>
                  <a:pt x="126416" y="28654"/>
                  <a:pt x="138215" y="38768"/>
                </a:cubicBezTo>
                <a:cubicBezTo>
                  <a:pt x="151699" y="26969"/>
                  <a:pt x="175297" y="11799"/>
                  <a:pt x="203951" y="4720"/>
                </a:cubicBezTo>
                <a:cubicBezTo>
                  <a:pt x="230920" y="0"/>
                  <a:pt x="257888" y="2528"/>
                  <a:pt x="273058" y="14327"/>
                </a:cubicBezTo>
                <a:lnTo>
                  <a:pt x="272721" y="147991"/>
                </a:lnTo>
                <a:cubicBezTo>
                  <a:pt x="242718" y="144114"/>
                  <a:pt x="183724" y="146642"/>
                  <a:pt x="139226" y="179679"/>
                </a:cubicBezTo>
                <a:quadBezTo>
                  <a:pt x="138215" y="180690"/>
                  <a:pt x="137203" y="179679"/>
                </a:quadBezTo>
                <a:cubicBezTo>
                  <a:pt x="92705" y="146642"/>
                  <a:pt x="35396" y="144114"/>
                  <a:pt x="5057" y="149676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64" name="!!path-2x1"/>
          <p:cNvSpPr/>
          <p:nvPr/>
        </p:nvSpPr>
        <p:spPr>
          <a:xfrm>
            <a:off x="4963093" y="3217640"/>
            <a:ext cx="273058" cy="180690"/>
          </a:xfrm>
          <a:custGeom>
            <a:avLst/>
            <a:gdLst/>
            <a:ahLst/>
            <a:cxnLst/>
            <a:rect l="l" t="t" r="r" b="b"/>
            <a:pathLst>
              <a:path w="273058" h="180690">
                <a:moveTo>
                  <a:pt x="0" y="17698"/>
                </a:moveTo>
                <a:cubicBezTo>
                  <a:pt x="15170" y="6742"/>
                  <a:pt x="52252" y="3371"/>
                  <a:pt x="82592" y="11462"/>
                </a:cubicBezTo>
                <a:cubicBezTo>
                  <a:pt x="107875" y="18541"/>
                  <a:pt x="126416" y="28654"/>
                  <a:pt x="138215" y="38768"/>
                </a:cubicBezTo>
                <a:cubicBezTo>
                  <a:pt x="151699" y="26969"/>
                  <a:pt x="175297" y="11799"/>
                  <a:pt x="203951" y="4720"/>
                </a:cubicBezTo>
                <a:cubicBezTo>
                  <a:pt x="230920" y="0"/>
                  <a:pt x="257888" y="2528"/>
                  <a:pt x="273058" y="14327"/>
                </a:cubicBezTo>
                <a:lnTo>
                  <a:pt x="272721" y="147991"/>
                </a:lnTo>
                <a:cubicBezTo>
                  <a:pt x="242718" y="144114"/>
                  <a:pt x="183724" y="146642"/>
                  <a:pt x="139226" y="179679"/>
                </a:cubicBezTo>
                <a:quadBezTo>
                  <a:pt x="138215" y="180690"/>
                  <a:pt x="137203" y="179679"/>
                </a:quadBezTo>
                <a:cubicBezTo>
                  <a:pt x="92705" y="146642"/>
                  <a:pt x="35396" y="144114"/>
                  <a:pt x="5057" y="149676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65" name="!!path-2x2"/>
          <p:cNvSpPr/>
          <p:nvPr/>
        </p:nvSpPr>
        <p:spPr>
          <a:xfrm>
            <a:off x="4963093" y="3218989"/>
            <a:ext cx="273058" cy="180690"/>
          </a:xfrm>
          <a:custGeom>
            <a:avLst/>
            <a:gdLst/>
            <a:ahLst/>
            <a:cxnLst/>
            <a:rect l="l" t="t" r="r" b="b"/>
            <a:pathLst>
              <a:path w="273058" h="180690">
                <a:moveTo>
                  <a:pt x="0" y="17698"/>
                </a:moveTo>
                <a:cubicBezTo>
                  <a:pt x="15170" y="6742"/>
                  <a:pt x="52252" y="3371"/>
                  <a:pt x="82592" y="11462"/>
                </a:cubicBezTo>
                <a:cubicBezTo>
                  <a:pt x="107875" y="18541"/>
                  <a:pt x="126416" y="28654"/>
                  <a:pt x="138215" y="38768"/>
                </a:cubicBezTo>
                <a:cubicBezTo>
                  <a:pt x="151699" y="26969"/>
                  <a:pt x="175297" y="11799"/>
                  <a:pt x="203951" y="4720"/>
                </a:cubicBezTo>
                <a:cubicBezTo>
                  <a:pt x="230920" y="0"/>
                  <a:pt x="257888" y="2528"/>
                  <a:pt x="273058" y="14327"/>
                </a:cubicBezTo>
                <a:lnTo>
                  <a:pt x="272721" y="147991"/>
                </a:lnTo>
                <a:cubicBezTo>
                  <a:pt x="242718" y="144114"/>
                  <a:pt x="183724" y="146642"/>
                  <a:pt x="139226" y="179679"/>
                </a:cubicBezTo>
                <a:quadBezTo>
                  <a:pt x="138215" y="180690"/>
                  <a:pt x="137203" y="179679"/>
                </a:quadBezTo>
                <a:cubicBezTo>
                  <a:pt x="92705" y="146642"/>
                  <a:pt x="35396" y="144114"/>
                  <a:pt x="5057" y="149676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66" name="!!path-2x3"/>
          <p:cNvSpPr/>
          <p:nvPr/>
        </p:nvSpPr>
        <p:spPr>
          <a:xfrm>
            <a:off x="4963093" y="3220337"/>
            <a:ext cx="273058" cy="180690"/>
          </a:xfrm>
          <a:custGeom>
            <a:avLst/>
            <a:gdLst/>
            <a:ahLst/>
            <a:cxnLst/>
            <a:rect l="l" t="t" r="r" b="b"/>
            <a:pathLst>
              <a:path w="273058" h="180690">
                <a:moveTo>
                  <a:pt x="0" y="17698"/>
                </a:moveTo>
                <a:cubicBezTo>
                  <a:pt x="15170" y="6742"/>
                  <a:pt x="52252" y="3371"/>
                  <a:pt x="82592" y="11462"/>
                </a:cubicBezTo>
                <a:cubicBezTo>
                  <a:pt x="107875" y="18541"/>
                  <a:pt x="126416" y="28654"/>
                  <a:pt x="138215" y="38768"/>
                </a:cubicBezTo>
                <a:cubicBezTo>
                  <a:pt x="151699" y="26969"/>
                  <a:pt x="175297" y="11799"/>
                  <a:pt x="203951" y="4720"/>
                </a:cubicBezTo>
                <a:cubicBezTo>
                  <a:pt x="230920" y="0"/>
                  <a:pt x="257888" y="2528"/>
                  <a:pt x="273058" y="14327"/>
                </a:cubicBezTo>
                <a:lnTo>
                  <a:pt x="272721" y="147991"/>
                </a:lnTo>
                <a:cubicBezTo>
                  <a:pt x="242718" y="144114"/>
                  <a:pt x="183724" y="146642"/>
                  <a:pt x="139226" y="179679"/>
                </a:cubicBezTo>
                <a:quadBezTo>
                  <a:pt x="138215" y="180690"/>
                  <a:pt x="137203" y="179679"/>
                </a:quadBezTo>
                <a:cubicBezTo>
                  <a:pt x="92705" y="146642"/>
                  <a:pt x="35396" y="144114"/>
                  <a:pt x="5057" y="149676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67" name="!!path-2x4"/>
          <p:cNvSpPr/>
          <p:nvPr/>
        </p:nvSpPr>
        <p:spPr>
          <a:xfrm>
            <a:off x="4963093" y="3221685"/>
            <a:ext cx="273058" cy="180690"/>
          </a:xfrm>
          <a:custGeom>
            <a:avLst/>
            <a:gdLst/>
            <a:ahLst/>
            <a:cxnLst/>
            <a:rect l="l" t="t" r="r" b="b"/>
            <a:pathLst>
              <a:path w="273058" h="180690">
                <a:moveTo>
                  <a:pt x="0" y="17698"/>
                </a:moveTo>
                <a:cubicBezTo>
                  <a:pt x="15170" y="6742"/>
                  <a:pt x="52252" y="3371"/>
                  <a:pt x="82592" y="11462"/>
                </a:cubicBezTo>
                <a:cubicBezTo>
                  <a:pt x="107875" y="18541"/>
                  <a:pt x="126416" y="28654"/>
                  <a:pt x="138215" y="38768"/>
                </a:cubicBezTo>
                <a:cubicBezTo>
                  <a:pt x="151699" y="26969"/>
                  <a:pt x="175297" y="11799"/>
                  <a:pt x="203951" y="4720"/>
                </a:cubicBezTo>
                <a:cubicBezTo>
                  <a:pt x="230920" y="0"/>
                  <a:pt x="257888" y="2528"/>
                  <a:pt x="273058" y="14327"/>
                </a:cubicBezTo>
                <a:lnTo>
                  <a:pt x="272721" y="147991"/>
                </a:lnTo>
                <a:cubicBezTo>
                  <a:pt x="242718" y="144114"/>
                  <a:pt x="183724" y="146642"/>
                  <a:pt x="139226" y="179679"/>
                </a:cubicBezTo>
                <a:quadBezTo>
                  <a:pt x="138215" y="180690"/>
                  <a:pt x="137203" y="179679"/>
                </a:quadBezTo>
                <a:cubicBezTo>
                  <a:pt x="92705" y="146642"/>
                  <a:pt x="35396" y="144114"/>
                  <a:pt x="5057" y="149676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68" name="!!path-2x5"/>
          <p:cNvSpPr/>
          <p:nvPr/>
        </p:nvSpPr>
        <p:spPr>
          <a:xfrm>
            <a:off x="4963093" y="3223034"/>
            <a:ext cx="273058" cy="180690"/>
          </a:xfrm>
          <a:custGeom>
            <a:avLst/>
            <a:gdLst/>
            <a:ahLst/>
            <a:cxnLst/>
            <a:rect l="l" t="t" r="r" b="b"/>
            <a:pathLst>
              <a:path w="273058" h="180690">
                <a:moveTo>
                  <a:pt x="0" y="17698"/>
                </a:moveTo>
                <a:cubicBezTo>
                  <a:pt x="15170" y="6742"/>
                  <a:pt x="52252" y="3371"/>
                  <a:pt x="82592" y="11462"/>
                </a:cubicBezTo>
                <a:cubicBezTo>
                  <a:pt x="107875" y="18541"/>
                  <a:pt x="126416" y="28654"/>
                  <a:pt x="138215" y="38768"/>
                </a:cubicBezTo>
                <a:cubicBezTo>
                  <a:pt x="151699" y="26969"/>
                  <a:pt x="175297" y="11799"/>
                  <a:pt x="203951" y="4720"/>
                </a:cubicBezTo>
                <a:cubicBezTo>
                  <a:pt x="230920" y="0"/>
                  <a:pt x="257888" y="2528"/>
                  <a:pt x="273058" y="14327"/>
                </a:cubicBezTo>
                <a:lnTo>
                  <a:pt x="272721" y="147991"/>
                </a:lnTo>
                <a:cubicBezTo>
                  <a:pt x="242718" y="144114"/>
                  <a:pt x="183724" y="146642"/>
                  <a:pt x="139226" y="179679"/>
                </a:cubicBezTo>
                <a:quadBezTo>
                  <a:pt x="138215" y="180690"/>
                  <a:pt x="137203" y="179679"/>
                </a:quadBezTo>
                <a:cubicBezTo>
                  <a:pt x="92705" y="146642"/>
                  <a:pt x="35396" y="144114"/>
                  <a:pt x="5057" y="149676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69" name="!!path-2x6"/>
          <p:cNvSpPr/>
          <p:nvPr/>
        </p:nvSpPr>
        <p:spPr>
          <a:xfrm>
            <a:off x="4963093" y="3224382"/>
            <a:ext cx="273058" cy="180690"/>
          </a:xfrm>
          <a:custGeom>
            <a:avLst/>
            <a:gdLst/>
            <a:ahLst/>
            <a:cxnLst/>
            <a:rect l="l" t="t" r="r" b="b"/>
            <a:pathLst>
              <a:path w="273058" h="180690">
                <a:moveTo>
                  <a:pt x="0" y="17698"/>
                </a:moveTo>
                <a:cubicBezTo>
                  <a:pt x="15170" y="6742"/>
                  <a:pt x="52252" y="3371"/>
                  <a:pt x="82592" y="11462"/>
                </a:cubicBezTo>
                <a:cubicBezTo>
                  <a:pt x="107875" y="18541"/>
                  <a:pt x="126416" y="28654"/>
                  <a:pt x="138215" y="38768"/>
                </a:cubicBezTo>
                <a:cubicBezTo>
                  <a:pt x="151699" y="26969"/>
                  <a:pt x="175297" y="11799"/>
                  <a:pt x="203951" y="4720"/>
                </a:cubicBezTo>
                <a:cubicBezTo>
                  <a:pt x="230920" y="0"/>
                  <a:pt x="257888" y="2528"/>
                  <a:pt x="273058" y="14327"/>
                </a:cubicBezTo>
                <a:lnTo>
                  <a:pt x="272721" y="147991"/>
                </a:lnTo>
                <a:cubicBezTo>
                  <a:pt x="242718" y="144114"/>
                  <a:pt x="183724" y="146642"/>
                  <a:pt x="139226" y="179679"/>
                </a:cubicBezTo>
                <a:quadBezTo>
                  <a:pt x="138215" y="180690"/>
                  <a:pt x="137203" y="179679"/>
                </a:quadBezTo>
                <a:cubicBezTo>
                  <a:pt x="92705" y="146642"/>
                  <a:pt x="35396" y="144114"/>
                  <a:pt x="5057" y="149676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0" name="!!path-2x7"/>
          <p:cNvSpPr/>
          <p:nvPr/>
        </p:nvSpPr>
        <p:spPr>
          <a:xfrm>
            <a:off x="4963093" y="3225731"/>
            <a:ext cx="273058" cy="180690"/>
          </a:xfrm>
          <a:custGeom>
            <a:avLst/>
            <a:gdLst/>
            <a:ahLst/>
            <a:cxnLst/>
            <a:rect l="l" t="t" r="r" b="b"/>
            <a:pathLst>
              <a:path w="273058" h="180690">
                <a:moveTo>
                  <a:pt x="0" y="17698"/>
                </a:moveTo>
                <a:cubicBezTo>
                  <a:pt x="15170" y="6742"/>
                  <a:pt x="52252" y="3371"/>
                  <a:pt x="82592" y="11462"/>
                </a:cubicBezTo>
                <a:cubicBezTo>
                  <a:pt x="107875" y="18541"/>
                  <a:pt x="126416" y="28654"/>
                  <a:pt x="138215" y="38768"/>
                </a:cubicBezTo>
                <a:cubicBezTo>
                  <a:pt x="151699" y="26969"/>
                  <a:pt x="175297" y="11799"/>
                  <a:pt x="203951" y="4720"/>
                </a:cubicBezTo>
                <a:cubicBezTo>
                  <a:pt x="230920" y="0"/>
                  <a:pt x="257888" y="2528"/>
                  <a:pt x="273058" y="14327"/>
                </a:cubicBezTo>
                <a:lnTo>
                  <a:pt x="272721" y="147991"/>
                </a:lnTo>
                <a:cubicBezTo>
                  <a:pt x="242718" y="144114"/>
                  <a:pt x="183724" y="146642"/>
                  <a:pt x="139226" y="179679"/>
                </a:cubicBezTo>
                <a:quadBezTo>
                  <a:pt x="138215" y="180690"/>
                  <a:pt x="137203" y="179679"/>
                </a:quadBezTo>
                <a:cubicBezTo>
                  <a:pt x="92705" y="146642"/>
                  <a:pt x="35396" y="144114"/>
                  <a:pt x="5057" y="149676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1" name="!!path-2x8"/>
          <p:cNvSpPr/>
          <p:nvPr/>
        </p:nvSpPr>
        <p:spPr>
          <a:xfrm>
            <a:off x="4995118" y="3185446"/>
            <a:ext cx="106526" cy="101975"/>
          </a:xfrm>
          <a:custGeom>
            <a:avLst/>
            <a:gdLst/>
            <a:ahLst/>
            <a:cxnLst/>
            <a:rect l="l" t="t" r="r" b="b"/>
            <a:pathLst>
              <a:path w="106526" h="101975">
                <a:moveTo>
                  <a:pt x="0" y="14664"/>
                </a:moveTo>
                <a:lnTo>
                  <a:pt x="6742" y="4214"/>
                </a:lnTo>
                <a:cubicBezTo>
                  <a:pt x="26969" y="0"/>
                  <a:pt x="60680" y="5899"/>
                  <a:pt x="84277" y="21912"/>
                </a:cubicBezTo>
                <a:cubicBezTo>
                  <a:pt x="96919" y="30845"/>
                  <a:pt x="103661" y="41296"/>
                  <a:pt x="106526" y="52252"/>
                </a:cubicBezTo>
                <a:lnTo>
                  <a:pt x="106526" y="101975"/>
                </a:lnTo>
                <a:lnTo>
                  <a:pt x="0" y="101975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72" name="!!path-2x9"/>
          <p:cNvSpPr/>
          <p:nvPr/>
        </p:nvSpPr>
        <p:spPr>
          <a:xfrm>
            <a:off x="4995118" y="3185446"/>
            <a:ext cx="106526" cy="52252"/>
          </a:xfrm>
          <a:custGeom>
            <a:avLst/>
            <a:gdLst/>
            <a:ahLst/>
            <a:cxnLst/>
            <a:rect l="l" t="t" r="r" b="b"/>
            <a:pathLst>
              <a:path w="106526" h="52252" fill="none">
                <a:moveTo>
                  <a:pt x="106526" y="52252"/>
                </a:moveTo>
                <a:cubicBezTo>
                  <a:pt x="103661" y="41296"/>
                  <a:pt x="96919" y="30845"/>
                  <a:pt x="84277" y="21912"/>
                </a:cubicBezTo>
                <a:cubicBezTo>
                  <a:pt x="60680" y="5899"/>
                  <a:pt x="26969" y="0"/>
                  <a:pt x="6742" y="4214"/>
                </a:cubicBezTo>
                <a:lnTo>
                  <a:pt x="0" y="14664"/>
                </a:lnTo>
              </a:path>
            </a:pathLst>
          </a:custGeom>
          <a:noFill/>
          <a:ln w="4045" cap="rnd">
            <a:solidFill>
              <a:srgbClr val="627D8D"/>
            </a:solidFill>
            <a:prstDash val="solid"/>
            <a:round/>
          </a:ln>
        </p:spPr>
      </p:sp>
      <p:sp>
        <p:nvSpPr>
          <p:cNvPr id="73" name="!!path-2xa"/>
          <p:cNvSpPr/>
          <p:nvPr/>
        </p:nvSpPr>
        <p:spPr>
          <a:xfrm>
            <a:off x="4984668" y="3195559"/>
            <a:ext cx="116977" cy="91862"/>
          </a:xfrm>
          <a:custGeom>
            <a:avLst/>
            <a:gdLst/>
            <a:ahLst/>
            <a:cxnLst/>
            <a:rect l="l" t="t" r="r" b="b"/>
            <a:pathLst>
              <a:path w="116977" h="91862">
                <a:moveTo>
                  <a:pt x="0" y="18541"/>
                </a:moveTo>
                <a:lnTo>
                  <a:pt x="5394" y="5394"/>
                </a:lnTo>
                <a:cubicBezTo>
                  <a:pt x="30677" y="0"/>
                  <a:pt x="66073" y="5899"/>
                  <a:pt x="91356" y="21069"/>
                </a:cubicBezTo>
                <a:cubicBezTo>
                  <a:pt x="104841" y="29160"/>
                  <a:pt x="113269" y="41296"/>
                  <a:pt x="116977" y="52252"/>
                </a:cubicBezTo>
                <a:lnTo>
                  <a:pt x="116977" y="91862"/>
                </a:lnTo>
                <a:lnTo>
                  <a:pt x="0" y="91862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74" name="!!path-2xb"/>
          <p:cNvSpPr/>
          <p:nvPr/>
        </p:nvSpPr>
        <p:spPr>
          <a:xfrm>
            <a:off x="4984668" y="3195559"/>
            <a:ext cx="116977" cy="52252"/>
          </a:xfrm>
          <a:custGeom>
            <a:avLst/>
            <a:gdLst/>
            <a:ahLst/>
            <a:cxnLst/>
            <a:rect l="l" t="t" r="r" b="b"/>
            <a:pathLst>
              <a:path w="116977" h="52252" fill="none">
                <a:moveTo>
                  <a:pt x="116977" y="52252"/>
                </a:moveTo>
                <a:cubicBezTo>
                  <a:pt x="113269" y="41296"/>
                  <a:pt x="104841" y="29160"/>
                  <a:pt x="91356" y="21069"/>
                </a:cubicBezTo>
                <a:cubicBezTo>
                  <a:pt x="66073" y="5899"/>
                  <a:pt x="30677" y="0"/>
                  <a:pt x="5394" y="5394"/>
                </a:cubicBezTo>
                <a:lnTo>
                  <a:pt x="0" y="18541"/>
                </a:lnTo>
              </a:path>
            </a:pathLst>
          </a:custGeom>
          <a:noFill/>
          <a:ln w="4045" cap="rnd">
            <a:solidFill>
              <a:srgbClr val="627D8D"/>
            </a:solidFill>
            <a:prstDash val="solid"/>
            <a:round/>
          </a:ln>
        </p:spPr>
      </p:sp>
      <p:sp>
        <p:nvSpPr>
          <p:cNvPr id="75" name="!!path-2xc"/>
          <p:cNvSpPr/>
          <p:nvPr/>
        </p:nvSpPr>
        <p:spPr>
          <a:xfrm>
            <a:off x="4975397" y="3206516"/>
            <a:ext cx="125910" cy="80906"/>
          </a:xfrm>
          <a:custGeom>
            <a:avLst/>
            <a:gdLst/>
            <a:ahLst/>
            <a:cxnLst/>
            <a:rect l="l" t="t" r="r" b="b"/>
            <a:pathLst>
              <a:path w="125910" h="80906">
                <a:moveTo>
                  <a:pt x="0" y="19215"/>
                </a:moveTo>
                <a:lnTo>
                  <a:pt x="3203" y="10450"/>
                </a:lnTo>
                <a:cubicBezTo>
                  <a:pt x="31520" y="0"/>
                  <a:pt x="70287" y="4214"/>
                  <a:pt x="97256" y="18204"/>
                </a:cubicBezTo>
                <a:cubicBezTo>
                  <a:pt x="112426" y="26126"/>
                  <a:pt x="121696" y="36239"/>
                  <a:pt x="125910" y="45847"/>
                </a:cubicBezTo>
                <a:lnTo>
                  <a:pt x="125910" y="80906"/>
                </a:lnTo>
                <a:lnTo>
                  <a:pt x="0" y="8090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76" name="!!path-2xd"/>
          <p:cNvSpPr/>
          <p:nvPr/>
        </p:nvSpPr>
        <p:spPr>
          <a:xfrm>
            <a:off x="4975397" y="3206516"/>
            <a:ext cx="125910" cy="45847"/>
          </a:xfrm>
          <a:custGeom>
            <a:avLst/>
            <a:gdLst/>
            <a:ahLst/>
            <a:cxnLst/>
            <a:rect l="l" t="t" r="r" b="b"/>
            <a:pathLst>
              <a:path w="125910" h="45847" fill="none">
                <a:moveTo>
                  <a:pt x="125910" y="45847"/>
                </a:moveTo>
                <a:cubicBezTo>
                  <a:pt x="121696" y="36239"/>
                  <a:pt x="112426" y="26126"/>
                  <a:pt x="97256" y="18204"/>
                </a:cubicBezTo>
                <a:cubicBezTo>
                  <a:pt x="70287" y="4214"/>
                  <a:pt x="31520" y="0"/>
                  <a:pt x="3203" y="10450"/>
                </a:cubicBezTo>
                <a:lnTo>
                  <a:pt x="0" y="19215"/>
                </a:lnTo>
              </a:path>
            </a:pathLst>
          </a:custGeom>
          <a:noFill/>
          <a:ln w="4045" cap="rnd">
            <a:solidFill>
              <a:srgbClr val="627D8D"/>
            </a:solidFill>
            <a:prstDash val="solid"/>
            <a:round/>
          </a:ln>
        </p:spPr>
      </p:sp>
      <p:sp>
        <p:nvSpPr>
          <p:cNvPr id="77" name="!!path-2xe"/>
          <p:cNvSpPr/>
          <p:nvPr/>
        </p:nvSpPr>
        <p:spPr>
          <a:xfrm>
            <a:off x="5101813" y="3181232"/>
            <a:ext cx="99784" cy="106189"/>
          </a:xfrm>
          <a:custGeom>
            <a:avLst/>
            <a:gdLst/>
            <a:ahLst/>
            <a:cxnLst/>
            <a:rect l="l" t="t" r="r" b="b"/>
            <a:pathLst>
              <a:path w="99784" h="106189">
                <a:moveTo>
                  <a:pt x="99784" y="15170"/>
                </a:moveTo>
                <a:lnTo>
                  <a:pt x="94222" y="3708"/>
                </a:lnTo>
                <a:cubicBezTo>
                  <a:pt x="71973" y="0"/>
                  <a:pt x="36576" y="8428"/>
                  <a:pt x="14664" y="25283"/>
                </a:cubicBezTo>
                <a:cubicBezTo>
                  <a:pt x="5394" y="32868"/>
                  <a:pt x="1180" y="43824"/>
                  <a:pt x="0" y="55623"/>
                </a:cubicBezTo>
                <a:lnTo>
                  <a:pt x="0" y="106189"/>
                </a:lnTo>
                <a:lnTo>
                  <a:pt x="99784" y="106189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78" name="!!path-2xf"/>
          <p:cNvSpPr/>
          <p:nvPr/>
        </p:nvSpPr>
        <p:spPr>
          <a:xfrm>
            <a:off x="5101813" y="3181232"/>
            <a:ext cx="99784" cy="55623"/>
          </a:xfrm>
          <a:custGeom>
            <a:avLst/>
            <a:gdLst/>
            <a:ahLst/>
            <a:cxnLst/>
            <a:rect l="l" t="t" r="r" b="b"/>
            <a:pathLst>
              <a:path w="99784" h="55623" fill="none">
                <a:moveTo>
                  <a:pt x="0" y="55623"/>
                </a:moveTo>
                <a:cubicBezTo>
                  <a:pt x="1180" y="43824"/>
                  <a:pt x="5394" y="32868"/>
                  <a:pt x="14664" y="25283"/>
                </a:cubicBezTo>
                <a:cubicBezTo>
                  <a:pt x="36576" y="8428"/>
                  <a:pt x="71973" y="0"/>
                  <a:pt x="94222" y="3708"/>
                </a:cubicBezTo>
                <a:lnTo>
                  <a:pt x="99784" y="15170"/>
                </a:lnTo>
              </a:path>
            </a:pathLst>
          </a:custGeom>
          <a:noFill/>
          <a:ln w="4045" cap="rnd">
            <a:solidFill>
              <a:srgbClr val="627D8D"/>
            </a:solidFill>
            <a:prstDash val="solid"/>
            <a:round/>
          </a:ln>
        </p:spPr>
      </p:sp>
      <p:sp>
        <p:nvSpPr>
          <p:cNvPr id="79" name="!!path-2xg"/>
          <p:cNvSpPr/>
          <p:nvPr/>
        </p:nvSpPr>
        <p:spPr>
          <a:xfrm>
            <a:off x="5101982" y="3193874"/>
            <a:ext cx="110572" cy="93548"/>
          </a:xfrm>
          <a:custGeom>
            <a:avLst/>
            <a:gdLst/>
            <a:ahLst/>
            <a:cxnLst/>
            <a:rect l="l" t="t" r="r" b="b"/>
            <a:pathLst>
              <a:path w="110572" h="93548">
                <a:moveTo>
                  <a:pt x="110572" y="16350"/>
                </a:moveTo>
                <a:lnTo>
                  <a:pt x="105515" y="2528"/>
                </a:lnTo>
                <a:cubicBezTo>
                  <a:pt x="78546" y="0"/>
                  <a:pt x="44835" y="9270"/>
                  <a:pt x="22923" y="25452"/>
                </a:cubicBezTo>
                <a:cubicBezTo>
                  <a:pt x="11125" y="34217"/>
                  <a:pt x="3540" y="44667"/>
                  <a:pt x="0" y="53937"/>
                </a:cubicBezTo>
                <a:lnTo>
                  <a:pt x="0" y="93548"/>
                </a:lnTo>
                <a:lnTo>
                  <a:pt x="110572" y="93548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80" name="!!path-2xh"/>
          <p:cNvSpPr/>
          <p:nvPr/>
        </p:nvSpPr>
        <p:spPr>
          <a:xfrm>
            <a:off x="5101982" y="3193874"/>
            <a:ext cx="110572" cy="53937"/>
          </a:xfrm>
          <a:custGeom>
            <a:avLst/>
            <a:gdLst/>
            <a:ahLst/>
            <a:cxnLst/>
            <a:rect l="l" t="t" r="r" b="b"/>
            <a:pathLst>
              <a:path w="110572" h="53937" fill="none">
                <a:moveTo>
                  <a:pt x="0" y="53937"/>
                </a:moveTo>
                <a:cubicBezTo>
                  <a:pt x="3540" y="44667"/>
                  <a:pt x="11125" y="34217"/>
                  <a:pt x="22923" y="25452"/>
                </a:cubicBezTo>
                <a:cubicBezTo>
                  <a:pt x="44835" y="9270"/>
                  <a:pt x="78546" y="0"/>
                  <a:pt x="105515" y="2528"/>
                </a:cubicBezTo>
                <a:lnTo>
                  <a:pt x="110572" y="16350"/>
                </a:lnTo>
              </a:path>
            </a:pathLst>
          </a:custGeom>
          <a:noFill/>
          <a:ln w="4045" cap="rnd">
            <a:solidFill>
              <a:srgbClr val="627D8D"/>
            </a:solidFill>
            <a:prstDash val="solid"/>
            <a:round/>
          </a:ln>
        </p:spPr>
      </p:sp>
      <p:sp>
        <p:nvSpPr>
          <p:cNvPr id="81" name="!!path-2xi"/>
          <p:cNvSpPr/>
          <p:nvPr/>
        </p:nvSpPr>
        <p:spPr>
          <a:xfrm>
            <a:off x="5102319" y="3205673"/>
            <a:ext cx="118325" cy="81749"/>
          </a:xfrm>
          <a:custGeom>
            <a:avLst/>
            <a:gdLst/>
            <a:ahLst/>
            <a:cxnLst/>
            <a:rect l="l" t="t" r="r" b="b"/>
            <a:pathLst>
              <a:path w="118325" h="81749">
                <a:moveTo>
                  <a:pt x="118325" y="15676"/>
                </a:moveTo>
                <a:lnTo>
                  <a:pt x="115965" y="7248"/>
                </a:lnTo>
                <a:cubicBezTo>
                  <a:pt x="88323" y="0"/>
                  <a:pt x="52926" y="4214"/>
                  <a:pt x="29328" y="16013"/>
                </a:cubicBezTo>
                <a:cubicBezTo>
                  <a:pt x="14159" y="23598"/>
                  <a:pt x="4888" y="35396"/>
                  <a:pt x="0" y="46690"/>
                </a:cubicBezTo>
                <a:lnTo>
                  <a:pt x="0" y="81749"/>
                </a:lnTo>
                <a:lnTo>
                  <a:pt x="118325" y="81749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82" name="!!path-2xj"/>
          <p:cNvSpPr/>
          <p:nvPr/>
        </p:nvSpPr>
        <p:spPr>
          <a:xfrm>
            <a:off x="5102319" y="3205673"/>
            <a:ext cx="118325" cy="46690"/>
          </a:xfrm>
          <a:custGeom>
            <a:avLst/>
            <a:gdLst/>
            <a:ahLst/>
            <a:cxnLst/>
            <a:rect l="l" t="t" r="r" b="b"/>
            <a:pathLst>
              <a:path w="118325" h="46690" fill="none">
                <a:moveTo>
                  <a:pt x="0" y="46690"/>
                </a:moveTo>
                <a:cubicBezTo>
                  <a:pt x="4888" y="35396"/>
                  <a:pt x="14159" y="23598"/>
                  <a:pt x="29328" y="16013"/>
                </a:cubicBezTo>
                <a:cubicBezTo>
                  <a:pt x="52926" y="4214"/>
                  <a:pt x="88323" y="0"/>
                  <a:pt x="115965" y="7248"/>
                </a:cubicBezTo>
                <a:lnTo>
                  <a:pt x="118325" y="15676"/>
                </a:lnTo>
              </a:path>
            </a:pathLst>
          </a:custGeom>
          <a:noFill/>
          <a:ln w="4045" cap="rnd">
            <a:solidFill>
              <a:srgbClr val="627D8D"/>
            </a:solidFill>
            <a:prstDash val="solid"/>
            <a:round/>
          </a:ln>
        </p:spPr>
      </p:sp>
      <p:sp>
        <p:nvSpPr>
          <p:cNvPr id="83" name="!!path-2xk"/>
          <p:cNvSpPr/>
          <p:nvPr/>
        </p:nvSpPr>
        <p:spPr>
          <a:xfrm>
            <a:off x="4963093" y="3214943"/>
            <a:ext cx="273058" cy="180690"/>
          </a:xfrm>
          <a:custGeom>
            <a:avLst/>
            <a:gdLst/>
            <a:ahLst/>
            <a:cxnLst/>
            <a:rect l="l" t="t" r="r" b="b"/>
            <a:pathLst>
              <a:path w="273058" h="180690">
                <a:moveTo>
                  <a:pt x="0" y="17698"/>
                </a:moveTo>
                <a:cubicBezTo>
                  <a:pt x="15170" y="6742"/>
                  <a:pt x="52252" y="3371"/>
                  <a:pt x="82592" y="11462"/>
                </a:cubicBezTo>
                <a:cubicBezTo>
                  <a:pt x="107875" y="18541"/>
                  <a:pt x="126416" y="28654"/>
                  <a:pt x="138215" y="38768"/>
                </a:cubicBezTo>
                <a:cubicBezTo>
                  <a:pt x="151699" y="26969"/>
                  <a:pt x="175297" y="11799"/>
                  <a:pt x="203951" y="4720"/>
                </a:cubicBezTo>
                <a:cubicBezTo>
                  <a:pt x="230920" y="0"/>
                  <a:pt x="257888" y="2528"/>
                  <a:pt x="273058" y="14327"/>
                </a:cubicBezTo>
                <a:lnTo>
                  <a:pt x="272721" y="147991"/>
                </a:lnTo>
                <a:cubicBezTo>
                  <a:pt x="242718" y="144114"/>
                  <a:pt x="183724" y="146642"/>
                  <a:pt x="139226" y="179679"/>
                </a:cubicBezTo>
                <a:quadBezTo>
                  <a:pt x="138215" y="180690"/>
                  <a:pt x="137203" y="179679"/>
                </a:quadBezTo>
                <a:cubicBezTo>
                  <a:pt x="92705" y="146642"/>
                  <a:pt x="35396" y="144114"/>
                  <a:pt x="5057" y="149676"/>
                </a:cubicBezTo>
                <a:close/>
              </a:path>
            </a:pathLst>
          </a:custGeom>
          <a:gradFill rotWithShape="1">
            <a:gsLst>
              <a:gs pos="0">
                <a:srgbClr val="627D8D"/>
              </a:gs>
              <a:gs pos="21794">
                <a:srgbClr val="627D8D"/>
              </a:gs>
              <a:gs pos="55376">
                <a:srgbClr val="627D8D"/>
              </a:gs>
              <a:gs pos="96421">
                <a:srgbClr val="98ABB7"/>
              </a:gs>
              <a:gs pos="100000">
                <a:srgbClr val="98ABB7"/>
              </a:gs>
            </a:gsLst>
            <a:lin ang="1983350" scaled="0"/>
          </a:gradFill>
          <a:ln>
            <a:noFill/>
          </a:ln>
        </p:spPr>
      </p:sp>
      <p:sp>
        <p:nvSpPr>
          <p:cNvPr id="84" name="!!path-2xl"/>
          <p:cNvSpPr/>
          <p:nvPr/>
        </p:nvSpPr>
        <p:spPr>
          <a:xfrm>
            <a:off x="4963093" y="3214943"/>
            <a:ext cx="273058" cy="180690"/>
          </a:xfrm>
          <a:custGeom>
            <a:avLst/>
            <a:gdLst/>
            <a:ahLst/>
            <a:cxnLst/>
            <a:rect l="l" t="t" r="r" b="b"/>
            <a:pathLst>
              <a:path w="273058" h="180690">
                <a:moveTo>
                  <a:pt x="0" y="17698"/>
                </a:moveTo>
                <a:cubicBezTo>
                  <a:pt x="15170" y="6742"/>
                  <a:pt x="52252" y="3371"/>
                  <a:pt x="82592" y="11462"/>
                </a:cubicBezTo>
                <a:cubicBezTo>
                  <a:pt x="107875" y="18541"/>
                  <a:pt x="126416" y="28654"/>
                  <a:pt x="138215" y="38768"/>
                </a:cubicBezTo>
                <a:cubicBezTo>
                  <a:pt x="151699" y="26969"/>
                  <a:pt x="175297" y="11799"/>
                  <a:pt x="203951" y="4720"/>
                </a:cubicBezTo>
                <a:cubicBezTo>
                  <a:pt x="230920" y="0"/>
                  <a:pt x="257888" y="2528"/>
                  <a:pt x="273058" y="14327"/>
                </a:cubicBezTo>
                <a:lnTo>
                  <a:pt x="272721" y="147991"/>
                </a:lnTo>
                <a:cubicBezTo>
                  <a:pt x="242718" y="144114"/>
                  <a:pt x="183724" y="146642"/>
                  <a:pt x="139226" y="179679"/>
                </a:cubicBezTo>
                <a:quadBezTo>
                  <a:pt x="138215" y="180690"/>
                  <a:pt x="137203" y="179679"/>
                </a:quadBezTo>
                <a:cubicBezTo>
                  <a:pt x="92705" y="146642"/>
                  <a:pt x="35396" y="144114"/>
                  <a:pt x="5057" y="149676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0000"/>
                </a:srgbClr>
              </a:gs>
              <a:gs pos="4764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83333" t="79291" r="16667" b="20709"/>
            </a:path>
          </a:gradFill>
          <a:ln>
            <a:noFill/>
          </a:ln>
        </p:spPr>
      </p:sp>
      <p:sp>
        <p:nvSpPr>
          <p:cNvPr id="85" name="!!line-2xm"/>
          <p:cNvSpPr/>
          <p:nvPr/>
        </p:nvSpPr>
        <p:spPr>
          <a:xfrm>
            <a:off x="5102487" y="3263150"/>
            <a:ext cx="1" cy="127427"/>
          </a:xfrm>
          <a:custGeom>
            <a:avLst/>
            <a:gdLst/>
            <a:ahLst/>
            <a:cxnLst/>
            <a:rect l="l" t="t" r="r" b="b"/>
            <a:pathLst>
              <a:path w="1" h="127427">
                <a:moveTo>
                  <a:pt x="0" y="0"/>
                </a:moveTo>
                <a:lnTo>
                  <a:pt x="0" y="127427"/>
                </a:lnTo>
              </a:path>
            </a:pathLst>
          </a:custGeom>
          <a:solidFill>
            <a:srgbClr val="000000"/>
          </a:solidFill>
          <a:ln w="5731" cap="rnd">
            <a:solidFill>
              <a:srgbClr val="C9D3D9"/>
            </a:solidFill>
            <a:prstDash val="solid"/>
            <a:miter lim="800000"/>
          </a:ln>
        </p:spPr>
      </p:sp>
      <p:sp>
        <p:nvSpPr>
          <p:cNvPr id="86" name="!!path-2xn"/>
          <p:cNvSpPr/>
          <p:nvPr/>
        </p:nvSpPr>
        <p:spPr>
          <a:xfrm>
            <a:off x="5192833" y="3328717"/>
            <a:ext cx="21069" cy="31520"/>
          </a:xfrm>
          <a:custGeom>
            <a:avLst/>
            <a:gdLst/>
            <a:ahLst/>
            <a:cxnLst/>
            <a:rect l="l" t="t" r="r" b="b"/>
            <a:pathLst>
              <a:path w="21069" h="31520">
                <a:moveTo>
                  <a:pt x="0" y="2191"/>
                </a:moveTo>
                <a:lnTo>
                  <a:pt x="12642" y="0"/>
                </a:lnTo>
                <a:lnTo>
                  <a:pt x="21069" y="30845"/>
                </a:lnTo>
                <a:lnTo>
                  <a:pt x="6237" y="31520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 w="843" cap="flat">
            <a:solidFill>
              <a:srgbClr val="FFFFFF">
                <a:alpha val="55000"/>
              </a:srgbClr>
            </a:solidFill>
            <a:prstDash val="solid"/>
            <a:round/>
          </a:ln>
        </p:spPr>
      </p:sp>
      <p:sp>
        <p:nvSpPr>
          <p:cNvPr id="87" name="!!text-2xo" descr="救「舊」我的書"/>
          <p:cNvSpPr txBox="1"/>
          <p:nvPr/>
        </p:nvSpPr>
        <p:spPr>
          <a:xfrm>
            <a:off x="5299696" y="3149228"/>
            <a:ext cx="1128261" cy="25932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410" b="1" kern="0" spc="-705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救</a:t>
            </a:r>
            <a:r>
              <a:rPr lang="zh-TW" altLang="en-US" sz="141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「舊</a:t>
            </a:r>
            <a:r>
              <a:rPr lang="zh-TW" altLang="en-US" sz="1410" b="1" kern="0" spc="-705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」</a:t>
            </a:r>
            <a:r>
              <a:rPr lang="zh-TW" altLang="en-US" sz="141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我的書</a:t>
            </a:r>
            <a:endParaRPr lang="zh-TW" sz="1410"/>
          </a:p>
        </p:txBody>
      </p:sp>
      <p:sp>
        <p:nvSpPr>
          <p:cNvPr id="88" name="!!rect-2y2"/>
          <p:cNvSpPr/>
          <p:nvPr/>
        </p:nvSpPr>
        <p:spPr>
          <a:xfrm>
            <a:off x="4277245" y="3495397"/>
            <a:ext cx="1307140" cy="1541851"/>
          </a:xfrm>
          <a:custGeom>
            <a:avLst/>
            <a:gdLst/>
            <a:ahLst/>
            <a:cxnLst/>
            <a:rect l="l" t="t" r="r" b="b"/>
            <a:pathLst>
              <a:path w="1307140" h="1541851">
                <a:moveTo>
                  <a:pt x="0" y="0"/>
                </a:moveTo>
                <a:lnTo>
                  <a:pt x="1233397" y="0"/>
                </a:lnTo>
                <a:cubicBezTo>
                  <a:pt x="1274124" y="0"/>
                  <a:pt x="1307140" y="33016"/>
                  <a:pt x="1307140" y="73743"/>
                </a:cubicBezTo>
                <a:lnTo>
                  <a:pt x="1307140" y="1541851"/>
                </a:lnTo>
                <a:lnTo>
                  <a:pt x="0" y="1541851"/>
                </a:lnTo>
                <a:lnTo>
                  <a:pt x="0" y="0"/>
                </a:lnTo>
                <a:close/>
              </a:path>
            </a:pathLst>
          </a:custGeom>
          <a:solidFill>
            <a:srgbClr val="D5DDE2"/>
          </a:solidFill>
          <a:ln>
            <a:noFill/>
          </a:ln>
        </p:spPr>
      </p:sp>
      <p:sp>
        <p:nvSpPr>
          <p:cNvPr id="89" name="!!path-2y3"/>
          <p:cNvSpPr/>
          <p:nvPr/>
        </p:nvSpPr>
        <p:spPr>
          <a:xfrm>
            <a:off x="3751355" y="3495397"/>
            <a:ext cx="525890" cy="1837591"/>
          </a:xfrm>
          <a:custGeom>
            <a:avLst/>
            <a:gdLst/>
            <a:ahLst/>
            <a:cxnLst/>
            <a:rect l="l" t="t" r="r" b="b"/>
            <a:pathLst>
              <a:path w="525890" h="1837591">
                <a:moveTo>
                  <a:pt x="21599" y="1832500"/>
                </a:moveTo>
                <a:lnTo>
                  <a:pt x="12428" y="1821325"/>
                </a:lnTo>
                <a:lnTo>
                  <a:pt x="5613" y="1808576"/>
                </a:lnTo>
                <a:lnTo>
                  <a:pt x="1417" y="1794742"/>
                </a:lnTo>
                <a:lnTo>
                  <a:pt x="0" y="1780356"/>
                </a:lnTo>
                <a:lnTo>
                  <a:pt x="0" y="73743"/>
                </a:lnTo>
                <a:lnTo>
                  <a:pt x="1417" y="59356"/>
                </a:lnTo>
                <a:lnTo>
                  <a:pt x="5613" y="45522"/>
                </a:lnTo>
                <a:lnTo>
                  <a:pt x="12428" y="32773"/>
                </a:lnTo>
                <a:lnTo>
                  <a:pt x="21599" y="21599"/>
                </a:lnTo>
                <a:lnTo>
                  <a:pt x="32773" y="12428"/>
                </a:lnTo>
                <a:lnTo>
                  <a:pt x="45522" y="5613"/>
                </a:lnTo>
                <a:lnTo>
                  <a:pt x="59356" y="1417"/>
                </a:lnTo>
                <a:lnTo>
                  <a:pt x="73743" y="0"/>
                </a:lnTo>
                <a:lnTo>
                  <a:pt x="525890" y="0"/>
                </a:lnTo>
                <a:lnTo>
                  <a:pt x="525890" y="1541851"/>
                </a:lnTo>
                <a:lnTo>
                  <a:pt x="27802" y="1837591"/>
                </a:lnTo>
                <a:close/>
              </a:path>
            </a:pathLst>
          </a:custGeom>
          <a:solidFill>
            <a:srgbClr val="C4CED5"/>
          </a:solidFill>
          <a:ln>
            <a:noFill/>
          </a:ln>
        </p:spPr>
      </p:sp>
      <p:sp>
        <p:nvSpPr>
          <p:cNvPr id="90" name="!!path-2y4"/>
          <p:cNvSpPr/>
          <p:nvPr/>
        </p:nvSpPr>
        <p:spPr>
          <a:xfrm>
            <a:off x="3779158" y="5037248"/>
            <a:ext cx="1805227" cy="312247"/>
          </a:xfrm>
          <a:custGeom>
            <a:avLst/>
            <a:gdLst/>
            <a:ahLst/>
            <a:cxnLst/>
            <a:rect l="l" t="t" r="r" b="b"/>
            <a:pathLst>
              <a:path w="1805227" h="312247">
                <a:moveTo>
                  <a:pt x="0" y="295739"/>
                </a:moveTo>
                <a:lnTo>
                  <a:pt x="4971" y="299819"/>
                </a:lnTo>
                <a:lnTo>
                  <a:pt x="17720" y="306634"/>
                </a:lnTo>
                <a:lnTo>
                  <a:pt x="31554" y="310830"/>
                </a:lnTo>
                <a:lnTo>
                  <a:pt x="45940" y="312247"/>
                </a:lnTo>
                <a:lnTo>
                  <a:pt x="1731484" y="312247"/>
                </a:lnTo>
                <a:lnTo>
                  <a:pt x="1745871" y="310830"/>
                </a:lnTo>
                <a:lnTo>
                  <a:pt x="1759704" y="306634"/>
                </a:lnTo>
                <a:lnTo>
                  <a:pt x="1772454" y="299819"/>
                </a:lnTo>
                <a:lnTo>
                  <a:pt x="1783628" y="290648"/>
                </a:lnTo>
                <a:lnTo>
                  <a:pt x="1792799" y="279474"/>
                </a:lnTo>
                <a:lnTo>
                  <a:pt x="1799614" y="266725"/>
                </a:lnTo>
                <a:lnTo>
                  <a:pt x="1803810" y="252891"/>
                </a:lnTo>
                <a:lnTo>
                  <a:pt x="1805227" y="238504"/>
                </a:lnTo>
                <a:lnTo>
                  <a:pt x="1805227" y="0"/>
                </a:lnTo>
                <a:lnTo>
                  <a:pt x="498088" y="0"/>
                </a:lnTo>
                <a:close/>
              </a:path>
            </a:pathLst>
          </a:custGeom>
          <a:solidFill>
            <a:srgbClr val="E8EDF0"/>
          </a:solidFill>
          <a:ln>
            <a:noFill/>
          </a:ln>
        </p:spPr>
      </p:sp>
      <p:sp>
        <p:nvSpPr>
          <p:cNvPr id="91" name="!!ellipse-2ye"/>
          <p:cNvSpPr/>
          <p:nvPr/>
        </p:nvSpPr>
        <p:spPr>
          <a:xfrm>
            <a:off x="4797320" y="5096853"/>
            <a:ext cx="841255" cy="96919"/>
          </a:xfrm>
          <a:prstGeom prst="ellipse">
            <a:avLst/>
          </a:prstGeom>
          <a:solidFill>
            <a:srgbClr val="0B1A26">
              <a:alpha val="16000"/>
            </a:srgbClr>
          </a:solidFill>
          <a:ln>
            <a:noFill/>
          </a:ln>
        </p:spPr>
      </p:sp>
      <p:sp>
        <p:nvSpPr>
          <p:cNvPr id="92" name="!!rect-2yg"/>
          <p:cNvSpPr/>
          <p:nvPr/>
        </p:nvSpPr>
        <p:spPr>
          <a:xfrm>
            <a:off x="4839964" y="4185817"/>
            <a:ext cx="678431" cy="949804"/>
          </a:xfrm>
          <a:prstGeom prst="roundRect">
            <a:avLst>
              <a:gd name="adj" fmla="val 4286"/>
            </a:avLst>
          </a:prstGeom>
          <a:gradFill rotWithShape="1">
            <a:gsLst>
              <a:gs pos="0">
                <a:srgbClr val="5D856F"/>
              </a:gs>
              <a:gs pos="100000">
                <a:srgbClr val="3F624F"/>
              </a:gs>
              <a:gs pos="100000">
                <a:srgbClr val="3F624F"/>
              </a:gs>
            </a:gsLst>
            <a:lin ang="3267739" scaled="0"/>
          </a:gradFill>
          <a:ln>
            <a:noFill/>
          </a:ln>
        </p:spPr>
      </p:sp>
      <p:sp>
        <p:nvSpPr>
          <p:cNvPr id="93" name="!!rect-2yh"/>
          <p:cNvSpPr/>
          <p:nvPr/>
        </p:nvSpPr>
        <p:spPr>
          <a:xfrm>
            <a:off x="4901023" y="4185817"/>
            <a:ext cx="33922" cy="949804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</p:spPr>
      </p:sp>
      <p:sp>
        <p:nvSpPr>
          <p:cNvPr id="94" name="!!rect-2yi"/>
          <p:cNvSpPr/>
          <p:nvPr/>
        </p:nvSpPr>
        <p:spPr>
          <a:xfrm>
            <a:off x="5009572" y="4356782"/>
            <a:ext cx="379922" cy="66486"/>
          </a:xfrm>
          <a:prstGeom prst="roundRect">
            <a:avLst>
              <a:gd name="adj" fmla="val 28571"/>
            </a:avLst>
          </a:prstGeom>
          <a:solidFill>
            <a:srgbClr val="E7D9B8"/>
          </a:solidFill>
          <a:ln>
            <a:noFill/>
          </a:ln>
        </p:spPr>
      </p:sp>
      <p:sp>
        <p:nvSpPr>
          <p:cNvPr id="95" name="!!rect-2yj"/>
          <p:cNvSpPr/>
          <p:nvPr/>
        </p:nvSpPr>
        <p:spPr>
          <a:xfrm>
            <a:off x="5009572" y="4470758"/>
            <a:ext cx="257804" cy="42741"/>
          </a:xfrm>
          <a:prstGeom prst="roundRect">
            <a:avLst>
              <a:gd name="adj" fmla="val 44444"/>
            </a:avLst>
          </a:prstGeom>
          <a:solidFill>
            <a:srgbClr val="E7D9B8">
              <a:alpha val="72000"/>
            </a:srgbClr>
          </a:solidFill>
          <a:ln>
            <a:noFill/>
          </a:ln>
        </p:spPr>
      </p:sp>
      <p:sp>
        <p:nvSpPr>
          <p:cNvPr id="96" name="!!rect-2yk"/>
          <p:cNvSpPr/>
          <p:nvPr/>
        </p:nvSpPr>
        <p:spPr>
          <a:xfrm>
            <a:off x="5009572" y="4945660"/>
            <a:ext cx="189961" cy="37992"/>
          </a:xfrm>
          <a:prstGeom prst="roundRect">
            <a:avLst>
              <a:gd name="adj" fmla="val 50000"/>
            </a:avLst>
          </a:prstGeom>
          <a:solidFill>
            <a:srgbClr val="E7D9B8">
              <a:alpha val="55000"/>
            </a:srgbClr>
          </a:solidFill>
          <a:ln>
            <a:noFill/>
          </a:ln>
        </p:spPr>
      </p:sp>
      <p:sp>
        <p:nvSpPr>
          <p:cNvPr id="97" name="!!rect-2yl"/>
          <p:cNvSpPr/>
          <p:nvPr/>
        </p:nvSpPr>
        <p:spPr>
          <a:xfrm>
            <a:off x="3751355" y="3495397"/>
            <a:ext cx="1833029" cy="927049"/>
          </a:xfrm>
          <a:custGeom>
            <a:avLst/>
            <a:gdLst/>
            <a:ahLst/>
            <a:cxnLst/>
            <a:rect l="l" t="t" r="r" b="b"/>
            <a:pathLst>
              <a:path w="1833029" h="927049">
                <a:moveTo>
                  <a:pt x="73743" y="0"/>
                </a:moveTo>
                <a:lnTo>
                  <a:pt x="1759287" y="0"/>
                </a:lnTo>
                <a:cubicBezTo>
                  <a:pt x="1800013" y="0"/>
                  <a:pt x="1833029" y="33016"/>
                  <a:pt x="1833029" y="73743"/>
                </a:cubicBezTo>
                <a:lnTo>
                  <a:pt x="1833029" y="927049"/>
                </a:lnTo>
                <a:lnTo>
                  <a:pt x="0" y="927049"/>
                </a:lnTo>
                <a:lnTo>
                  <a:pt x="0" y="73743"/>
                </a:lnTo>
                <a:cubicBezTo>
                  <a:pt x="0" y="33016"/>
                  <a:pt x="33016" y="0"/>
                  <a:pt x="73743" y="0"/>
                </a:cubicBezTo>
                <a:close/>
              </a:path>
            </a:pathLst>
          </a:custGeom>
          <a:gradFill rotWithShape="1">
            <a:gsLst>
              <a:gs pos="0">
                <a:srgbClr val="0B1A26">
                  <a:alpha val="20000"/>
                </a:srgbClr>
              </a:gs>
              <a:gs pos="100000">
                <a:srgbClr val="0B1A26">
                  <a:alpha val="0"/>
                </a:srgbClr>
              </a:gs>
            </a:gsLst>
            <a:lin ang="5400000" scaled="0"/>
          </a:gradFill>
          <a:ln>
            <a:noFill/>
          </a:ln>
        </p:spPr>
      </p:sp>
      <p:sp>
        <p:nvSpPr>
          <p:cNvPr id="98" name="!!circle-2ym"/>
          <p:cNvSpPr/>
          <p:nvPr/>
        </p:nvSpPr>
        <p:spPr>
          <a:xfrm>
            <a:off x="5632844" y="4291816"/>
            <a:ext cx="71636" cy="71636"/>
          </a:xfrm>
          <a:prstGeom prst="ellipse">
            <a:avLst/>
          </a:prstGeom>
          <a:solidFill>
            <a:srgbClr val="AEB9C1"/>
          </a:solidFill>
          <a:ln>
            <a:noFill/>
          </a:ln>
        </p:spPr>
      </p:sp>
      <p:sp>
        <p:nvSpPr>
          <p:cNvPr id="99" name="!!circle-2yn"/>
          <p:cNvSpPr/>
          <p:nvPr/>
        </p:nvSpPr>
        <p:spPr>
          <a:xfrm>
            <a:off x="5584385" y="4243357"/>
            <a:ext cx="168554" cy="168554"/>
          </a:xfrm>
          <a:prstGeom prst="ellipse">
            <a:avLst/>
          </a:prstGeom>
          <a:solidFill>
            <a:srgbClr val="3CCF8E">
              <a:alpha val="20000"/>
            </a:srgbClr>
          </a:solidFill>
          <a:ln>
            <a:noFill/>
          </a:ln>
        </p:spPr>
      </p:sp>
      <p:sp>
        <p:nvSpPr>
          <p:cNvPr id="100" name="!!circle-2yp"/>
          <p:cNvSpPr/>
          <p:nvPr/>
        </p:nvSpPr>
        <p:spPr>
          <a:xfrm>
            <a:off x="5632844" y="4291816"/>
            <a:ext cx="71636" cy="71636"/>
          </a:xfrm>
          <a:prstGeom prst="ellipse">
            <a:avLst/>
          </a:prstGeom>
          <a:solidFill>
            <a:srgbClr val="3CCF8E"/>
          </a:solidFill>
          <a:ln>
            <a:noFill/>
          </a:ln>
        </p:spPr>
      </p:sp>
      <p:sp>
        <p:nvSpPr>
          <p:cNvPr id="101" name="!!rect-2yy"/>
          <p:cNvSpPr/>
          <p:nvPr/>
        </p:nvSpPr>
        <p:spPr>
          <a:xfrm>
            <a:off x="3751355" y="3495397"/>
            <a:ext cx="1833029" cy="1854098"/>
          </a:xfrm>
          <a:prstGeom prst="roundRect">
            <a:avLst>
              <a:gd name="adj" fmla="val 4023"/>
            </a:avLst>
          </a:prstGeom>
          <a:solidFill>
            <a:srgbClr val="F4F8FA">
              <a:alpha val="40000"/>
            </a:srgbClr>
          </a:solidFill>
          <a:ln>
            <a:noFill/>
          </a:ln>
        </p:spPr>
      </p:sp>
      <p:sp>
        <p:nvSpPr>
          <p:cNvPr id="102" name="!!path-2yz"/>
          <p:cNvSpPr/>
          <p:nvPr/>
        </p:nvSpPr>
        <p:spPr>
          <a:xfrm>
            <a:off x="4154622" y="3495397"/>
            <a:ext cx="806533" cy="1854098"/>
          </a:xfrm>
          <a:custGeom>
            <a:avLst/>
            <a:gdLst/>
            <a:ahLst/>
            <a:cxnLst/>
            <a:rect l="l" t="t" r="r" b="b"/>
            <a:pathLst>
              <a:path w="806533" h="1854098">
                <a:moveTo>
                  <a:pt x="513248" y="0"/>
                </a:moveTo>
                <a:lnTo>
                  <a:pt x="806533" y="0"/>
                </a:lnTo>
                <a:lnTo>
                  <a:pt x="293285" y="1854098"/>
                </a:lnTo>
                <a:lnTo>
                  <a:pt x="0" y="1854098"/>
                </a:lnTo>
                <a:close/>
              </a:path>
            </a:pathLst>
          </a:custGeom>
          <a:solidFill>
            <a:srgbClr val="FFFFFF">
              <a:alpha val="34000"/>
            </a:srgbClr>
          </a:solidFill>
          <a:ln>
            <a:noFill/>
          </a:ln>
        </p:spPr>
      </p:sp>
      <p:sp>
        <p:nvSpPr>
          <p:cNvPr id="103" name="!!path-2z0"/>
          <p:cNvSpPr/>
          <p:nvPr/>
        </p:nvSpPr>
        <p:spPr>
          <a:xfrm>
            <a:off x="4539558" y="3495397"/>
            <a:ext cx="586569" cy="1854098"/>
          </a:xfrm>
          <a:custGeom>
            <a:avLst/>
            <a:gdLst/>
            <a:ahLst/>
            <a:cxnLst/>
            <a:rect l="l" t="t" r="r" b="b"/>
            <a:pathLst>
              <a:path w="586569" h="1854098">
                <a:moveTo>
                  <a:pt x="513248" y="0"/>
                </a:moveTo>
                <a:lnTo>
                  <a:pt x="586569" y="0"/>
                </a:lnTo>
                <a:lnTo>
                  <a:pt x="73321" y="1854098"/>
                </a:lnTo>
                <a:lnTo>
                  <a:pt x="0" y="1854098"/>
                </a:lnTo>
                <a:close/>
              </a:path>
            </a:pathLst>
          </a:custGeom>
          <a:solidFill>
            <a:srgbClr val="FFFFFF">
              <a:alpha val="28000"/>
            </a:srgbClr>
          </a:solidFill>
          <a:ln>
            <a:noFill/>
          </a:ln>
        </p:spPr>
      </p:sp>
      <p:sp>
        <p:nvSpPr>
          <p:cNvPr id="104" name="!!rect-2z1"/>
          <p:cNvSpPr/>
          <p:nvPr/>
        </p:nvSpPr>
        <p:spPr>
          <a:xfrm>
            <a:off x="3759783" y="3503824"/>
            <a:ext cx="1816174" cy="1837243"/>
          </a:xfrm>
          <a:prstGeom prst="roundRect">
            <a:avLst>
              <a:gd name="adj" fmla="val 3770"/>
            </a:avLst>
          </a:prstGeom>
          <a:noFill/>
          <a:ln w="16855" cap="flat">
            <a:solidFill>
              <a:srgbClr val="FFFFFF">
                <a:alpha val="95000"/>
              </a:srgbClr>
            </a:solidFill>
            <a:prstDash val="solid"/>
            <a:miter lim="800000"/>
          </a:ln>
        </p:spPr>
      </p:sp>
      <p:sp>
        <p:nvSpPr>
          <p:cNvPr id="105" name="!!rect-2z2"/>
          <p:cNvSpPr/>
          <p:nvPr/>
        </p:nvSpPr>
        <p:spPr>
          <a:xfrm>
            <a:off x="3751355" y="3495397"/>
            <a:ext cx="1833029" cy="1854098"/>
          </a:xfrm>
          <a:prstGeom prst="roundRect">
            <a:avLst>
              <a:gd name="adj" fmla="val 4023"/>
            </a:avLst>
          </a:prstGeom>
          <a:noFill/>
          <a:ln w="10535" cap="flat">
            <a:solidFill>
              <a:srgbClr val="8FA0AB">
                <a:alpha val="50000"/>
              </a:srgbClr>
            </a:solidFill>
            <a:prstDash val="solid"/>
            <a:miter lim="800000"/>
          </a:ln>
        </p:spPr>
      </p:sp>
      <p:sp>
        <p:nvSpPr>
          <p:cNvPr id="106" name="!!rect-2z3"/>
          <p:cNvSpPr/>
          <p:nvPr/>
        </p:nvSpPr>
        <p:spPr>
          <a:xfrm>
            <a:off x="3867237" y="3611278"/>
            <a:ext cx="526733" cy="252832"/>
          </a:xfrm>
          <a:prstGeom prst="roundRect">
            <a:avLst>
              <a:gd name="adj" fmla="val 29167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107" name="!!text-2z6" descr="A01"/>
          <p:cNvSpPr txBox="1"/>
          <p:nvPr/>
        </p:nvSpPr>
        <p:spPr>
          <a:xfrm>
            <a:off x="3996318" y="3619284"/>
            <a:ext cx="312816" cy="21355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61" b="1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A01</a:t>
            </a:r>
            <a:endParaRPr lang="zh-TW" sz="1161"/>
          </a:p>
        </p:txBody>
      </p:sp>
      <p:sp>
        <p:nvSpPr>
          <p:cNvPr id="108" name="!!rect-2zw"/>
          <p:cNvSpPr/>
          <p:nvPr/>
        </p:nvSpPr>
        <p:spPr>
          <a:xfrm>
            <a:off x="6278829" y="3495397"/>
            <a:ext cx="1307139" cy="1541851"/>
          </a:xfrm>
          <a:custGeom>
            <a:avLst/>
            <a:gdLst/>
            <a:ahLst/>
            <a:cxnLst/>
            <a:rect l="l" t="t" r="r" b="b"/>
            <a:pathLst>
              <a:path w="1307139" h="1541851">
                <a:moveTo>
                  <a:pt x="0" y="0"/>
                </a:moveTo>
                <a:lnTo>
                  <a:pt x="1233396" y="0"/>
                </a:lnTo>
                <a:cubicBezTo>
                  <a:pt x="1274123" y="0"/>
                  <a:pt x="1307139" y="33016"/>
                  <a:pt x="1307139" y="73743"/>
                </a:cubicBezTo>
                <a:lnTo>
                  <a:pt x="1307139" y="1541851"/>
                </a:lnTo>
                <a:lnTo>
                  <a:pt x="0" y="1541851"/>
                </a:lnTo>
                <a:lnTo>
                  <a:pt x="0" y="0"/>
                </a:lnTo>
                <a:close/>
              </a:path>
            </a:pathLst>
          </a:custGeom>
          <a:solidFill>
            <a:srgbClr val="D5DDE2"/>
          </a:solidFill>
          <a:ln>
            <a:noFill/>
          </a:ln>
        </p:spPr>
      </p:sp>
      <p:sp>
        <p:nvSpPr>
          <p:cNvPr id="109" name="!!path-2zx"/>
          <p:cNvSpPr/>
          <p:nvPr/>
        </p:nvSpPr>
        <p:spPr>
          <a:xfrm>
            <a:off x="5752939" y="3495397"/>
            <a:ext cx="525890" cy="1837591"/>
          </a:xfrm>
          <a:custGeom>
            <a:avLst/>
            <a:gdLst/>
            <a:ahLst/>
            <a:cxnLst/>
            <a:rect l="l" t="t" r="r" b="b"/>
            <a:pathLst>
              <a:path w="525890" h="1837591">
                <a:moveTo>
                  <a:pt x="21599" y="1832500"/>
                </a:moveTo>
                <a:lnTo>
                  <a:pt x="12428" y="1821325"/>
                </a:lnTo>
                <a:lnTo>
                  <a:pt x="5613" y="1808576"/>
                </a:lnTo>
                <a:lnTo>
                  <a:pt x="1417" y="1794742"/>
                </a:lnTo>
                <a:lnTo>
                  <a:pt x="0" y="1780356"/>
                </a:lnTo>
                <a:lnTo>
                  <a:pt x="0" y="73743"/>
                </a:lnTo>
                <a:lnTo>
                  <a:pt x="1417" y="59356"/>
                </a:lnTo>
                <a:lnTo>
                  <a:pt x="5613" y="45522"/>
                </a:lnTo>
                <a:lnTo>
                  <a:pt x="12428" y="32773"/>
                </a:lnTo>
                <a:lnTo>
                  <a:pt x="21599" y="21599"/>
                </a:lnTo>
                <a:lnTo>
                  <a:pt x="32773" y="12428"/>
                </a:lnTo>
                <a:lnTo>
                  <a:pt x="45522" y="5613"/>
                </a:lnTo>
                <a:lnTo>
                  <a:pt x="59356" y="1417"/>
                </a:lnTo>
                <a:lnTo>
                  <a:pt x="73743" y="0"/>
                </a:lnTo>
                <a:lnTo>
                  <a:pt x="525890" y="0"/>
                </a:lnTo>
                <a:lnTo>
                  <a:pt x="525890" y="1541851"/>
                </a:lnTo>
                <a:lnTo>
                  <a:pt x="27802" y="1837591"/>
                </a:lnTo>
                <a:close/>
              </a:path>
            </a:pathLst>
          </a:custGeom>
          <a:solidFill>
            <a:srgbClr val="C4CED5"/>
          </a:solidFill>
          <a:ln>
            <a:noFill/>
          </a:ln>
        </p:spPr>
      </p:sp>
      <p:sp>
        <p:nvSpPr>
          <p:cNvPr id="110" name="!!path-2zy"/>
          <p:cNvSpPr/>
          <p:nvPr/>
        </p:nvSpPr>
        <p:spPr>
          <a:xfrm>
            <a:off x="5780741" y="5037248"/>
            <a:ext cx="1805227" cy="312247"/>
          </a:xfrm>
          <a:custGeom>
            <a:avLst/>
            <a:gdLst/>
            <a:ahLst/>
            <a:cxnLst/>
            <a:rect l="l" t="t" r="r" b="b"/>
            <a:pathLst>
              <a:path w="1805227" h="312247">
                <a:moveTo>
                  <a:pt x="0" y="295739"/>
                </a:moveTo>
                <a:lnTo>
                  <a:pt x="4971" y="299819"/>
                </a:lnTo>
                <a:lnTo>
                  <a:pt x="17720" y="306634"/>
                </a:lnTo>
                <a:lnTo>
                  <a:pt x="31554" y="310830"/>
                </a:lnTo>
                <a:lnTo>
                  <a:pt x="45940" y="312247"/>
                </a:lnTo>
                <a:lnTo>
                  <a:pt x="1731484" y="312247"/>
                </a:lnTo>
                <a:lnTo>
                  <a:pt x="1745871" y="310830"/>
                </a:lnTo>
                <a:lnTo>
                  <a:pt x="1759704" y="306634"/>
                </a:lnTo>
                <a:lnTo>
                  <a:pt x="1772454" y="299819"/>
                </a:lnTo>
                <a:lnTo>
                  <a:pt x="1783628" y="290648"/>
                </a:lnTo>
                <a:lnTo>
                  <a:pt x="1792799" y="279474"/>
                </a:lnTo>
                <a:lnTo>
                  <a:pt x="1799614" y="266725"/>
                </a:lnTo>
                <a:lnTo>
                  <a:pt x="1803810" y="252891"/>
                </a:lnTo>
                <a:lnTo>
                  <a:pt x="1805227" y="238504"/>
                </a:lnTo>
                <a:lnTo>
                  <a:pt x="1805227" y="0"/>
                </a:lnTo>
                <a:lnTo>
                  <a:pt x="498088" y="0"/>
                </a:lnTo>
                <a:close/>
              </a:path>
            </a:pathLst>
          </a:custGeom>
          <a:solidFill>
            <a:srgbClr val="E8EDF0"/>
          </a:solidFill>
          <a:ln>
            <a:noFill/>
          </a:ln>
        </p:spPr>
      </p:sp>
      <p:sp>
        <p:nvSpPr>
          <p:cNvPr id="111" name="!!ellipse-2zz"/>
          <p:cNvSpPr/>
          <p:nvPr/>
        </p:nvSpPr>
        <p:spPr>
          <a:xfrm>
            <a:off x="6692377" y="5135621"/>
            <a:ext cx="914408" cy="105347"/>
          </a:xfrm>
          <a:prstGeom prst="ellipse">
            <a:avLst/>
          </a:prstGeom>
          <a:solidFill>
            <a:srgbClr val="0B1A26">
              <a:alpha val="14000"/>
            </a:srgbClr>
          </a:solidFill>
          <a:ln>
            <a:noFill/>
          </a:ln>
        </p:spPr>
      </p:sp>
      <p:sp>
        <p:nvSpPr>
          <p:cNvPr id="112" name="!!rect-301"/>
          <p:cNvSpPr/>
          <p:nvPr/>
        </p:nvSpPr>
        <p:spPr>
          <a:xfrm>
            <a:off x="6738730" y="4145364"/>
            <a:ext cx="737426" cy="1032396"/>
          </a:xfrm>
          <a:prstGeom prst="roundRect">
            <a:avLst>
              <a:gd name="adj" fmla="val 4286"/>
            </a:avLst>
          </a:prstGeom>
          <a:gradFill rotWithShape="1">
            <a:gsLst>
              <a:gs pos="0">
                <a:srgbClr val="AB6C59"/>
              </a:gs>
              <a:gs pos="100000">
                <a:srgbClr val="834C3C"/>
              </a:gs>
            </a:gsLst>
            <a:lin ang="3267739" scaled="0"/>
          </a:gradFill>
          <a:ln>
            <a:noFill/>
          </a:ln>
        </p:spPr>
      </p:sp>
      <p:sp>
        <p:nvSpPr>
          <p:cNvPr id="113" name="!!rect-302"/>
          <p:cNvSpPr/>
          <p:nvPr/>
        </p:nvSpPr>
        <p:spPr>
          <a:xfrm>
            <a:off x="6805097" y="4145364"/>
            <a:ext cx="36871" cy="1032396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</p:spPr>
      </p:sp>
      <p:sp>
        <p:nvSpPr>
          <p:cNvPr id="114" name="!!rect-303"/>
          <p:cNvSpPr/>
          <p:nvPr/>
        </p:nvSpPr>
        <p:spPr>
          <a:xfrm>
            <a:off x="6923086" y="4331195"/>
            <a:ext cx="412958" cy="72268"/>
          </a:xfrm>
          <a:prstGeom prst="roundRect">
            <a:avLst>
              <a:gd name="adj" fmla="val 28571"/>
            </a:avLst>
          </a:prstGeom>
          <a:solidFill>
            <a:srgbClr val="F1E3C8"/>
          </a:solidFill>
          <a:ln>
            <a:noFill/>
          </a:ln>
        </p:spPr>
      </p:sp>
      <p:sp>
        <p:nvSpPr>
          <p:cNvPr id="115" name="!!rect-304"/>
          <p:cNvSpPr/>
          <p:nvPr/>
        </p:nvSpPr>
        <p:spPr>
          <a:xfrm>
            <a:off x="6923086" y="4455083"/>
            <a:ext cx="280222" cy="46458"/>
          </a:xfrm>
          <a:prstGeom prst="roundRect">
            <a:avLst>
              <a:gd name="adj" fmla="val 44444"/>
            </a:avLst>
          </a:prstGeom>
          <a:solidFill>
            <a:srgbClr val="F1E3C8">
              <a:alpha val="72000"/>
            </a:srgbClr>
          </a:solidFill>
          <a:ln>
            <a:noFill/>
          </a:ln>
        </p:spPr>
      </p:sp>
      <p:sp>
        <p:nvSpPr>
          <p:cNvPr id="116" name="!!rect-305"/>
          <p:cNvSpPr/>
          <p:nvPr/>
        </p:nvSpPr>
        <p:spPr>
          <a:xfrm>
            <a:off x="6923086" y="4971280"/>
            <a:ext cx="206479" cy="41296"/>
          </a:xfrm>
          <a:prstGeom prst="roundRect">
            <a:avLst>
              <a:gd name="adj" fmla="val 50000"/>
            </a:avLst>
          </a:prstGeom>
          <a:solidFill>
            <a:srgbClr val="F1E3C8">
              <a:alpha val="55000"/>
            </a:srgbClr>
          </a:solidFill>
          <a:ln>
            <a:noFill/>
          </a:ln>
        </p:spPr>
      </p:sp>
      <p:sp>
        <p:nvSpPr>
          <p:cNvPr id="117" name="!!rect-306"/>
          <p:cNvSpPr/>
          <p:nvPr/>
        </p:nvSpPr>
        <p:spPr>
          <a:xfrm>
            <a:off x="5752939" y="3495397"/>
            <a:ext cx="1833029" cy="927049"/>
          </a:xfrm>
          <a:custGeom>
            <a:avLst/>
            <a:gdLst/>
            <a:ahLst/>
            <a:cxnLst/>
            <a:rect l="l" t="t" r="r" b="b"/>
            <a:pathLst>
              <a:path w="1833029" h="927049">
                <a:moveTo>
                  <a:pt x="73743" y="0"/>
                </a:moveTo>
                <a:lnTo>
                  <a:pt x="1759287" y="0"/>
                </a:lnTo>
                <a:cubicBezTo>
                  <a:pt x="1800013" y="0"/>
                  <a:pt x="1833029" y="33016"/>
                  <a:pt x="1833029" y="73743"/>
                </a:cubicBezTo>
                <a:lnTo>
                  <a:pt x="1833029" y="927049"/>
                </a:lnTo>
                <a:lnTo>
                  <a:pt x="0" y="927049"/>
                </a:lnTo>
                <a:lnTo>
                  <a:pt x="0" y="73743"/>
                </a:lnTo>
                <a:cubicBezTo>
                  <a:pt x="0" y="33016"/>
                  <a:pt x="33016" y="0"/>
                  <a:pt x="73743" y="0"/>
                </a:cubicBezTo>
                <a:close/>
              </a:path>
            </a:pathLst>
          </a:custGeom>
          <a:gradFill rotWithShape="1">
            <a:gsLst>
              <a:gs pos="0">
                <a:srgbClr val="0B1A26">
                  <a:alpha val="20000"/>
                </a:srgbClr>
              </a:gs>
              <a:gs pos="100000">
                <a:srgbClr val="0B1A26">
                  <a:alpha val="0"/>
                </a:srgbClr>
              </a:gs>
            </a:gsLst>
            <a:lin ang="5400000" scaled="0"/>
          </a:gradFill>
          <a:ln>
            <a:noFill/>
          </a:ln>
        </p:spPr>
      </p:sp>
      <p:sp>
        <p:nvSpPr>
          <p:cNvPr id="118" name="!!circle-307"/>
          <p:cNvSpPr/>
          <p:nvPr/>
        </p:nvSpPr>
        <p:spPr>
          <a:xfrm>
            <a:off x="5632844" y="4481440"/>
            <a:ext cx="71636" cy="71636"/>
          </a:xfrm>
          <a:prstGeom prst="ellipse">
            <a:avLst/>
          </a:prstGeom>
          <a:solidFill>
            <a:srgbClr val="AEB9C1"/>
          </a:solidFill>
          <a:ln>
            <a:noFill/>
          </a:ln>
        </p:spPr>
      </p:sp>
      <p:sp>
        <p:nvSpPr>
          <p:cNvPr id="119" name="!!rect-309"/>
          <p:cNvSpPr/>
          <p:nvPr/>
        </p:nvSpPr>
        <p:spPr>
          <a:xfrm>
            <a:off x="5752939" y="3495397"/>
            <a:ext cx="1833029" cy="1854098"/>
          </a:xfrm>
          <a:prstGeom prst="roundRect">
            <a:avLst>
              <a:gd name="adj" fmla="val 4023"/>
            </a:avLst>
          </a:prstGeom>
          <a:solidFill>
            <a:srgbClr val="F4F8FA">
              <a:alpha val="40000"/>
            </a:srgbClr>
          </a:solidFill>
          <a:ln>
            <a:noFill/>
          </a:ln>
        </p:spPr>
      </p:sp>
      <p:sp>
        <p:nvSpPr>
          <p:cNvPr id="120" name="!!path-30a"/>
          <p:cNvSpPr/>
          <p:nvPr/>
        </p:nvSpPr>
        <p:spPr>
          <a:xfrm>
            <a:off x="6156205" y="3495397"/>
            <a:ext cx="806533" cy="1854098"/>
          </a:xfrm>
          <a:custGeom>
            <a:avLst/>
            <a:gdLst/>
            <a:ahLst/>
            <a:cxnLst/>
            <a:rect l="l" t="t" r="r" b="b"/>
            <a:pathLst>
              <a:path w="806533" h="1854098">
                <a:moveTo>
                  <a:pt x="513248" y="0"/>
                </a:moveTo>
                <a:lnTo>
                  <a:pt x="806533" y="0"/>
                </a:lnTo>
                <a:lnTo>
                  <a:pt x="293285" y="1854098"/>
                </a:lnTo>
                <a:lnTo>
                  <a:pt x="0" y="1854098"/>
                </a:lnTo>
                <a:close/>
              </a:path>
            </a:pathLst>
          </a:custGeom>
          <a:solidFill>
            <a:srgbClr val="FFFFFF">
              <a:alpha val="34000"/>
            </a:srgbClr>
          </a:solidFill>
          <a:ln>
            <a:noFill/>
          </a:ln>
        </p:spPr>
      </p:sp>
      <p:sp>
        <p:nvSpPr>
          <p:cNvPr id="121" name="!!path-30b"/>
          <p:cNvSpPr/>
          <p:nvPr/>
        </p:nvSpPr>
        <p:spPr>
          <a:xfrm>
            <a:off x="6541141" y="3495397"/>
            <a:ext cx="586569" cy="1854098"/>
          </a:xfrm>
          <a:custGeom>
            <a:avLst/>
            <a:gdLst/>
            <a:ahLst/>
            <a:cxnLst/>
            <a:rect l="l" t="t" r="r" b="b"/>
            <a:pathLst>
              <a:path w="586569" h="1854098">
                <a:moveTo>
                  <a:pt x="513248" y="0"/>
                </a:moveTo>
                <a:lnTo>
                  <a:pt x="586569" y="0"/>
                </a:lnTo>
                <a:lnTo>
                  <a:pt x="73321" y="1854098"/>
                </a:lnTo>
                <a:lnTo>
                  <a:pt x="0" y="1854098"/>
                </a:lnTo>
                <a:close/>
              </a:path>
            </a:pathLst>
          </a:custGeom>
          <a:solidFill>
            <a:srgbClr val="FFFFFF">
              <a:alpha val="28000"/>
            </a:srgbClr>
          </a:solidFill>
          <a:ln>
            <a:noFill/>
          </a:ln>
        </p:spPr>
      </p:sp>
      <p:sp>
        <p:nvSpPr>
          <p:cNvPr id="122" name="!!rect-30c"/>
          <p:cNvSpPr/>
          <p:nvPr/>
        </p:nvSpPr>
        <p:spPr>
          <a:xfrm>
            <a:off x="5761366" y="3503824"/>
            <a:ext cx="1816174" cy="1837243"/>
          </a:xfrm>
          <a:prstGeom prst="roundRect">
            <a:avLst>
              <a:gd name="adj" fmla="val 3770"/>
            </a:avLst>
          </a:prstGeom>
          <a:noFill/>
          <a:ln w="16855" cap="flat">
            <a:solidFill>
              <a:srgbClr val="FFFFFF">
                <a:alpha val="95000"/>
              </a:srgbClr>
            </a:solidFill>
            <a:prstDash val="solid"/>
            <a:miter lim="800000"/>
          </a:ln>
        </p:spPr>
      </p:sp>
      <p:sp>
        <p:nvSpPr>
          <p:cNvPr id="123" name="!!rect-30d"/>
          <p:cNvSpPr/>
          <p:nvPr/>
        </p:nvSpPr>
        <p:spPr>
          <a:xfrm>
            <a:off x="5752939" y="3495397"/>
            <a:ext cx="1833029" cy="1854098"/>
          </a:xfrm>
          <a:prstGeom prst="roundRect">
            <a:avLst>
              <a:gd name="adj" fmla="val 4023"/>
            </a:avLst>
          </a:prstGeom>
          <a:noFill/>
          <a:ln w="10535" cap="flat">
            <a:solidFill>
              <a:srgbClr val="8FA0AB">
                <a:alpha val="50000"/>
              </a:srgbClr>
            </a:solidFill>
            <a:prstDash val="solid"/>
            <a:miter lim="800000"/>
          </a:ln>
        </p:spPr>
      </p:sp>
      <p:sp>
        <p:nvSpPr>
          <p:cNvPr id="124" name="!!rect-30e"/>
          <p:cNvSpPr/>
          <p:nvPr/>
        </p:nvSpPr>
        <p:spPr>
          <a:xfrm>
            <a:off x="5868820" y="3611278"/>
            <a:ext cx="526733" cy="252832"/>
          </a:xfrm>
          <a:prstGeom prst="roundRect">
            <a:avLst>
              <a:gd name="adj" fmla="val 29167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125" name="!!text-30f" descr="A02"/>
          <p:cNvSpPr txBox="1"/>
          <p:nvPr/>
        </p:nvSpPr>
        <p:spPr>
          <a:xfrm>
            <a:off x="5997901" y="3619284"/>
            <a:ext cx="312816" cy="21355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61" b="1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A02</a:t>
            </a:r>
            <a:endParaRPr lang="zh-TW" sz="1161"/>
          </a:p>
        </p:txBody>
      </p:sp>
      <p:sp>
        <p:nvSpPr>
          <p:cNvPr id="126" name="!!rect-30m"/>
          <p:cNvSpPr/>
          <p:nvPr/>
        </p:nvSpPr>
        <p:spPr>
          <a:xfrm>
            <a:off x="4277245" y="5496980"/>
            <a:ext cx="1307140" cy="1361020"/>
          </a:xfrm>
          <a:prstGeom prst="rect">
            <a:avLst/>
          </a:prstGeom>
          <a:solidFill>
            <a:srgbClr val="D5DDE2"/>
          </a:solidFill>
          <a:ln>
            <a:noFill/>
          </a:ln>
        </p:spPr>
      </p:sp>
      <p:sp>
        <p:nvSpPr>
          <p:cNvPr id="127" name="!!path-30n"/>
          <p:cNvSpPr/>
          <p:nvPr/>
        </p:nvSpPr>
        <p:spPr>
          <a:xfrm>
            <a:off x="3751355" y="5496980"/>
            <a:ext cx="525890" cy="1361020"/>
          </a:xfrm>
          <a:custGeom>
            <a:avLst/>
            <a:gdLst/>
            <a:ahLst/>
            <a:cxnLst/>
            <a:rect l="l" t="t" r="r" b="b"/>
            <a:pathLst>
              <a:path w="525890" h="1361020">
                <a:moveTo>
                  <a:pt x="0" y="1361020"/>
                </a:moveTo>
                <a:lnTo>
                  <a:pt x="0" y="0"/>
                </a:lnTo>
                <a:lnTo>
                  <a:pt x="0" y="0"/>
                </a:lnTo>
                <a:lnTo>
                  <a:pt x="525890" y="0"/>
                </a:lnTo>
                <a:lnTo>
                  <a:pt x="525890" y="1361020"/>
                </a:lnTo>
                <a:close/>
              </a:path>
            </a:pathLst>
          </a:custGeom>
          <a:solidFill>
            <a:srgbClr val="C4CED5"/>
          </a:solidFill>
          <a:ln>
            <a:noFill/>
          </a:ln>
        </p:spPr>
      </p:sp>
      <p:sp>
        <p:nvSpPr>
          <p:cNvPr id="128" name="!!rect-30r"/>
          <p:cNvSpPr/>
          <p:nvPr/>
        </p:nvSpPr>
        <p:spPr>
          <a:xfrm>
            <a:off x="4590504" y="6146947"/>
            <a:ext cx="737426" cy="1032396"/>
          </a:xfrm>
          <a:prstGeom prst="roundRect">
            <a:avLst>
              <a:gd name="adj" fmla="val 4286"/>
            </a:avLst>
          </a:prstGeom>
          <a:gradFill rotWithShape="1">
            <a:gsLst>
              <a:gs pos="0">
                <a:srgbClr val="4D76A6"/>
              </a:gs>
              <a:gs pos="100000">
                <a:srgbClr val="32557E"/>
              </a:gs>
            </a:gsLst>
            <a:lin ang="3267739" scaled="0"/>
          </a:gradFill>
          <a:ln>
            <a:noFill/>
          </a:ln>
        </p:spPr>
      </p:sp>
      <p:sp>
        <p:nvSpPr>
          <p:cNvPr id="129" name="!!rect-30s"/>
          <p:cNvSpPr/>
          <p:nvPr/>
        </p:nvSpPr>
        <p:spPr>
          <a:xfrm>
            <a:off x="4656872" y="6146947"/>
            <a:ext cx="36871" cy="711053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</p:spPr>
      </p:sp>
      <p:sp>
        <p:nvSpPr>
          <p:cNvPr id="130" name="!!rect-30t"/>
          <p:cNvSpPr/>
          <p:nvPr/>
        </p:nvSpPr>
        <p:spPr>
          <a:xfrm>
            <a:off x="4774860" y="6332778"/>
            <a:ext cx="412958" cy="72268"/>
          </a:xfrm>
          <a:prstGeom prst="roundRect">
            <a:avLst>
              <a:gd name="adj" fmla="val 28571"/>
            </a:avLst>
          </a:prstGeom>
          <a:solidFill>
            <a:srgbClr val="E9EEF1"/>
          </a:solidFill>
          <a:ln>
            <a:noFill/>
          </a:ln>
        </p:spPr>
      </p:sp>
      <p:sp>
        <p:nvSpPr>
          <p:cNvPr id="131" name="!!rect-30u"/>
          <p:cNvSpPr/>
          <p:nvPr/>
        </p:nvSpPr>
        <p:spPr>
          <a:xfrm>
            <a:off x="4774860" y="6456666"/>
            <a:ext cx="280222" cy="46458"/>
          </a:xfrm>
          <a:prstGeom prst="roundRect">
            <a:avLst>
              <a:gd name="adj" fmla="val 44444"/>
            </a:avLst>
          </a:prstGeom>
          <a:solidFill>
            <a:srgbClr val="E9EEF1">
              <a:alpha val="72000"/>
            </a:srgbClr>
          </a:solidFill>
          <a:ln>
            <a:noFill/>
          </a:ln>
        </p:spPr>
      </p:sp>
      <p:sp>
        <p:nvSpPr>
          <p:cNvPr id="132" name="!!rect-30w"/>
          <p:cNvSpPr/>
          <p:nvPr/>
        </p:nvSpPr>
        <p:spPr>
          <a:xfrm>
            <a:off x="3751355" y="5496980"/>
            <a:ext cx="1833029" cy="927049"/>
          </a:xfrm>
          <a:prstGeom prst="rect">
            <a:avLst/>
          </a:prstGeom>
          <a:gradFill rotWithShape="1">
            <a:gsLst>
              <a:gs pos="0">
                <a:srgbClr val="0B1A26">
                  <a:alpha val="20000"/>
                </a:srgbClr>
              </a:gs>
              <a:gs pos="100000">
                <a:srgbClr val="0B1A26">
                  <a:alpha val="0"/>
                </a:srgbClr>
              </a:gs>
            </a:gsLst>
            <a:lin ang="5400000" scaled="0"/>
          </a:gradFill>
          <a:ln>
            <a:noFill/>
          </a:ln>
        </p:spPr>
      </p:sp>
      <p:sp>
        <p:nvSpPr>
          <p:cNvPr id="133" name="!!circle-30x"/>
          <p:cNvSpPr/>
          <p:nvPr/>
        </p:nvSpPr>
        <p:spPr>
          <a:xfrm>
            <a:off x="5632844" y="6293400"/>
            <a:ext cx="71636" cy="71636"/>
          </a:xfrm>
          <a:prstGeom prst="ellipse">
            <a:avLst/>
          </a:prstGeom>
          <a:solidFill>
            <a:srgbClr val="AEB9C1"/>
          </a:solidFill>
          <a:ln>
            <a:noFill/>
          </a:ln>
        </p:spPr>
      </p:sp>
      <p:sp>
        <p:nvSpPr>
          <p:cNvPr id="134" name="!!rect-30z"/>
          <p:cNvSpPr/>
          <p:nvPr/>
        </p:nvSpPr>
        <p:spPr>
          <a:xfrm>
            <a:off x="3751355" y="5496980"/>
            <a:ext cx="1833029" cy="1854098"/>
          </a:xfrm>
          <a:prstGeom prst="roundRect">
            <a:avLst>
              <a:gd name="adj" fmla="val 4023"/>
            </a:avLst>
          </a:prstGeom>
          <a:solidFill>
            <a:srgbClr val="F4F8FA">
              <a:alpha val="40000"/>
            </a:srgbClr>
          </a:solidFill>
          <a:ln>
            <a:noFill/>
          </a:ln>
        </p:spPr>
      </p:sp>
      <p:sp>
        <p:nvSpPr>
          <p:cNvPr id="135" name="!!path-310"/>
          <p:cNvSpPr/>
          <p:nvPr/>
        </p:nvSpPr>
        <p:spPr>
          <a:xfrm>
            <a:off x="4291115" y="5496980"/>
            <a:ext cx="670040" cy="1361020"/>
          </a:xfrm>
          <a:custGeom>
            <a:avLst/>
            <a:gdLst/>
            <a:ahLst/>
            <a:cxnLst/>
            <a:rect l="l" t="t" r="r" b="b"/>
            <a:pathLst>
              <a:path w="670040" h="1361020">
                <a:moveTo>
                  <a:pt x="0" y="1361020"/>
                </a:moveTo>
                <a:lnTo>
                  <a:pt x="376755" y="0"/>
                </a:lnTo>
                <a:lnTo>
                  <a:pt x="670040" y="0"/>
                </a:lnTo>
                <a:lnTo>
                  <a:pt x="293285" y="1361020"/>
                </a:lnTo>
                <a:close/>
              </a:path>
            </a:pathLst>
          </a:custGeom>
          <a:solidFill>
            <a:srgbClr val="FFFFFF">
              <a:alpha val="34000"/>
            </a:srgbClr>
          </a:solidFill>
          <a:ln>
            <a:noFill/>
          </a:ln>
        </p:spPr>
      </p:sp>
      <p:sp>
        <p:nvSpPr>
          <p:cNvPr id="136" name="!!path-311"/>
          <p:cNvSpPr/>
          <p:nvPr/>
        </p:nvSpPr>
        <p:spPr>
          <a:xfrm>
            <a:off x="4676051" y="5496980"/>
            <a:ext cx="450076" cy="1361020"/>
          </a:xfrm>
          <a:custGeom>
            <a:avLst/>
            <a:gdLst/>
            <a:ahLst/>
            <a:cxnLst/>
            <a:rect l="l" t="t" r="r" b="b"/>
            <a:pathLst>
              <a:path w="450076" h="1361020">
                <a:moveTo>
                  <a:pt x="0" y="1361020"/>
                </a:moveTo>
                <a:lnTo>
                  <a:pt x="376755" y="0"/>
                </a:lnTo>
                <a:lnTo>
                  <a:pt x="450076" y="0"/>
                </a:lnTo>
                <a:lnTo>
                  <a:pt x="73321" y="1361020"/>
                </a:lnTo>
                <a:close/>
              </a:path>
            </a:pathLst>
          </a:custGeom>
          <a:solidFill>
            <a:srgbClr val="FFFFFF">
              <a:alpha val="28000"/>
            </a:srgbClr>
          </a:solidFill>
          <a:ln>
            <a:noFill/>
          </a:ln>
        </p:spPr>
      </p:sp>
      <p:sp>
        <p:nvSpPr>
          <p:cNvPr id="137" name="!!rect-312"/>
          <p:cNvSpPr/>
          <p:nvPr/>
        </p:nvSpPr>
        <p:spPr>
          <a:xfrm>
            <a:off x="3759783" y="5505408"/>
            <a:ext cx="1816174" cy="1837243"/>
          </a:xfrm>
          <a:prstGeom prst="roundRect">
            <a:avLst>
              <a:gd name="adj" fmla="val 3770"/>
            </a:avLst>
          </a:prstGeom>
          <a:noFill/>
          <a:ln w="16855" cap="flat">
            <a:solidFill>
              <a:srgbClr val="FFFFFF">
                <a:alpha val="95000"/>
              </a:srgbClr>
            </a:solidFill>
            <a:prstDash val="solid"/>
            <a:miter lim="800000"/>
          </a:ln>
        </p:spPr>
      </p:sp>
      <p:sp>
        <p:nvSpPr>
          <p:cNvPr id="138" name="!!rect-313"/>
          <p:cNvSpPr/>
          <p:nvPr/>
        </p:nvSpPr>
        <p:spPr>
          <a:xfrm>
            <a:off x="3751355" y="5496980"/>
            <a:ext cx="1833029" cy="1854098"/>
          </a:xfrm>
          <a:prstGeom prst="roundRect">
            <a:avLst>
              <a:gd name="adj" fmla="val 4023"/>
            </a:avLst>
          </a:prstGeom>
          <a:noFill/>
          <a:ln w="10535" cap="flat">
            <a:solidFill>
              <a:srgbClr val="8FA0AB">
                <a:alpha val="50000"/>
              </a:srgbClr>
            </a:solidFill>
            <a:prstDash val="solid"/>
            <a:miter lim="800000"/>
          </a:ln>
        </p:spPr>
      </p:sp>
      <p:sp>
        <p:nvSpPr>
          <p:cNvPr id="139" name="!!rect-314"/>
          <p:cNvSpPr/>
          <p:nvPr/>
        </p:nvSpPr>
        <p:spPr>
          <a:xfrm>
            <a:off x="3867237" y="5612861"/>
            <a:ext cx="526733" cy="252832"/>
          </a:xfrm>
          <a:prstGeom prst="roundRect">
            <a:avLst>
              <a:gd name="adj" fmla="val 29167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140" name="!!text-315" descr="A03"/>
          <p:cNvSpPr txBox="1"/>
          <p:nvPr/>
        </p:nvSpPr>
        <p:spPr>
          <a:xfrm>
            <a:off x="3996318" y="5620868"/>
            <a:ext cx="312816" cy="21355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61" b="1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A03</a:t>
            </a:r>
            <a:endParaRPr lang="zh-TW" sz="1161"/>
          </a:p>
        </p:txBody>
      </p:sp>
      <p:sp>
        <p:nvSpPr>
          <p:cNvPr id="141" name="!!rect-31c"/>
          <p:cNvSpPr/>
          <p:nvPr/>
        </p:nvSpPr>
        <p:spPr>
          <a:xfrm>
            <a:off x="6278829" y="5496980"/>
            <a:ext cx="1307139" cy="1361020"/>
          </a:xfrm>
          <a:prstGeom prst="rect">
            <a:avLst/>
          </a:prstGeom>
          <a:solidFill>
            <a:srgbClr val="D5DDE2"/>
          </a:solidFill>
          <a:ln>
            <a:noFill/>
          </a:ln>
        </p:spPr>
      </p:sp>
      <p:sp>
        <p:nvSpPr>
          <p:cNvPr id="142" name="!!path-31d"/>
          <p:cNvSpPr/>
          <p:nvPr/>
        </p:nvSpPr>
        <p:spPr>
          <a:xfrm>
            <a:off x="5752939" y="5496980"/>
            <a:ext cx="525890" cy="1361020"/>
          </a:xfrm>
          <a:custGeom>
            <a:avLst/>
            <a:gdLst/>
            <a:ahLst/>
            <a:cxnLst/>
            <a:rect l="l" t="t" r="r" b="b"/>
            <a:pathLst>
              <a:path w="525890" h="1361020">
                <a:moveTo>
                  <a:pt x="0" y="1361020"/>
                </a:moveTo>
                <a:lnTo>
                  <a:pt x="0" y="0"/>
                </a:lnTo>
                <a:lnTo>
                  <a:pt x="0" y="0"/>
                </a:lnTo>
                <a:lnTo>
                  <a:pt x="525890" y="0"/>
                </a:lnTo>
                <a:lnTo>
                  <a:pt x="525890" y="1361020"/>
                </a:lnTo>
                <a:close/>
              </a:path>
            </a:pathLst>
          </a:custGeom>
          <a:solidFill>
            <a:srgbClr val="C4CED5"/>
          </a:solidFill>
          <a:ln>
            <a:noFill/>
          </a:ln>
        </p:spPr>
      </p:sp>
      <p:sp>
        <p:nvSpPr>
          <p:cNvPr id="143" name="!!rect-31h"/>
          <p:cNvSpPr/>
          <p:nvPr/>
        </p:nvSpPr>
        <p:spPr>
          <a:xfrm>
            <a:off x="6885371" y="6210155"/>
            <a:ext cx="737426" cy="969188"/>
          </a:xfrm>
          <a:prstGeom prst="roundRect">
            <a:avLst>
              <a:gd name="adj" fmla="val 4286"/>
            </a:avLst>
          </a:prstGeom>
          <a:gradFill rotWithShape="1">
            <a:gsLst>
              <a:gs pos="0">
                <a:srgbClr val="8074A4"/>
              </a:gs>
              <a:gs pos="100000">
                <a:srgbClr val="5E537D"/>
              </a:gs>
            </a:gsLst>
            <a:lin ang="3164016" scaled="0"/>
          </a:gradFill>
          <a:ln>
            <a:noFill/>
          </a:ln>
        </p:spPr>
      </p:sp>
      <p:sp>
        <p:nvSpPr>
          <p:cNvPr id="144" name="!!rect-31i"/>
          <p:cNvSpPr/>
          <p:nvPr/>
        </p:nvSpPr>
        <p:spPr>
          <a:xfrm>
            <a:off x="6951740" y="6210155"/>
            <a:ext cx="36871" cy="647845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</p:spPr>
      </p:sp>
      <p:sp>
        <p:nvSpPr>
          <p:cNvPr id="145" name="!!rect-31j"/>
          <p:cNvSpPr/>
          <p:nvPr/>
        </p:nvSpPr>
        <p:spPr>
          <a:xfrm>
            <a:off x="7069728" y="6384609"/>
            <a:ext cx="412958" cy="67843"/>
          </a:xfrm>
          <a:prstGeom prst="roundRect">
            <a:avLst>
              <a:gd name="adj" fmla="val 28571"/>
            </a:avLst>
          </a:prstGeom>
          <a:solidFill>
            <a:srgbClr val="EDE7F6"/>
          </a:solidFill>
          <a:ln>
            <a:noFill/>
          </a:ln>
        </p:spPr>
      </p:sp>
      <p:sp>
        <p:nvSpPr>
          <p:cNvPr id="146" name="!!rect-31k"/>
          <p:cNvSpPr/>
          <p:nvPr/>
        </p:nvSpPr>
        <p:spPr>
          <a:xfrm>
            <a:off x="7069728" y="6500911"/>
            <a:ext cx="280222" cy="43613"/>
          </a:xfrm>
          <a:prstGeom prst="roundRect">
            <a:avLst>
              <a:gd name="adj" fmla="val 44444"/>
            </a:avLst>
          </a:prstGeom>
          <a:solidFill>
            <a:srgbClr val="EDE7F6">
              <a:alpha val="72000"/>
            </a:srgbClr>
          </a:solidFill>
          <a:ln>
            <a:noFill/>
          </a:ln>
        </p:spPr>
      </p:sp>
      <p:sp>
        <p:nvSpPr>
          <p:cNvPr id="147" name="!!rect-31m"/>
          <p:cNvSpPr/>
          <p:nvPr/>
        </p:nvSpPr>
        <p:spPr>
          <a:xfrm>
            <a:off x="5752939" y="5496980"/>
            <a:ext cx="1833029" cy="927049"/>
          </a:xfrm>
          <a:prstGeom prst="rect">
            <a:avLst/>
          </a:prstGeom>
          <a:gradFill rotWithShape="1">
            <a:gsLst>
              <a:gs pos="0">
                <a:srgbClr val="0B1A26">
                  <a:alpha val="20000"/>
                </a:srgbClr>
              </a:gs>
              <a:gs pos="100000">
                <a:srgbClr val="0B1A26">
                  <a:alpha val="0"/>
                </a:srgbClr>
              </a:gs>
            </a:gsLst>
            <a:lin ang="5400000" scaled="0"/>
          </a:gradFill>
          <a:ln>
            <a:noFill/>
          </a:ln>
        </p:spPr>
      </p:sp>
      <p:sp>
        <p:nvSpPr>
          <p:cNvPr id="148" name="!!circle-31n"/>
          <p:cNvSpPr/>
          <p:nvPr/>
        </p:nvSpPr>
        <p:spPr>
          <a:xfrm>
            <a:off x="5632844" y="6483024"/>
            <a:ext cx="71636" cy="71636"/>
          </a:xfrm>
          <a:prstGeom prst="ellipse">
            <a:avLst/>
          </a:prstGeom>
          <a:solidFill>
            <a:srgbClr val="AEB9C1"/>
          </a:solidFill>
          <a:ln>
            <a:noFill/>
          </a:ln>
        </p:spPr>
      </p:sp>
      <p:sp>
        <p:nvSpPr>
          <p:cNvPr id="149" name="!!rect-31p"/>
          <p:cNvSpPr/>
          <p:nvPr/>
        </p:nvSpPr>
        <p:spPr>
          <a:xfrm>
            <a:off x="5752939" y="5496980"/>
            <a:ext cx="1833029" cy="1854098"/>
          </a:xfrm>
          <a:prstGeom prst="roundRect">
            <a:avLst>
              <a:gd name="adj" fmla="val 4023"/>
            </a:avLst>
          </a:prstGeom>
          <a:solidFill>
            <a:srgbClr val="F4F8FA">
              <a:alpha val="40000"/>
            </a:srgbClr>
          </a:solidFill>
          <a:ln>
            <a:noFill/>
          </a:ln>
        </p:spPr>
      </p:sp>
      <p:sp>
        <p:nvSpPr>
          <p:cNvPr id="150" name="!!path-31q"/>
          <p:cNvSpPr/>
          <p:nvPr/>
        </p:nvSpPr>
        <p:spPr>
          <a:xfrm>
            <a:off x="6292698" y="5496980"/>
            <a:ext cx="670040" cy="1361020"/>
          </a:xfrm>
          <a:custGeom>
            <a:avLst/>
            <a:gdLst/>
            <a:ahLst/>
            <a:cxnLst/>
            <a:rect l="l" t="t" r="r" b="b"/>
            <a:pathLst>
              <a:path w="670040" h="1361020">
                <a:moveTo>
                  <a:pt x="0" y="1361020"/>
                </a:moveTo>
                <a:lnTo>
                  <a:pt x="376755" y="0"/>
                </a:lnTo>
                <a:lnTo>
                  <a:pt x="670040" y="0"/>
                </a:lnTo>
                <a:lnTo>
                  <a:pt x="293285" y="1361020"/>
                </a:lnTo>
                <a:close/>
              </a:path>
            </a:pathLst>
          </a:custGeom>
          <a:solidFill>
            <a:srgbClr val="FFFFFF">
              <a:alpha val="34000"/>
            </a:srgbClr>
          </a:solidFill>
          <a:ln>
            <a:noFill/>
          </a:ln>
        </p:spPr>
      </p:sp>
      <p:sp>
        <p:nvSpPr>
          <p:cNvPr id="151" name="!!path-31r"/>
          <p:cNvSpPr/>
          <p:nvPr/>
        </p:nvSpPr>
        <p:spPr>
          <a:xfrm>
            <a:off x="6677635" y="5496980"/>
            <a:ext cx="450076" cy="1361020"/>
          </a:xfrm>
          <a:custGeom>
            <a:avLst/>
            <a:gdLst/>
            <a:ahLst/>
            <a:cxnLst/>
            <a:rect l="l" t="t" r="r" b="b"/>
            <a:pathLst>
              <a:path w="450076" h="1361020">
                <a:moveTo>
                  <a:pt x="0" y="1361020"/>
                </a:moveTo>
                <a:lnTo>
                  <a:pt x="376755" y="0"/>
                </a:lnTo>
                <a:lnTo>
                  <a:pt x="450076" y="0"/>
                </a:lnTo>
                <a:lnTo>
                  <a:pt x="73321" y="1361020"/>
                </a:lnTo>
                <a:close/>
              </a:path>
            </a:pathLst>
          </a:custGeom>
          <a:solidFill>
            <a:srgbClr val="FFFFFF">
              <a:alpha val="28000"/>
            </a:srgbClr>
          </a:solidFill>
          <a:ln>
            <a:noFill/>
          </a:ln>
        </p:spPr>
      </p:sp>
      <p:sp>
        <p:nvSpPr>
          <p:cNvPr id="152" name="!!rect-31s"/>
          <p:cNvSpPr/>
          <p:nvPr/>
        </p:nvSpPr>
        <p:spPr>
          <a:xfrm>
            <a:off x="5761366" y="5505408"/>
            <a:ext cx="1816174" cy="1837243"/>
          </a:xfrm>
          <a:prstGeom prst="roundRect">
            <a:avLst>
              <a:gd name="adj" fmla="val 3770"/>
            </a:avLst>
          </a:prstGeom>
          <a:noFill/>
          <a:ln w="16855" cap="flat">
            <a:solidFill>
              <a:srgbClr val="FFFFFF">
                <a:alpha val="95000"/>
              </a:srgbClr>
            </a:solidFill>
            <a:prstDash val="solid"/>
            <a:miter lim="800000"/>
          </a:ln>
        </p:spPr>
      </p:sp>
      <p:sp>
        <p:nvSpPr>
          <p:cNvPr id="153" name="!!rect-31t"/>
          <p:cNvSpPr/>
          <p:nvPr/>
        </p:nvSpPr>
        <p:spPr>
          <a:xfrm>
            <a:off x="5752939" y="5496980"/>
            <a:ext cx="1833029" cy="1854098"/>
          </a:xfrm>
          <a:prstGeom prst="roundRect">
            <a:avLst>
              <a:gd name="adj" fmla="val 4023"/>
            </a:avLst>
          </a:prstGeom>
          <a:noFill/>
          <a:ln w="10535" cap="flat">
            <a:solidFill>
              <a:srgbClr val="8FA0AB">
                <a:alpha val="50000"/>
              </a:srgbClr>
            </a:solidFill>
            <a:prstDash val="solid"/>
            <a:miter lim="800000"/>
          </a:ln>
        </p:spPr>
      </p:sp>
      <p:sp>
        <p:nvSpPr>
          <p:cNvPr id="154" name="!!rect-31u"/>
          <p:cNvSpPr/>
          <p:nvPr/>
        </p:nvSpPr>
        <p:spPr>
          <a:xfrm>
            <a:off x="5868820" y="5612861"/>
            <a:ext cx="526733" cy="252832"/>
          </a:xfrm>
          <a:prstGeom prst="roundRect">
            <a:avLst>
              <a:gd name="adj" fmla="val 29167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155" name="!!text-31v" descr="A04"/>
          <p:cNvSpPr txBox="1"/>
          <p:nvPr/>
        </p:nvSpPr>
        <p:spPr>
          <a:xfrm>
            <a:off x="5997901" y="5620868"/>
            <a:ext cx="312816" cy="21355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61" b="1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A04</a:t>
            </a:r>
            <a:endParaRPr lang="zh-TW" sz="1161"/>
          </a:p>
        </p:txBody>
      </p:sp>
      <p:sp>
        <p:nvSpPr>
          <p:cNvPr id="156" name="!!text-6rd" descr="存書流程"/>
          <p:cNvSpPr txBox="1"/>
          <p:nvPr/>
        </p:nvSpPr>
        <p:spPr>
          <a:xfrm>
            <a:off x="711200" y="636016"/>
            <a:ext cx="710184" cy="2206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00" b="1" kern="0" spc="144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存書流</a:t>
            </a:r>
            <a:r>
              <a:rPr lang="zh-TW" altLang="en-US" sz="12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程</a:t>
            </a:r>
            <a:endParaRPr lang="zh-TW" sz="1200"/>
          </a:p>
        </p:txBody>
      </p:sp>
      <p:sp>
        <p:nvSpPr>
          <p:cNvPr id="157" name="!!circle-6rk"/>
          <p:cNvSpPr/>
          <p:nvPr/>
        </p:nvSpPr>
        <p:spPr>
          <a:xfrm>
            <a:off x="1568450" y="730250"/>
            <a:ext cx="63500" cy="63500"/>
          </a:xfrm>
          <a:prstGeom prst="ellipse">
            <a:avLst/>
          </a:prstGeom>
          <a:solidFill>
            <a:srgbClr val="E3E7EA"/>
          </a:solidFill>
          <a:ln>
            <a:noFill/>
          </a:ln>
        </p:spPr>
      </p:sp>
      <p:sp>
        <p:nvSpPr>
          <p:cNvPr id="158" name="!!circle-6rl"/>
          <p:cNvSpPr/>
          <p:nvPr/>
        </p:nvSpPr>
        <p:spPr>
          <a:xfrm>
            <a:off x="1568450" y="730250"/>
            <a:ext cx="63500" cy="63500"/>
          </a:xfrm>
          <a:prstGeom prst="ellipse">
            <a:avLst/>
          </a:prstGeom>
          <a:solidFill>
            <a:srgbClr val="627D8D"/>
          </a:solidFill>
          <a:ln>
            <a:noFill/>
          </a:ln>
        </p:spPr>
      </p:sp>
      <p:sp>
        <p:nvSpPr>
          <p:cNvPr id="159" name="!!circle-6rq"/>
          <p:cNvSpPr/>
          <p:nvPr/>
        </p:nvSpPr>
        <p:spPr>
          <a:xfrm>
            <a:off x="1733550" y="730250"/>
            <a:ext cx="63500" cy="63500"/>
          </a:xfrm>
          <a:prstGeom prst="ellipse">
            <a:avLst/>
          </a:prstGeom>
          <a:solidFill>
            <a:srgbClr val="E3E7EA"/>
          </a:solidFill>
          <a:ln>
            <a:noFill/>
          </a:ln>
        </p:spPr>
      </p:sp>
      <p:sp>
        <p:nvSpPr>
          <p:cNvPr id="160" name="!!circle-6rr"/>
          <p:cNvSpPr/>
          <p:nvPr/>
        </p:nvSpPr>
        <p:spPr>
          <a:xfrm>
            <a:off x="1733550" y="730250"/>
            <a:ext cx="63500" cy="63500"/>
          </a:xfrm>
          <a:prstGeom prst="ellipse">
            <a:avLst/>
          </a:prstGeom>
          <a:solidFill>
            <a:srgbClr val="627D8D"/>
          </a:solidFill>
          <a:ln>
            <a:noFill/>
          </a:ln>
        </p:spPr>
      </p:sp>
      <p:sp>
        <p:nvSpPr>
          <p:cNvPr id="161" name="!!circle-6rw"/>
          <p:cNvSpPr/>
          <p:nvPr/>
        </p:nvSpPr>
        <p:spPr>
          <a:xfrm>
            <a:off x="1898650" y="730250"/>
            <a:ext cx="63500" cy="63500"/>
          </a:xfrm>
          <a:prstGeom prst="ellipse">
            <a:avLst/>
          </a:prstGeom>
          <a:solidFill>
            <a:srgbClr val="E3E7EA"/>
          </a:solidFill>
          <a:ln>
            <a:noFill/>
          </a:ln>
        </p:spPr>
      </p:sp>
      <p:sp>
        <p:nvSpPr>
          <p:cNvPr id="162" name="!!circle-6rx"/>
          <p:cNvSpPr/>
          <p:nvPr/>
        </p:nvSpPr>
        <p:spPr>
          <a:xfrm>
            <a:off x="1898650" y="730250"/>
            <a:ext cx="63500" cy="63500"/>
          </a:xfrm>
          <a:prstGeom prst="ellipse">
            <a:avLst/>
          </a:prstGeom>
          <a:solidFill>
            <a:srgbClr val="627D8D"/>
          </a:solidFill>
          <a:ln>
            <a:noFill/>
          </a:ln>
        </p:spPr>
      </p:sp>
      <p:sp>
        <p:nvSpPr>
          <p:cNvPr id="163" name="!!circle-6s2"/>
          <p:cNvSpPr/>
          <p:nvPr/>
        </p:nvSpPr>
        <p:spPr>
          <a:xfrm>
            <a:off x="2063750" y="730250"/>
            <a:ext cx="63500" cy="63500"/>
          </a:xfrm>
          <a:prstGeom prst="ellipse">
            <a:avLst/>
          </a:prstGeom>
          <a:solidFill>
            <a:srgbClr val="E3E7EA"/>
          </a:solidFill>
          <a:ln>
            <a:noFill/>
          </a:ln>
        </p:spPr>
      </p:sp>
      <p:sp>
        <p:nvSpPr>
          <p:cNvPr id="164" name="!!text-6uv" descr="03"/>
          <p:cNvSpPr txBox="1"/>
          <p:nvPr/>
        </p:nvSpPr>
        <p:spPr>
          <a:xfrm>
            <a:off x="698500" y="904748"/>
            <a:ext cx="619963" cy="66202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3600" kern="0" dirty="0">
                <a:solidFill>
                  <a:srgbClr val="627D8D"/>
                </a:solidFill>
                <a:latin typeface="Noto Sans TC ExtraLight"/>
                <a:ea typeface="Noto Sans TC ExtraLight"/>
                <a:cs typeface="Noto Sans TC ExtraLight"/>
              </a:rPr>
              <a:t>03</a:t>
            </a:r>
            <a:endParaRPr lang="zh-TW" sz="3600"/>
          </a:p>
        </p:txBody>
      </p:sp>
      <p:sp>
        <p:nvSpPr>
          <p:cNvPr id="165" name="!!text-6uy" descr="開門"/>
          <p:cNvSpPr txBox="1"/>
          <p:nvPr/>
        </p:nvSpPr>
        <p:spPr>
          <a:xfrm>
            <a:off x="1321003" y="904748"/>
            <a:ext cx="1051560" cy="66202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3600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開門</a:t>
            </a:r>
            <a:endParaRPr lang="zh-TW" sz="3600"/>
          </a:p>
        </p:txBody>
      </p:sp>
      <p:sp>
        <p:nvSpPr>
          <p:cNvPr id="166" name="!!text-6v5" descr="只開啟指定的櫃門，倒數 30 秒內放入書籍。"/>
          <p:cNvSpPr txBox="1"/>
          <p:nvPr/>
        </p:nvSpPr>
        <p:spPr>
          <a:xfrm>
            <a:off x="698500" y="1620520"/>
            <a:ext cx="3789045" cy="27584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500" kern="0" dirty="0">
                <a:solidFill>
                  <a:srgbClr val="3F4A54"/>
                </a:solidFill>
                <a:latin typeface="Noto Sans TC Medium"/>
                <a:ea typeface="Noto Sans TC Medium"/>
                <a:cs typeface="Noto Sans TC Medium"/>
              </a:rPr>
              <a:t>只開啟指定的櫃門，倒數 30 秒內放入書籍。</a:t>
            </a:r>
            <a:endParaRPr lang="zh-TW" sz="1500"/>
          </a:p>
        </p:txBody>
      </p:sp>
      <p:sp>
        <p:nvSpPr>
          <p:cNvPr id="167" name="!!rect-70h"/>
          <p:cNvSpPr/>
          <p:nvPr/>
        </p:nvSpPr>
        <p:spPr>
          <a:xfrm>
            <a:off x="8521700" y="660400"/>
            <a:ext cx="2933700" cy="6121400"/>
          </a:xfrm>
          <a:prstGeom prst="roundRect">
            <a:avLst>
              <a:gd name="adj" fmla="val 18020"/>
            </a:avLst>
          </a:prstGeom>
          <a:solidFill>
            <a:srgbClr val="0B1A26">
              <a:alpha val="30000"/>
            </a:srgbClr>
          </a:solidFill>
          <a:ln>
            <a:noFill/>
          </a:ln>
          <a:effectLst>
            <a:softEdge rad="474980"/>
          </a:effectLst>
        </p:spPr>
      </p:sp>
      <p:sp>
        <p:nvSpPr>
          <p:cNvPr id="168" name="!!rect-70i"/>
          <p:cNvSpPr/>
          <p:nvPr/>
        </p:nvSpPr>
        <p:spPr>
          <a:xfrm>
            <a:off x="8591550" y="527050"/>
            <a:ext cx="2794000" cy="5829300"/>
          </a:xfrm>
          <a:prstGeom prst="roundRect">
            <a:avLst>
              <a:gd name="adj" fmla="val 16825"/>
            </a:avLst>
          </a:prstGeom>
          <a:solidFill>
            <a:srgbClr val="0B1A26">
              <a:alpha val="16000"/>
            </a:srgbClr>
          </a:solidFill>
          <a:ln>
            <a:noFill/>
          </a:ln>
          <a:effectLst>
            <a:softEdge rad="125730"/>
          </a:effectLst>
        </p:spPr>
      </p:sp>
      <p:sp>
        <p:nvSpPr>
          <p:cNvPr id="169" name="!!rect-70j"/>
          <p:cNvSpPr/>
          <p:nvPr/>
        </p:nvSpPr>
        <p:spPr>
          <a:xfrm>
            <a:off x="8590280" y="1676400"/>
            <a:ext cx="31750" cy="2159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170" name="!!rect-70k"/>
          <p:cNvSpPr/>
          <p:nvPr/>
        </p:nvSpPr>
        <p:spPr>
          <a:xfrm>
            <a:off x="8590280" y="2108200"/>
            <a:ext cx="31750" cy="4064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171" name="!!rect-70l"/>
          <p:cNvSpPr/>
          <p:nvPr/>
        </p:nvSpPr>
        <p:spPr>
          <a:xfrm>
            <a:off x="8590280" y="2603500"/>
            <a:ext cx="31750" cy="4064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172" name="!!rect-70m"/>
          <p:cNvSpPr/>
          <p:nvPr/>
        </p:nvSpPr>
        <p:spPr>
          <a:xfrm>
            <a:off x="11355070" y="2260600"/>
            <a:ext cx="31750" cy="6350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173" name="!!rect-70n"/>
          <p:cNvSpPr/>
          <p:nvPr/>
        </p:nvSpPr>
        <p:spPr>
          <a:xfrm>
            <a:off x="11357610" y="4114800"/>
            <a:ext cx="25400" cy="419100"/>
          </a:xfrm>
          <a:prstGeom prst="roundRect">
            <a:avLst>
              <a:gd name="adj" fmla="val 50000"/>
            </a:avLst>
          </a:prstGeom>
          <a:solidFill>
            <a:srgbClr val="8795A0"/>
          </a:solidFill>
          <a:ln>
            <a:noFill/>
          </a:ln>
        </p:spPr>
      </p:sp>
      <p:sp>
        <p:nvSpPr>
          <p:cNvPr id="174" name="!!rect-70o"/>
          <p:cNvSpPr/>
          <p:nvPr/>
        </p:nvSpPr>
        <p:spPr>
          <a:xfrm>
            <a:off x="8610600" y="508000"/>
            <a:ext cx="2755900" cy="5753100"/>
          </a:xfrm>
          <a:prstGeom prst="roundRect">
            <a:avLst>
              <a:gd name="adj" fmla="val 16359"/>
            </a:avLst>
          </a:prstGeom>
          <a:gradFill rotWithShape="1">
            <a:gsLst>
              <a:gs pos="0">
                <a:srgbClr val="FBFCFD"/>
              </a:gs>
              <a:gs pos="18000">
                <a:srgbClr val="DDE5EB"/>
              </a:gs>
              <a:gs pos="46000">
                <a:srgbClr val="B4C2CC"/>
              </a:gs>
              <a:gs pos="62000">
                <a:srgbClr val="D3DCE3"/>
              </a:gs>
              <a:gs pos="84000">
                <a:srgbClr val="A9B8C3"/>
              </a:gs>
              <a:gs pos="100000">
                <a:srgbClr val="E8EEF2"/>
              </a:gs>
              <a:gs pos="100000">
                <a:srgbClr val="E8EEF2"/>
              </a:gs>
            </a:gsLst>
            <a:lin ang="3864255" scaled="0"/>
          </a:gradFill>
          <a:ln>
            <a:noFill/>
          </a:ln>
        </p:spPr>
      </p:sp>
      <p:sp>
        <p:nvSpPr>
          <p:cNvPr id="175" name="!!rect-70p"/>
          <p:cNvSpPr/>
          <p:nvPr/>
        </p:nvSpPr>
        <p:spPr>
          <a:xfrm>
            <a:off x="8614410" y="511810"/>
            <a:ext cx="2748280" cy="5745480"/>
          </a:xfrm>
          <a:prstGeom prst="roundRect">
            <a:avLst>
              <a:gd name="adj" fmla="val 16266"/>
            </a:avLst>
          </a:prstGeom>
          <a:noFill/>
          <a:ln w="7620" cap="flat">
            <a:solidFill>
              <a:srgbClr val="7F8F9B">
                <a:alpha val="55000"/>
              </a:srgbClr>
            </a:solidFill>
            <a:prstDash val="solid"/>
            <a:miter lim="800000"/>
          </a:ln>
        </p:spPr>
      </p:sp>
      <p:sp>
        <p:nvSpPr>
          <p:cNvPr id="176" name="!!rect-70q"/>
          <p:cNvSpPr/>
          <p:nvPr/>
        </p:nvSpPr>
        <p:spPr>
          <a:xfrm>
            <a:off x="8637270" y="534670"/>
            <a:ext cx="2702560" cy="5699760"/>
          </a:xfrm>
          <a:prstGeom prst="roundRect">
            <a:avLst>
              <a:gd name="adj" fmla="val 15695"/>
            </a:avLst>
          </a:prstGeom>
          <a:noFill/>
          <a:ln w="8890" cap="flat">
            <a:solidFill>
              <a:srgbClr val="FFFFFF">
                <a:alpha val="75000"/>
              </a:srgbClr>
            </a:solidFill>
            <a:prstDash val="solid"/>
            <a:miter lim="800000"/>
          </a:ln>
        </p:spPr>
      </p:sp>
      <p:sp>
        <p:nvSpPr>
          <p:cNvPr id="177" name="!!rect-70r"/>
          <p:cNvSpPr/>
          <p:nvPr/>
        </p:nvSpPr>
        <p:spPr>
          <a:xfrm>
            <a:off x="8664575" y="561975"/>
            <a:ext cx="2647950" cy="5645150"/>
          </a:xfrm>
          <a:prstGeom prst="roundRect">
            <a:avLst>
              <a:gd name="adj" fmla="val 14988"/>
            </a:avLst>
          </a:prstGeom>
          <a:solidFill>
            <a:srgbClr val="050608"/>
          </a:solidFill>
          <a:ln>
            <a:noFill/>
          </a:ln>
        </p:spPr>
      </p:sp>
      <p:sp>
        <p:nvSpPr>
          <p:cNvPr id="178" name="!!rect-70t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solidFill>
            <a:srgbClr val="F3F5F7"/>
          </a:solidFill>
          <a:ln>
            <a:noFill/>
          </a:ln>
        </p:spPr>
      </p:sp>
      <p:sp>
        <p:nvSpPr>
          <p:cNvPr id="179" name="!!rect-7bp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solidFill>
            <a:srgbClr val="F3F5F7"/>
          </a:solidFill>
          <a:ln>
            <a:noFill/>
          </a:ln>
        </p:spPr>
      </p:sp>
      <p:sp>
        <p:nvSpPr>
          <p:cNvPr id="180" name="!!circle-7bq"/>
          <p:cNvSpPr/>
          <p:nvPr/>
        </p:nvSpPr>
        <p:spPr>
          <a:xfrm>
            <a:off x="9607550" y="1517650"/>
            <a:ext cx="762000" cy="762000"/>
          </a:xfrm>
          <a:prstGeom prst="ellipse">
            <a:avLst/>
          </a:prstGeom>
          <a:noFill/>
          <a:ln w="50800" cap="flat">
            <a:solidFill>
              <a:srgbClr val="627D8D">
                <a:alpha val="14000"/>
              </a:srgbClr>
            </a:solidFill>
            <a:prstDash val="solid"/>
            <a:miter lim="800000"/>
          </a:ln>
        </p:spPr>
      </p:sp>
      <p:sp>
        <p:nvSpPr>
          <p:cNvPr id="181" name="!!circle-7br"/>
          <p:cNvSpPr/>
          <p:nvPr/>
        </p:nvSpPr>
        <p:spPr>
          <a:xfrm>
            <a:off x="9607550" y="151765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 fill="none">
                <a:moveTo>
                  <a:pt x="381000" y="0"/>
                </a:moveTo>
                <a:cubicBezTo>
                  <a:pt x="591420" y="0"/>
                  <a:pt x="762000" y="170580"/>
                  <a:pt x="762000" y="381000"/>
                </a:cubicBezTo>
                <a:cubicBezTo>
                  <a:pt x="762000" y="591420"/>
                  <a:pt x="591420" y="762000"/>
                  <a:pt x="381000" y="762000"/>
                </a:cubicBezTo>
                <a:cubicBezTo>
                  <a:pt x="170580" y="762000"/>
                  <a:pt x="0" y="591420"/>
                  <a:pt x="0" y="381000"/>
                </a:cubicBezTo>
                <a:cubicBezTo>
                  <a:pt x="0" y="170580"/>
                  <a:pt x="170580" y="0"/>
                  <a:pt x="381000" y="0"/>
                </a:cubicBezTo>
                <a:close/>
              </a:path>
            </a:pathLst>
          </a:custGeom>
          <a:noFill/>
          <a:ln w="50800" cap="flat">
            <a:solidFill>
              <a:srgbClr val="627D8D"/>
            </a:solidFill>
            <a:custDash>
              <a:ds d="4712388" sp="4712388"/>
            </a:custDash>
            <a:miter lim="800000"/>
          </a:ln>
        </p:spPr>
      </p:sp>
      <p:sp>
        <p:nvSpPr>
          <p:cNvPr id="182" name="!!text-7cu" descr="0:25"/>
          <p:cNvSpPr txBox="1"/>
          <p:nvPr/>
        </p:nvSpPr>
        <p:spPr>
          <a:xfrm>
            <a:off x="9771634" y="1732788"/>
            <a:ext cx="494792" cy="2942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600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0:25</a:t>
            </a:r>
            <a:endParaRPr lang="zh-TW" sz="1600"/>
          </a:p>
        </p:txBody>
      </p:sp>
      <p:sp>
        <p:nvSpPr>
          <p:cNvPr id="183" name="!!text-7cz" descr="櫃門已開啟"/>
          <p:cNvSpPr txBox="1"/>
          <p:nvPr/>
        </p:nvSpPr>
        <p:spPr>
          <a:xfrm>
            <a:off x="9671050" y="2411730"/>
            <a:ext cx="673100" cy="18389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櫃門已開啟</a:t>
            </a:r>
            <a:endParaRPr lang="zh-TW" sz="1000"/>
          </a:p>
        </p:txBody>
      </p:sp>
      <p:sp>
        <p:nvSpPr>
          <p:cNvPr id="184" name="!!rect-7d5"/>
          <p:cNvSpPr/>
          <p:nvPr/>
        </p:nvSpPr>
        <p:spPr>
          <a:xfrm>
            <a:off x="8813800" y="2686050"/>
            <a:ext cx="2349500" cy="774700"/>
          </a:xfrm>
          <a:prstGeom prst="roundRect">
            <a:avLst>
              <a:gd name="adj" fmla="val 13115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85" name="!!text-7d6" descr="請將下列書籍放入櫃門 A01"/>
          <p:cNvSpPr txBox="1"/>
          <p:nvPr/>
        </p:nvSpPr>
        <p:spPr>
          <a:xfrm>
            <a:off x="8915400" y="2752344"/>
            <a:ext cx="1254557" cy="14711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請將下列書籍放入櫃門 A01</a:t>
            </a:r>
            <a:endParaRPr lang="zh-TW" sz="800"/>
          </a:p>
        </p:txBody>
      </p:sp>
      <p:sp>
        <p:nvSpPr>
          <p:cNvPr id="186" name="!!rect-7dk"/>
          <p:cNvSpPr/>
          <p:nvPr/>
        </p:nvSpPr>
        <p:spPr>
          <a:xfrm>
            <a:off x="8915400" y="2959100"/>
            <a:ext cx="2146300" cy="6350"/>
          </a:xfrm>
          <a:prstGeom prst="rect">
            <a:avLst/>
          </a:prstGeom>
          <a:solidFill>
            <a:srgbClr val="E8EBEE"/>
          </a:solidFill>
          <a:ln>
            <a:noFill/>
          </a:ln>
        </p:spPr>
      </p:sp>
      <p:sp>
        <p:nvSpPr>
          <p:cNvPr id="187" name="!!rect-7dm"/>
          <p:cNvSpPr/>
          <p:nvPr/>
        </p:nvSpPr>
        <p:spPr>
          <a:xfrm>
            <a:off x="8915400" y="3028950"/>
            <a:ext cx="254000" cy="34290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5D856F"/>
              </a:gs>
              <a:gs pos="100000">
                <a:srgbClr val="3F624F"/>
              </a:gs>
            </a:gsLst>
            <a:lin ang="3208269" scaled="0"/>
          </a:gradFill>
          <a:ln>
            <a:noFill/>
          </a:ln>
        </p:spPr>
      </p:sp>
      <p:sp>
        <p:nvSpPr>
          <p:cNvPr id="188" name="!!rect-7dn"/>
          <p:cNvSpPr/>
          <p:nvPr/>
        </p:nvSpPr>
        <p:spPr>
          <a:xfrm>
            <a:off x="8938260" y="3028950"/>
            <a:ext cx="12700" cy="342900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</p:spPr>
      </p:sp>
      <p:sp>
        <p:nvSpPr>
          <p:cNvPr id="189" name="!!rect-7do"/>
          <p:cNvSpPr/>
          <p:nvPr/>
        </p:nvSpPr>
        <p:spPr>
          <a:xfrm>
            <a:off x="8978900" y="3090672"/>
            <a:ext cx="142240" cy="24003"/>
          </a:xfrm>
          <a:prstGeom prst="roundRect">
            <a:avLst>
              <a:gd name="adj" fmla="val 28571"/>
            </a:avLst>
          </a:prstGeom>
          <a:solidFill>
            <a:srgbClr val="E7D9B8"/>
          </a:solidFill>
          <a:ln>
            <a:noFill/>
          </a:ln>
        </p:spPr>
      </p:sp>
      <p:sp>
        <p:nvSpPr>
          <p:cNvPr id="190" name="!!rect-7dp"/>
          <p:cNvSpPr/>
          <p:nvPr/>
        </p:nvSpPr>
        <p:spPr>
          <a:xfrm>
            <a:off x="8978900" y="3131820"/>
            <a:ext cx="96520" cy="15431"/>
          </a:xfrm>
          <a:prstGeom prst="roundRect">
            <a:avLst>
              <a:gd name="adj" fmla="val 44444"/>
            </a:avLst>
          </a:prstGeom>
          <a:solidFill>
            <a:srgbClr val="E7D9B8">
              <a:alpha val="72000"/>
            </a:srgbClr>
          </a:solidFill>
          <a:ln>
            <a:noFill/>
          </a:ln>
        </p:spPr>
      </p:sp>
      <p:sp>
        <p:nvSpPr>
          <p:cNvPr id="191" name="!!rect-7dq"/>
          <p:cNvSpPr/>
          <p:nvPr/>
        </p:nvSpPr>
        <p:spPr>
          <a:xfrm>
            <a:off x="8978900" y="3303270"/>
            <a:ext cx="71120" cy="13716"/>
          </a:xfrm>
          <a:prstGeom prst="roundRect">
            <a:avLst>
              <a:gd name="adj" fmla="val 50000"/>
            </a:avLst>
          </a:prstGeom>
          <a:solidFill>
            <a:srgbClr val="E7D9B8">
              <a:alpha val="55000"/>
            </a:srgbClr>
          </a:solidFill>
          <a:ln>
            <a:noFill/>
          </a:ln>
        </p:spPr>
      </p:sp>
      <p:sp>
        <p:nvSpPr>
          <p:cNvPr id="192" name="!!text-7dr" descr="統計學概論"/>
          <p:cNvSpPr txBox="1"/>
          <p:nvPr/>
        </p:nvSpPr>
        <p:spPr>
          <a:xfrm>
            <a:off x="9245600" y="3129026"/>
            <a:ext cx="471170" cy="12872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00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統計學概論</a:t>
            </a:r>
            <a:endParaRPr lang="zh-TW" sz="700"/>
          </a:p>
        </p:txBody>
      </p:sp>
      <p:sp>
        <p:nvSpPr>
          <p:cNvPr id="193" name="!!rect-7dy"/>
          <p:cNvSpPr/>
          <p:nvPr/>
        </p:nvSpPr>
        <p:spPr>
          <a:xfrm>
            <a:off x="8813800" y="3536950"/>
            <a:ext cx="2349500" cy="374650"/>
          </a:xfrm>
          <a:prstGeom prst="roundRect">
            <a:avLst>
              <a:gd name="adj" fmla="val 20339"/>
            </a:avLst>
          </a:prstGeom>
          <a:solidFill>
            <a:srgbClr val="627D8D">
              <a:alpha val="10000"/>
            </a:srgbClr>
          </a:solidFill>
          <a:ln>
            <a:noFill/>
          </a:ln>
        </p:spPr>
      </p:sp>
      <p:sp>
        <p:nvSpPr>
          <p:cNvPr id="194" name="!!path-7dz"/>
          <p:cNvSpPr/>
          <p:nvPr/>
        </p:nvSpPr>
        <p:spPr>
          <a:xfrm>
            <a:off x="8899525" y="361632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42863" y="23813"/>
                </a:moveTo>
                <a:lnTo>
                  <a:pt x="52388" y="23813"/>
                </a:lnTo>
                <a:lnTo>
                  <a:pt x="52388" y="33338"/>
                </a:lnTo>
                <a:lnTo>
                  <a:pt x="42863" y="33338"/>
                </a:lnTo>
                <a:close/>
                <a:moveTo>
                  <a:pt x="42863" y="42863"/>
                </a:moveTo>
                <a:lnTo>
                  <a:pt x="52388" y="42863"/>
                </a:lnTo>
                <a:lnTo>
                  <a:pt x="52388" y="71438"/>
                </a:lnTo>
                <a:lnTo>
                  <a:pt x="42863" y="71438"/>
                </a:lnTo>
                <a:close/>
                <a:moveTo>
                  <a:pt x="47625" y="0"/>
                </a:moveTo>
                <a:cubicBezTo>
                  <a:pt x="21336" y="0"/>
                  <a:pt x="0" y="21336"/>
                  <a:pt x="0" y="47625"/>
                </a:cubicBezTo>
                <a:cubicBezTo>
                  <a:pt x="0" y="73914"/>
                  <a:pt x="21336" y="95250"/>
                  <a:pt x="47625" y="95250"/>
                </a:cubicBezTo>
                <a:cubicBezTo>
                  <a:pt x="73914" y="95250"/>
                  <a:pt x="95250" y="73914"/>
                  <a:pt x="95250" y="47625"/>
                </a:cubicBezTo>
                <a:cubicBezTo>
                  <a:pt x="95250" y="21336"/>
                  <a:pt x="73914" y="0"/>
                  <a:pt x="47625" y="0"/>
                </a:cubicBezTo>
                <a:close/>
                <a:moveTo>
                  <a:pt x="47625" y="85725"/>
                </a:moveTo>
                <a:cubicBezTo>
                  <a:pt x="26622" y="85725"/>
                  <a:pt x="9525" y="68628"/>
                  <a:pt x="9525" y="47625"/>
                </a:cubicBezTo>
                <a:cubicBezTo>
                  <a:pt x="9525" y="26622"/>
                  <a:pt x="26622" y="9525"/>
                  <a:pt x="47625" y="9525"/>
                </a:cubicBezTo>
                <a:cubicBezTo>
                  <a:pt x="68628" y="9525"/>
                  <a:pt x="85725" y="26622"/>
                  <a:pt x="85725" y="47625"/>
                </a:cubicBezTo>
                <a:cubicBezTo>
                  <a:pt x="85725" y="68628"/>
                  <a:pt x="68628" y="85725"/>
                  <a:pt x="47625" y="85725"/>
                </a:cubicBez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195" name="!!text-7e0" descr="如需取消，請於關上櫃門前按「取消」。"/>
          <p:cNvSpPr txBox="1"/>
          <p:nvPr/>
        </p:nvSpPr>
        <p:spPr>
          <a:xfrm>
            <a:off x="9055100" y="3596767"/>
            <a:ext cx="1428115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如需取消，請於關上櫃門前</a:t>
            </a:r>
            <a:r>
              <a:rPr lang="zh-TW" altLang="en-US" sz="650" kern="0" spc="-325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按</a:t>
            </a:r>
            <a:r>
              <a:rPr lang="zh-TW" altLang="en-US" sz="650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「取消</a:t>
            </a:r>
            <a:r>
              <a:rPr lang="zh-TW" altLang="en-US" sz="650" kern="0" spc="-325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」</a:t>
            </a:r>
            <a:r>
              <a:rPr lang="zh-TW" altLang="en-US" sz="650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。</a:t>
            </a:r>
            <a:endParaRPr lang="zh-TW" sz="650"/>
          </a:p>
        </p:txBody>
      </p:sp>
      <p:sp>
        <p:nvSpPr>
          <p:cNvPr id="196" name="!!text-7ej" descr="倒數結束時將自動完成。"/>
          <p:cNvSpPr txBox="1"/>
          <p:nvPr/>
        </p:nvSpPr>
        <p:spPr>
          <a:xfrm>
            <a:off x="9055100" y="3720592"/>
            <a:ext cx="932815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倒數結束時將自動完成。</a:t>
            </a:r>
            <a:endParaRPr lang="zh-TW" sz="650"/>
          </a:p>
        </p:txBody>
      </p:sp>
      <p:sp>
        <p:nvSpPr>
          <p:cNvPr id="197" name="!!path-7ew"/>
          <p:cNvSpPr/>
          <p:nvPr/>
        </p:nvSpPr>
        <p:spPr>
          <a:xfrm>
            <a:off x="8712200" y="5085080"/>
            <a:ext cx="2552700" cy="1028700"/>
          </a:xfrm>
          <a:custGeom>
            <a:avLst/>
            <a:gdLst/>
            <a:ahLst/>
            <a:cxnLst/>
            <a:rect l="l" t="t" r="r" b="b"/>
            <a:pathLst>
              <a:path w="2552700" h="1028700">
                <a:moveTo>
                  <a:pt x="155217" y="1015561"/>
                </a:moveTo>
                <a:lnTo>
                  <a:pt x="102293" y="972127"/>
                </a:lnTo>
                <a:lnTo>
                  <a:pt x="58859" y="919203"/>
                </a:lnTo>
                <a:lnTo>
                  <a:pt x="26585" y="858822"/>
                </a:lnTo>
                <a:lnTo>
                  <a:pt x="6711" y="793305"/>
                </a:lnTo>
                <a:lnTo>
                  <a:pt x="0" y="725170"/>
                </a:lnTo>
                <a:lnTo>
                  <a:pt x="0" y="152400"/>
                </a:lnTo>
                <a:lnTo>
                  <a:pt x="1058" y="128058"/>
                </a:lnTo>
                <a:lnTo>
                  <a:pt x="4233" y="105833"/>
                </a:lnTo>
                <a:lnTo>
                  <a:pt x="9525" y="85725"/>
                </a:lnTo>
                <a:lnTo>
                  <a:pt x="16933" y="67733"/>
                </a:lnTo>
                <a:lnTo>
                  <a:pt x="26458" y="51858"/>
                </a:lnTo>
                <a:lnTo>
                  <a:pt x="38100" y="38100"/>
                </a:lnTo>
                <a:lnTo>
                  <a:pt x="51858" y="26458"/>
                </a:lnTo>
                <a:lnTo>
                  <a:pt x="67733" y="16933"/>
                </a:lnTo>
                <a:lnTo>
                  <a:pt x="85725" y="9525"/>
                </a:lnTo>
                <a:lnTo>
                  <a:pt x="105833" y="4233"/>
                </a:lnTo>
                <a:lnTo>
                  <a:pt x="128058" y="1058"/>
                </a:lnTo>
                <a:lnTo>
                  <a:pt x="152400" y="0"/>
                </a:lnTo>
                <a:lnTo>
                  <a:pt x="2400300" y="0"/>
                </a:lnTo>
                <a:lnTo>
                  <a:pt x="2424642" y="1058"/>
                </a:lnTo>
                <a:lnTo>
                  <a:pt x="2446867" y="4233"/>
                </a:lnTo>
                <a:lnTo>
                  <a:pt x="2466975" y="9525"/>
                </a:lnTo>
                <a:lnTo>
                  <a:pt x="2484967" y="16933"/>
                </a:lnTo>
                <a:lnTo>
                  <a:pt x="2500842" y="26458"/>
                </a:lnTo>
                <a:lnTo>
                  <a:pt x="2514600" y="38100"/>
                </a:lnTo>
                <a:lnTo>
                  <a:pt x="2526242" y="51858"/>
                </a:lnTo>
                <a:lnTo>
                  <a:pt x="2535767" y="67733"/>
                </a:lnTo>
                <a:lnTo>
                  <a:pt x="2543175" y="85725"/>
                </a:lnTo>
                <a:lnTo>
                  <a:pt x="2548467" y="105833"/>
                </a:lnTo>
                <a:lnTo>
                  <a:pt x="2551642" y="128058"/>
                </a:lnTo>
                <a:lnTo>
                  <a:pt x="2552700" y="152400"/>
                </a:lnTo>
                <a:lnTo>
                  <a:pt x="2552700" y="725170"/>
                </a:lnTo>
                <a:lnTo>
                  <a:pt x="2545989" y="793305"/>
                </a:lnTo>
                <a:lnTo>
                  <a:pt x="2526115" y="858822"/>
                </a:lnTo>
                <a:lnTo>
                  <a:pt x="2493841" y="919203"/>
                </a:lnTo>
                <a:lnTo>
                  <a:pt x="2450407" y="972127"/>
                </a:lnTo>
                <a:lnTo>
                  <a:pt x="2397483" y="1015561"/>
                </a:lnTo>
                <a:lnTo>
                  <a:pt x="2372901" y="1028700"/>
                </a:lnTo>
                <a:lnTo>
                  <a:pt x="179799" y="1028700"/>
                </a:lnTo>
                <a:close/>
              </a:path>
            </a:pathLst>
          </a:custGeom>
          <a:solidFill>
            <a:srgbClr val="0B1A26">
              <a:alpha val="2200"/>
            </a:srgbClr>
          </a:solidFill>
          <a:ln>
            <a:noFill/>
          </a:ln>
        </p:spPr>
      </p:sp>
      <p:sp>
        <p:nvSpPr>
          <p:cNvPr id="198" name="!!path-7ex"/>
          <p:cNvSpPr/>
          <p:nvPr/>
        </p:nvSpPr>
        <p:spPr>
          <a:xfrm>
            <a:off x="8712200" y="5102225"/>
            <a:ext cx="2552700" cy="1028700"/>
          </a:xfrm>
          <a:custGeom>
            <a:avLst/>
            <a:gdLst/>
            <a:ahLst/>
            <a:cxnLst/>
            <a:rect l="l" t="t" r="r" b="b"/>
            <a:pathLst>
              <a:path w="2552700" h="1028700">
                <a:moveTo>
                  <a:pt x="155217" y="998416"/>
                </a:moveTo>
                <a:lnTo>
                  <a:pt x="102293" y="954982"/>
                </a:lnTo>
                <a:lnTo>
                  <a:pt x="58859" y="902058"/>
                </a:lnTo>
                <a:lnTo>
                  <a:pt x="26585" y="841677"/>
                </a:lnTo>
                <a:lnTo>
                  <a:pt x="6711" y="776160"/>
                </a:lnTo>
                <a:lnTo>
                  <a:pt x="0" y="708025"/>
                </a:lnTo>
                <a:lnTo>
                  <a:pt x="0" y="152400"/>
                </a:lnTo>
                <a:lnTo>
                  <a:pt x="1058" y="128058"/>
                </a:lnTo>
                <a:lnTo>
                  <a:pt x="4233" y="105833"/>
                </a:lnTo>
                <a:lnTo>
                  <a:pt x="9525" y="85725"/>
                </a:lnTo>
                <a:lnTo>
                  <a:pt x="16933" y="67733"/>
                </a:lnTo>
                <a:lnTo>
                  <a:pt x="26458" y="51858"/>
                </a:lnTo>
                <a:lnTo>
                  <a:pt x="38100" y="38100"/>
                </a:lnTo>
                <a:lnTo>
                  <a:pt x="51858" y="26458"/>
                </a:lnTo>
                <a:lnTo>
                  <a:pt x="67733" y="16933"/>
                </a:lnTo>
                <a:lnTo>
                  <a:pt x="85725" y="9525"/>
                </a:lnTo>
                <a:lnTo>
                  <a:pt x="105833" y="4233"/>
                </a:lnTo>
                <a:lnTo>
                  <a:pt x="128058" y="1058"/>
                </a:lnTo>
                <a:lnTo>
                  <a:pt x="152400" y="0"/>
                </a:lnTo>
                <a:lnTo>
                  <a:pt x="2400300" y="0"/>
                </a:lnTo>
                <a:lnTo>
                  <a:pt x="2424642" y="1058"/>
                </a:lnTo>
                <a:lnTo>
                  <a:pt x="2446867" y="4233"/>
                </a:lnTo>
                <a:lnTo>
                  <a:pt x="2466975" y="9525"/>
                </a:lnTo>
                <a:lnTo>
                  <a:pt x="2484967" y="16933"/>
                </a:lnTo>
                <a:lnTo>
                  <a:pt x="2500842" y="26458"/>
                </a:lnTo>
                <a:lnTo>
                  <a:pt x="2514600" y="38100"/>
                </a:lnTo>
                <a:lnTo>
                  <a:pt x="2526242" y="51858"/>
                </a:lnTo>
                <a:lnTo>
                  <a:pt x="2535767" y="67733"/>
                </a:lnTo>
                <a:lnTo>
                  <a:pt x="2543175" y="85725"/>
                </a:lnTo>
                <a:lnTo>
                  <a:pt x="2548467" y="105833"/>
                </a:lnTo>
                <a:lnTo>
                  <a:pt x="2551642" y="128058"/>
                </a:lnTo>
                <a:lnTo>
                  <a:pt x="2552700" y="152400"/>
                </a:lnTo>
                <a:lnTo>
                  <a:pt x="2552700" y="708025"/>
                </a:lnTo>
                <a:lnTo>
                  <a:pt x="2545989" y="776160"/>
                </a:lnTo>
                <a:lnTo>
                  <a:pt x="2526115" y="841677"/>
                </a:lnTo>
                <a:lnTo>
                  <a:pt x="2493841" y="902058"/>
                </a:lnTo>
                <a:lnTo>
                  <a:pt x="2450407" y="954982"/>
                </a:lnTo>
                <a:lnTo>
                  <a:pt x="2397483" y="998416"/>
                </a:lnTo>
                <a:lnTo>
                  <a:pt x="2340825" y="1028700"/>
                </a:lnTo>
                <a:lnTo>
                  <a:pt x="211875" y="1028700"/>
                </a:lnTo>
                <a:close/>
              </a:path>
            </a:pathLst>
          </a:custGeom>
          <a:solidFill>
            <a:srgbClr val="0B1A26">
              <a:alpha val="2200"/>
            </a:srgbClr>
          </a:solidFill>
          <a:ln>
            <a:noFill/>
          </a:ln>
        </p:spPr>
      </p:sp>
      <p:sp>
        <p:nvSpPr>
          <p:cNvPr id="199" name="!!path-7ey"/>
          <p:cNvSpPr/>
          <p:nvPr/>
        </p:nvSpPr>
        <p:spPr>
          <a:xfrm>
            <a:off x="8712200" y="5116513"/>
            <a:ext cx="2552700" cy="1028700"/>
          </a:xfrm>
          <a:custGeom>
            <a:avLst/>
            <a:gdLst/>
            <a:ahLst/>
            <a:cxnLst/>
            <a:rect l="l" t="t" r="r" b="b"/>
            <a:pathLst>
              <a:path w="2552700" h="1028700">
                <a:moveTo>
                  <a:pt x="215598" y="1016402"/>
                </a:moveTo>
                <a:lnTo>
                  <a:pt x="155217" y="984128"/>
                </a:lnTo>
                <a:lnTo>
                  <a:pt x="102293" y="940695"/>
                </a:lnTo>
                <a:lnTo>
                  <a:pt x="58859" y="887770"/>
                </a:lnTo>
                <a:lnTo>
                  <a:pt x="26585" y="827390"/>
                </a:lnTo>
                <a:lnTo>
                  <a:pt x="6711" y="761873"/>
                </a:lnTo>
                <a:lnTo>
                  <a:pt x="0" y="693738"/>
                </a:lnTo>
                <a:lnTo>
                  <a:pt x="0" y="152400"/>
                </a:lnTo>
                <a:lnTo>
                  <a:pt x="1058" y="128058"/>
                </a:lnTo>
                <a:lnTo>
                  <a:pt x="4233" y="105833"/>
                </a:lnTo>
                <a:lnTo>
                  <a:pt x="9525" y="85725"/>
                </a:lnTo>
                <a:lnTo>
                  <a:pt x="16933" y="67733"/>
                </a:lnTo>
                <a:lnTo>
                  <a:pt x="26458" y="51858"/>
                </a:lnTo>
                <a:lnTo>
                  <a:pt x="38100" y="38100"/>
                </a:lnTo>
                <a:lnTo>
                  <a:pt x="51858" y="26458"/>
                </a:lnTo>
                <a:lnTo>
                  <a:pt x="67733" y="16933"/>
                </a:lnTo>
                <a:lnTo>
                  <a:pt x="85725" y="9525"/>
                </a:lnTo>
                <a:lnTo>
                  <a:pt x="105833" y="4233"/>
                </a:lnTo>
                <a:lnTo>
                  <a:pt x="128058" y="1058"/>
                </a:lnTo>
                <a:lnTo>
                  <a:pt x="152400" y="0"/>
                </a:lnTo>
                <a:lnTo>
                  <a:pt x="2400300" y="0"/>
                </a:lnTo>
                <a:lnTo>
                  <a:pt x="2424642" y="1058"/>
                </a:lnTo>
                <a:lnTo>
                  <a:pt x="2446867" y="4233"/>
                </a:lnTo>
                <a:lnTo>
                  <a:pt x="2466975" y="9525"/>
                </a:lnTo>
                <a:lnTo>
                  <a:pt x="2484967" y="16933"/>
                </a:lnTo>
                <a:lnTo>
                  <a:pt x="2500842" y="26458"/>
                </a:lnTo>
                <a:lnTo>
                  <a:pt x="2514600" y="38100"/>
                </a:lnTo>
                <a:lnTo>
                  <a:pt x="2526242" y="51858"/>
                </a:lnTo>
                <a:lnTo>
                  <a:pt x="2535767" y="67733"/>
                </a:lnTo>
                <a:lnTo>
                  <a:pt x="2543175" y="85725"/>
                </a:lnTo>
                <a:lnTo>
                  <a:pt x="2548467" y="105833"/>
                </a:lnTo>
                <a:lnTo>
                  <a:pt x="2551642" y="128058"/>
                </a:lnTo>
                <a:lnTo>
                  <a:pt x="2552700" y="152400"/>
                </a:lnTo>
                <a:lnTo>
                  <a:pt x="2552700" y="693738"/>
                </a:lnTo>
                <a:lnTo>
                  <a:pt x="2545989" y="761873"/>
                </a:lnTo>
                <a:lnTo>
                  <a:pt x="2526115" y="827390"/>
                </a:lnTo>
                <a:lnTo>
                  <a:pt x="2493841" y="887770"/>
                </a:lnTo>
                <a:lnTo>
                  <a:pt x="2450407" y="940695"/>
                </a:lnTo>
                <a:lnTo>
                  <a:pt x="2397483" y="984128"/>
                </a:lnTo>
                <a:lnTo>
                  <a:pt x="2337102" y="1016402"/>
                </a:lnTo>
                <a:lnTo>
                  <a:pt x="2296563" y="1028700"/>
                </a:lnTo>
                <a:lnTo>
                  <a:pt x="256137" y="1028700"/>
                </a:lnTo>
                <a:close/>
              </a:path>
            </a:pathLst>
          </a:custGeom>
          <a:solidFill>
            <a:srgbClr val="0B1A26">
              <a:alpha val="2200"/>
            </a:srgbClr>
          </a:solidFill>
          <a:ln>
            <a:noFill/>
          </a:ln>
        </p:spPr>
      </p:sp>
      <p:sp>
        <p:nvSpPr>
          <p:cNvPr id="200" name="!!path-7ez"/>
          <p:cNvSpPr/>
          <p:nvPr/>
        </p:nvSpPr>
        <p:spPr>
          <a:xfrm>
            <a:off x="8712200" y="5130800"/>
            <a:ext cx="2552700" cy="1028700"/>
          </a:xfrm>
          <a:custGeom>
            <a:avLst/>
            <a:gdLst/>
            <a:ahLst/>
            <a:cxnLst/>
            <a:rect l="l" t="t" r="r" b="b"/>
            <a:pathLst>
              <a:path w="2552700" h="1028700">
                <a:moveTo>
                  <a:pt x="281115" y="1021989"/>
                </a:moveTo>
                <a:lnTo>
                  <a:pt x="215598" y="1002115"/>
                </a:lnTo>
                <a:lnTo>
                  <a:pt x="155217" y="969841"/>
                </a:lnTo>
                <a:lnTo>
                  <a:pt x="102293" y="926407"/>
                </a:lnTo>
                <a:lnTo>
                  <a:pt x="58859" y="873483"/>
                </a:lnTo>
                <a:lnTo>
                  <a:pt x="26585" y="813102"/>
                </a:lnTo>
                <a:lnTo>
                  <a:pt x="6711" y="747585"/>
                </a:lnTo>
                <a:lnTo>
                  <a:pt x="0" y="679450"/>
                </a:lnTo>
                <a:lnTo>
                  <a:pt x="0" y="152400"/>
                </a:lnTo>
                <a:lnTo>
                  <a:pt x="1058" y="128058"/>
                </a:lnTo>
                <a:lnTo>
                  <a:pt x="4233" y="105833"/>
                </a:lnTo>
                <a:lnTo>
                  <a:pt x="9525" y="85725"/>
                </a:lnTo>
                <a:lnTo>
                  <a:pt x="16933" y="67733"/>
                </a:lnTo>
                <a:lnTo>
                  <a:pt x="26458" y="51858"/>
                </a:lnTo>
                <a:lnTo>
                  <a:pt x="38100" y="38100"/>
                </a:lnTo>
                <a:lnTo>
                  <a:pt x="51858" y="26458"/>
                </a:lnTo>
                <a:lnTo>
                  <a:pt x="67733" y="16933"/>
                </a:lnTo>
                <a:lnTo>
                  <a:pt x="85725" y="9525"/>
                </a:lnTo>
                <a:lnTo>
                  <a:pt x="105833" y="4233"/>
                </a:lnTo>
                <a:lnTo>
                  <a:pt x="128058" y="1058"/>
                </a:lnTo>
                <a:lnTo>
                  <a:pt x="152400" y="0"/>
                </a:lnTo>
                <a:lnTo>
                  <a:pt x="2400300" y="0"/>
                </a:lnTo>
                <a:lnTo>
                  <a:pt x="2424642" y="1058"/>
                </a:lnTo>
                <a:lnTo>
                  <a:pt x="2446867" y="4233"/>
                </a:lnTo>
                <a:lnTo>
                  <a:pt x="2466975" y="9525"/>
                </a:lnTo>
                <a:lnTo>
                  <a:pt x="2484967" y="16933"/>
                </a:lnTo>
                <a:lnTo>
                  <a:pt x="2500842" y="26458"/>
                </a:lnTo>
                <a:lnTo>
                  <a:pt x="2514600" y="38100"/>
                </a:lnTo>
                <a:lnTo>
                  <a:pt x="2526242" y="51858"/>
                </a:lnTo>
                <a:lnTo>
                  <a:pt x="2535767" y="67733"/>
                </a:lnTo>
                <a:lnTo>
                  <a:pt x="2543175" y="85725"/>
                </a:lnTo>
                <a:lnTo>
                  <a:pt x="2548467" y="105833"/>
                </a:lnTo>
                <a:lnTo>
                  <a:pt x="2551642" y="128058"/>
                </a:lnTo>
                <a:lnTo>
                  <a:pt x="2552700" y="152400"/>
                </a:lnTo>
                <a:lnTo>
                  <a:pt x="2552700" y="679450"/>
                </a:lnTo>
                <a:lnTo>
                  <a:pt x="2545989" y="747585"/>
                </a:lnTo>
                <a:lnTo>
                  <a:pt x="2526115" y="813102"/>
                </a:lnTo>
                <a:lnTo>
                  <a:pt x="2493841" y="873483"/>
                </a:lnTo>
                <a:lnTo>
                  <a:pt x="2450407" y="926407"/>
                </a:lnTo>
                <a:lnTo>
                  <a:pt x="2397483" y="969841"/>
                </a:lnTo>
                <a:lnTo>
                  <a:pt x="2337102" y="1002115"/>
                </a:lnTo>
                <a:lnTo>
                  <a:pt x="2271585" y="1021989"/>
                </a:lnTo>
                <a:lnTo>
                  <a:pt x="2203450" y="1028700"/>
                </a:lnTo>
                <a:lnTo>
                  <a:pt x="349250" y="1028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01" name="!!rect-7f5"/>
          <p:cNvSpPr/>
          <p:nvPr/>
        </p:nvSpPr>
        <p:spPr>
          <a:xfrm>
            <a:off x="8813800" y="5207000"/>
            <a:ext cx="2349500" cy="304800"/>
          </a:xfrm>
          <a:prstGeom prst="roundRect">
            <a:avLst>
              <a:gd name="adj" fmla="val 29167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202" name="!!text-7f6" descr="完成"/>
          <p:cNvSpPr txBox="1"/>
          <p:nvPr/>
        </p:nvSpPr>
        <p:spPr>
          <a:xfrm>
            <a:off x="9886950" y="5279644"/>
            <a:ext cx="233680" cy="14711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00" b="1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完成</a:t>
            </a:r>
            <a:endParaRPr lang="zh-TW" sz="800"/>
          </a:p>
        </p:txBody>
      </p:sp>
      <p:sp>
        <p:nvSpPr>
          <p:cNvPr id="203" name="!!rect-7fc"/>
          <p:cNvSpPr/>
          <p:nvPr/>
        </p:nvSpPr>
        <p:spPr>
          <a:xfrm>
            <a:off x="8818563" y="5567363"/>
            <a:ext cx="2339975" cy="295275"/>
          </a:xfrm>
          <a:prstGeom prst="roundRect">
            <a:avLst>
              <a:gd name="adj" fmla="val 29032"/>
            </a:avLst>
          </a:prstGeom>
          <a:solidFill>
            <a:srgbClr val="FFFFFF"/>
          </a:solidFill>
          <a:ln w="9525" cap="flat">
            <a:solidFill>
              <a:srgbClr val="627D8D"/>
            </a:solidFill>
            <a:prstDash val="solid"/>
            <a:miter lim="800000"/>
          </a:ln>
        </p:spPr>
      </p:sp>
      <p:sp>
        <p:nvSpPr>
          <p:cNvPr id="204" name="!!text-7fd" descr="取消"/>
          <p:cNvSpPr txBox="1"/>
          <p:nvPr/>
        </p:nvSpPr>
        <p:spPr>
          <a:xfrm>
            <a:off x="9886950" y="5635244"/>
            <a:ext cx="233680" cy="14711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取消</a:t>
            </a:r>
            <a:endParaRPr lang="zh-TW" sz="800"/>
          </a:p>
        </p:txBody>
      </p:sp>
      <p:sp>
        <p:nvSpPr>
          <p:cNvPr id="205" name="!!path-7fh"/>
          <p:cNvSpPr/>
          <p:nvPr/>
        </p:nvSpPr>
        <p:spPr>
          <a:xfrm>
            <a:off x="8712200" y="609600"/>
            <a:ext cx="2552700" cy="730250"/>
          </a:xfrm>
          <a:custGeom>
            <a:avLst/>
            <a:gdLst/>
            <a:ahLst/>
            <a:cxnLst/>
            <a:rect l="l" t="t" r="r" b="b"/>
            <a:pathLst>
              <a:path w="2552700" h="730250">
                <a:moveTo>
                  <a:pt x="0" y="349250"/>
                </a:moveTo>
                <a:lnTo>
                  <a:pt x="6711" y="281115"/>
                </a:lnTo>
                <a:lnTo>
                  <a:pt x="26585" y="215598"/>
                </a:lnTo>
                <a:lnTo>
                  <a:pt x="58859" y="155217"/>
                </a:lnTo>
                <a:lnTo>
                  <a:pt x="102293" y="102293"/>
                </a:lnTo>
                <a:lnTo>
                  <a:pt x="155217" y="58859"/>
                </a:lnTo>
                <a:lnTo>
                  <a:pt x="215598" y="26585"/>
                </a:lnTo>
                <a:lnTo>
                  <a:pt x="281115" y="6711"/>
                </a:lnTo>
                <a:lnTo>
                  <a:pt x="349250" y="0"/>
                </a:lnTo>
                <a:lnTo>
                  <a:pt x="2203450" y="0"/>
                </a:lnTo>
                <a:lnTo>
                  <a:pt x="2271585" y="6711"/>
                </a:lnTo>
                <a:lnTo>
                  <a:pt x="2337102" y="26585"/>
                </a:lnTo>
                <a:lnTo>
                  <a:pt x="2397483" y="58859"/>
                </a:lnTo>
                <a:lnTo>
                  <a:pt x="2450407" y="102293"/>
                </a:lnTo>
                <a:lnTo>
                  <a:pt x="2493841" y="155217"/>
                </a:lnTo>
                <a:lnTo>
                  <a:pt x="2526115" y="215598"/>
                </a:lnTo>
                <a:lnTo>
                  <a:pt x="2545989" y="281115"/>
                </a:lnTo>
                <a:lnTo>
                  <a:pt x="2552700" y="349250"/>
                </a:lnTo>
                <a:lnTo>
                  <a:pt x="2552700" y="577850"/>
                </a:lnTo>
                <a:lnTo>
                  <a:pt x="2551642" y="602192"/>
                </a:lnTo>
                <a:lnTo>
                  <a:pt x="2548467" y="624417"/>
                </a:lnTo>
                <a:lnTo>
                  <a:pt x="2543175" y="644525"/>
                </a:lnTo>
                <a:lnTo>
                  <a:pt x="2535767" y="662517"/>
                </a:lnTo>
                <a:lnTo>
                  <a:pt x="2526242" y="678392"/>
                </a:lnTo>
                <a:lnTo>
                  <a:pt x="2514600" y="692150"/>
                </a:lnTo>
                <a:lnTo>
                  <a:pt x="2500842" y="703792"/>
                </a:lnTo>
                <a:lnTo>
                  <a:pt x="2484967" y="713317"/>
                </a:lnTo>
                <a:lnTo>
                  <a:pt x="2466975" y="720725"/>
                </a:lnTo>
                <a:lnTo>
                  <a:pt x="2446867" y="726017"/>
                </a:lnTo>
                <a:lnTo>
                  <a:pt x="2424642" y="729192"/>
                </a:lnTo>
                <a:lnTo>
                  <a:pt x="2400300" y="730250"/>
                </a:lnTo>
                <a:lnTo>
                  <a:pt x="152400" y="730250"/>
                </a:lnTo>
                <a:lnTo>
                  <a:pt x="128058" y="729192"/>
                </a:lnTo>
                <a:lnTo>
                  <a:pt x="105833" y="726017"/>
                </a:lnTo>
                <a:lnTo>
                  <a:pt x="85725" y="720725"/>
                </a:lnTo>
                <a:lnTo>
                  <a:pt x="67733" y="713317"/>
                </a:lnTo>
                <a:lnTo>
                  <a:pt x="51858" y="703792"/>
                </a:lnTo>
                <a:lnTo>
                  <a:pt x="38100" y="692150"/>
                </a:lnTo>
                <a:lnTo>
                  <a:pt x="26458" y="678392"/>
                </a:lnTo>
                <a:lnTo>
                  <a:pt x="16933" y="662517"/>
                </a:lnTo>
                <a:lnTo>
                  <a:pt x="9525" y="644525"/>
                </a:lnTo>
                <a:lnTo>
                  <a:pt x="4233" y="624417"/>
                </a:lnTo>
                <a:lnTo>
                  <a:pt x="1058" y="602192"/>
                </a:lnTo>
                <a:lnTo>
                  <a:pt x="0" y="577850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206" name="!!text-7fi" descr="2:25"/>
          <p:cNvSpPr txBox="1"/>
          <p:nvPr/>
        </p:nvSpPr>
        <p:spPr>
          <a:xfrm>
            <a:off x="9020597" y="714883"/>
            <a:ext cx="253790" cy="1563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50" kern="0" dirty="0">
                <a:solidFill>
                  <a:srgbClr val="FFFFFF"/>
                </a:solidFill>
                <a:latin typeface="Noto Sans TC SemiBold"/>
                <a:ea typeface="Noto Sans TC SemiBold"/>
                <a:cs typeface="Noto Sans TC SemiBold"/>
              </a:rPr>
              <a:t>2:25</a:t>
            </a:r>
            <a:endParaRPr lang="zh-TW" sz="850"/>
          </a:p>
        </p:txBody>
      </p:sp>
      <p:sp>
        <p:nvSpPr>
          <p:cNvPr id="207" name="!!rect-7fn"/>
          <p:cNvSpPr/>
          <p:nvPr/>
        </p:nvSpPr>
        <p:spPr>
          <a:xfrm>
            <a:off x="10579100" y="808990"/>
            <a:ext cx="21590" cy="2667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08" name="!!rect-7fo"/>
          <p:cNvSpPr/>
          <p:nvPr/>
        </p:nvSpPr>
        <p:spPr>
          <a:xfrm>
            <a:off x="10612120" y="792480"/>
            <a:ext cx="21590" cy="4318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09" name="!!rect-7fp"/>
          <p:cNvSpPr/>
          <p:nvPr/>
        </p:nvSpPr>
        <p:spPr>
          <a:xfrm>
            <a:off x="10645140" y="775970"/>
            <a:ext cx="21590" cy="5969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10" name="!!rect-7fq"/>
          <p:cNvSpPr/>
          <p:nvPr/>
        </p:nvSpPr>
        <p:spPr>
          <a:xfrm>
            <a:off x="10678160" y="759460"/>
            <a:ext cx="21590" cy="7620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11" name="!!path-7fr"/>
          <p:cNvSpPr/>
          <p:nvPr/>
        </p:nvSpPr>
        <p:spPr>
          <a:xfrm>
            <a:off x="10763250" y="763570"/>
            <a:ext cx="95250" cy="70820"/>
          </a:xfrm>
          <a:custGeom>
            <a:avLst/>
            <a:gdLst/>
            <a:ahLst/>
            <a:cxnLst/>
            <a:rect l="l" t="t" r="r" b="b"/>
            <a:pathLst>
              <a:path w="95250" h="70820">
                <a:moveTo>
                  <a:pt x="47625" y="70820"/>
                </a:moveTo>
                <a:lnTo>
                  <a:pt x="31115" y="51135"/>
                </a:lnTo>
                <a:cubicBezTo>
                  <a:pt x="40714" y="43262"/>
                  <a:pt x="54536" y="43262"/>
                  <a:pt x="64135" y="51135"/>
                </a:cubicBezTo>
                <a:close/>
                <a:moveTo>
                  <a:pt x="0" y="23830"/>
                </a:moveTo>
                <a:cubicBezTo>
                  <a:pt x="27279" y="0"/>
                  <a:pt x="67971" y="0"/>
                  <a:pt x="95250" y="23830"/>
                </a:cubicBezTo>
                <a:lnTo>
                  <a:pt x="83820" y="37165"/>
                </a:lnTo>
                <a:cubicBezTo>
                  <a:pt x="63051" y="19153"/>
                  <a:pt x="32199" y="19153"/>
                  <a:pt x="11430" y="37165"/>
                </a:cubicBezTo>
                <a:close/>
                <a:moveTo>
                  <a:pt x="16510" y="43515"/>
                </a:moveTo>
                <a:cubicBezTo>
                  <a:pt x="34385" y="28089"/>
                  <a:pt x="60865" y="28089"/>
                  <a:pt x="78740" y="43515"/>
                </a:cubicBezTo>
                <a:lnTo>
                  <a:pt x="67310" y="56850"/>
                </a:lnTo>
                <a:cubicBezTo>
                  <a:pt x="55947" y="47238"/>
                  <a:pt x="39303" y="47238"/>
                  <a:pt x="27940" y="5685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12" name="!!rect-7fs"/>
          <p:cNvSpPr/>
          <p:nvPr/>
        </p:nvSpPr>
        <p:spPr>
          <a:xfrm>
            <a:off x="10902950" y="760730"/>
            <a:ext cx="161925" cy="78740"/>
          </a:xfrm>
          <a:prstGeom prst="roundRect">
            <a:avLst>
              <a:gd name="adj" fmla="val 32258"/>
            </a:avLst>
          </a:prstGeom>
          <a:noFill/>
          <a:ln w="6985" cap="flat">
            <a:solidFill>
              <a:srgbClr val="FFFFFF">
                <a:alpha val="38000"/>
              </a:srgbClr>
            </a:solidFill>
            <a:prstDash val="solid"/>
            <a:miter lim="800000"/>
          </a:ln>
        </p:spPr>
      </p:sp>
      <p:sp>
        <p:nvSpPr>
          <p:cNvPr id="213" name="!!rect-7ft"/>
          <p:cNvSpPr/>
          <p:nvPr/>
        </p:nvSpPr>
        <p:spPr>
          <a:xfrm>
            <a:off x="10916285" y="774065"/>
            <a:ext cx="110909" cy="52070"/>
          </a:xfrm>
          <a:prstGeom prst="roundRect">
            <a:avLst>
              <a:gd name="adj" fmla="val 26829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14" name="!!path-7fu"/>
          <p:cNvSpPr/>
          <p:nvPr/>
        </p:nvSpPr>
        <p:spPr>
          <a:xfrm>
            <a:off x="11074400" y="786130"/>
            <a:ext cx="10345" cy="27940"/>
          </a:xfrm>
          <a:custGeom>
            <a:avLst/>
            <a:gdLst/>
            <a:ahLst/>
            <a:cxnLst/>
            <a:rect l="l" t="t" r="r" b="b"/>
            <a:pathLst>
              <a:path w="10345" h="27940">
                <a:moveTo>
                  <a:pt x="0" y="0"/>
                </a:moveTo>
                <a:lnTo>
                  <a:pt x="0" y="27940"/>
                </a:lnTo>
                <a:cubicBezTo>
                  <a:pt x="6146" y="26066"/>
                  <a:pt x="10345" y="20395"/>
                  <a:pt x="10345" y="13970"/>
                </a:cubicBezTo>
                <a:cubicBezTo>
                  <a:pt x="10345" y="7545"/>
                  <a:pt x="6146" y="1874"/>
                  <a:pt x="0" y="0"/>
                </a:cubicBezTo>
                <a:close/>
              </a:path>
            </a:pathLst>
          </a:custGeom>
          <a:solidFill>
            <a:srgbClr val="FFFFFF">
              <a:alpha val="45000"/>
            </a:srgbClr>
          </a:solidFill>
          <a:ln>
            <a:noFill/>
          </a:ln>
        </p:spPr>
      </p:sp>
      <p:sp>
        <p:nvSpPr>
          <p:cNvPr id="215" name="!!path-7fv"/>
          <p:cNvSpPr/>
          <p:nvPr/>
        </p:nvSpPr>
        <p:spPr>
          <a:xfrm>
            <a:off x="9567329" y="1109129"/>
            <a:ext cx="105791" cy="105791"/>
          </a:xfrm>
          <a:custGeom>
            <a:avLst/>
            <a:gdLst/>
            <a:ahLst/>
            <a:cxnLst/>
            <a:rect l="l" t="t" r="r" b="b"/>
            <a:pathLst>
              <a:path w="105791" h="105791">
                <a:moveTo>
                  <a:pt x="39672" y="23803"/>
                </a:moveTo>
                <a:lnTo>
                  <a:pt x="39672" y="39672"/>
                </a:lnTo>
                <a:lnTo>
                  <a:pt x="23803" y="39672"/>
                </a:lnTo>
                <a:lnTo>
                  <a:pt x="23803" y="23803"/>
                </a:lnTo>
                <a:lnTo>
                  <a:pt x="39672" y="23803"/>
                </a:lnTo>
                <a:moveTo>
                  <a:pt x="47606" y="15869"/>
                </a:moveTo>
                <a:lnTo>
                  <a:pt x="15869" y="15869"/>
                </a:lnTo>
                <a:lnTo>
                  <a:pt x="15869" y="47606"/>
                </a:lnTo>
                <a:lnTo>
                  <a:pt x="47606" y="47606"/>
                </a:lnTo>
                <a:lnTo>
                  <a:pt x="47606" y="15869"/>
                </a:lnTo>
                <a:close/>
                <a:moveTo>
                  <a:pt x="39672" y="66119"/>
                </a:moveTo>
                <a:lnTo>
                  <a:pt x="39672" y="81988"/>
                </a:lnTo>
                <a:lnTo>
                  <a:pt x="23803" y="81988"/>
                </a:lnTo>
                <a:lnTo>
                  <a:pt x="23803" y="66119"/>
                </a:lnTo>
                <a:lnTo>
                  <a:pt x="39672" y="66119"/>
                </a:lnTo>
                <a:moveTo>
                  <a:pt x="47606" y="58185"/>
                </a:moveTo>
                <a:lnTo>
                  <a:pt x="15869" y="58185"/>
                </a:lnTo>
                <a:lnTo>
                  <a:pt x="15869" y="89922"/>
                </a:lnTo>
                <a:lnTo>
                  <a:pt x="47606" y="89922"/>
                </a:lnTo>
                <a:lnTo>
                  <a:pt x="47606" y="58185"/>
                </a:lnTo>
                <a:close/>
                <a:moveTo>
                  <a:pt x="81988" y="23803"/>
                </a:moveTo>
                <a:lnTo>
                  <a:pt x="81988" y="39672"/>
                </a:lnTo>
                <a:lnTo>
                  <a:pt x="66119" y="39672"/>
                </a:lnTo>
                <a:lnTo>
                  <a:pt x="66119" y="23803"/>
                </a:lnTo>
                <a:lnTo>
                  <a:pt x="81988" y="23803"/>
                </a:lnTo>
                <a:moveTo>
                  <a:pt x="89922" y="15869"/>
                </a:moveTo>
                <a:lnTo>
                  <a:pt x="58185" y="15869"/>
                </a:lnTo>
                <a:lnTo>
                  <a:pt x="58185" y="47606"/>
                </a:lnTo>
                <a:lnTo>
                  <a:pt x="89922" y="47606"/>
                </a:lnTo>
                <a:lnTo>
                  <a:pt x="89922" y="15869"/>
                </a:lnTo>
                <a:close/>
                <a:moveTo>
                  <a:pt x="58185" y="58185"/>
                </a:moveTo>
                <a:lnTo>
                  <a:pt x="66119" y="58185"/>
                </a:lnTo>
                <a:lnTo>
                  <a:pt x="66119" y="66119"/>
                </a:lnTo>
                <a:lnTo>
                  <a:pt x="58185" y="66119"/>
                </a:lnTo>
                <a:lnTo>
                  <a:pt x="58185" y="58185"/>
                </a:lnTo>
                <a:close/>
                <a:moveTo>
                  <a:pt x="66119" y="66119"/>
                </a:moveTo>
                <a:lnTo>
                  <a:pt x="74054" y="66119"/>
                </a:lnTo>
                <a:lnTo>
                  <a:pt x="74054" y="74054"/>
                </a:lnTo>
                <a:lnTo>
                  <a:pt x="66119" y="74054"/>
                </a:lnTo>
                <a:lnTo>
                  <a:pt x="66119" y="66119"/>
                </a:lnTo>
                <a:close/>
                <a:moveTo>
                  <a:pt x="74054" y="58185"/>
                </a:moveTo>
                <a:lnTo>
                  <a:pt x="81988" y="58185"/>
                </a:lnTo>
                <a:lnTo>
                  <a:pt x="81988" y="66119"/>
                </a:lnTo>
                <a:lnTo>
                  <a:pt x="74054" y="66119"/>
                </a:lnTo>
                <a:lnTo>
                  <a:pt x="74054" y="58185"/>
                </a:lnTo>
                <a:close/>
                <a:moveTo>
                  <a:pt x="58185" y="74054"/>
                </a:moveTo>
                <a:lnTo>
                  <a:pt x="66119" y="74054"/>
                </a:lnTo>
                <a:lnTo>
                  <a:pt x="66119" y="81988"/>
                </a:lnTo>
                <a:lnTo>
                  <a:pt x="58185" y="81988"/>
                </a:lnTo>
                <a:lnTo>
                  <a:pt x="58185" y="74054"/>
                </a:lnTo>
                <a:close/>
                <a:moveTo>
                  <a:pt x="66119" y="81988"/>
                </a:moveTo>
                <a:lnTo>
                  <a:pt x="74054" y="81988"/>
                </a:lnTo>
                <a:lnTo>
                  <a:pt x="74054" y="89922"/>
                </a:lnTo>
                <a:lnTo>
                  <a:pt x="66119" y="89922"/>
                </a:lnTo>
                <a:lnTo>
                  <a:pt x="66119" y="81988"/>
                </a:lnTo>
                <a:close/>
                <a:moveTo>
                  <a:pt x="74054" y="74054"/>
                </a:moveTo>
                <a:lnTo>
                  <a:pt x="81988" y="74054"/>
                </a:lnTo>
                <a:lnTo>
                  <a:pt x="81988" y="81988"/>
                </a:lnTo>
                <a:lnTo>
                  <a:pt x="74054" y="81988"/>
                </a:lnTo>
                <a:lnTo>
                  <a:pt x="74054" y="74054"/>
                </a:lnTo>
                <a:close/>
                <a:moveTo>
                  <a:pt x="81988" y="66119"/>
                </a:moveTo>
                <a:lnTo>
                  <a:pt x="89922" y="66119"/>
                </a:lnTo>
                <a:lnTo>
                  <a:pt x="89922" y="74054"/>
                </a:lnTo>
                <a:lnTo>
                  <a:pt x="81988" y="74054"/>
                </a:lnTo>
                <a:lnTo>
                  <a:pt x="81988" y="66119"/>
                </a:lnTo>
                <a:close/>
                <a:moveTo>
                  <a:pt x="81988" y="81988"/>
                </a:moveTo>
                <a:lnTo>
                  <a:pt x="89922" y="81988"/>
                </a:lnTo>
                <a:lnTo>
                  <a:pt x="89922" y="89922"/>
                </a:lnTo>
                <a:lnTo>
                  <a:pt x="81988" y="89922"/>
                </a:lnTo>
                <a:lnTo>
                  <a:pt x="81988" y="81988"/>
                </a:lnTo>
                <a:close/>
                <a:moveTo>
                  <a:pt x="105791" y="26448"/>
                </a:moveTo>
                <a:lnTo>
                  <a:pt x="95212" y="26448"/>
                </a:lnTo>
                <a:lnTo>
                  <a:pt x="95212" y="10579"/>
                </a:lnTo>
                <a:lnTo>
                  <a:pt x="79343" y="10579"/>
                </a:lnTo>
                <a:lnTo>
                  <a:pt x="79343" y="0"/>
                </a:lnTo>
                <a:lnTo>
                  <a:pt x="105791" y="0"/>
                </a:lnTo>
                <a:lnTo>
                  <a:pt x="105791" y="26448"/>
                </a:lnTo>
                <a:close/>
                <a:moveTo>
                  <a:pt x="105791" y="105791"/>
                </a:moveTo>
                <a:lnTo>
                  <a:pt x="105791" y="79343"/>
                </a:lnTo>
                <a:lnTo>
                  <a:pt x="95212" y="79343"/>
                </a:lnTo>
                <a:lnTo>
                  <a:pt x="95212" y="95212"/>
                </a:lnTo>
                <a:lnTo>
                  <a:pt x="79343" y="95212"/>
                </a:lnTo>
                <a:lnTo>
                  <a:pt x="79343" y="105791"/>
                </a:lnTo>
                <a:lnTo>
                  <a:pt x="105791" y="105791"/>
                </a:lnTo>
                <a:close/>
                <a:moveTo>
                  <a:pt x="0" y="105791"/>
                </a:moveTo>
                <a:lnTo>
                  <a:pt x="26448" y="105791"/>
                </a:lnTo>
                <a:lnTo>
                  <a:pt x="26448" y="95212"/>
                </a:lnTo>
                <a:lnTo>
                  <a:pt x="10579" y="95212"/>
                </a:lnTo>
                <a:lnTo>
                  <a:pt x="10579" y="79343"/>
                </a:lnTo>
                <a:lnTo>
                  <a:pt x="0" y="79343"/>
                </a:lnTo>
                <a:lnTo>
                  <a:pt x="0" y="105791"/>
                </a:lnTo>
                <a:close/>
                <a:moveTo>
                  <a:pt x="0" y="0"/>
                </a:moveTo>
                <a:lnTo>
                  <a:pt x="0" y="26448"/>
                </a:lnTo>
                <a:lnTo>
                  <a:pt x="10579" y="26448"/>
                </a:lnTo>
                <a:lnTo>
                  <a:pt x="10579" y="10579"/>
                </a:lnTo>
                <a:lnTo>
                  <a:pt x="26448" y="10579"/>
                </a:lnTo>
                <a:lnTo>
                  <a:pt x="26448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16" name="!!text-7fw" descr="確認書櫃作業"/>
          <p:cNvSpPr txBox="1"/>
          <p:nvPr/>
        </p:nvSpPr>
        <p:spPr>
          <a:xfrm>
            <a:off x="9734550" y="1070737"/>
            <a:ext cx="720090" cy="16550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1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確認書櫃作業</a:t>
            </a:r>
            <a:endParaRPr lang="zh-TW" sz="900"/>
          </a:p>
        </p:txBody>
      </p:sp>
      <p:sp>
        <p:nvSpPr>
          <p:cNvPr id="217" name="!!circle-7g8"/>
          <p:cNvSpPr/>
          <p:nvPr/>
        </p:nvSpPr>
        <p:spPr>
          <a:xfrm>
            <a:off x="9849035" y="5219885"/>
            <a:ext cx="279029" cy="279029"/>
          </a:xfrm>
          <a:prstGeom prst="ellipse">
            <a:avLst/>
          </a:prstGeom>
          <a:solidFill>
            <a:srgbClr val="FFFFFF">
              <a:alpha val="41861"/>
            </a:srgbClr>
          </a:solidFill>
          <a:ln w="9512" cap="flat">
            <a:solidFill>
              <a:srgbClr val="0B1A26">
                <a:alpha val="13954"/>
              </a:srgbClr>
            </a:solidFill>
            <a:prstDash val="solid"/>
            <a:miter lim="800000"/>
          </a:ln>
        </p:spPr>
      </p:sp>
      <p:sp>
        <p:nvSpPr>
          <p:cNvPr id="218" name="!!rect-7gc"/>
          <p:cNvSpPr/>
          <p:nvPr/>
        </p:nvSpPr>
        <p:spPr>
          <a:xfrm>
            <a:off x="9531350" y="6076950"/>
            <a:ext cx="914400" cy="31750"/>
          </a:xfrm>
          <a:prstGeom prst="roundRect">
            <a:avLst>
              <a:gd name="adj" fmla="val 50000"/>
            </a:avLst>
          </a:prstGeom>
          <a:solidFill>
            <a:srgbClr val="000000">
              <a:alpha val="90000"/>
            </a:srgbClr>
          </a:solidFill>
          <a:ln>
            <a:noFill/>
          </a:ln>
        </p:spPr>
      </p:sp>
      <p:sp>
        <p:nvSpPr>
          <p:cNvPr id="219" name="!!rect-7ie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10000"/>
                </a:srgbClr>
              </a:gs>
              <a:gs pos="30762">
                <a:srgbClr val="FFFFFF">
                  <a:alpha val="2000"/>
                </a:srgbClr>
              </a:gs>
              <a:gs pos="31723">
                <a:srgbClr val="FFFFFF">
                  <a:alpha val="0"/>
                </a:srgbClr>
              </a:gs>
              <a:gs pos="9613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4329186" scaled="0"/>
          </a:gradFill>
          <a:ln>
            <a:noFill/>
          </a:ln>
        </p:spPr>
      </p:sp>
      <p:sp>
        <p:nvSpPr>
          <p:cNvPr id="220" name="!!rect-7ih"/>
          <p:cNvSpPr/>
          <p:nvPr/>
        </p:nvSpPr>
        <p:spPr>
          <a:xfrm>
            <a:off x="9728200" y="679450"/>
            <a:ext cx="520700" cy="23495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</p:spPr>
      </p:sp>
      <p:sp>
        <p:nvSpPr>
          <p:cNvPr id="221" name="!!circle-7ii"/>
          <p:cNvSpPr/>
          <p:nvPr/>
        </p:nvSpPr>
        <p:spPr>
          <a:xfrm>
            <a:off x="10088880" y="757555"/>
            <a:ext cx="78740" cy="78740"/>
          </a:xfrm>
          <a:prstGeom prst="ellipse">
            <a:avLst/>
          </a:prstGeom>
          <a:solidFill>
            <a:srgbClr val="0A0F16"/>
          </a:solidFill>
          <a:ln>
            <a:noFill/>
          </a:ln>
        </p:spPr>
      </p:sp>
      <p:sp>
        <p:nvSpPr>
          <p:cNvPr id="222" name="!!circle-7ij"/>
          <p:cNvSpPr/>
          <p:nvPr/>
        </p:nvSpPr>
        <p:spPr>
          <a:xfrm>
            <a:off x="10107930" y="776605"/>
            <a:ext cx="40640" cy="40640"/>
          </a:xfrm>
          <a:prstGeom prst="ellipse">
            <a:avLst/>
          </a:prstGeom>
          <a:solidFill>
            <a:srgbClr val="111B28"/>
          </a:solidFill>
          <a:ln>
            <a:noFill/>
          </a:ln>
        </p:spPr>
      </p:sp>
      <p:sp>
        <p:nvSpPr>
          <p:cNvPr id="223" name="!!circle-7ik"/>
          <p:cNvSpPr/>
          <p:nvPr/>
        </p:nvSpPr>
        <p:spPr>
          <a:xfrm>
            <a:off x="10130155" y="781685"/>
            <a:ext cx="13970" cy="13970"/>
          </a:xfrm>
          <a:prstGeom prst="ellipse">
            <a:avLst/>
          </a:prstGeom>
          <a:solidFill>
            <a:srgbClr val="3A5070">
              <a:alpha val="80000"/>
            </a:srgbClr>
          </a:solidFill>
          <a:ln>
            <a:noFill/>
          </a:ln>
        </p:spPr>
      </p:sp>
      <p:sp>
        <p:nvSpPr>
          <p:cNvPr id="224" name="!!path-7km"/>
          <p:cNvSpPr/>
          <p:nvPr/>
        </p:nvSpPr>
        <p:spPr>
          <a:xfrm>
            <a:off x="5584400" y="2495550"/>
            <a:ext cx="3089700" cy="1926018"/>
          </a:xfrm>
          <a:custGeom>
            <a:avLst/>
            <a:gdLst/>
            <a:ahLst/>
            <a:cxnLst/>
            <a:rect l="l" t="t" r="r" b="b"/>
            <a:pathLst>
              <a:path w="3089700" h="1926018" fill="none">
                <a:moveTo>
                  <a:pt x="0" y="1926018"/>
                </a:moveTo>
                <a:quadBezTo>
                  <a:pt x="1544847" y="0"/>
                  <a:pt x="3089700" y="889000"/>
                </a:quadBezTo>
              </a:path>
            </a:pathLst>
          </a:custGeom>
          <a:noFill/>
          <a:ln w="15875" cap="rnd">
            <a:solidFill>
              <a:srgbClr val="627D8D">
                <a:alpha val="55000"/>
              </a:srgbClr>
            </a:solidFill>
            <a:custDash>
              <a:ds d="40000" sp="360000"/>
            </a:custDash>
            <a:miter lim="800000"/>
          </a:ln>
        </p:spPr>
      </p:sp>
      <p:sp>
        <p:nvSpPr>
          <p:cNvPr id="225" name="!!path-7ko"/>
          <p:cNvSpPr/>
          <p:nvPr/>
        </p:nvSpPr>
        <p:spPr>
          <a:xfrm>
            <a:off x="5584400" y="2495550"/>
            <a:ext cx="3089700" cy="1926018"/>
          </a:xfrm>
          <a:custGeom>
            <a:avLst/>
            <a:gdLst/>
            <a:ahLst/>
            <a:cxnLst/>
            <a:rect l="l" t="t" r="r" b="b"/>
            <a:pathLst>
              <a:path w="3089700" h="1926018" fill="none">
                <a:moveTo>
                  <a:pt x="0" y="1926018"/>
                </a:moveTo>
                <a:quadBezTo>
                  <a:pt x="1544847" y="0"/>
                  <a:pt x="3089700" y="889000"/>
                </a:quadBezTo>
              </a:path>
            </a:pathLst>
          </a:custGeom>
          <a:noFill/>
          <a:ln w="25400" cap="rnd">
            <a:solidFill>
              <a:srgbClr val="627D8D">
                <a:alpha val="85000"/>
              </a:srgbClr>
            </a:solidFill>
            <a:custDash>
              <a:ds d="2836939" sp="18440104"/>
            </a:custDash>
            <a:miter lim="800000"/>
          </a:ln>
        </p:spPr>
      </p:sp>
      <p:sp>
        <p:nvSpPr>
          <p:cNvPr id="226" name="!!circle-7kr"/>
          <p:cNvSpPr/>
          <p:nvPr/>
        </p:nvSpPr>
        <p:spPr>
          <a:xfrm>
            <a:off x="6865369" y="3187311"/>
            <a:ext cx="165100" cy="165100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21213">
                <a:srgbClr val="627D8D">
                  <a:alpha val="950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227" name="!!circle-7ku"/>
          <p:cNvSpPr/>
          <p:nvPr/>
        </p:nvSpPr>
        <p:spPr>
          <a:xfrm>
            <a:off x="5338562" y="4175731"/>
            <a:ext cx="491675" cy="491675"/>
          </a:xfrm>
          <a:prstGeom prst="ellipse">
            <a:avLst/>
          </a:prstGeom>
          <a:noFill/>
          <a:ln w="15875" cap="flat">
            <a:solidFill>
              <a:srgbClr val="627D8D">
                <a:alpha val="3013"/>
              </a:srgbClr>
            </a:solidFill>
            <a:prstDash val="solid"/>
            <a:miter lim="800000"/>
          </a:ln>
        </p:spPr>
      </p:sp>
      <p:sp>
        <p:nvSpPr>
          <p:cNvPr id="228" name="!!path-9ic"/>
          <p:cNvSpPr/>
          <p:nvPr/>
        </p:nvSpPr>
        <p:spPr>
          <a:xfrm>
            <a:off x="381000" y="306527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229" name="!!path-9id"/>
          <p:cNvSpPr/>
          <p:nvPr/>
        </p:nvSpPr>
        <p:spPr>
          <a:xfrm>
            <a:off x="381000" y="308153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230" name="!!path-9ie"/>
          <p:cNvSpPr/>
          <p:nvPr/>
        </p:nvSpPr>
        <p:spPr>
          <a:xfrm>
            <a:off x="381000" y="309778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231" name="!!path-9if"/>
          <p:cNvSpPr/>
          <p:nvPr/>
        </p:nvSpPr>
        <p:spPr>
          <a:xfrm>
            <a:off x="381000" y="311404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232" name="!!path-9ig"/>
          <p:cNvSpPr/>
          <p:nvPr/>
        </p:nvSpPr>
        <p:spPr>
          <a:xfrm>
            <a:off x="381000" y="313030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233" name="!!path-9ih"/>
          <p:cNvSpPr/>
          <p:nvPr/>
        </p:nvSpPr>
        <p:spPr>
          <a:xfrm>
            <a:off x="381000" y="314655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234" name="!!path-9ii"/>
          <p:cNvSpPr/>
          <p:nvPr/>
        </p:nvSpPr>
        <p:spPr>
          <a:xfrm>
            <a:off x="381000" y="316281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235" name="!!path-9ij"/>
          <p:cNvSpPr/>
          <p:nvPr/>
        </p:nvSpPr>
        <p:spPr>
          <a:xfrm>
            <a:off x="381000" y="317906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236" name="!!path-9ik"/>
          <p:cNvSpPr/>
          <p:nvPr/>
        </p:nvSpPr>
        <p:spPr>
          <a:xfrm>
            <a:off x="419608" y="269342"/>
            <a:ext cx="128422" cy="122936"/>
          </a:xfrm>
          <a:custGeom>
            <a:avLst/>
            <a:gdLst/>
            <a:ahLst/>
            <a:cxnLst/>
            <a:rect l="l" t="t" r="r" b="b"/>
            <a:pathLst>
              <a:path w="128422" h="122936">
                <a:moveTo>
                  <a:pt x="0" y="17678"/>
                </a:moveTo>
                <a:lnTo>
                  <a:pt x="8128" y="5080"/>
                </a:lnTo>
                <a:cubicBezTo>
                  <a:pt x="32512" y="0"/>
                  <a:pt x="73152" y="7112"/>
                  <a:pt x="101600" y="26416"/>
                </a:cubicBezTo>
                <a:cubicBezTo>
                  <a:pt x="116840" y="37186"/>
                  <a:pt x="124968" y="49784"/>
                  <a:pt x="128422" y="62992"/>
                </a:cubicBezTo>
                <a:lnTo>
                  <a:pt x="128422" y="122936"/>
                </a:lnTo>
                <a:lnTo>
                  <a:pt x="0" y="1229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237" name="!!path-9il"/>
          <p:cNvSpPr/>
          <p:nvPr/>
        </p:nvSpPr>
        <p:spPr>
          <a:xfrm>
            <a:off x="419608" y="269342"/>
            <a:ext cx="128422" cy="62992"/>
          </a:xfrm>
          <a:custGeom>
            <a:avLst/>
            <a:gdLst/>
            <a:ahLst/>
            <a:cxnLst/>
            <a:rect l="l" t="t" r="r" b="b"/>
            <a:pathLst>
              <a:path w="128422" h="62992" fill="none">
                <a:moveTo>
                  <a:pt x="128422" y="62992"/>
                </a:moveTo>
                <a:cubicBezTo>
                  <a:pt x="124968" y="49784"/>
                  <a:pt x="116840" y="37186"/>
                  <a:pt x="101600" y="26416"/>
                </a:cubicBezTo>
                <a:cubicBezTo>
                  <a:pt x="73152" y="7112"/>
                  <a:pt x="32512" y="0"/>
                  <a:pt x="8128" y="5080"/>
                </a:cubicBezTo>
                <a:lnTo>
                  <a:pt x="0" y="1767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238" name="!!path-9im"/>
          <p:cNvSpPr/>
          <p:nvPr/>
        </p:nvSpPr>
        <p:spPr>
          <a:xfrm>
            <a:off x="407010" y="281534"/>
            <a:ext cx="141021" cy="110744"/>
          </a:xfrm>
          <a:custGeom>
            <a:avLst/>
            <a:gdLst/>
            <a:ahLst/>
            <a:cxnLst/>
            <a:rect l="l" t="t" r="r" b="b"/>
            <a:pathLst>
              <a:path w="141021" h="110744">
                <a:moveTo>
                  <a:pt x="0" y="22352"/>
                </a:moveTo>
                <a:lnTo>
                  <a:pt x="6502" y="6502"/>
                </a:lnTo>
                <a:cubicBezTo>
                  <a:pt x="36982" y="0"/>
                  <a:pt x="79654" y="7112"/>
                  <a:pt x="110134" y="25400"/>
                </a:cubicBezTo>
                <a:cubicBezTo>
                  <a:pt x="126390" y="35154"/>
                  <a:pt x="136550" y="49784"/>
                  <a:pt x="141021" y="62992"/>
                </a:cubicBezTo>
                <a:lnTo>
                  <a:pt x="141021" y="110744"/>
                </a:lnTo>
                <a:lnTo>
                  <a:pt x="0" y="110744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239" name="!!path-9in"/>
          <p:cNvSpPr/>
          <p:nvPr/>
        </p:nvSpPr>
        <p:spPr>
          <a:xfrm>
            <a:off x="407010" y="281534"/>
            <a:ext cx="141021" cy="62992"/>
          </a:xfrm>
          <a:custGeom>
            <a:avLst/>
            <a:gdLst/>
            <a:ahLst/>
            <a:cxnLst/>
            <a:rect l="l" t="t" r="r" b="b"/>
            <a:pathLst>
              <a:path w="141021" h="62992" fill="none">
                <a:moveTo>
                  <a:pt x="141021" y="62992"/>
                </a:moveTo>
                <a:cubicBezTo>
                  <a:pt x="136550" y="49784"/>
                  <a:pt x="126390" y="35154"/>
                  <a:pt x="110134" y="25400"/>
                </a:cubicBezTo>
                <a:cubicBezTo>
                  <a:pt x="79654" y="7112"/>
                  <a:pt x="36982" y="0"/>
                  <a:pt x="6502" y="6502"/>
                </a:cubicBezTo>
                <a:lnTo>
                  <a:pt x="0" y="22352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240" name="!!path-9io"/>
          <p:cNvSpPr/>
          <p:nvPr/>
        </p:nvSpPr>
        <p:spPr>
          <a:xfrm>
            <a:off x="395834" y="294742"/>
            <a:ext cx="151790" cy="97536"/>
          </a:xfrm>
          <a:custGeom>
            <a:avLst/>
            <a:gdLst/>
            <a:ahLst/>
            <a:cxnLst/>
            <a:rect l="l" t="t" r="r" b="b"/>
            <a:pathLst>
              <a:path w="151790" h="97536">
                <a:moveTo>
                  <a:pt x="0" y="23165"/>
                </a:moveTo>
                <a:lnTo>
                  <a:pt x="3861" y="12598"/>
                </a:lnTo>
                <a:cubicBezTo>
                  <a:pt x="37998" y="0"/>
                  <a:pt x="84734" y="5080"/>
                  <a:pt x="117246" y="21946"/>
                </a:cubicBezTo>
                <a:cubicBezTo>
                  <a:pt x="135534" y="31496"/>
                  <a:pt x="146710" y="43688"/>
                  <a:pt x="151790" y="55270"/>
                </a:cubicBezTo>
                <a:lnTo>
                  <a:pt x="151790" y="97536"/>
                </a:lnTo>
                <a:lnTo>
                  <a:pt x="0" y="975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241" name="!!path-9ip"/>
          <p:cNvSpPr/>
          <p:nvPr/>
        </p:nvSpPr>
        <p:spPr>
          <a:xfrm>
            <a:off x="395834" y="294742"/>
            <a:ext cx="151790" cy="55270"/>
          </a:xfrm>
          <a:custGeom>
            <a:avLst/>
            <a:gdLst/>
            <a:ahLst/>
            <a:cxnLst/>
            <a:rect l="l" t="t" r="r" b="b"/>
            <a:pathLst>
              <a:path w="151790" h="55270" fill="none">
                <a:moveTo>
                  <a:pt x="151790" y="55270"/>
                </a:moveTo>
                <a:cubicBezTo>
                  <a:pt x="146710" y="43688"/>
                  <a:pt x="135534" y="31496"/>
                  <a:pt x="117246" y="21946"/>
                </a:cubicBezTo>
                <a:cubicBezTo>
                  <a:pt x="84734" y="5080"/>
                  <a:pt x="37998" y="0"/>
                  <a:pt x="3861" y="12598"/>
                </a:cubicBezTo>
                <a:lnTo>
                  <a:pt x="0" y="23165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242" name="!!path-9iq"/>
          <p:cNvSpPr/>
          <p:nvPr/>
        </p:nvSpPr>
        <p:spPr>
          <a:xfrm>
            <a:off x="548234" y="264262"/>
            <a:ext cx="120294" cy="128016"/>
          </a:xfrm>
          <a:custGeom>
            <a:avLst/>
            <a:gdLst/>
            <a:ahLst/>
            <a:cxnLst/>
            <a:rect l="l" t="t" r="r" b="b"/>
            <a:pathLst>
              <a:path w="120294" h="128016">
                <a:moveTo>
                  <a:pt x="120294" y="18288"/>
                </a:moveTo>
                <a:lnTo>
                  <a:pt x="113589" y="4470"/>
                </a:lnTo>
                <a:cubicBezTo>
                  <a:pt x="86766" y="0"/>
                  <a:pt x="44094" y="10160"/>
                  <a:pt x="17678" y="30480"/>
                </a:cubicBezTo>
                <a:cubicBezTo>
                  <a:pt x="6502" y="39624"/>
                  <a:pt x="1422" y="52832"/>
                  <a:pt x="0" y="67056"/>
                </a:cubicBezTo>
                <a:lnTo>
                  <a:pt x="0" y="128016"/>
                </a:lnTo>
                <a:lnTo>
                  <a:pt x="120294" y="12801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243" name="!!path-9ir"/>
          <p:cNvSpPr/>
          <p:nvPr/>
        </p:nvSpPr>
        <p:spPr>
          <a:xfrm>
            <a:off x="548234" y="264262"/>
            <a:ext cx="120294" cy="67056"/>
          </a:xfrm>
          <a:custGeom>
            <a:avLst/>
            <a:gdLst/>
            <a:ahLst/>
            <a:cxnLst/>
            <a:rect l="l" t="t" r="r" b="b"/>
            <a:pathLst>
              <a:path w="120294" h="67056" fill="none">
                <a:moveTo>
                  <a:pt x="0" y="67056"/>
                </a:moveTo>
                <a:cubicBezTo>
                  <a:pt x="1422" y="52832"/>
                  <a:pt x="6502" y="39624"/>
                  <a:pt x="17678" y="30480"/>
                </a:cubicBezTo>
                <a:cubicBezTo>
                  <a:pt x="44094" y="10160"/>
                  <a:pt x="86766" y="0"/>
                  <a:pt x="113589" y="4470"/>
                </a:cubicBezTo>
                <a:lnTo>
                  <a:pt x="120294" y="1828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244" name="!!path-9is"/>
          <p:cNvSpPr/>
          <p:nvPr/>
        </p:nvSpPr>
        <p:spPr>
          <a:xfrm>
            <a:off x="548437" y="279502"/>
            <a:ext cx="133299" cy="112776"/>
          </a:xfrm>
          <a:custGeom>
            <a:avLst/>
            <a:gdLst/>
            <a:ahLst/>
            <a:cxnLst/>
            <a:rect l="l" t="t" r="r" b="b"/>
            <a:pathLst>
              <a:path w="133299" h="112776">
                <a:moveTo>
                  <a:pt x="133299" y="19710"/>
                </a:moveTo>
                <a:lnTo>
                  <a:pt x="127203" y="3048"/>
                </a:lnTo>
                <a:cubicBezTo>
                  <a:pt x="94691" y="0"/>
                  <a:pt x="54051" y="11176"/>
                  <a:pt x="27635" y="30683"/>
                </a:cubicBezTo>
                <a:cubicBezTo>
                  <a:pt x="13411" y="41250"/>
                  <a:pt x="4267" y="53848"/>
                  <a:pt x="0" y="65024"/>
                </a:cubicBezTo>
                <a:lnTo>
                  <a:pt x="0" y="112776"/>
                </a:lnTo>
                <a:lnTo>
                  <a:pt x="133299" y="11277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245" name="!!path-9it"/>
          <p:cNvSpPr/>
          <p:nvPr/>
        </p:nvSpPr>
        <p:spPr>
          <a:xfrm>
            <a:off x="548437" y="279502"/>
            <a:ext cx="133299" cy="65024"/>
          </a:xfrm>
          <a:custGeom>
            <a:avLst/>
            <a:gdLst/>
            <a:ahLst/>
            <a:cxnLst/>
            <a:rect l="l" t="t" r="r" b="b"/>
            <a:pathLst>
              <a:path w="133299" h="65024" fill="none">
                <a:moveTo>
                  <a:pt x="0" y="65024"/>
                </a:moveTo>
                <a:cubicBezTo>
                  <a:pt x="4267" y="53848"/>
                  <a:pt x="13411" y="41250"/>
                  <a:pt x="27635" y="30683"/>
                </a:cubicBezTo>
                <a:cubicBezTo>
                  <a:pt x="54051" y="11176"/>
                  <a:pt x="94691" y="0"/>
                  <a:pt x="127203" y="3048"/>
                </a:cubicBezTo>
                <a:lnTo>
                  <a:pt x="133299" y="19710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246" name="!!path-9iu"/>
          <p:cNvSpPr/>
          <p:nvPr/>
        </p:nvSpPr>
        <p:spPr>
          <a:xfrm>
            <a:off x="548843" y="293726"/>
            <a:ext cx="142646" cy="98552"/>
          </a:xfrm>
          <a:custGeom>
            <a:avLst/>
            <a:gdLst/>
            <a:ahLst/>
            <a:cxnLst/>
            <a:rect l="l" t="t" r="r" b="b"/>
            <a:pathLst>
              <a:path w="142646" h="98552">
                <a:moveTo>
                  <a:pt x="142646" y="18898"/>
                </a:moveTo>
                <a:lnTo>
                  <a:pt x="139802" y="8738"/>
                </a:lnTo>
                <a:cubicBezTo>
                  <a:pt x="106477" y="0"/>
                  <a:pt x="63805" y="5080"/>
                  <a:pt x="35357" y="19304"/>
                </a:cubicBezTo>
                <a:cubicBezTo>
                  <a:pt x="17069" y="28448"/>
                  <a:pt x="5893" y="42672"/>
                  <a:pt x="0" y="56286"/>
                </a:cubicBezTo>
                <a:lnTo>
                  <a:pt x="0" y="98552"/>
                </a:lnTo>
                <a:lnTo>
                  <a:pt x="142646" y="98552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247" name="!!path-9iv"/>
          <p:cNvSpPr/>
          <p:nvPr/>
        </p:nvSpPr>
        <p:spPr>
          <a:xfrm>
            <a:off x="548843" y="293726"/>
            <a:ext cx="142646" cy="56286"/>
          </a:xfrm>
          <a:custGeom>
            <a:avLst/>
            <a:gdLst/>
            <a:ahLst/>
            <a:cxnLst/>
            <a:rect l="l" t="t" r="r" b="b"/>
            <a:pathLst>
              <a:path w="142646" h="56286" fill="none">
                <a:moveTo>
                  <a:pt x="0" y="56286"/>
                </a:moveTo>
                <a:cubicBezTo>
                  <a:pt x="5893" y="42672"/>
                  <a:pt x="17069" y="28448"/>
                  <a:pt x="35357" y="19304"/>
                </a:cubicBezTo>
                <a:cubicBezTo>
                  <a:pt x="63805" y="5080"/>
                  <a:pt x="106477" y="0"/>
                  <a:pt x="139802" y="8738"/>
                </a:cubicBezTo>
                <a:lnTo>
                  <a:pt x="142646" y="1889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248" name="!!path-9iw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627D8D"/>
              </a:gs>
              <a:gs pos="21794">
                <a:srgbClr val="627D8D"/>
              </a:gs>
              <a:gs pos="55376">
                <a:srgbClr val="627D8D"/>
              </a:gs>
              <a:gs pos="96421">
                <a:srgbClr val="98ABB7"/>
              </a:gs>
              <a:gs pos="100000">
                <a:srgbClr val="98ABB7"/>
              </a:gs>
            </a:gsLst>
            <a:lin ang="1983350" scaled="0"/>
          </a:gradFill>
          <a:ln>
            <a:noFill/>
          </a:ln>
        </p:spPr>
      </p:sp>
      <p:sp>
        <p:nvSpPr>
          <p:cNvPr id="249" name="!!path-9ix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0000"/>
                </a:srgbClr>
              </a:gs>
              <a:gs pos="4764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83333" t="79291" r="16667" b="20709"/>
            </a:path>
          </a:gradFill>
          <a:ln>
            <a:noFill/>
          </a:ln>
        </p:spPr>
      </p:sp>
      <p:sp>
        <p:nvSpPr>
          <p:cNvPr id="250" name="!!line-9iy"/>
          <p:cNvSpPr/>
          <p:nvPr/>
        </p:nvSpPr>
        <p:spPr>
          <a:xfrm>
            <a:off x="549046" y="363017"/>
            <a:ext cx="1" cy="153619"/>
          </a:xfrm>
          <a:custGeom>
            <a:avLst/>
            <a:gdLst/>
            <a:ahLst/>
            <a:cxnLst/>
            <a:rect l="l" t="t" r="r" b="b"/>
            <a:pathLst>
              <a:path w="1" h="153619">
                <a:moveTo>
                  <a:pt x="0" y="0"/>
                </a:moveTo>
                <a:lnTo>
                  <a:pt x="0" y="153619"/>
                </a:lnTo>
              </a:path>
            </a:pathLst>
          </a:custGeom>
          <a:solidFill>
            <a:srgbClr val="000000"/>
          </a:solidFill>
          <a:ln w="6909" cap="rnd">
            <a:solidFill>
              <a:srgbClr val="C9D3D9"/>
            </a:solidFill>
            <a:prstDash val="solid"/>
            <a:miter lim="800000"/>
          </a:ln>
        </p:spPr>
      </p:sp>
      <p:sp>
        <p:nvSpPr>
          <p:cNvPr id="251" name="!!path-9iz"/>
          <p:cNvSpPr/>
          <p:nvPr/>
        </p:nvSpPr>
        <p:spPr>
          <a:xfrm>
            <a:off x="657962" y="442062"/>
            <a:ext cx="25400" cy="37998"/>
          </a:xfrm>
          <a:custGeom>
            <a:avLst/>
            <a:gdLst/>
            <a:ahLst/>
            <a:cxnLst/>
            <a:rect l="l" t="t" r="r" b="b"/>
            <a:pathLst>
              <a:path w="25400" h="37998">
                <a:moveTo>
                  <a:pt x="0" y="2642"/>
                </a:moveTo>
                <a:lnTo>
                  <a:pt x="15240" y="0"/>
                </a:lnTo>
                <a:lnTo>
                  <a:pt x="25400" y="37186"/>
                </a:lnTo>
                <a:lnTo>
                  <a:pt x="7518" y="37998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 w="1016" cap="flat">
            <a:solidFill>
              <a:srgbClr val="FFFFFF">
                <a:alpha val="55000"/>
              </a:srgbClr>
            </a:solidFill>
            <a:prstDash val="solid"/>
            <a:round/>
          </a:ln>
        </p:spPr>
      </p:sp>
      <p:sp>
        <p:nvSpPr>
          <p:cNvPr id="252" name="!!text-9j0" descr="救「舊」我的書"/>
          <p:cNvSpPr txBox="1"/>
          <p:nvPr/>
        </p:nvSpPr>
        <p:spPr>
          <a:xfrm>
            <a:off x="805879" y="251460"/>
            <a:ext cx="1120140" cy="25745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400" b="1" kern="0" spc="-70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救</a:t>
            </a:r>
            <a:r>
              <a:rPr lang="zh-TW" altLang="en-US" sz="14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「舊</a:t>
            </a:r>
            <a:r>
              <a:rPr lang="zh-TW" altLang="en-US" sz="1400" b="1" kern="0" spc="-70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」</a:t>
            </a:r>
            <a:r>
              <a:rPr lang="zh-TW" altLang="en-US" sz="14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我的書</a:t>
            </a:r>
            <a:endParaRPr lang="zh-TW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fast" p14:dur="1300" advTm="400">
        <p159:morph option="byObject"/>
      </p:transition>
    </mc:Choice>
    <mc:Fallback>
      <p:transition spd="fast" advTm="400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49.6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rect-1q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7"/>
          </a:solidFill>
          <a:ln>
            <a:noFill/>
          </a:ln>
        </p:spPr>
      </p:sp>
      <p:sp>
        <p:nvSpPr>
          <p:cNvPr id="3" name="!!ellipse-1q2"/>
          <p:cNvSpPr/>
          <p:nvPr/>
        </p:nvSpPr>
        <p:spPr>
          <a:xfrm>
            <a:off x="-889000" y="-952500"/>
            <a:ext cx="13970000" cy="7874000"/>
          </a:xfrm>
          <a:prstGeom prst="ellipse">
            <a:avLst/>
          </a:prstGeom>
          <a:gradFill rotWithShape="1">
            <a:gsLst>
              <a:gs pos="0">
                <a:srgbClr val="FFFFFF">
                  <a:alpha val="95000"/>
                </a:srgbClr>
              </a:gs>
              <a:gs pos="40865">
                <a:srgbClr val="FFFFFF">
                  <a:alpha val="35000"/>
                </a:srgbClr>
              </a:gs>
              <a:gs pos="68108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!!rect-1q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P1"/>
            <a:srcRect/>
            <a:tile tx="45256" ty="100419" sx="16667" sy="16667" flip="none" algn="tl"/>
          </a:blipFill>
          <a:ln>
            <a:noFill/>
          </a:ln>
        </p:spPr>
      </p:sp>
      <p:sp>
        <p:nvSpPr>
          <p:cNvPr id="5" name="!!circle-1qb"/>
          <p:cNvSpPr/>
          <p:nvPr/>
        </p:nvSpPr>
        <p:spPr>
          <a:xfrm>
            <a:off x="739381" y="3314713"/>
            <a:ext cx="2046732" cy="2046732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" name="!!circle-1qg"/>
          <p:cNvSpPr/>
          <p:nvPr/>
        </p:nvSpPr>
        <p:spPr>
          <a:xfrm>
            <a:off x="3601701" y="5120018"/>
            <a:ext cx="1987309" cy="1987309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7" name="!!circle-1rf"/>
          <p:cNvSpPr/>
          <p:nvPr/>
        </p:nvSpPr>
        <p:spPr>
          <a:xfrm>
            <a:off x="1670837" y="4155516"/>
            <a:ext cx="1614653" cy="1614653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8" name="!!circle-1ro"/>
          <p:cNvSpPr/>
          <p:nvPr/>
        </p:nvSpPr>
        <p:spPr>
          <a:xfrm>
            <a:off x="6218593" y="5266449"/>
            <a:ext cx="1641335" cy="1641335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9" name="!!circle-1rq"/>
          <p:cNvSpPr/>
          <p:nvPr/>
        </p:nvSpPr>
        <p:spPr>
          <a:xfrm>
            <a:off x="-80620" y="1824412"/>
            <a:ext cx="1404252" cy="1404252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0" name="!!circle-1s5"/>
          <p:cNvSpPr/>
          <p:nvPr/>
        </p:nvSpPr>
        <p:spPr>
          <a:xfrm>
            <a:off x="4805071" y="6414973"/>
            <a:ext cx="905091" cy="905091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1" name="!!circle-1sg"/>
          <p:cNvSpPr/>
          <p:nvPr/>
        </p:nvSpPr>
        <p:spPr>
          <a:xfrm>
            <a:off x="-60357" y="1164476"/>
            <a:ext cx="1615783" cy="1615783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2" name="!!rect-1sh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5F7">
                  <a:alpha val="0"/>
                </a:srgbClr>
              </a:gs>
              <a:gs pos="20428">
                <a:srgbClr val="F3F5F7">
                  <a:alpha val="0"/>
                </a:srgbClr>
              </a:gs>
              <a:gs pos="66730">
                <a:srgbClr val="F3F5F7"/>
              </a:gs>
              <a:gs pos="100000">
                <a:srgbClr val="F3F5F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3" name="!!circle-1sj"/>
          <p:cNvSpPr/>
          <p:nvPr/>
        </p:nvSpPr>
        <p:spPr>
          <a:xfrm>
            <a:off x="111218" y="282885"/>
            <a:ext cx="50038" cy="50038"/>
          </a:xfrm>
          <a:prstGeom prst="ellipse">
            <a:avLst/>
          </a:prstGeom>
          <a:solidFill>
            <a:srgbClr val="627D8D">
              <a:alpha val="25400"/>
            </a:srgbClr>
          </a:solidFill>
          <a:ln>
            <a:noFill/>
          </a:ln>
        </p:spPr>
      </p:sp>
      <p:sp>
        <p:nvSpPr>
          <p:cNvPr id="14" name="!!circle-1sm"/>
          <p:cNvSpPr/>
          <p:nvPr/>
        </p:nvSpPr>
        <p:spPr>
          <a:xfrm>
            <a:off x="5642735" y="1546458"/>
            <a:ext cx="36055" cy="36055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15" name="!!circle-1sp"/>
          <p:cNvSpPr/>
          <p:nvPr/>
        </p:nvSpPr>
        <p:spPr>
          <a:xfrm>
            <a:off x="9306016" y="3457289"/>
            <a:ext cx="24295" cy="24295"/>
          </a:xfrm>
          <a:prstGeom prst="ellipse">
            <a:avLst/>
          </a:prstGeom>
          <a:solidFill>
            <a:srgbClr val="627D8D">
              <a:alpha val="18100"/>
            </a:srgbClr>
          </a:solidFill>
          <a:ln>
            <a:noFill/>
          </a:ln>
        </p:spPr>
      </p:sp>
      <p:sp>
        <p:nvSpPr>
          <p:cNvPr id="16" name="!!circle-1ss"/>
          <p:cNvSpPr/>
          <p:nvPr/>
        </p:nvSpPr>
        <p:spPr>
          <a:xfrm>
            <a:off x="3575489" y="6622031"/>
            <a:ext cx="25959" cy="25959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17" name="!!circle-1sv"/>
          <p:cNvSpPr/>
          <p:nvPr/>
        </p:nvSpPr>
        <p:spPr>
          <a:xfrm>
            <a:off x="1895746" y="1921574"/>
            <a:ext cx="35878" cy="35878"/>
          </a:xfrm>
          <a:prstGeom prst="ellipse">
            <a:avLst/>
          </a:prstGeom>
          <a:solidFill>
            <a:srgbClr val="627D8D">
              <a:alpha val="26800"/>
            </a:srgbClr>
          </a:solidFill>
          <a:ln>
            <a:noFill/>
          </a:ln>
        </p:spPr>
      </p:sp>
      <p:sp>
        <p:nvSpPr>
          <p:cNvPr id="18" name="!!circle-1sy"/>
          <p:cNvSpPr/>
          <p:nvPr/>
        </p:nvSpPr>
        <p:spPr>
          <a:xfrm>
            <a:off x="6759555" y="4111890"/>
            <a:ext cx="40234" cy="40234"/>
          </a:xfrm>
          <a:prstGeom prst="ellipse">
            <a:avLst/>
          </a:prstGeom>
          <a:solidFill>
            <a:srgbClr val="627D8D">
              <a:alpha val="31300"/>
            </a:srgbClr>
          </a:solidFill>
          <a:ln>
            <a:noFill/>
          </a:ln>
        </p:spPr>
      </p:sp>
      <p:sp>
        <p:nvSpPr>
          <p:cNvPr id="19" name="!!circle-1t1"/>
          <p:cNvSpPr/>
          <p:nvPr/>
        </p:nvSpPr>
        <p:spPr>
          <a:xfrm>
            <a:off x="10045829" y="158547"/>
            <a:ext cx="23559" cy="23559"/>
          </a:xfrm>
          <a:prstGeom prst="ellipse">
            <a:avLst/>
          </a:prstGeom>
          <a:solidFill>
            <a:srgbClr val="627D8D">
              <a:alpha val="17900"/>
            </a:srgbClr>
          </a:solidFill>
          <a:ln>
            <a:noFill/>
          </a:ln>
        </p:spPr>
      </p:sp>
      <p:sp>
        <p:nvSpPr>
          <p:cNvPr id="20" name="!!circle-1t4"/>
          <p:cNvSpPr/>
          <p:nvPr/>
        </p:nvSpPr>
        <p:spPr>
          <a:xfrm>
            <a:off x="1089752" y="5142290"/>
            <a:ext cx="29959" cy="29959"/>
          </a:xfrm>
          <a:prstGeom prst="ellipse">
            <a:avLst/>
          </a:prstGeom>
          <a:solidFill>
            <a:srgbClr val="627D8D">
              <a:alpha val="19400"/>
            </a:srgbClr>
          </a:solidFill>
          <a:ln>
            <a:noFill/>
          </a:ln>
        </p:spPr>
      </p:sp>
      <p:sp>
        <p:nvSpPr>
          <p:cNvPr id="21" name="!!circle-1t7"/>
          <p:cNvSpPr/>
          <p:nvPr/>
        </p:nvSpPr>
        <p:spPr>
          <a:xfrm>
            <a:off x="8534956" y="4641365"/>
            <a:ext cx="28702" cy="28702"/>
          </a:xfrm>
          <a:prstGeom prst="ellipse">
            <a:avLst/>
          </a:prstGeom>
          <a:solidFill>
            <a:srgbClr val="627D8D">
              <a:alpha val="17800"/>
            </a:srgbClr>
          </a:solidFill>
          <a:ln>
            <a:noFill/>
          </a:ln>
        </p:spPr>
      </p:sp>
      <p:sp>
        <p:nvSpPr>
          <p:cNvPr id="22" name="!!circle-1ta"/>
          <p:cNvSpPr/>
          <p:nvPr/>
        </p:nvSpPr>
        <p:spPr>
          <a:xfrm>
            <a:off x="11088453" y="2107442"/>
            <a:ext cx="24066" cy="24066"/>
          </a:xfrm>
          <a:prstGeom prst="ellipse">
            <a:avLst/>
          </a:prstGeom>
          <a:solidFill>
            <a:srgbClr val="627D8D">
              <a:alpha val="23900"/>
            </a:srgbClr>
          </a:solidFill>
          <a:ln>
            <a:noFill/>
          </a:ln>
        </p:spPr>
      </p:sp>
      <p:sp>
        <p:nvSpPr>
          <p:cNvPr id="23" name="!!circle-1td"/>
          <p:cNvSpPr/>
          <p:nvPr/>
        </p:nvSpPr>
        <p:spPr>
          <a:xfrm>
            <a:off x="8353226" y="6165517"/>
            <a:ext cx="35865" cy="35865"/>
          </a:xfrm>
          <a:prstGeom prst="ellipse">
            <a:avLst/>
          </a:prstGeom>
          <a:solidFill>
            <a:srgbClr val="627D8D">
              <a:alpha val="28200"/>
            </a:srgbClr>
          </a:solidFill>
          <a:ln>
            <a:noFill/>
          </a:ln>
        </p:spPr>
      </p:sp>
      <p:sp>
        <p:nvSpPr>
          <p:cNvPr id="24" name="!!circle-1tg"/>
          <p:cNvSpPr/>
          <p:nvPr/>
        </p:nvSpPr>
        <p:spPr>
          <a:xfrm>
            <a:off x="1430487" y="3437536"/>
            <a:ext cx="39218" cy="39218"/>
          </a:xfrm>
          <a:prstGeom prst="ellipse">
            <a:avLst/>
          </a:prstGeom>
          <a:solidFill>
            <a:srgbClr val="627D8D">
              <a:alpha val="29600"/>
            </a:srgbClr>
          </a:solidFill>
          <a:ln>
            <a:noFill/>
          </a:ln>
        </p:spPr>
      </p:sp>
      <p:sp>
        <p:nvSpPr>
          <p:cNvPr id="25" name="!!circle-1tj"/>
          <p:cNvSpPr/>
          <p:nvPr/>
        </p:nvSpPr>
        <p:spPr>
          <a:xfrm>
            <a:off x="7186208" y="6427685"/>
            <a:ext cx="49733" cy="49733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6" name="!!circle-1tm"/>
          <p:cNvSpPr/>
          <p:nvPr/>
        </p:nvSpPr>
        <p:spPr>
          <a:xfrm>
            <a:off x="6303763" y="2079931"/>
            <a:ext cx="41694" cy="41694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7" name="!!circle-1tp"/>
          <p:cNvSpPr/>
          <p:nvPr/>
        </p:nvSpPr>
        <p:spPr>
          <a:xfrm>
            <a:off x="6785237" y="5482512"/>
            <a:ext cx="31979" cy="31979"/>
          </a:xfrm>
          <a:prstGeom prst="ellipse">
            <a:avLst/>
          </a:prstGeom>
          <a:solidFill>
            <a:srgbClr val="627D8D">
              <a:alpha val="24100"/>
            </a:srgbClr>
          </a:solidFill>
          <a:ln>
            <a:noFill/>
          </a:ln>
        </p:spPr>
      </p:sp>
      <p:sp>
        <p:nvSpPr>
          <p:cNvPr id="28" name="!!circle-1ts"/>
          <p:cNvSpPr/>
          <p:nvPr/>
        </p:nvSpPr>
        <p:spPr>
          <a:xfrm>
            <a:off x="3822358" y="1440408"/>
            <a:ext cx="18085" cy="18085"/>
          </a:xfrm>
          <a:prstGeom prst="ellipse">
            <a:avLst/>
          </a:prstGeom>
          <a:solidFill>
            <a:srgbClr val="627D8D">
              <a:alpha val="10500"/>
            </a:srgbClr>
          </a:solidFill>
          <a:ln>
            <a:noFill/>
          </a:ln>
        </p:spPr>
      </p:sp>
      <p:sp>
        <p:nvSpPr>
          <p:cNvPr id="29" name="!!circle-1ty"/>
          <p:cNvSpPr/>
          <p:nvPr/>
        </p:nvSpPr>
        <p:spPr>
          <a:xfrm>
            <a:off x="3392318" y="6613153"/>
            <a:ext cx="39243" cy="39243"/>
          </a:xfrm>
          <a:prstGeom prst="ellipse">
            <a:avLst/>
          </a:prstGeom>
          <a:solidFill>
            <a:srgbClr val="627D8D">
              <a:alpha val="27700"/>
            </a:srgbClr>
          </a:solidFill>
          <a:ln>
            <a:noFill/>
          </a:ln>
        </p:spPr>
      </p:sp>
      <p:sp>
        <p:nvSpPr>
          <p:cNvPr id="30" name="!!circle-1u1"/>
          <p:cNvSpPr/>
          <p:nvPr/>
        </p:nvSpPr>
        <p:spPr>
          <a:xfrm>
            <a:off x="1671103" y="6733307"/>
            <a:ext cx="34519" cy="34519"/>
          </a:xfrm>
          <a:prstGeom prst="ellipse">
            <a:avLst/>
          </a:prstGeom>
          <a:solidFill>
            <a:srgbClr val="627D8D">
              <a:alpha val="22500"/>
            </a:srgbClr>
          </a:solidFill>
          <a:ln>
            <a:noFill/>
          </a:ln>
        </p:spPr>
      </p:sp>
      <p:sp>
        <p:nvSpPr>
          <p:cNvPr id="31" name="!!circle-1u4"/>
          <p:cNvSpPr/>
          <p:nvPr/>
        </p:nvSpPr>
        <p:spPr>
          <a:xfrm>
            <a:off x="2578920" y="5420400"/>
            <a:ext cx="46228" cy="46228"/>
          </a:xfrm>
          <a:prstGeom prst="ellipse">
            <a:avLst/>
          </a:prstGeom>
          <a:solidFill>
            <a:srgbClr val="627D8D">
              <a:alpha val="26200"/>
            </a:srgbClr>
          </a:solidFill>
          <a:ln>
            <a:noFill/>
          </a:ln>
        </p:spPr>
      </p:sp>
      <p:sp>
        <p:nvSpPr>
          <p:cNvPr id="32" name="!!circle-1u7"/>
          <p:cNvSpPr/>
          <p:nvPr/>
        </p:nvSpPr>
        <p:spPr>
          <a:xfrm>
            <a:off x="7409792" y="4948868"/>
            <a:ext cx="49327" cy="49327"/>
          </a:xfrm>
          <a:prstGeom prst="ellipse">
            <a:avLst/>
          </a:prstGeom>
          <a:solidFill>
            <a:srgbClr val="627D8D">
              <a:alpha val="20800"/>
            </a:srgbClr>
          </a:solidFill>
          <a:ln>
            <a:noFill/>
          </a:ln>
        </p:spPr>
      </p:sp>
      <p:sp>
        <p:nvSpPr>
          <p:cNvPr id="33" name="!!circle-1ua"/>
          <p:cNvSpPr/>
          <p:nvPr/>
        </p:nvSpPr>
        <p:spPr>
          <a:xfrm>
            <a:off x="9690681" y="5733133"/>
            <a:ext cx="24054" cy="24054"/>
          </a:xfrm>
          <a:prstGeom prst="ellipse">
            <a:avLst/>
          </a:prstGeom>
          <a:solidFill>
            <a:srgbClr val="627D8D">
              <a:alpha val="22200"/>
            </a:srgbClr>
          </a:solidFill>
          <a:ln>
            <a:noFill/>
          </a:ln>
        </p:spPr>
      </p:sp>
      <p:sp>
        <p:nvSpPr>
          <p:cNvPr id="34" name="!!circle-1ud"/>
          <p:cNvSpPr/>
          <p:nvPr/>
        </p:nvSpPr>
        <p:spPr>
          <a:xfrm>
            <a:off x="2146932" y="1633688"/>
            <a:ext cx="32271" cy="32271"/>
          </a:xfrm>
          <a:prstGeom prst="ellipse">
            <a:avLst/>
          </a:prstGeom>
          <a:solidFill>
            <a:srgbClr val="627D8D">
              <a:alpha val="20500"/>
            </a:srgbClr>
          </a:solidFill>
          <a:ln>
            <a:noFill/>
          </a:ln>
        </p:spPr>
      </p:sp>
      <p:sp>
        <p:nvSpPr>
          <p:cNvPr id="35" name="!!circle-1uj"/>
          <p:cNvSpPr/>
          <p:nvPr/>
        </p:nvSpPr>
        <p:spPr>
          <a:xfrm>
            <a:off x="2100245" y="2664582"/>
            <a:ext cx="34252" cy="34252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36" name="!!circle-1um"/>
          <p:cNvSpPr/>
          <p:nvPr/>
        </p:nvSpPr>
        <p:spPr>
          <a:xfrm>
            <a:off x="9622176" y="4697211"/>
            <a:ext cx="44196" cy="44196"/>
          </a:xfrm>
          <a:prstGeom prst="ellipse">
            <a:avLst/>
          </a:prstGeom>
          <a:solidFill>
            <a:srgbClr val="627D8D">
              <a:alpha val="21700"/>
            </a:srgbClr>
          </a:solidFill>
          <a:ln>
            <a:noFill/>
          </a:ln>
        </p:spPr>
      </p:sp>
      <p:sp>
        <p:nvSpPr>
          <p:cNvPr id="37" name="!!circle-1up"/>
          <p:cNvSpPr/>
          <p:nvPr/>
        </p:nvSpPr>
        <p:spPr>
          <a:xfrm>
            <a:off x="6825108" y="1932791"/>
            <a:ext cx="35192" cy="35192"/>
          </a:xfrm>
          <a:prstGeom prst="ellipse">
            <a:avLst/>
          </a:prstGeom>
          <a:solidFill>
            <a:srgbClr val="627D8D">
              <a:alpha val="27100"/>
            </a:srgbClr>
          </a:solidFill>
          <a:ln>
            <a:noFill/>
          </a:ln>
        </p:spPr>
      </p:sp>
      <p:sp>
        <p:nvSpPr>
          <p:cNvPr id="38" name="!!circle-1us"/>
          <p:cNvSpPr/>
          <p:nvPr/>
        </p:nvSpPr>
        <p:spPr>
          <a:xfrm>
            <a:off x="10087956" y="5557969"/>
            <a:ext cx="43358" cy="43358"/>
          </a:xfrm>
          <a:prstGeom prst="ellipse">
            <a:avLst/>
          </a:prstGeom>
          <a:solidFill>
            <a:srgbClr val="627D8D">
              <a:alpha val="19500"/>
            </a:srgbClr>
          </a:solidFill>
          <a:ln>
            <a:noFill/>
          </a:ln>
        </p:spPr>
      </p:sp>
      <p:sp>
        <p:nvSpPr>
          <p:cNvPr id="39" name="!!circle-1uv"/>
          <p:cNvSpPr/>
          <p:nvPr/>
        </p:nvSpPr>
        <p:spPr>
          <a:xfrm>
            <a:off x="3079960" y="2360851"/>
            <a:ext cx="33528" cy="33528"/>
          </a:xfrm>
          <a:prstGeom prst="ellipse">
            <a:avLst/>
          </a:prstGeom>
          <a:solidFill>
            <a:srgbClr val="627D8D">
              <a:alpha val="28300"/>
            </a:srgbClr>
          </a:solidFill>
          <a:ln>
            <a:noFill/>
          </a:ln>
        </p:spPr>
      </p:sp>
      <p:sp>
        <p:nvSpPr>
          <p:cNvPr id="40" name="!!circle-1uy"/>
          <p:cNvSpPr/>
          <p:nvPr/>
        </p:nvSpPr>
        <p:spPr>
          <a:xfrm>
            <a:off x="6733037" y="2891998"/>
            <a:ext cx="28956" cy="28956"/>
          </a:xfrm>
          <a:prstGeom prst="ellipse">
            <a:avLst/>
          </a:prstGeom>
          <a:solidFill>
            <a:srgbClr val="627D8D">
              <a:alpha val="21800"/>
            </a:srgbClr>
          </a:solidFill>
          <a:ln>
            <a:noFill/>
          </a:ln>
        </p:spPr>
      </p:sp>
      <p:sp>
        <p:nvSpPr>
          <p:cNvPr id="41" name="!!circle-1v1"/>
          <p:cNvSpPr/>
          <p:nvPr/>
        </p:nvSpPr>
        <p:spPr>
          <a:xfrm>
            <a:off x="6967732" y="6634063"/>
            <a:ext cx="45555" cy="45555"/>
          </a:xfrm>
          <a:prstGeom prst="ellipse">
            <a:avLst/>
          </a:prstGeom>
          <a:solidFill>
            <a:srgbClr val="627D8D">
              <a:alpha val="20900"/>
            </a:srgbClr>
          </a:solidFill>
          <a:ln>
            <a:noFill/>
          </a:ln>
        </p:spPr>
      </p:sp>
      <p:sp>
        <p:nvSpPr>
          <p:cNvPr id="42" name="!!circle-1v4"/>
          <p:cNvSpPr/>
          <p:nvPr/>
        </p:nvSpPr>
        <p:spPr>
          <a:xfrm>
            <a:off x="11324336" y="3616116"/>
            <a:ext cx="39484" cy="39484"/>
          </a:xfrm>
          <a:prstGeom prst="ellipse">
            <a:avLst/>
          </a:prstGeom>
          <a:solidFill>
            <a:srgbClr val="627D8D">
              <a:alpha val="13600"/>
            </a:srgbClr>
          </a:solidFill>
          <a:ln>
            <a:noFill/>
          </a:ln>
        </p:spPr>
      </p:sp>
      <p:sp>
        <p:nvSpPr>
          <p:cNvPr id="43" name="!!circle-1v7"/>
          <p:cNvSpPr/>
          <p:nvPr/>
        </p:nvSpPr>
        <p:spPr>
          <a:xfrm>
            <a:off x="7430944" y="5797398"/>
            <a:ext cx="30455" cy="30455"/>
          </a:xfrm>
          <a:prstGeom prst="ellipse">
            <a:avLst/>
          </a:prstGeom>
          <a:solidFill>
            <a:srgbClr val="627D8D">
              <a:alpha val="16500"/>
            </a:srgbClr>
          </a:solidFill>
          <a:ln>
            <a:noFill/>
          </a:ln>
        </p:spPr>
      </p:sp>
      <p:sp>
        <p:nvSpPr>
          <p:cNvPr id="44" name="!!circle-1va"/>
          <p:cNvSpPr/>
          <p:nvPr/>
        </p:nvSpPr>
        <p:spPr>
          <a:xfrm>
            <a:off x="8927059" y="6546446"/>
            <a:ext cx="28257" cy="28257"/>
          </a:xfrm>
          <a:prstGeom prst="ellipse">
            <a:avLst/>
          </a:prstGeom>
          <a:solidFill>
            <a:srgbClr val="627D8D">
              <a:alpha val="15700"/>
            </a:srgbClr>
          </a:solidFill>
          <a:ln>
            <a:noFill/>
          </a:ln>
        </p:spPr>
      </p:sp>
      <p:sp>
        <p:nvSpPr>
          <p:cNvPr id="45" name="!!circle-1vd"/>
          <p:cNvSpPr/>
          <p:nvPr/>
        </p:nvSpPr>
        <p:spPr>
          <a:xfrm>
            <a:off x="11302251" y="5278747"/>
            <a:ext cx="45149" cy="45149"/>
          </a:xfrm>
          <a:prstGeom prst="ellipse">
            <a:avLst/>
          </a:prstGeom>
          <a:solidFill>
            <a:srgbClr val="627D8D">
              <a:alpha val="31200"/>
            </a:srgbClr>
          </a:solidFill>
          <a:ln>
            <a:noFill/>
          </a:ln>
        </p:spPr>
      </p:sp>
      <p:sp>
        <p:nvSpPr>
          <p:cNvPr id="46" name="!!circle-1vg"/>
          <p:cNvSpPr/>
          <p:nvPr/>
        </p:nvSpPr>
        <p:spPr>
          <a:xfrm>
            <a:off x="3438485" y="3527540"/>
            <a:ext cx="30696" cy="30696"/>
          </a:xfrm>
          <a:prstGeom prst="ellipse">
            <a:avLst/>
          </a:prstGeom>
          <a:solidFill>
            <a:srgbClr val="627D8D">
              <a:alpha val="25700"/>
            </a:srgbClr>
          </a:solidFill>
          <a:ln>
            <a:noFill/>
          </a:ln>
        </p:spPr>
      </p:sp>
      <p:sp>
        <p:nvSpPr>
          <p:cNvPr id="47" name="!!circle-1vj"/>
          <p:cNvSpPr/>
          <p:nvPr/>
        </p:nvSpPr>
        <p:spPr>
          <a:xfrm>
            <a:off x="8825696" y="4084063"/>
            <a:ext cx="37401" cy="37401"/>
          </a:xfrm>
          <a:prstGeom prst="ellipse">
            <a:avLst/>
          </a:prstGeom>
          <a:solidFill>
            <a:srgbClr val="627D8D">
              <a:alpha val="16000"/>
            </a:srgbClr>
          </a:solidFill>
          <a:ln>
            <a:noFill/>
          </a:ln>
        </p:spPr>
      </p:sp>
      <p:sp>
        <p:nvSpPr>
          <p:cNvPr id="48" name="!!circle-1vm"/>
          <p:cNvSpPr/>
          <p:nvPr/>
        </p:nvSpPr>
        <p:spPr>
          <a:xfrm>
            <a:off x="1714718" y="4817530"/>
            <a:ext cx="33096" cy="33096"/>
          </a:xfrm>
          <a:prstGeom prst="ellipse">
            <a:avLst/>
          </a:prstGeom>
          <a:solidFill>
            <a:srgbClr val="627D8D">
              <a:alpha val="22300"/>
            </a:srgbClr>
          </a:solidFill>
          <a:ln>
            <a:noFill/>
          </a:ln>
        </p:spPr>
      </p:sp>
      <p:sp>
        <p:nvSpPr>
          <p:cNvPr id="49" name="!!circle-1vp"/>
          <p:cNvSpPr/>
          <p:nvPr/>
        </p:nvSpPr>
        <p:spPr>
          <a:xfrm>
            <a:off x="11601469" y="923389"/>
            <a:ext cx="21145" cy="21145"/>
          </a:xfrm>
          <a:prstGeom prst="ellipse">
            <a:avLst/>
          </a:prstGeom>
          <a:solidFill>
            <a:srgbClr val="627D8D">
              <a:alpha val="16300"/>
            </a:srgbClr>
          </a:solidFill>
          <a:ln>
            <a:noFill/>
          </a:ln>
        </p:spPr>
      </p:sp>
      <p:sp>
        <p:nvSpPr>
          <p:cNvPr id="50" name="!!circle-1vs"/>
          <p:cNvSpPr/>
          <p:nvPr/>
        </p:nvSpPr>
        <p:spPr>
          <a:xfrm>
            <a:off x="11077307" y="5777699"/>
            <a:ext cx="35281" cy="35281"/>
          </a:xfrm>
          <a:prstGeom prst="ellipse">
            <a:avLst/>
          </a:prstGeom>
          <a:solidFill>
            <a:srgbClr val="627D8D">
              <a:alpha val="30000"/>
            </a:srgbClr>
          </a:solidFill>
          <a:ln>
            <a:noFill/>
          </a:ln>
        </p:spPr>
      </p:sp>
      <p:sp>
        <p:nvSpPr>
          <p:cNvPr id="51" name="!!ellipse-2q8"/>
          <p:cNvSpPr/>
          <p:nvPr/>
        </p:nvSpPr>
        <p:spPr>
          <a:xfrm>
            <a:off x="4864552" y="6288476"/>
            <a:ext cx="3688080" cy="379984"/>
          </a:xfrm>
          <a:prstGeom prst="ellipse">
            <a:avLst/>
          </a:prstGeom>
          <a:gradFill rotWithShape="1">
            <a:gsLst>
              <a:gs pos="0">
                <a:srgbClr val="0B1A26">
                  <a:alpha val="22000"/>
                </a:srgbClr>
              </a:gs>
              <a:gs pos="27431">
                <a:srgbClr val="0B1A26">
                  <a:alpha val="9000"/>
                </a:srgbClr>
              </a:gs>
              <a:gs pos="54861">
                <a:srgbClr val="0B1A26">
                  <a:alpha val="0"/>
                </a:srgbClr>
              </a:gs>
              <a:gs pos="100000">
                <a:srgbClr val="0B1A2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2" name="!!path-2q9"/>
          <p:cNvSpPr/>
          <p:nvPr/>
        </p:nvSpPr>
        <p:spPr>
          <a:xfrm>
            <a:off x="7647376" y="2231588"/>
            <a:ext cx="357632" cy="4235704"/>
          </a:xfrm>
          <a:custGeom>
            <a:avLst/>
            <a:gdLst/>
            <a:ahLst/>
            <a:cxnLst/>
            <a:rect l="l" t="t" r="r" b="b"/>
            <a:pathLst>
              <a:path w="357632" h="4235704">
                <a:moveTo>
                  <a:pt x="0" y="212344"/>
                </a:moveTo>
                <a:lnTo>
                  <a:pt x="357632" y="0"/>
                </a:lnTo>
                <a:lnTo>
                  <a:pt x="357632" y="4023360"/>
                </a:lnTo>
                <a:lnTo>
                  <a:pt x="0" y="4235704"/>
                </a:lnTo>
                <a:close/>
              </a:path>
            </a:pathLst>
          </a:custGeom>
          <a:gradFill rotWithShape="1">
            <a:gsLst>
              <a:gs pos="0">
                <a:srgbClr val="DCE3E8"/>
              </a:gs>
              <a:gs pos="100000">
                <a:srgbClr val="C3CDD4"/>
              </a:gs>
            </a:gsLst>
            <a:lin ang="5400000" scaled="0"/>
          </a:gradFill>
          <a:ln>
            <a:noFill/>
          </a:ln>
        </p:spPr>
      </p:sp>
      <p:sp>
        <p:nvSpPr>
          <p:cNvPr id="53" name="!!path-2qa"/>
          <p:cNvSpPr/>
          <p:nvPr/>
        </p:nvSpPr>
        <p:spPr>
          <a:xfrm>
            <a:off x="5412176" y="2231588"/>
            <a:ext cx="2592832" cy="212344"/>
          </a:xfrm>
          <a:custGeom>
            <a:avLst/>
            <a:gdLst/>
            <a:ahLst/>
            <a:cxnLst/>
            <a:rect l="l" t="t" r="r" b="b"/>
            <a:pathLst>
              <a:path w="2592832" h="212344">
                <a:moveTo>
                  <a:pt x="0" y="212344"/>
                </a:moveTo>
                <a:lnTo>
                  <a:pt x="2235200" y="212344"/>
                </a:lnTo>
                <a:lnTo>
                  <a:pt x="2592832" y="0"/>
                </a:lnTo>
                <a:lnTo>
                  <a:pt x="357632" y="0"/>
                </a:lnTo>
                <a:close/>
              </a:path>
            </a:pathLst>
          </a:custGeom>
          <a:gradFill rotWithShape="1">
            <a:gsLst>
              <a:gs pos="0">
                <a:srgbClr val="F9FAFB"/>
              </a:gs>
              <a:gs pos="100000">
                <a:srgbClr val="E7ECEF"/>
              </a:gs>
            </a:gsLst>
            <a:lin ang="5400000" scaled="0"/>
          </a:gradFill>
          <a:ln>
            <a:noFill/>
          </a:ln>
        </p:spPr>
      </p:sp>
      <p:sp>
        <p:nvSpPr>
          <p:cNvPr id="54" name="!!path-2qb"/>
          <p:cNvSpPr/>
          <p:nvPr/>
        </p:nvSpPr>
        <p:spPr>
          <a:xfrm>
            <a:off x="5412176" y="2443932"/>
            <a:ext cx="2235200" cy="4023360"/>
          </a:xfrm>
          <a:custGeom>
            <a:avLst/>
            <a:gdLst/>
            <a:ahLst/>
            <a:cxnLst/>
            <a:rect l="l" t="t" r="r" b="b"/>
            <a:pathLst>
              <a:path w="2235200" h="4023360">
                <a:moveTo>
                  <a:pt x="27940" y="0"/>
                </a:moveTo>
                <a:lnTo>
                  <a:pt x="2207260" y="0"/>
                </a:lnTo>
                <a:cubicBezTo>
                  <a:pt x="2222694" y="0"/>
                  <a:pt x="2235200" y="12512"/>
                  <a:pt x="2235200" y="27940"/>
                </a:cubicBezTo>
                <a:lnTo>
                  <a:pt x="2235200" y="3995420"/>
                </a:lnTo>
                <a:cubicBezTo>
                  <a:pt x="2235200" y="4010854"/>
                  <a:pt x="2222694" y="4023360"/>
                  <a:pt x="2207260" y="4023360"/>
                </a:cubicBezTo>
                <a:lnTo>
                  <a:pt x="27940" y="4023360"/>
                </a:lnTo>
                <a:cubicBezTo>
                  <a:pt x="12512" y="4023360"/>
                  <a:pt x="0" y="4010854"/>
                  <a:pt x="0" y="3995420"/>
                </a:cubicBezTo>
                <a:lnTo>
                  <a:pt x="0" y="27940"/>
                </a:lnTo>
                <a:cubicBezTo>
                  <a:pt x="0" y="12512"/>
                  <a:pt x="12512" y="0"/>
                  <a:pt x="27940" y="0"/>
                </a:cubicBez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55000">
                <a:srgbClr val="F8FAFB"/>
              </a:gs>
              <a:gs pos="100000">
                <a:srgbClr val="ECF0F3"/>
              </a:gs>
            </a:gsLst>
            <a:lin ang="5400000" scaled="0"/>
          </a:gradFill>
          <a:ln>
            <a:noFill/>
          </a:ln>
        </p:spPr>
      </p:sp>
      <p:sp>
        <p:nvSpPr>
          <p:cNvPr id="55" name="!!path-2qc"/>
          <p:cNvSpPr/>
          <p:nvPr/>
        </p:nvSpPr>
        <p:spPr>
          <a:xfrm>
            <a:off x="5412176" y="2443932"/>
            <a:ext cx="2235200" cy="4023360"/>
          </a:xfrm>
          <a:custGeom>
            <a:avLst/>
            <a:gdLst/>
            <a:ahLst/>
            <a:cxnLst/>
            <a:rect l="l" t="t" r="r" b="b"/>
            <a:pathLst>
              <a:path w="2235200" h="4023360" fill="none">
                <a:moveTo>
                  <a:pt x="27940" y="0"/>
                </a:moveTo>
                <a:lnTo>
                  <a:pt x="2207260" y="0"/>
                </a:lnTo>
                <a:cubicBezTo>
                  <a:pt x="2222694" y="0"/>
                  <a:pt x="2235200" y="12512"/>
                  <a:pt x="2235200" y="27940"/>
                </a:cubicBezTo>
                <a:lnTo>
                  <a:pt x="2235200" y="3995420"/>
                </a:lnTo>
                <a:cubicBezTo>
                  <a:pt x="2235200" y="4010854"/>
                  <a:pt x="2222694" y="4023360"/>
                  <a:pt x="2207260" y="4023360"/>
                </a:cubicBezTo>
                <a:lnTo>
                  <a:pt x="27940" y="4023360"/>
                </a:lnTo>
                <a:cubicBezTo>
                  <a:pt x="12512" y="4023360"/>
                  <a:pt x="0" y="4010854"/>
                  <a:pt x="0" y="3995420"/>
                </a:cubicBezTo>
                <a:lnTo>
                  <a:pt x="0" y="27940"/>
                </a:lnTo>
                <a:cubicBezTo>
                  <a:pt x="0" y="12512"/>
                  <a:pt x="12512" y="0"/>
                  <a:pt x="27940" y="0"/>
                </a:cubicBezTo>
                <a:close/>
              </a:path>
            </a:pathLst>
          </a:custGeom>
          <a:noFill/>
          <a:ln w="5588" cap="flat">
            <a:solidFill>
              <a:srgbClr val="D3DBE0"/>
            </a:solidFill>
            <a:prstDash val="solid"/>
            <a:miter lim="800000"/>
          </a:ln>
        </p:spPr>
      </p:sp>
      <p:sp>
        <p:nvSpPr>
          <p:cNvPr id="56" name="!!rect-2qd"/>
          <p:cNvSpPr/>
          <p:nvPr/>
        </p:nvSpPr>
        <p:spPr>
          <a:xfrm>
            <a:off x="5412176" y="6389060"/>
            <a:ext cx="2235200" cy="78232"/>
          </a:xfrm>
          <a:prstGeom prst="rect">
            <a:avLst/>
          </a:prstGeom>
          <a:solidFill>
            <a:srgbClr val="E1E7EB"/>
          </a:solidFill>
          <a:ln>
            <a:noFill/>
          </a:ln>
        </p:spPr>
      </p:sp>
      <p:sp>
        <p:nvSpPr>
          <p:cNvPr id="57" name="!!path-2qe"/>
          <p:cNvSpPr/>
          <p:nvPr/>
        </p:nvSpPr>
        <p:spPr>
          <a:xfrm>
            <a:off x="7647376" y="2231588"/>
            <a:ext cx="357632" cy="212344"/>
          </a:xfrm>
          <a:custGeom>
            <a:avLst/>
            <a:gdLst/>
            <a:ahLst/>
            <a:cxnLst/>
            <a:rect l="l" t="t" r="r" b="b"/>
            <a:pathLst>
              <a:path w="357632" h="212344">
                <a:moveTo>
                  <a:pt x="0" y="212344"/>
                </a:moveTo>
                <a:lnTo>
                  <a:pt x="357632" y="0"/>
                </a:lnTo>
              </a:path>
            </a:pathLst>
          </a:custGeom>
          <a:solidFill>
            <a:srgbClr val="000000"/>
          </a:solidFill>
          <a:ln w="7823" cap="flat">
            <a:solidFill>
              <a:srgbClr val="FFFFFF"/>
            </a:solidFill>
            <a:prstDash val="solid"/>
            <a:miter lim="800000"/>
          </a:ln>
        </p:spPr>
      </p:sp>
      <p:sp>
        <p:nvSpPr>
          <p:cNvPr id="58" name="!!rect-2r7"/>
          <p:cNvSpPr/>
          <p:nvPr/>
        </p:nvSpPr>
        <p:spPr>
          <a:xfrm>
            <a:off x="5979917" y="2566868"/>
            <a:ext cx="1099718" cy="1421587"/>
          </a:xfrm>
          <a:prstGeom prst="roundRect">
            <a:avLst>
              <a:gd name="adj" fmla="val 7114"/>
            </a:avLst>
          </a:prstGeom>
          <a:solidFill>
            <a:srgbClr val="20282F"/>
          </a:solidFill>
          <a:ln>
            <a:noFill/>
          </a:ln>
        </p:spPr>
      </p:sp>
      <p:sp>
        <p:nvSpPr>
          <p:cNvPr id="59" name="!!rect-2r8"/>
          <p:cNvSpPr/>
          <p:nvPr/>
        </p:nvSpPr>
        <p:spPr>
          <a:xfrm>
            <a:off x="5985505" y="2572456"/>
            <a:ext cx="1088542" cy="1410411"/>
          </a:xfrm>
          <a:prstGeom prst="roundRect">
            <a:avLst>
              <a:gd name="adj" fmla="val 6674"/>
            </a:avLst>
          </a:prstGeom>
          <a:noFill/>
          <a:ln w="5588" cap="flat">
            <a:solidFill>
              <a:srgbClr val="FFFFFF">
                <a:alpha val="12000"/>
              </a:srgbClr>
            </a:solidFill>
            <a:prstDash val="solid"/>
            <a:miter lim="800000"/>
          </a:ln>
        </p:spPr>
      </p:sp>
      <p:sp>
        <p:nvSpPr>
          <p:cNvPr id="60" name="!!rect-2rd"/>
          <p:cNvSpPr/>
          <p:nvPr/>
        </p:nvSpPr>
        <p:spPr>
          <a:xfrm>
            <a:off x="6046973" y="2633924"/>
            <a:ext cx="965606" cy="1287475"/>
          </a:xfrm>
          <a:custGeom>
            <a:avLst/>
            <a:gdLst/>
            <a:ahLst/>
            <a:cxnLst/>
            <a:rect l="l" t="t" r="r" b="b"/>
            <a:pathLst>
              <a:path w="965606" h="1287475">
                <a:moveTo>
                  <a:pt x="24140" y="0"/>
                </a:moveTo>
                <a:lnTo>
                  <a:pt x="941466" y="0"/>
                </a:lnTo>
                <a:cubicBezTo>
                  <a:pt x="954798" y="0"/>
                  <a:pt x="965606" y="10808"/>
                  <a:pt x="965606" y="24140"/>
                </a:cubicBezTo>
                <a:lnTo>
                  <a:pt x="965606" y="1263335"/>
                </a:lnTo>
                <a:cubicBezTo>
                  <a:pt x="965606" y="1276667"/>
                  <a:pt x="954798" y="1287475"/>
                  <a:pt x="941466" y="1287475"/>
                </a:cubicBezTo>
                <a:lnTo>
                  <a:pt x="24140" y="1287475"/>
                </a:lnTo>
                <a:cubicBezTo>
                  <a:pt x="10808" y="1287475"/>
                  <a:pt x="0" y="1276667"/>
                  <a:pt x="0" y="1263335"/>
                </a:cubicBezTo>
                <a:lnTo>
                  <a:pt x="0" y="24140"/>
                </a:lnTo>
                <a:cubicBezTo>
                  <a:pt x="0" y="10808"/>
                  <a:pt x="10808" y="0"/>
                  <a:pt x="24140" y="0"/>
                </a:cubicBezTo>
                <a:close/>
              </a:path>
            </a:pathLst>
          </a:custGeom>
          <a:solidFill>
            <a:srgbClr val="0E1318"/>
          </a:solidFill>
          <a:ln>
            <a:noFill/>
          </a:ln>
        </p:spPr>
      </p:sp>
      <p:sp>
        <p:nvSpPr>
          <p:cNvPr id="61" name="!!rect-2rg"/>
          <p:cNvSpPr/>
          <p:nvPr/>
        </p:nvSpPr>
        <p:spPr>
          <a:xfrm>
            <a:off x="6046973" y="2633924"/>
            <a:ext cx="965606" cy="112654"/>
          </a:xfrm>
          <a:custGeom>
            <a:avLst/>
            <a:gdLst/>
            <a:ahLst/>
            <a:cxnLst/>
            <a:rect l="l" t="t" r="r" b="b"/>
            <a:pathLst>
              <a:path w="965606" h="112654">
                <a:moveTo>
                  <a:pt x="24140" y="0"/>
                </a:moveTo>
                <a:lnTo>
                  <a:pt x="941466" y="0"/>
                </a:lnTo>
                <a:cubicBezTo>
                  <a:pt x="954798" y="0"/>
                  <a:pt x="965606" y="10808"/>
                  <a:pt x="965606" y="24140"/>
                </a:cubicBezTo>
                <a:lnTo>
                  <a:pt x="965606" y="112654"/>
                </a:lnTo>
                <a:lnTo>
                  <a:pt x="0" y="112654"/>
                </a:lnTo>
                <a:lnTo>
                  <a:pt x="0" y="24140"/>
                </a:lnTo>
                <a:cubicBezTo>
                  <a:pt x="0" y="10808"/>
                  <a:pt x="10808" y="0"/>
                  <a:pt x="24140" y="0"/>
                </a:cubicBezTo>
                <a:close/>
              </a:path>
            </a:pathLst>
          </a:custGeom>
          <a:solidFill>
            <a:srgbClr val="18212A"/>
          </a:solidFill>
          <a:ln>
            <a:noFill/>
          </a:ln>
        </p:spPr>
      </p:sp>
      <p:sp>
        <p:nvSpPr>
          <p:cNvPr id="62" name="!!text-2rh" descr="智慧書櫃"/>
          <p:cNvSpPr txBox="1"/>
          <p:nvPr/>
        </p:nvSpPr>
        <p:spPr>
          <a:xfrm>
            <a:off x="6087206" y="2650339"/>
            <a:ext cx="242206" cy="8156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444" b="1" kern="0" dirty="0">
                <a:solidFill>
                  <a:srgbClr val="EEF2F5"/>
                </a:solidFill>
                <a:latin typeface="Noto Sans TC"/>
                <a:ea typeface="Noto Sans TC"/>
                <a:cs typeface="Noto Sans TC"/>
              </a:rPr>
              <a:t>智慧書櫃</a:t>
            </a:r>
            <a:endParaRPr lang="zh-TW" sz="444"/>
          </a:p>
        </p:txBody>
      </p:sp>
      <p:sp>
        <p:nvSpPr>
          <p:cNvPr id="63" name="!!circle-2rm"/>
          <p:cNvSpPr/>
          <p:nvPr/>
        </p:nvSpPr>
        <p:spPr>
          <a:xfrm>
            <a:off x="6940159" y="2674158"/>
            <a:ext cx="32187" cy="32187"/>
          </a:xfrm>
          <a:prstGeom prst="ellipse">
            <a:avLst/>
          </a:prstGeom>
          <a:solidFill>
            <a:srgbClr val="3CCF8E"/>
          </a:solidFill>
          <a:ln>
            <a:noFill/>
          </a:ln>
        </p:spPr>
      </p:sp>
      <p:sp>
        <p:nvSpPr>
          <p:cNvPr id="64" name="!!circle-2wp"/>
          <p:cNvSpPr/>
          <p:nvPr/>
        </p:nvSpPr>
        <p:spPr>
          <a:xfrm>
            <a:off x="6425169" y="2891419"/>
            <a:ext cx="209215" cy="209215"/>
          </a:xfrm>
          <a:prstGeom prst="ellipse">
            <a:avLst/>
          </a:prstGeom>
          <a:noFill/>
          <a:ln w="16093" cap="flat">
            <a:solidFill>
              <a:srgbClr val="3CCF8E"/>
            </a:solidFill>
            <a:prstDash val="solid"/>
            <a:miter lim="800000"/>
          </a:ln>
        </p:spPr>
      </p:sp>
      <p:sp>
        <p:nvSpPr>
          <p:cNvPr id="65" name="!!path-2wq"/>
          <p:cNvSpPr/>
          <p:nvPr/>
        </p:nvSpPr>
        <p:spPr>
          <a:xfrm>
            <a:off x="6481496" y="2959816"/>
            <a:ext cx="100584" cy="76444"/>
          </a:xfrm>
          <a:custGeom>
            <a:avLst/>
            <a:gdLst/>
            <a:ahLst/>
            <a:cxnLst/>
            <a:rect l="l" t="t" r="r" b="b"/>
            <a:pathLst>
              <a:path w="100584" h="76444" fill="none">
                <a:moveTo>
                  <a:pt x="0" y="40234"/>
                </a:moveTo>
                <a:lnTo>
                  <a:pt x="36210" y="76444"/>
                </a:lnTo>
                <a:lnTo>
                  <a:pt x="100584" y="0"/>
                </a:lnTo>
              </a:path>
            </a:pathLst>
          </a:custGeom>
          <a:noFill/>
          <a:ln w="16093" cap="rnd">
            <a:solidFill>
              <a:srgbClr val="3CCF8E"/>
            </a:solidFill>
            <a:prstDash val="solid"/>
            <a:round/>
          </a:ln>
        </p:spPr>
      </p:sp>
      <p:sp>
        <p:nvSpPr>
          <p:cNvPr id="66" name="!!text-2ws" descr="作業完成"/>
          <p:cNvSpPr txBox="1"/>
          <p:nvPr/>
        </p:nvSpPr>
        <p:spPr>
          <a:xfrm>
            <a:off x="6401028" y="3259637"/>
            <a:ext cx="276807" cy="9321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507" b="1" kern="0" dirty="0">
                <a:solidFill>
                  <a:srgbClr val="EEF2F5"/>
                </a:solidFill>
                <a:latin typeface="Noto Sans TC"/>
                <a:ea typeface="Noto Sans TC"/>
                <a:cs typeface="Noto Sans TC"/>
              </a:rPr>
              <a:t>作業完成</a:t>
            </a:r>
            <a:endParaRPr lang="zh-TW" sz="507"/>
          </a:p>
        </p:txBody>
      </p:sp>
      <p:sp>
        <p:nvSpPr>
          <p:cNvPr id="67" name="!!path-2x0"/>
          <p:cNvSpPr/>
          <p:nvPr/>
        </p:nvSpPr>
        <p:spPr>
          <a:xfrm>
            <a:off x="6155514" y="4139924"/>
            <a:ext cx="144841" cy="95845"/>
          </a:xfrm>
          <a:custGeom>
            <a:avLst/>
            <a:gdLst/>
            <a:ahLst/>
            <a:cxnLst/>
            <a:rect l="l" t="t" r="r" b="b"/>
            <a:pathLst>
              <a:path w="144841" h="95845">
                <a:moveTo>
                  <a:pt x="0" y="9388"/>
                </a:moveTo>
                <a:cubicBezTo>
                  <a:pt x="8047" y="3576"/>
                  <a:pt x="27716" y="1788"/>
                  <a:pt x="43810" y="6080"/>
                </a:cubicBezTo>
                <a:cubicBezTo>
                  <a:pt x="57221" y="9835"/>
                  <a:pt x="67056" y="15199"/>
                  <a:pt x="73315" y="20564"/>
                </a:cubicBezTo>
                <a:cubicBezTo>
                  <a:pt x="80467" y="14305"/>
                  <a:pt x="92984" y="6259"/>
                  <a:pt x="108184" y="2503"/>
                </a:cubicBezTo>
                <a:cubicBezTo>
                  <a:pt x="122489" y="0"/>
                  <a:pt x="136794" y="1341"/>
                  <a:pt x="144841" y="7600"/>
                </a:cubicBezTo>
                <a:lnTo>
                  <a:pt x="144662" y="78500"/>
                </a:lnTo>
                <a:cubicBezTo>
                  <a:pt x="128748" y="76444"/>
                  <a:pt x="97455" y="77785"/>
                  <a:pt x="73851" y="95309"/>
                </a:cubicBezTo>
                <a:quadBezTo>
                  <a:pt x="73315" y="95845"/>
                  <a:pt x="72778" y="95309"/>
                </a:quadBezTo>
                <a:cubicBezTo>
                  <a:pt x="49174" y="77785"/>
                  <a:pt x="18776" y="76444"/>
                  <a:pt x="2682" y="79394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68" name="!!path-2x1"/>
          <p:cNvSpPr/>
          <p:nvPr/>
        </p:nvSpPr>
        <p:spPr>
          <a:xfrm>
            <a:off x="6155514" y="4140639"/>
            <a:ext cx="144841" cy="95845"/>
          </a:xfrm>
          <a:custGeom>
            <a:avLst/>
            <a:gdLst/>
            <a:ahLst/>
            <a:cxnLst/>
            <a:rect l="l" t="t" r="r" b="b"/>
            <a:pathLst>
              <a:path w="144841" h="95845">
                <a:moveTo>
                  <a:pt x="0" y="9388"/>
                </a:moveTo>
                <a:cubicBezTo>
                  <a:pt x="8047" y="3576"/>
                  <a:pt x="27716" y="1788"/>
                  <a:pt x="43810" y="6080"/>
                </a:cubicBezTo>
                <a:cubicBezTo>
                  <a:pt x="57221" y="9835"/>
                  <a:pt x="67056" y="15199"/>
                  <a:pt x="73315" y="20564"/>
                </a:cubicBezTo>
                <a:cubicBezTo>
                  <a:pt x="80467" y="14305"/>
                  <a:pt x="92984" y="6259"/>
                  <a:pt x="108184" y="2503"/>
                </a:cubicBezTo>
                <a:cubicBezTo>
                  <a:pt x="122489" y="0"/>
                  <a:pt x="136794" y="1341"/>
                  <a:pt x="144841" y="7600"/>
                </a:cubicBezTo>
                <a:lnTo>
                  <a:pt x="144662" y="78500"/>
                </a:lnTo>
                <a:cubicBezTo>
                  <a:pt x="128748" y="76444"/>
                  <a:pt x="97455" y="77785"/>
                  <a:pt x="73851" y="95309"/>
                </a:cubicBezTo>
                <a:quadBezTo>
                  <a:pt x="73315" y="95845"/>
                  <a:pt x="72778" y="95309"/>
                </a:quadBezTo>
                <a:cubicBezTo>
                  <a:pt x="49174" y="77785"/>
                  <a:pt x="18776" y="76444"/>
                  <a:pt x="2682" y="79394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69" name="!!path-2x2"/>
          <p:cNvSpPr/>
          <p:nvPr/>
        </p:nvSpPr>
        <p:spPr>
          <a:xfrm>
            <a:off x="6155514" y="4141354"/>
            <a:ext cx="144841" cy="95845"/>
          </a:xfrm>
          <a:custGeom>
            <a:avLst/>
            <a:gdLst/>
            <a:ahLst/>
            <a:cxnLst/>
            <a:rect l="l" t="t" r="r" b="b"/>
            <a:pathLst>
              <a:path w="144841" h="95845">
                <a:moveTo>
                  <a:pt x="0" y="9388"/>
                </a:moveTo>
                <a:cubicBezTo>
                  <a:pt x="8047" y="3576"/>
                  <a:pt x="27716" y="1788"/>
                  <a:pt x="43810" y="6080"/>
                </a:cubicBezTo>
                <a:cubicBezTo>
                  <a:pt x="57221" y="9835"/>
                  <a:pt x="67056" y="15199"/>
                  <a:pt x="73315" y="20564"/>
                </a:cubicBezTo>
                <a:cubicBezTo>
                  <a:pt x="80467" y="14305"/>
                  <a:pt x="92984" y="6259"/>
                  <a:pt x="108184" y="2503"/>
                </a:cubicBezTo>
                <a:cubicBezTo>
                  <a:pt x="122489" y="0"/>
                  <a:pt x="136794" y="1341"/>
                  <a:pt x="144841" y="7600"/>
                </a:cubicBezTo>
                <a:lnTo>
                  <a:pt x="144662" y="78500"/>
                </a:lnTo>
                <a:cubicBezTo>
                  <a:pt x="128748" y="76444"/>
                  <a:pt x="97455" y="77785"/>
                  <a:pt x="73851" y="95309"/>
                </a:cubicBezTo>
                <a:quadBezTo>
                  <a:pt x="73315" y="95845"/>
                  <a:pt x="72778" y="95309"/>
                </a:quadBezTo>
                <a:cubicBezTo>
                  <a:pt x="49174" y="77785"/>
                  <a:pt x="18776" y="76444"/>
                  <a:pt x="2682" y="79394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0" name="!!path-2x3"/>
          <p:cNvSpPr/>
          <p:nvPr/>
        </p:nvSpPr>
        <p:spPr>
          <a:xfrm>
            <a:off x="6155514" y="4142069"/>
            <a:ext cx="144841" cy="95845"/>
          </a:xfrm>
          <a:custGeom>
            <a:avLst/>
            <a:gdLst/>
            <a:ahLst/>
            <a:cxnLst/>
            <a:rect l="l" t="t" r="r" b="b"/>
            <a:pathLst>
              <a:path w="144841" h="95845">
                <a:moveTo>
                  <a:pt x="0" y="9388"/>
                </a:moveTo>
                <a:cubicBezTo>
                  <a:pt x="8047" y="3576"/>
                  <a:pt x="27716" y="1788"/>
                  <a:pt x="43810" y="6080"/>
                </a:cubicBezTo>
                <a:cubicBezTo>
                  <a:pt x="57221" y="9835"/>
                  <a:pt x="67056" y="15199"/>
                  <a:pt x="73315" y="20564"/>
                </a:cubicBezTo>
                <a:cubicBezTo>
                  <a:pt x="80467" y="14305"/>
                  <a:pt x="92984" y="6259"/>
                  <a:pt x="108184" y="2503"/>
                </a:cubicBezTo>
                <a:cubicBezTo>
                  <a:pt x="122489" y="0"/>
                  <a:pt x="136794" y="1341"/>
                  <a:pt x="144841" y="7600"/>
                </a:cubicBezTo>
                <a:lnTo>
                  <a:pt x="144662" y="78500"/>
                </a:lnTo>
                <a:cubicBezTo>
                  <a:pt x="128748" y="76444"/>
                  <a:pt x="97455" y="77785"/>
                  <a:pt x="73851" y="95309"/>
                </a:cubicBezTo>
                <a:quadBezTo>
                  <a:pt x="73315" y="95845"/>
                  <a:pt x="72778" y="95309"/>
                </a:quadBezTo>
                <a:cubicBezTo>
                  <a:pt x="49174" y="77785"/>
                  <a:pt x="18776" y="76444"/>
                  <a:pt x="2682" y="79394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1" name="!!path-2x4"/>
          <p:cNvSpPr/>
          <p:nvPr/>
        </p:nvSpPr>
        <p:spPr>
          <a:xfrm>
            <a:off x="6155514" y="4142785"/>
            <a:ext cx="144841" cy="95845"/>
          </a:xfrm>
          <a:custGeom>
            <a:avLst/>
            <a:gdLst/>
            <a:ahLst/>
            <a:cxnLst/>
            <a:rect l="l" t="t" r="r" b="b"/>
            <a:pathLst>
              <a:path w="144841" h="95845">
                <a:moveTo>
                  <a:pt x="0" y="9388"/>
                </a:moveTo>
                <a:cubicBezTo>
                  <a:pt x="8047" y="3576"/>
                  <a:pt x="27716" y="1788"/>
                  <a:pt x="43810" y="6080"/>
                </a:cubicBezTo>
                <a:cubicBezTo>
                  <a:pt x="57221" y="9835"/>
                  <a:pt x="67056" y="15199"/>
                  <a:pt x="73315" y="20564"/>
                </a:cubicBezTo>
                <a:cubicBezTo>
                  <a:pt x="80467" y="14305"/>
                  <a:pt x="92984" y="6259"/>
                  <a:pt x="108184" y="2503"/>
                </a:cubicBezTo>
                <a:cubicBezTo>
                  <a:pt x="122489" y="0"/>
                  <a:pt x="136794" y="1341"/>
                  <a:pt x="144841" y="7600"/>
                </a:cubicBezTo>
                <a:lnTo>
                  <a:pt x="144662" y="78500"/>
                </a:lnTo>
                <a:cubicBezTo>
                  <a:pt x="128748" y="76444"/>
                  <a:pt x="97455" y="77785"/>
                  <a:pt x="73851" y="95309"/>
                </a:cubicBezTo>
                <a:quadBezTo>
                  <a:pt x="73315" y="95845"/>
                  <a:pt x="72778" y="95309"/>
                </a:quadBezTo>
                <a:cubicBezTo>
                  <a:pt x="49174" y="77785"/>
                  <a:pt x="18776" y="76444"/>
                  <a:pt x="2682" y="79394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2" name="!!path-2x5"/>
          <p:cNvSpPr/>
          <p:nvPr/>
        </p:nvSpPr>
        <p:spPr>
          <a:xfrm>
            <a:off x="6155514" y="4143500"/>
            <a:ext cx="144841" cy="95845"/>
          </a:xfrm>
          <a:custGeom>
            <a:avLst/>
            <a:gdLst/>
            <a:ahLst/>
            <a:cxnLst/>
            <a:rect l="l" t="t" r="r" b="b"/>
            <a:pathLst>
              <a:path w="144841" h="95845">
                <a:moveTo>
                  <a:pt x="0" y="9388"/>
                </a:moveTo>
                <a:cubicBezTo>
                  <a:pt x="8047" y="3576"/>
                  <a:pt x="27716" y="1788"/>
                  <a:pt x="43810" y="6080"/>
                </a:cubicBezTo>
                <a:cubicBezTo>
                  <a:pt x="57221" y="9835"/>
                  <a:pt x="67056" y="15199"/>
                  <a:pt x="73315" y="20564"/>
                </a:cubicBezTo>
                <a:cubicBezTo>
                  <a:pt x="80467" y="14305"/>
                  <a:pt x="92984" y="6259"/>
                  <a:pt x="108184" y="2503"/>
                </a:cubicBezTo>
                <a:cubicBezTo>
                  <a:pt x="122489" y="0"/>
                  <a:pt x="136794" y="1341"/>
                  <a:pt x="144841" y="7600"/>
                </a:cubicBezTo>
                <a:lnTo>
                  <a:pt x="144662" y="78500"/>
                </a:lnTo>
                <a:cubicBezTo>
                  <a:pt x="128748" y="76444"/>
                  <a:pt x="97455" y="77785"/>
                  <a:pt x="73851" y="95309"/>
                </a:cubicBezTo>
                <a:quadBezTo>
                  <a:pt x="73315" y="95845"/>
                  <a:pt x="72778" y="95309"/>
                </a:quadBezTo>
                <a:cubicBezTo>
                  <a:pt x="49174" y="77785"/>
                  <a:pt x="18776" y="76444"/>
                  <a:pt x="2682" y="79394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3" name="!!path-2x6"/>
          <p:cNvSpPr/>
          <p:nvPr/>
        </p:nvSpPr>
        <p:spPr>
          <a:xfrm>
            <a:off x="6155514" y="4144215"/>
            <a:ext cx="144841" cy="95845"/>
          </a:xfrm>
          <a:custGeom>
            <a:avLst/>
            <a:gdLst/>
            <a:ahLst/>
            <a:cxnLst/>
            <a:rect l="l" t="t" r="r" b="b"/>
            <a:pathLst>
              <a:path w="144841" h="95845">
                <a:moveTo>
                  <a:pt x="0" y="9388"/>
                </a:moveTo>
                <a:cubicBezTo>
                  <a:pt x="8047" y="3576"/>
                  <a:pt x="27716" y="1788"/>
                  <a:pt x="43810" y="6080"/>
                </a:cubicBezTo>
                <a:cubicBezTo>
                  <a:pt x="57221" y="9835"/>
                  <a:pt x="67056" y="15199"/>
                  <a:pt x="73315" y="20564"/>
                </a:cubicBezTo>
                <a:cubicBezTo>
                  <a:pt x="80467" y="14305"/>
                  <a:pt x="92984" y="6259"/>
                  <a:pt x="108184" y="2503"/>
                </a:cubicBezTo>
                <a:cubicBezTo>
                  <a:pt x="122489" y="0"/>
                  <a:pt x="136794" y="1341"/>
                  <a:pt x="144841" y="7600"/>
                </a:cubicBezTo>
                <a:lnTo>
                  <a:pt x="144662" y="78500"/>
                </a:lnTo>
                <a:cubicBezTo>
                  <a:pt x="128748" y="76444"/>
                  <a:pt x="97455" y="77785"/>
                  <a:pt x="73851" y="95309"/>
                </a:cubicBezTo>
                <a:quadBezTo>
                  <a:pt x="73315" y="95845"/>
                  <a:pt x="72778" y="95309"/>
                </a:quadBezTo>
                <a:cubicBezTo>
                  <a:pt x="49174" y="77785"/>
                  <a:pt x="18776" y="76444"/>
                  <a:pt x="2682" y="79394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4" name="!!path-2x7"/>
          <p:cNvSpPr/>
          <p:nvPr/>
        </p:nvSpPr>
        <p:spPr>
          <a:xfrm>
            <a:off x="6155514" y="4144930"/>
            <a:ext cx="144841" cy="95845"/>
          </a:xfrm>
          <a:custGeom>
            <a:avLst/>
            <a:gdLst/>
            <a:ahLst/>
            <a:cxnLst/>
            <a:rect l="l" t="t" r="r" b="b"/>
            <a:pathLst>
              <a:path w="144841" h="95845">
                <a:moveTo>
                  <a:pt x="0" y="9388"/>
                </a:moveTo>
                <a:cubicBezTo>
                  <a:pt x="8047" y="3576"/>
                  <a:pt x="27716" y="1788"/>
                  <a:pt x="43810" y="6080"/>
                </a:cubicBezTo>
                <a:cubicBezTo>
                  <a:pt x="57221" y="9835"/>
                  <a:pt x="67056" y="15199"/>
                  <a:pt x="73315" y="20564"/>
                </a:cubicBezTo>
                <a:cubicBezTo>
                  <a:pt x="80467" y="14305"/>
                  <a:pt x="92984" y="6259"/>
                  <a:pt x="108184" y="2503"/>
                </a:cubicBezTo>
                <a:cubicBezTo>
                  <a:pt x="122489" y="0"/>
                  <a:pt x="136794" y="1341"/>
                  <a:pt x="144841" y="7600"/>
                </a:cubicBezTo>
                <a:lnTo>
                  <a:pt x="144662" y="78500"/>
                </a:lnTo>
                <a:cubicBezTo>
                  <a:pt x="128748" y="76444"/>
                  <a:pt x="97455" y="77785"/>
                  <a:pt x="73851" y="95309"/>
                </a:cubicBezTo>
                <a:quadBezTo>
                  <a:pt x="73315" y="95845"/>
                  <a:pt x="72778" y="95309"/>
                </a:quadBezTo>
                <a:cubicBezTo>
                  <a:pt x="49174" y="77785"/>
                  <a:pt x="18776" y="76444"/>
                  <a:pt x="2682" y="79394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5" name="!!path-2x8"/>
          <p:cNvSpPr/>
          <p:nvPr/>
        </p:nvSpPr>
        <p:spPr>
          <a:xfrm>
            <a:off x="6172502" y="4123562"/>
            <a:ext cx="56506" cy="54092"/>
          </a:xfrm>
          <a:custGeom>
            <a:avLst/>
            <a:gdLst/>
            <a:ahLst/>
            <a:cxnLst/>
            <a:rect l="l" t="t" r="r" b="b"/>
            <a:pathLst>
              <a:path w="56506" h="54092">
                <a:moveTo>
                  <a:pt x="0" y="7778"/>
                </a:moveTo>
                <a:lnTo>
                  <a:pt x="3576" y="2235"/>
                </a:lnTo>
                <a:cubicBezTo>
                  <a:pt x="14305" y="0"/>
                  <a:pt x="32187" y="3129"/>
                  <a:pt x="44704" y="11623"/>
                </a:cubicBezTo>
                <a:cubicBezTo>
                  <a:pt x="51410" y="16362"/>
                  <a:pt x="54986" y="21905"/>
                  <a:pt x="56506" y="27716"/>
                </a:cubicBezTo>
                <a:lnTo>
                  <a:pt x="56506" y="54092"/>
                </a:lnTo>
                <a:lnTo>
                  <a:pt x="0" y="54092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76" name="!!path-2x9"/>
          <p:cNvSpPr/>
          <p:nvPr/>
        </p:nvSpPr>
        <p:spPr>
          <a:xfrm>
            <a:off x="6172502" y="4123562"/>
            <a:ext cx="56506" cy="27716"/>
          </a:xfrm>
          <a:custGeom>
            <a:avLst/>
            <a:gdLst/>
            <a:ahLst/>
            <a:cxnLst/>
            <a:rect l="l" t="t" r="r" b="b"/>
            <a:pathLst>
              <a:path w="56506" h="27716" fill="none">
                <a:moveTo>
                  <a:pt x="56506" y="27716"/>
                </a:moveTo>
                <a:cubicBezTo>
                  <a:pt x="54986" y="21905"/>
                  <a:pt x="51410" y="16362"/>
                  <a:pt x="44704" y="11623"/>
                </a:cubicBezTo>
                <a:cubicBezTo>
                  <a:pt x="32187" y="3129"/>
                  <a:pt x="14305" y="0"/>
                  <a:pt x="3576" y="2235"/>
                </a:cubicBezTo>
                <a:lnTo>
                  <a:pt x="0" y="7778"/>
                </a:lnTo>
              </a:path>
            </a:pathLst>
          </a:custGeom>
          <a:noFill/>
          <a:ln w="2146" cap="rnd">
            <a:solidFill>
              <a:srgbClr val="627D8D"/>
            </a:solidFill>
            <a:prstDash val="solid"/>
            <a:round/>
          </a:ln>
        </p:spPr>
      </p:sp>
      <p:sp>
        <p:nvSpPr>
          <p:cNvPr id="77" name="!!path-2xa"/>
          <p:cNvSpPr/>
          <p:nvPr/>
        </p:nvSpPr>
        <p:spPr>
          <a:xfrm>
            <a:off x="6166958" y="4128926"/>
            <a:ext cx="62049" cy="48727"/>
          </a:xfrm>
          <a:custGeom>
            <a:avLst/>
            <a:gdLst/>
            <a:ahLst/>
            <a:cxnLst/>
            <a:rect l="l" t="t" r="r" b="b"/>
            <a:pathLst>
              <a:path w="62049" h="48727">
                <a:moveTo>
                  <a:pt x="0" y="9835"/>
                </a:moveTo>
                <a:lnTo>
                  <a:pt x="2861" y="2861"/>
                </a:lnTo>
                <a:cubicBezTo>
                  <a:pt x="16272" y="0"/>
                  <a:pt x="35048" y="3129"/>
                  <a:pt x="48459" y="11176"/>
                </a:cubicBezTo>
                <a:cubicBezTo>
                  <a:pt x="55612" y="15468"/>
                  <a:pt x="60082" y="21905"/>
                  <a:pt x="62049" y="27716"/>
                </a:cubicBezTo>
                <a:lnTo>
                  <a:pt x="62049" y="48727"/>
                </a:lnTo>
                <a:lnTo>
                  <a:pt x="0" y="48727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78" name="!!path-2xb"/>
          <p:cNvSpPr/>
          <p:nvPr/>
        </p:nvSpPr>
        <p:spPr>
          <a:xfrm>
            <a:off x="6166958" y="4128926"/>
            <a:ext cx="62049" cy="27716"/>
          </a:xfrm>
          <a:custGeom>
            <a:avLst/>
            <a:gdLst/>
            <a:ahLst/>
            <a:cxnLst/>
            <a:rect l="l" t="t" r="r" b="b"/>
            <a:pathLst>
              <a:path w="62049" h="27716" fill="none">
                <a:moveTo>
                  <a:pt x="62049" y="27716"/>
                </a:moveTo>
                <a:cubicBezTo>
                  <a:pt x="60082" y="21905"/>
                  <a:pt x="55612" y="15468"/>
                  <a:pt x="48459" y="11176"/>
                </a:cubicBezTo>
                <a:cubicBezTo>
                  <a:pt x="35048" y="3129"/>
                  <a:pt x="16272" y="0"/>
                  <a:pt x="2861" y="2861"/>
                </a:cubicBezTo>
                <a:lnTo>
                  <a:pt x="0" y="9835"/>
                </a:lnTo>
              </a:path>
            </a:pathLst>
          </a:custGeom>
          <a:noFill/>
          <a:ln w="2146" cap="rnd">
            <a:solidFill>
              <a:srgbClr val="627D8D"/>
            </a:solidFill>
            <a:prstDash val="solid"/>
            <a:round/>
          </a:ln>
        </p:spPr>
      </p:sp>
      <p:sp>
        <p:nvSpPr>
          <p:cNvPr id="79" name="!!path-2xc"/>
          <p:cNvSpPr/>
          <p:nvPr/>
        </p:nvSpPr>
        <p:spPr>
          <a:xfrm>
            <a:off x="6162041" y="4134738"/>
            <a:ext cx="66788" cy="42916"/>
          </a:xfrm>
          <a:custGeom>
            <a:avLst/>
            <a:gdLst/>
            <a:ahLst/>
            <a:cxnLst/>
            <a:rect l="l" t="t" r="r" b="b"/>
            <a:pathLst>
              <a:path w="66788" h="42916">
                <a:moveTo>
                  <a:pt x="0" y="10193"/>
                </a:moveTo>
                <a:lnTo>
                  <a:pt x="1699" y="5543"/>
                </a:lnTo>
                <a:cubicBezTo>
                  <a:pt x="16719" y="0"/>
                  <a:pt x="37283" y="2235"/>
                  <a:pt x="51588" y="9656"/>
                </a:cubicBezTo>
                <a:cubicBezTo>
                  <a:pt x="59635" y="13858"/>
                  <a:pt x="64553" y="19223"/>
                  <a:pt x="66788" y="24319"/>
                </a:cubicBezTo>
                <a:lnTo>
                  <a:pt x="66788" y="42916"/>
                </a:lnTo>
                <a:lnTo>
                  <a:pt x="0" y="4291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80" name="!!path-2xd"/>
          <p:cNvSpPr/>
          <p:nvPr/>
        </p:nvSpPr>
        <p:spPr>
          <a:xfrm>
            <a:off x="6162041" y="4134738"/>
            <a:ext cx="66788" cy="24319"/>
          </a:xfrm>
          <a:custGeom>
            <a:avLst/>
            <a:gdLst/>
            <a:ahLst/>
            <a:cxnLst/>
            <a:rect l="l" t="t" r="r" b="b"/>
            <a:pathLst>
              <a:path w="66788" h="24319" fill="none">
                <a:moveTo>
                  <a:pt x="66788" y="24319"/>
                </a:moveTo>
                <a:cubicBezTo>
                  <a:pt x="64553" y="19223"/>
                  <a:pt x="59635" y="13858"/>
                  <a:pt x="51588" y="9656"/>
                </a:cubicBezTo>
                <a:cubicBezTo>
                  <a:pt x="37283" y="2235"/>
                  <a:pt x="16719" y="0"/>
                  <a:pt x="1699" y="5543"/>
                </a:cubicBezTo>
                <a:lnTo>
                  <a:pt x="0" y="10193"/>
                </a:lnTo>
              </a:path>
            </a:pathLst>
          </a:custGeom>
          <a:noFill/>
          <a:ln w="2146" cap="rnd">
            <a:solidFill>
              <a:srgbClr val="627D8D"/>
            </a:solidFill>
            <a:prstDash val="solid"/>
            <a:round/>
          </a:ln>
        </p:spPr>
      </p:sp>
      <p:sp>
        <p:nvSpPr>
          <p:cNvPr id="81" name="!!path-2xe"/>
          <p:cNvSpPr/>
          <p:nvPr/>
        </p:nvSpPr>
        <p:spPr>
          <a:xfrm>
            <a:off x="6229097" y="4121327"/>
            <a:ext cx="52930" cy="56327"/>
          </a:xfrm>
          <a:custGeom>
            <a:avLst/>
            <a:gdLst/>
            <a:ahLst/>
            <a:cxnLst/>
            <a:rect l="l" t="t" r="r" b="b"/>
            <a:pathLst>
              <a:path w="52930" h="56327">
                <a:moveTo>
                  <a:pt x="52930" y="8047"/>
                </a:moveTo>
                <a:lnTo>
                  <a:pt x="49979" y="1967"/>
                </a:lnTo>
                <a:cubicBezTo>
                  <a:pt x="38177" y="0"/>
                  <a:pt x="19402" y="4470"/>
                  <a:pt x="7778" y="13411"/>
                </a:cubicBezTo>
                <a:cubicBezTo>
                  <a:pt x="2861" y="17435"/>
                  <a:pt x="626" y="23246"/>
                  <a:pt x="0" y="29505"/>
                </a:cubicBezTo>
                <a:lnTo>
                  <a:pt x="0" y="56327"/>
                </a:lnTo>
                <a:lnTo>
                  <a:pt x="52930" y="56327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82" name="!!path-2xf"/>
          <p:cNvSpPr/>
          <p:nvPr/>
        </p:nvSpPr>
        <p:spPr>
          <a:xfrm>
            <a:off x="6229097" y="4121327"/>
            <a:ext cx="52930" cy="29505"/>
          </a:xfrm>
          <a:custGeom>
            <a:avLst/>
            <a:gdLst/>
            <a:ahLst/>
            <a:cxnLst/>
            <a:rect l="l" t="t" r="r" b="b"/>
            <a:pathLst>
              <a:path w="52930" h="29505" fill="none">
                <a:moveTo>
                  <a:pt x="0" y="29505"/>
                </a:moveTo>
                <a:cubicBezTo>
                  <a:pt x="626" y="23246"/>
                  <a:pt x="2861" y="17435"/>
                  <a:pt x="7778" y="13411"/>
                </a:cubicBezTo>
                <a:cubicBezTo>
                  <a:pt x="19402" y="4470"/>
                  <a:pt x="38177" y="0"/>
                  <a:pt x="49979" y="1967"/>
                </a:cubicBezTo>
                <a:lnTo>
                  <a:pt x="52930" y="8047"/>
                </a:lnTo>
              </a:path>
            </a:pathLst>
          </a:custGeom>
          <a:noFill/>
          <a:ln w="2146" cap="rnd">
            <a:solidFill>
              <a:srgbClr val="627D8D"/>
            </a:solidFill>
            <a:prstDash val="solid"/>
            <a:round/>
          </a:ln>
        </p:spPr>
      </p:sp>
      <p:sp>
        <p:nvSpPr>
          <p:cNvPr id="83" name="!!path-2xg"/>
          <p:cNvSpPr/>
          <p:nvPr/>
        </p:nvSpPr>
        <p:spPr>
          <a:xfrm>
            <a:off x="6229186" y="4128032"/>
            <a:ext cx="58652" cy="49621"/>
          </a:xfrm>
          <a:custGeom>
            <a:avLst/>
            <a:gdLst/>
            <a:ahLst/>
            <a:cxnLst/>
            <a:rect l="l" t="t" r="r" b="b"/>
            <a:pathLst>
              <a:path w="58652" h="49621">
                <a:moveTo>
                  <a:pt x="58652" y="8673"/>
                </a:moveTo>
                <a:lnTo>
                  <a:pt x="55969" y="1341"/>
                </a:lnTo>
                <a:cubicBezTo>
                  <a:pt x="41664" y="0"/>
                  <a:pt x="23783" y="4917"/>
                  <a:pt x="12159" y="13501"/>
                </a:cubicBezTo>
                <a:cubicBezTo>
                  <a:pt x="5901" y="18150"/>
                  <a:pt x="1878" y="23693"/>
                  <a:pt x="0" y="28611"/>
                </a:cubicBezTo>
                <a:lnTo>
                  <a:pt x="0" y="49621"/>
                </a:lnTo>
                <a:lnTo>
                  <a:pt x="58652" y="49621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84" name="!!path-2xh"/>
          <p:cNvSpPr/>
          <p:nvPr/>
        </p:nvSpPr>
        <p:spPr>
          <a:xfrm>
            <a:off x="6229186" y="4128032"/>
            <a:ext cx="58652" cy="28611"/>
          </a:xfrm>
          <a:custGeom>
            <a:avLst/>
            <a:gdLst/>
            <a:ahLst/>
            <a:cxnLst/>
            <a:rect l="l" t="t" r="r" b="b"/>
            <a:pathLst>
              <a:path w="58652" h="28611" fill="none">
                <a:moveTo>
                  <a:pt x="0" y="28611"/>
                </a:moveTo>
                <a:cubicBezTo>
                  <a:pt x="1878" y="23693"/>
                  <a:pt x="5901" y="18150"/>
                  <a:pt x="12159" y="13501"/>
                </a:cubicBezTo>
                <a:cubicBezTo>
                  <a:pt x="23783" y="4917"/>
                  <a:pt x="41664" y="0"/>
                  <a:pt x="55969" y="1341"/>
                </a:cubicBezTo>
                <a:lnTo>
                  <a:pt x="58652" y="8673"/>
                </a:lnTo>
              </a:path>
            </a:pathLst>
          </a:custGeom>
          <a:noFill/>
          <a:ln w="2146" cap="rnd">
            <a:solidFill>
              <a:srgbClr val="627D8D"/>
            </a:solidFill>
            <a:prstDash val="solid"/>
            <a:round/>
          </a:ln>
        </p:spPr>
      </p:sp>
      <p:sp>
        <p:nvSpPr>
          <p:cNvPr id="85" name="!!path-2xi"/>
          <p:cNvSpPr/>
          <p:nvPr/>
        </p:nvSpPr>
        <p:spPr>
          <a:xfrm>
            <a:off x="6229365" y="4134291"/>
            <a:ext cx="62764" cy="43363"/>
          </a:xfrm>
          <a:custGeom>
            <a:avLst/>
            <a:gdLst/>
            <a:ahLst/>
            <a:cxnLst/>
            <a:rect l="l" t="t" r="r" b="b"/>
            <a:pathLst>
              <a:path w="62764" h="43363">
                <a:moveTo>
                  <a:pt x="62764" y="8315"/>
                </a:moveTo>
                <a:lnTo>
                  <a:pt x="61513" y="3845"/>
                </a:lnTo>
                <a:cubicBezTo>
                  <a:pt x="46850" y="0"/>
                  <a:pt x="28074" y="2235"/>
                  <a:pt x="15557" y="8494"/>
                </a:cubicBezTo>
                <a:cubicBezTo>
                  <a:pt x="7510" y="12517"/>
                  <a:pt x="2593" y="18776"/>
                  <a:pt x="0" y="24766"/>
                </a:cubicBezTo>
                <a:lnTo>
                  <a:pt x="0" y="43363"/>
                </a:lnTo>
                <a:lnTo>
                  <a:pt x="62764" y="43363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86" name="!!path-2xj"/>
          <p:cNvSpPr/>
          <p:nvPr/>
        </p:nvSpPr>
        <p:spPr>
          <a:xfrm>
            <a:off x="6229365" y="4134291"/>
            <a:ext cx="62764" cy="24766"/>
          </a:xfrm>
          <a:custGeom>
            <a:avLst/>
            <a:gdLst/>
            <a:ahLst/>
            <a:cxnLst/>
            <a:rect l="l" t="t" r="r" b="b"/>
            <a:pathLst>
              <a:path w="62764" h="24766" fill="none">
                <a:moveTo>
                  <a:pt x="0" y="24766"/>
                </a:moveTo>
                <a:cubicBezTo>
                  <a:pt x="2593" y="18776"/>
                  <a:pt x="7510" y="12517"/>
                  <a:pt x="15557" y="8494"/>
                </a:cubicBezTo>
                <a:cubicBezTo>
                  <a:pt x="28074" y="2235"/>
                  <a:pt x="46850" y="0"/>
                  <a:pt x="61513" y="3845"/>
                </a:cubicBezTo>
                <a:lnTo>
                  <a:pt x="62764" y="8315"/>
                </a:lnTo>
              </a:path>
            </a:pathLst>
          </a:custGeom>
          <a:noFill/>
          <a:ln w="2146" cap="rnd">
            <a:solidFill>
              <a:srgbClr val="627D8D"/>
            </a:solidFill>
            <a:prstDash val="solid"/>
            <a:round/>
          </a:ln>
        </p:spPr>
      </p:sp>
      <p:sp>
        <p:nvSpPr>
          <p:cNvPr id="87" name="!!path-2xk"/>
          <p:cNvSpPr/>
          <p:nvPr/>
        </p:nvSpPr>
        <p:spPr>
          <a:xfrm>
            <a:off x="6155514" y="4139208"/>
            <a:ext cx="144841" cy="95845"/>
          </a:xfrm>
          <a:custGeom>
            <a:avLst/>
            <a:gdLst/>
            <a:ahLst/>
            <a:cxnLst/>
            <a:rect l="l" t="t" r="r" b="b"/>
            <a:pathLst>
              <a:path w="144841" h="95845">
                <a:moveTo>
                  <a:pt x="0" y="9388"/>
                </a:moveTo>
                <a:cubicBezTo>
                  <a:pt x="8047" y="3576"/>
                  <a:pt x="27716" y="1788"/>
                  <a:pt x="43810" y="6080"/>
                </a:cubicBezTo>
                <a:cubicBezTo>
                  <a:pt x="57221" y="9835"/>
                  <a:pt x="67056" y="15199"/>
                  <a:pt x="73315" y="20564"/>
                </a:cubicBezTo>
                <a:cubicBezTo>
                  <a:pt x="80467" y="14305"/>
                  <a:pt x="92984" y="6259"/>
                  <a:pt x="108184" y="2503"/>
                </a:cubicBezTo>
                <a:cubicBezTo>
                  <a:pt x="122489" y="0"/>
                  <a:pt x="136794" y="1341"/>
                  <a:pt x="144841" y="7600"/>
                </a:cubicBezTo>
                <a:lnTo>
                  <a:pt x="144662" y="78500"/>
                </a:lnTo>
                <a:cubicBezTo>
                  <a:pt x="128748" y="76444"/>
                  <a:pt x="97455" y="77785"/>
                  <a:pt x="73851" y="95309"/>
                </a:cubicBezTo>
                <a:quadBezTo>
                  <a:pt x="73315" y="95845"/>
                  <a:pt x="72778" y="95309"/>
                </a:quadBezTo>
                <a:cubicBezTo>
                  <a:pt x="49174" y="77785"/>
                  <a:pt x="18776" y="76444"/>
                  <a:pt x="2682" y="79394"/>
                </a:cubicBezTo>
                <a:close/>
              </a:path>
            </a:pathLst>
          </a:custGeom>
          <a:gradFill rotWithShape="1">
            <a:gsLst>
              <a:gs pos="0">
                <a:srgbClr val="627D8D"/>
              </a:gs>
              <a:gs pos="21794">
                <a:srgbClr val="627D8D"/>
              </a:gs>
              <a:gs pos="55376">
                <a:srgbClr val="627D8D"/>
              </a:gs>
              <a:gs pos="96421">
                <a:srgbClr val="98ABB7"/>
              </a:gs>
              <a:gs pos="100000">
                <a:srgbClr val="98ABB7"/>
              </a:gs>
            </a:gsLst>
            <a:lin ang="1983350" scaled="0"/>
          </a:gradFill>
          <a:ln>
            <a:noFill/>
          </a:ln>
        </p:spPr>
      </p:sp>
      <p:sp>
        <p:nvSpPr>
          <p:cNvPr id="88" name="!!path-2xl"/>
          <p:cNvSpPr/>
          <p:nvPr/>
        </p:nvSpPr>
        <p:spPr>
          <a:xfrm>
            <a:off x="6155514" y="4139208"/>
            <a:ext cx="144841" cy="95845"/>
          </a:xfrm>
          <a:custGeom>
            <a:avLst/>
            <a:gdLst/>
            <a:ahLst/>
            <a:cxnLst/>
            <a:rect l="l" t="t" r="r" b="b"/>
            <a:pathLst>
              <a:path w="144841" h="95845">
                <a:moveTo>
                  <a:pt x="0" y="9388"/>
                </a:moveTo>
                <a:cubicBezTo>
                  <a:pt x="8047" y="3576"/>
                  <a:pt x="27716" y="1788"/>
                  <a:pt x="43810" y="6080"/>
                </a:cubicBezTo>
                <a:cubicBezTo>
                  <a:pt x="57221" y="9835"/>
                  <a:pt x="67056" y="15199"/>
                  <a:pt x="73315" y="20564"/>
                </a:cubicBezTo>
                <a:cubicBezTo>
                  <a:pt x="80467" y="14305"/>
                  <a:pt x="92984" y="6259"/>
                  <a:pt x="108184" y="2503"/>
                </a:cubicBezTo>
                <a:cubicBezTo>
                  <a:pt x="122489" y="0"/>
                  <a:pt x="136794" y="1341"/>
                  <a:pt x="144841" y="7600"/>
                </a:cubicBezTo>
                <a:lnTo>
                  <a:pt x="144662" y="78500"/>
                </a:lnTo>
                <a:cubicBezTo>
                  <a:pt x="128748" y="76444"/>
                  <a:pt x="97455" y="77785"/>
                  <a:pt x="73851" y="95309"/>
                </a:cubicBezTo>
                <a:quadBezTo>
                  <a:pt x="73315" y="95845"/>
                  <a:pt x="72778" y="95309"/>
                </a:quadBezTo>
                <a:cubicBezTo>
                  <a:pt x="49174" y="77785"/>
                  <a:pt x="18776" y="76444"/>
                  <a:pt x="2682" y="79394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0000"/>
                </a:srgbClr>
              </a:gs>
              <a:gs pos="4764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83333" t="79291" r="16667" b="20709"/>
            </a:path>
          </a:gradFill>
          <a:ln>
            <a:noFill/>
          </a:ln>
        </p:spPr>
      </p:sp>
      <p:sp>
        <p:nvSpPr>
          <p:cNvPr id="89" name="!!line-2xm"/>
          <p:cNvSpPr/>
          <p:nvPr/>
        </p:nvSpPr>
        <p:spPr>
          <a:xfrm>
            <a:off x="6229455" y="4164779"/>
            <a:ext cx="1" cy="67592"/>
          </a:xfrm>
          <a:custGeom>
            <a:avLst/>
            <a:gdLst/>
            <a:ahLst/>
            <a:cxnLst/>
            <a:rect l="l" t="t" r="r" b="b"/>
            <a:pathLst>
              <a:path w="1" h="67592">
                <a:moveTo>
                  <a:pt x="0" y="0"/>
                </a:moveTo>
                <a:lnTo>
                  <a:pt x="0" y="67592"/>
                </a:lnTo>
              </a:path>
            </a:pathLst>
          </a:custGeom>
          <a:solidFill>
            <a:srgbClr val="000000"/>
          </a:solidFill>
          <a:ln w="3040" cap="rnd">
            <a:solidFill>
              <a:srgbClr val="C9D3D9"/>
            </a:solidFill>
            <a:prstDash val="solid"/>
            <a:miter lim="800000"/>
          </a:ln>
        </p:spPr>
      </p:sp>
      <p:sp>
        <p:nvSpPr>
          <p:cNvPr id="90" name="!!path-2xn"/>
          <p:cNvSpPr/>
          <p:nvPr/>
        </p:nvSpPr>
        <p:spPr>
          <a:xfrm>
            <a:off x="6277377" y="4199559"/>
            <a:ext cx="11176" cy="16719"/>
          </a:xfrm>
          <a:custGeom>
            <a:avLst/>
            <a:gdLst/>
            <a:ahLst/>
            <a:cxnLst/>
            <a:rect l="l" t="t" r="r" b="b"/>
            <a:pathLst>
              <a:path w="11176" h="16719">
                <a:moveTo>
                  <a:pt x="0" y="1162"/>
                </a:moveTo>
                <a:lnTo>
                  <a:pt x="6706" y="0"/>
                </a:lnTo>
                <a:lnTo>
                  <a:pt x="11176" y="16362"/>
                </a:lnTo>
                <a:lnTo>
                  <a:pt x="3308" y="16719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 w="447" cap="flat">
            <a:solidFill>
              <a:srgbClr val="FFFFFF">
                <a:alpha val="55000"/>
              </a:srgbClr>
            </a:solidFill>
            <a:prstDash val="solid"/>
            <a:round/>
          </a:ln>
        </p:spPr>
      </p:sp>
      <p:sp>
        <p:nvSpPr>
          <p:cNvPr id="91" name="!!text-2xo" descr="救「舊」我的書"/>
          <p:cNvSpPr txBox="1"/>
          <p:nvPr/>
        </p:nvSpPr>
        <p:spPr>
          <a:xfrm>
            <a:off x="6334062" y="4104350"/>
            <a:ext cx="598475" cy="13755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48" b="1" kern="0" spc="-374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救</a:t>
            </a:r>
            <a:r>
              <a:rPr lang="zh-TW" altLang="en-US" sz="748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「舊</a:t>
            </a:r>
            <a:r>
              <a:rPr lang="zh-TW" altLang="en-US" sz="748" b="1" kern="0" spc="-374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」</a:t>
            </a:r>
            <a:r>
              <a:rPr lang="zh-TW" altLang="en-US" sz="748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我的書</a:t>
            </a:r>
            <a:endParaRPr lang="zh-TW" sz="748"/>
          </a:p>
        </p:txBody>
      </p:sp>
      <p:sp>
        <p:nvSpPr>
          <p:cNvPr id="92" name="!!rect-2y2"/>
          <p:cNvSpPr/>
          <p:nvPr/>
        </p:nvSpPr>
        <p:spPr>
          <a:xfrm>
            <a:off x="5791713" y="4287972"/>
            <a:ext cx="693359" cy="817860"/>
          </a:xfrm>
          <a:custGeom>
            <a:avLst/>
            <a:gdLst/>
            <a:ahLst/>
            <a:cxnLst/>
            <a:rect l="l" t="t" r="r" b="b"/>
            <a:pathLst>
              <a:path w="693359" h="817860">
                <a:moveTo>
                  <a:pt x="0" y="0"/>
                </a:moveTo>
                <a:lnTo>
                  <a:pt x="654243" y="0"/>
                </a:lnTo>
                <a:cubicBezTo>
                  <a:pt x="675846" y="0"/>
                  <a:pt x="693359" y="17513"/>
                  <a:pt x="693359" y="39116"/>
                </a:cubicBezTo>
                <a:lnTo>
                  <a:pt x="693359" y="817860"/>
                </a:lnTo>
                <a:lnTo>
                  <a:pt x="0" y="817860"/>
                </a:lnTo>
                <a:lnTo>
                  <a:pt x="0" y="0"/>
                </a:lnTo>
                <a:close/>
              </a:path>
            </a:pathLst>
          </a:custGeom>
          <a:solidFill>
            <a:srgbClr val="D5DDE2"/>
          </a:solidFill>
          <a:ln>
            <a:noFill/>
          </a:ln>
        </p:spPr>
      </p:sp>
      <p:sp>
        <p:nvSpPr>
          <p:cNvPr id="93" name="!!path-2y3"/>
          <p:cNvSpPr/>
          <p:nvPr/>
        </p:nvSpPr>
        <p:spPr>
          <a:xfrm>
            <a:off x="5512760" y="4287972"/>
            <a:ext cx="278953" cy="974732"/>
          </a:xfrm>
          <a:custGeom>
            <a:avLst/>
            <a:gdLst/>
            <a:ahLst/>
            <a:cxnLst/>
            <a:rect l="l" t="t" r="r" b="b"/>
            <a:pathLst>
              <a:path w="278953" h="974732">
                <a:moveTo>
                  <a:pt x="11457" y="972031"/>
                </a:moveTo>
                <a:lnTo>
                  <a:pt x="6592" y="966104"/>
                </a:lnTo>
                <a:lnTo>
                  <a:pt x="2978" y="959341"/>
                </a:lnTo>
                <a:lnTo>
                  <a:pt x="752" y="952003"/>
                </a:lnTo>
                <a:lnTo>
                  <a:pt x="0" y="944372"/>
                </a:lnTo>
                <a:lnTo>
                  <a:pt x="0" y="39116"/>
                </a:lnTo>
                <a:lnTo>
                  <a:pt x="752" y="31485"/>
                </a:lnTo>
                <a:lnTo>
                  <a:pt x="2978" y="24147"/>
                </a:lnTo>
                <a:lnTo>
                  <a:pt x="6592" y="17384"/>
                </a:lnTo>
                <a:lnTo>
                  <a:pt x="11457" y="11457"/>
                </a:lnTo>
                <a:lnTo>
                  <a:pt x="17384" y="6592"/>
                </a:lnTo>
                <a:lnTo>
                  <a:pt x="24147" y="2978"/>
                </a:lnTo>
                <a:lnTo>
                  <a:pt x="31485" y="752"/>
                </a:lnTo>
                <a:lnTo>
                  <a:pt x="39116" y="0"/>
                </a:lnTo>
                <a:lnTo>
                  <a:pt x="278953" y="0"/>
                </a:lnTo>
                <a:lnTo>
                  <a:pt x="278953" y="817860"/>
                </a:lnTo>
                <a:lnTo>
                  <a:pt x="14747" y="974732"/>
                </a:lnTo>
                <a:close/>
              </a:path>
            </a:pathLst>
          </a:custGeom>
          <a:solidFill>
            <a:srgbClr val="C4CED5"/>
          </a:solidFill>
          <a:ln>
            <a:noFill/>
          </a:ln>
        </p:spPr>
      </p:sp>
      <p:sp>
        <p:nvSpPr>
          <p:cNvPr id="94" name="!!path-2y4"/>
          <p:cNvSpPr/>
          <p:nvPr/>
        </p:nvSpPr>
        <p:spPr>
          <a:xfrm>
            <a:off x="5527507" y="5105832"/>
            <a:ext cx="957565" cy="165628"/>
          </a:xfrm>
          <a:custGeom>
            <a:avLst/>
            <a:gdLst/>
            <a:ahLst/>
            <a:cxnLst/>
            <a:rect l="l" t="t" r="r" b="b"/>
            <a:pathLst>
              <a:path w="957565" h="165628">
                <a:moveTo>
                  <a:pt x="0" y="156872"/>
                </a:moveTo>
                <a:lnTo>
                  <a:pt x="2637" y="159036"/>
                </a:lnTo>
                <a:lnTo>
                  <a:pt x="9400" y="162651"/>
                </a:lnTo>
                <a:lnTo>
                  <a:pt x="16737" y="164877"/>
                </a:lnTo>
                <a:lnTo>
                  <a:pt x="24369" y="165628"/>
                </a:lnTo>
                <a:lnTo>
                  <a:pt x="918449" y="165628"/>
                </a:lnTo>
                <a:lnTo>
                  <a:pt x="926080" y="164877"/>
                </a:lnTo>
                <a:lnTo>
                  <a:pt x="933418" y="162651"/>
                </a:lnTo>
                <a:lnTo>
                  <a:pt x="940180" y="159036"/>
                </a:lnTo>
                <a:lnTo>
                  <a:pt x="946108" y="154172"/>
                </a:lnTo>
                <a:lnTo>
                  <a:pt x="950972" y="148244"/>
                </a:lnTo>
                <a:lnTo>
                  <a:pt x="954587" y="141481"/>
                </a:lnTo>
                <a:lnTo>
                  <a:pt x="956813" y="134143"/>
                </a:lnTo>
                <a:lnTo>
                  <a:pt x="957565" y="126512"/>
                </a:lnTo>
                <a:lnTo>
                  <a:pt x="957565" y="0"/>
                </a:lnTo>
                <a:lnTo>
                  <a:pt x="264206" y="0"/>
                </a:lnTo>
                <a:close/>
              </a:path>
            </a:pathLst>
          </a:custGeom>
          <a:solidFill>
            <a:srgbClr val="E8EDF0"/>
          </a:solidFill>
          <a:ln>
            <a:noFill/>
          </a:ln>
        </p:spPr>
      </p:sp>
      <p:sp>
        <p:nvSpPr>
          <p:cNvPr id="95" name="!!ellipse-2ye"/>
          <p:cNvSpPr/>
          <p:nvPr/>
        </p:nvSpPr>
        <p:spPr>
          <a:xfrm>
            <a:off x="6067581" y="5137449"/>
            <a:ext cx="446235" cy="51410"/>
          </a:xfrm>
          <a:prstGeom prst="ellipse">
            <a:avLst/>
          </a:prstGeom>
          <a:solidFill>
            <a:srgbClr val="0B1A26">
              <a:alpha val="16000"/>
            </a:srgbClr>
          </a:solidFill>
          <a:ln>
            <a:noFill/>
          </a:ln>
        </p:spPr>
      </p:sp>
      <p:sp>
        <p:nvSpPr>
          <p:cNvPr id="96" name="!!rect-2yg"/>
          <p:cNvSpPr/>
          <p:nvPr/>
        </p:nvSpPr>
        <p:spPr>
          <a:xfrm>
            <a:off x="6090202" y="4654198"/>
            <a:ext cx="359867" cy="503814"/>
          </a:xfrm>
          <a:prstGeom prst="roundRect">
            <a:avLst>
              <a:gd name="adj" fmla="val 4286"/>
            </a:avLst>
          </a:prstGeom>
          <a:gradFill rotWithShape="1">
            <a:gsLst>
              <a:gs pos="0">
                <a:srgbClr val="5D856F"/>
              </a:gs>
              <a:gs pos="100000">
                <a:srgbClr val="3F624F"/>
              </a:gs>
            </a:gsLst>
            <a:lin ang="3267739" scaled="0"/>
          </a:gradFill>
          <a:ln>
            <a:noFill/>
          </a:ln>
        </p:spPr>
      </p:sp>
      <p:sp>
        <p:nvSpPr>
          <p:cNvPr id="97" name="!!rect-2yh"/>
          <p:cNvSpPr/>
          <p:nvPr/>
        </p:nvSpPr>
        <p:spPr>
          <a:xfrm>
            <a:off x="6122590" y="4654198"/>
            <a:ext cx="17993" cy="503814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</p:spPr>
      </p:sp>
      <p:sp>
        <p:nvSpPr>
          <p:cNvPr id="98" name="!!rect-2yi"/>
          <p:cNvSpPr/>
          <p:nvPr/>
        </p:nvSpPr>
        <p:spPr>
          <a:xfrm>
            <a:off x="6180169" y="4744885"/>
            <a:ext cx="201526" cy="35267"/>
          </a:xfrm>
          <a:prstGeom prst="roundRect">
            <a:avLst>
              <a:gd name="adj" fmla="val 28571"/>
            </a:avLst>
          </a:prstGeom>
          <a:solidFill>
            <a:srgbClr val="E7D9B8"/>
          </a:solidFill>
          <a:ln>
            <a:noFill/>
          </a:ln>
        </p:spPr>
      </p:sp>
      <p:sp>
        <p:nvSpPr>
          <p:cNvPr id="99" name="!!rect-2yj"/>
          <p:cNvSpPr/>
          <p:nvPr/>
        </p:nvSpPr>
        <p:spPr>
          <a:xfrm>
            <a:off x="6180169" y="4805343"/>
            <a:ext cx="136750" cy="22672"/>
          </a:xfrm>
          <a:prstGeom prst="roundRect">
            <a:avLst>
              <a:gd name="adj" fmla="val 44444"/>
            </a:avLst>
          </a:prstGeom>
          <a:solidFill>
            <a:srgbClr val="E7D9B8">
              <a:alpha val="72000"/>
            </a:srgbClr>
          </a:solidFill>
          <a:ln>
            <a:noFill/>
          </a:ln>
        </p:spPr>
      </p:sp>
      <p:sp>
        <p:nvSpPr>
          <p:cNvPr id="100" name="!!rect-2yk"/>
          <p:cNvSpPr/>
          <p:nvPr/>
        </p:nvSpPr>
        <p:spPr>
          <a:xfrm>
            <a:off x="6180169" y="5057250"/>
            <a:ext cx="100763" cy="20153"/>
          </a:xfrm>
          <a:prstGeom prst="roundRect">
            <a:avLst>
              <a:gd name="adj" fmla="val 50000"/>
            </a:avLst>
          </a:prstGeom>
          <a:solidFill>
            <a:srgbClr val="E7D9B8">
              <a:alpha val="55000"/>
            </a:srgbClr>
          </a:solidFill>
          <a:ln>
            <a:noFill/>
          </a:ln>
        </p:spPr>
      </p:sp>
      <p:sp>
        <p:nvSpPr>
          <p:cNvPr id="101" name="!!rect-2yl"/>
          <p:cNvSpPr/>
          <p:nvPr/>
        </p:nvSpPr>
        <p:spPr>
          <a:xfrm>
            <a:off x="5512760" y="4287972"/>
            <a:ext cx="972312" cy="491744"/>
          </a:xfrm>
          <a:custGeom>
            <a:avLst/>
            <a:gdLst/>
            <a:ahLst/>
            <a:cxnLst/>
            <a:rect l="l" t="t" r="r" b="b"/>
            <a:pathLst>
              <a:path w="972312" h="491744">
                <a:moveTo>
                  <a:pt x="39116" y="0"/>
                </a:moveTo>
                <a:lnTo>
                  <a:pt x="933196" y="0"/>
                </a:lnTo>
                <a:cubicBezTo>
                  <a:pt x="954799" y="0"/>
                  <a:pt x="972312" y="17513"/>
                  <a:pt x="972312" y="39116"/>
                </a:cubicBezTo>
                <a:lnTo>
                  <a:pt x="972312" y="491744"/>
                </a:lnTo>
                <a:lnTo>
                  <a:pt x="0" y="491744"/>
                </a:lnTo>
                <a:lnTo>
                  <a:pt x="0" y="39116"/>
                </a:lnTo>
                <a:cubicBezTo>
                  <a:pt x="0" y="17513"/>
                  <a:pt x="17513" y="0"/>
                  <a:pt x="39116" y="0"/>
                </a:cubicBezTo>
                <a:close/>
              </a:path>
            </a:pathLst>
          </a:custGeom>
          <a:gradFill rotWithShape="1">
            <a:gsLst>
              <a:gs pos="0">
                <a:srgbClr val="0B1A26">
                  <a:alpha val="20000"/>
                </a:srgbClr>
              </a:gs>
              <a:gs pos="100000">
                <a:srgbClr val="0B1A26">
                  <a:alpha val="0"/>
                </a:srgbClr>
              </a:gs>
            </a:gsLst>
            <a:lin ang="5400000" scaled="0"/>
          </a:gradFill>
          <a:ln>
            <a:noFill/>
          </a:ln>
        </p:spPr>
      </p:sp>
      <p:sp>
        <p:nvSpPr>
          <p:cNvPr id="102" name="!!circle-2ym"/>
          <p:cNvSpPr/>
          <p:nvPr/>
        </p:nvSpPr>
        <p:spPr>
          <a:xfrm>
            <a:off x="6510777" y="4710425"/>
            <a:ext cx="37998" cy="37998"/>
          </a:xfrm>
          <a:prstGeom prst="ellipse">
            <a:avLst/>
          </a:prstGeom>
          <a:solidFill>
            <a:srgbClr val="AEB9C1"/>
          </a:solidFill>
          <a:ln>
            <a:noFill/>
          </a:ln>
        </p:spPr>
      </p:sp>
      <p:sp>
        <p:nvSpPr>
          <p:cNvPr id="103" name="!!rect-2yy"/>
          <p:cNvSpPr/>
          <p:nvPr/>
        </p:nvSpPr>
        <p:spPr>
          <a:xfrm>
            <a:off x="5512760" y="4287972"/>
            <a:ext cx="972312" cy="983488"/>
          </a:xfrm>
          <a:prstGeom prst="roundRect">
            <a:avLst>
              <a:gd name="adj" fmla="val 4023"/>
            </a:avLst>
          </a:prstGeom>
          <a:solidFill>
            <a:srgbClr val="F4F8FA">
              <a:alpha val="40000"/>
            </a:srgbClr>
          </a:solidFill>
          <a:ln>
            <a:noFill/>
          </a:ln>
        </p:spPr>
      </p:sp>
      <p:sp>
        <p:nvSpPr>
          <p:cNvPr id="104" name="!!path-2yz"/>
          <p:cNvSpPr/>
          <p:nvPr/>
        </p:nvSpPr>
        <p:spPr>
          <a:xfrm>
            <a:off x="5726669" y="4287972"/>
            <a:ext cx="427817" cy="983488"/>
          </a:xfrm>
          <a:custGeom>
            <a:avLst/>
            <a:gdLst/>
            <a:ahLst/>
            <a:cxnLst/>
            <a:rect l="l" t="t" r="r" b="b"/>
            <a:pathLst>
              <a:path w="427817" h="983488">
                <a:moveTo>
                  <a:pt x="272247" y="0"/>
                </a:moveTo>
                <a:lnTo>
                  <a:pt x="427817" y="0"/>
                </a:lnTo>
                <a:lnTo>
                  <a:pt x="155570" y="983488"/>
                </a:lnTo>
                <a:lnTo>
                  <a:pt x="0" y="983488"/>
                </a:lnTo>
                <a:close/>
              </a:path>
            </a:pathLst>
          </a:custGeom>
          <a:solidFill>
            <a:srgbClr val="FFFFFF">
              <a:alpha val="34000"/>
            </a:srgbClr>
          </a:solidFill>
          <a:ln>
            <a:noFill/>
          </a:ln>
        </p:spPr>
      </p:sp>
      <p:sp>
        <p:nvSpPr>
          <p:cNvPr id="105" name="!!path-2z0"/>
          <p:cNvSpPr/>
          <p:nvPr/>
        </p:nvSpPr>
        <p:spPr>
          <a:xfrm>
            <a:off x="5930854" y="4287972"/>
            <a:ext cx="311140" cy="983488"/>
          </a:xfrm>
          <a:custGeom>
            <a:avLst/>
            <a:gdLst/>
            <a:ahLst/>
            <a:cxnLst/>
            <a:rect l="l" t="t" r="r" b="b"/>
            <a:pathLst>
              <a:path w="311140" h="983488">
                <a:moveTo>
                  <a:pt x="272247" y="0"/>
                </a:moveTo>
                <a:lnTo>
                  <a:pt x="311140" y="0"/>
                </a:lnTo>
                <a:lnTo>
                  <a:pt x="38892" y="983488"/>
                </a:lnTo>
                <a:lnTo>
                  <a:pt x="0" y="983488"/>
                </a:lnTo>
                <a:close/>
              </a:path>
            </a:pathLst>
          </a:custGeom>
          <a:solidFill>
            <a:srgbClr val="FFFFFF">
              <a:alpha val="28000"/>
            </a:srgbClr>
          </a:solidFill>
          <a:ln>
            <a:noFill/>
          </a:ln>
        </p:spPr>
      </p:sp>
      <p:sp>
        <p:nvSpPr>
          <p:cNvPr id="106" name="!!rect-2z1"/>
          <p:cNvSpPr/>
          <p:nvPr/>
        </p:nvSpPr>
        <p:spPr>
          <a:xfrm>
            <a:off x="5517230" y="4292442"/>
            <a:ext cx="963371" cy="974547"/>
          </a:xfrm>
          <a:prstGeom prst="roundRect">
            <a:avLst>
              <a:gd name="adj" fmla="val 3770"/>
            </a:avLst>
          </a:prstGeom>
          <a:noFill/>
          <a:ln w="8941" cap="flat">
            <a:solidFill>
              <a:srgbClr val="FFFFFF">
                <a:alpha val="95000"/>
              </a:srgbClr>
            </a:solidFill>
            <a:prstDash val="solid"/>
            <a:miter lim="800000"/>
          </a:ln>
        </p:spPr>
      </p:sp>
      <p:sp>
        <p:nvSpPr>
          <p:cNvPr id="107" name="!!rect-2z2"/>
          <p:cNvSpPr/>
          <p:nvPr/>
        </p:nvSpPr>
        <p:spPr>
          <a:xfrm>
            <a:off x="5512760" y="4287972"/>
            <a:ext cx="972312" cy="983488"/>
          </a:xfrm>
          <a:prstGeom prst="roundRect">
            <a:avLst>
              <a:gd name="adj" fmla="val 4023"/>
            </a:avLst>
          </a:prstGeom>
          <a:noFill/>
          <a:ln w="5588" cap="flat">
            <a:solidFill>
              <a:srgbClr val="8FA0AB">
                <a:alpha val="50000"/>
              </a:srgbClr>
            </a:solidFill>
            <a:prstDash val="solid"/>
            <a:miter lim="800000"/>
          </a:ln>
        </p:spPr>
      </p:sp>
      <p:sp>
        <p:nvSpPr>
          <p:cNvPr id="108" name="!!rect-2z3"/>
          <p:cNvSpPr/>
          <p:nvPr/>
        </p:nvSpPr>
        <p:spPr>
          <a:xfrm>
            <a:off x="5574228" y="4349440"/>
            <a:ext cx="279400" cy="134112"/>
          </a:xfrm>
          <a:prstGeom prst="roundRect">
            <a:avLst>
              <a:gd name="adj" fmla="val 29167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109" name="!!text-2z6" descr="A01"/>
          <p:cNvSpPr txBox="1"/>
          <p:nvPr/>
        </p:nvSpPr>
        <p:spPr>
          <a:xfrm>
            <a:off x="5642698" y="4353687"/>
            <a:ext cx="165930" cy="1132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16" b="1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A01</a:t>
            </a:r>
            <a:endParaRPr lang="zh-TW" sz="616"/>
          </a:p>
        </p:txBody>
      </p:sp>
      <p:sp>
        <p:nvSpPr>
          <p:cNvPr id="110" name="!!rect-2zw"/>
          <p:cNvSpPr/>
          <p:nvPr/>
        </p:nvSpPr>
        <p:spPr>
          <a:xfrm>
            <a:off x="6853433" y="4287972"/>
            <a:ext cx="693359" cy="817860"/>
          </a:xfrm>
          <a:custGeom>
            <a:avLst/>
            <a:gdLst/>
            <a:ahLst/>
            <a:cxnLst/>
            <a:rect l="l" t="t" r="r" b="b"/>
            <a:pathLst>
              <a:path w="693359" h="817860">
                <a:moveTo>
                  <a:pt x="0" y="0"/>
                </a:moveTo>
                <a:lnTo>
                  <a:pt x="654243" y="0"/>
                </a:lnTo>
                <a:cubicBezTo>
                  <a:pt x="675846" y="0"/>
                  <a:pt x="693359" y="17513"/>
                  <a:pt x="693359" y="39116"/>
                </a:cubicBezTo>
                <a:lnTo>
                  <a:pt x="693359" y="817860"/>
                </a:lnTo>
                <a:lnTo>
                  <a:pt x="0" y="817860"/>
                </a:lnTo>
                <a:lnTo>
                  <a:pt x="0" y="0"/>
                </a:lnTo>
                <a:close/>
              </a:path>
            </a:pathLst>
          </a:custGeom>
          <a:solidFill>
            <a:srgbClr val="D5DDE2"/>
          </a:solidFill>
          <a:ln>
            <a:noFill/>
          </a:ln>
        </p:spPr>
      </p:sp>
      <p:sp>
        <p:nvSpPr>
          <p:cNvPr id="111" name="!!path-2zx"/>
          <p:cNvSpPr/>
          <p:nvPr/>
        </p:nvSpPr>
        <p:spPr>
          <a:xfrm>
            <a:off x="6574480" y="4287972"/>
            <a:ext cx="278953" cy="974732"/>
          </a:xfrm>
          <a:custGeom>
            <a:avLst/>
            <a:gdLst/>
            <a:ahLst/>
            <a:cxnLst/>
            <a:rect l="l" t="t" r="r" b="b"/>
            <a:pathLst>
              <a:path w="278953" h="974732">
                <a:moveTo>
                  <a:pt x="11457" y="972031"/>
                </a:moveTo>
                <a:lnTo>
                  <a:pt x="6592" y="966104"/>
                </a:lnTo>
                <a:lnTo>
                  <a:pt x="2978" y="959341"/>
                </a:lnTo>
                <a:lnTo>
                  <a:pt x="752" y="952003"/>
                </a:lnTo>
                <a:lnTo>
                  <a:pt x="0" y="944372"/>
                </a:lnTo>
                <a:lnTo>
                  <a:pt x="0" y="39116"/>
                </a:lnTo>
                <a:lnTo>
                  <a:pt x="752" y="31485"/>
                </a:lnTo>
                <a:lnTo>
                  <a:pt x="2978" y="24147"/>
                </a:lnTo>
                <a:lnTo>
                  <a:pt x="6592" y="17384"/>
                </a:lnTo>
                <a:lnTo>
                  <a:pt x="11457" y="11457"/>
                </a:lnTo>
                <a:lnTo>
                  <a:pt x="17384" y="6592"/>
                </a:lnTo>
                <a:lnTo>
                  <a:pt x="24147" y="2978"/>
                </a:lnTo>
                <a:lnTo>
                  <a:pt x="31485" y="752"/>
                </a:lnTo>
                <a:lnTo>
                  <a:pt x="39116" y="0"/>
                </a:lnTo>
                <a:lnTo>
                  <a:pt x="278953" y="0"/>
                </a:lnTo>
                <a:lnTo>
                  <a:pt x="278953" y="817860"/>
                </a:lnTo>
                <a:lnTo>
                  <a:pt x="14747" y="974732"/>
                </a:lnTo>
                <a:close/>
              </a:path>
            </a:pathLst>
          </a:custGeom>
          <a:solidFill>
            <a:srgbClr val="C4CED5"/>
          </a:solidFill>
          <a:ln>
            <a:noFill/>
          </a:ln>
        </p:spPr>
      </p:sp>
      <p:sp>
        <p:nvSpPr>
          <p:cNvPr id="112" name="!!path-2zy"/>
          <p:cNvSpPr/>
          <p:nvPr/>
        </p:nvSpPr>
        <p:spPr>
          <a:xfrm>
            <a:off x="6589227" y="5105832"/>
            <a:ext cx="957565" cy="165628"/>
          </a:xfrm>
          <a:custGeom>
            <a:avLst/>
            <a:gdLst/>
            <a:ahLst/>
            <a:cxnLst/>
            <a:rect l="l" t="t" r="r" b="b"/>
            <a:pathLst>
              <a:path w="957565" h="165628">
                <a:moveTo>
                  <a:pt x="0" y="156872"/>
                </a:moveTo>
                <a:lnTo>
                  <a:pt x="2637" y="159036"/>
                </a:lnTo>
                <a:lnTo>
                  <a:pt x="9400" y="162651"/>
                </a:lnTo>
                <a:lnTo>
                  <a:pt x="16737" y="164877"/>
                </a:lnTo>
                <a:lnTo>
                  <a:pt x="24369" y="165628"/>
                </a:lnTo>
                <a:lnTo>
                  <a:pt x="918449" y="165628"/>
                </a:lnTo>
                <a:lnTo>
                  <a:pt x="926080" y="164877"/>
                </a:lnTo>
                <a:lnTo>
                  <a:pt x="933418" y="162651"/>
                </a:lnTo>
                <a:lnTo>
                  <a:pt x="940180" y="159036"/>
                </a:lnTo>
                <a:lnTo>
                  <a:pt x="946108" y="154172"/>
                </a:lnTo>
                <a:lnTo>
                  <a:pt x="950972" y="148244"/>
                </a:lnTo>
                <a:lnTo>
                  <a:pt x="954587" y="141481"/>
                </a:lnTo>
                <a:lnTo>
                  <a:pt x="956813" y="134143"/>
                </a:lnTo>
                <a:lnTo>
                  <a:pt x="957565" y="126512"/>
                </a:lnTo>
                <a:lnTo>
                  <a:pt x="957565" y="0"/>
                </a:lnTo>
                <a:lnTo>
                  <a:pt x="264206" y="0"/>
                </a:lnTo>
                <a:close/>
              </a:path>
            </a:pathLst>
          </a:custGeom>
          <a:solidFill>
            <a:srgbClr val="E8EDF0"/>
          </a:solidFill>
          <a:ln>
            <a:noFill/>
          </a:ln>
        </p:spPr>
      </p:sp>
      <p:sp>
        <p:nvSpPr>
          <p:cNvPr id="113" name="!!ellipse-2zz"/>
          <p:cNvSpPr/>
          <p:nvPr/>
        </p:nvSpPr>
        <p:spPr>
          <a:xfrm>
            <a:off x="7072796" y="5158012"/>
            <a:ext cx="485038" cy="55880"/>
          </a:xfrm>
          <a:prstGeom prst="ellipse">
            <a:avLst/>
          </a:prstGeom>
          <a:solidFill>
            <a:srgbClr val="0B1A26">
              <a:alpha val="14000"/>
            </a:srgbClr>
          </a:solidFill>
          <a:ln>
            <a:noFill/>
          </a:ln>
        </p:spPr>
      </p:sp>
      <p:sp>
        <p:nvSpPr>
          <p:cNvPr id="114" name="!!rect-301"/>
          <p:cNvSpPr/>
          <p:nvPr/>
        </p:nvSpPr>
        <p:spPr>
          <a:xfrm>
            <a:off x="7097383" y="4632740"/>
            <a:ext cx="391160" cy="547624"/>
          </a:xfrm>
          <a:prstGeom prst="roundRect">
            <a:avLst>
              <a:gd name="adj" fmla="val 4286"/>
            </a:avLst>
          </a:prstGeom>
          <a:gradFill rotWithShape="1">
            <a:gsLst>
              <a:gs pos="0">
                <a:srgbClr val="AB6C59"/>
              </a:gs>
              <a:gs pos="100000">
                <a:srgbClr val="834C3C"/>
              </a:gs>
            </a:gsLst>
            <a:lin ang="3267739" scaled="0"/>
          </a:gradFill>
          <a:ln>
            <a:noFill/>
          </a:ln>
        </p:spPr>
      </p:sp>
      <p:sp>
        <p:nvSpPr>
          <p:cNvPr id="115" name="!!rect-302"/>
          <p:cNvSpPr/>
          <p:nvPr/>
        </p:nvSpPr>
        <p:spPr>
          <a:xfrm>
            <a:off x="7132587" y="4632740"/>
            <a:ext cx="19558" cy="547624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</p:spPr>
      </p:sp>
      <p:sp>
        <p:nvSpPr>
          <p:cNvPr id="116" name="!!rect-303"/>
          <p:cNvSpPr/>
          <p:nvPr/>
        </p:nvSpPr>
        <p:spPr>
          <a:xfrm>
            <a:off x="7195173" y="4731313"/>
            <a:ext cx="219050" cy="38334"/>
          </a:xfrm>
          <a:prstGeom prst="roundRect">
            <a:avLst>
              <a:gd name="adj" fmla="val 28571"/>
            </a:avLst>
          </a:prstGeom>
          <a:solidFill>
            <a:srgbClr val="F1E3C8"/>
          </a:solidFill>
          <a:ln>
            <a:noFill/>
          </a:ln>
        </p:spPr>
      </p:sp>
      <p:sp>
        <p:nvSpPr>
          <p:cNvPr id="117" name="!!rect-304"/>
          <p:cNvSpPr/>
          <p:nvPr/>
        </p:nvSpPr>
        <p:spPr>
          <a:xfrm>
            <a:off x="7195173" y="4797028"/>
            <a:ext cx="148641" cy="24643"/>
          </a:xfrm>
          <a:prstGeom prst="roundRect">
            <a:avLst>
              <a:gd name="adj" fmla="val 44444"/>
            </a:avLst>
          </a:prstGeom>
          <a:solidFill>
            <a:srgbClr val="F1E3C8">
              <a:alpha val="72000"/>
            </a:srgbClr>
          </a:solidFill>
          <a:ln>
            <a:noFill/>
          </a:ln>
        </p:spPr>
      </p:sp>
      <p:sp>
        <p:nvSpPr>
          <p:cNvPr id="118" name="!!rect-305"/>
          <p:cNvSpPr/>
          <p:nvPr/>
        </p:nvSpPr>
        <p:spPr>
          <a:xfrm>
            <a:off x="7195173" y="5070840"/>
            <a:ext cx="109525" cy="21905"/>
          </a:xfrm>
          <a:prstGeom prst="roundRect">
            <a:avLst>
              <a:gd name="adj" fmla="val 50000"/>
            </a:avLst>
          </a:prstGeom>
          <a:solidFill>
            <a:srgbClr val="F1E3C8">
              <a:alpha val="55000"/>
            </a:srgbClr>
          </a:solidFill>
          <a:ln>
            <a:noFill/>
          </a:ln>
        </p:spPr>
      </p:sp>
      <p:sp>
        <p:nvSpPr>
          <p:cNvPr id="119" name="!!rect-306"/>
          <p:cNvSpPr/>
          <p:nvPr/>
        </p:nvSpPr>
        <p:spPr>
          <a:xfrm>
            <a:off x="6574480" y="4287972"/>
            <a:ext cx="972312" cy="491744"/>
          </a:xfrm>
          <a:custGeom>
            <a:avLst/>
            <a:gdLst/>
            <a:ahLst/>
            <a:cxnLst/>
            <a:rect l="l" t="t" r="r" b="b"/>
            <a:pathLst>
              <a:path w="972312" h="491744">
                <a:moveTo>
                  <a:pt x="39116" y="0"/>
                </a:moveTo>
                <a:lnTo>
                  <a:pt x="933196" y="0"/>
                </a:lnTo>
                <a:cubicBezTo>
                  <a:pt x="954799" y="0"/>
                  <a:pt x="972312" y="17513"/>
                  <a:pt x="972312" y="39116"/>
                </a:cubicBezTo>
                <a:lnTo>
                  <a:pt x="972312" y="491744"/>
                </a:lnTo>
                <a:lnTo>
                  <a:pt x="0" y="491744"/>
                </a:lnTo>
                <a:lnTo>
                  <a:pt x="0" y="39116"/>
                </a:lnTo>
                <a:cubicBezTo>
                  <a:pt x="0" y="17513"/>
                  <a:pt x="17513" y="0"/>
                  <a:pt x="39116" y="0"/>
                </a:cubicBezTo>
                <a:close/>
              </a:path>
            </a:pathLst>
          </a:custGeom>
          <a:gradFill rotWithShape="1">
            <a:gsLst>
              <a:gs pos="0">
                <a:srgbClr val="0B1A26">
                  <a:alpha val="20000"/>
                </a:srgbClr>
              </a:gs>
              <a:gs pos="100000">
                <a:srgbClr val="0B1A26">
                  <a:alpha val="0"/>
                </a:srgbClr>
              </a:gs>
            </a:gsLst>
            <a:lin ang="5400000" scaled="0"/>
          </a:gradFill>
          <a:ln>
            <a:noFill/>
          </a:ln>
        </p:spPr>
      </p:sp>
      <p:sp>
        <p:nvSpPr>
          <p:cNvPr id="120" name="!!circle-307"/>
          <p:cNvSpPr/>
          <p:nvPr/>
        </p:nvSpPr>
        <p:spPr>
          <a:xfrm>
            <a:off x="6510777" y="4811009"/>
            <a:ext cx="37998" cy="37998"/>
          </a:xfrm>
          <a:prstGeom prst="ellipse">
            <a:avLst/>
          </a:prstGeom>
          <a:solidFill>
            <a:srgbClr val="AEB9C1"/>
          </a:solidFill>
          <a:ln>
            <a:noFill/>
          </a:ln>
        </p:spPr>
      </p:sp>
      <p:sp>
        <p:nvSpPr>
          <p:cNvPr id="121" name="!!rect-309"/>
          <p:cNvSpPr/>
          <p:nvPr/>
        </p:nvSpPr>
        <p:spPr>
          <a:xfrm>
            <a:off x="6574480" y="4287972"/>
            <a:ext cx="972312" cy="983488"/>
          </a:xfrm>
          <a:prstGeom prst="roundRect">
            <a:avLst>
              <a:gd name="adj" fmla="val 4023"/>
            </a:avLst>
          </a:prstGeom>
          <a:solidFill>
            <a:srgbClr val="F4F8FA">
              <a:alpha val="40000"/>
            </a:srgbClr>
          </a:solidFill>
          <a:ln>
            <a:noFill/>
          </a:ln>
        </p:spPr>
      </p:sp>
      <p:sp>
        <p:nvSpPr>
          <p:cNvPr id="122" name="!!path-30a"/>
          <p:cNvSpPr/>
          <p:nvPr/>
        </p:nvSpPr>
        <p:spPr>
          <a:xfrm>
            <a:off x="6788389" y="4287972"/>
            <a:ext cx="427817" cy="983488"/>
          </a:xfrm>
          <a:custGeom>
            <a:avLst/>
            <a:gdLst/>
            <a:ahLst/>
            <a:cxnLst/>
            <a:rect l="l" t="t" r="r" b="b"/>
            <a:pathLst>
              <a:path w="427817" h="983488">
                <a:moveTo>
                  <a:pt x="272247" y="0"/>
                </a:moveTo>
                <a:lnTo>
                  <a:pt x="427817" y="0"/>
                </a:lnTo>
                <a:lnTo>
                  <a:pt x="155570" y="983488"/>
                </a:lnTo>
                <a:lnTo>
                  <a:pt x="0" y="983488"/>
                </a:lnTo>
                <a:close/>
              </a:path>
            </a:pathLst>
          </a:custGeom>
          <a:solidFill>
            <a:srgbClr val="FFFFFF">
              <a:alpha val="34000"/>
            </a:srgbClr>
          </a:solidFill>
          <a:ln>
            <a:noFill/>
          </a:ln>
        </p:spPr>
      </p:sp>
      <p:sp>
        <p:nvSpPr>
          <p:cNvPr id="123" name="!!path-30b"/>
          <p:cNvSpPr/>
          <p:nvPr/>
        </p:nvSpPr>
        <p:spPr>
          <a:xfrm>
            <a:off x="6992574" y="4287972"/>
            <a:ext cx="311140" cy="983488"/>
          </a:xfrm>
          <a:custGeom>
            <a:avLst/>
            <a:gdLst/>
            <a:ahLst/>
            <a:cxnLst/>
            <a:rect l="l" t="t" r="r" b="b"/>
            <a:pathLst>
              <a:path w="311140" h="983488">
                <a:moveTo>
                  <a:pt x="272247" y="0"/>
                </a:moveTo>
                <a:lnTo>
                  <a:pt x="311140" y="0"/>
                </a:lnTo>
                <a:lnTo>
                  <a:pt x="38892" y="983488"/>
                </a:lnTo>
                <a:lnTo>
                  <a:pt x="0" y="983488"/>
                </a:lnTo>
                <a:close/>
              </a:path>
            </a:pathLst>
          </a:custGeom>
          <a:solidFill>
            <a:srgbClr val="FFFFFF">
              <a:alpha val="28000"/>
            </a:srgbClr>
          </a:solidFill>
          <a:ln>
            <a:noFill/>
          </a:ln>
        </p:spPr>
      </p:sp>
      <p:sp>
        <p:nvSpPr>
          <p:cNvPr id="124" name="!!rect-30c"/>
          <p:cNvSpPr/>
          <p:nvPr/>
        </p:nvSpPr>
        <p:spPr>
          <a:xfrm>
            <a:off x="6578950" y="4292442"/>
            <a:ext cx="963371" cy="974547"/>
          </a:xfrm>
          <a:prstGeom prst="roundRect">
            <a:avLst>
              <a:gd name="adj" fmla="val 3770"/>
            </a:avLst>
          </a:prstGeom>
          <a:noFill/>
          <a:ln w="8941" cap="flat">
            <a:solidFill>
              <a:srgbClr val="FFFFFF">
                <a:alpha val="95000"/>
              </a:srgbClr>
            </a:solidFill>
            <a:prstDash val="solid"/>
            <a:miter lim="800000"/>
          </a:ln>
        </p:spPr>
      </p:sp>
      <p:sp>
        <p:nvSpPr>
          <p:cNvPr id="125" name="!!rect-30d"/>
          <p:cNvSpPr/>
          <p:nvPr/>
        </p:nvSpPr>
        <p:spPr>
          <a:xfrm>
            <a:off x="6574480" y="4287972"/>
            <a:ext cx="972312" cy="983488"/>
          </a:xfrm>
          <a:prstGeom prst="roundRect">
            <a:avLst>
              <a:gd name="adj" fmla="val 4023"/>
            </a:avLst>
          </a:prstGeom>
          <a:noFill/>
          <a:ln w="5588" cap="flat">
            <a:solidFill>
              <a:srgbClr val="8FA0AB">
                <a:alpha val="50000"/>
              </a:srgbClr>
            </a:solidFill>
            <a:prstDash val="solid"/>
            <a:miter lim="800000"/>
          </a:ln>
        </p:spPr>
      </p:sp>
      <p:sp>
        <p:nvSpPr>
          <p:cNvPr id="126" name="!!rect-30e"/>
          <p:cNvSpPr/>
          <p:nvPr/>
        </p:nvSpPr>
        <p:spPr>
          <a:xfrm>
            <a:off x="6635948" y="4349440"/>
            <a:ext cx="279400" cy="134112"/>
          </a:xfrm>
          <a:prstGeom prst="roundRect">
            <a:avLst>
              <a:gd name="adj" fmla="val 29167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127" name="!!text-30f" descr="A02"/>
          <p:cNvSpPr txBox="1"/>
          <p:nvPr/>
        </p:nvSpPr>
        <p:spPr>
          <a:xfrm>
            <a:off x="6704418" y="4353687"/>
            <a:ext cx="165930" cy="1132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16" b="1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A02</a:t>
            </a:r>
            <a:endParaRPr lang="zh-TW" sz="616"/>
          </a:p>
        </p:txBody>
      </p:sp>
      <p:sp>
        <p:nvSpPr>
          <p:cNvPr id="128" name="!!rect-30m"/>
          <p:cNvSpPr/>
          <p:nvPr/>
        </p:nvSpPr>
        <p:spPr>
          <a:xfrm>
            <a:off x="5791713" y="5349692"/>
            <a:ext cx="693359" cy="817860"/>
          </a:xfrm>
          <a:custGeom>
            <a:avLst/>
            <a:gdLst/>
            <a:ahLst/>
            <a:cxnLst/>
            <a:rect l="l" t="t" r="r" b="b"/>
            <a:pathLst>
              <a:path w="693359" h="817860">
                <a:moveTo>
                  <a:pt x="0" y="0"/>
                </a:moveTo>
                <a:lnTo>
                  <a:pt x="654243" y="0"/>
                </a:lnTo>
                <a:cubicBezTo>
                  <a:pt x="675846" y="0"/>
                  <a:pt x="693359" y="17513"/>
                  <a:pt x="693359" y="39116"/>
                </a:cubicBezTo>
                <a:lnTo>
                  <a:pt x="693359" y="817860"/>
                </a:lnTo>
                <a:lnTo>
                  <a:pt x="0" y="817860"/>
                </a:lnTo>
                <a:lnTo>
                  <a:pt x="0" y="0"/>
                </a:lnTo>
                <a:close/>
              </a:path>
            </a:pathLst>
          </a:custGeom>
          <a:solidFill>
            <a:srgbClr val="D5DDE2"/>
          </a:solidFill>
          <a:ln>
            <a:noFill/>
          </a:ln>
        </p:spPr>
      </p:sp>
      <p:sp>
        <p:nvSpPr>
          <p:cNvPr id="129" name="!!path-30n"/>
          <p:cNvSpPr/>
          <p:nvPr/>
        </p:nvSpPr>
        <p:spPr>
          <a:xfrm>
            <a:off x="5512760" y="5349692"/>
            <a:ext cx="278953" cy="974732"/>
          </a:xfrm>
          <a:custGeom>
            <a:avLst/>
            <a:gdLst/>
            <a:ahLst/>
            <a:cxnLst/>
            <a:rect l="l" t="t" r="r" b="b"/>
            <a:pathLst>
              <a:path w="278953" h="974732">
                <a:moveTo>
                  <a:pt x="11457" y="972031"/>
                </a:moveTo>
                <a:lnTo>
                  <a:pt x="6592" y="966104"/>
                </a:lnTo>
                <a:lnTo>
                  <a:pt x="2978" y="959341"/>
                </a:lnTo>
                <a:lnTo>
                  <a:pt x="752" y="952003"/>
                </a:lnTo>
                <a:lnTo>
                  <a:pt x="0" y="944372"/>
                </a:lnTo>
                <a:lnTo>
                  <a:pt x="0" y="39116"/>
                </a:lnTo>
                <a:lnTo>
                  <a:pt x="752" y="31485"/>
                </a:lnTo>
                <a:lnTo>
                  <a:pt x="2978" y="24147"/>
                </a:lnTo>
                <a:lnTo>
                  <a:pt x="6592" y="17384"/>
                </a:lnTo>
                <a:lnTo>
                  <a:pt x="11457" y="11457"/>
                </a:lnTo>
                <a:lnTo>
                  <a:pt x="17384" y="6592"/>
                </a:lnTo>
                <a:lnTo>
                  <a:pt x="24147" y="2978"/>
                </a:lnTo>
                <a:lnTo>
                  <a:pt x="31485" y="752"/>
                </a:lnTo>
                <a:lnTo>
                  <a:pt x="39116" y="0"/>
                </a:lnTo>
                <a:lnTo>
                  <a:pt x="278953" y="0"/>
                </a:lnTo>
                <a:lnTo>
                  <a:pt x="278953" y="817860"/>
                </a:lnTo>
                <a:lnTo>
                  <a:pt x="14747" y="974732"/>
                </a:lnTo>
                <a:close/>
              </a:path>
            </a:pathLst>
          </a:custGeom>
          <a:solidFill>
            <a:srgbClr val="C4CED5"/>
          </a:solidFill>
          <a:ln>
            <a:noFill/>
          </a:ln>
        </p:spPr>
      </p:sp>
      <p:sp>
        <p:nvSpPr>
          <p:cNvPr id="130" name="!!path-30o"/>
          <p:cNvSpPr/>
          <p:nvPr/>
        </p:nvSpPr>
        <p:spPr>
          <a:xfrm>
            <a:off x="5527507" y="6167552"/>
            <a:ext cx="957565" cy="165628"/>
          </a:xfrm>
          <a:custGeom>
            <a:avLst/>
            <a:gdLst/>
            <a:ahLst/>
            <a:cxnLst/>
            <a:rect l="l" t="t" r="r" b="b"/>
            <a:pathLst>
              <a:path w="957565" h="165628">
                <a:moveTo>
                  <a:pt x="0" y="156872"/>
                </a:moveTo>
                <a:lnTo>
                  <a:pt x="2637" y="159036"/>
                </a:lnTo>
                <a:lnTo>
                  <a:pt x="9400" y="162651"/>
                </a:lnTo>
                <a:lnTo>
                  <a:pt x="16737" y="164877"/>
                </a:lnTo>
                <a:lnTo>
                  <a:pt x="24369" y="165628"/>
                </a:lnTo>
                <a:lnTo>
                  <a:pt x="918449" y="165628"/>
                </a:lnTo>
                <a:lnTo>
                  <a:pt x="926080" y="164877"/>
                </a:lnTo>
                <a:lnTo>
                  <a:pt x="933418" y="162651"/>
                </a:lnTo>
                <a:lnTo>
                  <a:pt x="940180" y="159036"/>
                </a:lnTo>
                <a:lnTo>
                  <a:pt x="946108" y="154172"/>
                </a:lnTo>
                <a:lnTo>
                  <a:pt x="950972" y="148244"/>
                </a:lnTo>
                <a:lnTo>
                  <a:pt x="954587" y="141481"/>
                </a:lnTo>
                <a:lnTo>
                  <a:pt x="956813" y="134143"/>
                </a:lnTo>
                <a:lnTo>
                  <a:pt x="957565" y="126512"/>
                </a:lnTo>
                <a:lnTo>
                  <a:pt x="957565" y="0"/>
                </a:lnTo>
                <a:lnTo>
                  <a:pt x="264206" y="0"/>
                </a:lnTo>
                <a:close/>
              </a:path>
            </a:pathLst>
          </a:custGeom>
          <a:solidFill>
            <a:srgbClr val="E8EDF0"/>
          </a:solidFill>
          <a:ln>
            <a:noFill/>
          </a:ln>
        </p:spPr>
      </p:sp>
      <p:sp>
        <p:nvSpPr>
          <p:cNvPr id="131" name="!!ellipse-30p"/>
          <p:cNvSpPr/>
          <p:nvPr/>
        </p:nvSpPr>
        <p:spPr>
          <a:xfrm>
            <a:off x="5933291" y="6219732"/>
            <a:ext cx="485038" cy="55880"/>
          </a:xfrm>
          <a:prstGeom prst="ellipse">
            <a:avLst/>
          </a:prstGeom>
          <a:solidFill>
            <a:srgbClr val="0B1A26">
              <a:alpha val="14000"/>
            </a:srgbClr>
          </a:solidFill>
          <a:ln>
            <a:noFill/>
          </a:ln>
        </p:spPr>
      </p:sp>
      <p:sp>
        <p:nvSpPr>
          <p:cNvPr id="132" name="!!rect-30r"/>
          <p:cNvSpPr/>
          <p:nvPr/>
        </p:nvSpPr>
        <p:spPr>
          <a:xfrm>
            <a:off x="5957878" y="5694460"/>
            <a:ext cx="391160" cy="547624"/>
          </a:xfrm>
          <a:prstGeom prst="roundRect">
            <a:avLst>
              <a:gd name="adj" fmla="val 4286"/>
            </a:avLst>
          </a:prstGeom>
          <a:gradFill rotWithShape="1">
            <a:gsLst>
              <a:gs pos="0">
                <a:srgbClr val="4D76A6"/>
              </a:gs>
              <a:gs pos="100000">
                <a:srgbClr val="32557E"/>
              </a:gs>
            </a:gsLst>
            <a:lin ang="3267739" scaled="0"/>
          </a:gradFill>
          <a:ln>
            <a:noFill/>
          </a:ln>
        </p:spPr>
      </p:sp>
      <p:sp>
        <p:nvSpPr>
          <p:cNvPr id="133" name="!!rect-30s"/>
          <p:cNvSpPr/>
          <p:nvPr/>
        </p:nvSpPr>
        <p:spPr>
          <a:xfrm>
            <a:off x="5993082" y="5694460"/>
            <a:ext cx="19558" cy="547624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</p:spPr>
      </p:sp>
      <p:sp>
        <p:nvSpPr>
          <p:cNvPr id="134" name="!!rect-30t"/>
          <p:cNvSpPr/>
          <p:nvPr/>
        </p:nvSpPr>
        <p:spPr>
          <a:xfrm>
            <a:off x="6055668" y="5793033"/>
            <a:ext cx="219050" cy="38334"/>
          </a:xfrm>
          <a:prstGeom prst="roundRect">
            <a:avLst>
              <a:gd name="adj" fmla="val 28571"/>
            </a:avLst>
          </a:prstGeom>
          <a:solidFill>
            <a:srgbClr val="E9EEF1"/>
          </a:solidFill>
          <a:ln>
            <a:noFill/>
          </a:ln>
        </p:spPr>
      </p:sp>
      <p:sp>
        <p:nvSpPr>
          <p:cNvPr id="135" name="!!rect-30u"/>
          <p:cNvSpPr/>
          <p:nvPr/>
        </p:nvSpPr>
        <p:spPr>
          <a:xfrm>
            <a:off x="6055668" y="5858748"/>
            <a:ext cx="148641" cy="24643"/>
          </a:xfrm>
          <a:prstGeom prst="roundRect">
            <a:avLst>
              <a:gd name="adj" fmla="val 44444"/>
            </a:avLst>
          </a:prstGeom>
          <a:solidFill>
            <a:srgbClr val="E9EEF1">
              <a:alpha val="72000"/>
            </a:srgbClr>
          </a:solidFill>
          <a:ln>
            <a:noFill/>
          </a:ln>
        </p:spPr>
      </p:sp>
      <p:sp>
        <p:nvSpPr>
          <p:cNvPr id="136" name="!!rect-30v"/>
          <p:cNvSpPr/>
          <p:nvPr/>
        </p:nvSpPr>
        <p:spPr>
          <a:xfrm>
            <a:off x="6055668" y="6132560"/>
            <a:ext cx="109525" cy="21905"/>
          </a:xfrm>
          <a:prstGeom prst="roundRect">
            <a:avLst>
              <a:gd name="adj" fmla="val 50000"/>
            </a:avLst>
          </a:prstGeom>
          <a:solidFill>
            <a:srgbClr val="E9EEF1">
              <a:alpha val="55000"/>
            </a:srgbClr>
          </a:solidFill>
          <a:ln>
            <a:noFill/>
          </a:ln>
        </p:spPr>
      </p:sp>
      <p:sp>
        <p:nvSpPr>
          <p:cNvPr id="137" name="!!rect-30w"/>
          <p:cNvSpPr/>
          <p:nvPr/>
        </p:nvSpPr>
        <p:spPr>
          <a:xfrm>
            <a:off x="5512760" y="5349692"/>
            <a:ext cx="972312" cy="491744"/>
          </a:xfrm>
          <a:custGeom>
            <a:avLst/>
            <a:gdLst/>
            <a:ahLst/>
            <a:cxnLst/>
            <a:rect l="l" t="t" r="r" b="b"/>
            <a:pathLst>
              <a:path w="972312" h="491744">
                <a:moveTo>
                  <a:pt x="39116" y="0"/>
                </a:moveTo>
                <a:lnTo>
                  <a:pt x="933196" y="0"/>
                </a:lnTo>
                <a:cubicBezTo>
                  <a:pt x="954799" y="0"/>
                  <a:pt x="972312" y="17513"/>
                  <a:pt x="972312" y="39116"/>
                </a:cubicBezTo>
                <a:lnTo>
                  <a:pt x="972312" y="491744"/>
                </a:lnTo>
                <a:lnTo>
                  <a:pt x="0" y="491744"/>
                </a:lnTo>
                <a:lnTo>
                  <a:pt x="0" y="39116"/>
                </a:lnTo>
                <a:cubicBezTo>
                  <a:pt x="0" y="17513"/>
                  <a:pt x="17513" y="0"/>
                  <a:pt x="39116" y="0"/>
                </a:cubicBezTo>
                <a:close/>
              </a:path>
            </a:pathLst>
          </a:custGeom>
          <a:gradFill rotWithShape="1">
            <a:gsLst>
              <a:gs pos="0">
                <a:srgbClr val="0B1A26">
                  <a:alpha val="20000"/>
                </a:srgbClr>
              </a:gs>
              <a:gs pos="100000">
                <a:srgbClr val="0B1A26">
                  <a:alpha val="0"/>
                </a:srgbClr>
              </a:gs>
            </a:gsLst>
            <a:lin ang="5400000" scaled="0"/>
          </a:gradFill>
          <a:ln>
            <a:noFill/>
          </a:ln>
        </p:spPr>
      </p:sp>
      <p:sp>
        <p:nvSpPr>
          <p:cNvPr id="138" name="!!circle-30x"/>
          <p:cNvSpPr/>
          <p:nvPr/>
        </p:nvSpPr>
        <p:spPr>
          <a:xfrm>
            <a:off x="6510777" y="5772145"/>
            <a:ext cx="37998" cy="37998"/>
          </a:xfrm>
          <a:prstGeom prst="ellipse">
            <a:avLst/>
          </a:prstGeom>
          <a:solidFill>
            <a:srgbClr val="AEB9C1"/>
          </a:solidFill>
          <a:ln>
            <a:noFill/>
          </a:ln>
        </p:spPr>
      </p:sp>
      <p:sp>
        <p:nvSpPr>
          <p:cNvPr id="139" name="!!rect-30z"/>
          <p:cNvSpPr/>
          <p:nvPr/>
        </p:nvSpPr>
        <p:spPr>
          <a:xfrm>
            <a:off x="5512760" y="5349692"/>
            <a:ext cx="972312" cy="983488"/>
          </a:xfrm>
          <a:prstGeom prst="roundRect">
            <a:avLst>
              <a:gd name="adj" fmla="val 4023"/>
            </a:avLst>
          </a:prstGeom>
          <a:solidFill>
            <a:srgbClr val="F4F8FA">
              <a:alpha val="40000"/>
            </a:srgbClr>
          </a:solidFill>
          <a:ln>
            <a:noFill/>
          </a:ln>
        </p:spPr>
      </p:sp>
      <p:sp>
        <p:nvSpPr>
          <p:cNvPr id="140" name="!!path-310"/>
          <p:cNvSpPr/>
          <p:nvPr/>
        </p:nvSpPr>
        <p:spPr>
          <a:xfrm>
            <a:off x="5726669" y="5349692"/>
            <a:ext cx="427817" cy="983488"/>
          </a:xfrm>
          <a:custGeom>
            <a:avLst/>
            <a:gdLst/>
            <a:ahLst/>
            <a:cxnLst/>
            <a:rect l="l" t="t" r="r" b="b"/>
            <a:pathLst>
              <a:path w="427817" h="983488">
                <a:moveTo>
                  <a:pt x="272247" y="0"/>
                </a:moveTo>
                <a:lnTo>
                  <a:pt x="427817" y="0"/>
                </a:lnTo>
                <a:lnTo>
                  <a:pt x="155570" y="983488"/>
                </a:lnTo>
                <a:lnTo>
                  <a:pt x="0" y="983488"/>
                </a:lnTo>
                <a:close/>
              </a:path>
            </a:pathLst>
          </a:custGeom>
          <a:solidFill>
            <a:srgbClr val="FFFFFF">
              <a:alpha val="34000"/>
            </a:srgbClr>
          </a:solidFill>
          <a:ln>
            <a:noFill/>
          </a:ln>
        </p:spPr>
      </p:sp>
      <p:sp>
        <p:nvSpPr>
          <p:cNvPr id="141" name="!!path-311"/>
          <p:cNvSpPr/>
          <p:nvPr/>
        </p:nvSpPr>
        <p:spPr>
          <a:xfrm>
            <a:off x="5930854" y="5349692"/>
            <a:ext cx="311140" cy="983488"/>
          </a:xfrm>
          <a:custGeom>
            <a:avLst/>
            <a:gdLst/>
            <a:ahLst/>
            <a:cxnLst/>
            <a:rect l="l" t="t" r="r" b="b"/>
            <a:pathLst>
              <a:path w="311140" h="983488">
                <a:moveTo>
                  <a:pt x="272247" y="0"/>
                </a:moveTo>
                <a:lnTo>
                  <a:pt x="311140" y="0"/>
                </a:lnTo>
                <a:lnTo>
                  <a:pt x="38892" y="983488"/>
                </a:lnTo>
                <a:lnTo>
                  <a:pt x="0" y="983488"/>
                </a:lnTo>
                <a:close/>
              </a:path>
            </a:pathLst>
          </a:custGeom>
          <a:solidFill>
            <a:srgbClr val="FFFFFF">
              <a:alpha val="28000"/>
            </a:srgbClr>
          </a:solidFill>
          <a:ln>
            <a:noFill/>
          </a:ln>
        </p:spPr>
      </p:sp>
      <p:sp>
        <p:nvSpPr>
          <p:cNvPr id="142" name="!!rect-312"/>
          <p:cNvSpPr/>
          <p:nvPr/>
        </p:nvSpPr>
        <p:spPr>
          <a:xfrm>
            <a:off x="5517230" y="5354162"/>
            <a:ext cx="963371" cy="974547"/>
          </a:xfrm>
          <a:prstGeom prst="roundRect">
            <a:avLst>
              <a:gd name="adj" fmla="val 3770"/>
            </a:avLst>
          </a:prstGeom>
          <a:noFill/>
          <a:ln w="8941" cap="flat">
            <a:solidFill>
              <a:srgbClr val="FFFFFF">
                <a:alpha val="95000"/>
              </a:srgbClr>
            </a:solidFill>
            <a:prstDash val="solid"/>
            <a:miter lim="800000"/>
          </a:ln>
        </p:spPr>
      </p:sp>
      <p:sp>
        <p:nvSpPr>
          <p:cNvPr id="143" name="!!rect-313"/>
          <p:cNvSpPr/>
          <p:nvPr/>
        </p:nvSpPr>
        <p:spPr>
          <a:xfrm>
            <a:off x="5512760" y="5349692"/>
            <a:ext cx="972312" cy="983488"/>
          </a:xfrm>
          <a:prstGeom prst="roundRect">
            <a:avLst>
              <a:gd name="adj" fmla="val 4023"/>
            </a:avLst>
          </a:prstGeom>
          <a:noFill/>
          <a:ln w="5588" cap="flat">
            <a:solidFill>
              <a:srgbClr val="8FA0AB">
                <a:alpha val="50000"/>
              </a:srgbClr>
            </a:solidFill>
            <a:prstDash val="solid"/>
            <a:miter lim="800000"/>
          </a:ln>
        </p:spPr>
      </p:sp>
      <p:sp>
        <p:nvSpPr>
          <p:cNvPr id="144" name="!!rect-314"/>
          <p:cNvSpPr/>
          <p:nvPr/>
        </p:nvSpPr>
        <p:spPr>
          <a:xfrm>
            <a:off x="5574228" y="5411160"/>
            <a:ext cx="279400" cy="134112"/>
          </a:xfrm>
          <a:prstGeom prst="roundRect">
            <a:avLst>
              <a:gd name="adj" fmla="val 29167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145" name="!!text-315" descr="A03"/>
          <p:cNvSpPr txBox="1"/>
          <p:nvPr/>
        </p:nvSpPr>
        <p:spPr>
          <a:xfrm>
            <a:off x="5642698" y="5415407"/>
            <a:ext cx="165930" cy="1132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16" b="1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A03</a:t>
            </a:r>
            <a:endParaRPr lang="zh-TW" sz="616"/>
          </a:p>
        </p:txBody>
      </p:sp>
      <p:sp>
        <p:nvSpPr>
          <p:cNvPr id="146" name="!!rect-31c"/>
          <p:cNvSpPr/>
          <p:nvPr/>
        </p:nvSpPr>
        <p:spPr>
          <a:xfrm>
            <a:off x="6853433" y="5349692"/>
            <a:ext cx="693359" cy="817860"/>
          </a:xfrm>
          <a:custGeom>
            <a:avLst/>
            <a:gdLst/>
            <a:ahLst/>
            <a:cxnLst/>
            <a:rect l="l" t="t" r="r" b="b"/>
            <a:pathLst>
              <a:path w="693359" h="817860">
                <a:moveTo>
                  <a:pt x="0" y="0"/>
                </a:moveTo>
                <a:lnTo>
                  <a:pt x="654243" y="0"/>
                </a:lnTo>
                <a:cubicBezTo>
                  <a:pt x="675846" y="0"/>
                  <a:pt x="693359" y="17513"/>
                  <a:pt x="693359" y="39116"/>
                </a:cubicBezTo>
                <a:lnTo>
                  <a:pt x="693359" y="817860"/>
                </a:lnTo>
                <a:lnTo>
                  <a:pt x="0" y="817860"/>
                </a:lnTo>
                <a:lnTo>
                  <a:pt x="0" y="0"/>
                </a:lnTo>
                <a:close/>
              </a:path>
            </a:pathLst>
          </a:custGeom>
          <a:solidFill>
            <a:srgbClr val="D5DDE2"/>
          </a:solidFill>
          <a:ln>
            <a:noFill/>
          </a:ln>
        </p:spPr>
      </p:sp>
      <p:sp>
        <p:nvSpPr>
          <p:cNvPr id="147" name="!!path-31d"/>
          <p:cNvSpPr/>
          <p:nvPr/>
        </p:nvSpPr>
        <p:spPr>
          <a:xfrm>
            <a:off x="6574480" y="5349692"/>
            <a:ext cx="278953" cy="974732"/>
          </a:xfrm>
          <a:custGeom>
            <a:avLst/>
            <a:gdLst/>
            <a:ahLst/>
            <a:cxnLst/>
            <a:rect l="l" t="t" r="r" b="b"/>
            <a:pathLst>
              <a:path w="278953" h="974732">
                <a:moveTo>
                  <a:pt x="11457" y="972031"/>
                </a:moveTo>
                <a:lnTo>
                  <a:pt x="6592" y="966104"/>
                </a:lnTo>
                <a:lnTo>
                  <a:pt x="2978" y="959341"/>
                </a:lnTo>
                <a:lnTo>
                  <a:pt x="752" y="952003"/>
                </a:lnTo>
                <a:lnTo>
                  <a:pt x="0" y="944372"/>
                </a:lnTo>
                <a:lnTo>
                  <a:pt x="0" y="39116"/>
                </a:lnTo>
                <a:lnTo>
                  <a:pt x="752" y="31485"/>
                </a:lnTo>
                <a:lnTo>
                  <a:pt x="2978" y="24147"/>
                </a:lnTo>
                <a:lnTo>
                  <a:pt x="6592" y="17384"/>
                </a:lnTo>
                <a:lnTo>
                  <a:pt x="11457" y="11457"/>
                </a:lnTo>
                <a:lnTo>
                  <a:pt x="17384" y="6592"/>
                </a:lnTo>
                <a:lnTo>
                  <a:pt x="24147" y="2978"/>
                </a:lnTo>
                <a:lnTo>
                  <a:pt x="31485" y="752"/>
                </a:lnTo>
                <a:lnTo>
                  <a:pt x="39116" y="0"/>
                </a:lnTo>
                <a:lnTo>
                  <a:pt x="278953" y="0"/>
                </a:lnTo>
                <a:lnTo>
                  <a:pt x="278953" y="817860"/>
                </a:lnTo>
                <a:lnTo>
                  <a:pt x="14747" y="974732"/>
                </a:lnTo>
                <a:close/>
              </a:path>
            </a:pathLst>
          </a:custGeom>
          <a:solidFill>
            <a:srgbClr val="C4CED5"/>
          </a:solidFill>
          <a:ln>
            <a:noFill/>
          </a:ln>
        </p:spPr>
      </p:sp>
      <p:sp>
        <p:nvSpPr>
          <p:cNvPr id="148" name="!!path-31e"/>
          <p:cNvSpPr/>
          <p:nvPr/>
        </p:nvSpPr>
        <p:spPr>
          <a:xfrm>
            <a:off x="6589227" y="6167552"/>
            <a:ext cx="957565" cy="165628"/>
          </a:xfrm>
          <a:custGeom>
            <a:avLst/>
            <a:gdLst/>
            <a:ahLst/>
            <a:cxnLst/>
            <a:rect l="l" t="t" r="r" b="b"/>
            <a:pathLst>
              <a:path w="957565" h="165628">
                <a:moveTo>
                  <a:pt x="0" y="156872"/>
                </a:moveTo>
                <a:lnTo>
                  <a:pt x="2637" y="159036"/>
                </a:lnTo>
                <a:lnTo>
                  <a:pt x="9400" y="162651"/>
                </a:lnTo>
                <a:lnTo>
                  <a:pt x="16737" y="164877"/>
                </a:lnTo>
                <a:lnTo>
                  <a:pt x="24369" y="165628"/>
                </a:lnTo>
                <a:lnTo>
                  <a:pt x="918449" y="165628"/>
                </a:lnTo>
                <a:lnTo>
                  <a:pt x="926080" y="164877"/>
                </a:lnTo>
                <a:lnTo>
                  <a:pt x="933418" y="162651"/>
                </a:lnTo>
                <a:lnTo>
                  <a:pt x="940180" y="159036"/>
                </a:lnTo>
                <a:lnTo>
                  <a:pt x="946108" y="154172"/>
                </a:lnTo>
                <a:lnTo>
                  <a:pt x="950972" y="148244"/>
                </a:lnTo>
                <a:lnTo>
                  <a:pt x="954587" y="141481"/>
                </a:lnTo>
                <a:lnTo>
                  <a:pt x="956813" y="134143"/>
                </a:lnTo>
                <a:lnTo>
                  <a:pt x="957565" y="126512"/>
                </a:lnTo>
                <a:lnTo>
                  <a:pt x="957565" y="0"/>
                </a:lnTo>
                <a:lnTo>
                  <a:pt x="264206" y="0"/>
                </a:lnTo>
                <a:close/>
              </a:path>
            </a:pathLst>
          </a:custGeom>
          <a:solidFill>
            <a:srgbClr val="E8EDF0"/>
          </a:solidFill>
          <a:ln>
            <a:noFill/>
          </a:ln>
        </p:spPr>
      </p:sp>
      <p:sp>
        <p:nvSpPr>
          <p:cNvPr id="149" name="!!ellipse-31f"/>
          <p:cNvSpPr/>
          <p:nvPr/>
        </p:nvSpPr>
        <p:spPr>
          <a:xfrm>
            <a:off x="7150580" y="6219732"/>
            <a:ext cx="485038" cy="55880"/>
          </a:xfrm>
          <a:prstGeom prst="ellipse">
            <a:avLst/>
          </a:prstGeom>
          <a:solidFill>
            <a:srgbClr val="0B1A26">
              <a:alpha val="14000"/>
            </a:srgbClr>
          </a:solidFill>
          <a:ln>
            <a:noFill/>
          </a:ln>
        </p:spPr>
      </p:sp>
      <p:sp>
        <p:nvSpPr>
          <p:cNvPr id="150" name="!!rect-31h"/>
          <p:cNvSpPr/>
          <p:nvPr/>
        </p:nvSpPr>
        <p:spPr>
          <a:xfrm>
            <a:off x="7175168" y="5727988"/>
            <a:ext cx="391160" cy="514096"/>
          </a:xfrm>
          <a:prstGeom prst="roundRect">
            <a:avLst>
              <a:gd name="adj" fmla="val 4286"/>
            </a:avLst>
          </a:prstGeom>
          <a:gradFill rotWithShape="1">
            <a:gsLst>
              <a:gs pos="0">
                <a:srgbClr val="8074A4"/>
              </a:gs>
              <a:gs pos="100000">
                <a:srgbClr val="5E537D"/>
              </a:gs>
            </a:gsLst>
            <a:lin ang="3164016" scaled="0"/>
          </a:gradFill>
          <a:ln>
            <a:noFill/>
          </a:ln>
        </p:spPr>
      </p:sp>
      <p:sp>
        <p:nvSpPr>
          <p:cNvPr id="151" name="!!rect-31i"/>
          <p:cNvSpPr/>
          <p:nvPr/>
        </p:nvSpPr>
        <p:spPr>
          <a:xfrm>
            <a:off x="7210372" y="5727988"/>
            <a:ext cx="19558" cy="514096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</p:spPr>
      </p:sp>
      <p:sp>
        <p:nvSpPr>
          <p:cNvPr id="152" name="!!rect-31j"/>
          <p:cNvSpPr/>
          <p:nvPr/>
        </p:nvSpPr>
        <p:spPr>
          <a:xfrm>
            <a:off x="7272958" y="5820526"/>
            <a:ext cx="219050" cy="35987"/>
          </a:xfrm>
          <a:prstGeom prst="roundRect">
            <a:avLst>
              <a:gd name="adj" fmla="val 28571"/>
            </a:avLst>
          </a:prstGeom>
          <a:solidFill>
            <a:srgbClr val="EDE7F6"/>
          </a:solidFill>
          <a:ln>
            <a:noFill/>
          </a:ln>
        </p:spPr>
      </p:sp>
      <p:sp>
        <p:nvSpPr>
          <p:cNvPr id="153" name="!!rect-31k"/>
          <p:cNvSpPr/>
          <p:nvPr/>
        </p:nvSpPr>
        <p:spPr>
          <a:xfrm>
            <a:off x="7272958" y="5882217"/>
            <a:ext cx="148641" cy="23134"/>
          </a:xfrm>
          <a:prstGeom prst="roundRect">
            <a:avLst>
              <a:gd name="adj" fmla="val 44444"/>
            </a:avLst>
          </a:prstGeom>
          <a:solidFill>
            <a:srgbClr val="EDE7F6">
              <a:alpha val="72000"/>
            </a:srgbClr>
          </a:solidFill>
          <a:ln>
            <a:noFill/>
          </a:ln>
        </p:spPr>
      </p:sp>
      <p:sp>
        <p:nvSpPr>
          <p:cNvPr id="154" name="!!rect-31l"/>
          <p:cNvSpPr/>
          <p:nvPr/>
        </p:nvSpPr>
        <p:spPr>
          <a:xfrm>
            <a:off x="7272958" y="6139265"/>
            <a:ext cx="109525" cy="20564"/>
          </a:xfrm>
          <a:prstGeom prst="roundRect">
            <a:avLst>
              <a:gd name="adj" fmla="val 50000"/>
            </a:avLst>
          </a:prstGeom>
          <a:solidFill>
            <a:srgbClr val="EDE7F6">
              <a:alpha val="55000"/>
            </a:srgbClr>
          </a:solidFill>
          <a:ln>
            <a:noFill/>
          </a:ln>
        </p:spPr>
      </p:sp>
      <p:sp>
        <p:nvSpPr>
          <p:cNvPr id="155" name="!!rect-31m"/>
          <p:cNvSpPr/>
          <p:nvPr/>
        </p:nvSpPr>
        <p:spPr>
          <a:xfrm>
            <a:off x="6574480" y="5349692"/>
            <a:ext cx="972312" cy="491744"/>
          </a:xfrm>
          <a:custGeom>
            <a:avLst/>
            <a:gdLst/>
            <a:ahLst/>
            <a:cxnLst/>
            <a:rect l="l" t="t" r="r" b="b"/>
            <a:pathLst>
              <a:path w="972312" h="491744">
                <a:moveTo>
                  <a:pt x="39116" y="0"/>
                </a:moveTo>
                <a:lnTo>
                  <a:pt x="933196" y="0"/>
                </a:lnTo>
                <a:cubicBezTo>
                  <a:pt x="954799" y="0"/>
                  <a:pt x="972312" y="17513"/>
                  <a:pt x="972312" y="39116"/>
                </a:cubicBezTo>
                <a:lnTo>
                  <a:pt x="972312" y="491744"/>
                </a:lnTo>
                <a:lnTo>
                  <a:pt x="0" y="491744"/>
                </a:lnTo>
                <a:lnTo>
                  <a:pt x="0" y="39116"/>
                </a:lnTo>
                <a:cubicBezTo>
                  <a:pt x="0" y="17513"/>
                  <a:pt x="17513" y="0"/>
                  <a:pt x="39116" y="0"/>
                </a:cubicBezTo>
                <a:close/>
              </a:path>
            </a:pathLst>
          </a:custGeom>
          <a:gradFill rotWithShape="1">
            <a:gsLst>
              <a:gs pos="0">
                <a:srgbClr val="0B1A26">
                  <a:alpha val="20000"/>
                </a:srgbClr>
              </a:gs>
              <a:gs pos="100000">
                <a:srgbClr val="0B1A26">
                  <a:alpha val="0"/>
                </a:srgbClr>
              </a:gs>
            </a:gsLst>
            <a:lin ang="5400000" scaled="0"/>
          </a:gradFill>
          <a:ln>
            <a:noFill/>
          </a:ln>
        </p:spPr>
      </p:sp>
      <p:sp>
        <p:nvSpPr>
          <p:cNvPr id="156" name="!!circle-31n"/>
          <p:cNvSpPr/>
          <p:nvPr/>
        </p:nvSpPr>
        <p:spPr>
          <a:xfrm>
            <a:off x="6510777" y="5872729"/>
            <a:ext cx="37998" cy="37998"/>
          </a:xfrm>
          <a:prstGeom prst="ellipse">
            <a:avLst/>
          </a:prstGeom>
          <a:solidFill>
            <a:srgbClr val="AEB9C1"/>
          </a:solidFill>
          <a:ln>
            <a:noFill/>
          </a:ln>
        </p:spPr>
      </p:sp>
      <p:sp>
        <p:nvSpPr>
          <p:cNvPr id="157" name="!!rect-31p"/>
          <p:cNvSpPr/>
          <p:nvPr/>
        </p:nvSpPr>
        <p:spPr>
          <a:xfrm>
            <a:off x="6574480" y="5349692"/>
            <a:ext cx="972312" cy="983488"/>
          </a:xfrm>
          <a:prstGeom prst="roundRect">
            <a:avLst>
              <a:gd name="adj" fmla="val 4023"/>
            </a:avLst>
          </a:prstGeom>
          <a:solidFill>
            <a:srgbClr val="F4F8FA">
              <a:alpha val="40000"/>
            </a:srgbClr>
          </a:solidFill>
          <a:ln>
            <a:noFill/>
          </a:ln>
        </p:spPr>
      </p:sp>
      <p:sp>
        <p:nvSpPr>
          <p:cNvPr id="158" name="!!path-31q"/>
          <p:cNvSpPr/>
          <p:nvPr/>
        </p:nvSpPr>
        <p:spPr>
          <a:xfrm>
            <a:off x="6788389" y="5349692"/>
            <a:ext cx="427817" cy="983488"/>
          </a:xfrm>
          <a:custGeom>
            <a:avLst/>
            <a:gdLst/>
            <a:ahLst/>
            <a:cxnLst/>
            <a:rect l="l" t="t" r="r" b="b"/>
            <a:pathLst>
              <a:path w="427817" h="983488">
                <a:moveTo>
                  <a:pt x="272247" y="0"/>
                </a:moveTo>
                <a:lnTo>
                  <a:pt x="427817" y="0"/>
                </a:lnTo>
                <a:lnTo>
                  <a:pt x="155570" y="983488"/>
                </a:lnTo>
                <a:lnTo>
                  <a:pt x="0" y="983488"/>
                </a:lnTo>
                <a:close/>
              </a:path>
            </a:pathLst>
          </a:custGeom>
          <a:solidFill>
            <a:srgbClr val="FFFFFF">
              <a:alpha val="34000"/>
            </a:srgbClr>
          </a:solidFill>
          <a:ln>
            <a:noFill/>
          </a:ln>
        </p:spPr>
      </p:sp>
      <p:sp>
        <p:nvSpPr>
          <p:cNvPr id="159" name="!!path-31r"/>
          <p:cNvSpPr/>
          <p:nvPr/>
        </p:nvSpPr>
        <p:spPr>
          <a:xfrm>
            <a:off x="6992574" y="5349692"/>
            <a:ext cx="311140" cy="983488"/>
          </a:xfrm>
          <a:custGeom>
            <a:avLst/>
            <a:gdLst/>
            <a:ahLst/>
            <a:cxnLst/>
            <a:rect l="l" t="t" r="r" b="b"/>
            <a:pathLst>
              <a:path w="311140" h="983488">
                <a:moveTo>
                  <a:pt x="272247" y="0"/>
                </a:moveTo>
                <a:lnTo>
                  <a:pt x="311140" y="0"/>
                </a:lnTo>
                <a:lnTo>
                  <a:pt x="38892" y="983488"/>
                </a:lnTo>
                <a:lnTo>
                  <a:pt x="0" y="983488"/>
                </a:lnTo>
                <a:close/>
              </a:path>
            </a:pathLst>
          </a:custGeom>
          <a:solidFill>
            <a:srgbClr val="FFFFFF">
              <a:alpha val="28000"/>
            </a:srgbClr>
          </a:solidFill>
          <a:ln>
            <a:noFill/>
          </a:ln>
        </p:spPr>
      </p:sp>
      <p:sp>
        <p:nvSpPr>
          <p:cNvPr id="160" name="!!rect-31s"/>
          <p:cNvSpPr/>
          <p:nvPr/>
        </p:nvSpPr>
        <p:spPr>
          <a:xfrm>
            <a:off x="6578950" y="5354162"/>
            <a:ext cx="963371" cy="974547"/>
          </a:xfrm>
          <a:prstGeom prst="roundRect">
            <a:avLst>
              <a:gd name="adj" fmla="val 3770"/>
            </a:avLst>
          </a:prstGeom>
          <a:noFill/>
          <a:ln w="8941" cap="flat">
            <a:solidFill>
              <a:srgbClr val="FFFFFF">
                <a:alpha val="95000"/>
              </a:srgbClr>
            </a:solidFill>
            <a:prstDash val="solid"/>
            <a:miter lim="800000"/>
          </a:ln>
        </p:spPr>
      </p:sp>
      <p:sp>
        <p:nvSpPr>
          <p:cNvPr id="161" name="!!rect-31t"/>
          <p:cNvSpPr/>
          <p:nvPr/>
        </p:nvSpPr>
        <p:spPr>
          <a:xfrm>
            <a:off x="6574480" y="5349692"/>
            <a:ext cx="972312" cy="983488"/>
          </a:xfrm>
          <a:prstGeom prst="roundRect">
            <a:avLst>
              <a:gd name="adj" fmla="val 4023"/>
            </a:avLst>
          </a:prstGeom>
          <a:noFill/>
          <a:ln w="5588" cap="flat">
            <a:solidFill>
              <a:srgbClr val="8FA0AB">
                <a:alpha val="50000"/>
              </a:srgbClr>
            </a:solidFill>
            <a:prstDash val="solid"/>
            <a:miter lim="800000"/>
          </a:ln>
        </p:spPr>
      </p:sp>
      <p:sp>
        <p:nvSpPr>
          <p:cNvPr id="162" name="!!rect-31u"/>
          <p:cNvSpPr/>
          <p:nvPr/>
        </p:nvSpPr>
        <p:spPr>
          <a:xfrm>
            <a:off x="6635948" y="5411160"/>
            <a:ext cx="279400" cy="134112"/>
          </a:xfrm>
          <a:prstGeom prst="roundRect">
            <a:avLst>
              <a:gd name="adj" fmla="val 29167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163" name="!!text-31v" descr="A04"/>
          <p:cNvSpPr txBox="1"/>
          <p:nvPr/>
        </p:nvSpPr>
        <p:spPr>
          <a:xfrm>
            <a:off x="6704418" y="5415407"/>
            <a:ext cx="165930" cy="1132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16" b="1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A04</a:t>
            </a:r>
            <a:endParaRPr lang="zh-TW" sz="616"/>
          </a:p>
        </p:txBody>
      </p:sp>
      <p:sp>
        <p:nvSpPr>
          <p:cNvPr id="164" name="!!text-6rd" descr="存書流程"/>
          <p:cNvSpPr txBox="1"/>
          <p:nvPr/>
        </p:nvSpPr>
        <p:spPr>
          <a:xfrm>
            <a:off x="711200" y="636016"/>
            <a:ext cx="710184" cy="2206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00" b="1" kern="0" spc="144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存書流</a:t>
            </a:r>
            <a:r>
              <a:rPr lang="zh-TW" altLang="en-US" sz="12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程</a:t>
            </a:r>
            <a:endParaRPr lang="zh-TW" sz="1200"/>
          </a:p>
        </p:txBody>
      </p:sp>
      <p:sp>
        <p:nvSpPr>
          <p:cNvPr id="165" name="!!circle-6rk"/>
          <p:cNvSpPr/>
          <p:nvPr/>
        </p:nvSpPr>
        <p:spPr>
          <a:xfrm>
            <a:off x="1568450" y="730250"/>
            <a:ext cx="63500" cy="63500"/>
          </a:xfrm>
          <a:prstGeom prst="ellipse">
            <a:avLst/>
          </a:prstGeom>
          <a:solidFill>
            <a:srgbClr val="E3E7EA"/>
          </a:solidFill>
          <a:ln>
            <a:noFill/>
          </a:ln>
        </p:spPr>
      </p:sp>
      <p:sp>
        <p:nvSpPr>
          <p:cNvPr id="166" name="!!circle-6rl"/>
          <p:cNvSpPr/>
          <p:nvPr/>
        </p:nvSpPr>
        <p:spPr>
          <a:xfrm>
            <a:off x="1568450" y="730250"/>
            <a:ext cx="63500" cy="63500"/>
          </a:xfrm>
          <a:prstGeom prst="ellipse">
            <a:avLst/>
          </a:prstGeom>
          <a:solidFill>
            <a:srgbClr val="627D8D"/>
          </a:solidFill>
          <a:ln>
            <a:noFill/>
          </a:ln>
        </p:spPr>
      </p:sp>
      <p:sp>
        <p:nvSpPr>
          <p:cNvPr id="167" name="!!circle-6rq"/>
          <p:cNvSpPr/>
          <p:nvPr/>
        </p:nvSpPr>
        <p:spPr>
          <a:xfrm>
            <a:off x="1733550" y="730250"/>
            <a:ext cx="63500" cy="63500"/>
          </a:xfrm>
          <a:prstGeom prst="ellipse">
            <a:avLst/>
          </a:prstGeom>
          <a:solidFill>
            <a:srgbClr val="E3E7EA"/>
          </a:solidFill>
          <a:ln>
            <a:noFill/>
          </a:ln>
        </p:spPr>
      </p:sp>
      <p:sp>
        <p:nvSpPr>
          <p:cNvPr id="168" name="!!circle-6rr"/>
          <p:cNvSpPr/>
          <p:nvPr/>
        </p:nvSpPr>
        <p:spPr>
          <a:xfrm>
            <a:off x="1733550" y="730250"/>
            <a:ext cx="63500" cy="63500"/>
          </a:xfrm>
          <a:prstGeom prst="ellipse">
            <a:avLst/>
          </a:prstGeom>
          <a:solidFill>
            <a:srgbClr val="627D8D"/>
          </a:solidFill>
          <a:ln>
            <a:noFill/>
          </a:ln>
        </p:spPr>
      </p:sp>
      <p:sp>
        <p:nvSpPr>
          <p:cNvPr id="169" name="!!circle-6rw"/>
          <p:cNvSpPr/>
          <p:nvPr/>
        </p:nvSpPr>
        <p:spPr>
          <a:xfrm>
            <a:off x="1898650" y="730250"/>
            <a:ext cx="63500" cy="63500"/>
          </a:xfrm>
          <a:prstGeom prst="ellipse">
            <a:avLst/>
          </a:prstGeom>
          <a:solidFill>
            <a:srgbClr val="E3E7EA"/>
          </a:solidFill>
          <a:ln>
            <a:noFill/>
          </a:ln>
        </p:spPr>
      </p:sp>
      <p:sp>
        <p:nvSpPr>
          <p:cNvPr id="170" name="!!circle-6rx"/>
          <p:cNvSpPr/>
          <p:nvPr/>
        </p:nvSpPr>
        <p:spPr>
          <a:xfrm>
            <a:off x="1898650" y="730250"/>
            <a:ext cx="63500" cy="63500"/>
          </a:xfrm>
          <a:prstGeom prst="ellipse">
            <a:avLst/>
          </a:prstGeom>
          <a:solidFill>
            <a:srgbClr val="627D8D"/>
          </a:solidFill>
          <a:ln>
            <a:noFill/>
          </a:ln>
        </p:spPr>
      </p:sp>
      <p:sp>
        <p:nvSpPr>
          <p:cNvPr id="171" name="!!circle-6s2"/>
          <p:cNvSpPr/>
          <p:nvPr/>
        </p:nvSpPr>
        <p:spPr>
          <a:xfrm>
            <a:off x="2063750" y="730250"/>
            <a:ext cx="63500" cy="63500"/>
          </a:xfrm>
          <a:prstGeom prst="ellipse">
            <a:avLst/>
          </a:prstGeom>
          <a:solidFill>
            <a:srgbClr val="E3E7EA"/>
          </a:solidFill>
          <a:ln>
            <a:noFill/>
          </a:ln>
        </p:spPr>
      </p:sp>
      <p:sp>
        <p:nvSpPr>
          <p:cNvPr id="172" name="!!circle-6s3"/>
          <p:cNvSpPr/>
          <p:nvPr/>
        </p:nvSpPr>
        <p:spPr>
          <a:xfrm>
            <a:off x="2063750" y="730250"/>
            <a:ext cx="63500" cy="63500"/>
          </a:xfrm>
          <a:prstGeom prst="ellipse">
            <a:avLst/>
          </a:prstGeom>
          <a:solidFill>
            <a:srgbClr val="627D8D"/>
          </a:solidFill>
          <a:ln>
            <a:noFill/>
          </a:ln>
        </p:spPr>
      </p:sp>
      <p:sp>
        <p:nvSpPr>
          <p:cNvPr id="173" name="!!text-6vw" descr="04"/>
          <p:cNvSpPr txBox="1"/>
          <p:nvPr/>
        </p:nvSpPr>
        <p:spPr>
          <a:xfrm>
            <a:off x="698500" y="905275"/>
            <a:ext cx="619963" cy="66202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3600" kern="0" dirty="0">
                <a:solidFill>
                  <a:srgbClr val="627D8D"/>
                </a:solidFill>
                <a:latin typeface="Noto Sans TC ExtraLight"/>
                <a:ea typeface="Noto Sans TC ExtraLight"/>
                <a:cs typeface="Noto Sans TC ExtraLight"/>
              </a:rPr>
              <a:t>04</a:t>
            </a:r>
            <a:endParaRPr lang="zh-TW" sz="3600"/>
          </a:p>
        </p:txBody>
      </p:sp>
      <p:sp>
        <p:nvSpPr>
          <p:cNvPr id="174" name="!!text-6vz" descr="完成"/>
          <p:cNvSpPr txBox="1"/>
          <p:nvPr/>
        </p:nvSpPr>
        <p:spPr>
          <a:xfrm>
            <a:off x="1321003" y="905275"/>
            <a:ext cx="1051560" cy="66202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3600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完成</a:t>
            </a:r>
            <a:endParaRPr lang="zh-TW" sz="3600"/>
          </a:p>
        </p:txBody>
      </p:sp>
      <p:sp>
        <p:nvSpPr>
          <p:cNvPr id="175" name="!!text-6w6" descr="櫃門關上才登記存書，"/>
          <p:cNvSpPr txBox="1"/>
          <p:nvPr/>
        </p:nvSpPr>
        <p:spPr>
          <a:xfrm>
            <a:off x="698500" y="1622669"/>
            <a:ext cx="1962150" cy="27584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500" kern="0" dirty="0">
                <a:solidFill>
                  <a:srgbClr val="3F4A54">
                    <a:alpha val="99635"/>
                  </a:srgbClr>
                </a:solidFill>
                <a:latin typeface="Noto Sans TC Medium"/>
                <a:ea typeface="Noto Sans TC Medium"/>
                <a:cs typeface="Noto Sans TC Medium"/>
              </a:rPr>
              <a:t>櫃門關上才登記存書，</a:t>
            </a:r>
            <a:endParaRPr lang="zh-TW" sz="1500"/>
          </a:p>
        </p:txBody>
      </p:sp>
      <p:sp>
        <p:nvSpPr>
          <p:cNvPr id="176" name="!!text-6wl" descr="買家同步收到取書通知。"/>
          <p:cNvSpPr txBox="1"/>
          <p:nvPr/>
        </p:nvSpPr>
        <p:spPr>
          <a:xfrm>
            <a:off x="698500" y="1917120"/>
            <a:ext cx="2152650" cy="27584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500" kern="0" dirty="0">
                <a:solidFill>
                  <a:srgbClr val="3F4A54">
                    <a:alpha val="98144"/>
                  </a:srgbClr>
                </a:solidFill>
                <a:latin typeface="Noto Sans TC Medium"/>
                <a:ea typeface="Noto Sans TC Medium"/>
                <a:cs typeface="Noto Sans TC Medium"/>
              </a:rPr>
              <a:t>買家同步收到取書通知。</a:t>
            </a:r>
            <a:endParaRPr lang="zh-TW" sz="1500"/>
          </a:p>
        </p:txBody>
      </p:sp>
      <p:sp>
        <p:nvSpPr>
          <p:cNvPr id="177" name="!!rect-70h"/>
          <p:cNvSpPr/>
          <p:nvPr/>
        </p:nvSpPr>
        <p:spPr>
          <a:xfrm>
            <a:off x="8521700" y="660400"/>
            <a:ext cx="2933700" cy="6121400"/>
          </a:xfrm>
          <a:prstGeom prst="roundRect">
            <a:avLst>
              <a:gd name="adj" fmla="val 18020"/>
            </a:avLst>
          </a:prstGeom>
          <a:solidFill>
            <a:srgbClr val="0B1A26">
              <a:alpha val="30000"/>
            </a:srgbClr>
          </a:solidFill>
          <a:ln>
            <a:noFill/>
          </a:ln>
          <a:effectLst>
            <a:softEdge rad="474980"/>
          </a:effectLst>
        </p:spPr>
      </p:sp>
      <p:sp>
        <p:nvSpPr>
          <p:cNvPr id="178" name="!!rect-70i"/>
          <p:cNvSpPr/>
          <p:nvPr/>
        </p:nvSpPr>
        <p:spPr>
          <a:xfrm>
            <a:off x="8591550" y="527050"/>
            <a:ext cx="2794000" cy="5829300"/>
          </a:xfrm>
          <a:prstGeom prst="roundRect">
            <a:avLst>
              <a:gd name="adj" fmla="val 16825"/>
            </a:avLst>
          </a:prstGeom>
          <a:solidFill>
            <a:srgbClr val="0B1A26">
              <a:alpha val="16000"/>
            </a:srgbClr>
          </a:solidFill>
          <a:ln>
            <a:noFill/>
          </a:ln>
          <a:effectLst>
            <a:softEdge rad="125730"/>
          </a:effectLst>
        </p:spPr>
      </p:sp>
      <p:sp>
        <p:nvSpPr>
          <p:cNvPr id="179" name="!!rect-70j"/>
          <p:cNvSpPr/>
          <p:nvPr/>
        </p:nvSpPr>
        <p:spPr>
          <a:xfrm>
            <a:off x="8590280" y="1676400"/>
            <a:ext cx="31750" cy="2159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180" name="!!rect-70k"/>
          <p:cNvSpPr/>
          <p:nvPr/>
        </p:nvSpPr>
        <p:spPr>
          <a:xfrm>
            <a:off x="8590280" y="2108200"/>
            <a:ext cx="31750" cy="4064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181" name="!!rect-70l"/>
          <p:cNvSpPr/>
          <p:nvPr/>
        </p:nvSpPr>
        <p:spPr>
          <a:xfrm>
            <a:off x="8590280" y="2603500"/>
            <a:ext cx="31750" cy="4064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182" name="!!rect-70m"/>
          <p:cNvSpPr/>
          <p:nvPr/>
        </p:nvSpPr>
        <p:spPr>
          <a:xfrm>
            <a:off x="11355070" y="2260600"/>
            <a:ext cx="31750" cy="6350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183" name="!!rect-70n"/>
          <p:cNvSpPr/>
          <p:nvPr/>
        </p:nvSpPr>
        <p:spPr>
          <a:xfrm>
            <a:off x="11357610" y="4114800"/>
            <a:ext cx="25400" cy="419100"/>
          </a:xfrm>
          <a:prstGeom prst="roundRect">
            <a:avLst>
              <a:gd name="adj" fmla="val 50000"/>
            </a:avLst>
          </a:prstGeom>
          <a:solidFill>
            <a:srgbClr val="8795A0"/>
          </a:solidFill>
          <a:ln>
            <a:noFill/>
          </a:ln>
        </p:spPr>
      </p:sp>
      <p:sp>
        <p:nvSpPr>
          <p:cNvPr id="184" name="!!rect-70o"/>
          <p:cNvSpPr/>
          <p:nvPr/>
        </p:nvSpPr>
        <p:spPr>
          <a:xfrm>
            <a:off x="8610600" y="508000"/>
            <a:ext cx="2755900" cy="5753100"/>
          </a:xfrm>
          <a:prstGeom prst="roundRect">
            <a:avLst>
              <a:gd name="adj" fmla="val 16359"/>
            </a:avLst>
          </a:prstGeom>
          <a:gradFill rotWithShape="1">
            <a:gsLst>
              <a:gs pos="0">
                <a:srgbClr val="FBFCFD"/>
              </a:gs>
              <a:gs pos="18000">
                <a:srgbClr val="DDE5EB"/>
              </a:gs>
              <a:gs pos="46000">
                <a:srgbClr val="B4C2CC"/>
              </a:gs>
              <a:gs pos="62000">
                <a:srgbClr val="D3DCE3"/>
              </a:gs>
              <a:gs pos="84000">
                <a:srgbClr val="A9B8C3"/>
              </a:gs>
              <a:gs pos="100000">
                <a:srgbClr val="E8EEF2"/>
              </a:gs>
              <a:gs pos="100000">
                <a:srgbClr val="E8EEF2"/>
              </a:gs>
            </a:gsLst>
            <a:lin ang="3864255" scaled="0"/>
          </a:gradFill>
          <a:ln>
            <a:noFill/>
          </a:ln>
        </p:spPr>
      </p:sp>
      <p:sp>
        <p:nvSpPr>
          <p:cNvPr id="185" name="!!rect-70p"/>
          <p:cNvSpPr/>
          <p:nvPr/>
        </p:nvSpPr>
        <p:spPr>
          <a:xfrm>
            <a:off x="8614410" y="511810"/>
            <a:ext cx="2748280" cy="5745480"/>
          </a:xfrm>
          <a:prstGeom prst="roundRect">
            <a:avLst>
              <a:gd name="adj" fmla="val 16266"/>
            </a:avLst>
          </a:prstGeom>
          <a:noFill/>
          <a:ln w="7620" cap="flat">
            <a:solidFill>
              <a:srgbClr val="7F8F9B">
                <a:alpha val="55000"/>
              </a:srgbClr>
            </a:solidFill>
            <a:prstDash val="solid"/>
            <a:miter lim="800000"/>
          </a:ln>
        </p:spPr>
      </p:sp>
      <p:sp>
        <p:nvSpPr>
          <p:cNvPr id="186" name="!!rect-70q"/>
          <p:cNvSpPr/>
          <p:nvPr/>
        </p:nvSpPr>
        <p:spPr>
          <a:xfrm>
            <a:off x="8637270" y="534670"/>
            <a:ext cx="2702560" cy="5699760"/>
          </a:xfrm>
          <a:prstGeom prst="roundRect">
            <a:avLst>
              <a:gd name="adj" fmla="val 15695"/>
            </a:avLst>
          </a:prstGeom>
          <a:noFill/>
          <a:ln w="8890" cap="flat">
            <a:solidFill>
              <a:srgbClr val="FFFFFF">
                <a:alpha val="75000"/>
              </a:srgbClr>
            </a:solidFill>
            <a:prstDash val="solid"/>
            <a:miter lim="800000"/>
          </a:ln>
        </p:spPr>
      </p:sp>
      <p:sp>
        <p:nvSpPr>
          <p:cNvPr id="187" name="!!rect-70r"/>
          <p:cNvSpPr/>
          <p:nvPr/>
        </p:nvSpPr>
        <p:spPr>
          <a:xfrm>
            <a:off x="8664575" y="561975"/>
            <a:ext cx="2647950" cy="5645150"/>
          </a:xfrm>
          <a:prstGeom prst="roundRect">
            <a:avLst>
              <a:gd name="adj" fmla="val 14988"/>
            </a:avLst>
          </a:prstGeom>
          <a:solidFill>
            <a:srgbClr val="050608"/>
          </a:solidFill>
          <a:ln>
            <a:noFill/>
          </a:ln>
        </p:spPr>
      </p:sp>
      <p:sp>
        <p:nvSpPr>
          <p:cNvPr id="188" name="!!rect-70t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solidFill>
            <a:srgbClr val="F3F5F7"/>
          </a:solidFill>
          <a:ln>
            <a:noFill/>
          </a:ln>
        </p:spPr>
      </p:sp>
      <p:sp>
        <p:nvSpPr>
          <p:cNvPr id="189" name="!!rect-7gf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solidFill>
            <a:srgbClr val="F3F5F7"/>
          </a:solidFill>
          <a:ln>
            <a:noFill/>
          </a:ln>
        </p:spPr>
      </p:sp>
      <p:sp>
        <p:nvSpPr>
          <p:cNvPr id="190" name="!!circle-7gh"/>
          <p:cNvSpPr/>
          <p:nvPr/>
        </p:nvSpPr>
        <p:spPr>
          <a:xfrm>
            <a:off x="9709150" y="2692400"/>
            <a:ext cx="558800" cy="558800"/>
          </a:xfrm>
          <a:prstGeom prst="ellipse">
            <a:avLst/>
          </a:prstGeom>
          <a:solidFill>
            <a:srgbClr val="2E9E5B">
              <a:alpha val="10000"/>
            </a:srgbClr>
          </a:solidFill>
          <a:ln>
            <a:noFill/>
          </a:ln>
        </p:spPr>
      </p:sp>
      <p:sp>
        <p:nvSpPr>
          <p:cNvPr id="191" name="!!circle-7gi"/>
          <p:cNvSpPr/>
          <p:nvPr/>
        </p:nvSpPr>
        <p:spPr>
          <a:xfrm>
            <a:off x="9709150" y="2692400"/>
            <a:ext cx="558800" cy="558800"/>
          </a:xfrm>
          <a:custGeom>
            <a:avLst/>
            <a:gdLst/>
            <a:ahLst/>
            <a:cxnLst/>
            <a:rect l="l" t="t" r="r" b="b"/>
            <a:pathLst>
              <a:path w="558800" h="558800" fill="none">
                <a:moveTo>
                  <a:pt x="279400" y="0"/>
                </a:moveTo>
                <a:cubicBezTo>
                  <a:pt x="433708" y="0"/>
                  <a:pt x="558800" y="125092"/>
                  <a:pt x="558800" y="279400"/>
                </a:cubicBezTo>
                <a:cubicBezTo>
                  <a:pt x="558800" y="433708"/>
                  <a:pt x="433708" y="558800"/>
                  <a:pt x="279400" y="558800"/>
                </a:cubicBezTo>
                <a:cubicBezTo>
                  <a:pt x="125092" y="558800"/>
                  <a:pt x="0" y="433708"/>
                  <a:pt x="0" y="279400"/>
                </a:cubicBezTo>
                <a:cubicBezTo>
                  <a:pt x="0" y="125092"/>
                  <a:pt x="125092" y="0"/>
                  <a:pt x="279400" y="0"/>
                </a:cubicBezTo>
                <a:close/>
              </a:path>
            </a:pathLst>
          </a:custGeom>
          <a:noFill/>
          <a:ln w="20320" cap="rnd">
            <a:solidFill>
              <a:srgbClr val="2E9E5B"/>
            </a:solidFill>
            <a:custDash>
              <a:ds d="8639375" sp="8639375"/>
            </a:custDash>
            <a:miter lim="800000"/>
          </a:ln>
        </p:spPr>
      </p:sp>
      <p:sp>
        <p:nvSpPr>
          <p:cNvPr id="192" name="!!path-7gk"/>
          <p:cNvSpPr/>
          <p:nvPr/>
        </p:nvSpPr>
        <p:spPr>
          <a:xfrm>
            <a:off x="9893554" y="2899156"/>
            <a:ext cx="201168" cy="150876"/>
          </a:xfrm>
          <a:custGeom>
            <a:avLst/>
            <a:gdLst/>
            <a:ahLst/>
            <a:cxnLst/>
            <a:rect l="l" t="t" r="r" b="b"/>
            <a:pathLst>
              <a:path w="201168" h="150876" fill="none">
                <a:moveTo>
                  <a:pt x="0" y="78232"/>
                </a:moveTo>
                <a:lnTo>
                  <a:pt x="72644" y="150876"/>
                </a:lnTo>
                <a:lnTo>
                  <a:pt x="201168" y="0"/>
                </a:lnTo>
              </a:path>
            </a:pathLst>
          </a:custGeom>
          <a:noFill/>
          <a:ln w="25400" cap="rnd">
            <a:solidFill>
              <a:srgbClr val="2E9E5B"/>
            </a:solidFill>
            <a:prstDash val="solid"/>
            <a:round/>
          </a:ln>
        </p:spPr>
      </p:sp>
      <p:sp>
        <p:nvSpPr>
          <p:cNvPr id="193" name="!!text-7gm" descr="存書完成，已通知買家取書"/>
          <p:cNvSpPr txBox="1"/>
          <p:nvPr/>
        </p:nvSpPr>
        <p:spPr>
          <a:xfrm>
            <a:off x="9226550" y="3357880"/>
            <a:ext cx="1562100" cy="18389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存書完成，已通知買家取書</a:t>
            </a:r>
            <a:endParaRPr lang="zh-TW" sz="1000"/>
          </a:p>
        </p:txBody>
      </p:sp>
      <p:sp>
        <p:nvSpPr>
          <p:cNvPr id="194" name="!!rect-7gz"/>
          <p:cNvSpPr/>
          <p:nvPr/>
        </p:nvSpPr>
        <p:spPr>
          <a:xfrm>
            <a:off x="8813800" y="3683000"/>
            <a:ext cx="2349500" cy="508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95" name="!!rect-7h1"/>
          <p:cNvSpPr/>
          <p:nvPr/>
        </p:nvSpPr>
        <p:spPr>
          <a:xfrm>
            <a:off x="8915400" y="3784600"/>
            <a:ext cx="228600" cy="3048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5D856F"/>
              </a:gs>
              <a:gs pos="100000">
                <a:srgbClr val="3F624F"/>
              </a:gs>
            </a:gsLst>
            <a:lin ang="3187806" scaled="0"/>
          </a:gradFill>
          <a:ln>
            <a:noFill/>
          </a:ln>
        </p:spPr>
      </p:sp>
      <p:sp>
        <p:nvSpPr>
          <p:cNvPr id="196" name="!!rect-7h2"/>
          <p:cNvSpPr/>
          <p:nvPr/>
        </p:nvSpPr>
        <p:spPr>
          <a:xfrm>
            <a:off x="8935974" y="3784600"/>
            <a:ext cx="11430" cy="304800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</p:spPr>
      </p:sp>
      <p:sp>
        <p:nvSpPr>
          <p:cNvPr id="197" name="!!rect-7h3"/>
          <p:cNvSpPr/>
          <p:nvPr/>
        </p:nvSpPr>
        <p:spPr>
          <a:xfrm>
            <a:off x="8972550" y="3839464"/>
            <a:ext cx="128016" cy="21336"/>
          </a:xfrm>
          <a:prstGeom prst="roundRect">
            <a:avLst>
              <a:gd name="adj" fmla="val 28571"/>
            </a:avLst>
          </a:prstGeom>
          <a:solidFill>
            <a:srgbClr val="E7D9B8"/>
          </a:solidFill>
          <a:ln>
            <a:noFill/>
          </a:ln>
        </p:spPr>
      </p:sp>
      <p:sp>
        <p:nvSpPr>
          <p:cNvPr id="198" name="!!rect-7h4"/>
          <p:cNvSpPr/>
          <p:nvPr/>
        </p:nvSpPr>
        <p:spPr>
          <a:xfrm>
            <a:off x="8972550" y="3876040"/>
            <a:ext cx="86868" cy="13716"/>
          </a:xfrm>
          <a:prstGeom prst="roundRect">
            <a:avLst>
              <a:gd name="adj" fmla="val 44444"/>
            </a:avLst>
          </a:prstGeom>
          <a:solidFill>
            <a:srgbClr val="E7D9B8">
              <a:alpha val="72000"/>
            </a:srgbClr>
          </a:solidFill>
          <a:ln>
            <a:noFill/>
          </a:ln>
        </p:spPr>
      </p:sp>
      <p:sp>
        <p:nvSpPr>
          <p:cNvPr id="199" name="!!rect-7h5"/>
          <p:cNvSpPr/>
          <p:nvPr/>
        </p:nvSpPr>
        <p:spPr>
          <a:xfrm>
            <a:off x="8972550" y="4028440"/>
            <a:ext cx="64008" cy="12192"/>
          </a:xfrm>
          <a:prstGeom prst="roundRect">
            <a:avLst>
              <a:gd name="adj" fmla="val 50000"/>
            </a:avLst>
          </a:prstGeom>
          <a:solidFill>
            <a:srgbClr val="E7D9B8">
              <a:alpha val="55000"/>
            </a:srgbClr>
          </a:solidFill>
          <a:ln>
            <a:noFill/>
          </a:ln>
        </p:spPr>
      </p:sp>
      <p:sp>
        <p:nvSpPr>
          <p:cNvPr id="200" name="!!text-7h6" descr="統計學概論"/>
          <p:cNvSpPr txBox="1"/>
          <p:nvPr/>
        </p:nvSpPr>
        <p:spPr>
          <a:xfrm>
            <a:off x="9220200" y="3808476"/>
            <a:ext cx="471170" cy="12872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00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統計學概論</a:t>
            </a:r>
            <a:endParaRPr lang="zh-TW" sz="700"/>
          </a:p>
        </p:txBody>
      </p:sp>
      <p:sp>
        <p:nvSpPr>
          <p:cNvPr id="201" name="!!text-7hc" descr="已完成"/>
          <p:cNvSpPr txBox="1"/>
          <p:nvPr/>
        </p:nvSpPr>
        <p:spPr>
          <a:xfrm>
            <a:off x="9220200" y="3949192"/>
            <a:ext cx="272415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kern="0" dirty="0">
                <a:solidFill>
                  <a:srgbClr val="2E9E5B"/>
                </a:solidFill>
                <a:latin typeface="Noto Sans TC"/>
                <a:ea typeface="Noto Sans TC"/>
                <a:cs typeface="Noto Sans TC"/>
              </a:rPr>
              <a:t>已完成</a:t>
            </a:r>
            <a:endParaRPr lang="zh-TW" sz="650"/>
          </a:p>
        </p:txBody>
      </p:sp>
      <p:sp>
        <p:nvSpPr>
          <p:cNvPr id="202" name="!!path-7hh"/>
          <p:cNvSpPr/>
          <p:nvPr/>
        </p:nvSpPr>
        <p:spPr>
          <a:xfrm>
            <a:off x="8712200" y="5440680"/>
            <a:ext cx="2552700" cy="673100"/>
          </a:xfrm>
          <a:custGeom>
            <a:avLst/>
            <a:gdLst/>
            <a:ahLst/>
            <a:cxnLst/>
            <a:rect l="l" t="t" r="r" b="b"/>
            <a:pathLst>
              <a:path w="2552700" h="673100">
                <a:moveTo>
                  <a:pt x="155217" y="659961"/>
                </a:moveTo>
                <a:lnTo>
                  <a:pt x="102293" y="616527"/>
                </a:lnTo>
                <a:lnTo>
                  <a:pt x="58859" y="563603"/>
                </a:lnTo>
                <a:lnTo>
                  <a:pt x="26585" y="503222"/>
                </a:lnTo>
                <a:lnTo>
                  <a:pt x="6711" y="437705"/>
                </a:lnTo>
                <a:lnTo>
                  <a:pt x="0" y="369570"/>
                </a:lnTo>
                <a:lnTo>
                  <a:pt x="0" y="152400"/>
                </a:lnTo>
                <a:lnTo>
                  <a:pt x="1058" y="128058"/>
                </a:lnTo>
                <a:lnTo>
                  <a:pt x="4233" y="105833"/>
                </a:lnTo>
                <a:lnTo>
                  <a:pt x="9525" y="85725"/>
                </a:lnTo>
                <a:lnTo>
                  <a:pt x="16933" y="67733"/>
                </a:lnTo>
                <a:lnTo>
                  <a:pt x="26458" y="51858"/>
                </a:lnTo>
                <a:lnTo>
                  <a:pt x="38100" y="38100"/>
                </a:lnTo>
                <a:lnTo>
                  <a:pt x="51858" y="26458"/>
                </a:lnTo>
                <a:lnTo>
                  <a:pt x="67733" y="16933"/>
                </a:lnTo>
                <a:lnTo>
                  <a:pt x="85725" y="9525"/>
                </a:lnTo>
                <a:lnTo>
                  <a:pt x="105833" y="4233"/>
                </a:lnTo>
                <a:lnTo>
                  <a:pt x="128058" y="1058"/>
                </a:lnTo>
                <a:lnTo>
                  <a:pt x="152400" y="0"/>
                </a:lnTo>
                <a:lnTo>
                  <a:pt x="2400300" y="0"/>
                </a:lnTo>
                <a:lnTo>
                  <a:pt x="2424642" y="1058"/>
                </a:lnTo>
                <a:lnTo>
                  <a:pt x="2446867" y="4233"/>
                </a:lnTo>
                <a:lnTo>
                  <a:pt x="2466975" y="9525"/>
                </a:lnTo>
                <a:lnTo>
                  <a:pt x="2484967" y="16933"/>
                </a:lnTo>
                <a:lnTo>
                  <a:pt x="2500842" y="26458"/>
                </a:lnTo>
                <a:lnTo>
                  <a:pt x="2514600" y="38100"/>
                </a:lnTo>
                <a:lnTo>
                  <a:pt x="2526242" y="51858"/>
                </a:lnTo>
                <a:lnTo>
                  <a:pt x="2535767" y="67733"/>
                </a:lnTo>
                <a:lnTo>
                  <a:pt x="2543175" y="85725"/>
                </a:lnTo>
                <a:lnTo>
                  <a:pt x="2548467" y="105833"/>
                </a:lnTo>
                <a:lnTo>
                  <a:pt x="2551642" y="128058"/>
                </a:lnTo>
                <a:lnTo>
                  <a:pt x="2552700" y="152400"/>
                </a:lnTo>
                <a:lnTo>
                  <a:pt x="2552700" y="369570"/>
                </a:lnTo>
                <a:lnTo>
                  <a:pt x="2545989" y="437705"/>
                </a:lnTo>
                <a:lnTo>
                  <a:pt x="2526115" y="503222"/>
                </a:lnTo>
                <a:lnTo>
                  <a:pt x="2493841" y="563603"/>
                </a:lnTo>
                <a:lnTo>
                  <a:pt x="2450407" y="616527"/>
                </a:lnTo>
                <a:lnTo>
                  <a:pt x="2397483" y="659961"/>
                </a:lnTo>
                <a:lnTo>
                  <a:pt x="2372901" y="673100"/>
                </a:lnTo>
                <a:lnTo>
                  <a:pt x="179799" y="673100"/>
                </a:lnTo>
                <a:close/>
              </a:path>
            </a:pathLst>
          </a:custGeom>
          <a:solidFill>
            <a:srgbClr val="0B1A26">
              <a:alpha val="2200"/>
            </a:srgbClr>
          </a:solidFill>
          <a:ln>
            <a:noFill/>
          </a:ln>
        </p:spPr>
      </p:sp>
      <p:sp>
        <p:nvSpPr>
          <p:cNvPr id="203" name="!!path-7hi"/>
          <p:cNvSpPr/>
          <p:nvPr/>
        </p:nvSpPr>
        <p:spPr>
          <a:xfrm>
            <a:off x="8712200" y="5457825"/>
            <a:ext cx="2552700" cy="673100"/>
          </a:xfrm>
          <a:custGeom>
            <a:avLst/>
            <a:gdLst/>
            <a:ahLst/>
            <a:cxnLst/>
            <a:rect l="l" t="t" r="r" b="b"/>
            <a:pathLst>
              <a:path w="2552700" h="673100">
                <a:moveTo>
                  <a:pt x="155217" y="642816"/>
                </a:moveTo>
                <a:lnTo>
                  <a:pt x="102293" y="599382"/>
                </a:lnTo>
                <a:lnTo>
                  <a:pt x="58859" y="546458"/>
                </a:lnTo>
                <a:lnTo>
                  <a:pt x="26585" y="486077"/>
                </a:lnTo>
                <a:lnTo>
                  <a:pt x="6711" y="420560"/>
                </a:lnTo>
                <a:lnTo>
                  <a:pt x="0" y="352425"/>
                </a:lnTo>
                <a:lnTo>
                  <a:pt x="0" y="152400"/>
                </a:lnTo>
                <a:lnTo>
                  <a:pt x="1058" y="128058"/>
                </a:lnTo>
                <a:lnTo>
                  <a:pt x="4233" y="105833"/>
                </a:lnTo>
                <a:lnTo>
                  <a:pt x="9525" y="85725"/>
                </a:lnTo>
                <a:lnTo>
                  <a:pt x="16933" y="67733"/>
                </a:lnTo>
                <a:lnTo>
                  <a:pt x="26458" y="51858"/>
                </a:lnTo>
                <a:lnTo>
                  <a:pt x="38100" y="38100"/>
                </a:lnTo>
                <a:lnTo>
                  <a:pt x="51858" y="26458"/>
                </a:lnTo>
                <a:lnTo>
                  <a:pt x="67733" y="16933"/>
                </a:lnTo>
                <a:lnTo>
                  <a:pt x="85725" y="9525"/>
                </a:lnTo>
                <a:lnTo>
                  <a:pt x="105833" y="4233"/>
                </a:lnTo>
                <a:lnTo>
                  <a:pt x="128058" y="1058"/>
                </a:lnTo>
                <a:lnTo>
                  <a:pt x="152400" y="0"/>
                </a:lnTo>
                <a:lnTo>
                  <a:pt x="2400300" y="0"/>
                </a:lnTo>
                <a:lnTo>
                  <a:pt x="2424642" y="1058"/>
                </a:lnTo>
                <a:lnTo>
                  <a:pt x="2446867" y="4233"/>
                </a:lnTo>
                <a:lnTo>
                  <a:pt x="2466975" y="9525"/>
                </a:lnTo>
                <a:lnTo>
                  <a:pt x="2484967" y="16933"/>
                </a:lnTo>
                <a:lnTo>
                  <a:pt x="2500842" y="26458"/>
                </a:lnTo>
                <a:lnTo>
                  <a:pt x="2514600" y="38100"/>
                </a:lnTo>
                <a:lnTo>
                  <a:pt x="2526242" y="51858"/>
                </a:lnTo>
                <a:lnTo>
                  <a:pt x="2535767" y="67733"/>
                </a:lnTo>
                <a:lnTo>
                  <a:pt x="2543175" y="85725"/>
                </a:lnTo>
                <a:lnTo>
                  <a:pt x="2548467" y="105833"/>
                </a:lnTo>
                <a:lnTo>
                  <a:pt x="2551642" y="128058"/>
                </a:lnTo>
                <a:lnTo>
                  <a:pt x="2552700" y="152400"/>
                </a:lnTo>
                <a:lnTo>
                  <a:pt x="2552700" y="352425"/>
                </a:lnTo>
                <a:lnTo>
                  <a:pt x="2545989" y="420560"/>
                </a:lnTo>
                <a:lnTo>
                  <a:pt x="2526115" y="486077"/>
                </a:lnTo>
                <a:lnTo>
                  <a:pt x="2493841" y="546458"/>
                </a:lnTo>
                <a:lnTo>
                  <a:pt x="2450407" y="599382"/>
                </a:lnTo>
                <a:lnTo>
                  <a:pt x="2397483" y="642816"/>
                </a:lnTo>
                <a:lnTo>
                  <a:pt x="2340825" y="673100"/>
                </a:lnTo>
                <a:lnTo>
                  <a:pt x="211875" y="673100"/>
                </a:lnTo>
                <a:close/>
              </a:path>
            </a:pathLst>
          </a:custGeom>
          <a:solidFill>
            <a:srgbClr val="0B1A26">
              <a:alpha val="2200"/>
            </a:srgbClr>
          </a:solidFill>
          <a:ln>
            <a:noFill/>
          </a:ln>
        </p:spPr>
      </p:sp>
      <p:sp>
        <p:nvSpPr>
          <p:cNvPr id="204" name="!!path-7hj"/>
          <p:cNvSpPr/>
          <p:nvPr/>
        </p:nvSpPr>
        <p:spPr>
          <a:xfrm>
            <a:off x="8712200" y="5472113"/>
            <a:ext cx="2552700" cy="673100"/>
          </a:xfrm>
          <a:custGeom>
            <a:avLst/>
            <a:gdLst/>
            <a:ahLst/>
            <a:cxnLst/>
            <a:rect l="l" t="t" r="r" b="b"/>
            <a:pathLst>
              <a:path w="2552700" h="673100">
                <a:moveTo>
                  <a:pt x="215598" y="660802"/>
                </a:moveTo>
                <a:lnTo>
                  <a:pt x="155217" y="628528"/>
                </a:lnTo>
                <a:lnTo>
                  <a:pt x="102293" y="585095"/>
                </a:lnTo>
                <a:lnTo>
                  <a:pt x="58859" y="532170"/>
                </a:lnTo>
                <a:lnTo>
                  <a:pt x="26585" y="471790"/>
                </a:lnTo>
                <a:lnTo>
                  <a:pt x="6711" y="406273"/>
                </a:lnTo>
                <a:lnTo>
                  <a:pt x="0" y="338138"/>
                </a:lnTo>
                <a:lnTo>
                  <a:pt x="0" y="152400"/>
                </a:lnTo>
                <a:lnTo>
                  <a:pt x="1058" y="128058"/>
                </a:lnTo>
                <a:lnTo>
                  <a:pt x="4233" y="105833"/>
                </a:lnTo>
                <a:lnTo>
                  <a:pt x="9525" y="85725"/>
                </a:lnTo>
                <a:lnTo>
                  <a:pt x="16933" y="67733"/>
                </a:lnTo>
                <a:lnTo>
                  <a:pt x="26458" y="51858"/>
                </a:lnTo>
                <a:lnTo>
                  <a:pt x="38100" y="38100"/>
                </a:lnTo>
                <a:lnTo>
                  <a:pt x="51858" y="26458"/>
                </a:lnTo>
                <a:lnTo>
                  <a:pt x="67733" y="16933"/>
                </a:lnTo>
                <a:lnTo>
                  <a:pt x="85725" y="9525"/>
                </a:lnTo>
                <a:lnTo>
                  <a:pt x="105833" y="4233"/>
                </a:lnTo>
                <a:lnTo>
                  <a:pt x="128058" y="1058"/>
                </a:lnTo>
                <a:lnTo>
                  <a:pt x="152400" y="0"/>
                </a:lnTo>
                <a:lnTo>
                  <a:pt x="2400300" y="0"/>
                </a:lnTo>
                <a:lnTo>
                  <a:pt x="2424642" y="1058"/>
                </a:lnTo>
                <a:lnTo>
                  <a:pt x="2446867" y="4233"/>
                </a:lnTo>
                <a:lnTo>
                  <a:pt x="2466975" y="9525"/>
                </a:lnTo>
                <a:lnTo>
                  <a:pt x="2484967" y="16933"/>
                </a:lnTo>
                <a:lnTo>
                  <a:pt x="2500842" y="26458"/>
                </a:lnTo>
                <a:lnTo>
                  <a:pt x="2514600" y="38100"/>
                </a:lnTo>
                <a:lnTo>
                  <a:pt x="2526242" y="51858"/>
                </a:lnTo>
                <a:lnTo>
                  <a:pt x="2535767" y="67733"/>
                </a:lnTo>
                <a:lnTo>
                  <a:pt x="2543175" y="85725"/>
                </a:lnTo>
                <a:lnTo>
                  <a:pt x="2548467" y="105833"/>
                </a:lnTo>
                <a:lnTo>
                  <a:pt x="2551642" y="128058"/>
                </a:lnTo>
                <a:lnTo>
                  <a:pt x="2552700" y="152400"/>
                </a:lnTo>
                <a:lnTo>
                  <a:pt x="2552700" y="338138"/>
                </a:lnTo>
                <a:lnTo>
                  <a:pt x="2545989" y="406273"/>
                </a:lnTo>
                <a:lnTo>
                  <a:pt x="2526115" y="471790"/>
                </a:lnTo>
                <a:lnTo>
                  <a:pt x="2493841" y="532170"/>
                </a:lnTo>
                <a:lnTo>
                  <a:pt x="2450407" y="585095"/>
                </a:lnTo>
                <a:lnTo>
                  <a:pt x="2397483" y="628528"/>
                </a:lnTo>
                <a:lnTo>
                  <a:pt x="2337102" y="660802"/>
                </a:lnTo>
                <a:lnTo>
                  <a:pt x="2296563" y="673100"/>
                </a:lnTo>
                <a:lnTo>
                  <a:pt x="256137" y="673100"/>
                </a:lnTo>
                <a:close/>
              </a:path>
            </a:pathLst>
          </a:custGeom>
          <a:solidFill>
            <a:srgbClr val="0B1A26">
              <a:alpha val="2200"/>
            </a:srgbClr>
          </a:solidFill>
          <a:ln>
            <a:noFill/>
          </a:ln>
        </p:spPr>
      </p:sp>
      <p:sp>
        <p:nvSpPr>
          <p:cNvPr id="205" name="!!path-7hk"/>
          <p:cNvSpPr/>
          <p:nvPr/>
        </p:nvSpPr>
        <p:spPr>
          <a:xfrm>
            <a:off x="8712200" y="5486400"/>
            <a:ext cx="2552700" cy="673100"/>
          </a:xfrm>
          <a:custGeom>
            <a:avLst/>
            <a:gdLst/>
            <a:ahLst/>
            <a:cxnLst/>
            <a:rect l="l" t="t" r="r" b="b"/>
            <a:pathLst>
              <a:path w="2552700" h="673100">
                <a:moveTo>
                  <a:pt x="281115" y="666389"/>
                </a:moveTo>
                <a:lnTo>
                  <a:pt x="215598" y="646515"/>
                </a:lnTo>
                <a:lnTo>
                  <a:pt x="155217" y="614241"/>
                </a:lnTo>
                <a:lnTo>
                  <a:pt x="102293" y="570807"/>
                </a:lnTo>
                <a:lnTo>
                  <a:pt x="58859" y="517883"/>
                </a:lnTo>
                <a:lnTo>
                  <a:pt x="26585" y="457502"/>
                </a:lnTo>
                <a:lnTo>
                  <a:pt x="6711" y="391985"/>
                </a:lnTo>
                <a:lnTo>
                  <a:pt x="0" y="323850"/>
                </a:lnTo>
                <a:lnTo>
                  <a:pt x="0" y="152400"/>
                </a:lnTo>
                <a:lnTo>
                  <a:pt x="1058" y="128058"/>
                </a:lnTo>
                <a:lnTo>
                  <a:pt x="4233" y="105833"/>
                </a:lnTo>
                <a:lnTo>
                  <a:pt x="9525" y="85725"/>
                </a:lnTo>
                <a:lnTo>
                  <a:pt x="16933" y="67733"/>
                </a:lnTo>
                <a:lnTo>
                  <a:pt x="26458" y="51858"/>
                </a:lnTo>
                <a:lnTo>
                  <a:pt x="38100" y="38100"/>
                </a:lnTo>
                <a:lnTo>
                  <a:pt x="51858" y="26458"/>
                </a:lnTo>
                <a:lnTo>
                  <a:pt x="67733" y="16933"/>
                </a:lnTo>
                <a:lnTo>
                  <a:pt x="85725" y="9525"/>
                </a:lnTo>
                <a:lnTo>
                  <a:pt x="105833" y="4233"/>
                </a:lnTo>
                <a:lnTo>
                  <a:pt x="128058" y="1058"/>
                </a:lnTo>
                <a:lnTo>
                  <a:pt x="152400" y="0"/>
                </a:lnTo>
                <a:lnTo>
                  <a:pt x="2400300" y="0"/>
                </a:lnTo>
                <a:lnTo>
                  <a:pt x="2424642" y="1058"/>
                </a:lnTo>
                <a:lnTo>
                  <a:pt x="2446867" y="4233"/>
                </a:lnTo>
                <a:lnTo>
                  <a:pt x="2466975" y="9525"/>
                </a:lnTo>
                <a:lnTo>
                  <a:pt x="2484967" y="16933"/>
                </a:lnTo>
                <a:lnTo>
                  <a:pt x="2500842" y="26458"/>
                </a:lnTo>
                <a:lnTo>
                  <a:pt x="2514600" y="38100"/>
                </a:lnTo>
                <a:lnTo>
                  <a:pt x="2526242" y="51858"/>
                </a:lnTo>
                <a:lnTo>
                  <a:pt x="2535767" y="67733"/>
                </a:lnTo>
                <a:lnTo>
                  <a:pt x="2543175" y="85725"/>
                </a:lnTo>
                <a:lnTo>
                  <a:pt x="2548467" y="105833"/>
                </a:lnTo>
                <a:lnTo>
                  <a:pt x="2551642" y="128058"/>
                </a:lnTo>
                <a:lnTo>
                  <a:pt x="2552700" y="152400"/>
                </a:lnTo>
                <a:lnTo>
                  <a:pt x="2552700" y="323850"/>
                </a:lnTo>
                <a:lnTo>
                  <a:pt x="2545989" y="391985"/>
                </a:lnTo>
                <a:lnTo>
                  <a:pt x="2526115" y="457502"/>
                </a:lnTo>
                <a:lnTo>
                  <a:pt x="2493841" y="517883"/>
                </a:lnTo>
                <a:lnTo>
                  <a:pt x="2450407" y="570807"/>
                </a:lnTo>
                <a:lnTo>
                  <a:pt x="2397483" y="614241"/>
                </a:lnTo>
                <a:lnTo>
                  <a:pt x="2337102" y="646515"/>
                </a:lnTo>
                <a:lnTo>
                  <a:pt x="2271585" y="666389"/>
                </a:lnTo>
                <a:lnTo>
                  <a:pt x="2203450" y="673100"/>
                </a:lnTo>
                <a:lnTo>
                  <a:pt x="349250" y="6731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06" name="!!rect-7hm"/>
          <p:cNvSpPr/>
          <p:nvPr/>
        </p:nvSpPr>
        <p:spPr>
          <a:xfrm>
            <a:off x="8813800" y="5562600"/>
            <a:ext cx="2349500" cy="304800"/>
          </a:xfrm>
          <a:prstGeom prst="roundRect">
            <a:avLst>
              <a:gd name="adj" fmla="val 29167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207" name="!!text-7hn" descr="完成"/>
          <p:cNvSpPr txBox="1"/>
          <p:nvPr/>
        </p:nvSpPr>
        <p:spPr>
          <a:xfrm>
            <a:off x="9886950" y="5635244"/>
            <a:ext cx="233680" cy="14711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00" b="1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完成</a:t>
            </a:r>
            <a:endParaRPr lang="zh-TW" sz="800"/>
          </a:p>
        </p:txBody>
      </p:sp>
      <p:sp>
        <p:nvSpPr>
          <p:cNvPr id="208" name="!!path-7hr"/>
          <p:cNvSpPr/>
          <p:nvPr/>
        </p:nvSpPr>
        <p:spPr>
          <a:xfrm>
            <a:off x="8712200" y="609600"/>
            <a:ext cx="2552700" cy="730250"/>
          </a:xfrm>
          <a:custGeom>
            <a:avLst/>
            <a:gdLst/>
            <a:ahLst/>
            <a:cxnLst/>
            <a:rect l="l" t="t" r="r" b="b"/>
            <a:pathLst>
              <a:path w="2552700" h="730250">
                <a:moveTo>
                  <a:pt x="0" y="349250"/>
                </a:moveTo>
                <a:lnTo>
                  <a:pt x="6711" y="281115"/>
                </a:lnTo>
                <a:lnTo>
                  <a:pt x="26585" y="215598"/>
                </a:lnTo>
                <a:lnTo>
                  <a:pt x="58859" y="155217"/>
                </a:lnTo>
                <a:lnTo>
                  <a:pt x="102293" y="102293"/>
                </a:lnTo>
                <a:lnTo>
                  <a:pt x="155217" y="58859"/>
                </a:lnTo>
                <a:lnTo>
                  <a:pt x="215598" y="26585"/>
                </a:lnTo>
                <a:lnTo>
                  <a:pt x="281115" y="6711"/>
                </a:lnTo>
                <a:lnTo>
                  <a:pt x="349250" y="0"/>
                </a:lnTo>
                <a:lnTo>
                  <a:pt x="2203450" y="0"/>
                </a:lnTo>
                <a:lnTo>
                  <a:pt x="2271585" y="6711"/>
                </a:lnTo>
                <a:lnTo>
                  <a:pt x="2337102" y="26585"/>
                </a:lnTo>
                <a:lnTo>
                  <a:pt x="2397483" y="58859"/>
                </a:lnTo>
                <a:lnTo>
                  <a:pt x="2450407" y="102293"/>
                </a:lnTo>
                <a:lnTo>
                  <a:pt x="2493841" y="155217"/>
                </a:lnTo>
                <a:lnTo>
                  <a:pt x="2526115" y="215598"/>
                </a:lnTo>
                <a:lnTo>
                  <a:pt x="2545989" y="281115"/>
                </a:lnTo>
                <a:lnTo>
                  <a:pt x="2552700" y="349250"/>
                </a:lnTo>
                <a:lnTo>
                  <a:pt x="2552700" y="577850"/>
                </a:lnTo>
                <a:lnTo>
                  <a:pt x="2551642" y="602192"/>
                </a:lnTo>
                <a:lnTo>
                  <a:pt x="2548467" y="624417"/>
                </a:lnTo>
                <a:lnTo>
                  <a:pt x="2543175" y="644525"/>
                </a:lnTo>
                <a:lnTo>
                  <a:pt x="2535767" y="662517"/>
                </a:lnTo>
                <a:lnTo>
                  <a:pt x="2526242" y="678392"/>
                </a:lnTo>
                <a:lnTo>
                  <a:pt x="2514600" y="692150"/>
                </a:lnTo>
                <a:lnTo>
                  <a:pt x="2500842" y="703792"/>
                </a:lnTo>
                <a:lnTo>
                  <a:pt x="2484967" y="713317"/>
                </a:lnTo>
                <a:lnTo>
                  <a:pt x="2466975" y="720725"/>
                </a:lnTo>
                <a:lnTo>
                  <a:pt x="2446867" y="726017"/>
                </a:lnTo>
                <a:lnTo>
                  <a:pt x="2424642" y="729192"/>
                </a:lnTo>
                <a:lnTo>
                  <a:pt x="2400300" y="730250"/>
                </a:lnTo>
                <a:lnTo>
                  <a:pt x="152400" y="730250"/>
                </a:lnTo>
                <a:lnTo>
                  <a:pt x="128058" y="729192"/>
                </a:lnTo>
                <a:lnTo>
                  <a:pt x="105833" y="726017"/>
                </a:lnTo>
                <a:lnTo>
                  <a:pt x="85725" y="720725"/>
                </a:lnTo>
                <a:lnTo>
                  <a:pt x="67733" y="713317"/>
                </a:lnTo>
                <a:lnTo>
                  <a:pt x="51858" y="703792"/>
                </a:lnTo>
                <a:lnTo>
                  <a:pt x="38100" y="692150"/>
                </a:lnTo>
                <a:lnTo>
                  <a:pt x="26458" y="678392"/>
                </a:lnTo>
                <a:lnTo>
                  <a:pt x="16933" y="662517"/>
                </a:lnTo>
                <a:lnTo>
                  <a:pt x="9525" y="644525"/>
                </a:lnTo>
                <a:lnTo>
                  <a:pt x="4233" y="624417"/>
                </a:lnTo>
                <a:lnTo>
                  <a:pt x="1058" y="602192"/>
                </a:lnTo>
                <a:lnTo>
                  <a:pt x="0" y="577850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209" name="!!text-7hs" descr="2:25"/>
          <p:cNvSpPr txBox="1"/>
          <p:nvPr/>
        </p:nvSpPr>
        <p:spPr>
          <a:xfrm>
            <a:off x="9020597" y="714883"/>
            <a:ext cx="253790" cy="1563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50" kern="0" dirty="0">
                <a:solidFill>
                  <a:srgbClr val="FFFFFF"/>
                </a:solidFill>
                <a:latin typeface="Noto Sans TC SemiBold"/>
                <a:ea typeface="Noto Sans TC SemiBold"/>
                <a:cs typeface="Noto Sans TC SemiBold"/>
              </a:rPr>
              <a:t>2:25</a:t>
            </a:r>
            <a:endParaRPr lang="zh-TW" sz="850"/>
          </a:p>
        </p:txBody>
      </p:sp>
      <p:sp>
        <p:nvSpPr>
          <p:cNvPr id="210" name="!!rect-7hx"/>
          <p:cNvSpPr/>
          <p:nvPr/>
        </p:nvSpPr>
        <p:spPr>
          <a:xfrm>
            <a:off x="10579100" y="808990"/>
            <a:ext cx="21590" cy="2667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11" name="!!rect-7hy"/>
          <p:cNvSpPr/>
          <p:nvPr/>
        </p:nvSpPr>
        <p:spPr>
          <a:xfrm>
            <a:off x="10612120" y="792480"/>
            <a:ext cx="21590" cy="4318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12" name="!!rect-7hz"/>
          <p:cNvSpPr/>
          <p:nvPr/>
        </p:nvSpPr>
        <p:spPr>
          <a:xfrm>
            <a:off x="10645140" y="775970"/>
            <a:ext cx="21590" cy="5969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13" name="!!rect-7i0"/>
          <p:cNvSpPr/>
          <p:nvPr/>
        </p:nvSpPr>
        <p:spPr>
          <a:xfrm>
            <a:off x="10678160" y="759460"/>
            <a:ext cx="21590" cy="7620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14" name="!!path-7i1"/>
          <p:cNvSpPr/>
          <p:nvPr/>
        </p:nvSpPr>
        <p:spPr>
          <a:xfrm>
            <a:off x="10763250" y="763570"/>
            <a:ext cx="95250" cy="70820"/>
          </a:xfrm>
          <a:custGeom>
            <a:avLst/>
            <a:gdLst/>
            <a:ahLst/>
            <a:cxnLst/>
            <a:rect l="l" t="t" r="r" b="b"/>
            <a:pathLst>
              <a:path w="95250" h="70820">
                <a:moveTo>
                  <a:pt x="47625" y="70820"/>
                </a:moveTo>
                <a:lnTo>
                  <a:pt x="31115" y="51135"/>
                </a:lnTo>
                <a:cubicBezTo>
                  <a:pt x="40714" y="43262"/>
                  <a:pt x="54536" y="43262"/>
                  <a:pt x="64135" y="51135"/>
                </a:cubicBezTo>
                <a:close/>
                <a:moveTo>
                  <a:pt x="0" y="23830"/>
                </a:moveTo>
                <a:cubicBezTo>
                  <a:pt x="27279" y="0"/>
                  <a:pt x="67971" y="0"/>
                  <a:pt x="95250" y="23830"/>
                </a:cubicBezTo>
                <a:lnTo>
                  <a:pt x="83820" y="37165"/>
                </a:lnTo>
                <a:cubicBezTo>
                  <a:pt x="63051" y="19153"/>
                  <a:pt x="32199" y="19153"/>
                  <a:pt x="11430" y="37165"/>
                </a:cubicBezTo>
                <a:close/>
                <a:moveTo>
                  <a:pt x="16510" y="43515"/>
                </a:moveTo>
                <a:cubicBezTo>
                  <a:pt x="34385" y="28089"/>
                  <a:pt x="60865" y="28089"/>
                  <a:pt x="78740" y="43515"/>
                </a:cubicBezTo>
                <a:lnTo>
                  <a:pt x="67310" y="56850"/>
                </a:lnTo>
                <a:cubicBezTo>
                  <a:pt x="55947" y="47238"/>
                  <a:pt x="39303" y="47238"/>
                  <a:pt x="27940" y="5685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15" name="!!rect-7i2"/>
          <p:cNvSpPr/>
          <p:nvPr/>
        </p:nvSpPr>
        <p:spPr>
          <a:xfrm>
            <a:off x="10902950" y="760730"/>
            <a:ext cx="161925" cy="78740"/>
          </a:xfrm>
          <a:prstGeom prst="roundRect">
            <a:avLst>
              <a:gd name="adj" fmla="val 32258"/>
            </a:avLst>
          </a:prstGeom>
          <a:noFill/>
          <a:ln w="6985" cap="flat">
            <a:solidFill>
              <a:srgbClr val="FFFFFF">
                <a:alpha val="38000"/>
              </a:srgbClr>
            </a:solidFill>
            <a:prstDash val="solid"/>
            <a:miter lim="800000"/>
          </a:ln>
        </p:spPr>
      </p:sp>
      <p:sp>
        <p:nvSpPr>
          <p:cNvPr id="216" name="!!rect-7i3"/>
          <p:cNvSpPr/>
          <p:nvPr/>
        </p:nvSpPr>
        <p:spPr>
          <a:xfrm>
            <a:off x="10916285" y="774065"/>
            <a:ext cx="110909" cy="52070"/>
          </a:xfrm>
          <a:prstGeom prst="roundRect">
            <a:avLst>
              <a:gd name="adj" fmla="val 26829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17" name="!!path-7i4"/>
          <p:cNvSpPr/>
          <p:nvPr/>
        </p:nvSpPr>
        <p:spPr>
          <a:xfrm>
            <a:off x="11074400" y="786130"/>
            <a:ext cx="10345" cy="27940"/>
          </a:xfrm>
          <a:custGeom>
            <a:avLst/>
            <a:gdLst/>
            <a:ahLst/>
            <a:cxnLst/>
            <a:rect l="l" t="t" r="r" b="b"/>
            <a:pathLst>
              <a:path w="10345" h="27940">
                <a:moveTo>
                  <a:pt x="0" y="0"/>
                </a:moveTo>
                <a:lnTo>
                  <a:pt x="0" y="27940"/>
                </a:lnTo>
                <a:cubicBezTo>
                  <a:pt x="6146" y="26066"/>
                  <a:pt x="10345" y="20395"/>
                  <a:pt x="10345" y="13970"/>
                </a:cubicBezTo>
                <a:cubicBezTo>
                  <a:pt x="10345" y="7545"/>
                  <a:pt x="6146" y="1874"/>
                  <a:pt x="0" y="0"/>
                </a:cubicBezTo>
                <a:close/>
              </a:path>
            </a:pathLst>
          </a:custGeom>
          <a:solidFill>
            <a:srgbClr val="FFFFFF">
              <a:alpha val="45000"/>
            </a:srgbClr>
          </a:solidFill>
          <a:ln>
            <a:noFill/>
          </a:ln>
        </p:spPr>
      </p:sp>
      <p:sp>
        <p:nvSpPr>
          <p:cNvPr id="218" name="!!path-7i5"/>
          <p:cNvSpPr/>
          <p:nvPr/>
        </p:nvSpPr>
        <p:spPr>
          <a:xfrm>
            <a:off x="9567329" y="1109129"/>
            <a:ext cx="105791" cy="105791"/>
          </a:xfrm>
          <a:custGeom>
            <a:avLst/>
            <a:gdLst/>
            <a:ahLst/>
            <a:cxnLst/>
            <a:rect l="l" t="t" r="r" b="b"/>
            <a:pathLst>
              <a:path w="105791" h="105791">
                <a:moveTo>
                  <a:pt x="39672" y="23803"/>
                </a:moveTo>
                <a:lnTo>
                  <a:pt x="39672" y="39672"/>
                </a:lnTo>
                <a:lnTo>
                  <a:pt x="23803" y="39672"/>
                </a:lnTo>
                <a:lnTo>
                  <a:pt x="23803" y="23803"/>
                </a:lnTo>
                <a:lnTo>
                  <a:pt x="39672" y="23803"/>
                </a:lnTo>
                <a:moveTo>
                  <a:pt x="47606" y="15869"/>
                </a:moveTo>
                <a:lnTo>
                  <a:pt x="15869" y="15869"/>
                </a:lnTo>
                <a:lnTo>
                  <a:pt x="15869" y="47606"/>
                </a:lnTo>
                <a:lnTo>
                  <a:pt x="47606" y="47606"/>
                </a:lnTo>
                <a:lnTo>
                  <a:pt x="47606" y="15869"/>
                </a:lnTo>
                <a:close/>
                <a:moveTo>
                  <a:pt x="39672" y="66119"/>
                </a:moveTo>
                <a:lnTo>
                  <a:pt x="39672" y="81988"/>
                </a:lnTo>
                <a:lnTo>
                  <a:pt x="23803" y="81988"/>
                </a:lnTo>
                <a:lnTo>
                  <a:pt x="23803" y="66119"/>
                </a:lnTo>
                <a:lnTo>
                  <a:pt x="39672" y="66119"/>
                </a:lnTo>
                <a:moveTo>
                  <a:pt x="47606" y="58185"/>
                </a:moveTo>
                <a:lnTo>
                  <a:pt x="15869" y="58185"/>
                </a:lnTo>
                <a:lnTo>
                  <a:pt x="15869" y="89922"/>
                </a:lnTo>
                <a:lnTo>
                  <a:pt x="47606" y="89922"/>
                </a:lnTo>
                <a:lnTo>
                  <a:pt x="47606" y="58185"/>
                </a:lnTo>
                <a:close/>
                <a:moveTo>
                  <a:pt x="81988" y="23803"/>
                </a:moveTo>
                <a:lnTo>
                  <a:pt x="81988" y="39672"/>
                </a:lnTo>
                <a:lnTo>
                  <a:pt x="66119" y="39672"/>
                </a:lnTo>
                <a:lnTo>
                  <a:pt x="66119" y="23803"/>
                </a:lnTo>
                <a:lnTo>
                  <a:pt x="81988" y="23803"/>
                </a:lnTo>
                <a:moveTo>
                  <a:pt x="89922" y="15869"/>
                </a:moveTo>
                <a:lnTo>
                  <a:pt x="58185" y="15869"/>
                </a:lnTo>
                <a:lnTo>
                  <a:pt x="58185" y="47606"/>
                </a:lnTo>
                <a:lnTo>
                  <a:pt x="89922" y="47606"/>
                </a:lnTo>
                <a:lnTo>
                  <a:pt x="89922" y="15869"/>
                </a:lnTo>
                <a:close/>
                <a:moveTo>
                  <a:pt x="58185" y="58185"/>
                </a:moveTo>
                <a:lnTo>
                  <a:pt x="66119" y="58185"/>
                </a:lnTo>
                <a:lnTo>
                  <a:pt x="66119" y="66119"/>
                </a:lnTo>
                <a:lnTo>
                  <a:pt x="58185" y="66119"/>
                </a:lnTo>
                <a:lnTo>
                  <a:pt x="58185" y="58185"/>
                </a:lnTo>
                <a:close/>
                <a:moveTo>
                  <a:pt x="66119" y="66119"/>
                </a:moveTo>
                <a:lnTo>
                  <a:pt x="74054" y="66119"/>
                </a:lnTo>
                <a:lnTo>
                  <a:pt x="74054" y="74054"/>
                </a:lnTo>
                <a:lnTo>
                  <a:pt x="66119" y="74054"/>
                </a:lnTo>
                <a:lnTo>
                  <a:pt x="66119" y="66119"/>
                </a:lnTo>
                <a:close/>
                <a:moveTo>
                  <a:pt x="74054" y="58185"/>
                </a:moveTo>
                <a:lnTo>
                  <a:pt x="81988" y="58185"/>
                </a:lnTo>
                <a:lnTo>
                  <a:pt x="81988" y="66119"/>
                </a:lnTo>
                <a:lnTo>
                  <a:pt x="74054" y="66119"/>
                </a:lnTo>
                <a:lnTo>
                  <a:pt x="74054" y="58185"/>
                </a:lnTo>
                <a:close/>
                <a:moveTo>
                  <a:pt x="58185" y="74054"/>
                </a:moveTo>
                <a:lnTo>
                  <a:pt x="66119" y="74054"/>
                </a:lnTo>
                <a:lnTo>
                  <a:pt x="66119" y="81988"/>
                </a:lnTo>
                <a:lnTo>
                  <a:pt x="58185" y="81988"/>
                </a:lnTo>
                <a:lnTo>
                  <a:pt x="58185" y="74054"/>
                </a:lnTo>
                <a:close/>
                <a:moveTo>
                  <a:pt x="66119" y="81988"/>
                </a:moveTo>
                <a:lnTo>
                  <a:pt x="74054" y="81988"/>
                </a:lnTo>
                <a:lnTo>
                  <a:pt x="74054" y="89922"/>
                </a:lnTo>
                <a:lnTo>
                  <a:pt x="66119" y="89922"/>
                </a:lnTo>
                <a:lnTo>
                  <a:pt x="66119" y="81988"/>
                </a:lnTo>
                <a:close/>
                <a:moveTo>
                  <a:pt x="74054" y="74054"/>
                </a:moveTo>
                <a:lnTo>
                  <a:pt x="81988" y="74054"/>
                </a:lnTo>
                <a:lnTo>
                  <a:pt x="81988" y="81988"/>
                </a:lnTo>
                <a:lnTo>
                  <a:pt x="74054" y="81988"/>
                </a:lnTo>
                <a:lnTo>
                  <a:pt x="74054" y="74054"/>
                </a:lnTo>
                <a:close/>
                <a:moveTo>
                  <a:pt x="81988" y="66119"/>
                </a:moveTo>
                <a:lnTo>
                  <a:pt x="89922" y="66119"/>
                </a:lnTo>
                <a:lnTo>
                  <a:pt x="89922" y="74054"/>
                </a:lnTo>
                <a:lnTo>
                  <a:pt x="81988" y="74054"/>
                </a:lnTo>
                <a:lnTo>
                  <a:pt x="81988" y="66119"/>
                </a:lnTo>
                <a:close/>
                <a:moveTo>
                  <a:pt x="81988" y="81988"/>
                </a:moveTo>
                <a:lnTo>
                  <a:pt x="89922" y="81988"/>
                </a:lnTo>
                <a:lnTo>
                  <a:pt x="89922" y="89922"/>
                </a:lnTo>
                <a:lnTo>
                  <a:pt x="81988" y="89922"/>
                </a:lnTo>
                <a:lnTo>
                  <a:pt x="81988" y="81988"/>
                </a:lnTo>
                <a:close/>
                <a:moveTo>
                  <a:pt x="105791" y="26448"/>
                </a:moveTo>
                <a:lnTo>
                  <a:pt x="95212" y="26448"/>
                </a:lnTo>
                <a:lnTo>
                  <a:pt x="95212" y="10579"/>
                </a:lnTo>
                <a:lnTo>
                  <a:pt x="79343" y="10579"/>
                </a:lnTo>
                <a:lnTo>
                  <a:pt x="79343" y="0"/>
                </a:lnTo>
                <a:lnTo>
                  <a:pt x="105791" y="0"/>
                </a:lnTo>
                <a:lnTo>
                  <a:pt x="105791" y="26448"/>
                </a:lnTo>
                <a:close/>
                <a:moveTo>
                  <a:pt x="105791" y="105791"/>
                </a:moveTo>
                <a:lnTo>
                  <a:pt x="105791" y="79343"/>
                </a:lnTo>
                <a:lnTo>
                  <a:pt x="95212" y="79343"/>
                </a:lnTo>
                <a:lnTo>
                  <a:pt x="95212" y="95212"/>
                </a:lnTo>
                <a:lnTo>
                  <a:pt x="79343" y="95212"/>
                </a:lnTo>
                <a:lnTo>
                  <a:pt x="79343" y="105791"/>
                </a:lnTo>
                <a:lnTo>
                  <a:pt x="105791" y="105791"/>
                </a:lnTo>
                <a:close/>
                <a:moveTo>
                  <a:pt x="0" y="105791"/>
                </a:moveTo>
                <a:lnTo>
                  <a:pt x="26448" y="105791"/>
                </a:lnTo>
                <a:lnTo>
                  <a:pt x="26448" y="95212"/>
                </a:lnTo>
                <a:lnTo>
                  <a:pt x="10579" y="95212"/>
                </a:lnTo>
                <a:lnTo>
                  <a:pt x="10579" y="79343"/>
                </a:lnTo>
                <a:lnTo>
                  <a:pt x="0" y="79343"/>
                </a:lnTo>
                <a:lnTo>
                  <a:pt x="0" y="105791"/>
                </a:lnTo>
                <a:close/>
                <a:moveTo>
                  <a:pt x="0" y="0"/>
                </a:moveTo>
                <a:lnTo>
                  <a:pt x="0" y="26448"/>
                </a:lnTo>
                <a:lnTo>
                  <a:pt x="10579" y="26448"/>
                </a:lnTo>
                <a:lnTo>
                  <a:pt x="10579" y="10579"/>
                </a:lnTo>
                <a:lnTo>
                  <a:pt x="26448" y="10579"/>
                </a:lnTo>
                <a:lnTo>
                  <a:pt x="26448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19" name="!!text-7i6" descr="確認書櫃作業"/>
          <p:cNvSpPr txBox="1"/>
          <p:nvPr/>
        </p:nvSpPr>
        <p:spPr>
          <a:xfrm>
            <a:off x="9734550" y="1070737"/>
            <a:ext cx="720090" cy="16550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1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確認書櫃作業</a:t>
            </a:r>
            <a:endParaRPr lang="zh-TW" sz="900"/>
          </a:p>
        </p:txBody>
      </p:sp>
      <p:sp>
        <p:nvSpPr>
          <p:cNvPr id="220" name="!!rect-7id"/>
          <p:cNvSpPr/>
          <p:nvPr/>
        </p:nvSpPr>
        <p:spPr>
          <a:xfrm>
            <a:off x="9531350" y="6076950"/>
            <a:ext cx="914400" cy="31750"/>
          </a:xfrm>
          <a:prstGeom prst="roundRect">
            <a:avLst>
              <a:gd name="adj" fmla="val 50000"/>
            </a:avLst>
          </a:prstGeom>
          <a:solidFill>
            <a:srgbClr val="000000">
              <a:alpha val="90000"/>
            </a:srgbClr>
          </a:solidFill>
          <a:ln>
            <a:noFill/>
          </a:ln>
        </p:spPr>
      </p:sp>
      <p:sp>
        <p:nvSpPr>
          <p:cNvPr id="221" name="!!rect-7ie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10000"/>
                </a:srgbClr>
              </a:gs>
              <a:gs pos="30762">
                <a:srgbClr val="FFFFFF">
                  <a:alpha val="2000"/>
                </a:srgbClr>
              </a:gs>
              <a:gs pos="31723">
                <a:srgbClr val="FFFFFF">
                  <a:alpha val="0"/>
                </a:srgbClr>
              </a:gs>
              <a:gs pos="9613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4329186" scaled="0"/>
          </a:gradFill>
          <a:ln>
            <a:noFill/>
          </a:ln>
        </p:spPr>
      </p:sp>
      <p:sp>
        <p:nvSpPr>
          <p:cNvPr id="222" name="!!rect-7ih"/>
          <p:cNvSpPr/>
          <p:nvPr/>
        </p:nvSpPr>
        <p:spPr>
          <a:xfrm>
            <a:off x="9728200" y="679450"/>
            <a:ext cx="520700" cy="23495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</p:spPr>
      </p:sp>
      <p:sp>
        <p:nvSpPr>
          <p:cNvPr id="223" name="!!circle-7ii"/>
          <p:cNvSpPr/>
          <p:nvPr/>
        </p:nvSpPr>
        <p:spPr>
          <a:xfrm>
            <a:off x="10088880" y="757555"/>
            <a:ext cx="78740" cy="78740"/>
          </a:xfrm>
          <a:prstGeom prst="ellipse">
            <a:avLst/>
          </a:prstGeom>
          <a:solidFill>
            <a:srgbClr val="0A0F16"/>
          </a:solidFill>
          <a:ln>
            <a:noFill/>
          </a:ln>
        </p:spPr>
      </p:sp>
      <p:sp>
        <p:nvSpPr>
          <p:cNvPr id="224" name="!!circle-7ij"/>
          <p:cNvSpPr/>
          <p:nvPr/>
        </p:nvSpPr>
        <p:spPr>
          <a:xfrm>
            <a:off x="10107930" y="776605"/>
            <a:ext cx="40640" cy="40640"/>
          </a:xfrm>
          <a:prstGeom prst="ellipse">
            <a:avLst/>
          </a:prstGeom>
          <a:solidFill>
            <a:srgbClr val="111B28"/>
          </a:solidFill>
          <a:ln>
            <a:noFill/>
          </a:ln>
        </p:spPr>
      </p:sp>
      <p:sp>
        <p:nvSpPr>
          <p:cNvPr id="225" name="!!circle-7ik"/>
          <p:cNvSpPr/>
          <p:nvPr/>
        </p:nvSpPr>
        <p:spPr>
          <a:xfrm>
            <a:off x="10130155" y="781685"/>
            <a:ext cx="13970" cy="13970"/>
          </a:xfrm>
          <a:prstGeom prst="ellipse">
            <a:avLst/>
          </a:prstGeom>
          <a:solidFill>
            <a:srgbClr val="3A5070">
              <a:alpha val="80000"/>
            </a:srgbClr>
          </a:solidFill>
          <a:ln>
            <a:noFill/>
          </a:ln>
        </p:spPr>
      </p:sp>
      <p:sp>
        <p:nvSpPr>
          <p:cNvPr id="226" name="!!path-9ic"/>
          <p:cNvSpPr/>
          <p:nvPr/>
        </p:nvSpPr>
        <p:spPr>
          <a:xfrm>
            <a:off x="381000" y="306527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227" name="!!path-9id"/>
          <p:cNvSpPr/>
          <p:nvPr/>
        </p:nvSpPr>
        <p:spPr>
          <a:xfrm>
            <a:off x="381000" y="308153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228" name="!!path-9ie"/>
          <p:cNvSpPr/>
          <p:nvPr/>
        </p:nvSpPr>
        <p:spPr>
          <a:xfrm>
            <a:off x="381000" y="309778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229" name="!!path-9if"/>
          <p:cNvSpPr/>
          <p:nvPr/>
        </p:nvSpPr>
        <p:spPr>
          <a:xfrm>
            <a:off x="381000" y="311404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230" name="!!path-9ig"/>
          <p:cNvSpPr/>
          <p:nvPr/>
        </p:nvSpPr>
        <p:spPr>
          <a:xfrm>
            <a:off x="381000" y="313030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231" name="!!path-9ih"/>
          <p:cNvSpPr/>
          <p:nvPr/>
        </p:nvSpPr>
        <p:spPr>
          <a:xfrm>
            <a:off x="381000" y="314655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232" name="!!path-9ii"/>
          <p:cNvSpPr/>
          <p:nvPr/>
        </p:nvSpPr>
        <p:spPr>
          <a:xfrm>
            <a:off x="381000" y="316281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233" name="!!path-9ij"/>
          <p:cNvSpPr/>
          <p:nvPr/>
        </p:nvSpPr>
        <p:spPr>
          <a:xfrm>
            <a:off x="381000" y="317906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234" name="!!path-9ik"/>
          <p:cNvSpPr/>
          <p:nvPr/>
        </p:nvSpPr>
        <p:spPr>
          <a:xfrm>
            <a:off x="419608" y="269342"/>
            <a:ext cx="128422" cy="122936"/>
          </a:xfrm>
          <a:custGeom>
            <a:avLst/>
            <a:gdLst/>
            <a:ahLst/>
            <a:cxnLst/>
            <a:rect l="l" t="t" r="r" b="b"/>
            <a:pathLst>
              <a:path w="128422" h="122936">
                <a:moveTo>
                  <a:pt x="0" y="17678"/>
                </a:moveTo>
                <a:lnTo>
                  <a:pt x="8128" y="5080"/>
                </a:lnTo>
                <a:cubicBezTo>
                  <a:pt x="32512" y="0"/>
                  <a:pt x="73152" y="7112"/>
                  <a:pt x="101600" y="26416"/>
                </a:cubicBezTo>
                <a:cubicBezTo>
                  <a:pt x="116840" y="37186"/>
                  <a:pt x="124968" y="49784"/>
                  <a:pt x="128422" y="62992"/>
                </a:cubicBezTo>
                <a:lnTo>
                  <a:pt x="128422" y="122936"/>
                </a:lnTo>
                <a:lnTo>
                  <a:pt x="0" y="1229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235" name="!!path-9il"/>
          <p:cNvSpPr/>
          <p:nvPr/>
        </p:nvSpPr>
        <p:spPr>
          <a:xfrm>
            <a:off x="419608" y="269342"/>
            <a:ext cx="128422" cy="62992"/>
          </a:xfrm>
          <a:custGeom>
            <a:avLst/>
            <a:gdLst/>
            <a:ahLst/>
            <a:cxnLst/>
            <a:rect l="l" t="t" r="r" b="b"/>
            <a:pathLst>
              <a:path w="128422" h="62992" fill="none">
                <a:moveTo>
                  <a:pt x="128422" y="62992"/>
                </a:moveTo>
                <a:cubicBezTo>
                  <a:pt x="124968" y="49784"/>
                  <a:pt x="116840" y="37186"/>
                  <a:pt x="101600" y="26416"/>
                </a:cubicBezTo>
                <a:cubicBezTo>
                  <a:pt x="73152" y="7112"/>
                  <a:pt x="32512" y="0"/>
                  <a:pt x="8128" y="5080"/>
                </a:cubicBezTo>
                <a:lnTo>
                  <a:pt x="0" y="1767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236" name="!!path-9im"/>
          <p:cNvSpPr/>
          <p:nvPr/>
        </p:nvSpPr>
        <p:spPr>
          <a:xfrm>
            <a:off x="407010" y="281534"/>
            <a:ext cx="141021" cy="110744"/>
          </a:xfrm>
          <a:custGeom>
            <a:avLst/>
            <a:gdLst/>
            <a:ahLst/>
            <a:cxnLst/>
            <a:rect l="l" t="t" r="r" b="b"/>
            <a:pathLst>
              <a:path w="141021" h="110744">
                <a:moveTo>
                  <a:pt x="0" y="22352"/>
                </a:moveTo>
                <a:lnTo>
                  <a:pt x="6502" y="6502"/>
                </a:lnTo>
                <a:cubicBezTo>
                  <a:pt x="36982" y="0"/>
                  <a:pt x="79654" y="7112"/>
                  <a:pt x="110134" y="25400"/>
                </a:cubicBezTo>
                <a:cubicBezTo>
                  <a:pt x="126390" y="35154"/>
                  <a:pt x="136550" y="49784"/>
                  <a:pt x="141021" y="62992"/>
                </a:cubicBezTo>
                <a:lnTo>
                  <a:pt x="141021" y="110744"/>
                </a:lnTo>
                <a:lnTo>
                  <a:pt x="0" y="110744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237" name="!!path-9in"/>
          <p:cNvSpPr/>
          <p:nvPr/>
        </p:nvSpPr>
        <p:spPr>
          <a:xfrm>
            <a:off x="407010" y="281534"/>
            <a:ext cx="141021" cy="62992"/>
          </a:xfrm>
          <a:custGeom>
            <a:avLst/>
            <a:gdLst/>
            <a:ahLst/>
            <a:cxnLst/>
            <a:rect l="l" t="t" r="r" b="b"/>
            <a:pathLst>
              <a:path w="141021" h="62992" fill="none">
                <a:moveTo>
                  <a:pt x="141021" y="62992"/>
                </a:moveTo>
                <a:cubicBezTo>
                  <a:pt x="136550" y="49784"/>
                  <a:pt x="126390" y="35154"/>
                  <a:pt x="110134" y="25400"/>
                </a:cubicBezTo>
                <a:cubicBezTo>
                  <a:pt x="79654" y="7112"/>
                  <a:pt x="36982" y="0"/>
                  <a:pt x="6502" y="6502"/>
                </a:cubicBezTo>
                <a:lnTo>
                  <a:pt x="0" y="22352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238" name="!!path-9io"/>
          <p:cNvSpPr/>
          <p:nvPr/>
        </p:nvSpPr>
        <p:spPr>
          <a:xfrm>
            <a:off x="395834" y="294742"/>
            <a:ext cx="151790" cy="97536"/>
          </a:xfrm>
          <a:custGeom>
            <a:avLst/>
            <a:gdLst/>
            <a:ahLst/>
            <a:cxnLst/>
            <a:rect l="l" t="t" r="r" b="b"/>
            <a:pathLst>
              <a:path w="151790" h="97536">
                <a:moveTo>
                  <a:pt x="0" y="23165"/>
                </a:moveTo>
                <a:lnTo>
                  <a:pt x="3861" y="12598"/>
                </a:lnTo>
                <a:cubicBezTo>
                  <a:pt x="37998" y="0"/>
                  <a:pt x="84734" y="5080"/>
                  <a:pt x="117246" y="21946"/>
                </a:cubicBezTo>
                <a:cubicBezTo>
                  <a:pt x="135534" y="31496"/>
                  <a:pt x="146710" y="43688"/>
                  <a:pt x="151790" y="55270"/>
                </a:cubicBezTo>
                <a:lnTo>
                  <a:pt x="151790" y="97536"/>
                </a:lnTo>
                <a:lnTo>
                  <a:pt x="0" y="975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239" name="!!path-9ip"/>
          <p:cNvSpPr/>
          <p:nvPr/>
        </p:nvSpPr>
        <p:spPr>
          <a:xfrm>
            <a:off x="395834" y="294742"/>
            <a:ext cx="151790" cy="55270"/>
          </a:xfrm>
          <a:custGeom>
            <a:avLst/>
            <a:gdLst/>
            <a:ahLst/>
            <a:cxnLst/>
            <a:rect l="l" t="t" r="r" b="b"/>
            <a:pathLst>
              <a:path w="151790" h="55270" fill="none">
                <a:moveTo>
                  <a:pt x="151790" y="55270"/>
                </a:moveTo>
                <a:cubicBezTo>
                  <a:pt x="146710" y="43688"/>
                  <a:pt x="135534" y="31496"/>
                  <a:pt x="117246" y="21946"/>
                </a:cubicBezTo>
                <a:cubicBezTo>
                  <a:pt x="84734" y="5080"/>
                  <a:pt x="37998" y="0"/>
                  <a:pt x="3861" y="12598"/>
                </a:cubicBezTo>
                <a:lnTo>
                  <a:pt x="0" y="23165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240" name="!!path-9iq"/>
          <p:cNvSpPr/>
          <p:nvPr/>
        </p:nvSpPr>
        <p:spPr>
          <a:xfrm>
            <a:off x="548234" y="264262"/>
            <a:ext cx="120294" cy="128016"/>
          </a:xfrm>
          <a:custGeom>
            <a:avLst/>
            <a:gdLst/>
            <a:ahLst/>
            <a:cxnLst/>
            <a:rect l="l" t="t" r="r" b="b"/>
            <a:pathLst>
              <a:path w="120294" h="128016">
                <a:moveTo>
                  <a:pt x="120294" y="18288"/>
                </a:moveTo>
                <a:lnTo>
                  <a:pt x="113589" y="4470"/>
                </a:lnTo>
                <a:cubicBezTo>
                  <a:pt x="86766" y="0"/>
                  <a:pt x="44094" y="10160"/>
                  <a:pt x="17678" y="30480"/>
                </a:cubicBezTo>
                <a:cubicBezTo>
                  <a:pt x="6502" y="39624"/>
                  <a:pt x="1422" y="52832"/>
                  <a:pt x="0" y="67056"/>
                </a:cubicBezTo>
                <a:lnTo>
                  <a:pt x="0" y="128016"/>
                </a:lnTo>
                <a:lnTo>
                  <a:pt x="120294" y="12801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241" name="!!path-9ir"/>
          <p:cNvSpPr/>
          <p:nvPr/>
        </p:nvSpPr>
        <p:spPr>
          <a:xfrm>
            <a:off x="548234" y="264262"/>
            <a:ext cx="120294" cy="67056"/>
          </a:xfrm>
          <a:custGeom>
            <a:avLst/>
            <a:gdLst/>
            <a:ahLst/>
            <a:cxnLst/>
            <a:rect l="l" t="t" r="r" b="b"/>
            <a:pathLst>
              <a:path w="120294" h="67056" fill="none">
                <a:moveTo>
                  <a:pt x="0" y="67056"/>
                </a:moveTo>
                <a:cubicBezTo>
                  <a:pt x="1422" y="52832"/>
                  <a:pt x="6502" y="39624"/>
                  <a:pt x="17678" y="30480"/>
                </a:cubicBezTo>
                <a:cubicBezTo>
                  <a:pt x="44094" y="10160"/>
                  <a:pt x="86766" y="0"/>
                  <a:pt x="113589" y="4470"/>
                </a:cubicBezTo>
                <a:lnTo>
                  <a:pt x="120294" y="1828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242" name="!!path-9is"/>
          <p:cNvSpPr/>
          <p:nvPr/>
        </p:nvSpPr>
        <p:spPr>
          <a:xfrm>
            <a:off x="548437" y="279502"/>
            <a:ext cx="133299" cy="112776"/>
          </a:xfrm>
          <a:custGeom>
            <a:avLst/>
            <a:gdLst/>
            <a:ahLst/>
            <a:cxnLst/>
            <a:rect l="l" t="t" r="r" b="b"/>
            <a:pathLst>
              <a:path w="133299" h="112776">
                <a:moveTo>
                  <a:pt x="133299" y="19710"/>
                </a:moveTo>
                <a:lnTo>
                  <a:pt x="127203" y="3048"/>
                </a:lnTo>
                <a:cubicBezTo>
                  <a:pt x="94691" y="0"/>
                  <a:pt x="54051" y="11176"/>
                  <a:pt x="27635" y="30683"/>
                </a:cubicBezTo>
                <a:cubicBezTo>
                  <a:pt x="13411" y="41250"/>
                  <a:pt x="4267" y="53848"/>
                  <a:pt x="0" y="65024"/>
                </a:cubicBezTo>
                <a:lnTo>
                  <a:pt x="0" y="112776"/>
                </a:lnTo>
                <a:lnTo>
                  <a:pt x="133299" y="11277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243" name="!!path-9it"/>
          <p:cNvSpPr/>
          <p:nvPr/>
        </p:nvSpPr>
        <p:spPr>
          <a:xfrm>
            <a:off x="548437" y="279502"/>
            <a:ext cx="133299" cy="65024"/>
          </a:xfrm>
          <a:custGeom>
            <a:avLst/>
            <a:gdLst/>
            <a:ahLst/>
            <a:cxnLst/>
            <a:rect l="l" t="t" r="r" b="b"/>
            <a:pathLst>
              <a:path w="133299" h="65024" fill="none">
                <a:moveTo>
                  <a:pt x="0" y="65024"/>
                </a:moveTo>
                <a:cubicBezTo>
                  <a:pt x="4267" y="53848"/>
                  <a:pt x="13411" y="41250"/>
                  <a:pt x="27635" y="30683"/>
                </a:cubicBezTo>
                <a:cubicBezTo>
                  <a:pt x="54051" y="11176"/>
                  <a:pt x="94691" y="0"/>
                  <a:pt x="127203" y="3048"/>
                </a:cubicBezTo>
                <a:lnTo>
                  <a:pt x="133299" y="19710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244" name="!!path-9iu"/>
          <p:cNvSpPr/>
          <p:nvPr/>
        </p:nvSpPr>
        <p:spPr>
          <a:xfrm>
            <a:off x="548843" y="293726"/>
            <a:ext cx="142646" cy="98552"/>
          </a:xfrm>
          <a:custGeom>
            <a:avLst/>
            <a:gdLst/>
            <a:ahLst/>
            <a:cxnLst/>
            <a:rect l="l" t="t" r="r" b="b"/>
            <a:pathLst>
              <a:path w="142646" h="98552">
                <a:moveTo>
                  <a:pt x="142646" y="18898"/>
                </a:moveTo>
                <a:lnTo>
                  <a:pt x="139802" y="8738"/>
                </a:lnTo>
                <a:cubicBezTo>
                  <a:pt x="106477" y="0"/>
                  <a:pt x="63805" y="5080"/>
                  <a:pt x="35357" y="19304"/>
                </a:cubicBezTo>
                <a:cubicBezTo>
                  <a:pt x="17069" y="28448"/>
                  <a:pt x="5893" y="42672"/>
                  <a:pt x="0" y="56286"/>
                </a:cubicBezTo>
                <a:lnTo>
                  <a:pt x="0" y="98552"/>
                </a:lnTo>
                <a:lnTo>
                  <a:pt x="142646" y="98552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245" name="!!path-9iv"/>
          <p:cNvSpPr/>
          <p:nvPr/>
        </p:nvSpPr>
        <p:spPr>
          <a:xfrm>
            <a:off x="548843" y="293726"/>
            <a:ext cx="142646" cy="56286"/>
          </a:xfrm>
          <a:custGeom>
            <a:avLst/>
            <a:gdLst/>
            <a:ahLst/>
            <a:cxnLst/>
            <a:rect l="l" t="t" r="r" b="b"/>
            <a:pathLst>
              <a:path w="142646" h="56286" fill="none">
                <a:moveTo>
                  <a:pt x="0" y="56286"/>
                </a:moveTo>
                <a:cubicBezTo>
                  <a:pt x="5893" y="42672"/>
                  <a:pt x="17069" y="28448"/>
                  <a:pt x="35357" y="19304"/>
                </a:cubicBezTo>
                <a:cubicBezTo>
                  <a:pt x="63805" y="5080"/>
                  <a:pt x="106477" y="0"/>
                  <a:pt x="139802" y="8738"/>
                </a:cubicBezTo>
                <a:lnTo>
                  <a:pt x="142646" y="1889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246" name="!!path-9iw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627D8D"/>
              </a:gs>
              <a:gs pos="21794">
                <a:srgbClr val="627D8D"/>
              </a:gs>
              <a:gs pos="55376">
                <a:srgbClr val="627D8D"/>
              </a:gs>
              <a:gs pos="96421">
                <a:srgbClr val="98ABB7"/>
              </a:gs>
              <a:gs pos="100000">
                <a:srgbClr val="98ABB7"/>
              </a:gs>
            </a:gsLst>
            <a:lin ang="1983350" scaled="0"/>
          </a:gradFill>
          <a:ln>
            <a:noFill/>
          </a:ln>
        </p:spPr>
      </p:sp>
      <p:sp>
        <p:nvSpPr>
          <p:cNvPr id="247" name="!!path-9ix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0000"/>
                </a:srgbClr>
              </a:gs>
              <a:gs pos="4764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83333" t="79291" r="16667" b="20709"/>
            </a:path>
          </a:gradFill>
          <a:ln>
            <a:noFill/>
          </a:ln>
        </p:spPr>
      </p:sp>
      <p:sp>
        <p:nvSpPr>
          <p:cNvPr id="248" name="!!line-9iy"/>
          <p:cNvSpPr/>
          <p:nvPr/>
        </p:nvSpPr>
        <p:spPr>
          <a:xfrm>
            <a:off x="549046" y="363017"/>
            <a:ext cx="1" cy="153619"/>
          </a:xfrm>
          <a:custGeom>
            <a:avLst/>
            <a:gdLst/>
            <a:ahLst/>
            <a:cxnLst/>
            <a:rect l="l" t="t" r="r" b="b"/>
            <a:pathLst>
              <a:path w="1" h="153619">
                <a:moveTo>
                  <a:pt x="0" y="0"/>
                </a:moveTo>
                <a:lnTo>
                  <a:pt x="0" y="153619"/>
                </a:lnTo>
              </a:path>
            </a:pathLst>
          </a:custGeom>
          <a:solidFill>
            <a:srgbClr val="000000"/>
          </a:solidFill>
          <a:ln w="6909" cap="rnd">
            <a:solidFill>
              <a:srgbClr val="C9D3D9"/>
            </a:solidFill>
            <a:prstDash val="solid"/>
            <a:miter lim="800000"/>
          </a:ln>
        </p:spPr>
      </p:sp>
      <p:sp>
        <p:nvSpPr>
          <p:cNvPr id="249" name="!!path-9iz"/>
          <p:cNvSpPr/>
          <p:nvPr/>
        </p:nvSpPr>
        <p:spPr>
          <a:xfrm>
            <a:off x="657962" y="442062"/>
            <a:ext cx="25400" cy="37998"/>
          </a:xfrm>
          <a:custGeom>
            <a:avLst/>
            <a:gdLst/>
            <a:ahLst/>
            <a:cxnLst/>
            <a:rect l="l" t="t" r="r" b="b"/>
            <a:pathLst>
              <a:path w="25400" h="37998">
                <a:moveTo>
                  <a:pt x="0" y="2642"/>
                </a:moveTo>
                <a:lnTo>
                  <a:pt x="15240" y="0"/>
                </a:lnTo>
                <a:lnTo>
                  <a:pt x="25400" y="37186"/>
                </a:lnTo>
                <a:lnTo>
                  <a:pt x="7518" y="37998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 w="1016" cap="flat">
            <a:solidFill>
              <a:srgbClr val="FFFFFF">
                <a:alpha val="55000"/>
              </a:srgbClr>
            </a:solidFill>
            <a:prstDash val="solid"/>
            <a:round/>
          </a:ln>
        </p:spPr>
      </p:sp>
      <p:sp>
        <p:nvSpPr>
          <p:cNvPr id="250" name="!!text-9j0" descr="救「舊」我的書"/>
          <p:cNvSpPr txBox="1"/>
          <p:nvPr/>
        </p:nvSpPr>
        <p:spPr>
          <a:xfrm>
            <a:off x="805879" y="251460"/>
            <a:ext cx="1120140" cy="25745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400" b="1" kern="0" spc="-70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救</a:t>
            </a:r>
            <a:r>
              <a:rPr lang="zh-TW" altLang="en-US" sz="14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「舊</a:t>
            </a:r>
            <a:r>
              <a:rPr lang="zh-TW" altLang="en-US" sz="1400" b="1" kern="0" spc="-70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」</a:t>
            </a:r>
            <a:r>
              <a:rPr lang="zh-TW" altLang="en-US" sz="14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我的書</a:t>
            </a:r>
            <a:endParaRPr lang="zh-TW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fast" p14:dur="1700" advTm="100">
        <p159:morph option="byObject"/>
      </p:transition>
    </mc:Choice>
    <mc:Fallback>
      <p:transition spd="fast" advTm="100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52.9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rect-1q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7"/>
          </a:solidFill>
          <a:ln>
            <a:noFill/>
          </a:ln>
        </p:spPr>
      </p:sp>
      <p:sp>
        <p:nvSpPr>
          <p:cNvPr id="3" name="!!ellipse-1q2"/>
          <p:cNvSpPr/>
          <p:nvPr/>
        </p:nvSpPr>
        <p:spPr>
          <a:xfrm>
            <a:off x="-889000" y="-952500"/>
            <a:ext cx="13970000" cy="7874000"/>
          </a:xfrm>
          <a:prstGeom prst="ellipse">
            <a:avLst/>
          </a:prstGeom>
          <a:gradFill rotWithShape="1">
            <a:gsLst>
              <a:gs pos="0">
                <a:srgbClr val="FFFFFF">
                  <a:alpha val="95000"/>
                </a:srgbClr>
              </a:gs>
              <a:gs pos="40865">
                <a:srgbClr val="FFFFFF">
                  <a:alpha val="35000"/>
                </a:srgbClr>
              </a:gs>
              <a:gs pos="68108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!!rect-1q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P1"/>
            <a:srcRect/>
            <a:tile tx="42215" ty="99917" sx="16667" sy="16667" flip="none" algn="tl"/>
          </a:blipFill>
          <a:ln>
            <a:noFill/>
          </a:ln>
        </p:spPr>
      </p:sp>
      <p:sp>
        <p:nvSpPr>
          <p:cNvPr id="5" name="!!circle-1qb"/>
          <p:cNvSpPr/>
          <p:nvPr/>
        </p:nvSpPr>
        <p:spPr>
          <a:xfrm>
            <a:off x="730929" y="3313328"/>
            <a:ext cx="2046732" cy="2046732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" name="!!circle-1qg"/>
          <p:cNvSpPr/>
          <p:nvPr/>
        </p:nvSpPr>
        <p:spPr>
          <a:xfrm>
            <a:off x="3593249" y="5118633"/>
            <a:ext cx="1987309" cy="1987309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7" name="!!circle-1rf"/>
          <p:cNvSpPr/>
          <p:nvPr/>
        </p:nvSpPr>
        <p:spPr>
          <a:xfrm>
            <a:off x="1662386" y="4154132"/>
            <a:ext cx="1614653" cy="1614653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8" name="!!circle-1ro"/>
          <p:cNvSpPr/>
          <p:nvPr/>
        </p:nvSpPr>
        <p:spPr>
          <a:xfrm>
            <a:off x="6210141" y="5265064"/>
            <a:ext cx="1641335" cy="1641335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9" name="!!circle-1rq"/>
          <p:cNvSpPr/>
          <p:nvPr/>
        </p:nvSpPr>
        <p:spPr>
          <a:xfrm>
            <a:off x="-89071" y="1823028"/>
            <a:ext cx="1404252" cy="1404252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0" name="!!circle-1s5"/>
          <p:cNvSpPr/>
          <p:nvPr/>
        </p:nvSpPr>
        <p:spPr>
          <a:xfrm>
            <a:off x="4796619" y="6413589"/>
            <a:ext cx="905091" cy="905091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1" name="!!circle-1sg"/>
          <p:cNvSpPr/>
          <p:nvPr/>
        </p:nvSpPr>
        <p:spPr>
          <a:xfrm>
            <a:off x="-68809" y="1163091"/>
            <a:ext cx="1615783" cy="1615783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2" name="!!rect-1sh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5F7">
                  <a:alpha val="0"/>
                </a:srgbClr>
              </a:gs>
              <a:gs pos="20428">
                <a:srgbClr val="F3F5F7">
                  <a:alpha val="0"/>
                </a:srgbClr>
              </a:gs>
              <a:gs pos="66730">
                <a:srgbClr val="F3F5F7"/>
              </a:gs>
              <a:gs pos="100000">
                <a:srgbClr val="F3F5F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3" name="!!circle-1sj"/>
          <p:cNvSpPr/>
          <p:nvPr/>
        </p:nvSpPr>
        <p:spPr>
          <a:xfrm>
            <a:off x="110387" y="267860"/>
            <a:ext cx="50038" cy="50038"/>
          </a:xfrm>
          <a:prstGeom prst="ellipse">
            <a:avLst/>
          </a:prstGeom>
          <a:solidFill>
            <a:srgbClr val="627D8D">
              <a:alpha val="25400"/>
            </a:srgbClr>
          </a:solidFill>
          <a:ln>
            <a:noFill/>
          </a:ln>
        </p:spPr>
      </p:sp>
      <p:sp>
        <p:nvSpPr>
          <p:cNvPr id="14" name="!!circle-1sm"/>
          <p:cNvSpPr/>
          <p:nvPr/>
        </p:nvSpPr>
        <p:spPr>
          <a:xfrm>
            <a:off x="5639711" y="1536067"/>
            <a:ext cx="36055" cy="36055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15" name="!!circle-1sp"/>
          <p:cNvSpPr/>
          <p:nvPr/>
        </p:nvSpPr>
        <p:spPr>
          <a:xfrm>
            <a:off x="9306321" y="3446275"/>
            <a:ext cx="24295" cy="24295"/>
          </a:xfrm>
          <a:prstGeom prst="ellipse">
            <a:avLst/>
          </a:prstGeom>
          <a:solidFill>
            <a:srgbClr val="627D8D">
              <a:alpha val="18100"/>
            </a:srgbClr>
          </a:solidFill>
          <a:ln>
            <a:noFill/>
          </a:ln>
        </p:spPr>
      </p:sp>
      <p:sp>
        <p:nvSpPr>
          <p:cNvPr id="16" name="!!circle-1ss"/>
          <p:cNvSpPr/>
          <p:nvPr/>
        </p:nvSpPr>
        <p:spPr>
          <a:xfrm>
            <a:off x="3572357" y="6612818"/>
            <a:ext cx="25959" cy="25959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17" name="!!circle-1sv"/>
          <p:cNvSpPr/>
          <p:nvPr/>
        </p:nvSpPr>
        <p:spPr>
          <a:xfrm>
            <a:off x="1899376" y="1914405"/>
            <a:ext cx="35878" cy="35878"/>
          </a:xfrm>
          <a:prstGeom prst="ellipse">
            <a:avLst/>
          </a:prstGeom>
          <a:solidFill>
            <a:srgbClr val="627D8D">
              <a:alpha val="26800"/>
            </a:srgbClr>
          </a:solidFill>
          <a:ln>
            <a:noFill/>
          </a:ln>
        </p:spPr>
      </p:sp>
      <p:sp>
        <p:nvSpPr>
          <p:cNvPr id="18" name="!!circle-1sy"/>
          <p:cNvSpPr/>
          <p:nvPr/>
        </p:nvSpPr>
        <p:spPr>
          <a:xfrm>
            <a:off x="6763257" y="4095055"/>
            <a:ext cx="40234" cy="40234"/>
          </a:xfrm>
          <a:prstGeom prst="ellipse">
            <a:avLst/>
          </a:prstGeom>
          <a:solidFill>
            <a:srgbClr val="627D8D">
              <a:alpha val="31300"/>
            </a:srgbClr>
          </a:solidFill>
          <a:ln>
            <a:noFill/>
          </a:ln>
        </p:spPr>
      </p:sp>
      <p:sp>
        <p:nvSpPr>
          <p:cNvPr id="19" name="!!circle-1t1"/>
          <p:cNvSpPr/>
          <p:nvPr/>
        </p:nvSpPr>
        <p:spPr>
          <a:xfrm>
            <a:off x="10041612" y="145211"/>
            <a:ext cx="23559" cy="23559"/>
          </a:xfrm>
          <a:prstGeom prst="ellipse">
            <a:avLst/>
          </a:prstGeom>
          <a:solidFill>
            <a:srgbClr val="627D8D">
              <a:alpha val="17900"/>
            </a:srgbClr>
          </a:solidFill>
          <a:ln>
            <a:noFill/>
          </a:ln>
        </p:spPr>
      </p:sp>
      <p:sp>
        <p:nvSpPr>
          <p:cNvPr id="20" name="!!circle-1t4"/>
          <p:cNvSpPr/>
          <p:nvPr/>
        </p:nvSpPr>
        <p:spPr>
          <a:xfrm>
            <a:off x="1093674" y="5128193"/>
            <a:ext cx="29959" cy="29959"/>
          </a:xfrm>
          <a:prstGeom prst="ellipse">
            <a:avLst/>
          </a:prstGeom>
          <a:solidFill>
            <a:srgbClr val="627D8D">
              <a:alpha val="19400"/>
            </a:srgbClr>
          </a:solidFill>
          <a:ln>
            <a:noFill/>
          </a:ln>
        </p:spPr>
      </p:sp>
      <p:sp>
        <p:nvSpPr>
          <p:cNvPr id="21" name="!!circle-1t7"/>
          <p:cNvSpPr/>
          <p:nvPr/>
        </p:nvSpPr>
        <p:spPr>
          <a:xfrm>
            <a:off x="8531733" y="4633066"/>
            <a:ext cx="28702" cy="28702"/>
          </a:xfrm>
          <a:prstGeom prst="ellipse">
            <a:avLst/>
          </a:prstGeom>
          <a:solidFill>
            <a:srgbClr val="627D8D">
              <a:alpha val="17800"/>
            </a:srgbClr>
          </a:solidFill>
          <a:ln>
            <a:noFill/>
          </a:ln>
        </p:spPr>
      </p:sp>
      <p:sp>
        <p:nvSpPr>
          <p:cNvPr id="22" name="!!circle-1ta"/>
          <p:cNvSpPr/>
          <p:nvPr/>
        </p:nvSpPr>
        <p:spPr>
          <a:xfrm>
            <a:off x="11084442" y="2095663"/>
            <a:ext cx="24066" cy="24066"/>
          </a:xfrm>
          <a:prstGeom prst="ellipse">
            <a:avLst/>
          </a:prstGeom>
          <a:solidFill>
            <a:srgbClr val="627D8D">
              <a:alpha val="23900"/>
            </a:srgbClr>
          </a:solidFill>
          <a:ln>
            <a:noFill/>
          </a:ln>
        </p:spPr>
      </p:sp>
      <p:sp>
        <p:nvSpPr>
          <p:cNvPr id="23" name="!!circle-1td"/>
          <p:cNvSpPr/>
          <p:nvPr/>
        </p:nvSpPr>
        <p:spPr>
          <a:xfrm>
            <a:off x="8356916" y="6148140"/>
            <a:ext cx="35865" cy="35865"/>
          </a:xfrm>
          <a:prstGeom prst="ellipse">
            <a:avLst/>
          </a:prstGeom>
          <a:solidFill>
            <a:srgbClr val="627D8D">
              <a:alpha val="28200"/>
            </a:srgbClr>
          </a:solidFill>
          <a:ln>
            <a:noFill/>
          </a:ln>
        </p:spPr>
      </p:sp>
      <p:sp>
        <p:nvSpPr>
          <p:cNvPr id="24" name="!!circle-1tg"/>
          <p:cNvSpPr/>
          <p:nvPr/>
        </p:nvSpPr>
        <p:spPr>
          <a:xfrm>
            <a:off x="1433457" y="3414792"/>
            <a:ext cx="39218" cy="39218"/>
          </a:xfrm>
          <a:prstGeom prst="ellipse">
            <a:avLst/>
          </a:prstGeom>
          <a:solidFill>
            <a:srgbClr val="627D8D">
              <a:alpha val="29600"/>
            </a:srgbClr>
          </a:solidFill>
          <a:ln>
            <a:noFill/>
          </a:ln>
        </p:spPr>
      </p:sp>
      <p:sp>
        <p:nvSpPr>
          <p:cNvPr id="25" name="!!circle-1tj"/>
          <p:cNvSpPr/>
          <p:nvPr/>
        </p:nvSpPr>
        <p:spPr>
          <a:xfrm>
            <a:off x="7181864" y="6407438"/>
            <a:ext cx="49733" cy="49733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6" name="!!circle-1tm"/>
          <p:cNvSpPr/>
          <p:nvPr/>
        </p:nvSpPr>
        <p:spPr>
          <a:xfrm>
            <a:off x="6307955" y="2060792"/>
            <a:ext cx="41694" cy="41694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7" name="!!circle-1tp"/>
          <p:cNvSpPr/>
          <p:nvPr/>
        </p:nvSpPr>
        <p:spPr>
          <a:xfrm>
            <a:off x="6785691" y="5463670"/>
            <a:ext cx="31979" cy="31979"/>
          </a:xfrm>
          <a:prstGeom prst="ellipse">
            <a:avLst/>
          </a:prstGeom>
          <a:solidFill>
            <a:srgbClr val="627D8D">
              <a:alpha val="24100"/>
            </a:srgbClr>
          </a:solidFill>
          <a:ln>
            <a:noFill/>
          </a:ln>
        </p:spPr>
      </p:sp>
      <p:sp>
        <p:nvSpPr>
          <p:cNvPr id="28" name="!!circle-1ts"/>
          <p:cNvSpPr/>
          <p:nvPr/>
        </p:nvSpPr>
        <p:spPr>
          <a:xfrm>
            <a:off x="3825288" y="1417965"/>
            <a:ext cx="18085" cy="18085"/>
          </a:xfrm>
          <a:prstGeom prst="ellipse">
            <a:avLst/>
          </a:prstGeom>
          <a:solidFill>
            <a:srgbClr val="627D8D">
              <a:alpha val="10500"/>
            </a:srgbClr>
          </a:solidFill>
          <a:ln>
            <a:noFill/>
          </a:ln>
        </p:spPr>
      </p:sp>
      <p:sp>
        <p:nvSpPr>
          <p:cNvPr id="29" name="!!circle-1ty"/>
          <p:cNvSpPr/>
          <p:nvPr/>
        </p:nvSpPr>
        <p:spPr>
          <a:xfrm>
            <a:off x="3395220" y="6596318"/>
            <a:ext cx="39243" cy="39243"/>
          </a:xfrm>
          <a:prstGeom prst="ellipse">
            <a:avLst/>
          </a:prstGeom>
          <a:solidFill>
            <a:srgbClr val="627D8D">
              <a:alpha val="27700"/>
            </a:srgbClr>
          </a:solidFill>
          <a:ln>
            <a:noFill/>
          </a:ln>
        </p:spPr>
      </p:sp>
      <p:sp>
        <p:nvSpPr>
          <p:cNvPr id="30" name="!!circle-1u1"/>
          <p:cNvSpPr/>
          <p:nvPr/>
        </p:nvSpPr>
        <p:spPr>
          <a:xfrm>
            <a:off x="1670190" y="6724620"/>
            <a:ext cx="34519" cy="34519"/>
          </a:xfrm>
          <a:prstGeom prst="ellipse">
            <a:avLst/>
          </a:prstGeom>
          <a:solidFill>
            <a:srgbClr val="627D8D">
              <a:alpha val="22500"/>
            </a:srgbClr>
          </a:solidFill>
          <a:ln>
            <a:noFill/>
          </a:ln>
        </p:spPr>
      </p:sp>
      <p:sp>
        <p:nvSpPr>
          <p:cNvPr id="31" name="!!circle-1u4"/>
          <p:cNvSpPr/>
          <p:nvPr/>
        </p:nvSpPr>
        <p:spPr>
          <a:xfrm>
            <a:off x="2583228" y="5402966"/>
            <a:ext cx="46228" cy="46228"/>
          </a:xfrm>
          <a:prstGeom prst="ellipse">
            <a:avLst/>
          </a:prstGeom>
          <a:solidFill>
            <a:srgbClr val="627D8D">
              <a:alpha val="26200"/>
            </a:srgbClr>
          </a:solidFill>
          <a:ln>
            <a:noFill/>
          </a:ln>
        </p:spPr>
      </p:sp>
      <p:sp>
        <p:nvSpPr>
          <p:cNvPr id="32" name="!!circle-1u7"/>
          <p:cNvSpPr/>
          <p:nvPr/>
        </p:nvSpPr>
        <p:spPr>
          <a:xfrm>
            <a:off x="7410530" y="4938969"/>
            <a:ext cx="49327" cy="49327"/>
          </a:xfrm>
          <a:prstGeom prst="ellipse">
            <a:avLst/>
          </a:prstGeom>
          <a:solidFill>
            <a:srgbClr val="627D8D">
              <a:alpha val="20800"/>
            </a:srgbClr>
          </a:solidFill>
          <a:ln>
            <a:noFill/>
          </a:ln>
        </p:spPr>
      </p:sp>
      <p:sp>
        <p:nvSpPr>
          <p:cNvPr id="33" name="!!circle-1ua"/>
          <p:cNvSpPr/>
          <p:nvPr/>
        </p:nvSpPr>
        <p:spPr>
          <a:xfrm>
            <a:off x="9690906" y="5718876"/>
            <a:ext cx="24054" cy="24054"/>
          </a:xfrm>
          <a:prstGeom prst="ellipse">
            <a:avLst/>
          </a:prstGeom>
          <a:solidFill>
            <a:srgbClr val="627D8D">
              <a:alpha val="22200"/>
            </a:srgbClr>
          </a:solidFill>
          <a:ln>
            <a:noFill/>
          </a:ln>
        </p:spPr>
      </p:sp>
      <p:sp>
        <p:nvSpPr>
          <p:cNvPr id="34" name="!!circle-1ud"/>
          <p:cNvSpPr/>
          <p:nvPr/>
        </p:nvSpPr>
        <p:spPr>
          <a:xfrm>
            <a:off x="2142565" y="1624825"/>
            <a:ext cx="32271" cy="32271"/>
          </a:xfrm>
          <a:prstGeom prst="ellipse">
            <a:avLst/>
          </a:prstGeom>
          <a:solidFill>
            <a:srgbClr val="627D8D">
              <a:alpha val="20500"/>
            </a:srgbClr>
          </a:solidFill>
          <a:ln>
            <a:noFill/>
          </a:ln>
        </p:spPr>
      </p:sp>
      <p:sp>
        <p:nvSpPr>
          <p:cNvPr id="35" name="!!circle-1uj"/>
          <p:cNvSpPr/>
          <p:nvPr/>
        </p:nvSpPr>
        <p:spPr>
          <a:xfrm>
            <a:off x="2099014" y="2652249"/>
            <a:ext cx="34252" cy="34252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36" name="!!circle-1um"/>
          <p:cNvSpPr/>
          <p:nvPr/>
        </p:nvSpPr>
        <p:spPr>
          <a:xfrm>
            <a:off x="9621404" y="4677318"/>
            <a:ext cx="44196" cy="44196"/>
          </a:xfrm>
          <a:prstGeom prst="ellipse">
            <a:avLst/>
          </a:prstGeom>
          <a:solidFill>
            <a:srgbClr val="627D8D">
              <a:alpha val="21700"/>
            </a:srgbClr>
          </a:solidFill>
          <a:ln>
            <a:noFill/>
          </a:ln>
        </p:spPr>
      </p:sp>
      <p:sp>
        <p:nvSpPr>
          <p:cNvPr id="37" name="!!circle-1up"/>
          <p:cNvSpPr/>
          <p:nvPr/>
        </p:nvSpPr>
        <p:spPr>
          <a:xfrm>
            <a:off x="6822930" y="1925525"/>
            <a:ext cx="35192" cy="35192"/>
          </a:xfrm>
          <a:prstGeom prst="ellipse">
            <a:avLst/>
          </a:prstGeom>
          <a:solidFill>
            <a:srgbClr val="627D8D">
              <a:alpha val="27100"/>
            </a:srgbClr>
          </a:solidFill>
          <a:ln>
            <a:noFill/>
          </a:ln>
        </p:spPr>
      </p:sp>
      <p:sp>
        <p:nvSpPr>
          <p:cNvPr id="38" name="!!circle-1us"/>
          <p:cNvSpPr/>
          <p:nvPr/>
        </p:nvSpPr>
        <p:spPr>
          <a:xfrm>
            <a:off x="10091650" y="5545836"/>
            <a:ext cx="43358" cy="43358"/>
          </a:xfrm>
          <a:prstGeom prst="ellipse">
            <a:avLst/>
          </a:prstGeom>
          <a:solidFill>
            <a:srgbClr val="627D8D">
              <a:alpha val="19500"/>
            </a:srgbClr>
          </a:solidFill>
          <a:ln>
            <a:noFill/>
          </a:ln>
        </p:spPr>
      </p:sp>
      <p:sp>
        <p:nvSpPr>
          <p:cNvPr id="39" name="!!circle-1uv"/>
          <p:cNvSpPr/>
          <p:nvPr/>
        </p:nvSpPr>
        <p:spPr>
          <a:xfrm>
            <a:off x="3084131" y="2347890"/>
            <a:ext cx="33528" cy="33528"/>
          </a:xfrm>
          <a:prstGeom prst="ellipse">
            <a:avLst/>
          </a:prstGeom>
          <a:solidFill>
            <a:srgbClr val="627D8D">
              <a:alpha val="28300"/>
            </a:srgbClr>
          </a:solidFill>
          <a:ln>
            <a:noFill/>
          </a:ln>
        </p:spPr>
      </p:sp>
      <p:sp>
        <p:nvSpPr>
          <p:cNvPr id="40" name="!!circle-1uy"/>
          <p:cNvSpPr/>
          <p:nvPr/>
        </p:nvSpPr>
        <p:spPr>
          <a:xfrm>
            <a:off x="6736414" y="2880984"/>
            <a:ext cx="28956" cy="28956"/>
          </a:xfrm>
          <a:prstGeom prst="ellipse">
            <a:avLst/>
          </a:prstGeom>
          <a:solidFill>
            <a:srgbClr val="627D8D">
              <a:alpha val="21800"/>
            </a:srgbClr>
          </a:solidFill>
          <a:ln>
            <a:noFill/>
          </a:ln>
        </p:spPr>
      </p:sp>
      <p:sp>
        <p:nvSpPr>
          <p:cNvPr id="41" name="!!circle-1v1"/>
          <p:cNvSpPr/>
          <p:nvPr/>
        </p:nvSpPr>
        <p:spPr>
          <a:xfrm>
            <a:off x="6969469" y="6620525"/>
            <a:ext cx="45555" cy="45555"/>
          </a:xfrm>
          <a:prstGeom prst="ellipse">
            <a:avLst/>
          </a:prstGeom>
          <a:solidFill>
            <a:srgbClr val="627D8D">
              <a:alpha val="20900"/>
            </a:srgbClr>
          </a:solidFill>
          <a:ln>
            <a:noFill/>
          </a:ln>
        </p:spPr>
      </p:sp>
      <p:sp>
        <p:nvSpPr>
          <p:cNvPr id="42" name="!!circle-1v4"/>
          <p:cNvSpPr/>
          <p:nvPr/>
        </p:nvSpPr>
        <p:spPr>
          <a:xfrm>
            <a:off x="11323376" y="3598070"/>
            <a:ext cx="39484" cy="39484"/>
          </a:xfrm>
          <a:prstGeom prst="ellipse">
            <a:avLst/>
          </a:prstGeom>
          <a:solidFill>
            <a:srgbClr val="627D8D">
              <a:alpha val="13600"/>
            </a:srgbClr>
          </a:solidFill>
          <a:ln>
            <a:noFill/>
          </a:ln>
        </p:spPr>
      </p:sp>
      <p:sp>
        <p:nvSpPr>
          <p:cNvPr id="43" name="!!circle-1v7"/>
          <p:cNvSpPr/>
          <p:nvPr/>
        </p:nvSpPr>
        <p:spPr>
          <a:xfrm>
            <a:off x="7432557" y="5789947"/>
            <a:ext cx="30455" cy="30455"/>
          </a:xfrm>
          <a:prstGeom prst="ellipse">
            <a:avLst/>
          </a:prstGeom>
          <a:solidFill>
            <a:srgbClr val="627D8D">
              <a:alpha val="16500"/>
            </a:srgbClr>
          </a:solidFill>
          <a:ln>
            <a:noFill/>
          </a:ln>
        </p:spPr>
      </p:sp>
      <p:sp>
        <p:nvSpPr>
          <p:cNvPr id="44" name="!!circle-1va"/>
          <p:cNvSpPr/>
          <p:nvPr/>
        </p:nvSpPr>
        <p:spPr>
          <a:xfrm>
            <a:off x="8928996" y="6539402"/>
            <a:ext cx="28257" cy="28257"/>
          </a:xfrm>
          <a:prstGeom prst="ellipse">
            <a:avLst/>
          </a:prstGeom>
          <a:solidFill>
            <a:srgbClr val="627D8D">
              <a:alpha val="15700"/>
            </a:srgbClr>
          </a:solidFill>
          <a:ln>
            <a:noFill/>
          </a:ln>
        </p:spPr>
      </p:sp>
      <p:sp>
        <p:nvSpPr>
          <p:cNvPr id="45" name="!!circle-1vd"/>
          <p:cNvSpPr/>
          <p:nvPr/>
        </p:nvSpPr>
        <p:spPr>
          <a:xfrm>
            <a:off x="11306459" y="5268905"/>
            <a:ext cx="45149" cy="45149"/>
          </a:xfrm>
          <a:prstGeom prst="ellipse">
            <a:avLst/>
          </a:prstGeom>
          <a:solidFill>
            <a:srgbClr val="627D8D">
              <a:alpha val="31200"/>
            </a:srgbClr>
          </a:solidFill>
          <a:ln>
            <a:noFill/>
          </a:ln>
        </p:spPr>
      </p:sp>
      <p:sp>
        <p:nvSpPr>
          <p:cNvPr id="46" name="!!circle-1vg"/>
          <p:cNvSpPr/>
          <p:nvPr/>
        </p:nvSpPr>
        <p:spPr>
          <a:xfrm>
            <a:off x="3439572" y="3508320"/>
            <a:ext cx="30696" cy="30696"/>
          </a:xfrm>
          <a:prstGeom prst="ellipse">
            <a:avLst/>
          </a:prstGeom>
          <a:solidFill>
            <a:srgbClr val="627D8D">
              <a:alpha val="25700"/>
            </a:srgbClr>
          </a:solidFill>
          <a:ln>
            <a:noFill/>
          </a:ln>
        </p:spPr>
      </p:sp>
      <p:sp>
        <p:nvSpPr>
          <p:cNvPr id="47" name="!!circle-1vj"/>
          <p:cNvSpPr/>
          <p:nvPr/>
        </p:nvSpPr>
        <p:spPr>
          <a:xfrm>
            <a:off x="8825543" y="4063579"/>
            <a:ext cx="37401" cy="37401"/>
          </a:xfrm>
          <a:prstGeom prst="ellipse">
            <a:avLst/>
          </a:prstGeom>
          <a:solidFill>
            <a:srgbClr val="627D8D">
              <a:alpha val="16000"/>
            </a:srgbClr>
          </a:solidFill>
          <a:ln>
            <a:noFill/>
          </a:ln>
        </p:spPr>
      </p:sp>
      <p:sp>
        <p:nvSpPr>
          <p:cNvPr id="48" name="!!circle-1vm"/>
          <p:cNvSpPr/>
          <p:nvPr/>
        </p:nvSpPr>
        <p:spPr>
          <a:xfrm>
            <a:off x="1718129" y="4801980"/>
            <a:ext cx="33096" cy="33096"/>
          </a:xfrm>
          <a:prstGeom prst="ellipse">
            <a:avLst/>
          </a:prstGeom>
          <a:solidFill>
            <a:srgbClr val="627D8D">
              <a:alpha val="22300"/>
            </a:srgbClr>
          </a:solidFill>
          <a:ln>
            <a:noFill/>
          </a:ln>
        </p:spPr>
      </p:sp>
      <p:sp>
        <p:nvSpPr>
          <p:cNvPr id="49" name="!!circle-1vp"/>
          <p:cNvSpPr/>
          <p:nvPr/>
        </p:nvSpPr>
        <p:spPr>
          <a:xfrm>
            <a:off x="11600526" y="908321"/>
            <a:ext cx="21145" cy="21145"/>
          </a:xfrm>
          <a:prstGeom prst="ellipse">
            <a:avLst/>
          </a:prstGeom>
          <a:solidFill>
            <a:srgbClr val="627D8D">
              <a:alpha val="16300"/>
            </a:srgbClr>
          </a:solidFill>
          <a:ln>
            <a:noFill/>
          </a:ln>
        </p:spPr>
      </p:sp>
      <p:sp>
        <p:nvSpPr>
          <p:cNvPr id="50" name="!!circle-1vs"/>
          <p:cNvSpPr/>
          <p:nvPr/>
        </p:nvSpPr>
        <p:spPr>
          <a:xfrm>
            <a:off x="11077247" y="5766940"/>
            <a:ext cx="35281" cy="35281"/>
          </a:xfrm>
          <a:prstGeom prst="ellipse">
            <a:avLst/>
          </a:prstGeom>
          <a:solidFill>
            <a:srgbClr val="627D8D">
              <a:alpha val="30000"/>
            </a:srgbClr>
          </a:solidFill>
          <a:ln>
            <a:noFill/>
          </a:ln>
        </p:spPr>
      </p:sp>
      <p:sp>
        <p:nvSpPr>
          <p:cNvPr id="51" name="!!ellipse-2q8"/>
          <p:cNvSpPr/>
          <p:nvPr/>
        </p:nvSpPr>
        <p:spPr>
          <a:xfrm>
            <a:off x="4815962" y="6319668"/>
            <a:ext cx="3763518" cy="387756"/>
          </a:xfrm>
          <a:prstGeom prst="ellipse">
            <a:avLst/>
          </a:prstGeom>
          <a:gradFill rotWithShape="1">
            <a:gsLst>
              <a:gs pos="0">
                <a:srgbClr val="0B1A26">
                  <a:alpha val="22000"/>
                </a:srgbClr>
              </a:gs>
              <a:gs pos="27431">
                <a:srgbClr val="0B1A26">
                  <a:alpha val="9000"/>
                </a:srgbClr>
              </a:gs>
              <a:gs pos="54861">
                <a:srgbClr val="0B1A26">
                  <a:alpha val="0"/>
                </a:srgbClr>
              </a:gs>
              <a:gs pos="100000">
                <a:srgbClr val="0B1A2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2" name="!!path-2q9"/>
          <p:cNvSpPr/>
          <p:nvPr/>
        </p:nvSpPr>
        <p:spPr>
          <a:xfrm>
            <a:off x="7655708" y="2179798"/>
            <a:ext cx="364947" cy="4322343"/>
          </a:xfrm>
          <a:custGeom>
            <a:avLst/>
            <a:gdLst/>
            <a:ahLst/>
            <a:cxnLst/>
            <a:rect l="l" t="t" r="r" b="b"/>
            <a:pathLst>
              <a:path w="364947" h="4322343">
                <a:moveTo>
                  <a:pt x="0" y="216687"/>
                </a:moveTo>
                <a:lnTo>
                  <a:pt x="364947" y="0"/>
                </a:lnTo>
                <a:lnTo>
                  <a:pt x="364947" y="4105656"/>
                </a:lnTo>
                <a:lnTo>
                  <a:pt x="0" y="4322343"/>
                </a:lnTo>
                <a:close/>
              </a:path>
            </a:pathLst>
          </a:custGeom>
          <a:gradFill rotWithShape="1">
            <a:gsLst>
              <a:gs pos="0">
                <a:srgbClr val="DCE3E8"/>
              </a:gs>
              <a:gs pos="100000">
                <a:srgbClr val="C3CDD4"/>
              </a:gs>
            </a:gsLst>
            <a:lin ang="5400000" scaled="0"/>
          </a:gradFill>
          <a:ln>
            <a:noFill/>
          </a:ln>
        </p:spPr>
      </p:sp>
      <p:sp>
        <p:nvSpPr>
          <p:cNvPr id="53" name="!!path-2qa"/>
          <p:cNvSpPr/>
          <p:nvPr/>
        </p:nvSpPr>
        <p:spPr>
          <a:xfrm>
            <a:off x="5374788" y="2179798"/>
            <a:ext cx="2645867" cy="216687"/>
          </a:xfrm>
          <a:custGeom>
            <a:avLst/>
            <a:gdLst/>
            <a:ahLst/>
            <a:cxnLst/>
            <a:rect l="l" t="t" r="r" b="b"/>
            <a:pathLst>
              <a:path w="2645867" h="216687">
                <a:moveTo>
                  <a:pt x="0" y="216687"/>
                </a:moveTo>
                <a:lnTo>
                  <a:pt x="2280920" y="216687"/>
                </a:lnTo>
                <a:lnTo>
                  <a:pt x="2645867" y="0"/>
                </a:lnTo>
                <a:lnTo>
                  <a:pt x="364947" y="0"/>
                </a:lnTo>
                <a:close/>
              </a:path>
            </a:pathLst>
          </a:custGeom>
          <a:gradFill rotWithShape="1">
            <a:gsLst>
              <a:gs pos="0">
                <a:srgbClr val="F9FAFB"/>
              </a:gs>
              <a:gs pos="100000">
                <a:srgbClr val="E7ECEF"/>
              </a:gs>
            </a:gsLst>
            <a:lin ang="5400000" scaled="0"/>
          </a:gradFill>
          <a:ln>
            <a:noFill/>
          </a:ln>
        </p:spPr>
      </p:sp>
      <p:sp>
        <p:nvSpPr>
          <p:cNvPr id="54" name="!!path-2qb"/>
          <p:cNvSpPr/>
          <p:nvPr/>
        </p:nvSpPr>
        <p:spPr>
          <a:xfrm>
            <a:off x="5374788" y="2396485"/>
            <a:ext cx="2280920" cy="4105656"/>
          </a:xfrm>
          <a:custGeom>
            <a:avLst/>
            <a:gdLst/>
            <a:ahLst/>
            <a:cxnLst/>
            <a:rect l="l" t="t" r="r" b="b"/>
            <a:pathLst>
              <a:path w="2280920" h="4105656">
                <a:moveTo>
                  <a:pt x="28512" y="0"/>
                </a:moveTo>
                <a:lnTo>
                  <a:pt x="2252409" y="0"/>
                </a:lnTo>
                <a:cubicBezTo>
                  <a:pt x="2268158" y="0"/>
                  <a:pt x="2280920" y="12767"/>
                  <a:pt x="2280920" y="28512"/>
                </a:cubicBezTo>
                <a:lnTo>
                  <a:pt x="2280920" y="4077145"/>
                </a:lnTo>
                <a:cubicBezTo>
                  <a:pt x="2280920" y="4092894"/>
                  <a:pt x="2268158" y="4105656"/>
                  <a:pt x="2252409" y="4105656"/>
                </a:cubicBezTo>
                <a:lnTo>
                  <a:pt x="28512" y="4105656"/>
                </a:lnTo>
                <a:cubicBezTo>
                  <a:pt x="12767" y="4105656"/>
                  <a:pt x="0" y="4092894"/>
                  <a:pt x="0" y="4077145"/>
                </a:cubicBezTo>
                <a:lnTo>
                  <a:pt x="0" y="28512"/>
                </a:lnTo>
                <a:cubicBezTo>
                  <a:pt x="0" y="12767"/>
                  <a:pt x="12767" y="0"/>
                  <a:pt x="28512" y="0"/>
                </a:cubicBez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55000">
                <a:srgbClr val="F8FAFB"/>
              </a:gs>
              <a:gs pos="100000">
                <a:srgbClr val="ECF0F3"/>
              </a:gs>
            </a:gsLst>
            <a:lin ang="5400000" scaled="0"/>
          </a:gradFill>
          <a:ln>
            <a:noFill/>
          </a:ln>
        </p:spPr>
      </p:sp>
      <p:sp>
        <p:nvSpPr>
          <p:cNvPr id="55" name="!!path-2qc"/>
          <p:cNvSpPr/>
          <p:nvPr/>
        </p:nvSpPr>
        <p:spPr>
          <a:xfrm>
            <a:off x="5374788" y="2396485"/>
            <a:ext cx="2280920" cy="4105656"/>
          </a:xfrm>
          <a:custGeom>
            <a:avLst/>
            <a:gdLst/>
            <a:ahLst/>
            <a:cxnLst/>
            <a:rect l="l" t="t" r="r" b="b"/>
            <a:pathLst>
              <a:path w="2280920" h="4105656" fill="none">
                <a:moveTo>
                  <a:pt x="28512" y="0"/>
                </a:moveTo>
                <a:lnTo>
                  <a:pt x="2252409" y="0"/>
                </a:lnTo>
                <a:cubicBezTo>
                  <a:pt x="2268158" y="0"/>
                  <a:pt x="2280920" y="12767"/>
                  <a:pt x="2280920" y="28512"/>
                </a:cubicBezTo>
                <a:lnTo>
                  <a:pt x="2280920" y="4077145"/>
                </a:lnTo>
                <a:cubicBezTo>
                  <a:pt x="2280920" y="4092894"/>
                  <a:pt x="2268158" y="4105656"/>
                  <a:pt x="2252409" y="4105656"/>
                </a:cubicBezTo>
                <a:lnTo>
                  <a:pt x="28512" y="4105656"/>
                </a:lnTo>
                <a:cubicBezTo>
                  <a:pt x="12767" y="4105656"/>
                  <a:pt x="0" y="4092894"/>
                  <a:pt x="0" y="4077145"/>
                </a:cubicBezTo>
                <a:lnTo>
                  <a:pt x="0" y="28512"/>
                </a:lnTo>
                <a:cubicBezTo>
                  <a:pt x="0" y="12767"/>
                  <a:pt x="12767" y="0"/>
                  <a:pt x="28512" y="0"/>
                </a:cubicBezTo>
                <a:close/>
              </a:path>
            </a:pathLst>
          </a:custGeom>
          <a:noFill/>
          <a:ln w="5702" cap="flat">
            <a:solidFill>
              <a:srgbClr val="D3DBE0"/>
            </a:solidFill>
            <a:prstDash val="solid"/>
            <a:miter lim="800000"/>
          </a:ln>
        </p:spPr>
      </p:sp>
      <p:sp>
        <p:nvSpPr>
          <p:cNvPr id="56" name="!!rect-2qd"/>
          <p:cNvSpPr/>
          <p:nvPr/>
        </p:nvSpPr>
        <p:spPr>
          <a:xfrm>
            <a:off x="5374788" y="6422309"/>
            <a:ext cx="2280920" cy="79832"/>
          </a:xfrm>
          <a:prstGeom prst="rect">
            <a:avLst/>
          </a:prstGeom>
          <a:solidFill>
            <a:srgbClr val="E1E7EB"/>
          </a:solidFill>
          <a:ln>
            <a:noFill/>
          </a:ln>
        </p:spPr>
      </p:sp>
      <p:sp>
        <p:nvSpPr>
          <p:cNvPr id="57" name="!!path-2qe"/>
          <p:cNvSpPr/>
          <p:nvPr/>
        </p:nvSpPr>
        <p:spPr>
          <a:xfrm>
            <a:off x="7655708" y="2179798"/>
            <a:ext cx="364947" cy="216687"/>
          </a:xfrm>
          <a:custGeom>
            <a:avLst/>
            <a:gdLst/>
            <a:ahLst/>
            <a:cxnLst/>
            <a:rect l="l" t="t" r="r" b="b"/>
            <a:pathLst>
              <a:path w="364947" h="216687">
                <a:moveTo>
                  <a:pt x="0" y="216687"/>
                </a:moveTo>
                <a:lnTo>
                  <a:pt x="364947" y="0"/>
                </a:lnTo>
              </a:path>
            </a:pathLst>
          </a:custGeom>
          <a:solidFill>
            <a:srgbClr val="000000"/>
          </a:solidFill>
          <a:ln w="7983" cap="flat">
            <a:solidFill>
              <a:srgbClr val="FFFFFF"/>
            </a:solidFill>
            <a:prstDash val="solid"/>
            <a:miter lim="800000"/>
          </a:ln>
        </p:spPr>
      </p:sp>
      <p:sp>
        <p:nvSpPr>
          <p:cNvPr id="58" name="!!rect-2r7"/>
          <p:cNvSpPr/>
          <p:nvPr/>
        </p:nvSpPr>
        <p:spPr>
          <a:xfrm>
            <a:off x="5954141" y="2521936"/>
            <a:ext cx="1122213" cy="1450665"/>
          </a:xfrm>
          <a:prstGeom prst="roundRect">
            <a:avLst>
              <a:gd name="adj" fmla="val 7114"/>
            </a:avLst>
          </a:prstGeom>
          <a:solidFill>
            <a:srgbClr val="20282F"/>
          </a:solidFill>
          <a:ln>
            <a:noFill/>
          </a:ln>
        </p:spPr>
      </p:sp>
      <p:sp>
        <p:nvSpPr>
          <p:cNvPr id="59" name="!!rect-2r8"/>
          <p:cNvSpPr/>
          <p:nvPr/>
        </p:nvSpPr>
        <p:spPr>
          <a:xfrm>
            <a:off x="5959844" y="2527638"/>
            <a:ext cx="1110808" cy="1439260"/>
          </a:xfrm>
          <a:prstGeom prst="roundRect">
            <a:avLst>
              <a:gd name="adj" fmla="val 6674"/>
            </a:avLst>
          </a:prstGeom>
          <a:noFill/>
          <a:ln w="5702" cap="flat">
            <a:solidFill>
              <a:srgbClr val="FFFFFF">
                <a:alpha val="12000"/>
              </a:srgbClr>
            </a:solidFill>
            <a:prstDash val="solid"/>
            <a:miter lim="800000"/>
          </a:ln>
        </p:spPr>
      </p:sp>
      <p:sp>
        <p:nvSpPr>
          <p:cNvPr id="60" name="!!rect-2rd"/>
          <p:cNvSpPr/>
          <p:nvPr/>
        </p:nvSpPr>
        <p:spPr>
          <a:xfrm>
            <a:off x="6022569" y="2590364"/>
            <a:ext cx="985357" cy="1313810"/>
          </a:xfrm>
          <a:custGeom>
            <a:avLst/>
            <a:gdLst/>
            <a:ahLst/>
            <a:cxnLst/>
            <a:rect l="l" t="t" r="r" b="b"/>
            <a:pathLst>
              <a:path w="985357" h="1313810">
                <a:moveTo>
                  <a:pt x="24634" y="0"/>
                </a:moveTo>
                <a:lnTo>
                  <a:pt x="960723" y="0"/>
                </a:lnTo>
                <a:cubicBezTo>
                  <a:pt x="974328" y="0"/>
                  <a:pt x="985357" y="11029"/>
                  <a:pt x="985357" y="24634"/>
                </a:cubicBezTo>
                <a:lnTo>
                  <a:pt x="985357" y="1289176"/>
                </a:lnTo>
                <a:cubicBezTo>
                  <a:pt x="985357" y="1302781"/>
                  <a:pt x="974328" y="1313810"/>
                  <a:pt x="960723" y="1313810"/>
                </a:cubicBezTo>
                <a:lnTo>
                  <a:pt x="24634" y="1313810"/>
                </a:lnTo>
                <a:cubicBezTo>
                  <a:pt x="11029" y="1313810"/>
                  <a:pt x="0" y="1302781"/>
                  <a:pt x="0" y="1289176"/>
                </a:cubicBezTo>
                <a:lnTo>
                  <a:pt x="0" y="24634"/>
                </a:lnTo>
                <a:cubicBezTo>
                  <a:pt x="0" y="11029"/>
                  <a:pt x="11029" y="0"/>
                  <a:pt x="24634" y="0"/>
                </a:cubicBezTo>
                <a:close/>
              </a:path>
            </a:pathLst>
          </a:custGeom>
          <a:solidFill>
            <a:srgbClr val="0E1318"/>
          </a:solidFill>
          <a:ln>
            <a:noFill/>
          </a:ln>
        </p:spPr>
      </p:sp>
      <p:sp>
        <p:nvSpPr>
          <p:cNvPr id="61" name="!!rect-2rg"/>
          <p:cNvSpPr/>
          <p:nvPr/>
        </p:nvSpPr>
        <p:spPr>
          <a:xfrm>
            <a:off x="6022569" y="2590364"/>
            <a:ext cx="985357" cy="114958"/>
          </a:xfrm>
          <a:custGeom>
            <a:avLst/>
            <a:gdLst/>
            <a:ahLst/>
            <a:cxnLst/>
            <a:rect l="l" t="t" r="r" b="b"/>
            <a:pathLst>
              <a:path w="985357" h="114958">
                <a:moveTo>
                  <a:pt x="24634" y="0"/>
                </a:moveTo>
                <a:lnTo>
                  <a:pt x="960723" y="0"/>
                </a:lnTo>
                <a:cubicBezTo>
                  <a:pt x="974328" y="0"/>
                  <a:pt x="985357" y="11029"/>
                  <a:pt x="985357" y="24634"/>
                </a:cubicBezTo>
                <a:lnTo>
                  <a:pt x="985357" y="114958"/>
                </a:lnTo>
                <a:lnTo>
                  <a:pt x="0" y="114958"/>
                </a:lnTo>
                <a:lnTo>
                  <a:pt x="0" y="24634"/>
                </a:lnTo>
                <a:cubicBezTo>
                  <a:pt x="0" y="11029"/>
                  <a:pt x="11029" y="0"/>
                  <a:pt x="24634" y="0"/>
                </a:cubicBezTo>
                <a:close/>
              </a:path>
            </a:pathLst>
          </a:custGeom>
          <a:solidFill>
            <a:srgbClr val="18212A"/>
          </a:solidFill>
          <a:ln>
            <a:noFill/>
          </a:ln>
        </p:spPr>
      </p:sp>
      <p:sp>
        <p:nvSpPr>
          <p:cNvPr id="62" name="!!text-2rh" descr="智慧書櫃"/>
          <p:cNvSpPr txBox="1"/>
          <p:nvPr/>
        </p:nvSpPr>
        <p:spPr>
          <a:xfrm>
            <a:off x="6063625" y="2607115"/>
            <a:ext cx="247160" cy="8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453" b="1" kern="0" dirty="0">
                <a:solidFill>
                  <a:srgbClr val="EEF2F5"/>
                </a:solidFill>
                <a:latin typeface="Noto Sans TC"/>
                <a:ea typeface="Noto Sans TC"/>
                <a:cs typeface="Noto Sans TC"/>
              </a:rPr>
              <a:t>智慧書櫃</a:t>
            </a:r>
            <a:endParaRPr lang="zh-TW" sz="453"/>
          </a:p>
        </p:txBody>
      </p:sp>
      <p:sp>
        <p:nvSpPr>
          <p:cNvPr id="63" name="!!circle-2rm"/>
          <p:cNvSpPr/>
          <p:nvPr/>
        </p:nvSpPr>
        <p:spPr>
          <a:xfrm>
            <a:off x="6934025" y="2631420"/>
            <a:ext cx="32845" cy="32845"/>
          </a:xfrm>
          <a:prstGeom prst="ellipse">
            <a:avLst/>
          </a:prstGeom>
          <a:solidFill>
            <a:srgbClr val="3CCF8E"/>
          </a:solidFill>
          <a:ln>
            <a:noFill/>
          </a:ln>
        </p:spPr>
      </p:sp>
      <p:sp>
        <p:nvSpPr>
          <p:cNvPr id="64" name="!!circle-2wp"/>
          <p:cNvSpPr/>
          <p:nvPr/>
        </p:nvSpPr>
        <p:spPr>
          <a:xfrm>
            <a:off x="6408501" y="2853126"/>
            <a:ext cx="213494" cy="213494"/>
          </a:xfrm>
          <a:prstGeom prst="ellipse">
            <a:avLst/>
          </a:prstGeom>
          <a:noFill/>
          <a:ln w="16423" cap="flat">
            <a:solidFill>
              <a:srgbClr val="3CCF8E"/>
            </a:solidFill>
            <a:prstDash val="solid"/>
            <a:miter lim="800000"/>
          </a:ln>
        </p:spPr>
      </p:sp>
      <p:sp>
        <p:nvSpPr>
          <p:cNvPr id="65" name="!!path-2wq"/>
          <p:cNvSpPr/>
          <p:nvPr/>
        </p:nvSpPr>
        <p:spPr>
          <a:xfrm>
            <a:off x="6465980" y="2922922"/>
            <a:ext cx="102641" cy="78007"/>
          </a:xfrm>
          <a:custGeom>
            <a:avLst/>
            <a:gdLst/>
            <a:ahLst/>
            <a:cxnLst/>
            <a:rect l="l" t="t" r="r" b="b"/>
            <a:pathLst>
              <a:path w="102641" h="78007" fill="none">
                <a:moveTo>
                  <a:pt x="0" y="41057"/>
                </a:moveTo>
                <a:lnTo>
                  <a:pt x="36951" y="78007"/>
                </a:lnTo>
                <a:lnTo>
                  <a:pt x="102641" y="0"/>
                </a:lnTo>
              </a:path>
            </a:pathLst>
          </a:custGeom>
          <a:noFill/>
          <a:ln w="16423" cap="rnd">
            <a:solidFill>
              <a:srgbClr val="3CCF8E"/>
            </a:solidFill>
            <a:prstDash val="solid"/>
            <a:round/>
          </a:ln>
        </p:spPr>
      </p:sp>
      <p:sp>
        <p:nvSpPr>
          <p:cNvPr id="66" name="!!text-2ws" descr="作業完成"/>
          <p:cNvSpPr txBox="1"/>
          <p:nvPr/>
        </p:nvSpPr>
        <p:spPr>
          <a:xfrm>
            <a:off x="6383867" y="3228875"/>
            <a:ext cx="282469" cy="951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517" b="1" kern="0" dirty="0">
                <a:solidFill>
                  <a:srgbClr val="EEF2F5"/>
                </a:solidFill>
                <a:latin typeface="Noto Sans TC"/>
                <a:ea typeface="Noto Sans TC"/>
                <a:cs typeface="Noto Sans TC"/>
              </a:rPr>
              <a:t>作業完成</a:t>
            </a:r>
            <a:endParaRPr lang="zh-TW" sz="517"/>
          </a:p>
        </p:txBody>
      </p:sp>
      <p:sp>
        <p:nvSpPr>
          <p:cNvPr id="67" name="!!path-2x0"/>
          <p:cNvSpPr/>
          <p:nvPr/>
        </p:nvSpPr>
        <p:spPr>
          <a:xfrm>
            <a:off x="6133331" y="4127168"/>
            <a:ext cx="147804" cy="97806"/>
          </a:xfrm>
          <a:custGeom>
            <a:avLst/>
            <a:gdLst/>
            <a:ahLst/>
            <a:cxnLst/>
            <a:rect l="l" t="t" r="r" b="b"/>
            <a:pathLst>
              <a:path w="147804" h="97806">
                <a:moveTo>
                  <a:pt x="0" y="9580"/>
                </a:moveTo>
                <a:cubicBezTo>
                  <a:pt x="8211" y="3649"/>
                  <a:pt x="28283" y="1825"/>
                  <a:pt x="44706" y="6204"/>
                </a:cubicBezTo>
                <a:cubicBezTo>
                  <a:pt x="58392" y="10036"/>
                  <a:pt x="68428" y="15510"/>
                  <a:pt x="74814" y="20984"/>
                </a:cubicBezTo>
                <a:cubicBezTo>
                  <a:pt x="82113" y="14598"/>
                  <a:pt x="94886" y="6387"/>
                  <a:pt x="110397" y="2555"/>
                </a:cubicBezTo>
                <a:cubicBezTo>
                  <a:pt x="124994" y="0"/>
                  <a:pt x="139592" y="1369"/>
                  <a:pt x="147804" y="7755"/>
                </a:cubicBezTo>
                <a:lnTo>
                  <a:pt x="147621" y="80106"/>
                </a:lnTo>
                <a:cubicBezTo>
                  <a:pt x="131381" y="78007"/>
                  <a:pt x="99448" y="79376"/>
                  <a:pt x="75362" y="97258"/>
                </a:cubicBezTo>
                <a:quadBezTo>
                  <a:pt x="74814" y="97806"/>
                  <a:pt x="74267" y="97258"/>
                </a:quadBezTo>
                <a:cubicBezTo>
                  <a:pt x="50180" y="79376"/>
                  <a:pt x="19160" y="78007"/>
                  <a:pt x="2737" y="81018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68" name="!!path-2x1"/>
          <p:cNvSpPr/>
          <p:nvPr/>
        </p:nvSpPr>
        <p:spPr>
          <a:xfrm>
            <a:off x="6133331" y="4127898"/>
            <a:ext cx="147804" cy="97806"/>
          </a:xfrm>
          <a:custGeom>
            <a:avLst/>
            <a:gdLst/>
            <a:ahLst/>
            <a:cxnLst/>
            <a:rect l="l" t="t" r="r" b="b"/>
            <a:pathLst>
              <a:path w="147804" h="97806">
                <a:moveTo>
                  <a:pt x="0" y="9580"/>
                </a:moveTo>
                <a:cubicBezTo>
                  <a:pt x="8211" y="3649"/>
                  <a:pt x="28283" y="1825"/>
                  <a:pt x="44706" y="6204"/>
                </a:cubicBezTo>
                <a:cubicBezTo>
                  <a:pt x="58392" y="10036"/>
                  <a:pt x="68428" y="15510"/>
                  <a:pt x="74814" y="20984"/>
                </a:cubicBezTo>
                <a:cubicBezTo>
                  <a:pt x="82113" y="14598"/>
                  <a:pt x="94886" y="6387"/>
                  <a:pt x="110397" y="2555"/>
                </a:cubicBezTo>
                <a:cubicBezTo>
                  <a:pt x="124994" y="0"/>
                  <a:pt x="139592" y="1369"/>
                  <a:pt x="147804" y="7755"/>
                </a:cubicBezTo>
                <a:lnTo>
                  <a:pt x="147621" y="80106"/>
                </a:lnTo>
                <a:cubicBezTo>
                  <a:pt x="131381" y="78007"/>
                  <a:pt x="99448" y="79376"/>
                  <a:pt x="75362" y="97258"/>
                </a:cubicBezTo>
                <a:quadBezTo>
                  <a:pt x="74814" y="97806"/>
                  <a:pt x="74267" y="97258"/>
                </a:quadBezTo>
                <a:cubicBezTo>
                  <a:pt x="50180" y="79376"/>
                  <a:pt x="19160" y="78007"/>
                  <a:pt x="2737" y="81018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69" name="!!path-2x2"/>
          <p:cNvSpPr/>
          <p:nvPr/>
        </p:nvSpPr>
        <p:spPr>
          <a:xfrm>
            <a:off x="6133331" y="4128627"/>
            <a:ext cx="147804" cy="97806"/>
          </a:xfrm>
          <a:custGeom>
            <a:avLst/>
            <a:gdLst/>
            <a:ahLst/>
            <a:cxnLst/>
            <a:rect l="l" t="t" r="r" b="b"/>
            <a:pathLst>
              <a:path w="147804" h="97806">
                <a:moveTo>
                  <a:pt x="0" y="9580"/>
                </a:moveTo>
                <a:cubicBezTo>
                  <a:pt x="8211" y="3649"/>
                  <a:pt x="28283" y="1825"/>
                  <a:pt x="44706" y="6204"/>
                </a:cubicBezTo>
                <a:cubicBezTo>
                  <a:pt x="58392" y="10036"/>
                  <a:pt x="68428" y="15510"/>
                  <a:pt x="74814" y="20984"/>
                </a:cubicBezTo>
                <a:cubicBezTo>
                  <a:pt x="82113" y="14598"/>
                  <a:pt x="94886" y="6387"/>
                  <a:pt x="110397" y="2555"/>
                </a:cubicBezTo>
                <a:cubicBezTo>
                  <a:pt x="124994" y="0"/>
                  <a:pt x="139592" y="1369"/>
                  <a:pt x="147804" y="7755"/>
                </a:cubicBezTo>
                <a:lnTo>
                  <a:pt x="147621" y="80106"/>
                </a:lnTo>
                <a:cubicBezTo>
                  <a:pt x="131381" y="78007"/>
                  <a:pt x="99448" y="79376"/>
                  <a:pt x="75362" y="97258"/>
                </a:cubicBezTo>
                <a:quadBezTo>
                  <a:pt x="74814" y="97806"/>
                  <a:pt x="74267" y="97258"/>
                </a:quadBezTo>
                <a:cubicBezTo>
                  <a:pt x="50180" y="79376"/>
                  <a:pt x="19160" y="78007"/>
                  <a:pt x="2737" y="81018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0" name="!!path-2x3"/>
          <p:cNvSpPr/>
          <p:nvPr/>
        </p:nvSpPr>
        <p:spPr>
          <a:xfrm>
            <a:off x="6133331" y="4129357"/>
            <a:ext cx="147804" cy="97806"/>
          </a:xfrm>
          <a:custGeom>
            <a:avLst/>
            <a:gdLst/>
            <a:ahLst/>
            <a:cxnLst/>
            <a:rect l="l" t="t" r="r" b="b"/>
            <a:pathLst>
              <a:path w="147804" h="97806">
                <a:moveTo>
                  <a:pt x="0" y="9580"/>
                </a:moveTo>
                <a:cubicBezTo>
                  <a:pt x="8211" y="3649"/>
                  <a:pt x="28283" y="1825"/>
                  <a:pt x="44706" y="6204"/>
                </a:cubicBezTo>
                <a:cubicBezTo>
                  <a:pt x="58392" y="10036"/>
                  <a:pt x="68428" y="15510"/>
                  <a:pt x="74814" y="20984"/>
                </a:cubicBezTo>
                <a:cubicBezTo>
                  <a:pt x="82113" y="14598"/>
                  <a:pt x="94886" y="6387"/>
                  <a:pt x="110397" y="2555"/>
                </a:cubicBezTo>
                <a:cubicBezTo>
                  <a:pt x="124994" y="0"/>
                  <a:pt x="139592" y="1369"/>
                  <a:pt x="147804" y="7755"/>
                </a:cubicBezTo>
                <a:lnTo>
                  <a:pt x="147621" y="80106"/>
                </a:lnTo>
                <a:cubicBezTo>
                  <a:pt x="131381" y="78007"/>
                  <a:pt x="99448" y="79376"/>
                  <a:pt x="75362" y="97258"/>
                </a:cubicBezTo>
                <a:quadBezTo>
                  <a:pt x="74814" y="97806"/>
                  <a:pt x="74267" y="97258"/>
                </a:quadBezTo>
                <a:cubicBezTo>
                  <a:pt x="50180" y="79376"/>
                  <a:pt x="19160" y="78007"/>
                  <a:pt x="2737" y="81018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1" name="!!path-2x4"/>
          <p:cNvSpPr/>
          <p:nvPr/>
        </p:nvSpPr>
        <p:spPr>
          <a:xfrm>
            <a:off x="6133331" y="4130087"/>
            <a:ext cx="147804" cy="97806"/>
          </a:xfrm>
          <a:custGeom>
            <a:avLst/>
            <a:gdLst/>
            <a:ahLst/>
            <a:cxnLst/>
            <a:rect l="l" t="t" r="r" b="b"/>
            <a:pathLst>
              <a:path w="147804" h="97806">
                <a:moveTo>
                  <a:pt x="0" y="9580"/>
                </a:moveTo>
                <a:cubicBezTo>
                  <a:pt x="8211" y="3649"/>
                  <a:pt x="28283" y="1825"/>
                  <a:pt x="44706" y="6204"/>
                </a:cubicBezTo>
                <a:cubicBezTo>
                  <a:pt x="58392" y="10036"/>
                  <a:pt x="68428" y="15510"/>
                  <a:pt x="74814" y="20984"/>
                </a:cubicBezTo>
                <a:cubicBezTo>
                  <a:pt x="82113" y="14598"/>
                  <a:pt x="94886" y="6387"/>
                  <a:pt x="110397" y="2555"/>
                </a:cubicBezTo>
                <a:cubicBezTo>
                  <a:pt x="124994" y="0"/>
                  <a:pt x="139592" y="1369"/>
                  <a:pt x="147804" y="7755"/>
                </a:cubicBezTo>
                <a:lnTo>
                  <a:pt x="147621" y="80106"/>
                </a:lnTo>
                <a:cubicBezTo>
                  <a:pt x="131381" y="78007"/>
                  <a:pt x="99448" y="79376"/>
                  <a:pt x="75362" y="97258"/>
                </a:cubicBezTo>
                <a:quadBezTo>
                  <a:pt x="74814" y="97806"/>
                  <a:pt x="74267" y="97258"/>
                </a:quadBezTo>
                <a:cubicBezTo>
                  <a:pt x="50180" y="79376"/>
                  <a:pt x="19160" y="78007"/>
                  <a:pt x="2737" y="81018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2" name="!!path-2x5"/>
          <p:cNvSpPr/>
          <p:nvPr/>
        </p:nvSpPr>
        <p:spPr>
          <a:xfrm>
            <a:off x="6133331" y="4130817"/>
            <a:ext cx="147804" cy="97806"/>
          </a:xfrm>
          <a:custGeom>
            <a:avLst/>
            <a:gdLst/>
            <a:ahLst/>
            <a:cxnLst/>
            <a:rect l="l" t="t" r="r" b="b"/>
            <a:pathLst>
              <a:path w="147804" h="97806">
                <a:moveTo>
                  <a:pt x="0" y="9580"/>
                </a:moveTo>
                <a:cubicBezTo>
                  <a:pt x="8211" y="3649"/>
                  <a:pt x="28283" y="1825"/>
                  <a:pt x="44706" y="6204"/>
                </a:cubicBezTo>
                <a:cubicBezTo>
                  <a:pt x="58392" y="10036"/>
                  <a:pt x="68428" y="15510"/>
                  <a:pt x="74814" y="20984"/>
                </a:cubicBezTo>
                <a:cubicBezTo>
                  <a:pt x="82113" y="14598"/>
                  <a:pt x="94886" y="6387"/>
                  <a:pt x="110397" y="2555"/>
                </a:cubicBezTo>
                <a:cubicBezTo>
                  <a:pt x="124994" y="0"/>
                  <a:pt x="139592" y="1369"/>
                  <a:pt x="147804" y="7755"/>
                </a:cubicBezTo>
                <a:lnTo>
                  <a:pt x="147621" y="80106"/>
                </a:lnTo>
                <a:cubicBezTo>
                  <a:pt x="131381" y="78007"/>
                  <a:pt x="99448" y="79376"/>
                  <a:pt x="75362" y="97258"/>
                </a:cubicBezTo>
                <a:quadBezTo>
                  <a:pt x="74814" y="97806"/>
                  <a:pt x="74267" y="97258"/>
                </a:quadBezTo>
                <a:cubicBezTo>
                  <a:pt x="50180" y="79376"/>
                  <a:pt x="19160" y="78007"/>
                  <a:pt x="2737" y="81018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3" name="!!path-2x6"/>
          <p:cNvSpPr/>
          <p:nvPr/>
        </p:nvSpPr>
        <p:spPr>
          <a:xfrm>
            <a:off x="6133331" y="4131547"/>
            <a:ext cx="147804" cy="97806"/>
          </a:xfrm>
          <a:custGeom>
            <a:avLst/>
            <a:gdLst/>
            <a:ahLst/>
            <a:cxnLst/>
            <a:rect l="l" t="t" r="r" b="b"/>
            <a:pathLst>
              <a:path w="147804" h="97806">
                <a:moveTo>
                  <a:pt x="0" y="9580"/>
                </a:moveTo>
                <a:cubicBezTo>
                  <a:pt x="8211" y="3649"/>
                  <a:pt x="28283" y="1825"/>
                  <a:pt x="44706" y="6204"/>
                </a:cubicBezTo>
                <a:cubicBezTo>
                  <a:pt x="58392" y="10036"/>
                  <a:pt x="68428" y="15510"/>
                  <a:pt x="74814" y="20984"/>
                </a:cubicBezTo>
                <a:cubicBezTo>
                  <a:pt x="82113" y="14598"/>
                  <a:pt x="94886" y="6387"/>
                  <a:pt x="110397" y="2555"/>
                </a:cubicBezTo>
                <a:cubicBezTo>
                  <a:pt x="124994" y="0"/>
                  <a:pt x="139592" y="1369"/>
                  <a:pt x="147804" y="7755"/>
                </a:cubicBezTo>
                <a:lnTo>
                  <a:pt x="147621" y="80106"/>
                </a:lnTo>
                <a:cubicBezTo>
                  <a:pt x="131381" y="78007"/>
                  <a:pt x="99448" y="79376"/>
                  <a:pt x="75362" y="97258"/>
                </a:cubicBezTo>
                <a:quadBezTo>
                  <a:pt x="74814" y="97806"/>
                  <a:pt x="74267" y="97258"/>
                </a:quadBezTo>
                <a:cubicBezTo>
                  <a:pt x="50180" y="79376"/>
                  <a:pt x="19160" y="78007"/>
                  <a:pt x="2737" y="81018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4" name="!!path-2x7"/>
          <p:cNvSpPr/>
          <p:nvPr/>
        </p:nvSpPr>
        <p:spPr>
          <a:xfrm>
            <a:off x="6133331" y="4132277"/>
            <a:ext cx="147804" cy="97806"/>
          </a:xfrm>
          <a:custGeom>
            <a:avLst/>
            <a:gdLst/>
            <a:ahLst/>
            <a:cxnLst/>
            <a:rect l="l" t="t" r="r" b="b"/>
            <a:pathLst>
              <a:path w="147804" h="97806">
                <a:moveTo>
                  <a:pt x="0" y="9580"/>
                </a:moveTo>
                <a:cubicBezTo>
                  <a:pt x="8211" y="3649"/>
                  <a:pt x="28283" y="1825"/>
                  <a:pt x="44706" y="6204"/>
                </a:cubicBezTo>
                <a:cubicBezTo>
                  <a:pt x="58392" y="10036"/>
                  <a:pt x="68428" y="15510"/>
                  <a:pt x="74814" y="20984"/>
                </a:cubicBezTo>
                <a:cubicBezTo>
                  <a:pt x="82113" y="14598"/>
                  <a:pt x="94886" y="6387"/>
                  <a:pt x="110397" y="2555"/>
                </a:cubicBezTo>
                <a:cubicBezTo>
                  <a:pt x="124994" y="0"/>
                  <a:pt x="139592" y="1369"/>
                  <a:pt x="147804" y="7755"/>
                </a:cubicBezTo>
                <a:lnTo>
                  <a:pt x="147621" y="80106"/>
                </a:lnTo>
                <a:cubicBezTo>
                  <a:pt x="131381" y="78007"/>
                  <a:pt x="99448" y="79376"/>
                  <a:pt x="75362" y="97258"/>
                </a:cubicBezTo>
                <a:quadBezTo>
                  <a:pt x="74814" y="97806"/>
                  <a:pt x="74267" y="97258"/>
                </a:quadBezTo>
                <a:cubicBezTo>
                  <a:pt x="50180" y="79376"/>
                  <a:pt x="19160" y="78007"/>
                  <a:pt x="2737" y="81018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5" name="!!path-2x8"/>
          <p:cNvSpPr/>
          <p:nvPr/>
        </p:nvSpPr>
        <p:spPr>
          <a:xfrm>
            <a:off x="6150666" y="4110471"/>
            <a:ext cx="57662" cy="55198"/>
          </a:xfrm>
          <a:custGeom>
            <a:avLst/>
            <a:gdLst/>
            <a:ahLst/>
            <a:cxnLst/>
            <a:rect l="l" t="t" r="r" b="b"/>
            <a:pathLst>
              <a:path w="57662" h="55198">
                <a:moveTo>
                  <a:pt x="0" y="7938"/>
                </a:moveTo>
                <a:lnTo>
                  <a:pt x="3649" y="2281"/>
                </a:lnTo>
                <a:cubicBezTo>
                  <a:pt x="14598" y="0"/>
                  <a:pt x="32845" y="3193"/>
                  <a:pt x="45618" y="11861"/>
                </a:cubicBezTo>
                <a:cubicBezTo>
                  <a:pt x="52461" y="16696"/>
                  <a:pt x="56111" y="22353"/>
                  <a:pt x="57662" y="28283"/>
                </a:cubicBezTo>
                <a:lnTo>
                  <a:pt x="57662" y="55198"/>
                </a:lnTo>
                <a:lnTo>
                  <a:pt x="0" y="55198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76" name="!!path-2x9"/>
          <p:cNvSpPr/>
          <p:nvPr/>
        </p:nvSpPr>
        <p:spPr>
          <a:xfrm>
            <a:off x="6150666" y="4110471"/>
            <a:ext cx="57662" cy="28283"/>
          </a:xfrm>
          <a:custGeom>
            <a:avLst/>
            <a:gdLst/>
            <a:ahLst/>
            <a:cxnLst/>
            <a:rect l="l" t="t" r="r" b="b"/>
            <a:pathLst>
              <a:path w="57662" h="28283" fill="none">
                <a:moveTo>
                  <a:pt x="57662" y="28283"/>
                </a:moveTo>
                <a:cubicBezTo>
                  <a:pt x="56111" y="22353"/>
                  <a:pt x="52461" y="16696"/>
                  <a:pt x="45618" y="11861"/>
                </a:cubicBezTo>
                <a:cubicBezTo>
                  <a:pt x="32845" y="3193"/>
                  <a:pt x="14598" y="0"/>
                  <a:pt x="3649" y="2281"/>
                </a:cubicBezTo>
                <a:lnTo>
                  <a:pt x="0" y="7938"/>
                </a:lnTo>
              </a:path>
            </a:pathLst>
          </a:custGeom>
          <a:noFill/>
          <a:ln w="2190" cap="rnd">
            <a:solidFill>
              <a:srgbClr val="627D8D"/>
            </a:solidFill>
            <a:prstDash val="solid"/>
            <a:round/>
          </a:ln>
        </p:spPr>
      </p:sp>
      <p:sp>
        <p:nvSpPr>
          <p:cNvPr id="77" name="!!path-2xa"/>
          <p:cNvSpPr/>
          <p:nvPr/>
        </p:nvSpPr>
        <p:spPr>
          <a:xfrm>
            <a:off x="6145009" y="4115945"/>
            <a:ext cx="63318" cy="49724"/>
          </a:xfrm>
          <a:custGeom>
            <a:avLst/>
            <a:gdLst/>
            <a:ahLst/>
            <a:cxnLst/>
            <a:rect l="l" t="t" r="r" b="b"/>
            <a:pathLst>
              <a:path w="63318" h="49724">
                <a:moveTo>
                  <a:pt x="0" y="10036"/>
                </a:moveTo>
                <a:lnTo>
                  <a:pt x="2920" y="2920"/>
                </a:lnTo>
                <a:cubicBezTo>
                  <a:pt x="16605" y="0"/>
                  <a:pt x="35765" y="3193"/>
                  <a:pt x="49450" y="11405"/>
                </a:cubicBezTo>
                <a:cubicBezTo>
                  <a:pt x="56749" y="15784"/>
                  <a:pt x="61311" y="22353"/>
                  <a:pt x="63318" y="28283"/>
                </a:cubicBezTo>
                <a:lnTo>
                  <a:pt x="63318" y="49724"/>
                </a:lnTo>
                <a:lnTo>
                  <a:pt x="0" y="49724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78" name="!!path-2xb"/>
          <p:cNvSpPr/>
          <p:nvPr/>
        </p:nvSpPr>
        <p:spPr>
          <a:xfrm>
            <a:off x="6145009" y="4115945"/>
            <a:ext cx="63318" cy="28283"/>
          </a:xfrm>
          <a:custGeom>
            <a:avLst/>
            <a:gdLst/>
            <a:ahLst/>
            <a:cxnLst/>
            <a:rect l="l" t="t" r="r" b="b"/>
            <a:pathLst>
              <a:path w="63318" h="28283" fill="none">
                <a:moveTo>
                  <a:pt x="63318" y="28283"/>
                </a:moveTo>
                <a:cubicBezTo>
                  <a:pt x="61311" y="22353"/>
                  <a:pt x="56749" y="15784"/>
                  <a:pt x="49450" y="11405"/>
                </a:cubicBezTo>
                <a:cubicBezTo>
                  <a:pt x="35765" y="3193"/>
                  <a:pt x="16605" y="0"/>
                  <a:pt x="2920" y="2920"/>
                </a:cubicBezTo>
                <a:lnTo>
                  <a:pt x="0" y="10036"/>
                </a:lnTo>
              </a:path>
            </a:pathLst>
          </a:custGeom>
          <a:noFill/>
          <a:ln w="2190" cap="rnd">
            <a:solidFill>
              <a:srgbClr val="627D8D"/>
            </a:solidFill>
            <a:prstDash val="solid"/>
            <a:round/>
          </a:ln>
        </p:spPr>
      </p:sp>
      <p:sp>
        <p:nvSpPr>
          <p:cNvPr id="79" name="!!path-2xc"/>
          <p:cNvSpPr/>
          <p:nvPr/>
        </p:nvSpPr>
        <p:spPr>
          <a:xfrm>
            <a:off x="6139991" y="4121876"/>
            <a:ext cx="68154" cy="43794"/>
          </a:xfrm>
          <a:custGeom>
            <a:avLst/>
            <a:gdLst/>
            <a:ahLst/>
            <a:cxnLst/>
            <a:rect l="l" t="t" r="r" b="b"/>
            <a:pathLst>
              <a:path w="68154" h="43794">
                <a:moveTo>
                  <a:pt x="0" y="10401"/>
                </a:moveTo>
                <a:lnTo>
                  <a:pt x="1733" y="5657"/>
                </a:lnTo>
                <a:cubicBezTo>
                  <a:pt x="17061" y="0"/>
                  <a:pt x="38046" y="2281"/>
                  <a:pt x="52644" y="9854"/>
                </a:cubicBezTo>
                <a:cubicBezTo>
                  <a:pt x="60855" y="14142"/>
                  <a:pt x="65873" y="19616"/>
                  <a:pt x="68154" y="24816"/>
                </a:cubicBezTo>
                <a:lnTo>
                  <a:pt x="68154" y="43794"/>
                </a:lnTo>
                <a:lnTo>
                  <a:pt x="0" y="43794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80" name="!!path-2xd"/>
          <p:cNvSpPr/>
          <p:nvPr/>
        </p:nvSpPr>
        <p:spPr>
          <a:xfrm>
            <a:off x="6139991" y="4121876"/>
            <a:ext cx="68154" cy="24816"/>
          </a:xfrm>
          <a:custGeom>
            <a:avLst/>
            <a:gdLst/>
            <a:ahLst/>
            <a:cxnLst/>
            <a:rect l="l" t="t" r="r" b="b"/>
            <a:pathLst>
              <a:path w="68154" h="24816" fill="none">
                <a:moveTo>
                  <a:pt x="68154" y="24816"/>
                </a:moveTo>
                <a:cubicBezTo>
                  <a:pt x="65873" y="19616"/>
                  <a:pt x="60855" y="14142"/>
                  <a:pt x="52644" y="9854"/>
                </a:cubicBezTo>
                <a:cubicBezTo>
                  <a:pt x="38046" y="2281"/>
                  <a:pt x="17061" y="0"/>
                  <a:pt x="1733" y="5657"/>
                </a:cubicBezTo>
                <a:lnTo>
                  <a:pt x="0" y="10401"/>
                </a:lnTo>
              </a:path>
            </a:pathLst>
          </a:custGeom>
          <a:noFill/>
          <a:ln w="2190" cap="rnd">
            <a:solidFill>
              <a:srgbClr val="627D8D"/>
            </a:solidFill>
            <a:prstDash val="solid"/>
            <a:round/>
          </a:ln>
        </p:spPr>
      </p:sp>
      <p:sp>
        <p:nvSpPr>
          <p:cNvPr id="81" name="!!path-2xe"/>
          <p:cNvSpPr/>
          <p:nvPr/>
        </p:nvSpPr>
        <p:spPr>
          <a:xfrm>
            <a:off x="6208418" y="4108190"/>
            <a:ext cx="54012" cy="57479"/>
          </a:xfrm>
          <a:custGeom>
            <a:avLst/>
            <a:gdLst/>
            <a:ahLst/>
            <a:cxnLst/>
            <a:rect l="l" t="t" r="r" b="b"/>
            <a:pathLst>
              <a:path w="54012" h="57479">
                <a:moveTo>
                  <a:pt x="54012" y="8211"/>
                </a:moveTo>
                <a:lnTo>
                  <a:pt x="51001" y="2007"/>
                </a:lnTo>
                <a:cubicBezTo>
                  <a:pt x="38958" y="0"/>
                  <a:pt x="19798" y="4562"/>
                  <a:pt x="7938" y="13686"/>
                </a:cubicBezTo>
                <a:cubicBezTo>
                  <a:pt x="2920" y="17791"/>
                  <a:pt x="639" y="23722"/>
                  <a:pt x="0" y="30108"/>
                </a:cubicBezTo>
                <a:lnTo>
                  <a:pt x="0" y="57479"/>
                </a:lnTo>
                <a:lnTo>
                  <a:pt x="54012" y="57479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82" name="!!path-2xf"/>
          <p:cNvSpPr/>
          <p:nvPr/>
        </p:nvSpPr>
        <p:spPr>
          <a:xfrm>
            <a:off x="6208418" y="4108190"/>
            <a:ext cx="54012" cy="30108"/>
          </a:xfrm>
          <a:custGeom>
            <a:avLst/>
            <a:gdLst/>
            <a:ahLst/>
            <a:cxnLst/>
            <a:rect l="l" t="t" r="r" b="b"/>
            <a:pathLst>
              <a:path w="54012" h="30108" fill="none">
                <a:moveTo>
                  <a:pt x="0" y="30108"/>
                </a:moveTo>
                <a:cubicBezTo>
                  <a:pt x="639" y="23722"/>
                  <a:pt x="2920" y="17791"/>
                  <a:pt x="7938" y="13686"/>
                </a:cubicBezTo>
                <a:cubicBezTo>
                  <a:pt x="19798" y="4562"/>
                  <a:pt x="38958" y="0"/>
                  <a:pt x="51001" y="2007"/>
                </a:cubicBezTo>
                <a:lnTo>
                  <a:pt x="54012" y="8211"/>
                </a:lnTo>
              </a:path>
            </a:pathLst>
          </a:custGeom>
          <a:noFill/>
          <a:ln w="2190" cap="rnd">
            <a:solidFill>
              <a:srgbClr val="627D8D"/>
            </a:solidFill>
            <a:prstDash val="solid"/>
            <a:round/>
          </a:ln>
        </p:spPr>
      </p:sp>
      <p:sp>
        <p:nvSpPr>
          <p:cNvPr id="83" name="!!path-2xg"/>
          <p:cNvSpPr/>
          <p:nvPr/>
        </p:nvSpPr>
        <p:spPr>
          <a:xfrm>
            <a:off x="6208510" y="4115033"/>
            <a:ext cx="59851" cy="50636"/>
          </a:xfrm>
          <a:custGeom>
            <a:avLst/>
            <a:gdLst/>
            <a:ahLst/>
            <a:cxnLst/>
            <a:rect l="l" t="t" r="r" b="b"/>
            <a:pathLst>
              <a:path w="59851" h="50636">
                <a:moveTo>
                  <a:pt x="59851" y="8850"/>
                </a:moveTo>
                <a:lnTo>
                  <a:pt x="57114" y="1369"/>
                </a:lnTo>
                <a:cubicBezTo>
                  <a:pt x="42516" y="0"/>
                  <a:pt x="24269" y="5018"/>
                  <a:pt x="12408" y="13777"/>
                </a:cubicBezTo>
                <a:cubicBezTo>
                  <a:pt x="6022" y="18521"/>
                  <a:pt x="1916" y="24178"/>
                  <a:pt x="0" y="29196"/>
                </a:cubicBezTo>
                <a:lnTo>
                  <a:pt x="0" y="50636"/>
                </a:lnTo>
                <a:lnTo>
                  <a:pt x="59851" y="506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84" name="!!path-2xh"/>
          <p:cNvSpPr/>
          <p:nvPr/>
        </p:nvSpPr>
        <p:spPr>
          <a:xfrm>
            <a:off x="6208510" y="4115033"/>
            <a:ext cx="59851" cy="29196"/>
          </a:xfrm>
          <a:custGeom>
            <a:avLst/>
            <a:gdLst/>
            <a:ahLst/>
            <a:cxnLst/>
            <a:rect l="l" t="t" r="r" b="b"/>
            <a:pathLst>
              <a:path w="59851" h="29196" fill="none">
                <a:moveTo>
                  <a:pt x="0" y="29196"/>
                </a:moveTo>
                <a:cubicBezTo>
                  <a:pt x="1916" y="24178"/>
                  <a:pt x="6022" y="18521"/>
                  <a:pt x="12408" y="13777"/>
                </a:cubicBezTo>
                <a:cubicBezTo>
                  <a:pt x="24269" y="5018"/>
                  <a:pt x="42516" y="0"/>
                  <a:pt x="57114" y="1369"/>
                </a:cubicBezTo>
                <a:lnTo>
                  <a:pt x="59851" y="8850"/>
                </a:lnTo>
              </a:path>
            </a:pathLst>
          </a:custGeom>
          <a:noFill/>
          <a:ln w="2190" cap="rnd">
            <a:solidFill>
              <a:srgbClr val="627D8D"/>
            </a:solidFill>
            <a:prstDash val="solid"/>
            <a:round/>
          </a:ln>
        </p:spPr>
      </p:sp>
      <p:sp>
        <p:nvSpPr>
          <p:cNvPr id="85" name="!!path-2xi"/>
          <p:cNvSpPr/>
          <p:nvPr/>
        </p:nvSpPr>
        <p:spPr>
          <a:xfrm>
            <a:off x="6208692" y="4121420"/>
            <a:ext cx="64048" cy="44250"/>
          </a:xfrm>
          <a:custGeom>
            <a:avLst/>
            <a:gdLst/>
            <a:ahLst/>
            <a:cxnLst/>
            <a:rect l="l" t="t" r="r" b="b"/>
            <a:pathLst>
              <a:path w="64048" h="44250">
                <a:moveTo>
                  <a:pt x="64048" y="8485"/>
                </a:moveTo>
                <a:lnTo>
                  <a:pt x="62771" y="3923"/>
                </a:lnTo>
                <a:cubicBezTo>
                  <a:pt x="47808" y="0"/>
                  <a:pt x="28648" y="2281"/>
                  <a:pt x="15875" y="8667"/>
                </a:cubicBezTo>
                <a:cubicBezTo>
                  <a:pt x="7664" y="12773"/>
                  <a:pt x="2646" y="19160"/>
                  <a:pt x="0" y="25273"/>
                </a:cubicBezTo>
                <a:lnTo>
                  <a:pt x="0" y="44250"/>
                </a:lnTo>
                <a:lnTo>
                  <a:pt x="64048" y="44250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86" name="!!path-2xj"/>
          <p:cNvSpPr/>
          <p:nvPr/>
        </p:nvSpPr>
        <p:spPr>
          <a:xfrm>
            <a:off x="6208692" y="4121420"/>
            <a:ext cx="64048" cy="25273"/>
          </a:xfrm>
          <a:custGeom>
            <a:avLst/>
            <a:gdLst/>
            <a:ahLst/>
            <a:cxnLst/>
            <a:rect l="l" t="t" r="r" b="b"/>
            <a:pathLst>
              <a:path w="64048" h="25273" fill="none">
                <a:moveTo>
                  <a:pt x="0" y="25273"/>
                </a:moveTo>
                <a:cubicBezTo>
                  <a:pt x="2646" y="19160"/>
                  <a:pt x="7664" y="12773"/>
                  <a:pt x="15875" y="8667"/>
                </a:cubicBezTo>
                <a:cubicBezTo>
                  <a:pt x="28648" y="2281"/>
                  <a:pt x="47808" y="0"/>
                  <a:pt x="62771" y="3923"/>
                </a:cubicBezTo>
                <a:lnTo>
                  <a:pt x="64048" y="8485"/>
                </a:lnTo>
              </a:path>
            </a:pathLst>
          </a:custGeom>
          <a:noFill/>
          <a:ln w="2190" cap="rnd">
            <a:solidFill>
              <a:srgbClr val="627D8D"/>
            </a:solidFill>
            <a:prstDash val="solid"/>
            <a:round/>
          </a:ln>
        </p:spPr>
      </p:sp>
      <p:sp>
        <p:nvSpPr>
          <p:cNvPr id="87" name="!!path-2xk"/>
          <p:cNvSpPr/>
          <p:nvPr/>
        </p:nvSpPr>
        <p:spPr>
          <a:xfrm>
            <a:off x="6133331" y="4126438"/>
            <a:ext cx="147804" cy="97806"/>
          </a:xfrm>
          <a:custGeom>
            <a:avLst/>
            <a:gdLst/>
            <a:ahLst/>
            <a:cxnLst/>
            <a:rect l="l" t="t" r="r" b="b"/>
            <a:pathLst>
              <a:path w="147804" h="97806">
                <a:moveTo>
                  <a:pt x="0" y="9580"/>
                </a:moveTo>
                <a:cubicBezTo>
                  <a:pt x="8211" y="3649"/>
                  <a:pt x="28283" y="1825"/>
                  <a:pt x="44706" y="6204"/>
                </a:cubicBezTo>
                <a:cubicBezTo>
                  <a:pt x="58392" y="10036"/>
                  <a:pt x="68428" y="15510"/>
                  <a:pt x="74814" y="20984"/>
                </a:cubicBezTo>
                <a:cubicBezTo>
                  <a:pt x="82113" y="14598"/>
                  <a:pt x="94886" y="6387"/>
                  <a:pt x="110397" y="2555"/>
                </a:cubicBezTo>
                <a:cubicBezTo>
                  <a:pt x="124994" y="0"/>
                  <a:pt x="139592" y="1369"/>
                  <a:pt x="147804" y="7755"/>
                </a:cubicBezTo>
                <a:lnTo>
                  <a:pt x="147621" y="80106"/>
                </a:lnTo>
                <a:cubicBezTo>
                  <a:pt x="131381" y="78007"/>
                  <a:pt x="99448" y="79376"/>
                  <a:pt x="75362" y="97258"/>
                </a:cubicBezTo>
                <a:quadBezTo>
                  <a:pt x="74814" y="97806"/>
                  <a:pt x="74267" y="97258"/>
                </a:quadBezTo>
                <a:cubicBezTo>
                  <a:pt x="50180" y="79376"/>
                  <a:pt x="19160" y="78007"/>
                  <a:pt x="2737" y="81018"/>
                </a:cubicBezTo>
                <a:close/>
              </a:path>
            </a:pathLst>
          </a:custGeom>
          <a:gradFill rotWithShape="1">
            <a:gsLst>
              <a:gs pos="0">
                <a:srgbClr val="627D8D"/>
              </a:gs>
              <a:gs pos="21794">
                <a:srgbClr val="627D8D"/>
              </a:gs>
              <a:gs pos="55376">
                <a:srgbClr val="627D8D"/>
              </a:gs>
              <a:gs pos="96421">
                <a:srgbClr val="98ABB7"/>
              </a:gs>
              <a:gs pos="100000">
                <a:srgbClr val="98ABB7"/>
              </a:gs>
            </a:gsLst>
            <a:lin ang="1983350" scaled="0"/>
          </a:gradFill>
          <a:ln>
            <a:noFill/>
          </a:ln>
        </p:spPr>
      </p:sp>
      <p:sp>
        <p:nvSpPr>
          <p:cNvPr id="88" name="!!path-2xl"/>
          <p:cNvSpPr/>
          <p:nvPr/>
        </p:nvSpPr>
        <p:spPr>
          <a:xfrm>
            <a:off x="6133331" y="4126438"/>
            <a:ext cx="147804" cy="97806"/>
          </a:xfrm>
          <a:custGeom>
            <a:avLst/>
            <a:gdLst/>
            <a:ahLst/>
            <a:cxnLst/>
            <a:rect l="l" t="t" r="r" b="b"/>
            <a:pathLst>
              <a:path w="147804" h="97806">
                <a:moveTo>
                  <a:pt x="0" y="9580"/>
                </a:moveTo>
                <a:cubicBezTo>
                  <a:pt x="8211" y="3649"/>
                  <a:pt x="28283" y="1825"/>
                  <a:pt x="44706" y="6204"/>
                </a:cubicBezTo>
                <a:cubicBezTo>
                  <a:pt x="58392" y="10036"/>
                  <a:pt x="68428" y="15510"/>
                  <a:pt x="74814" y="20984"/>
                </a:cubicBezTo>
                <a:cubicBezTo>
                  <a:pt x="82113" y="14598"/>
                  <a:pt x="94886" y="6387"/>
                  <a:pt x="110397" y="2555"/>
                </a:cubicBezTo>
                <a:cubicBezTo>
                  <a:pt x="124994" y="0"/>
                  <a:pt x="139592" y="1369"/>
                  <a:pt x="147804" y="7755"/>
                </a:cubicBezTo>
                <a:lnTo>
                  <a:pt x="147621" y="80106"/>
                </a:lnTo>
                <a:cubicBezTo>
                  <a:pt x="131381" y="78007"/>
                  <a:pt x="99448" y="79376"/>
                  <a:pt x="75362" y="97258"/>
                </a:cubicBezTo>
                <a:quadBezTo>
                  <a:pt x="74814" y="97806"/>
                  <a:pt x="74267" y="97258"/>
                </a:quadBezTo>
                <a:cubicBezTo>
                  <a:pt x="50180" y="79376"/>
                  <a:pt x="19160" y="78007"/>
                  <a:pt x="2737" y="81018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0000"/>
                </a:srgbClr>
              </a:gs>
              <a:gs pos="4764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83333" t="79291" r="16667" b="20709"/>
            </a:path>
          </a:gradFill>
          <a:ln>
            <a:noFill/>
          </a:ln>
        </p:spPr>
      </p:sp>
      <p:sp>
        <p:nvSpPr>
          <p:cNvPr id="89" name="!!line-2xm"/>
          <p:cNvSpPr/>
          <p:nvPr/>
        </p:nvSpPr>
        <p:spPr>
          <a:xfrm>
            <a:off x="6208783" y="4152531"/>
            <a:ext cx="1" cy="68975"/>
          </a:xfrm>
          <a:custGeom>
            <a:avLst/>
            <a:gdLst/>
            <a:ahLst/>
            <a:cxnLst/>
            <a:rect l="l" t="t" r="r" b="b"/>
            <a:pathLst>
              <a:path w="1" h="68975">
                <a:moveTo>
                  <a:pt x="0" y="0"/>
                </a:moveTo>
                <a:lnTo>
                  <a:pt x="0" y="68975"/>
                </a:lnTo>
              </a:path>
            </a:pathLst>
          </a:custGeom>
          <a:solidFill>
            <a:srgbClr val="000000"/>
          </a:solidFill>
          <a:ln w="3102" cap="rnd">
            <a:solidFill>
              <a:srgbClr val="C9D3D9"/>
            </a:solidFill>
            <a:prstDash val="solid"/>
            <a:miter lim="800000"/>
          </a:ln>
        </p:spPr>
      </p:sp>
      <p:sp>
        <p:nvSpPr>
          <p:cNvPr id="90" name="!!path-2xn"/>
          <p:cNvSpPr/>
          <p:nvPr/>
        </p:nvSpPr>
        <p:spPr>
          <a:xfrm>
            <a:off x="6257686" y="4188023"/>
            <a:ext cx="11405" cy="17061"/>
          </a:xfrm>
          <a:custGeom>
            <a:avLst/>
            <a:gdLst/>
            <a:ahLst/>
            <a:cxnLst/>
            <a:rect l="l" t="t" r="r" b="b"/>
            <a:pathLst>
              <a:path w="11405" h="17061">
                <a:moveTo>
                  <a:pt x="0" y="1186"/>
                </a:moveTo>
                <a:lnTo>
                  <a:pt x="6843" y="0"/>
                </a:lnTo>
                <a:lnTo>
                  <a:pt x="11405" y="16696"/>
                </a:lnTo>
                <a:lnTo>
                  <a:pt x="3376" y="17061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 w="456" cap="flat">
            <a:solidFill>
              <a:srgbClr val="FFFFFF">
                <a:alpha val="55000"/>
              </a:srgbClr>
            </a:solidFill>
            <a:prstDash val="solid"/>
            <a:round/>
          </a:ln>
        </p:spPr>
      </p:sp>
      <p:sp>
        <p:nvSpPr>
          <p:cNvPr id="91" name="!!text-2xo" descr="救「舊」我的書"/>
          <p:cNvSpPr txBox="1"/>
          <p:nvPr/>
        </p:nvSpPr>
        <p:spPr>
          <a:xfrm>
            <a:off x="6315531" y="4090867"/>
            <a:ext cx="610716" cy="14036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63" b="1" kern="0" spc="-382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救</a:t>
            </a:r>
            <a:r>
              <a:rPr lang="zh-TW" altLang="en-US" sz="763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「舊</a:t>
            </a:r>
            <a:r>
              <a:rPr lang="zh-TW" altLang="en-US" sz="763" b="1" kern="0" spc="-382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」</a:t>
            </a:r>
            <a:r>
              <a:rPr lang="zh-TW" altLang="en-US" sz="763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我的書</a:t>
            </a:r>
            <a:endParaRPr lang="zh-TW" sz="763"/>
          </a:p>
        </p:txBody>
      </p:sp>
      <p:sp>
        <p:nvSpPr>
          <p:cNvPr id="92" name="!!rect-2y2"/>
          <p:cNvSpPr/>
          <p:nvPr/>
        </p:nvSpPr>
        <p:spPr>
          <a:xfrm>
            <a:off x="5762088" y="4278244"/>
            <a:ext cx="707541" cy="834589"/>
          </a:xfrm>
          <a:custGeom>
            <a:avLst/>
            <a:gdLst/>
            <a:ahLst/>
            <a:cxnLst/>
            <a:rect l="l" t="t" r="r" b="b"/>
            <a:pathLst>
              <a:path w="707541" h="834589">
                <a:moveTo>
                  <a:pt x="0" y="0"/>
                </a:moveTo>
                <a:lnTo>
                  <a:pt x="667625" y="0"/>
                </a:lnTo>
                <a:cubicBezTo>
                  <a:pt x="689670" y="0"/>
                  <a:pt x="707541" y="17871"/>
                  <a:pt x="707541" y="39916"/>
                </a:cubicBezTo>
                <a:lnTo>
                  <a:pt x="707541" y="834589"/>
                </a:lnTo>
                <a:lnTo>
                  <a:pt x="0" y="834589"/>
                </a:lnTo>
                <a:lnTo>
                  <a:pt x="0" y="0"/>
                </a:lnTo>
                <a:close/>
              </a:path>
            </a:pathLst>
          </a:custGeom>
          <a:solidFill>
            <a:srgbClr val="D5DDE2"/>
          </a:solidFill>
          <a:ln>
            <a:noFill/>
          </a:ln>
        </p:spPr>
      </p:sp>
      <p:sp>
        <p:nvSpPr>
          <p:cNvPr id="93" name="!!path-2y3"/>
          <p:cNvSpPr/>
          <p:nvPr/>
        </p:nvSpPr>
        <p:spPr>
          <a:xfrm>
            <a:off x="5477429" y="4278244"/>
            <a:ext cx="284659" cy="994669"/>
          </a:xfrm>
          <a:custGeom>
            <a:avLst/>
            <a:gdLst/>
            <a:ahLst/>
            <a:cxnLst/>
            <a:rect l="l" t="t" r="r" b="b"/>
            <a:pathLst>
              <a:path w="284659" h="994669">
                <a:moveTo>
                  <a:pt x="11691" y="991914"/>
                </a:moveTo>
                <a:lnTo>
                  <a:pt x="6727" y="985865"/>
                </a:lnTo>
                <a:lnTo>
                  <a:pt x="3038" y="978964"/>
                </a:lnTo>
                <a:lnTo>
                  <a:pt x="767" y="971476"/>
                </a:lnTo>
                <a:lnTo>
                  <a:pt x="0" y="963689"/>
                </a:lnTo>
                <a:lnTo>
                  <a:pt x="0" y="39916"/>
                </a:lnTo>
                <a:lnTo>
                  <a:pt x="767" y="32129"/>
                </a:lnTo>
                <a:lnTo>
                  <a:pt x="3038" y="24641"/>
                </a:lnTo>
                <a:lnTo>
                  <a:pt x="6727" y="17740"/>
                </a:lnTo>
                <a:lnTo>
                  <a:pt x="11691" y="11691"/>
                </a:lnTo>
                <a:lnTo>
                  <a:pt x="17740" y="6727"/>
                </a:lnTo>
                <a:lnTo>
                  <a:pt x="24641" y="3038"/>
                </a:lnTo>
                <a:lnTo>
                  <a:pt x="32129" y="767"/>
                </a:lnTo>
                <a:lnTo>
                  <a:pt x="39916" y="0"/>
                </a:lnTo>
                <a:lnTo>
                  <a:pt x="284659" y="0"/>
                </a:lnTo>
                <a:lnTo>
                  <a:pt x="284659" y="834589"/>
                </a:lnTo>
                <a:lnTo>
                  <a:pt x="15049" y="994669"/>
                </a:lnTo>
                <a:close/>
              </a:path>
            </a:pathLst>
          </a:custGeom>
          <a:solidFill>
            <a:srgbClr val="C4CED5"/>
          </a:solidFill>
          <a:ln>
            <a:noFill/>
          </a:ln>
        </p:spPr>
      </p:sp>
      <p:sp>
        <p:nvSpPr>
          <p:cNvPr id="94" name="!!path-2y4"/>
          <p:cNvSpPr/>
          <p:nvPr/>
        </p:nvSpPr>
        <p:spPr>
          <a:xfrm>
            <a:off x="5492478" y="5112833"/>
            <a:ext cx="977151" cy="169016"/>
          </a:xfrm>
          <a:custGeom>
            <a:avLst/>
            <a:gdLst/>
            <a:ahLst/>
            <a:cxnLst/>
            <a:rect l="l" t="t" r="r" b="b"/>
            <a:pathLst>
              <a:path w="977151" h="169016">
                <a:moveTo>
                  <a:pt x="0" y="160081"/>
                </a:moveTo>
                <a:lnTo>
                  <a:pt x="2691" y="162289"/>
                </a:lnTo>
                <a:lnTo>
                  <a:pt x="9592" y="165978"/>
                </a:lnTo>
                <a:lnTo>
                  <a:pt x="17080" y="168249"/>
                </a:lnTo>
                <a:lnTo>
                  <a:pt x="24867" y="169016"/>
                </a:lnTo>
                <a:lnTo>
                  <a:pt x="937235" y="169016"/>
                </a:lnTo>
                <a:lnTo>
                  <a:pt x="945022" y="168249"/>
                </a:lnTo>
                <a:lnTo>
                  <a:pt x="952510" y="165978"/>
                </a:lnTo>
                <a:lnTo>
                  <a:pt x="959411" y="162289"/>
                </a:lnTo>
                <a:lnTo>
                  <a:pt x="965460" y="157325"/>
                </a:lnTo>
                <a:lnTo>
                  <a:pt x="970424" y="151276"/>
                </a:lnTo>
                <a:lnTo>
                  <a:pt x="974113" y="144375"/>
                </a:lnTo>
                <a:lnTo>
                  <a:pt x="976384" y="136887"/>
                </a:lnTo>
                <a:lnTo>
                  <a:pt x="977151" y="129100"/>
                </a:lnTo>
                <a:lnTo>
                  <a:pt x="977151" y="0"/>
                </a:lnTo>
                <a:lnTo>
                  <a:pt x="269610" y="0"/>
                </a:lnTo>
                <a:close/>
              </a:path>
            </a:pathLst>
          </a:custGeom>
          <a:solidFill>
            <a:srgbClr val="E8EDF0"/>
          </a:solidFill>
          <a:ln>
            <a:noFill/>
          </a:ln>
        </p:spPr>
      </p:sp>
      <p:sp>
        <p:nvSpPr>
          <p:cNvPr id="95" name="!!ellipse-2ye"/>
          <p:cNvSpPr/>
          <p:nvPr/>
        </p:nvSpPr>
        <p:spPr>
          <a:xfrm>
            <a:off x="6043599" y="5145097"/>
            <a:ext cx="455363" cy="52461"/>
          </a:xfrm>
          <a:prstGeom prst="ellipse">
            <a:avLst/>
          </a:prstGeom>
          <a:solidFill>
            <a:srgbClr val="0B1A26">
              <a:alpha val="16000"/>
            </a:srgbClr>
          </a:solidFill>
          <a:ln>
            <a:noFill/>
          </a:ln>
        </p:spPr>
      </p:sp>
      <p:sp>
        <p:nvSpPr>
          <p:cNvPr id="96" name="!!rect-2yg"/>
          <p:cNvSpPr/>
          <p:nvPr/>
        </p:nvSpPr>
        <p:spPr>
          <a:xfrm>
            <a:off x="6066682" y="4651962"/>
            <a:ext cx="367228" cy="514119"/>
          </a:xfrm>
          <a:prstGeom prst="roundRect">
            <a:avLst>
              <a:gd name="adj" fmla="val 4286"/>
            </a:avLst>
          </a:prstGeom>
          <a:gradFill rotWithShape="1">
            <a:gsLst>
              <a:gs pos="0">
                <a:srgbClr val="5D856F"/>
              </a:gs>
              <a:gs pos="100000">
                <a:srgbClr val="3F624F"/>
              </a:gs>
              <a:gs pos="100000">
                <a:srgbClr val="3F624F"/>
              </a:gs>
            </a:gsLst>
            <a:lin ang="3267739" scaled="0"/>
          </a:gradFill>
          <a:ln>
            <a:noFill/>
          </a:ln>
        </p:spPr>
      </p:sp>
      <p:sp>
        <p:nvSpPr>
          <p:cNvPr id="97" name="!!rect-2yh"/>
          <p:cNvSpPr/>
          <p:nvPr/>
        </p:nvSpPr>
        <p:spPr>
          <a:xfrm>
            <a:off x="6099733" y="4651962"/>
            <a:ext cx="18361" cy="514119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</p:spPr>
      </p:sp>
      <p:sp>
        <p:nvSpPr>
          <p:cNvPr id="98" name="!!rect-2yi"/>
          <p:cNvSpPr/>
          <p:nvPr/>
        </p:nvSpPr>
        <p:spPr>
          <a:xfrm>
            <a:off x="6158489" y="4744503"/>
            <a:ext cx="205648" cy="35988"/>
          </a:xfrm>
          <a:prstGeom prst="roundRect">
            <a:avLst>
              <a:gd name="adj" fmla="val 28571"/>
            </a:avLst>
          </a:prstGeom>
          <a:solidFill>
            <a:srgbClr val="E7D9B8"/>
          </a:solidFill>
          <a:ln>
            <a:noFill/>
          </a:ln>
        </p:spPr>
      </p:sp>
      <p:sp>
        <p:nvSpPr>
          <p:cNvPr id="99" name="!!rect-2yj"/>
          <p:cNvSpPr/>
          <p:nvPr/>
        </p:nvSpPr>
        <p:spPr>
          <a:xfrm>
            <a:off x="6158489" y="4806198"/>
            <a:ext cx="139547" cy="23135"/>
          </a:xfrm>
          <a:prstGeom prst="roundRect">
            <a:avLst>
              <a:gd name="adj" fmla="val 44444"/>
            </a:avLst>
          </a:prstGeom>
          <a:solidFill>
            <a:srgbClr val="E7D9B8">
              <a:alpha val="72000"/>
            </a:srgbClr>
          </a:solidFill>
          <a:ln>
            <a:noFill/>
          </a:ln>
        </p:spPr>
      </p:sp>
      <p:sp>
        <p:nvSpPr>
          <p:cNvPr id="100" name="!!rect-2yk"/>
          <p:cNvSpPr/>
          <p:nvPr/>
        </p:nvSpPr>
        <p:spPr>
          <a:xfrm>
            <a:off x="6158489" y="5063257"/>
            <a:ext cx="102824" cy="20565"/>
          </a:xfrm>
          <a:prstGeom prst="roundRect">
            <a:avLst>
              <a:gd name="adj" fmla="val 50000"/>
            </a:avLst>
          </a:prstGeom>
          <a:solidFill>
            <a:srgbClr val="E7D9B8">
              <a:alpha val="55000"/>
            </a:srgbClr>
          </a:solidFill>
          <a:ln>
            <a:noFill/>
          </a:ln>
        </p:spPr>
      </p:sp>
      <p:sp>
        <p:nvSpPr>
          <p:cNvPr id="101" name="!!rect-2yl"/>
          <p:cNvSpPr/>
          <p:nvPr/>
        </p:nvSpPr>
        <p:spPr>
          <a:xfrm>
            <a:off x="5477429" y="4278244"/>
            <a:ext cx="992200" cy="501802"/>
          </a:xfrm>
          <a:custGeom>
            <a:avLst/>
            <a:gdLst/>
            <a:ahLst/>
            <a:cxnLst/>
            <a:rect l="l" t="t" r="r" b="b"/>
            <a:pathLst>
              <a:path w="992200" h="501802">
                <a:moveTo>
                  <a:pt x="39916" y="0"/>
                </a:moveTo>
                <a:lnTo>
                  <a:pt x="952284" y="0"/>
                </a:lnTo>
                <a:cubicBezTo>
                  <a:pt x="974329" y="0"/>
                  <a:pt x="992200" y="17871"/>
                  <a:pt x="992200" y="39916"/>
                </a:cubicBezTo>
                <a:lnTo>
                  <a:pt x="992200" y="501802"/>
                </a:lnTo>
                <a:lnTo>
                  <a:pt x="0" y="501802"/>
                </a:lnTo>
                <a:lnTo>
                  <a:pt x="0" y="39916"/>
                </a:lnTo>
                <a:cubicBezTo>
                  <a:pt x="0" y="17871"/>
                  <a:pt x="17871" y="0"/>
                  <a:pt x="39916" y="0"/>
                </a:cubicBezTo>
                <a:close/>
              </a:path>
            </a:pathLst>
          </a:custGeom>
          <a:gradFill rotWithShape="1">
            <a:gsLst>
              <a:gs pos="0">
                <a:srgbClr val="0B1A26">
                  <a:alpha val="20000"/>
                </a:srgbClr>
              </a:gs>
              <a:gs pos="100000">
                <a:srgbClr val="0B1A26">
                  <a:alpha val="0"/>
                </a:srgbClr>
              </a:gs>
            </a:gsLst>
            <a:lin ang="5400000" scaled="0"/>
          </a:gradFill>
          <a:ln>
            <a:noFill/>
          </a:ln>
        </p:spPr>
      </p:sp>
      <p:sp>
        <p:nvSpPr>
          <p:cNvPr id="102" name="!!circle-2ym"/>
          <p:cNvSpPr/>
          <p:nvPr/>
        </p:nvSpPr>
        <p:spPr>
          <a:xfrm>
            <a:off x="6495860" y="4709338"/>
            <a:ext cx="38776" cy="38776"/>
          </a:xfrm>
          <a:prstGeom prst="ellipse">
            <a:avLst/>
          </a:prstGeom>
          <a:solidFill>
            <a:srgbClr val="AEB9C1"/>
          </a:solidFill>
          <a:ln>
            <a:noFill/>
          </a:ln>
        </p:spPr>
      </p:sp>
      <p:sp>
        <p:nvSpPr>
          <p:cNvPr id="103" name="!!rect-2yy"/>
          <p:cNvSpPr/>
          <p:nvPr/>
        </p:nvSpPr>
        <p:spPr>
          <a:xfrm>
            <a:off x="5477429" y="4278244"/>
            <a:ext cx="992200" cy="1003605"/>
          </a:xfrm>
          <a:prstGeom prst="roundRect">
            <a:avLst>
              <a:gd name="adj" fmla="val 4023"/>
            </a:avLst>
          </a:prstGeom>
          <a:solidFill>
            <a:srgbClr val="F4F8FA">
              <a:alpha val="40000"/>
            </a:srgbClr>
          </a:solidFill>
          <a:ln>
            <a:noFill/>
          </a:ln>
        </p:spPr>
      </p:sp>
      <p:sp>
        <p:nvSpPr>
          <p:cNvPr id="104" name="!!path-2yz"/>
          <p:cNvSpPr/>
          <p:nvPr/>
        </p:nvSpPr>
        <p:spPr>
          <a:xfrm>
            <a:off x="5695713" y="4278244"/>
            <a:ext cx="436568" cy="1003605"/>
          </a:xfrm>
          <a:custGeom>
            <a:avLst/>
            <a:gdLst/>
            <a:ahLst/>
            <a:cxnLst/>
            <a:rect l="l" t="t" r="r" b="b"/>
            <a:pathLst>
              <a:path w="436568" h="1003605">
                <a:moveTo>
                  <a:pt x="277816" y="0"/>
                </a:moveTo>
                <a:lnTo>
                  <a:pt x="436568" y="0"/>
                </a:lnTo>
                <a:lnTo>
                  <a:pt x="158752" y="1003605"/>
                </a:lnTo>
                <a:lnTo>
                  <a:pt x="0" y="1003605"/>
                </a:lnTo>
                <a:close/>
              </a:path>
            </a:pathLst>
          </a:custGeom>
          <a:solidFill>
            <a:srgbClr val="FFFFFF">
              <a:alpha val="34000"/>
            </a:srgbClr>
          </a:solidFill>
          <a:ln>
            <a:noFill/>
          </a:ln>
        </p:spPr>
      </p:sp>
      <p:sp>
        <p:nvSpPr>
          <p:cNvPr id="105" name="!!path-2z0"/>
          <p:cNvSpPr/>
          <p:nvPr/>
        </p:nvSpPr>
        <p:spPr>
          <a:xfrm>
            <a:off x="5904075" y="4278244"/>
            <a:ext cx="317504" cy="1003605"/>
          </a:xfrm>
          <a:custGeom>
            <a:avLst/>
            <a:gdLst/>
            <a:ahLst/>
            <a:cxnLst/>
            <a:rect l="l" t="t" r="r" b="b"/>
            <a:pathLst>
              <a:path w="317504" h="1003605">
                <a:moveTo>
                  <a:pt x="277816" y="0"/>
                </a:moveTo>
                <a:lnTo>
                  <a:pt x="317504" y="0"/>
                </a:lnTo>
                <a:lnTo>
                  <a:pt x="39688" y="1003605"/>
                </a:lnTo>
                <a:lnTo>
                  <a:pt x="0" y="1003605"/>
                </a:lnTo>
                <a:close/>
              </a:path>
            </a:pathLst>
          </a:custGeom>
          <a:solidFill>
            <a:srgbClr val="FFFFFF">
              <a:alpha val="28000"/>
            </a:srgbClr>
          </a:solidFill>
          <a:ln>
            <a:noFill/>
          </a:ln>
        </p:spPr>
      </p:sp>
      <p:sp>
        <p:nvSpPr>
          <p:cNvPr id="106" name="!!rect-2z1"/>
          <p:cNvSpPr/>
          <p:nvPr/>
        </p:nvSpPr>
        <p:spPr>
          <a:xfrm>
            <a:off x="5481991" y="4282806"/>
            <a:ext cx="983076" cy="994481"/>
          </a:xfrm>
          <a:prstGeom prst="roundRect">
            <a:avLst>
              <a:gd name="adj" fmla="val 3770"/>
            </a:avLst>
          </a:prstGeom>
          <a:noFill/>
          <a:ln w="9124" cap="flat">
            <a:solidFill>
              <a:srgbClr val="FFFFFF">
                <a:alpha val="95000"/>
              </a:srgbClr>
            </a:solidFill>
            <a:prstDash val="solid"/>
            <a:miter lim="800000"/>
          </a:ln>
        </p:spPr>
      </p:sp>
      <p:sp>
        <p:nvSpPr>
          <p:cNvPr id="107" name="!!rect-2z2"/>
          <p:cNvSpPr/>
          <p:nvPr/>
        </p:nvSpPr>
        <p:spPr>
          <a:xfrm>
            <a:off x="5477429" y="4278244"/>
            <a:ext cx="992200" cy="1003605"/>
          </a:xfrm>
          <a:prstGeom prst="roundRect">
            <a:avLst>
              <a:gd name="adj" fmla="val 4023"/>
            </a:avLst>
          </a:prstGeom>
          <a:noFill/>
          <a:ln w="5702" cap="flat">
            <a:solidFill>
              <a:srgbClr val="8FA0AB">
                <a:alpha val="50000"/>
              </a:srgbClr>
            </a:solidFill>
            <a:prstDash val="solid"/>
            <a:miter lim="800000"/>
          </a:ln>
        </p:spPr>
      </p:sp>
      <p:sp>
        <p:nvSpPr>
          <p:cNvPr id="108" name="!!rect-2z3"/>
          <p:cNvSpPr/>
          <p:nvPr/>
        </p:nvSpPr>
        <p:spPr>
          <a:xfrm>
            <a:off x="5540154" y="4340970"/>
            <a:ext cx="285115" cy="136855"/>
          </a:xfrm>
          <a:prstGeom prst="roundRect">
            <a:avLst>
              <a:gd name="adj" fmla="val 29167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109" name="!!text-2z6" descr="A01"/>
          <p:cNvSpPr txBox="1"/>
          <p:nvPr/>
        </p:nvSpPr>
        <p:spPr>
          <a:xfrm>
            <a:off x="5610025" y="4345303"/>
            <a:ext cx="169324" cy="11559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29" b="1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A01</a:t>
            </a:r>
            <a:endParaRPr lang="zh-TW" sz="629"/>
          </a:p>
        </p:txBody>
      </p:sp>
      <p:sp>
        <p:nvSpPr>
          <p:cNvPr id="110" name="!!rect-2zw"/>
          <p:cNvSpPr/>
          <p:nvPr/>
        </p:nvSpPr>
        <p:spPr>
          <a:xfrm>
            <a:off x="6845525" y="4278244"/>
            <a:ext cx="707541" cy="834589"/>
          </a:xfrm>
          <a:custGeom>
            <a:avLst/>
            <a:gdLst/>
            <a:ahLst/>
            <a:cxnLst/>
            <a:rect l="l" t="t" r="r" b="b"/>
            <a:pathLst>
              <a:path w="707541" h="834589">
                <a:moveTo>
                  <a:pt x="0" y="0"/>
                </a:moveTo>
                <a:lnTo>
                  <a:pt x="667625" y="0"/>
                </a:lnTo>
                <a:cubicBezTo>
                  <a:pt x="689670" y="0"/>
                  <a:pt x="707541" y="17871"/>
                  <a:pt x="707541" y="39916"/>
                </a:cubicBezTo>
                <a:lnTo>
                  <a:pt x="707541" y="834589"/>
                </a:lnTo>
                <a:lnTo>
                  <a:pt x="0" y="834589"/>
                </a:lnTo>
                <a:lnTo>
                  <a:pt x="0" y="0"/>
                </a:lnTo>
                <a:close/>
              </a:path>
            </a:pathLst>
          </a:custGeom>
          <a:solidFill>
            <a:srgbClr val="D5DDE2"/>
          </a:solidFill>
          <a:ln>
            <a:noFill/>
          </a:ln>
        </p:spPr>
      </p:sp>
      <p:sp>
        <p:nvSpPr>
          <p:cNvPr id="111" name="!!path-2zx"/>
          <p:cNvSpPr/>
          <p:nvPr/>
        </p:nvSpPr>
        <p:spPr>
          <a:xfrm>
            <a:off x="6560866" y="4278244"/>
            <a:ext cx="284659" cy="994669"/>
          </a:xfrm>
          <a:custGeom>
            <a:avLst/>
            <a:gdLst/>
            <a:ahLst/>
            <a:cxnLst/>
            <a:rect l="l" t="t" r="r" b="b"/>
            <a:pathLst>
              <a:path w="284659" h="994669">
                <a:moveTo>
                  <a:pt x="11691" y="991914"/>
                </a:moveTo>
                <a:lnTo>
                  <a:pt x="6727" y="985865"/>
                </a:lnTo>
                <a:lnTo>
                  <a:pt x="3038" y="978964"/>
                </a:lnTo>
                <a:lnTo>
                  <a:pt x="767" y="971476"/>
                </a:lnTo>
                <a:lnTo>
                  <a:pt x="0" y="963689"/>
                </a:lnTo>
                <a:lnTo>
                  <a:pt x="0" y="39916"/>
                </a:lnTo>
                <a:lnTo>
                  <a:pt x="767" y="32129"/>
                </a:lnTo>
                <a:lnTo>
                  <a:pt x="3038" y="24641"/>
                </a:lnTo>
                <a:lnTo>
                  <a:pt x="6727" y="17740"/>
                </a:lnTo>
                <a:lnTo>
                  <a:pt x="11691" y="11691"/>
                </a:lnTo>
                <a:lnTo>
                  <a:pt x="17740" y="6727"/>
                </a:lnTo>
                <a:lnTo>
                  <a:pt x="24641" y="3038"/>
                </a:lnTo>
                <a:lnTo>
                  <a:pt x="32129" y="767"/>
                </a:lnTo>
                <a:lnTo>
                  <a:pt x="39916" y="0"/>
                </a:lnTo>
                <a:lnTo>
                  <a:pt x="284659" y="0"/>
                </a:lnTo>
                <a:lnTo>
                  <a:pt x="284659" y="834589"/>
                </a:lnTo>
                <a:lnTo>
                  <a:pt x="15049" y="994669"/>
                </a:lnTo>
                <a:close/>
              </a:path>
            </a:pathLst>
          </a:custGeom>
          <a:solidFill>
            <a:srgbClr val="C4CED5"/>
          </a:solidFill>
          <a:ln>
            <a:noFill/>
          </a:ln>
        </p:spPr>
      </p:sp>
      <p:sp>
        <p:nvSpPr>
          <p:cNvPr id="112" name="!!path-2zy"/>
          <p:cNvSpPr/>
          <p:nvPr/>
        </p:nvSpPr>
        <p:spPr>
          <a:xfrm>
            <a:off x="6575915" y="5112833"/>
            <a:ext cx="977151" cy="169016"/>
          </a:xfrm>
          <a:custGeom>
            <a:avLst/>
            <a:gdLst/>
            <a:ahLst/>
            <a:cxnLst/>
            <a:rect l="l" t="t" r="r" b="b"/>
            <a:pathLst>
              <a:path w="977151" h="169016">
                <a:moveTo>
                  <a:pt x="0" y="160081"/>
                </a:moveTo>
                <a:lnTo>
                  <a:pt x="2691" y="162289"/>
                </a:lnTo>
                <a:lnTo>
                  <a:pt x="9592" y="165978"/>
                </a:lnTo>
                <a:lnTo>
                  <a:pt x="17080" y="168249"/>
                </a:lnTo>
                <a:lnTo>
                  <a:pt x="24867" y="169016"/>
                </a:lnTo>
                <a:lnTo>
                  <a:pt x="937235" y="169016"/>
                </a:lnTo>
                <a:lnTo>
                  <a:pt x="945022" y="168249"/>
                </a:lnTo>
                <a:lnTo>
                  <a:pt x="952510" y="165978"/>
                </a:lnTo>
                <a:lnTo>
                  <a:pt x="959411" y="162289"/>
                </a:lnTo>
                <a:lnTo>
                  <a:pt x="965460" y="157325"/>
                </a:lnTo>
                <a:lnTo>
                  <a:pt x="970424" y="151276"/>
                </a:lnTo>
                <a:lnTo>
                  <a:pt x="974113" y="144375"/>
                </a:lnTo>
                <a:lnTo>
                  <a:pt x="976384" y="136887"/>
                </a:lnTo>
                <a:lnTo>
                  <a:pt x="977151" y="129100"/>
                </a:lnTo>
                <a:lnTo>
                  <a:pt x="977151" y="0"/>
                </a:lnTo>
                <a:lnTo>
                  <a:pt x="269610" y="0"/>
                </a:lnTo>
                <a:close/>
              </a:path>
            </a:pathLst>
          </a:custGeom>
          <a:solidFill>
            <a:srgbClr val="E8EDF0"/>
          </a:solidFill>
          <a:ln>
            <a:noFill/>
          </a:ln>
        </p:spPr>
      </p:sp>
      <p:sp>
        <p:nvSpPr>
          <p:cNvPr id="113" name="!!ellipse-2zz"/>
          <p:cNvSpPr/>
          <p:nvPr/>
        </p:nvSpPr>
        <p:spPr>
          <a:xfrm>
            <a:off x="7069375" y="5166081"/>
            <a:ext cx="494960" cy="57023"/>
          </a:xfrm>
          <a:prstGeom prst="ellipse">
            <a:avLst/>
          </a:prstGeom>
          <a:solidFill>
            <a:srgbClr val="0B1A26">
              <a:alpha val="14000"/>
            </a:srgbClr>
          </a:solidFill>
          <a:ln>
            <a:noFill/>
          </a:ln>
        </p:spPr>
      </p:sp>
      <p:sp>
        <p:nvSpPr>
          <p:cNvPr id="114" name="!!rect-301"/>
          <p:cNvSpPr/>
          <p:nvPr/>
        </p:nvSpPr>
        <p:spPr>
          <a:xfrm>
            <a:off x="7094465" y="4630065"/>
            <a:ext cx="399161" cy="558825"/>
          </a:xfrm>
          <a:prstGeom prst="roundRect">
            <a:avLst>
              <a:gd name="adj" fmla="val 4286"/>
            </a:avLst>
          </a:prstGeom>
          <a:gradFill rotWithShape="1">
            <a:gsLst>
              <a:gs pos="0">
                <a:srgbClr val="AB6C59"/>
              </a:gs>
              <a:gs pos="100000">
                <a:srgbClr val="834C3C"/>
              </a:gs>
              <a:gs pos="100000">
                <a:srgbClr val="834C3C"/>
              </a:gs>
            </a:gsLst>
            <a:lin ang="3267739" scaled="0"/>
          </a:gradFill>
          <a:ln>
            <a:noFill/>
          </a:ln>
        </p:spPr>
      </p:sp>
      <p:sp>
        <p:nvSpPr>
          <p:cNvPr id="115" name="!!rect-302"/>
          <p:cNvSpPr/>
          <p:nvPr/>
        </p:nvSpPr>
        <p:spPr>
          <a:xfrm>
            <a:off x="7130389" y="4630065"/>
            <a:ext cx="19958" cy="558825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</p:spPr>
      </p:sp>
      <p:sp>
        <p:nvSpPr>
          <p:cNvPr id="116" name="!!rect-303"/>
          <p:cNvSpPr/>
          <p:nvPr/>
        </p:nvSpPr>
        <p:spPr>
          <a:xfrm>
            <a:off x="7194255" y="4730654"/>
            <a:ext cx="223530" cy="39118"/>
          </a:xfrm>
          <a:prstGeom prst="roundRect">
            <a:avLst>
              <a:gd name="adj" fmla="val 28571"/>
            </a:avLst>
          </a:prstGeom>
          <a:solidFill>
            <a:srgbClr val="F1E3C8"/>
          </a:solidFill>
          <a:ln>
            <a:noFill/>
          </a:ln>
        </p:spPr>
      </p:sp>
      <p:sp>
        <p:nvSpPr>
          <p:cNvPr id="117" name="!!rect-304"/>
          <p:cNvSpPr/>
          <p:nvPr/>
        </p:nvSpPr>
        <p:spPr>
          <a:xfrm>
            <a:off x="7194255" y="4797713"/>
            <a:ext cx="151681" cy="25147"/>
          </a:xfrm>
          <a:prstGeom prst="roundRect">
            <a:avLst>
              <a:gd name="adj" fmla="val 44444"/>
            </a:avLst>
          </a:prstGeom>
          <a:solidFill>
            <a:srgbClr val="F1E3C8">
              <a:alpha val="72000"/>
            </a:srgbClr>
          </a:solidFill>
          <a:ln>
            <a:noFill/>
          </a:ln>
        </p:spPr>
      </p:sp>
      <p:sp>
        <p:nvSpPr>
          <p:cNvPr id="118" name="!!rect-305"/>
          <p:cNvSpPr/>
          <p:nvPr/>
        </p:nvSpPr>
        <p:spPr>
          <a:xfrm>
            <a:off x="7194255" y="5077125"/>
            <a:ext cx="111765" cy="22353"/>
          </a:xfrm>
          <a:prstGeom prst="roundRect">
            <a:avLst>
              <a:gd name="adj" fmla="val 50000"/>
            </a:avLst>
          </a:prstGeom>
          <a:solidFill>
            <a:srgbClr val="F1E3C8">
              <a:alpha val="55000"/>
            </a:srgbClr>
          </a:solidFill>
          <a:ln>
            <a:noFill/>
          </a:ln>
        </p:spPr>
      </p:sp>
      <p:sp>
        <p:nvSpPr>
          <p:cNvPr id="119" name="!!rect-306"/>
          <p:cNvSpPr/>
          <p:nvPr/>
        </p:nvSpPr>
        <p:spPr>
          <a:xfrm>
            <a:off x="6560866" y="4278244"/>
            <a:ext cx="992200" cy="501802"/>
          </a:xfrm>
          <a:custGeom>
            <a:avLst/>
            <a:gdLst/>
            <a:ahLst/>
            <a:cxnLst/>
            <a:rect l="l" t="t" r="r" b="b"/>
            <a:pathLst>
              <a:path w="992200" h="501802">
                <a:moveTo>
                  <a:pt x="39916" y="0"/>
                </a:moveTo>
                <a:lnTo>
                  <a:pt x="952284" y="0"/>
                </a:lnTo>
                <a:cubicBezTo>
                  <a:pt x="974329" y="0"/>
                  <a:pt x="992200" y="17871"/>
                  <a:pt x="992200" y="39916"/>
                </a:cubicBezTo>
                <a:lnTo>
                  <a:pt x="992200" y="501802"/>
                </a:lnTo>
                <a:lnTo>
                  <a:pt x="0" y="501802"/>
                </a:lnTo>
                <a:lnTo>
                  <a:pt x="0" y="39916"/>
                </a:lnTo>
                <a:cubicBezTo>
                  <a:pt x="0" y="17871"/>
                  <a:pt x="17871" y="0"/>
                  <a:pt x="39916" y="0"/>
                </a:cubicBezTo>
                <a:close/>
              </a:path>
            </a:pathLst>
          </a:custGeom>
          <a:gradFill rotWithShape="1">
            <a:gsLst>
              <a:gs pos="0">
                <a:srgbClr val="0B1A26">
                  <a:alpha val="20000"/>
                </a:srgbClr>
              </a:gs>
              <a:gs pos="100000">
                <a:srgbClr val="0B1A26">
                  <a:alpha val="0"/>
                </a:srgbClr>
              </a:gs>
            </a:gsLst>
            <a:lin ang="5400000" scaled="0"/>
          </a:gradFill>
          <a:ln>
            <a:noFill/>
          </a:ln>
        </p:spPr>
      </p:sp>
      <p:sp>
        <p:nvSpPr>
          <p:cNvPr id="120" name="!!circle-307"/>
          <p:cNvSpPr/>
          <p:nvPr/>
        </p:nvSpPr>
        <p:spPr>
          <a:xfrm>
            <a:off x="6495860" y="4811980"/>
            <a:ext cx="38776" cy="38776"/>
          </a:xfrm>
          <a:prstGeom prst="ellipse">
            <a:avLst/>
          </a:prstGeom>
          <a:solidFill>
            <a:srgbClr val="AEB9C1"/>
          </a:solidFill>
          <a:ln>
            <a:noFill/>
          </a:ln>
        </p:spPr>
      </p:sp>
      <p:sp>
        <p:nvSpPr>
          <p:cNvPr id="121" name="!!rect-309"/>
          <p:cNvSpPr/>
          <p:nvPr/>
        </p:nvSpPr>
        <p:spPr>
          <a:xfrm>
            <a:off x="6560866" y="4278244"/>
            <a:ext cx="992200" cy="1003605"/>
          </a:xfrm>
          <a:prstGeom prst="roundRect">
            <a:avLst>
              <a:gd name="adj" fmla="val 4023"/>
            </a:avLst>
          </a:prstGeom>
          <a:solidFill>
            <a:srgbClr val="F4F8FA">
              <a:alpha val="40000"/>
            </a:srgbClr>
          </a:solidFill>
          <a:ln>
            <a:noFill/>
          </a:ln>
        </p:spPr>
      </p:sp>
      <p:sp>
        <p:nvSpPr>
          <p:cNvPr id="122" name="!!path-30a"/>
          <p:cNvSpPr/>
          <p:nvPr/>
        </p:nvSpPr>
        <p:spPr>
          <a:xfrm>
            <a:off x="6779150" y="4278244"/>
            <a:ext cx="436568" cy="1003605"/>
          </a:xfrm>
          <a:custGeom>
            <a:avLst/>
            <a:gdLst/>
            <a:ahLst/>
            <a:cxnLst/>
            <a:rect l="l" t="t" r="r" b="b"/>
            <a:pathLst>
              <a:path w="436568" h="1003605">
                <a:moveTo>
                  <a:pt x="277816" y="0"/>
                </a:moveTo>
                <a:lnTo>
                  <a:pt x="436568" y="0"/>
                </a:lnTo>
                <a:lnTo>
                  <a:pt x="158752" y="1003605"/>
                </a:lnTo>
                <a:lnTo>
                  <a:pt x="0" y="1003605"/>
                </a:lnTo>
                <a:close/>
              </a:path>
            </a:pathLst>
          </a:custGeom>
          <a:solidFill>
            <a:srgbClr val="FFFFFF">
              <a:alpha val="34000"/>
            </a:srgbClr>
          </a:solidFill>
          <a:ln>
            <a:noFill/>
          </a:ln>
        </p:spPr>
      </p:sp>
      <p:sp>
        <p:nvSpPr>
          <p:cNvPr id="123" name="!!path-30b"/>
          <p:cNvSpPr/>
          <p:nvPr/>
        </p:nvSpPr>
        <p:spPr>
          <a:xfrm>
            <a:off x="6987512" y="4278244"/>
            <a:ext cx="317504" cy="1003605"/>
          </a:xfrm>
          <a:custGeom>
            <a:avLst/>
            <a:gdLst/>
            <a:ahLst/>
            <a:cxnLst/>
            <a:rect l="l" t="t" r="r" b="b"/>
            <a:pathLst>
              <a:path w="317504" h="1003605">
                <a:moveTo>
                  <a:pt x="277816" y="0"/>
                </a:moveTo>
                <a:lnTo>
                  <a:pt x="317504" y="0"/>
                </a:lnTo>
                <a:lnTo>
                  <a:pt x="39688" y="1003605"/>
                </a:lnTo>
                <a:lnTo>
                  <a:pt x="0" y="1003605"/>
                </a:lnTo>
                <a:close/>
              </a:path>
            </a:pathLst>
          </a:custGeom>
          <a:solidFill>
            <a:srgbClr val="FFFFFF">
              <a:alpha val="28000"/>
            </a:srgbClr>
          </a:solidFill>
          <a:ln>
            <a:noFill/>
          </a:ln>
        </p:spPr>
      </p:sp>
      <p:sp>
        <p:nvSpPr>
          <p:cNvPr id="124" name="!!rect-30c"/>
          <p:cNvSpPr/>
          <p:nvPr/>
        </p:nvSpPr>
        <p:spPr>
          <a:xfrm>
            <a:off x="6565428" y="4282806"/>
            <a:ext cx="983076" cy="994481"/>
          </a:xfrm>
          <a:prstGeom prst="roundRect">
            <a:avLst>
              <a:gd name="adj" fmla="val 3770"/>
            </a:avLst>
          </a:prstGeom>
          <a:noFill/>
          <a:ln w="9124" cap="flat">
            <a:solidFill>
              <a:srgbClr val="FFFFFF">
                <a:alpha val="95000"/>
              </a:srgbClr>
            </a:solidFill>
            <a:prstDash val="solid"/>
            <a:miter lim="800000"/>
          </a:ln>
        </p:spPr>
      </p:sp>
      <p:sp>
        <p:nvSpPr>
          <p:cNvPr id="125" name="!!rect-30d"/>
          <p:cNvSpPr/>
          <p:nvPr/>
        </p:nvSpPr>
        <p:spPr>
          <a:xfrm>
            <a:off x="6560866" y="4278244"/>
            <a:ext cx="992200" cy="1003605"/>
          </a:xfrm>
          <a:prstGeom prst="roundRect">
            <a:avLst>
              <a:gd name="adj" fmla="val 4023"/>
            </a:avLst>
          </a:prstGeom>
          <a:noFill/>
          <a:ln w="5702" cap="flat">
            <a:solidFill>
              <a:srgbClr val="8FA0AB">
                <a:alpha val="50000"/>
              </a:srgbClr>
            </a:solidFill>
            <a:prstDash val="solid"/>
            <a:miter lim="800000"/>
          </a:ln>
        </p:spPr>
      </p:sp>
      <p:sp>
        <p:nvSpPr>
          <p:cNvPr id="126" name="!!rect-30e"/>
          <p:cNvSpPr/>
          <p:nvPr/>
        </p:nvSpPr>
        <p:spPr>
          <a:xfrm>
            <a:off x="6623591" y="4340970"/>
            <a:ext cx="285115" cy="136855"/>
          </a:xfrm>
          <a:prstGeom prst="roundRect">
            <a:avLst>
              <a:gd name="adj" fmla="val 29167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127" name="!!text-30f" descr="A02"/>
          <p:cNvSpPr txBox="1"/>
          <p:nvPr/>
        </p:nvSpPr>
        <p:spPr>
          <a:xfrm>
            <a:off x="6693462" y="4345303"/>
            <a:ext cx="169324" cy="11559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29" b="1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A02</a:t>
            </a:r>
            <a:endParaRPr lang="zh-TW" sz="629"/>
          </a:p>
        </p:txBody>
      </p:sp>
      <p:sp>
        <p:nvSpPr>
          <p:cNvPr id="128" name="!!rect-30m"/>
          <p:cNvSpPr/>
          <p:nvPr/>
        </p:nvSpPr>
        <p:spPr>
          <a:xfrm>
            <a:off x="5762088" y="5361681"/>
            <a:ext cx="707541" cy="834589"/>
          </a:xfrm>
          <a:custGeom>
            <a:avLst/>
            <a:gdLst/>
            <a:ahLst/>
            <a:cxnLst/>
            <a:rect l="l" t="t" r="r" b="b"/>
            <a:pathLst>
              <a:path w="707541" h="834589">
                <a:moveTo>
                  <a:pt x="0" y="0"/>
                </a:moveTo>
                <a:lnTo>
                  <a:pt x="667625" y="0"/>
                </a:lnTo>
                <a:cubicBezTo>
                  <a:pt x="689670" y="0"/>
                  <a:pt x="707541" y="17871"/>
                  <a:pt x="707541" y="39916"/>
                </a:cubicBezTo>
                <a:lnTo>
                  <a:pt x="707541" y="834589"/>
                </a:lnTo>
                <a:lnTo>
                  <a:pt x="0" y="834589"/>
                </a:lnTo>
                <a:lnTo>
                  <a:pt x="0" y="0"/>
                </a:lnTo>
                <a:close/>
              </a:path>
            </a:pathLst>
          </a:custGeom>
          <a:solidFill>
            <a:srgbClr val="D5DDE2"/>
          </a:solidFill>
          <a:ln>
            <a:noFill/>
          </a:ln>
        </p:spPr>
      </p:sp>
      <p:sp>
        <p:nvSpPr>
          <p:cNvPr id="129" name="!!path-30n"/>
          <p:cNvSpPr/>
          <p:nvPr/>
        </p:nvSpPr>
        <p:spPr>
          <a:xfrm>
            <a:off x="5477429" y="5361681"/>
            <a:ext cx="284659" cy="994669"/>
          </a:xfrm>
          <a:custGeom>
            <a:avLst/>
            <a:gdLst/>
            <a:ahLst/>
            <a:cxnLst/>
            <a:rect l="l" t="t" r="r" b="b"/>
            <a:pathLst>
              <a:path w="284659" h="994669">
                <a:moveTo>
                  <a:pt x="11691" y="991914"/>
                </a:moveTo>
                <a:lnTo>
                  <a:pt x="6727" y="985865"/>
                </a:lnTo>
                <a:lnTo>
                  <a:pt x="3038" y="978964"/>
                </a:lnTo>
                <a:lnTo>
                  <a:pt x="767" y="971476"/>
                </a:lnTo>
                <a:lnTo>
                  <a:pt x="0" y="963689"/>
                </a:lnTo>
                <a:lnTo>
                  <a:pt x="0" y="39916"/>
                </a:lnTo>
                <a:lnTo>
                  <a:pt x="767" y="32129"/>
                </a:lnTo>
                <a:lnTo>
                  <a:pt x="3038" y="24641"/>
                </a:lnTo>
                <a:lnTo>
                  <a:pt x="6727" y="17740"/>
                </a:lnTo>
                <a:lnTo>
                  <a:pt x="11691" y="11691"/>
                </a:lnTo>
                <a:lnTo>
                  <a:pt x="17740" y="6727"/>
                </a:lnTo>
                <a:lnTo>
                  <a:pt x="24641" y="3038"/>
                </a:lnTo>
                <a:lnTo>
                  <a:pt x="32129" y="767"/>
                </a:lnTo>
                <a:lnTo>
                  <a:pt x="39916" y="0"/>
                </a:lnTo>
                <a:lnTo>
                  <a:pt x="284659" y="0"/>
                </a:lnTo>
                <a:lnTo>
                  <a:pt x="284659" y="834589"/>
                </a:lnTo>
                <a:lnTo>
                  <a:pt x="15049" y="994669"/>
                </a:lnTo>
                <a:close/>
              </a:path>
            </a:pathLst>
          </a:custGeom>
          <a:solidFill>
            <a:srgbClr val="C4CED5"/>
          </a:solidFill>
          <a:ln>
            <a:noFill/>
          </a:ln>
        </p:spPr>
      </p:sp>
      <p:sp>
        <p:nvSpPr>
          <p:cNvPr id="130" name="!!path-30o"/>
          <p:cNvSpPr/>
          <p:nvPr/>
        </p:nvSpPr>
        <p:spPr>
          <a:xfrm>
            <a:off x="5492478" y="6196270"/>
            <a:ext cx="977151" cy="169016"/>
          </a:xfrm>
          <a:custGeom>
            <a:avLst/>
            <a:gdLst/>
            <a:ahLst/>
            <a:cxnLst/>
            <a:rect l="l" t="t" r="r" b="b"/>
            <a:pathLst>
              <a:path w="977151" h="169016">
                <a:moveTo>
                  <a:pt x="0" y="160081"/>
                </a:moveTo>
                <a:lnTo>
                  <a:pt x="2691" y="162289"/>
                </a:lnTo>
                <a:lnTo>
                  <a:pt x="9592" y="165978"/>
                </a:lnTo>
                <a:lnTo>
                  <a:pt x="17080" y="168249"/>
                </a:lnTo>
                <a:lnTo>
                  <a:pt x="24867" y="169016"/>
                </a:lnTo>
                <a:lnTo>
                  <a:pt x="937235" y="169016"/>
                </a:lnTo>
                <a:lnTo>
                  <a:pt x="945022" y="168249"/>
                </a:lnTo>
                <a:lnTo>
                  <a:pt x="952510" y="165978"/>
                </a:lnTo>
                <a:lnTo>
                  <a:pt x="959411" y="162289"/>
                </a:lnTo>
                <a:lnTo>
                  <a:pt x="965460" y="157325"/>
                </a:lnTo>
                <a:lnTo>
                  <a:pt x="970424" y="151276"/>
                </a:lnTo>
                <a:lnTo>
                  <a:pt x="974113" y="144375"/>
                </a:lnTo>
                <a:lnTo>
                  <a:pt x="976384" y="136887"/>
                </a:lnTo>
                <a:lnTo>
                  <a:pt x="977151" y="129100"/>
                </a:lnTo>
                <a:lnTo>
                  <a:pt x="977151" y="0"/>
                </a:lnTo>
                <a:lnTo>
                  <a:pt x="269610" y="0"/>
                </a:lnTo>
                <a:close/>
              </a:path>
            </a:pathLst>
          </a:custGeom>
          <a:solidFill>
            <a:srgbClr val="E8EDF0"/>
          </a:solidFill>
          <a:ln>
            <a:noFill/>
          </a:ln>
        </p:spPr>
      </p:sp>
      <p:sp>
        <p:nvSpPr>
          <p:cNvPr id="131" name="!!ellipse-30p"/>
          <p:cNvSpPr/>
          <p:nvPr/>
        </p:nvSpPr>
        <p:spPr>
          <a:xfrm>
            <a:off x="5906561" y="6249518"/>
            <a:ext cx="494960" cy="57023"/>
          </a:xfrm>
          <a:prstGeom prst="ellipse">
            <a:avLst/>
          </a:prstGeom>
          <a:solidFill>
            <a:srgbClr val="0B1A26">
              <a:alpha val="14000"/>
            </a:srgbClr>
          </a:solidFill>
          <a:ln>
            <a:noFill/>
          </a:ln>
        </p:spPr>
      </p:sp>
      <p:sp>
        <p:nvSpPr>
          <p:cNvPr id="132" name="!!rect-30r"/>
          <p:cNvSpPr/>
          <p:nvPr/>
        </p:nvSpPr>
        <p:spPr>
          <a:xfrm>
            <a:off x="5931652" y="5713502"/>
            <a:ext cx="399161" cy="558825"/>
          </a:xfrm>
          <a:prstGeom prst="roundRect">
            <a:avLst>
              <a:gd name="adj" fmla="val 4286"/>
            </a:avLst>
          </a:prstGeom>
          <a:gradFill rotWithShape="1">
            <a:gsLst>
              <a:gs pos="0">
                <a:srgbClr val="4D76A6"/>
              </a:gs>
              <a:gs pos="100000">
                <a:srgbClr val="32557E"/>
              </a:gs>
              <a:gs pos="100000">
                <a:srgbClr val="32557E"/>
              </a:gs>
            </a:gsLst>
            <a:lin ang="3267739" scaled="0"/>
          </a:gradFill>
          <a:ln>
            <a:noFill/>
          </a:ln>
        </p:spPr>
      </p:sp>
      <p:sp>
        <p:nvSpPr>
          <p:cNvPr id="133" name="!!rect-30s"/>
          <p:cNvSpPr/>
          <p:nvPr/>
        </p:nvSpPr>
        <p:spPr>
          <a:xfrm>
            <a:off x="5967576" y="5713502"/>
            <a:ext cx="19958" cy="558825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</p:spPr>
      </p:sp>
      <p:sp>
        <p:nvSpPr>
          <p:cNvPr id="134" name="!!rect-30t"/>
          <p:cNvSpPr/>
          <p:nvPr/>
        </p:nvSpPr>
        <p:spPr>
          <a:xfrm>
            <a:off x="6031442" y="5814091"/>
            <a:ext cx="223530" cy="39118"/>
          </a:xfrm>
          <a:prstGeom prst="roundRect">
            <a:avLst>
              <a:gd name="adj" fmla="val 28571"/>
            </a:avLst>
          </a:prstGeom>
          <a:solidFill>
            <a:srgbClr val="E9EEF1"/>
          </a:solidFill>
          <a:ln>
            <a:noFill/>
          </a:ln>
        </p:spPr>
      </p:sp>
      <p:sp>
        <p:nvSpPr>
          <p:cNvPr id="135" name="!!rect-30u"/>
          <p:cNvSpPr/>
          <p:nvPr/>
        </p:nvSpPr>
        <p:spPr>
          <a:xfrm>
            <a:off x="6031442" y="5881150"/>
            <a:ext cx="151681" cy="25147"/>
          </a:xfrm>
          <a:prstGeom prst="roundRect">
            <a:avLst>
              <a:gd name="adj" fmla="val 44444"/>
            </a:avLst>
          </a:prstGeom>
          <a:solidFill>
            <a:srgbClr val="E9EEF1">
              <a:alpha val="72000"/>
            </a:srgbClr>
          </a:solidFill>
          <a:ln>
            <a:noFill/>
          </a:ln>
        </p:spPr>
      </p:sp>
      <p:sp>
        <p:nvSpPr>
          <p:cNvPr id="136" name="!!rect-30v"/>
          <p:cNvSpPr/>
          <p:nvPr/>
        </p:nvSpPr>
        <p:spPr>
          <a:xfrm>
            <a:off x="6031442" y="6160562"/>
            <a:ext cx="111765" cy="22353"/>
          </a:xfrm>
          <a:prstGeom prst="roundRect">
            <a:avLst>
              <a:gd name="adj" fmla="val 50000"/>
            </a:avLst>
          </a:prstGeom>
          <a:solidFill>
            <a:srgbClr val="E9EEF1">
              <a:alpha val="55000"/>
            </a:srgbClr>
          </a:solidFill>
          <a:ln>
            <a:noFill/>
          </a:ln>
        </p:spPr>
      </p:sp>
      <p:sp>
        <p:nvSpPr>
          <p:cNvPr id="137" name="!!rect-30w"/>
          <p:cNvSpPr/>
          <p:nvPr/>
        </p:nvSpPr>
        <p:spPr>
          <a:xfrm>
            <a:off x="5477429" y="5361681"/>
            <a:ext cx="992200" cy="501802"/>
          </a:xfrm>
          <a:custGeom>
            <a:avLst/>
            <a:gdLst/>
            <a:ahLst/>
            <a:cxnLst/>
            <a:rect l="l" t="t" r="r" b="b"/>
            <a:pathLst>
              <a:path w="992200" h="501802">
                <a:moveTo>
                  <a:pt x="39916" y="0"/>
                </a:moveTo>
                <a:lnTo>
                  <a:pt x="952284" y="0"/>
                </a:lnTo>
                <a:cubicBezTo>
                  <a:pt x="974329" y="0"/>
                  <a:pt x="992200" y="17871"/>
                  <a:pt x="992200" y="39916"/>
                </a:cubicBezTo>
                <a:lnTo>
                  <a:pt x="992200" y="501802"/>
                </a:lnTo>
                <a:lnTo>
                  <a:pt x="0" y="501802"/>
                </a:lnTo>
                <a:lnTo>
                  <a:pt x="0" y="39916"/>
                </a:lnTo>
                <a:cubicBezTo>
                  <a:pt x="0" y="17871"/>
                  <a:pt x="17871" y="0"/>
                  <a:pt x="39916" y="0"/>
                </a:cubicBezTo>
                <a:close/>
              </a:path>
            </a:pathLst>
          </a:custGeom>
          <a:gradFill rotWithShape="1">
            <a:gsLst>
              <a:gs pos="0">
                <a:srgbClr val="0B1A26">
                  <a:alpha val="20000"/>
                </a:srgbClr>
              </a:gs>
              <a:gs pos="100000">
                <a:srgbClr val="0B1A26">
                  <a:alpha val="0"/>
                </a:srgbClr>
              </a:gs>
            </a:gsLst>
            <a:lin ang="5400000" scaled="0"/>
          </a:gradFill>
          <a:ln>
            <a:noFill/>
          </a:ln>
        </p:spPr>
      </p:sp>
      <p:sp>
        <p:nvSpPr>
          <p:cNvPr id="138" name="!!circle-30x"/>
          <p:cNvSpPr/>
          <p:nvPr/>
        </p:nvSpPr>
        <p:spPr>
          <a:xfrm>
            <a:off x="6495860" y="5792775"/>
            <a:ext cx="38776" cy="38776"/>
          </a:xfrm>
          <a:prstGeom prst="ellipse">
            <a:avLst/>
          </a:prstGeom>
          <a:solidFill>
            <a:srgbClr val="AEB9C1"/>
          </a:solidFill>
          <a:ln>
            <a:noFill/>
          </a:ln>
        </p:spPr>
      </p:sp>
      <p:sp>
        <p:nvSpPr>
          <p:cNvPr id="139" name="!!rect-30z"/>
          <p:cNvSpPr/>
          <p:nvPr/>
        </p:nvSpPr>
        <p:spPr>
          <a:xfrm>
            <a:off x="5477429" y="5361681"/>
            <a:ext cx="992200" cy="1003605"/>
          </a:xfrm>
          <a:prstGeom prst="roundRect">
            <a:avLst>
              <a:gd name="adj" fmla="val 4023"/>
            </a:avLst>
          </a:prstGeom>
          <a:solidFill>
            <a:srgbClr val="F4F8FA">
              <a:alpha val="40000"/>
            </a:srgbClr>
          </a:solidFill>
          <a:ln>
            <a:noFill/>
          </a:ln>
        </p:spPr>
      </p:sp>
      <p:sp>
        <p:nvSpPr>
          <p:cNvPr id="140" name="!!path-310"/>
          <p:cNvSpPr/>
          <p:nvPr/>
        </p:nvSpPr>
        <p:spPr>
          <a:xfrm>
            <a:off x="5695713" y="5361681"/>
            <a:ext cx="436568" cy="1003605"/>
          </a:xfrm>
          <a:custGeom>
            <a:avLst/>
            <a:gdLst/>
            <a:ahLst/>
            <a:cxnLst/>
            <a:rect l="l" t="t" r="r" b="b"/>
            <a:pathLst>
              <a:path w="436568" h="1003605">
                <a:moveTo>
                  <a:pt x="277816" y="0"/>
                </a:moveTo>
                <a:lnTo>
                  <a:pt x="436568" y="0"/>
                </a:lnTo>
                <a:lnTo>
                  <a:pt x="158752" y="1003605"/>
                </a:lnTo>
                <a:lnTo>
                  <a:pt x="0" y="1003605"/>
                </a:lnTo>
                <a:close/>
              </a:path>
            </a:pathLst>
          </a:custGeom>
          <a:solidFill>
            <a:srgbClr val="FFFFFF">
              <a:alpha val="34000"/>
            </a:srgbClr>
          </a:solidFill>
          <a:ln>
            <a:noFill/>
          </a:ln>
        </p:spPr>
      </p:sp>
      <p:sp>
        <p:nvSpPr>
          <p:cNvPr id="141" name="!!path-311"/>
          <p:cNvSpPr/>
          <p:nvPr/>
        </p:nvSpPr>
        <p:spPr>
          <a:xfrm>
            <a:off x="5904075" y="5361681"/>
            <a:ext cx="317504" cy="1003605"/>
          </a:xfrm>
          <a:custGeom>
            <a:avLst/>
            <a:gdLst/>
            <a:ahLst/>
            <a:cxnLst/>
            <a:rect l="l" t="t" r="r" b="b"/>
            <a:pathLst>
              <a:path w="317504" h="1003605">
                <a:moveTo>
                  <a:pt x="277816" y="0"/>
                </a:moveTo>
                <a:lnTo>
                  <a:pt x="317504" y="0"/>
                </a:lnTo>
                <a:lnTo>
                  <a:pt x="39688" y="1003605"/>
                </a:lnTo>
                <a:lnTo>
                  <a:pt x="0" y="1003605"/>
                </a:lnTo>
                <a:close/>
              </a:path>
            </a:pathLst>
          </a:custGeom>
          <a:solidFill>
            <a:srgbClr val="FFFFFF">
              <a:alpha val="28000"/>
            </a:srgbClr>
          </a:solidFill>
          <a:ln>
            <a:noFill/>
          </a:ln>
        </p:spPr>
      </p:sp>
      <p:sp>
        <p:nvSpPr>
          <p:cNvPr id="142" name="!!rect-312"/>
          <p:cNvSpPr/>
          <p:nvPr/>
        </p:nvSpPr>
        <p:spPr>
          <a:xfrm>
            <a:off x="5481991" y="5366243"/>
            <a:ext cx="983076" cy="994481"/>
          </a:xfrm>
          <a:prstGeom prst="roundRect">
            <a:avLst>
              <a:gd name="adj" fmla="val 3770"/>
            </a:avLst>
          </a:prstGeom>
          <a:noFill/>
          <a:ln w="9124" cap="flat">
            <a:solidFill>
              <a:srgbClr val="FFFFFF">
                <a:alpha val="95000"/>
              </a:srgbClr>
            </a:solidFill>
            <a:prstDash val="solid"/>
            <a:miter lim="800000"/>
          </a:ln>
        </p:spPr>
      </p:sp>
      <p:sp>
        <p:nvSpPr>
          <p:cNvPr id="143" name="!!rect-313"/>
          <p:cNvSpPr/>
          <p:nvPr/>
        </p:nvSpPr>
        <p:spPr>
          <a:xfrm>
            <a:off x="5477429" y="5361681"/>
            <a:ext cx="992200" cy="1003605"/>
          </a:xfrm>
          <a:prstGeom prst="roundRect">
            <a:avLst>
              <a:gd name="adj" fmla="val 4023"/>
            </a:avLst>
          </a:prstGeom>
          <a:noFill/>
          <a:ln w="5702" cap="flat">
            <a:solidFill>
              <a:srgbClr val="8FA0AB">
                <a:alpha val="50000"/>
              </a:srgbClr>
            </a:solidFill>
            <a:prstDash val="solid"/>
            <a:miter lim="800000"/>
          </a:ln>
        </p:spPr>
      </p:sp>
      <p:sp>
        <p:nvSpPr>
          <p:cNvPr id="144" name="!!rect-314"/>
          <p:cNvSpPr/>
          <p:nvPr/>
        </p:nvSpPr>
        <p:spPr>
          <a:xfrm>
            <a:off x="5540154" y="5424407"/>
            <a:ext cx="285115" cy="136855"/>
          </a:xfrm>
          <a:prstGeom prst="roundRect">
            <a:avLst>
              <a:gd name="adj" fmla="val 29167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145" name="!!text-315" descr="A03"/>
          <p:cNvSpPr txBox="1"/>
          <p:nvPr/>
        </p:nvSpPr>
        <p:spPr>
          <a:xfrm>
            <a:off x="5610025" y="5428740"/>
            <a:ext cx="169324" cy="11559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29" b="1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A03</a:t>
            </a:r>
            <a:endParaRPr lang="zh-TW" sz="629"/>
          </a:p>
        </p:txBody>
      </p:sp>
      <p:sp>
        <p:nvSpPr>
          <p:cNvPr id="146" name="!!rect-31c"/>
          <p:cNvSpPr/>
          <p:nvPr/>
        </p:nvSpPr>
        <p:spPr>
          <a:xfrm>
            <a:off x="6845525" y="5361681"/>
            <a:ext cx="707541" cy="834589"/>
          </a:xfrm>
          <a:custGeom>
            <a:avLst/>
            <a:gdLst/>
            <a:ahLst/>
            <a:cxnLst/>
            <a:rect l="l" t="t" r="r" b="b"/>
            <a:pathLst>
              <a:path w="707541" h="834589">
                <a:moveTo>
                  <a:pt x="0" y="0"/>
                </a:moveTo>
                <a:lnTo>
                  <a:pt x="667625" y="0"/>
                </a:lnTo>
                <a:cubicBezTo>
                  <a:pt x="689670" y="0"/>
                  <a:pt x="707541" y="17871"/>
                  <a:pt x="707541" y="39916"/>
                </a:cubicBezTo>
                <a:lnTo>
                  <a:pt x="707541" y="834589"/>
                </a:lnTo>
                <a:lnTo>
                  <a:pt x="0" y="834589"/>
                </a:lnTo>
                <a:lnTo>
                  <a:pt x="0" y="0"/>
                </a:lnTo>
                <a:close/>
              </a:path>
            </a:pathLst>
          </a:custGeom>
          <a:solidFill>
            <a:srgbClr val="D5DDE2"/>
          </a:solidFill>
          <a:ln>
            <a:noFill/>
          </a:ln>
        </p:spPr>
      </p:sp>
      <p:sp>
        <p:nvSpPr>
          <p:cNvPr id="147" name="!!path-31d"/>
          <p:cNvSpPr/>
          <p:nvPr/>
        </p:nvSpPr>
        <p:spPr>
          <a:xfrm>
            <a:off x="6560866" y="5361681"/>
            <a:ext cx="284659" cy="994669"/>
          </a:xfrm>
          <a:custGeom>
            <a:avLst/>
            <a:gdLst/>
            <a:ahLst/>
            <a:cxnLst/>
            <a:rect l="l" t="t" r="r" b="b"/>
            <a:pathLst>
              <a:path w="284659" h="994669">
                <a:moveTo>
                  <a:pt x="11691" y="991914"/>
                </a:moveTo>
                <a:lnTo>
                  <a:pt x="6727" y="985865"/>
                </a:lnTo>
                <a:lnTo>
                  <a:pt x="3038" y="978964"/>
                </a:lnTo>
                <a:lnTo>
                  <a:pt x="767" y="971476"/>
                </a:lnTo>
                <a:lnTo>
                  <a:pt x="0" y="963689"/>
                </a:lnTo>
                <a:lnTo>
                  <a:pt x="0" y="39916"/>
                </a:lnTo>
                <a:lnTo>
                  <a:pt x="767" y="32129"/>
                </a:lnTo>
                <a:lnTo>
                  <a:pt x="3038" y="24641"/>
                </a:lnTo>
                <a:lnTo>
                  <a:pt x="6727" y="17740"/>
                </a:lnTo>
                <a:lnTo>
                  <a:pt x="11691" y="11691"/>
                </a:lnTo>
                <a:lnTo>
                  <a:pt x="17740" y="6727"/>
                </a:lnTo>
                <a:lnTo>
                  <a:pt x="24641" y="3038"/>
                </a:lnTo>
                <a:lnTo>
                  <a:pt x="32129" y="767"/>
                </a:lnTo>
                <a:lnTo>
                  <a:pt x="39916" y="0"/>
                </a:lnTo>
                <a:lnTo>
                  <a:pt x="284659" y="0"/>
                </a:lnTo>
                <a:lnTo>
                  <a:pt x="284659" y="834589"/>
                </a:lnTo>
                <a:lnTo>
                  <a:pt x="15049" y="994669"/>
                </a:lnTo>
                <a:close/>
              </a:path>
            </a:pathLst>
          </a:custGeom>
          <a:solidFill>
            <a:srgbClr val="C4CED5"/>
          </a:solidFill>
          <a:ln>
            <a:noFill/>
          </a:ln>
        </p:spPr>
      </p:sp>
      <p:sp>
        <p:nvSpPr>
          <p:cNvPr id="148" name="!!path-31e"/>
          <p:cNvSpPr/>
          <p:nvPr/>
        </p:nvSpPr>
        <p:spPr>
          <a:xfrm>
            <a:off x="6575915" y="6196270"/>
            <a:ext cx="977151" cy="169016"/>
          </a:xfrm>
          <a:custGeom>
            <a:avLst/>
            <a:gdLst/>
            <a:ahLst/>
            <a:cxnLst/>
            <a:rect l="l" t="t" r="r" b="b"/>
            <a:pathLst>
              <a:path w="977151" h="169016">
                <a:moveTo>
                  <a:pt x="0" y="160081"/>
                </a:moveTo>
                <a:lnTo>
                  <a:pt x="2691" y="162289"/>
                </a:lnTo>
                <a:lnTo>
                  <a:pt x="9592" y="165978"/>
                </a:lnTo>
                <a:lnTo>
                  <a:pt x="17080" y="168249"/>
                </a:lnTo>
                <a:lnTo>
                  <a:pt x="24867" y="169016"/>
                </a:lnTo>
                <a:lnTo>
                  <a:pt x="937235" y="169016"/>
                </a:lnTo>
                <a:lnTo>
                  <a:pt x="945022" y="168249"/>
                </a:lnTo>
                <a:lnTo>
                  <a:pt x="952510" y="165978"/>
                </a:lnTo>
                <a:lnTo>
                  <a:pt x="959411" y="162289"/>
                </a:lnTo>
                <a:lnTo>
                  <a:pt x="965460" y="157325"/>
                </a:lnTo>
                <a:lnTo>
                  <a:pt x="970424" y="151276"/>
                </a:lnTo>
                <a:lnTo>
                  <a:pt x="974113" y="144375"/>
                </a:lnTo>
                <a:lnTo>
                  <a:pt x="976384" y="136887"/>
                </a:lnTo>
                <a:lnTo>
                  <a:pt x="977151" y="129100"/>
                </a:lnTo>
                <a:lnTo>
                  <a:pt x="977151" y="0"/>
                </a:lnTo>
                <a:lnTo>
                  <a:pt x="269610" y="0"/>
                </a:lnTo>
                <a:close/>
              </a:path>
            </a:pathLst>
          </a:custGeom>
          <a:solidFill>
            <a:srgbClr val="E8EDF0"/>
          </a:solidFill>
          <a:ln>
            <a:noFill/>
          </a:ln>
        </p:spPr>
      </p:sp>
      <p:sp>
        <p:nvSpPr>
          <p:cNvPr id="149" name="!!ellipse-31f"/>
          <p:cNvSpPr/>
          <p:nvPr/>
        </p:nvSpPr>
        <p:spPr>
          <a:xfrm>
            <a:off x="7148750" y="6249518"/>
            <a:ext cx="494960" cy="57023"/>
          </a:xfrm>
          <a:prstGeom prst="ellipse">
            <a:avLst/>
          </a:prstGeom>
          <a:solidFill>
            <a:srgbClr val="0B1A26">
              <a:alpha val="14000"/>
            </a:srgbClr>
          </a:solidFill>
          <a:ln>
            <a:noFill/>
          </a:ln>
        </p:spPr>
      </p:sp>
      <p:sp>
        <p:nvSpPr>
          <p:cNvPr id="150" name="!!rect-31h"/>
          <p:cNvSpPr/>
          <p:nvPr/>
        </p:nvSpPr>
        <p:spPr>
          <a:xfrm>
            <a:off x="7173840" y="5747716"/>
            <a:ext cx="399161" cy="524612"/>
          </a:xfrm>
          <a:prstGeom prst="roundRect">
            <a:avLst>
              <a:gd name="adj" fmla="val 4286"/>
            </a:avLst>
          </a:prstGeom>
          <a:gradFill rotWithShape="1">
            <a:gsLst>
              <a:gs pos="0">
                <a:srgbClr val="8074A4"/>
              </a:gs>
              <a:gs pos="100000">
                <a:srgbClr val="5E537D"/>
              </a:gs>
            </a:gsLst>
            <a:lin ang="3164016" scaled="0"/>
          </a:gradFill>
          <a:ln>
            <a:noFill/>
          </a:ln>
        </p:spPr>
      </p:sp>
      <p:sp>
        <p:nvSpPr>
          <p:cNvPr id="151" name="!!rect-31i"/>
          <p:cNvSpPr/>
          <p:nvPr/>
        </p:nvSpPr>
        <p:spPr>
          <a:xfrm>
            <a:off x="7209765" y="5747716"/>
            <a:ext cx="19958" cy="524612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</p:spPr>
      </p:sp>
      <p:sp>
        <p:nvSpPr>
          <p:cNvPr id="152" name="!!rect-31j"/>
          <p:cNvSpPr/>
          <p:nvPr/>
        </p:nvSpPr>
        <p:spPr>
          <a:xfrm>
            <a:off x="7273631" y="5842146"/>
            <a:ext cx="223530" cy="36723"/>
          </a:xfrm>
          <a:prstGeom prst="roundRect">
            <a:avLst>
              <a:gd name="adj" fmla="val 28571"/>
            </a:avLst>
          </a:prstGeom>
          <a:solidFill>
            <a:srgbClr val="EDE7F6"/>
          </a:solidFill>
          <a:ln>
            <a:noFill/>
          </a:ln>
        </p:spPr>
      </p:sp>
      <p:sp>
        <p:nvSpPr>
          <p:cNvPr id="153" name="!!rect-31k"/>
          <p:cNvSpPr/>
          <p:nvPr/>
        </p:nvSpPr>
        <p:spPr>
          <a:xfrm>
            <a:off x="7273631" y="5905099"/>
            <a:ext cx="151681" cy="23608"/>
          </a:xfrm>
          <a:prstGeom prst="roundRect">
            <a:avLst>
              <a:gd name="adj" fmla="val 44444"/>
            </a:avLst>
          </a:prstGeom>
          <a:solidFill>
            <a:srgbClr val="EDE7F6">
              <a:alpha val="72000"/>
            </a:srgbClr>
          </a:solidFill>
          <a:ln>
            <a:noFill/>
          </a:ln>
        </p:spPr>
      </p:sp>
      <p:sp>
        <p:nvSpPr>
          <p:cNvPr id="154" name="!!rect-31l"/>
          <p:cNvSpPr/>
          <p:nvPr/>
        </p:nvSpPr>
        <p:spPr>
          <a:xfrm>
            <a:off x="7273631" y="6167405"/>
            <a:ext cx="111765" cy="20984"/>
          </a:xfrm>
          <a:prstGeom prst="roundRect">
            <a:avLst>
              <a:gd name="adj" fmla="val 50000"/>
            </a:avLst>
          </a:prstGeom>
          <a:solidFill>
            <a:srgbClr val="EDE7F6">
              <a:alpha val="55000"/>
            </a:srgbClr>
          </a:solidFill>
          <a:ln>
            <a:noFill/>
          </a:ln>
        </p:spPr>
      </p:sp>
      <p:sp>
        <p:nvSpPr>
          <p:cNvPr id="155" name="!!rect-31m"/>
          <p:cNvSpPr/>
          <p:nvPr/>
        </p:nvSpPr>
        <p:spPr>
          <a:xfrm>
            <a:off x="6560866" y="5361681"/>
            <a:ext cx="992200" cy="501802"/>
          </a:xfrm>
          <a:custGeom>
            <a:avLst/>
            <a:gdLst/>
            <a:ahLst/>
            <a:cxnLst/>
            <a:rect l="l" t="t" r="r" b="b"/>
            <a:pathLst>
              <a:path w="992200" h="501802">
                <a:moveTo>
                  <a:pt x="39916" y="0"/>
                </a:moveTo>
                <a:lnTo>
                  <a:pt x="952284" y="0"/>
                </a:lnTo>
                <a:cubicBezTo>
                  <a:pt x="974329" y="0"/>
                  <a:pt x="992200" y="17871"/>
                  <a:pt x="992200" y="39916"/>
                </a:cubicBezTo>
                <a:lnTo>
                  <a:pt x="992200" y="501802"/>
                </a:lnTo>
                <a:lnTo>
                  <a:pt x="0" y="501802"/>
                </a:lnTo>
                <a:lnTo>
                  <a:pt x="0" y="39916"/>
                </a:lnTo>
                <a:cubicBezTo>
                  <a:pt x="0" y="17871"/>
                  <a:pt x="17871" y="0"/>
                  <a:pt x="39916" y="0"/>
                </a:cubicBezTo>
                <a:close/>
              </a:path>
            </a:pathLst>
          </a:custGeom>
          <a:gradFill rotWithShape="1">
            <a:gsLst>
              <a:gs pos="0">
                <a:srgbClr val="0B1A26">
                  <a:alpha val="20000"/>
                </a:srgbClr>
              </a:gs>
              <a:gs pos="100000">
                <a:srgbClr val="0B1A26">
                  <a:alpha val="0"/>
                </a:srgbClr>
              </a:gs>
            </a:gsLst>
            <a:lin ang="5400000" scaled="0"/>
          </a:gradFill>
          <a:ln>
            <a:noFill/>
          </a:ln>
        </p:spPr>
      </p:sp>
      <p:sp>
        <p:nvSpPr>
          <p:cNvPr id="156" name="!!circle-31n"/>
          <p:cNvSpPr/>
          <p:nvPr/>
        </p:nvSpPr>
        <p:spPr>
          <a:xfrm>
            <a:off x="6495860" y="5895417"/>
            <a:ext cx="38776" cy="38776"/>
          </a:xfrm>
          <a:prstGeom prst="ellipse">
            <a:avLst/>
          </a:prstGeom>
          <a:solidFill>
            <a:srgbClr val="AEB9C1"/>
          </a:solidFill>
          <a:ln>
            <a:noFill/>
          </a:ln>
        </p:spPr>
      </p:sp>
      <p:sp>
        <p:nvSpPr>
          <p:cNvPr id="157" name="!!rect-31p"/>
          <p:cNvSpPr/>
          <p:nvPr/>
        </p:nvSpPr>
        <p:spPr>
          <a:xfrm>
            <a:off x="6560866" y="5361681"/>
            <a:ext cx="992200" cy="1003605"/>
          </a:xfrm>
          <a:prstGeom prst="roundRect">
            <a:avLst>
              <a:gd name="adj" fmla="val 4023"/>
            </a:avLst>
          </a:prstGeom>
          <a:solidFill>
            <a:srgbClr val="F4F8FA">
              <a:alpha val="40000"/>
            </a:srgbClr>
          </a:solidFill>
          <a:ln>
            <a:noFill/>
          </a:ln>
        </p:spPr>
      </p:sp>
      <p:sp>
        <p:nvSpPr>
          <p:cNvPr id="158" name="!!path-31q"/>
          <p:cNvSpPr/>
          <p:nvPr/>
        </p:nvSpPr>
        <p:spPr>
          <a:xfrm>
            <a:off x="6779150" y="5361681"/>
            <a:ext cx="436568" cy="1003605"/>
          </a:xfrm>
          <a:custGeom>
            <a:avLst/>
            <a:gdLst/>
            <a:ahLst/>
            <a:cxnLst/>
            <a:rect l="l" t="t" r="r" b="b"/>
            <a:pathLst>
              <a:path w="436568" h="1003605">
                <a:moveTo>
                  <a:pt x="277816" y="0"/>
                </a:moveTo>
                <a:lnTo>
                  <a:pt x="436568" y="0"/>
                </a:lnTo>
                <a:lnTo>
                  <a:pt x="158752" y="1003605"/>
                </a:lnTo>
                <a:lnTo>
                  <a:pt x="0" y="1003605"/>
                </a:lnTo>
                <a:close/>
              </a:path>
            </a:pathLst>
          </a:custGeom>
          <a:solidFill>
            <a:srgbClr val="FFFFFF">
              <a:alpha val="34000"/>
            </a:srgbClr>
          </a:solidFill>
          <a:ln>
            <a:noFill/>
          </a:ln>
        </p:spPr>
      </p:sp>
      <p:sp>
        <p:nvSpPr>
          <p:cNvPr id="159" name="!!path-31r"/>
          <p:cNvSpPr/>
          <p:nvPr/>
        </p:nvSpPr>
        <p:spPr>
          <a:xfrm>
            <a:off x="6987512" y="5361681"/>
            <a:ext cx="317504" cy="1003605"/>
          </a:xfrm>
          <a:custGeom>
            <a:avLst/>
            <a:gdLst/>
            <a:ahLst/>
            <a:cxnLst/>
            <a:rect l="l" t="t" r="r" b="b"/>
            <a:pathLst>
              <a:path w="317504" h="1003605">
                <a:moveTo>
                  <a:pt x="277816" y="0"/>
                </a:moveTo>
                <a:lnTo>
                  <a:pt x="317504" y="0"/>
                </a:lnTo>
                <a:lnTo>
                  <a:pt x="39688" y="1003605"/>
                </a:lnTo>
                <a:lnTo>
                  <a:pt x="0" y="1003605"/>
                </a:lnTo>
                <a:close/>
              </a:path>
            </a:pathLst>
          </a:custGeom>
          <a:solidFill>
            <a:srgbClr val="FFFFFF">
              <a:alpha val="28000"/>
            </a:srgbClr>
          </a:solidFill>
          <a:ln>
            <a:noFill/>
          </a:ln>
        </p:spPr>
      </p:sp>
      <p:sp>
        <p:nvSpPr>
          <p:cNvPr id="160" name="!!rect-31s"/>
          <p:cNvSpPr/>
          <p:nvPr/>
        </p:nvSpPr>
        <p:spPr>
          <a:xfrm>
            <a:off x="6565428" y="5366243"/>
            <a:ext cx="983076" cy="994481"/>
          </a:xfrm>
          <a:prstGeom prst="roundRect">
            <a:avLst>
              <a:gd name="adj" fmla="val 3770"/>
            </a:avLst>
          </a:prstGeom>
          <a:noFill/>
          <a:ln w="9124" cap="flat">
            <a:solidFill>
              <a:srgbClr val="FFFFFF">
                <a:alpha val="95000"/>
              </a:srgbClr>
            </a:solidFill>
            <a:prstDash val="solid"/>
            <a:miter lim="800000"/>
          </a:ln>
        </p:spPr>
      </p:sp>
      <p:sp>
        <p:nvSpPr>
          <p:cNvPr id="161" name="!!rect-31t"/>
          <p:cNvSpPr/>
          <p:nvPr/>
        </p:nvSpPr>
        <p:spPr>
          <a:xfrm>
            <a:off x="6560866" y="5361681"/>
            <a:ext cx="992200" cy="1003605"/>
          </a:xfrm>
          <a:prstGeom prst="roundRect">
            <a:avLst>
              <a:gd name="adj" fmla="val 4023"/>
            </a:avLst>
          </a:prstGeom>
          <a:noFill/>
          <a:ln w="5702" cap="flat">
            <a:solidFill>
              <a:srgbClr val="8FA0AB">
                <a:alpha val="50000"/>
              </a:srgbClr>
            </a:solidFill>
            <a:prstDash val="solid"/>
            <a:miter lim="800000"/>
          </a:ln>
        </p:spPr>
      </p:sp>
      <p:sp>
        <p:nvSpPr>
          <p:cNvPr id="162" name="!!rect-31u"/>
          <p:cNvSpPr/>
          <p:nvPr/>
        </p:nvSpPr>
        <p:spPr>
          <a:xfrm>
            <a:off x="6623591" y="5424407"/>
            <a:ext cx="285115" cy="136855"/>
          </a:xfrm>
          <a:prstGeom prst="roundRect">
            <a:avLst>
              <a:gd name="adj" fmla="val 29167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163" name="!!text-31v" descr="A04"/>
          <p:cNvSpPr txBox="1"/>
          <p:nvPr/>
        </p:nvSpPr>
        <p:spPr>
          <a:xfrm>
            <a:off x="6693462" y="5428740"/>
            <a:ext cx="169324" cy="11559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29" b="1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A04</a:t>
            </a:r>
            <a:endParaRPr lang="zh-TW" sz="629"/>
          </a:p>
        </p:txBody>
      </p:sp>
      <p:sp>
        <p:nvSpPr>
          <p:cNvPr id="164" name="!!text-6rd" descr="存書流程"/>
          <p:cNvSpPr txBox="1"/>
          <p:nvPr/>
        </p:nvSpPr>
        <p:spPr>
          <a:xfrm>
            <a:off x="711200" y="636016"/>
            <a:ext cx="710184" cy="2206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00" b="1" kern="0" spc="144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存書流</a:t>
            </a:r>
            <a:r>
              <a:rPr lang="zh-TW" altLang="en-US" sz="12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程</a:t>
            </a:r>
            <a:endParaRPr lang="zh-TW" sz="1200"/>
          </a:p>
        </p:txBody>
      </p:sp>
      <p:sp>
        <p:nvSpPr>
          <p:cNvPr id="165" name="!!circle-6rk"/>
          <p:cNvSpPr/>
          <p:nvPr/>
        </p:nvSpPr>
        <p:spPr>
          <a:xfrm>
            <a:off x="1568450" y="730250"/>
            <a:ext cx="63500" cy="63500"/>
          </a:xfrm>
          <a:prstGeom prst="ellipse">
            <a:avLst/>
          </a:prstGeom>
          <a:solidFill>
            <a:srgbClr val="E3E7EA"/>
          </a:solidFill>
          <a:ln>
            <a:noFill/>
          </a:ln>
        </p:spPr>
      </p:sp>
      <p:sp>
        <p:nvSpPr>
          <p:cNvPr id="166" name="!!circle-6rl"/>
          <p:cNvSpPr/>
          <p:nvPr/>
        </p:nvSpPr>
        <p:spPr>
          <a:xfrm>
            <a:off x="1568450" y="730250"/>
            <a:ext cx="63500" cy="63500"/>
          </a:xfrm>
          <a:prstGeom prst="ellipse">
            <a:avLst/>
          </a:prstGeom>
          <a:solidFill>
            <a:srgbClr val="627D8D"/>
          </a:solidFill>
          <a:ln>
            <a:noFill/>
          </a:ln>
        </p:spPr>
      </p:sp>
      <p:sp>
        <p:nvSpPr>
          <p:cNvPr id="167" name="!!circle-6rq"/>
          <p:cNvSpPr/>
          <p:nvPr/>
        </p:nvSpPr>
        <p:spPr>
          <a:xfrm>
            <a:off x="1733550" y="730250"/>
            <a:ext cx="63500" cy="63500"/>
          </a:xfrm>
          <a:prstGeom prst="ellipse">
            <a:avLst/>
          </a:prstGeom>
          <a:solidFill>
            <a:srgbClr val="E3E7EA"/>
          </a:solidFill>
          <a:ln>
            <a:noFill/>
          </a:ln>
        </p:spPr>
      </p:sp>
      <p:sp>
        <p:nvSpPr>
          <p:cNvPr id="168" name="!!circle-6rr"/>
          <p:cNvSpPr/>
          <p:nvPr/>
        </p:nvSpPr>
        <p:spPr>
          <a:xfrm>
            <a:off x="1733550" y="730250"/>
            <a:ext cx="63500" cy="63500"/>
          </a:xfrm>
          <a:prstGeom prst="ellipse">
            <a:avLst/>
          </a:prstGeom>
          <a:solidFill>
            <a:srgbClr val="627D8D"/>
          </a:solidFill>
          <a:ln>
            <a:noFill/>
          </a:ln>
        </p:spPr>
      </p:sp>
      <p:sp>
        <p:nvSpPr>
          <p:cNvPr id="169" name="!!circle-6rw"/>
          <p:cNvSpPr/>
          <p:nvPr/>
        </p:nvSpPr>
        <p:spPr>
          <a:xfrm>
            <a:off x="1898650" y="730250"/>
            <a:ext cx="63500" cy="63500"/>
          </a:xfrm>
          <a:prstGeom prst="ellipse">
            <a:avLst/>
          </a:prstGeom>
          <a:solidFill>
            <a:srgbClr val="E3E7EA"/>
          </a:solidFill>
          <a:ln>
            <a:noFill/>
          </a:ln>
        </p:spPr>
      </p:sp>
      <p:sp>
        <p:nvSpPr>
          <p:cNvPr id="170" name="!!circle-6rx"/>
          <p:cNvSpPr/>
          <p:nvPr/>
        </p:nvSpPr>
        <p:spPr>
          <a:xfrm>
            <a:off x="1898650" y="730250"/>
            <a:ext cx="63500" cy="63500"/>
          </a:xfrm>
          <a:prstGeom prst="ellipse">
            <a:avLst/>
          </a:prstGeom>
          <a:solidFill>
            <a:srgbClr val="627D8D"/>
          </a:solidFill>
          <a:ln>
            <a:noFill/>
          </a:ln>
        </p:spPr>
      </p:sp>
      <p:sp>
        <p:nvSpPr>
          <p:cNvPr id="171" name="!!circle-6s2"/>
          <p:cNvSpPr/>
          <p:nvPr/>
        </p:nvSpPr>
        <p:spPr>
          <a:xfrm>
            <a:off x="2063750" y="730250"/>
            <a:ext cx="63500" cy="63500"/>
          </a:xfrm>
          <a:prstGeom prst="ellipse">
            <a:avLst/>
          </a:prstGeom>
          <a:solidFill>
            <a:srgbClr val="E3E7EA"/>
          </a:solidFill>
          <a:ln>
            <a:noFill/>
          </a:ln>
        </p:spPr>
      </p:sp>
      <p:sp>
        <p:nvSpPr>
          <p:cNvPr id="172" name="!!circle-6s3"/>
          <p:cNvSpPr/>
          <p:nvPr/>
        </p:nvSpPr>
        <p:spPr>
          <a:xfrm>
            <a:off x="2063750" y="730250"/>
            <a:ext cx="63500" cy="63500"/>
          </a:xfrm>
          <a:prstGeom prst="ellipse">
            <a:avLst/>
          </a:prstGeom>
          <a:solidFill>
            <a:srgbClr val="627D8D"/>
          </a:solidFill>
          <a:ln>
            <a:noFill/>
          </a:ln>
        </p:spPr>
      </p:sp>
      <p:sp>
        <p:nvSpPr>
          <p:cNvPr id="173" name="!!text-6vw" descr="04"/>
          <p:cNvSpPr txBox="1"/>
          <p:nvPr/>
        </p:nvSpPr>
        <p:spPr>
          <a:xfrm>
            <a:off x="698500" y="904748"/>
            <a:ext cx="619963" cy="66202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3600" kern="0" dirty="0">
                <a:solidFill>
                  <a:srgbClr val="627D8D"/>
                </a:solidFill>
                <a:latin typeface="Noto Sans TC ExtraLight"/>
                <a:ea typeface="Noto Sans TC ExtraLight"/>
                <a:cs typeface="Noto Sans TC ExtraLight"/>
              </a:rPr>
              <a:t>04</a:t>
            </a:r>
            <a:endParaRPr lang="zh-TW" sz="3600"/>
          </a:p>
        </p:txBody>
      </p:sp>
      <p:sp>
        <p:nvSpPr>
          <p:cNvPr id="174" name="!!text-6vz" descr="完成"/>
          <p:cNvSpPr txBox="1"/>
          <p:nvPr/>
        </p:nvSpPr>
        <p:spPr>
          <a:xfrm>
            <a:off x="1321003" y="904748"/>
            <a:ext cx="1051560" cy="66202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3600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完成</a:t>
            </a:r>
            <a:endParaRPr lang="zh-TW" sz="3600"/>
          </a:p>
        </p:txBody>
      </p:sp>
      <p:sp>
        <p:nvSpPr>
          <p:cNvPr id="175" name="!!text-6w6" descr="櫃門關上才登記存書，"/>
          <p:cNvSpPr txBox="1"/>
          <p:nvPr/>
        </p:nvSpPr>
        <p:spPr>
          <a:xfrm>
            <a:off x="698500" y="1620520"/>
            <a:ext cx="1962150" cy="27584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500" kern="0" dirty="0">
                <a:solidFill>
                  <a:srgbClr val="3F4A54"/>
                </a:solidFill>
                <a:latin typeface="Noto Sans TC Medium"/>
                <a:ea typeface="Noto Sans TC Medium"/>
                <a:cs typeface="Noto Sans TC Medium"/>
              </a:rPr>
              <a:t>櫃門關上才登記存書，</a:t>
            </a:r>
            <a:endParaRPr lang="zh-TW" sz="1500"/>
          </a:p>
        </p:txBody>
      </p:sp>
      <p:sp>
        <p:nvSpPr>
          <p:cNvPr id="176" name="!!text-6wl" descr="買家同步收到取書通知。"/>
          <p:cNvSpPr txBox="1"/>
          <p:nvPr/>
        </p:nvSpPr>
        <p:spPr>
          <a:xfrm>
            <a:off x="698500" y="1912620"/>
            <a:ext cx="2152650" cy="27584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500" kern="0" dirty="0">
                <a:solidFill>
                  <a:srgbClr val="3F4A54"/>
                </a:solidFill>
                <a:latin typeface="Noto Sans TC Medium"/>
                <a:ea typeface="Noto Sans TC Medium"/>
                <a:cs typeface="Noto Sans TC Medium"/>
              </a:rPr>
              <a:t>買家同步收到取書通知。</a:t>
            </a:r>
            <a:endParaRPr lang="zh-TW" sz="1500"/>
          </a:p>
        </p:txBody>
      </p:sp>
      <p:sp>
        <p:nvSpPr>
          <p:cNvPr id="177" name="!!rect-6x6"/>
          <p:cNvSpPr/>
          <p:nvPr/>
        </p:nvSpPr>
        <p:spPr>
          <a:xfrm>
            <a:off x="653288" y="2603500"/>
            <a:ext cx="4232276" cy="1447800"/>
          </a:xfrm>
          <a:prstGeom prst="roundRect">
            <a:avLst>
              <a:gd name="adj" fmla="val 20339"/>
            </a:avLst>
          </a:prstGeom>
          <a:solidFill>
            <a:srgbClr val="0B1A26">
              <a:alpha val="16000"/>
            </a:srgbClr>
          </a:solidFill>
          <a:ln>
            <a:noFill/>
          </a:ln>
          <a:effectLst>
            <a:softEdge rad="339750"/>
          </a:effectLst>
        </p:spPr>
      </p:sp>
      <p:sp>
        <p:nvSpPr>
          <p:cNvPr id="178" name="!!rect-6x7"/>
          <p:cNvSpPr/>
          <p:nvPr/>
        </p:nvSpPr>
        <p:spPr>
          <a:xfrm>
            <a:off x="711200" y="2603500"/>
            <a:ext cx="4116452" cy="1196848"/>
          </a:xfrm>
          <a:prstGeom prst="roundRect">
            <a:avLst>
              <a:gd name="adj" fmla="val 19355"/>
            </a:avLst>
          </a:prstGeom>
          <a:solidFill>
            <a:srgbClr val="FFFFFF">
              <a:alpha val="96000"/>
            </a:srgbClr>
          </a:solidFill>
          <a:ln w="9652" cap="flat">
            <a:solidFill>
              <a:srgbClr val="FFFFFF"/>
            </a:solidFill>
            <a:prstDash val="solid"/>
            <a:miter lim="800000"/>
          </a:ln>
        </p:spPr>
      </p:sp>
      <p:sp>
        <p:nvSpPr>
          <p:cNvPr id="179" name="!!rect-6x8"/>
          <p:cNvSpPr/>
          <p:nvPr/>
        </p:nvSpPr>
        <p:spPr>
          <a:xfrm>
            <a:off x="865632" y="2757932"/>
            <a:ext cx="386080" cy="386080"/>
          </a:xfrm>
          <a:prstGeom prst="roundRect">
            <a:avLst>
              <a:gd name="adj" fmla="val 25000"/>
            </a:avLst>
          </a:prstGeom>
          <a:solidFill>
            <a:srgbClr val="F3F5F7"/>
          </a:solidFill>
          <a:ln w="9652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180" name="!!path-6xc"/>
          <p:cNvSpPr/>
          <p:nvPr/>
        </p:nvSpPr>
        <p:spPr>
          <a:xfrm>
            <a:off x="927405" y="2869123"/>
            <a:ext cx="312725" cy="206939"/>
          </a:xfrm>
          <a:custGeom>
            <a:avLst/>
            <a:gdLst/>
            <a:ahLst/>
            <a:cxnLst/>
            <a:rect l="l" t="t" r="r" b="b"/>
            <a:pathLst>
              <a:path w="312725" h="206939">
                <a:moveTo>
                  <a:pt x="0" y="20269"/>
                </a:moveTo>
                <a:cubicBezTo>
                  <a:pt x="17374" y="7722"/>
                  <a:pt x="59842" y="3861"/>
                  <a:pt x="94590" y="13127"/>
                </a:cubicBezTo>
                <a:cubicBezTo>
                  <a:pt x="123546" y="21234"/>
                  <a:pt x="144780" y="32817"/>
                  <a:pt x="158293" y="44399"/>
                </a:cubicBezTo>
                <a:cubicBezTo>
                  <a:pt x="173736" y="30886"/>
                  <a:pt x="200762" y="13513"/>
                  <a:pt x="233578" y="5405"/>
                </a:cubicBezTo>
                <a:cubicBezTo>
                  <a:pt x="264465" y="0"/>
                  <a:pt x="295351" y="2896"/>
                  <a:pt x="312725" y="16408"/>
                </a:cubicBezTo>
                <a:lnTo>
                  <a:pt x="312339" y="169489"/>
                </a:lnTo>
                <a:cubicBezTo>
                  <a:pt x="277978" y="165049"/>
                  <a:pt x="210414" y="167945"/>
                  <a:pt x="159451" y="205781"/>
                </a:cubicBezTo>
                <a:quadBezTo>
                  <a:pt x="158293" y="206939"/>
                  <a:pt x="157135" y="205781"/>
                </a:quadBezTo>
                <a:cubicBezTo>
                  <a:pt x="106172" y="167945"/>
                  <a:pt x="40538" y="165049"/>
                  <a:pt x="5791" y="171420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81" name="!!path-6xd"/>
          <p:cNvSpPr/>
          <p:nvPr/>
        </p:nvSpPr>
        <p:spPr>
          <a:xfrm>
            <a:off x="927405" y="2870667"/>
            <a:ext cx="312725" cy="206939"/>
          </a:xfrm>
          <a:custGeom>
            <a:avLst/>
            <a:gdLst/>
            <a:ahLst/>
            <a:cxnLst/>
            <a:rect l="l" t="t" r="r" b="b"/>
            <a:pathLst>
              <a:path w="312725" h="206939">
                <a:moveTo>
                  <a:pt x="0" y="20269"/>
                </a:moveTo>
                <a:cubicBezTo>
                  <a:pt x="17374" y="7722"/>
                  <a:pt x="59842" y="3861"/>
                  <a:pt x="94590" y="13127"/>
                </a:cubicBezTo>
                <a:cubicBezTo>
                  <a:pt x="123546" y="21234"/>
                  <a:pt x="144780" y="32817"/>
                  <a:pt x="158293" y="44399"/>
                </a:cubicBezTo>
                <a:cubicBezTo>
                  <a:pt x="173736" y="30886"/>
                  <a:pt x="200762" y="13513"/>
                  <a:pt x="233578" y="5405"/>
                </a:cubicBezTo>
                <a:cubicBezTo>
                  <a:pt x="264465" y="0"/>
                  <a:pt x="295351" y="2896"/>
                  <a:pt x="312725" y="16408"/>
                </a:cubicBezTo>
                <a:lnTo>
                  <a:pt x="312339" y="169489"/>
                </a:lnTo>
                <a:cubicBezTo>
                  <a:pt x="277978" y="165049"/>
                  <a:pt x="210414" y="167945"/>
                  <a:pt x="159451" y="205781"/>
                </a:cubicBezTo>
                <a:quadBezTo>
                  <a:pt x="158293" y="206939"/>
                  <a:pt x="157135" y="205781"/>
                </a:quadBezTo>
                <a:cubicBezTo>
                  <a:pt x="106172" y="167945"/>
                  <a:pt x="40538" y="165049"/>
                  <a:pt x="5791" y="171420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82" name="!!path-6xe"/>
          <p:cNvSpPr/>
          <p:nvPr/>
        </p:nvSpPr>
        <p:spPr>
          <a:xfrm>
            <a:off x="927405" y="2872211"/>
            <a:ext cx="312725" cy="206939"/>
          </a:xfrm>
          <a:custGeom>
            <a:avLst/>
            <a:gdLst/>
            <a:ahLst/>
            <a:cxnLst/>
            <a:rect l="l" t="t" r="r" b="b"/>
            <a:pathLst>
              <a:path w="312725" h="206939">
                <a:moveTo>
                  <a:pt x="0" y="20269"/>
                </a:moveTo>
                <a:cubicBezTo>
                  <a:pt x="17374" y="7722"/>
                  <a:pt x="59842" y="3861"/>
                  <a:pt x="94590" y="13127"/>
                </a:cubicBezTo>
                <a:cubicBezTo>
                  <a:pt x="123546" y="21234"/>
                  <a:pt x="144780" y="32817"/>
                  <a:pt x="158293" y="44399"/>
                </a:cubicBezTo>
                <a:cubicBezTo>
                  <a:pt x="173736" y="30886"/>
                  <a:pt x="200762" y="13513"/>
                  <a:pt x="233578" y="5405"/>
                </a:cubicBezTo>
                <a:cubicBezTo>
                  <a:pt x="264465" y="0"/>
                  <a:pt x="295351" y="2896"/>
                  <a:pt x="312725" y="16408"/>
                </a:cubicBezTo>
                <a:lnTo>
                  <a:pt x="312339" y="169489"/>
                </a:lnTo>
                <a:cubicBezTo>
                  <a:pt x="277978" y="165049"/>
                  <a:pt x="210414" y="167945"/>
                  <a:pt x="159451" y="205781"/>
                </a:cubicBezTo>
                <a:quadBezTo>
                  <a:pt x="158293" y="206939"/>
                  <a:pt x="157135" y="205781"/>
                </a:quadBezTo>
                <a:cubicBezTo>
                  <a:pt x="106172" y="167945"/>
                  <a:pt x="40538" y="165049"/>
                  <a:pt x="5791" y="171420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83" name="!!path-6xf"/>
          <p:cNvSpPr/>
          <p:nvPr/>
        </p:nvSpPr>
        <p:spPr>
          <a:xfrm>
            <a:off x="927405" y="2873756"/>
            <a:ext cx="312725" cy="206939"/>
          </a:xfrm>
          <a:custGeom>
            <a:avLst/>
            <a:gdLst/>
            <a:ahLst/>
            <a:cxnLst/>
            <a:rect l="l" t="t" r="r" b="b"/>
            <a:pathLst>
              <a:path w="312725" h="206939">
                <a:moveTo>
                  <a:pt x="0" y="20269"/>
                </a:moveTo>
                <a:cubicBezTo>
                  <a:pt x="17374" y="7722"/>
                  <a:pt x="59842" y="3861"/>
                  <a:pt x="94590" y="13127"/>
                </a:cubicBezTo>
                <a:cubicBezTo>
                  <a:pt x="123546" y="21234"/>
                  <a:pt x="144780" y="32817"/>
                  <a:pt x="158293" y="44399"/>
                </a:cubicBezTo>
                <a:cubicBezTo>
                  <a:pt x="173736" y="30886"/>
                  <a:pt x="200762" y="13513"/>
                  <a:pt x="233578" y="5405"/>
                </a:cubicBezTo>
                <a:cubicBezTo>
                  <a:pt x="264465" y="0"/>
                  <a:pt x="295351" y="2896"/>
                  <a:pt x="312725" y="16408"/>
                </a:cubicBezTo>
                <a:lnTo>
                  <a:pt x="312339" y="169489"/>
                </a:lnTo>
                <a:cubicBezTo>
                  <a:pt x="277978" y="165049"/>
                  <a:pt x="210414" y="167945"/>
                  <a:pt x="159451" y="205781"/>
                </a:cubicBezTo>
                <a:quadBezTo>
                  <a:pt x="158293" y="206939"/>
                  <a:pt x="157135" y="205781"/>
                </a:quadBezTo>
                <a:cubicBezTo>
                  <a:pt x="106172" y="167945"/>
                  <a:pt x="40538" y="165049"/>
                  <a:pt x="5791" y="171420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84" name="!!path-6xg"/>
          <p:cNvSpPr/>
          <p:nvPr/>
        </p:nvSpPr>
        <p:spPr>
          <a:xfrm>
            <a:off x="927405" y="2875300"/>
            <a:ext cx="312725" cy="206939"/>
          </a:xfrm>
          <a:custGeom>
            <a:avLst/>
            <a:gdLst/>
            <a:ahLst/>
            <a:cxnLst/>
            <a:rect l="l" t="t" r="r" b="b"/>
            <a:pathLst>
              <a:path w="312725" h="206939">
                <a:moveTo>
                  <a:pt x="0" y="20269"/>
                </a:moveTo>
                <a:cubicBezTo>
                  <a:pt x="17374" y="7722"/>
                  <a:pt x="59842" y="3861"/>
                  <a:pt x="94590" y="13127"/>
                </a:cubicBezTo>
                <a:cubicBezTo>
                  <a:pt x="123546" y="21234"/>
                  <a:pt x="144780" y="32817"/>
                  <a:pt x="158293" y="44399"/>
                </a:cubicBezTo>
                <a:cubicBezTo>
                  <a:pt x="173736" y="30886"/>
                  <a:pt x="200762" y="13513"/>
                  <a:pt x="233578" y="5405"/>
                </a:cubicBezTo>
                <a:cubicBezTo>
                  <a:pt x="264465" y="0"/>
                  <a:pt x="295351" y="2896"/>
                  <a:pt x="312725" y="16408"/>
                </a:cubicBezTo>
                <a:lnTo>
                  <a:pt x="312339" y="169489"/>
                </a:lnTo>
                <a:cubicBezTo>
                  <a:pt x="277978" y="165049"/>
                  <a:pt x="210414" y="167945"/>
                  <a:pt x="159451" y="205781"/>
                </a:cubicBezTo>
                <a:quadBezTo>
                  <a:pt x="158293" y="206939"/>
                  <a:pt x="157135" y="205781"/>
                </a:quadBezTo>
                <a:cubicBezTo>
                  <a:pt x="106172" y="167945"/>
                  <a:pt x="40538" y="165049"/>
                  <a:pt x="5791" y="171420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85" name="!!path-6xh"/>
          <p:cNvSpPr/>
          <p:nvPr/>
        </p:nvSpPr>
        <p:spPr>
          <a:xfrm>
            <a:off x="927405" y="2876844"/>
            <a:ext cx="312725" cy="206939"/>
          </a:xfrm>
          <a:custGeom>
            <a:avLst/>
            <a:gdLst/>
            <a:ahLst/>
            <a:cxnLst/>
            <a:rect l="l" t="t" r="r" b="b"/>
            <a:pathLst>
              <a:path w="312725" h="206939">
                <a:moveTo>
                  <a:pt x="0" y="20269"/>
                </a:moveTo>
                <a:cubicBezTo>
                  <a:pt x="17374" y="7722"/>
                  <a:pt x="59842" y="3861"/>
                  <a:pt x="94590" y="13127"/>
                </a:cubicBezTo>
                <a:cubicBezTo>
                  <a:pt x="123546" y="21234"/>
                  <a:pt x="144780" y="32817"/>
                  <a:pt x="158293" y="44399"/>
                </a:cubicBezTo>
                <a:cubicBezTo>
                  <a:pt x="173736" y="30886"/>
                  <a:pt x="200762" y="13513"/>
                  <a:pt x="233578" y="5405"/>
                </a:cubicBezTo>
                <a:cubicBezTo>
                  <a:pt x="264465" y="0"/>
                  <a:pt x="295351" y="2896"/>
                  <a:pt x="312725" y="16408"/>
                </a:cubicBezTo>
                <a:lnTo>
                  <a:pt x="312339" y="169489"/>
                </a:lnTo>
                <a:cubicBezTo>
                  <a:pt x="277978" y="165049"/>
                  <a:pt x="210414" y="167945"/>
                  <a:pt x="159451" y="205781"/>
                </a:cubicBezTo>
                <a:quadBezTo>
                  <a:pt x="158293" y="206939"/>
                  <a:pt x="157135" y="205781"/>
                </a:quadBezTo>
                <a:cubicBezTo>
                  <a:pt x="106172" y="167945"/>
                  <a:pt x="40538" y="165049"/>
                  <a:pt x="5791" y="171420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86" name="!!path-6xi"/>
          <p:cNvSpPr/>
          <p:nvPr/>
        </p:nvSpPr>
        <p:spPr>
          <a:xfrm>
            <a:off x="927405" y="2878389"/>
            <a:ext cx="312725" cy="206939"/>
          </a:xfrm>
          <a:custGeom>
            <a:avLst/>
            <a:gdLst/>
            <a:ahLst/>
            <a:cxnLst/>
            <a:rect l="l" t="t" r="r" b="b"/>
            <a:pathLst>
              <a:path w="312725" h="206939">
                <a:moveTo>
                  <a:pt x="0" y="20269"/>
                </a:moveTo>
                <a:cubicBezTo>
                  <a:pt x="17374" y="7722"/>
                  <a:pt x="59842" y="3861"/>
                  <a:pt x="94590" y="13127"/>
                </a:cubicBezTo>
                <a:cubicBezTo>
                  <a:pt x="123546" y="21234"/>
                  <a:pt x="144780" y="32817"/>
                  <a:pt x="158293" y="44399"/>
                </a:cubicBezTo>
                <a:cubicBezTo>
                  <a:pt x="173736" y="30886"/>
                  <a:pt x="200762" y="13513"/>
                  <a:pt x="233578" y="5405"/>
                </a:cubicBezTo>
                <a:cubicBezTo>
                  <a:pt x="264465" y="0"/>
                  <a:pt x="295351" y="2896"/>
                  <a:pt x="312725" y="16408"/>
                </a:cubicBezTo>
                <a:lnTo>
                  <a:pt x="312339" y="169489"/>
                </a:lnTo>
                <a:cubicBezTo>
                  <a:pt x="277978" y="165049"/>
                  <a:pt x="210414" y="167945"/>
                  <a:pt x="159451" y="205781"/>
                </a:cubicBezTo>
                <a:quadBezTo>
                  <a:pt x="158293" y="206939"/>
                  <a:pt x="157135" y="205781"/>
                </a:quadBezTo>
                <a:cubicBezTo>
                  <a:pt x="106172" y="167945"/>
                  <a:pt x="40538" y="165049"/>
                  <a:pt x="5791" y="171420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87" name="!!path-6xj"/>
          <p:cNvSpPr/>
          <p:nvPr/>
        </p:nvSpPr>
        <p:spPr>
          <a:xfrm>
            <a:off x="927405" y="2879933"/>
            <a:ext cx="312725" cy="206939"/>
          </a:xfrm>
          <a:custGeom>
            <a:avLst/>
            <a:gdLst/>
            <a:ahLst/>
            <a:cxnLst/>
            <a:rect l="l" t="t" r="r" b="b"/>
            <a:pathLst>
              <a:path w="312725" h="206939">
                <a:moveTo>
                  <a:pt x="0" y="20269"/>
                </a:moveTo>
                <a:cubicBezTo>
                  <a:pt x="17374" y="7722"/>
                  <a:pt x="59842" y="3861"/>
                  <a:pt x="94590" y="13127"/>
                </a:cubicBezTo>
                <a:cubicBezTo>
                  <a:pt x="123546" y="21234"/>
                  <a:pt x="144780" y="32817"/>
                  <a:pt x="158293" y="44399"/>
                </a:cubicBezTo>
                <a:cubicBezTo>
                  <a:pt x="173736" y="30886"/>
                  <a:pt x="200762" y="13513"/>
                  <a:pt x="233578" y="5405"/>
                </a:cubicBezTo>
                <a:cubicBezTo>
                  <a:pt x="264465" y="0"/>
                  <a:pt x="295351" y="2896"/>
                  <a:pt x="312725" y="16408"/>
                </a:cubicBezTo>
                <a:lnTo>
                  <a:pt x="312339" y="169489"/>
                </a:lnTo>
                <a:cubicBezTo>
                  <a:pt x="277978" y="165049"/>
                  <a:pt x="210414" y="167945"/>
                  <a:pt x="159451" y="205781"/>
                </a:cubicBezTo>
                <a:quadBezTo>
                  <a:pt x="158293" y="206939"/>
                  <a:pt x="157135" y="205781"/>
                </a:quadBezTo>
                <a:cubicBezTo>
                  <a:pt x="106172" y="167945"/>
                  <a:pt x="40538" y="165049"/>
                  <a:pt x="5791" y="171420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88" name="!!path-6xk"/>
          <p:cNvSpPr/>
          <p:nvPr/>
        </p:nvSpPr>
        <p:spPr>
          <a:xfrm>
            <a:off x="964082" y="2833797"/>
            <a:ext cx="122001" cy="116789"/>
          </a:xfrm>
          <a:custGeom>
            <a:avLst/>
            <a:gdLst/>
            <a:ahLst/>
            <a:cxnLst/>
            <a:rect l="l" t="t" r="r" b="b"/>
            <a:pathLst>
              <a:path w="122001" h="116789">
                <a:moveTo>
                  <a:pt x="0" y="16794"/>
                </a:moveTo>
                <a:lnTo>
                  <a:pt x="7722" y="4826"/>
                </a:lnTo>
                <a:cubicBezTo>
                  <a:pt x="30886" y="0"/>
                  <a:pt x="69494" y="6756"/>
                  <a:pt x="96520" y="25095"/>
                </a:cubicBezTo>
                <a:cubicBezTo>
                  <a:pt x="110998" y="35326"/>
                  <a:pt x="118720" y="47295"/>
                  <a:pt x="122001" y="59842"/>
                </a:cubicBezTo>
                <a:lnTo>
                  <a:pt x="122001" y="116789"/>
                </a:lnTo>
                <a:lnTo>
                  <a:pt x="0" y="116789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89" name="!!path-6xl"/>
          <p:cNvSpPr/>
          <p:nvPr/>
        </p:nvSpPr>
        <p:spPr>
          <a:xfrm>
            <a:off x="964082" y="2833797"/>
            <a:ext cx="122001" cy="59842"/>
          </a:xfrm>
          <a:custGeom>
            <a:avLst/>
            <a:gdLst/>
            <a:ahLst/>
            <a:cxnLst/>
            <a:rect l="l" t="t" r="r" b="b"/>
            <a:pathLst>
              <a:path w="122001" h="59842" fill="none">
                <a:moveTo>
                  <a:pt x="122001" y="59842"/>
                </a:moveTo>
                <a:cubicBezTo>
                  <a:pt x="118720" y="47295"/>
                  <a:pt x="110998" y="35326"/>
                  <a:pt x="96520" y="25095"/>
                </a:cubicBezTo>
                <a:cubicBezTo>
                  <a:pt x="69494" y="6756"/>
                  <a:pt x="30886" y="0"/>
                  <a:pt x="7722" y="4826"/>
                </a:cubicBezTo>
                <a:lnTo>
                  <a:pt x="0" y="16794"/>
                </a:lnTo>
              </a:path>
            </a:pathLst>
          </a:custGeom>
          <a:noFill/>
          <a:ln w="4633" cap="rnd">
            <a:solidFill>
              <a:srgbClr val="627D8D"/>
            </a:solidFill>
            <a:prstDash val="solid"/>
            <a:round/>
          </a:ln>
        </p:spPr>
      </p:sp>
      <p:sp>
        <p:nvSpPr>
          <p:cNvPr id="190" name="!!path-6xm"/>
          <p:cNvSpPr/>
          <p:nvPr/>
        </p:nvSpPr>
        <p:spPr>
          <a:xfrm>
            <a:off x="952114" y="2845379"/>
            <a:ext cx="133970" cy="105207"/>
          </a:xfrm>
          <a:custGeom>
            <a:avLst/>
            <a:gdLst/>
            <a:ahLst/>
            <a:cxnLst/>
            <a:rect l="l" t="t" r="r" b="b"/>
            <a:pathLst>
              <a:path w="133970" h="105207">
                <a:moveTo>
                  <a:pt x="0" y="21234"/>
                </a:moveTo>
                <a:lnTo>
                  <a:pt x="6177" y="6177"/>
                </a:lnTo>
                <a:cubicBezTo>
                  <a:pt x="35133" y="0"/>
                  <a:pt x="75672" y="6756"/>
                  <a:pt x="104628" y="24130"/>
                </a:cubicBezTo>
                <a:cubicBezTo>
                  <a:pt x="120071" y="33396"/>
                  <a:pt x="129723" y="47295"/>
                  <a:pt x="133970" y="59842"/>
                </a:cubicBezTo>
                <a:lnTo>
                  <a:pt x="133970" y="105207"/>
                </a:lnTo>
                <a:lnTo>
                  <a:pt x="0" y="105207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91" name="!!path-6xn"/>
          <p:cNvSpPr/>
          <p:nvPr/>
        </p:nvSpPr>
        <p:spPr>
          <a:xfrm>
            <a:off x="952114" y="2845379"/>
            <a:ext cx="133970" cy="59842"/>
          </a:xfrm>
          <a:custGeom>
            <a:avLst/>
            <a:gdLst/>
            <a:ahLst/>
            <a:cxnLst/>
            <a:rect l="l" t="t" r="r" b="b"/>
            <a:pathLst>
              <a:path w="133970" h="59842" fill="none">
                <a:moveTo>
                  <a:pt x="133970" y="59842"/>
                </a:moveTo>
                <a:cubicBezTo>
                  <a:pt x="129723" y="47295"/>
                  <a:pt x="120071" y="33396"/>
                  <a:pt x="104628" y="24130"/>
                </a:cubicBezTo>
                <a:cubicBezTo>
                  <a:pt x="75672" y="6756"/>
                  <a:pt x="35133" y="0"/>
                  <a:pt x="6177" y="6177"/>
                </a:cubicBezTo>
                <a:lnTo>
                  <a:pt x="0" y="21234"/>
                </a:lnTo>
              </a:path>
            </a:pathLst>
          </a:custGeom>
          <a:noFill/>
          <a:ln w="4633" cap="rnd">
            <a:solidFill>
              <a:srgbClr val="627D8D"/>
            </a:solidFill>
            <a:prstDash val="solid"/>
            <a:round/>
          </a:ln>
        </p:spPr>
      </p:sp>
      <p:sp>
        <p:nvSpPr>
          <p:cNvPr id="192" name="!!path-6xo"/>
          <p:cNvSpPr/>
          <p:nvPr/>
        </p:nvSpPr>
        <p:spPr>
          <a:xfrm>
            <a:off x="941497" y="2857927"/>
            <a:ext cx="144201" cy="92659"/>
          </a:xfrm>
          <a:custGeom>
            <a:avLst/>
            <a:gdLst/>
            <a:ahLst/>
            <a:cxnLst/>
            <a:rect l="l" t="t" r="r" b="b"/>
            <a:pathLst>
              <a:path w="144201" h="92659">
                <a:moveTo>
                  <a:pt x="0" y="22007"/>
                </a:moveTo>
                <a:lnTo>
                  <a:pt x="3668" y="11968"/>
                </a:lnTo>
                <a:cubicBezTo>
                  <a:pt x="36098" y="0"/>
                  <a:pt x="80498" y="4826"/>
                  <a:pt x="111384" y="20848"/>
                </a:cubicBezTo>
                <a:cubicBezTo>
                  <a:pt x="128758" y="29921"/>
                  <a:pt x="139375" y="41504"/>
                  <a:pt x="144201" y="52507"/>
                </a:cubicBezTo>
                <a:lnTo>
                  <a:pt x="144201" y="92659"/>
                </a:lnTo>
                <a:lnTo>
                  <a:pt x="0" y="92659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93" name="!!path-6xp"/>
          <p:cNvSpPr/>
          <p:nvPr/>
        </p:nvSpPr>
        <p:spPr>
          <a:xfrm>
            <a:off x="941497" y="2857927"/>
            <a:ext cx="144201" cy="52507"/>
          </a:xfrm>
          <a:custGeom>
            <a:avLst/>
            <a:gdLst/>
            <a:ahLst/>
            <a:cxnLst/>
            <a:rect l="l" t="t" r="r" b="b"/>
            <a:pathLst>
              <a:path w="144201" h="52507" fill="none">
                <a:moveTo>
                  <a:pt x="144201" y="52507"/>
                </a:moveTo>
                <a:cubicBezTo>
                  <a:pt x="139375" y="41504"/>
                  <a:pt x="128758" y="29921"/>
                  <a:pt x="111384" y="20848"/>
                </a:cubicBezTo>
                <a:cubicBezTo>
                  <a:pt x="80498" y="4826"/>
                  <a:pt x="36098" y="0"/>
                  <a:pt x="3668" y="11968"/>
                </a:cubicBezTo>
                <a:lnTo>
                  <a:pt x="0" y="22007"/>
                </a:lnTo>
              </a:path>
            </a:pathLst>
          </a:custGeom>
          <a:noFill/>
          <a:ln w="4633" cap="rnd">
            <a:solidFill>
              <a:srgbClr val="627D8D"/>
            </a:solidFill>
            <a:prstDash val="solid"/>
            <a:round/>
          </a:ln>
        </p:spPr>
      </p:sp>
      <p:sp>
        <p:nvSpPr>
          <p:cNvPr id="194" name="!!path-6xq"/>
          <p:cNvSpPr/>
          <p:nvPr/>
        </p:nvSpPr>
        <p:spPr>
          <a:xfrm>
            <a:off x="1086277" y="2828971"/>
            <a:ext cx="114280" cy="121615"/>
          </a:xfrm>
          <a:custGeom>
            <a:avLst/>
            <a:gdLst/>
            <a:ahLst/>
            <a:cxnLst/>
            <a:rect l="l" t="t" r="r" b="b"/>
            <a:pathLst>
              <a:path w="114280" h="121615">
                <a:moveTo>
                  <a:pt x="114280" y="17374"/>
                </a:moveTo>
                <a:lnTo>
                  <a:pt x="107909" y="4247"/>
                </a:lnTo>
                <a:cubicBezTo>
                  <a:pt x="82428" y="0"/>
                  <a:pt x="41890" y="9652"/>
                  <a:pt x="16794" y="28956"/>
                </a:cubicBezTo>
                <a:cubicBezTo>
                  <a:pt x="6177" y="37643"/>
                  <a:pt x="1351" y="50190"/>
                  <a:pt x="0" y="63703"/>
                </a:cubicBezTo>
                <a:lnTo>
                  <a:pt x="0" y="121615"/>
                </a:lnTo>
                <a:lnTo>
                  <a:pt x="114280" y="121615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95" name="!!path-6xr"/>
          <p:cNvSpPr/>
          <p:nvPr/>
        </p:nvSpPr>
        <p:spPr>
          <a:xfrm>
            <a:off x="1086277" y="2828971"/>
            <a:ext cx="114280" cy="63703"/>
          </a:xfrm>
          <a:custGeom>
            <a:avLst/>
            <a:gdLst/>
            <a:ahLst/>
            <a:cxnLst/>
            <a:rect l="l" t="t" r="r" b="b"/>
            <a:pathLst>
              <a:path w="114280" h="63703" fill="none">
                <a:moveTo>
                  <a:pt x="0" y="63703"/>
                </a:moveTo>
                <a:cubicBezTo>
                  <a:pt x="1351" y="50190"/>
                  <a:pt x="6177" y="37643"/>
                  <a:pt x="16794" y="28956"/>
                </a:cubicBezTo>
                <a:cubicBezTo>
                  <a:pt x="41890" y="9652"/>
                  <a:pt x="82428" y="0"/>
                  <a:pt x="107909" y="4247"/>
                </a:cubicBezTo>
                <a:lnTo>
                  <a:pt x="114280" y="17374"/>
                </a:lnTo>
              </a:path>
            </a:pathLst>
          </a:custGeom>
          <a:noFill/>
          <a:ln w="4633" cap="rnd">
            <a:solidFill>
              <a:srgbClr val="627D8D"/>
            </a:solidFill>
            <a:prstDash val="solid"/>
            <a:round/>
          </a:ln>
        </p:spPr>
      </p:sp>
      <p:sp>
        <p:nvSpPr>
          <p:cNvPr id="196" name="!!path-6xs"/>
          <p:cNvSpPr/>
          <p:nvPr/>
        </p:nvSpPr>
        <p:spPr>
          <a:xfrm>
            <a:off x="1086470" y="2843449"/>
            <a:ext cx="126634" cy="107137"/>
          </a:xfrm>
          <a:custGeom>
            <a:avLst/>
            <a:gdLst/>
            <a:ahLst/>
            <a:cxnLst/>
            <a:rect l="l" t="t" r="r" b="b"/>
            <a:pathLst>
              <a:path w="126634" h="107137">
                <a:moveTo>
                  <a:pt x="126634" y="18725"/>
                </a:moveTo>
                <a:lnTo>
                  <a:pt x="120843" y="2896"/>
                </a:lnTo>
                <a:cubicBezTo>
                  <a:pt x="89957" y="0"/>
                  <a:pt x="51349" y="10617"/>
                  <a:pt x="26253" y="29149"/>
                </a:cubicBezTo>
                <a:cubicBezTo>
                  <a:pt x="12741" y="39187"/>
                  <a:pt x="4054" y="51156"/>
                  <a:pt x="0" y="61773"/>
                </a:cubicBezTo>
                <a:lnTo>
                  <a:pt x="0" y="107137"/>
                </a:lnTo>
                <a:lnTo>
                  <a:pt x="126634" y="107137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97" name="!!path-6xt"/>
          <p:cNvSpPr/>
          <p:nvPr/>
        </p:nvSpPr>
        <p:spPr>
          <a:xfrm>
            <a:off x="1086470" y="2843449"/>
            <a:ext cx="126634" cy="61773"/>
          </a:xfrm>
          <a:custGeom>
            <a:avLst/>
            <a:gdLst/>
            <a:ahLst/>
            <a:cxnLst/>
            <a:rect l="l" t="t" r="r" b="b"/>
            <a:pathLst>
              <a:path w="126634" h="61773" fill="none">
                <a:moveTo>
                  <a:pt x="0" y="61773"/>
                </a:moveTo>
                <a:cubicBezTo>
                  <a:pt x="4054" y="51156"/>
                  <a:pt x="12741" y="39187"/>
                  <a:pt x="26253" y="29149"/>
                </a:cubicBezTo>
                <a:cubicBezTo>
                  <a:pt x="51349" y="10617"/>
                  <a:pt x="89957" y="0"/>
                  <a:pt x="120843" y="2896"/>
                </a:cubicBezTo>
                <a:lnTo>
                  <a:pt x="126634" y="18725"/>
                </a:lnTo>
              </a:path>
            </a:pathLst>
          </a:custGeom>
          <a:noFill/>
          <a:ln w="4633" cap="rnd">
            <a:solidFill>
              <a:srgbClr val="627D8D"/>
            </a:solidFill>
            <a:prstDash val="solid"/>
            <a:round/>
          </a:ln>
        </p:spPr>
      </p:sp>
      <p:sp>
        <p:nvSpPr>
          <p:cNvPr id="198" name="!!path-6xu"/>
          <p:cNvSpPr/>
          <p:nvPr/>
        </p:nvSpPr>
        <p:spPr>
          <a:xfrm>
            <a:off x="1086856" y="2856961"/>
            <a:ext cx="135514" cy="93624"/>
          </a:xfrm>
          <a:custGeom>
            <a:avLst/>
            <a:gdLst/>
            <a:ahLst/>
            <a:cxnLst/>
            <a:rect l="l" t="t" r="r" b="b"/>
            <a:pathLst>
              <a:path w="135514" h="93624">
                <a:moveTo>
                  <a:pt x="135514" y="17953"/>
                </a:moveTo>
                <a:lnTo>
                  <a:pt x="132812" y="8301"/>
                </a:lnTo>
                <a:cubicBezTo>
                  <a:pt x="101153" y="0"/>
                  <a:pt x="60615" y="4826"/>
                  <a:pt x="33589" y="18339"/>
                </a:cubicBezTo>
                <a:cubicBezTo>
                  <a:pt x="16215" y="27026"/>
                  <a:pt x="5598" y="40538"/>
                  <a:pt x="0" y="53472"/>
                </a:cubicBezTo>
                <a:lnTo>
                  <a:pt x="0" y="93624"/>
                </a:lnTo>
                <a:lnTo>
                  <a:pt x="135514" y="93624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99" name="!!path-6xv"/>
          <p:cNvSpPr/>
          <p:nvPr/>
        </p:nvSpPr>
        <p:spPr>
          <a:xfrm>
            <a:off x="1086856" y="2856961"/>
            <a:ext cx="135514" cy="53472"/>
          </a:xfrm>
          <a:custGeom>
            <a:avLst/>
            <a:gdLst/>
            <a:ahLst/>
            <a:cxnLst/>
            <a:rect l="l" t="t" r="r" b="b"/>
            <a:pathLst>
              <a:path w="135514" h="53472" fill="none">
                <a:moveTo>
                  <a:pt x="0" y="53472"/>
                </a:moveTo>
                <a:cubicBezTo>
                  <a:pt x="5598" y="40538"/>
                  <a:pt x="16215" y="27026"/>
                  <a:pt x="33589" y="18339"/>
                </a:cubicBezTo>
                <a:cubicBezTo>
                  <a:pt x="60615" y="4826"/>
                  <a:pt x="101153" y="0"/>
                  <a:pt x="132812" y="8301"/>
                </a:cubicBezTo>
                <a:lnTo>
                  <a:pt x="135514" y="17953"/>
                </a:lnTo>
              </a:path>
            </a:pathLst>
          </a:custGeom>
          <a:noFill/>
          <a:ln w="4633" cap="rnd">
            <a:solidFill>
              <a:srgbClr val="627D8D"/>
            </a:solidFill>
            <a:prstDash val="solid"/>
            <a:round/>
          </a:ln>
        </p:spPr>
      </p:sp>
      <p:sp>
        <p:nvSpPr>
          <p:cNvPr id="200" name="!!path-6xw"/>
          <p:cNvSpPr/>
          <p:nvPr/>
        </p:nvSpPr>
        <p:spPr>
          <a:xfrm>
            <a:off x="927405" y="2867579"/>
            <a:ext cx="312725" cy="206939"/>
          </a:xfrm>
          <a:custGeom>
            <a:avLst/>
            <a:gdLst/>
            <a:ahLst/>
            <a:cxnLst/>
            <a:rect l="l" t="t" r="r" b="b"/>
            <a:pathLst>
              <a:path w="312725" h="206939">
                <a:moveTo>
                  <a:pt x="0" y="20269"/>
                </a:moveTo>
                <a:cubicBezTo>
                  <a:pt x="17374" y="7722"/>
                  <a:pt x="59842" y="3861"/>
                  <a:pt x="94590" y="13127"/>
                </a:cubicBezTo>
                <a:cubicBezTo>
                  <a:pt x="123546" y="21234"/>
                  <a:pt x="144780" y="32817"/>
                  <a:pt x="158293" y="44399"/>
                </a:cubicBezTo>
                <a:cubicBezTo>
                  <a:pt x="173736" y="30886"/>
                  <a:pt x="200762" y="13513"/>
                  <a:pt x="233578" y="5405"/>
                </a:cubicBezTo>
                <a:cubicBezTo>
                  <a:pt x="264465" y="0"/>
                  <a:pt x="295351" y="2896"/>
                  <a:pt x="312725" y="16408"/>
                </a:cubicBezTo>
                <a:lnTo>
                  <a:pt x="312339" y="169489"/>
                </a:lnTo>
                <a:cubicBezTo>
                  <a:pt x="277978" y="165049"/>
                  <a:pt x="210414" y="167945"/>
                  <a:pt x="159451" y="205781"/>
                </a:cubicBezTo>
                <a:quadBezTo>
                  <a:pt x="158293" y="206939"/>
                  <a:pt x="157135" y="205781"/>
                </a:quadBezTo>
                <a:cubicBezTo>
                  <a:pt x="106172" y="167945"/>
                  <a:pt x="40538" y="165049"/>
                  <a:pt x="5791" y="171420"/>
                </a:cubicBezTo>
                <a:close/>
              </a:path>
            </a:pathLst>
          </a:custGeom>
          <a:gradFill rotWithShape="1">
            <a:gsLst>
              <a:gs pos="0">
                <a:srgbClr val="627D8D"/>
              </a:gs>
              <a:gs pos="21794">
                <a:srgbClr val="627D8D"/>
              </a:gs>
              <a:gs pos="55376">
                <a:srgbClr val="627D8D"/>
              </a:gs>
              <a:gs pos="96421">
                <a:srgbClr val="98ABB7"/>
              </a:gs>
              <a:gs pos="100000">
                <a:srgbClr val="98ABB7"/>
              </a:gs>
            </a:gsLst>
            <a:lin ang="1983350" scaled="0"/>
          </a:gradFill>
          <a:ln>
            <a:noFill/>
          </a:ln>
        </p:spPr>
      </p:sp>
      <p:sp>
        <p:nvSpPr>
          <p:cNvPr id="201" name="!!path-6xx"/>
          <p:cNvSpPr/>
          <p:nvPr/>
        </p:nvSpPr>
        <p:spPr>
          <a:xfrm>
            <a:off x="927405" y="2867579"/>
            <a:ext cx="312725" cy="206939"/>
          </a:xfrm>
          <a:custGeom>
            <a:avLst/>
            <a:gdLst/>
            <a:ahLst/>
            <a:cxnLst/>
            <a:rect l="l" t="t" r="r" b="b"/>
            <a:pathLst>
              <a:path w="312725" h="206939">
                <a:moveTo>
                  <a:pt x="0" y="20269"/>
                </a:moveTo>
                <a:cubicBezTo>
                  <a:pt x="17374" y="7722"/>
                  <a:pt x="59842" y="3861"/>
                  <a:pt x="94590" y="13127"/>
                </a:cubicBezTo>
                <a:cubicBezTo>
                  <a:pt x="123546" y="21234"/>
                  <a:pt x="144780" y="32817"/>
                  <a:pt x="158293" y="44399"/>
                </a:cubicBezTo>
                <a:cubicBezTo>
                  <a:pt x="173736" y="30886"/>
                  <a:pt x="200762" y="13513"/>
                  <a:pt x="233578" y="5405"/>
                </a:cubicBezTo>
                <a:cubicBezTo>
                  <a:pt x="264465" y="0"/>
                  <a:pt x="295351" y="2896"/>
                  <a:pt x="312725" y="16408"/>
                </a:cubicBezTo>
                <a:lnTo>
                  <a:pt x="312339" y="169489"/>
                </a:lnTo>
                <a:cubicBezTo>
                  <a:pt x="277978" y="165049"/>
                  <a:pt x="210414" y="167945"/>
                  <a:pt x="159451" y="205781"/>
                </a:cubicBezTo>
                <a:quadBezTo>
                  <a:pt x="158293" y="206939"/>
                  <a:pt x="157135" y="205781"/>
                </a:quadBezTo>
                <a:cubicBezTo>
                  <a:pt x="106172" y="167945"/>
                  <a:pt x="40538" y="165049"/>
                  <a:pt x="5791" y="171420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0000"/>
                </a:srgbClr>
              </a:gs>
              <a:gs pos="4764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83333" t="79291" r="16667" b="20709"/>
            </a:path>
          </a:gradFill>
          <a:ln>
            <a:noFill/>
          </a:ln>
        </p:spPr>
      </p:sp>
      <p:sp>
        <p:nvSpPr>
          <p:cNvPr id="202" name="!!line-6xy"/>
          <p:cNvSpPr/>
          <p:nvPr/>
        </p:nvSpPr>
        <p:spPr>
          <a:xfrm>
            <a:off x="1087049" y="2922788"/>
            <a:ext cx="1" cy="145938"/>
          </a:xfrm>
          <a:custGeom>
            <a:avLst/>
            <a:gdLst/>
            <a:ahLst/>
            <a:cxnLst/>
            <a:rect l="l" t="t" r="r" b="b"/>
            <a:pathLst>
              <a:path w="1" h="145938">
                <a:moveTo>
                  <a:pt x="0" y="0"/>
                </a:moveTo>
                <a:lnTo>
                  <a:pt x="0" y="145938"/>
                </a:lnTo>
              </a:path>
            </a:pathLst>
          </a:custGeom>
          <a:solidFill>
            <a:srgbClr val="000000"/>
          </a:solidFill>
          <a:ln w="6563" cap="rnd">
            <a:solidFill>
              <a:srgbClr val="C9D3D9"/>
            </a:solidFill>
            <a:prstDash val="solid"/>
            <a:miter lim="800000"/>
          </a:ln>
        </p:spPr>
      </p:sp>
      <p:sp>
        <p:nvSpPr>
          <p:cNvPr id="203" name="!!path-6xz"/>
          <p:cNvSpPr/>
          <p:nvPr/>
        </p:nvSpPr>
        <p:spPr>
          <a:xfrm>
            <a:off x="1190518" y="2997881"/>
            <a:ext cx="24130" cy="36098"/>
          </a:xfrm>
          <a:custGeom>
            <a:avLst/>
            <a:gdLst/>
            <a:ahLst/>
            <a:cxnLst/>
            <a:rect l="l" t="t" r="r" b="b"/>
            <a:pathLst>
              <a:path w="24130" h="36098">
                <a:moveTo>
                  <a:pt x="0" y="2510"/>
                </a:moveTo>
                <a:lnTo>
                  <a:pt x="14478" y="0"/>
                </a:lnTo>
                <a:lnTo>
                  <a:pt x="24130" y="35326"/>
                </a:lnTo>
                <a:lnTo>
                  <a:pt x="7142" y="36098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 w="965" cap="flat">
            <a:solidFill>
              <a:srgbClr val="FFFFFF">
                <a:alpha val="55000"/>
              </a:srgbClr>
            </a:solidFill>
            <a:prstDash val="solid"/>
            <a:round/>
          </a:ln>
        </p:spPr>
      </p:sp>
      <p:sp>
        <p:nvSpPr>
          <p:cNvPr id="204" name="!!text-6y0" descr="救「舊」我的書"/>
          <p:cNvSpPr txBox="1"/>
          <p:nvPr/>
        </p:nvSpPr>
        <p:spPr>
          <a:xfrm>
            <a:off x="1367536" y="2745963"/>
            <a:ext cx="851306" cy="19566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64" kern="0" spc="-532" dirty="0">
                <a:solidFill>
                  <a:srgbClr val="5B6770"/>
                </a:solidFill>
                <a:latin typeface="Noto Sans TC SemiBold"/>
                <a:ea typeface="Noto Sans TC SemiBold"/>
                <a:cs typeface="Noto Sans TC SemiBold"/>
              </a:rPr>
              <a:t>救</a:t>
            </a:r>
            <a:r>
              <a:rPr lang="zh-TW" altLang="en-US" sz="1064" kern="0" dirty="0">
                <a:solidFill>
                  <a:srgbClr val="5B6770"/>
                </a:solidFill>
                <a:latin typeface="Noto Sans TC SemiBold"/>
                <a:ea typeface="Noto Sans TC SemiBold"/>
                <a:cs typeface="Noto Sans TC SemiBold"/>
              </a:rPr>
              <a:t>「舊</a:t>
            </a:r>
            <a:r>
              <a:rPr lang="zh-TW" altLang="en-US" sz="1064" kern="0" spc="-532" dirty="0">
                <a:solidFill>
                  <a:srgbClr val="5B6770"/>
                </a:solidFill>
                <a:latin typeface="Noto Sans TC SemiBold"/>
                <a:ea typeface="Noto Sans TC SemiBold"/>
                <a:cs typeface="Noto Sans TC SemiBold"/>
              </a:rPr>
              <a:t>」</a:t>
            </a:r>
            <a:r>
              <a:rPr lang="zh-TW" altLang="en-US" sz="1064" kern="0" dirty="0">
                <a:solidFill>
                  <a:srgbClr val="5B6770"/>
                </a:solidFill>
                <a:latin typeface="Noto Sans TC SemiBold"/>
                <a:ea typeface="Noto Sans TC SemiBold"/>
                <a:cs typeface="Noto Sans TC SemiBold"/>
              </a:rPr>
              <a:t>我的書</a:t>
            </a:r>
            <a:endParaRPr lang="zh-TW" sz="1064"/>
          </a:p>
        </p:txBody>
      </p:sp>
      <p:sp>
        <p:nvSpPr>
          <p:cNvPr id="205" name="!!text-6y8" descr="現在"/>
          <p:cNvSpPr txBox="1"/>
          <p:nvPr/>
        </p:nvSpPr>
        <p:spPr>
          <a:xfrm>
            <a:off x="4383661" y="2745963"/>
            <a:ext cx="310794" cy="19566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64" kern="0" dirty="0">
                <a:solidFill>
                  <a:srgbClr val="8A969F"/>
                </a:solidFill>
                <a:latin typeface="Noto Sans TC"/>
                <a:ea typeface="Noto Sans TC"/>
                <a:cs typeface="Noto Sans TC"/>
              </a:rPr>
              <a:t>現在</a:t>
            </a:r>
            <a:endParaRPr lang="zh-TW" sz="1064"/>
          </a:p>
        </p:txBody>
      </p:sp>
      <p:sp>
        <p:nvSpPr>
          <p:cNvPr id="206" name="!!text-6yb" descr="書籍已存入書櫃"/>
          <p:cNvSpPr txBox="1"/>
          <p:nvPr/>
        </p:nvSpPr>
        <p:spPr>
          <a:xfrm>
            <a:off x="1367536" y="2945567"/>
            <a:ext cx="1127354" cy="22361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16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書籍已存入書櫃</a:t>
            </a:r>
            <a:endParaRPr lang="zh-TW" sz="1216"/>
          </a:p>
        </p:txBody>
      </p:sp>
      <p:sp>
        <p:nvSpPr>
          <p:cNvPr id="207" name="!!text-6yj" descr="訂單 ODNMX0225 的書籍已存入「圖書館大廳」書櫃，"/>
          <p:cNvSpPr txBox="1"/>
          <p:nvPr/>
        </p:nvSpPr>
        <p:spPr>
          <a:xfrm>
            <a:off x="1367536" y="3178759"/>
            <a:ext cx="3403199" cy="20964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40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訂單 ODNMX0225 的書籍已存</a:t>
            </a:r>
            <a:r>
              <a:rPr lang="zh-TW" altLang="en-US" sz="1140" kern="0" spc="-57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入</a:t>
            </a:r>
            <a:r>
              <a:rPr lang="zh-TW" altLang="en-US" sz="1140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「圖書館大廳</a:t>
            </a:r>
            <a:r>
              <a:rPr lang="zh-TW" altLang="en-US" sz="1140" kern="0" spc="-57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」</a:t>
            </a:r>
            <a:r>
              <a:rPr lang="zh-TW" altLang="en-US" sz="1140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書櫃，</a:t>
            </a:r>
            <a:endParaRPr lang="zh-TW" sz="1140"/>
          </a:p>
        </p:txBody>
      </p:sp>
      <p:sp>
        <p:nvSpPr>
          <p:cNvPr id="208" name="!!text-6zb" descr="請於營業時間內至書櫃以 App 掃描 QR Code 取書。"/>
          <p:cNvSpPr txBox="1"/>
          <p:nvPr/>
        </p:nvSpPr>
        <p:spPr>
          <a:xfrm>
            <a:off x="1367536" y="3381451"/>
            <a:ext cx="3339061" cy="20964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40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請於營業時間內至書櫃以 App 掃描 QR Code 取書。</a:t>
            </a:r>
            <a:endParaRPr lang="zh-TW" sz="1140"/>
          </a:p>
        </p:txBody>
      </p:sp>
      <p:sp>
        <p:nvSpPr>
          <p:cNvPr id="209" name="!!rect-70h"/>
          <p:cNvSpPr/>
          <p:nvPr/>
        </p:nvSpPr>
        <p:spPr>
          <a:xfrm>
            <a:off x="8521700" y="660400"/>
            <a:ext cx="2933700" cy="6121400"/>
          </a:xfrm>
          <a:prstGeom prst="roundRect">
            <a:avLst>
              <a:gd name="adj" fmla="val 18020"/>
            </a:avLst>
          </a:prstGeom>
          <a:solidFill>
            <a:srgbClr val="0B1A26">
              <a:alpha val="30000"/>
            </a:srgbClr>
          </a:solidFill>
          <a:ln>
            <a:noFill/>
          </a:ln>
          <a:effectLst>
            <a:softEdge rad="474980"/>
          </a:effectLst>
        </p:spPr>
      </p:sp>
      <p:sp>
        <p:nvSpPr>
          <p:cNvPr id="210" name="!!rect-70i"/>
          <p:cNvSpPr/>
          <p:nvPr/>
        </p:nvSpPr>
        <p:spPr>
          <a:xfrm>
            <a:off x="8591550" y="527050"/>
            <a:ext cx="2794000" cy="5829300"/>
          </a:xfrm>
          <a:prstGeom prst="roundRect">
            <a:avLst>
              <a:gd name="adj" fmla="val 16825"/>
            </a:avLst>
          </a:prstGeom>
          <a:solidFill>
            <a:srgbClr val="0B1A26">
              <a:alpha val="16000"/>
            </a:srgbClr>
          </a:solidFill>
          <a:ln>
            <a:noFill/>
          </a:ln>
          <a:effectLst>
            <a:softEdge rad="125730"/>
          </a:effectLst>
        </p:spPr>
      </p:sp>
      <p:sp>
        <p:nvSpPr>
          <p:cNvPr id="211" name="!!rect-70j"/>
          <p:cNvSpPr/>
          <p:nvPr/>
        </p:nvSpPr>
        <p:spPr>
          <a:xfrm>
            <a:off x="8590280" y="1676400"/>
            <a:ext cx="31750" cy="2159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212" name="!!rect-70k"/>
          <p:cNvSpPr/>
          <p:nvPr/>
        </p:nvSpPr>
        <p:spPr>
          <a:xfrm>
            <a:off x="8590280" y="2108200"/>
            <a:ext cx="31750" cy="4064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213" name="!!rect-70l"/>
          <p:cNvSpPr/>
          <p:nvPr/>
        </p:nvSpPr>
        <p:spPr>
          <a:xfrm>
            <a:off x="8590280" y="2603500"/>
            <a:ext cx="31750" cy="4064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214" name="!!rect-70m"/>
          <p:cNvSpPr/>
          <p:nvPr/>
        </p:nvSpPr>
        <p:spPr>
          <a:xfrm>
            <a:off x="11355070" y="2260600"/>
            <a:ext cx="31750" cy="6350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215" name="!!rect-70n"/>
          <p:cNvSpPr/>
          <p:nvPr/>
        </p:nvSpPr>
        <p:spPr>
          <a:xfrm>
            <a:off x="11357610" y="4114800"/>
            <a:ext cx="25400" cy="419100"/>
          </a:xfrm>
          <a:prstGeom prst="roundRect">
            <a:avLst>
              <a:gd name="adj" fmla="val 50000"/>
            </a:avLst>
          </a:prstGeom>
          <a:solidFill>
            <a:srgbClr val="8795A0"/>
          </a:solidFill>
          <a:ln>
            <a:noFill/>
          </a:ln>
        </p:spPr>
      </p:sp>
      <p:sp>
        <p:nvSpPr>
          <p:cNvPr id="216" name="!!rect-70o"/>
          <p:cNvSpPr/>
          <p:nvPr/>
        </p:nvSpPr>
        <p:spPr>
          <a:xfrm>
            <a:off x="8610600" y="508000"/>
            <a:ext cx="2755900" cy="5753100"/>
          </a:xfrm>
          <a:prstGeom prst="roundRect">
            <a:avLst>
              <a:gd name="adj" fmla="val 16359"/>
            </a:avLst>
          </a:prstGeom>
          <a:gradFill rotWithShape="1">
            <a:gsLst>
              <a:gs pos="0">
                <a:srgbClr val="FBFCFD"/>
              </a:gs>
              <a:gs pos="18000">
                <a:srgbClr val="DDE5EB"/>
              </a:gs>
              <a:gs pos="46000">
                <a:srgbClr val="B4C2CC"/>
              </a:gs>
              <a:gs pos="62000">
                <a:srgbClr val="D3DCE3"/>
              </a:gs>
              <a:gs pos="84000">
                <a:srgbClr val="A9B8C3"/>
              </a:gs>
              <a:gs pos="100000">
                <a:srgbClr val="E8EEF2"/>
              </a:gs>
              <a:gs pos="100000">
                <a:srgbClr val="E8EEF2"/>
              </a:gs>
            </a:gsLst>
            <a:lin ang="3864255" scaled="0"/>
          </a:gradFill>
          <a:ln>
            <a:noFill/>
          </a:ln>
        </p:spPr>
      </p:sp>
      <p:sp>
        <p:nvSpPr>
          <p:cNvPr id="217" name="!!rect-70p"/>
          <p:cNvSpPr/>
          <p:nvPr/>
        </p:nvSpPr>
        <p:spPr>
          <a:xfrm>
            <a:off x="8614410" y="511810"/>
            <a:ext cx="2748280" cy="5745480"/>
          </a:xfrm>
          <a:prstGeom prst="roundRect">
            <a:avLst>
              <a:gd name="adj" fmla="val 16266"/>
            </a:avLst>
          </a:prstGeom>
          <a:noFill/>
          <a:ln w="7620" cap="flat">
            <a:solidFill>
              <a:srgbClr val="7F8F9B">
                <a:alpha val="55000"/>
              </a:srgbClr>
            </a:solidFill>
            <a:prstDash val="solid"/>
            <a:miter lim="800000"/>
          </a:ln>
        </p:spPr>
      </p:sp>
      <p:sp>
        <p:nvSpPr>
          <p:cNvPr id="218" name="!!rect-70q"/>
          <p:cNvSpPr/>
          <p:nvPr/>
        </p:nvSpPr>
        <p:spPr>
          <a:xfrm>
            <a:off x="8637270" y="534670"/>
            <a:ext cx="2702560" cy="5699760"/>
          </a:xfrm>
          <a:prstGeom prst="roundRect">
            <a:avLst>
              <a:gd name="adj" fmla="val 15695"/>
            </a:avLst>
          </a:prstGeom>
          <a:noFill/>
          <a:ln w="8890" cap="flat">
            <a:solidFill>
              <a:srgbClr val="FFFFFF">
                <a:alpha val="75000"/>
              </a:srgbClr>
            </a:solidFill>
            <a:prstDash val="solid"/>
            <a:miter lim="800000"/>
          </a:ln>
        </p:spPr>
      </p:sp>
      <p:sp>
        <p:nvSpPr>
          <p:cNvPr id="219" name="!!rect-70r"/>
          <p:cNvSpPr/>
          <p:nvPr/>
        </p:nvSpPr>
        <p:spPr>
          <a:xfrm>
            <a:off x="8664575" y="561975"/>
            <a:ext cx="2647950" cy="5645150"/>
          </a:xfrm>
          <a:prstGeom prst="roundRect">
            <a:avLst>
              <a:gd name="adj" fmla="val 14988"/>
            </a:avLst>
          </a:prstGeom>
          <a:solidFill>
            <a:srgbClr val="050608"/>
          </a:solidFill>
          <a:ln>
            <a:noFill/>
          </a:ln>
        </p:spPr>
      </p:sp>
      <p:sp>
        <p:nvSpPr>
          <p:cNvPr id="220" name="!!rect-70t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solidFill>
            <a:srgbClr val="F3F5F7"/>
          </a:solidFill>
          <a:ln>
            <a:noFill/>
          </a:ln>
        </p:spPr>
      </p:sp>
      <p:sp>
        <p:nvSpPr>
          <p:cNvPr id="221" name="!!rect-7gf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solidFill>
            <a:srgbClr val="F3F5F7"/>
          </a:solidFill>
          <a:ln>
            <a:noFill/>
          </a:ln>
        </p:spPr>
      </p:sp>
      <p:sp>
        <p:nvSpPr>
          <p:cNvPr id="222" name="!!circle-7gh"/>
          <p:cNvSpPr/>
          <p:nvPr/>
        </p:nvSpPr>
        <p:spPr>
          <a:xfrm>
            <a:off x="9709150" y="2692400"/>
            <a:ext cx="558800" cy="558800"/>
          </a:xfrm>
          <a:prstGeom prst="ellipse">
            <a:avLst/>
          </a:prstGeom>
          <a:solidFill>
            <a:srgbClr val="2E9E5B">
              <a:alpha val="10000"/>
            </a:srgbClr>
          </a:solidFill>
          <a:ln>
            <a:noFill/>
          </a:ln>
        </p:spPr>
      </p:sp>
      <p:sp>
        <p:nvSpPr>
          <p:cNvPr id="223" name="!!circle-7gi"/>
          <p:cNvSpPr/>
          <p:nvPr/>
        </p:nvSpPr>
        <p:spPr>
          <a:xfrm>
            <a:off x="9709150" y="2692400"/>
            <a:ext cx="558800" cy="558800"/>
          </a:xfrm>
          <a:custGeom>
            <a:avLst/>
            <a:gdLst/>
            <a:ahLst/>
            <a:cxnLst/>
            <a:rect l="l" t="t" r="r" b="b"/>
            <a:pathLst>
              <a:path w="558800" h="558800" fill="none">
                <a:moveTo>
                  <a:pt x="279400" y="0"/>
                </a:moveTo>
                <a:cubicBezTo>
                  <a:pt x="433708" y="0"/>
                  <a:pt x="558800" y="125092"/>
                  <a:pt x="558800" y="279400"/>
                </a:cubicBezTo>
                <a:cubicBezTo>
                  <a:pt x="558800" y="433708"/>
                  <a:pt x="433708" y="558800"/>
                  <a:pt x="279400" y="558800"/>
                </a:cubicBezTo>
                <a:cubicBezTo>
                  <a:pt x="125092" y="558800"/>
                  <a:pt x="0" y="433708"/>
                  <a:pt x="0" y="279400"/>
                </a:cubicBezTo>
                <a:cubicBezTo>
                  <a:pt x="0" y="125092"/>
                  <a:pt x="125092" y="0"/>
                  <a:pt x="279400" y="0"/>
                </a:cubicBezTo>
                <a:close/>
              </a:path>
            </a:pathLst>
          </a:custGeom>
          <a:noFill/>
          <a:ln w="20320" cap="rnd">
            <a:solidFill>
              <a:srgbClr val="2E9E5B"/>
            </a:solidFill>
            <a:custDash>
              <a:ds d="8639375" sp="8639375"/>
            </a:custDash>
            <a:miter lim="800000"/>
          </a:ln>
        </p:spPr>
      </p:sp>
      <p:sp>
        <p:nvSpPr>
          <p:cNvPr id="224" name="!!path-7gk"/>
          <p:cNvSpPr/>
          <p:nvPr/>
        </p:nvSpPr>
        <p:spPr>
          <a:xfrm>
            <a:off x="9893554" y="2899156"/>
            <a:ext cx="201168" cy="150876"/>
          </a:xfrm>
          <a:custGeom>
            <a:avLst/>
            <a:gdLst/>
            <a:ahLst/>
            <a:cxnLst/>
            <a:rect l="l" t="t" r="r" b="b"/>
            <a:pathLst>
              <a:path w="201168" h="150876" fill="none">
                <a:moveTo>
                  <a:pt x="0" y="78232"/>
                </a:moveTo>
                <a:lnTo>
                  <a:pt x="72644" y="150876"/>
                </a:lnTo>
                <a:lnTo>
                  <a:pt x="201168" y="0"/>
                </a:lnTo>
              </a:path>
            </a:pathLst>
          </a:custGeom>
          <a:noFill/>
          <a:ln w="25400" cap="rnd">
            <a:solidFill>
              <a:srgbClr val="2E9E5B"/>
            </a:solidFill>
            <a:prstDash val="solid"/>
            <a:round/>
          </a:ln>
        </p:spPr>
      </p:sp>
      <p:sp>
        <p:nvSpPr>
          <p:cNvPr id="225" name="!!text-7gm" descr="存書完成，已通知買家取書"/>
          <p:cNvSpPr txBox="1"/>
          <p:nvPr/>
        </p:nvSpPr>
        <p:spPr>
          <a:xfrm>
            <a:off x="9226550" y="3357880"/>
            <a:ext cx="1562100" cy="18389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存書完成，已通知買家取書</a:t>
            </a:r>
            <a:endParaRPr lang="zh-TW" sz="1000"/>
          </a:p>
        </p:txBody>
      </p:sp>
      <p:sp>
        <p:nvSpPr>
          <p:cNvPr id="226" name="!!rect-7gz"/>
          <p:cNvSpPr/>
          <p:nvPr/>
        </p:nvSpPr>
        <p:spPr>
          <a:xfrm>
            <a:off x="8813800" y="3683000"/>
            <a:ext cx="2349500" cy="508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27" name="!!rect-7h1"/>
          <p:cNvSpPr/>
          <p:nvPr/>
        </p:nvSpPr>
        <p:spPr>
          <a:xfrm>
            <a:off x="8915400" y="3784600"/>
            <a:ext cx="228600" cy="3048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5D856F"/>
              </a:gs>
              <a:gs pos="100000">
                <a:srgbClr val="3F624F"/>
              </a:gs>
            </a:gsLst>
            <a:lin ang="3187806" scaled="0"/>
          </a:gradFill>
          <a:ln>
            <a:noFill/>
          </a:ln>
        </p:spPr>
      </p:sp>
      <p:sp>
        <p:nvSpPr>
          <p:cNvPr id="228" name="!!rect-7h2"/>
          <p:cNvSpPr/>
          <p:nvPr/>
        </p:nvSpPr>
        <p:spPr>
          <a:xfrm>
            <a:off x="8935974" y="3784600"/>
            <a:ext cx="11430" cy="304800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</p:spPr>
      </p:sp>
      <p:sp>
        <p:nvSpPr>
          <p:cNvPr id="229" name="!!rect-7h3"/>
          <p:cNvSpPr/>
          <p:nvPr/>
        </p:nvSpPr>
        <p:spPr>
          <a:xfrm>
            <a:off x="8972550" y="3839464"/>
            <a:ext cx="128016" cy="21336"/>
          </a:xfrm>
          <a:prstGeom prst="roundRect">
            <a:avLst>
              <a:gd name="adj" fmla="val 28571"/>
            </a:avLst>
          </a:prstGeom>
          <a:solidFill>
            <a:srgbClr val="E7D9B8"/>
          </a:solidFill>
          <a:ln>
            <a:noFill/>
          </a:ln>
        </p:spPr>
      </p:sp>
      <p:sp>
        <p:nvSpPr>
          <p:cNvPr id="230" name="!!rect-7h4"/>
          <p:cNvSpPr/>
          <p:nvPr/>
        </p:nvSpPr>
        <p:spPr>
          <a:xfrm>
            <a:off x="8972550" y="3876040"/>
            <a:ext cx="86868" cy="13716"/>
          </a:xfrm>
          <a:prstGeom prst="roundRect">
            <a:avLst>
              <a:gd name="adj" fmla="val 44444"/>
            </a:avLst>
          </a:prstGeom>
          <a:solidFill>
            <a:srgbClr val="E7D9B8">
              <a:alpha val="72000"/>
            </a:srgbClr>
          </a:solidFill>
          <a:ln>
            <a:noFill/>
          </a:ln>
        </p:spPr>
      </p:sp>
      <p:sp>
        <p:nvSpPr>
          <p:cNvPr id="231" name="!!rect-7h5"/>
          <p:cNvSpPr/>
          <p:nvPr/>
        </p:nvSpPr>
        <p:spPr>
          <a:xfrm>
            <a:off x="8972550" y="4028440"/>
            <a:ext cx="64008" cy="12192"/>
          </a:xfrm>
          <a:prstGeom prst="roundRect">
            <a:avLst>
              <a:gd name="adj" fmla="val 50000"/>
            </a:avLst>
          </a:prstGeom>
          <a:solidFill>
            <a:srgbClr val="E7D9B8">
              <a:alpha val="55000"/>
            </a:srgbClr>
          </a:solidFill>
          <a:ln>
            <a:noFill/>
          </a:ln>
        </p:spPr>
      </p:sp>
      <p:sp>
        <p:nvSpPr>
          <p:cNvPr id="232" name="!!text-7h6" descr="統計學概論"/>
          <p:cNvSpPr txBox="1"/>
          <p:nvPr/>
        </p:nvSpPr>
        <p:spPr>
          <a:xfrm>
            <a:off x="9220200" y="3808476"/>
            <a:ext cx="471170" cy="12872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00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統計學概論</a:t>
            </a:r>
            <a:endParaRPr lang="zh-TW" sz="700"/>
          </a:p>
        </p:txBody>
      </p:sp>
      <p:sp>
        <p:nvSpPr>
          <p:cNvPr id="233" name="!!text-7hc" descr="已完成"/>
          <p:cNvSpPr txBox="1"/>
          <p:nvPr/>
        </p:nvSpPr>
        <p:spPr>
          <a:xfrm>
            <a:off x="9220200" y="3949192"/>
            <a:ext cx="272415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kern="0" dirty="0">
                <a:solidFill>
                  <a:srgbClr val="2E9E5B"/>
                </a:solidFill>
                <a:latin typeface="Noto Sans TC"/>
                <a:ea typeface="Noto Sans TC"/>
                <a:cs typeface="Noto Sans TC"/>
              </a:rPr>
              <a:t>已完成</a:t>
            </a:r>
            <a:endParaRPr lang="zh-TW" sz="650"/>
          </a:p>
        </p:txBody>
      </p:sp>
      <p:sp>
        <p:nvSpPr>
          <p:cNvPr id="234" name="!!path-7hh"/>
          <p:cNvSpPr/>
          <p:nvPr/>
        </p:nvSpPr>
        <p:spPr>
          <a:xfrm>
            <a:off x="8712200" y="5440680"/>
            <a:ext cx="2552700" cy="673100"/>
          </a:xfrm>
          <a:custGeom>
            <a:avLst/>
            <a:gdLst/>
            <a:ahLst/>
            <a:cxnLst/>
            <a:rect l="l" t="t" r="r" b="b"/>
            <a:pathLst>
              <a:path w="2552700" h="673100">
                <a:moveTo>
                  <a:pt x="155217" y="659961"/>
                </a:moveTo>
                <a:lnTo>
                  <a:pt x="102293" y="616527"/>
                </a:lnTo>
                <a:lnTo>
                  <a:pt x="58859" y="563603"/>
                </a:lnTo>
                <a:lnTo>
                  <a:pt x="26585" y="503222"/>
                </a:lnTo>
                <a:lnTo>
                  <a:pt x="6711" y="437705"/>
                </a:lnTo>
                <a:lnTo>
                  <a:pt x="0" y="369570"/>
                </a:lnTo>
                <a:lnTo>
                  <a:pt x="0" y="152400"/>
                </a:lnTo>
                <a:lnTo>
                  <a:pt x="1058" y="128058"/>
                </a:lnTo>
                <a:lnTo>
                  <a:pt x="4233" y="105833"/>
                </a:lnTo>
                <a:lnTo>
                  <a:pt x="9525" y="85725"/>
                </a:lnTo>
                <a:lnTo>
                  <a:pt x="16933" y="67733"/>
                </a:lnTo>
                <a:lnTo>
                  <a:pt x="26458" y="51858"/>
                </a:lnTo>
                <a:lnTo>
                  <a:pt x="38100" y="38100"/>
                </a:lnTo>
                <a:lnTo>
                  <a:pt x="51858" y="26458"/>
                </a:lnTo>
                <a:lnTo>
                  <a:pt x="67733" y="16933"/>
                </a:lnTo>
                <a:lnTo>
                  <a:pt x="85725" y="9525"/>
                </a:lnTo>
                <a:lnTo>
                  <a:pt x="105833" y="4233"/>
                </a:lnTo>
                <a:lnTo>
                  <a:pt x="128058" y="1058"/>
                </a:lnTo>
                <a:lnTo>
                  <a:pt x="152400" y="0"/>
                </a:lnTo>
                <a:lnTo>
                  <a:pt x="2400300" y="0"/>
                </a:lnTo>
                <a:lnTo>
                  <a:pt x="2424642" y="1058"/>
                </a:lnTo>
                <a:lnTo>
                  <a:pt x="2446867" y="4233"/>
                </a:lnTo>
                <a:lnTo>
                  <a:pt x="2466975" y="9525"/>
                </a:lnTo>
                <a:lnTo>
                  <a:pt x="2484967" y="16933"/>
                </a:lnTo>
                <a:lnTo>
                  <a:pt x="2500842" y="26458"/>
                </a:lnTo>
                <a:lnTo>
                  <a:pt x="2514600" y="38100"/>
                </a:lnTo>
                <a:lnTo>
                  <a:pt x="2526242" y="51858"/>
                </a:lnTo>
                <a:lnTo>
                  <a:pt x="2535767" y="67733"/>
                </a:lnTo>
                <a:lnTo>
                  <a:pt x="2543175" y="85725"/>
                </a:lnTo>
                <a:lnTo>
                  <a:pt x="2548467" y="105833"/>
                </a:lnTo>
                <a:lnTo>
                  <a:pt x="2551642" y="128058"/>
                </a:lnTo>
                <a:lnTo>
                  <a:pt x="2552700" y="152400"/>
                </a:lnTo>
                <a:lnTo>
                  <a:pt x="2552700" y="369570"/>
                </a:lnTo>
                <a:lnTo>
                  <a:pt x="2545989" y="437705"/>
                </a:lnTo>
                <a:lnTo>
                  <a:pt x="2526115" y="503222"/>
                </a:lnTo>
                <a:lnTo>
                  <a:pt x="2493841" y="563603"/>
                </a:lnTo>
                <a:lnTo>
                  <a:pt x="2450407" y="616527"/>
                </a:lnTo>
                <a:lnTo>
                  <a:pt x="2397483" y="659961"/>
                </a:lnTo>
                <a:lnTo>
                  <a:pt x="2372901" y="673100"/>
                </a:lnTo>
                <a:lnTo>
                  <a:pt x="179799" y="673100"/>
                </a:lnTo>
                <a:close/>
              </a:path>
            </a:pathLst>
          </a:custGeom>
          <a:solidFill>
            <a:srgbClr val="0B1A26">
              <a:alpha val="2200"/>
            </a:srgbClr>
          </a:solidFill>
          <a:ln>
            <a:noFill/>
          </a:ln>
        </p:spPr>
      </p:sp>
      <p:sp>
        <p:nvSpPr>
          <p:cNvPr id="235" name="!!path-7hi"/>
          <p:cNvSpPr/>
          <p:nvPr/>
        </p:nvSpPr>
        <p:spPr>
          <a:xfrm>
            <a:off x="8712200" y="5457825"/>
            <a:ext cx="2552700" cy="673100"/>
          </a:xfrm>
          <a:custGeom>
            <a:avLst/>
            <a:gdLst/>
            <a:ahLst/>
            <a:cxnLst/>
            <a:rect l="l" t="t" r="r" b="b"/>
            <a:pathLst>
              <a:path w="2552700" h="673100">
                <a:moveTo>
                  <a:pt x="155217" y="642816"/>
                </a:moveTo>
                <a:lnTo>
                  <a:pt x="102293" y="599382"/>
                </a:lnTo>
                <a:lnTo>
                  <a:pt x="58859" y="546458"/>
                </a:lnTo>
                <a:lnTo>
                  <a:pt x="26585" y="486077"/>
                </a:lnTo>
                <a:lnTo>
                  <a:pt x="6711" y="420560"/>
                </a:lnTo>
                <a:lnTo>
                  <a:pt x="0" y="352425"/>
                </a:lnTo>
                <a:lnTo>
                  <a:pt x="0" y="152400"/>
                </a:lnTo>
                <a:lnTo>
                  <a:pt x="1058" y="128058"/>
                </a:lnTo>
                <a:lnTo>
                  <a:pt x="4233" y="105833"/>
                </a:lnTo>
                <a:lnTo>
                  <a:pt x="9525" y="85725"/>
                </a:lnTo>
                <a:lnTo>
                  <a:pt x="16933" y="67733"/>
                </a:lnTo>
                <a:lnTo>
                  <a:pt x="26458" y="51858"/>
                </a:lnTo>
                <a:lnTo>
                  <a:pt x="38100" y="38100"/>
                </a:lnTo>
                <a:lnTo>
                  <a:pt x="51858" y="26458"/>
                </a:lnTo>
                <a:lnTo>
                  <a:pt x="67733" y="16933"/>
                </a:lnTo>
                <a:lnTo>
                  <a:pt x="85725" y="9525"/>
                </a:lnTo>
                <a:lnTo>
                  <a:pt x="105833" y="4233"/>
                </a:lnTo>
                <a:lnTo>
                  <a:pt x="128058" y="1058"/>
                </a:lnTo>
                <a:lnTo>
                  <a:pt x="152400" y="0"/>
                </a:lnTo>
                <a:lnTo>
                  <a:pt x="2400300" y="0"/>
                </a:lnTo>
                <a:lnTo>
                  <a:pt x="2424642" y="1058"/>
                </a:lnTo>
                <a:lnTo>
                  <a:pt x="2446867" y="4233"/>
                </a:lnTo>
                <a:lnTo>
                  <a:pt x="2466975" y="9525"/>
                </a:lnTo>
                <a:lnTo>
                  <a:pt x="2484967" y="16933"/>
                </a:lnTo>
                <a:lnTo>
                  <a:pt x="2500842" y="26458"/>
                </a:lnTo>
                <a:lnTo>
                  <a:pt x="2514600" y="38100"/>
                </a:lnTo>
                <a:lnTo>
                  <a:pt x="2526242" y="51858"/>
                </a:lnTo>
                <a:lnTo>
                  <a:pt x="2535767" y="67733"/>
                </a:lnTo>
                <a:lnTo>
                  <a:pt x="2543175" y="85725"/>
                </a:lnTo>
                <a:lnTo>
                  <a:pt x="2548467" y="105833"/>
                </a:lnTo>
                <a:lnTo>
                  <a:pt x="2551642" y="128058"/>
                </a:lnTo>
                <a:lnTo>
                  <a:pt x="2552700" y="152400"/>
                </a:lnTo>
                <a:lnTo>
                  <a:pt x="2552700" y="352425"/>
                </a:lnTo>
                <a:lnTo>
                  <a:pt x="2545989" y="420560"/>
                </a:lnTo>
                <a:lnTo>
                  <a:pt x="2526115" y="486077"/>
                </a:lnTo>
                <a:lnTo>
                  <a:pt x="2493841" y="546458"/>
                </a:lnTo>
                <a:lnTo>
                  <a:pt x="2450407" y="599382"/>
                </a:lnTo>
                <a:lnTo>
                  <a:pt x="2397483" y="642816"/>
                </a:lnTo>
                <a:lnTo>
                  <a:pt x="2340825" y="673100"/>
                </a:lnTo>
                <a:lnTo>
                  <a:pt x="211875" y="673100"/>
                </a:lnTo>
                <a:close/>
              </a:path>
            </a:pathLst>
          </a:custGeom>
          <a:solidFill>
            <a:srgbClr val="0B1A26">
              <a:alpha val="2200"/>
            </a:srgbClr>
          </a:solidFill>
          <a:ln>
            <a:noFill/>
          </a:ln>
        </p:spPr>
      </p:sp>
      <p:sp>
        <p:nvSpPr>
          <p:cNvPr id="236" name="!!path-7hj"/>
          <p:cNvSpPr/>
          <p:nvPr/>
        </p:nvSpPr>
        <p:spPr>
          <a:xfrm>
            <a:off x="8712200" y="5472113"/>
            <a:ext cx="2552700" cy="673100"/>
          </a:xfrm>
          <a:custGeom>
            <a:avLst/>
            <a:gdLst/>
            <a:ahLst/>
            <a:cxnLst/>
            <a:rect l="l" t="t" r="r" b="b"/>
            <a:pathLst>
              <a:path w="2552700" h="673100">
                <a:moveTo>
                  <a:pt x="215598" y="660802"/>
                </a:moveTo>
                <a:lnTo>
                  <a:pt x="155217" y="628528"/>
                </a:lnTo>
                <a:lnTo>
                  <a:pt x="102293" y="585095"/>
                </a:lnTo>
                <a:lnTo>
                  <a:pt x="58859" y="532170"/>
                </a:lnTo>
                <a:lnTo>
                  <a:pt x="26585" y="471790"/>
                </a:lnTo>
                <a:lnTo>
                  <a:pt x="6711" y="406273"/>
                </a:lnTo>
                <a:lnTo>
                  <a:pt x="0" y="338138"/>
                </a:lnTo>
                <a:lnTo>
                  <a:pt x="0" y="152400"/>
                </a:lnTo>
                <a:lnTo>
                  <a:pt x="1058" y="128058"/>
                </a:lnTo>
                <a:lnTo>
                  <a:pt x="4233" y="105833"/>
                </a:lnTo>
                <a:lnTo>
                  <a:pt x="9525" y="85725"/>
                </a:lnTo>
                <a:lnTo>
                  <a:pt x="16933" y="67733"/>
                </a:lnTo>
                <a:lnTo>
                  <a:pt x="26458" y="51858"/>
                </a:lnTo>
                <a:lnTo>
                  <a:pt x="38100" y="38100"/>
                </a:lnTo>
                <a:lnTo>
                  <a:pt x="51858" y="26458"/>
                </a:lnTo>
                <a:lnTo>
                  <a:pt x="67733" y="16933"/>
                </a:lnTo>
                <a:lnTo>
                  <a:pt x="85725" y="9525"/>
                </a:lnTo>
                <a:lnTo>
                  <a:pt x="105833" y="4233"/>
                </a:lnTo>
                <a:lnTo>
                  <a:pt x="128058" y="1058"/>
                </a:lnTo>
                <a:lnTo>
                  <a:pt x="152400" y="0"/>
                </a:lnTo>
                <a:lnTo>
                  <a:pt x="2400300" y="0"/>
                </a:lnTo>
                <a:lnTo>
                  <a:pt x="2424642" y="1058"/>
                </a:lnTo>
                <a:lnTo>
                  <a:pt x="2446867" y="4233"/>
                </a:lnTo>
                <a:lnTo>
                  <a:pt x="2466975" y="9525"/>
                </a:lnTo>
                <a:lnTo>
                  <a:pt x="2484967" y="16933"/>
                </a:lnTo>
                <a:lnTo>
                  <a:pt x="2500842" y="26458"/>
                </a:lnTo>
                <a:lnTo>
                  <a:pt x="2514600" y="38100"/>
                </a:lnTo>
                <a:lnTo>
                  <a:pt x="2526242" y="51858"/>
                </a:lnTo>
                <a:lnTo>
                  <a:pt x="2535767" y="67733"/>
                </a:lnTo>
                <a:lnTo>
                  <a:pt x="2543175" y="85725"/>
                </a:lnTo>
                <a:lnTo>
                  <a:pt x="2548467" y="105833"/>
                </a:lnTo>
                <a:lnTo>
                  <a:pt x="2551642" y="128058"/>
                </a:lnTo>
                <a:lnTo>
                  <a:pt x="2552700" y="152400"/>
                </a:lnTo>
                <a:lnTo>
                  <a:pt x="2552700" y="338138"/>
                </a:lnTo>
                <a:lnTo>
                  <a:pt x="2545989" y="406273"/>
                </a:lnTo>
                <a:lnTo>
                  <a:pt x="2526115" y="471790"/>
                </a:lnTo>
                <a:lnTo>
                  <a:pt x="2493841" y="532170"/>
                </a:lnTo>
                <a:lnTo>
                  <a:pt x="2450407" y="585095"/>
                </a:lnTo>
                <a:lnTo>
                  <a:pt x="2397483" y="628528"/>
                </a:lnTo>
                <a:lnTo>
                  <a:pt x="2337102" y="660802"/>
                </a:lnTo>
                <a:lnTo>
                  <a:pt x="2296563" y="673100"/>
                </a:lnTo>
                <a:lnTo>
                  <a:pt x="256137" y="673100"/>
                </a:lnTo>
                <a:close/>
              </a:path>
            </a:pathLst>
          </a:custGeom>
          <a:solidFill>
            <a:srgbClr val="0B1A26">
              <a:alpha val="2200"/>
            </a:srgbClr>
          </a:solidFill>
          <a:ln>
            <a:noFill/>
          </a:ln>
        </p:spPr>
      </p:sp>
      <p:sp>
        <p:nvSpPr>
          <p:cNvPr id="237" name="!!path-7hk"/>
          <p:cNvSpPr/>
          <p:nvPr/>
        </p:nvSpPr>
        <p:spPr>
          <a:xfrm>
            <a:off x="8712200" y="5486400"/>
            <a:ext cx="2552700" cy="673100"/>
          </a:xfrm>
          <a:custGeom>
            <a:avLst/>
            <a:gdLst/>
            <a:ahLst/>
            <a:cxnLst/>
            <a:rect l="l" t="t" r="r" b="b"/>
            <a:pathLst>
              <a:path w="2552700" h="673100">
                <a:moveTo>
                  <a:pt x="281115" y="666389"/>
                </a:moveTo>
                <a:lnTo>
                  <a:pt x="215598" y="646515"/>
                </a:lnTo>
                <a:lnTo>
                  <a:pt x="155217" y="614241"/>
                </a:lnTo>
                <a:lnTo>
                  <a:pt x="102293" y="570807"/>
                </a:lnTo>
                <a:lnTo>
                  <a:pt x="58859" y="517883"/>
                </a:lnTo>
                <a:lnTo>
                  <a:pt x="26585" y="457502"/>
                </a:lnTo>
                <a:lnTo>
                  <a:pt x="6711" y="391985"/>
                </a:lnTo>
                <a:lnTo>
                  <a:pt x="0" y="323850"/>
                </a:lnTo>
                <a:lnTo>
                  <a:pt x="0" y="152400"/>
                </a:lnTo>
                <a:lnTo>
                  <a:pt x="1058" y="128058"/>
                </a:lnTo>
                <a:lnTo>
                  <a:pt x="4233" y="105833"/>
                </a:lnTo>
                <a:lnTo>
                  <a:pt x="9525" y="85725"/>
                </a:lnTo>
                <a:lnTo>
                  <a:pt x="16933" y="67733"/>
                </a:lnTo>
                <a:lnTo>
                  <a:pt x="26458" y="51858"/>
                </a:lnTo>
                <a:lnTo>
                  <a:pt x="38100" y="38100"/>
                </a:lnTo>
                <a:lnTo>
                  <a:pt x="51858" y="26458"/>
                </a:lnTo>
                <a:lnTo>
                  <a:pt x="67733" y="16933"/>
                </a:lnTo>
                <a:lnTo>
                  <a:pt x="85725" y="9525"/>
                </a:lnTo>
                <a:lnTo>
                  <a:pt x="105833" y="4233"/>
                </a:lnTo>
                <a:lnTo>
                  <a:pt x="128058" y="1058"/>
                </a:lnTo>
                <a:lnTo>
                  <a:pt x="152400" y="0"/>
                </a:lnTo>
                <a:lnTo>
                  <a:pt x="2400300" y="0"/>
                </a:lnTo>
                <a:lnTo>
                  <a:pt x="2424642" y="1058"/>
                </a:lnTo>
                <a:lnTo>
                  <a:pt x="2446867" y="4233"/>
                </a:lnTo>
                <a:lnTo>
                  <a:pt x="2466975" y="9525"/>
                </a:lnTo>
                <a:lnTo>
                  <a:pt x="2484967" y="16933"/>
                </a:lnTo>
                <a:lnTo>
                  <a:pt x="2500842" y="26458"/>
                </a:lnTo>
                <a:lnTo>
                  <a:pt x="2514600" y="38100"/>
                </a:lnTo>
                <a:lnTo>
                  <a:pt x="2526242" y="51858"/>
                </a:lnTo>
                <a:lnTo>
                  <a:pt x="2535767" y="67733"/>
                </a:lnTo>
                <a:lnTo>
                  <a:pt x="2543175" y="85725"/>
                </a:lnTo>
                <a:lnTo>
                  <a:pt x="2548467" y="105833"/>
                </a:lnTo>
                <a:lnTo>
                  <a:pt x="2551642" y="128058"/>
                </a:lnTo>
                <a:lnTo>
                  <a:pt x="2552700" y="152400"/>
                </a:lnTo>
                <a:lnTo>
                  <a:pt x="2552700" y="323850"/>
                </a:lnTo>
                <a:lnTo>
                  <a:pt x="2545989" y="391985"/>
                </a:lnTo>
                <a:lnTo>
                  <a:pt x="2526115" y="457502"/>
                </a:lnTo>
                <a:lnTo>
                  <a:pt x="2493841" y="517883"/>
                </a:lnTo>
                <a:lnTo>
                  <a:pt x="2450407" y="570807"/>
                </a:lnTo>
                <a:lnTo>
                  <a:pt x="2397483" y="614241"/>
                </a:lnTo>
                <a:lnTo>
                  <a:pt x="2337102" y="646515"/>
                </a:lnTo>
                <a:lnTo>
                  <a:pt x="2271585" y="666389"/>
                </a:lnTo>
                <a:lnTo>
                  <a:pt x="2203450" y="673100"/>
                </a:lnTo>
                <a:lnTo>
                  <a:pt x="349250" y="6731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38" name="!!rect-7hm"/>
          <p:cNvSpPr/>
          <p:nvPr/>
        </p:nvSpPr>
        <p:spPr>
          <a:xfrm>
            <a:off x="8813800" y="5562600"/>
            <a:ext cx="2349500" cy="304800"/>
          </a:xfrm>
          <a:prstGeom prst="roundRect">
            <a:avLst>
              <a:gd name="adj" fmla="val 29167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239" name="!!text-7hn" descr="完成"/>
          <p:cNvSpPr txBox="1"/>
          <p:nvPr/>
        </p:nvSpPr>
        <p:spPr>
          <a:xfrm>
            <a:off x="9886950" y="5635244"/>
            <a:ext cx="233680" cy="14711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00" b="1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完成</a:t>
            </a:r>
            <a:endParaRPr lang="zh-TW" sz="800"/>
          </a:p>
        </p:txBody>
      </p:sp>
      <p:sp>
        <p:nvSpPr>
          <p:cNvPr id="240" name="!!path-7hr"/>
          <p:cNvSpPr/>
          <p:nvPr/>
        </p:nvSpPr>
        <p:spPr>
          <a:xfrm>
            <a:off x="8712200" y="609600"/>
            <a:ext cx="2552700" cy="730250"/>
          </a:xfrm>
          <a:custGeom>
            <a:avLst/>
            <a:gdLst/>
            <a:ahLst/>
            <a:cxnLst/>
            <a:rect l="l" t="t" r="r" b="b"/>
            <a:pathLst>
              <a:path w="2552700" h="730250">
                <a:moveTo>
                  <a:pt x="0" y="349250"/>
                </a:moveTo>
                <a:lnTo>
                  <a:pt x="6711" y="281115"/>
                </a:lnTo>
                <a:lnTo>
                  <a:pt x="26585" y="215598"/>
                </a:lnTo>
                <a:lnTo>
                  <a:pt x="58859" y="155217"/>
                </a:lnTo>
                <a:lnTo>
                  <a:pt x="102293" y="102293"/>
                </a:lnTo>
                <a:lnTo>
                  <a:pt x="155217" y="58859"/>
                </a:lnTo>
                <a:lnTo>
                  <a:pt x="215598" y="26585"/>
                </a:lnTo>
                <a:lnTo>
                  <a:pt x="281115" y="6711"/>
                </a:lnTo>
                <a:lnTo>
                  <a:pt x="349250" y="0"/>
                </a:lnTo>
                <a:lnTo>
                  <a:pt x="2203450" y="0"/>
                </a:lnTo>
                <a:lnTo>
                  <a:pt x="2271585" y="6711"/>
                </a:lnTo>
                <a:lnTo>
                  <a:pt x="2337102" y="26585"/>
                </a:lnTo>
                <a:lnTo>
                  <a:pt x="2397483" y="58859"/>
                </a:lnTo>
                <a:lnTo>
                  <a:pt x="2450407" y="102293"/>
                </a:lnTo>
                <a:lnTo>
                  <a:pt x="2493841" y="155217"/>
                </a:lnTo>
                <a:lnTo>
                  <a:pt x="2526115" y="215598"/>
                </a:lnTo>
                <a:lnTo>
                  <a:pt x="2545989" y="281115"/>
                </a:lnTo>
                <a:lnTo>
                  <a:pt x="2552700" y="349250"/>
                </a:lnTo>
                <a:lnTo>
                  <a:pt x="2552700" y="577850"/>
                </a:lnTo>
                <a:lnTo>
                  <a:pt x="2551642" y="602192"/>
                </a:lnTo>
                <a:lnTo>
                  <a:pt x="2548467" y="624417"/>
                </a:lnTo>
                <a:lnTo>
                  <a:pt x="2543175" y="644525"/>
                </a:lnTo>
                <a:lnTo>
                  <a:pt x="2535767" y="662517"/>
                </a:lnTo>
                <a:lnTo>
                  <a:pt x="2526242" y="678392"/>
                </a:lnTo>
                <a:lnTo>
                  <a:pt x="2514600" y="692150"/>
                </a:lnTo>
                <a:lnTo>
                  <a:pt x="2500842" y="703792"/>
                </a:lnTo>
                <a:lnTo>
                  <a:pt x="2484967" y="713317"/>
                </a:lnTo>
                <a:lnTo>
                  <a:pt x="2466975" y="720725"/>
                </a:lnTo>
                <a:lnTo>
                  <a:pt x="2446867" y="726017"/>
                </a:lnTo>
                <a:lnTo>
                  <a:pt x="2424642" y="729192"/>
                </a:lnTo>
                <a:lnTo>
                  <a:pt x="2400300" y="730250"/>
                </a:lnTo>
                <a:lnTo>
                  <a:pt x="152400" y="730250"/>
                </a:lnTo>
                <a:lnTo>
                  <a:pt x="128058" y="729192"/>
                </a:lnTo>
                <a:lnTo>
                  <a:pt x="105833" y="726017"/>
                </a:lnTo>
                <a:lnTo>
                  <a:pt x="85725" y="720725"/>
                </a:lnTo>
                <a:lnTo>
                  <a:pt x="67733" y="713317"/>
                </a:lnTo>
                <a:lnTo>
                  <a:pt x="51858" y="703792"/>
                </a:lnTo>
                <a:lnTo>
                  <a:pt x="38100" y="692150"/>
                </a:lnTo>
                <a:lnTo>
                  <a:pt x="26458" y="678392"/>
                </a:lnTo>
                <a:lnTo>
                  <a:pt x="16933" y="662517"/>
                </a:lnTo>
                <a:lnTo>
                  <a:pt x="9525" y="644525"/>
                </a:lnTo>
                <a:lnTo>
                  <a:pt x="4233" y="624417"/>
                </a:lnTo>
                <a:lnTo>
                  <a:pt x="1058" y="602192"/>
                </a:lnTo>
                <a:lnTo>
                  <a:pt x="0" y="577850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241" name="!!text-7hs" descr="2:25"/>
          <p:cNvSpPr txBox="1"/>
          <p:nvPr/>
        </p:nvSpPr>
        <p:spPr>
          <a:xfrm>
            <a:off x="9020597" y="714883"/>
            <a:ext cx="253790" cy="1563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50" kern="0" dirty="0">
                <a:solidFill>
                  <a:srgbClr val="FFFFFF"/>
                </a:solidFill>
                <a:latin typeface="Noto Sans TC SemiBold"/>
                <a:ea typeface="Noto Sans TC SemiBold"/>
                <a:cs typeface="Noto Sans TC SemiBold"/>
              </a:rPr>
              <a:t>2:25</a:t>
            </a:r>
            <a:endParaRPr lang="zh-TW" sz="850"/>
          </a:p>
        </p:txBody>
      </p:sp>
      <p:sp>
        <p:nvSpPr>
          <p:cNvPr id="242" name="!!rect-7hx"/>
          <p:cNvSpPr/>
          <p:nvPr/>
        </p:nvSpPr>
        <p:spPr>
          <a:xfrm>
            <a:off x="10579100" y="808990"/>
            <a:ext cx="21590" cy="2667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43" name="!!rect-7hy"/>
          <p:cNvSpPr/>
          <p:nvPr/>
        </p:nvSpPr>
        <p:spPr>
          <a:xfrm>
            <a:off x="10612120" y="792480"/>
            <a:ext cx="21590" cy="4318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44" name="!!rect-7hz"/>
          <p:cNvSpPr/>
          <p:nvPr/>
        </p:nvSpPr>
        <p:spPr>
          <a:xfrm>
            <a:off x="10645140" y="775970"/>
            <a:ext cx="21590" cy="5969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45" name="!!rect-7i0"/>
          <p:cNvSpPr/>
          <p:nvPr/>
        </p:nvSpPr>
        <p:spPr>
          <a:xfrm>
            <a:off x="10678160" y="759460"/>
            <a:ext cx="21590" cy="7620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46" name="!!path-7i1"/>
          <p:cNvSpPr/>
          <p:nvPr/>
        </p:nvSpPr>
        <p:spPr>
          <a:xfrm>
            <a:off x="10763250" y="763570"/>
            <a:ext cx="95250" cy="70820"/>
          </a:xfrm>
          <a:custGeom>
            <a:avLst/>
            <a:gdLst/>
            <a:ahLst/>
            <a:cxnLst/>
            <a:rect l="l" t="t" r="r" b="b"/>
            <a:pathLst>
              <a:path w="95250" h="70820">
                <a:moveTo>
                  <a:pt x="47625" y="70820"/>
                </a:moveTo>
                <a:lnTo>
                  <a:pt x="31115" y="51135"/>
                </a:lnTo>
                <a:cubicBezTo>
                  <a:pt x="40714" y="43262"/>
                  <a:pt x="54536" y="43262"/>
                  <a:pt x="64135" y="51135"/>
                </a:cubicBezTo>
                <a:close/>
                <a:moveTo>
                  <a:pt x="0" y="23830"/>
                </a:moveTo>
                <a:cubicBezTo>
                  <a:pt x="27279" y="0"/>
                  <a:pt x="67971" y="0"/>
                  <a:pt x="95250" y="23830"/>
                </a:cubicBezTo>
                <a:lnTo>
                  <a:pt x="83820" y="37165"/>
                </a:lnTo>
                <a:cubicBezTo>
                  <a:pt x="63051" y="19153"/>
                  <a:pt x="32199" y="19153"/>
                  <a:pt x="11430" y="37165"/>
                </a:cubicBezTo>
                <a:close/>
                <a:moveTo>
                  <a:pt x="16510" y="43515"/>
                </a:moveTo>
                <a:cubicBezTo>
                  <a:pt x="34385" y="28089"/>
                  <a:pt x="60865" y="28089"/>
                  <a:pt x="78740" y="43515"/>
                </a:cubicBezTo>
                <a:lnTo>
                  <a:pt x="67310" y="56850"/>
                </a:lnTo>
                <a:cubicBezTo>
                  <a:pt x="55947" y="47238"/>
                  <a:pt x="39303" y="47238"/>
                  <a:pt x="27940" y="5685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47" name="!!rect-7i2"/>
          <p:cNvSpPr/>
          <p:nvPr/>
        </p:nvSpPr>
        <p:spPr>
          <a:xfrm>
            <a:off x="10902950" y="760730"/>
            <a:ext cx="161925" cy="78740"/>
          </a:xfrm>
          <a:prstGeom prst="roundRect">
            <a:avLst>
              <a:gd name="adj" fmla="val 32258"/>
            </a:avLst>
          </a:prstGeom>
          <a:noFill/>
          <a:ln w="6985" cap="flat">
            <a:solidFill>
              <a:srgbClr val="FFFFFF">
                <a:alpha val="38000"/>
              </a:srgbClr>
            </a:solidFill>
            <a:prstDash val="solid"/>
            <a:miter lim="800000"/>
          </a:ln>
        </p:spPr>
      </p:sp>
      <p:sp>
        <p:nvSpPr>
          <p:cNvPr id="248" name="!!rect-7i3"/>
          <p:cNvSpPr/>
          <p:nvPr/>
        </p:nvSpPr>
        <p:spPr>
          <a:xfrm>
            <a:off x="10916285" y="774065"/>
            <a:ext cx="110909" cy="52070"/>
          </a:xfrm>
          <a:prstGeom prst="roundRect">
            <a:avLst>
              <a:gd name="adj" fmla="val 26829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49" name="!!path-7i4"/>
          <p:cNvSpPr/>
          <p:nvPr/>
        </p:nvSpPr>
        <p:spPr>
          <a:xfrm>
            <a:off x="11074400" y="786130"/>
            <a:ext cx="10345" cy="27940"/>
          </a:xfrm>
          <a:custGeom>
            <a:avLst/>
            <a:gdLst/>
            <a:ahLst/>
            <a:cxnLst/>
            <a:rect l="l" t="t" r="r" b="b"/>
            <a:pathLst>
              <a:path w="10345" h="27940">
                <a:moveTo>
                  <a:pt x="0" y="0"/>
                </a:moveTo>
                <a:lnTo>
                  <a:pt x="0" y="27940"/>
                </a:lnTo>
                <a:cubicBezTo>
                  <a:pt x="6146" y="26066"/>
                  <a:pt x="10345" y="20395"/>
                  <a:pt x="10345" y="13970"/>
                </a:cubicBezTo>
                <a:cubicBezTo>
                  <a:pt x="10345" y="7545"/>
                  <a:pt x="6146" y="1874"/>
                  <a:pt x="0" y="0"/>
                </a:cubicBezTo>
                <a:close/>
              </a:path>
            </a:pathLst>
          </a:custGeom>
          <a:solidFill>
            <a:srgbClr val="FFFFFF">
              <a:alpha val="45000"/>
            </a:srgbClr>
          </a:solidFill>
          <a:ln>
            <a:noFill/>
          </a:ln>
        </p:spPr>
      </p:sp>
      <p:sp>
        <p:nvSpPr>
          <p:cNvPr id="250" name="!!path-7i5"/>
          <p:cNvSpPr/>
          <p:nvPr/>
        </p:nvSpPr>
        <p:spPr>
          <a:xfrm>
            <a:off x="9567329" y="1109129"/>
            <a:ext cx="105791" cy="105791"/>
          </a:xfrm>
          <a:custGeom>
            <a:avLst/>
            <a:gdLst/>
            <a:ahLst/>
            <a:cxnLst/>
            <a:rect l="l" t="t" r="r" b="b"/>
            <a:pathLst>
              <a:path w="105791" h="105791">
                <a:moveTo>
                  <a:pt x="39672" y="23803"/>
                </a:moveTo>
                <a:lnTo>
                  <a:pt x="39672" y="39672"/>
                </a:lnTo>
                <a:lnTo>
                  <a:pt x="23803" y="39672"/>
                </a:lnTo>
                <a:lnTo>
                  <a:pt x="23803" y="23803"/>
                </a:lnTo>
                <a:lnTo>
                  <a:pt x="39672" y="23803"/>
                </a:lnTo>
                <a:moveTo>
                  <a:pt x="47606" y="15869"/>
                </a:moveTo>
                <a:lnTo>
                  <a:pt x="15869" y="15869"/>
                </a:lnTo>
                <a:lnTo>
                  <a:pt x="15869" y="47606"/>
                </a:lnTo>
                <a:lnTo>
                  <a:pt x="47606" y="47606"/>
                </a:lnTo>
                <a:lnTo>
                  <a:pt x="47606" y="15869"/>
                </a:lnTo>
                <a:close/>
                <a:moveTo>
                  <a:pt x="39672" y="66119"/>
                </a:moveTo>
                <a:lnTo>
                  <a:pt x="39672" y="81988"/>
                </a:lnTo>
                <a:lnTo>
                  <a:pt x="23803" y="81988"/>
                </a:lnTo>
                <a:lnTo>
                  <a:pt x="23803" y="66119"/>
                </a:lnTo>
                <a:lnTo>
                  <a:pt x="39672" y="66119"/>
                </a:lnTo>
                <a:moveTo>
                  <a:pt x="47606" y="58185"/>
                </a:moveTo>
                <a:lnTo>
                  <a:pt x="15869" y="58185"/>
                </a:lnTo>
                <a:lnTo>
                  <a:pt x="15869" y="89922"/>
                </a:lnTo>
                <a:lnTo>
                  <a:pt x="47606" y="89922"/>
                </a:lnTo>
                <a:lnTo>
                  <a:pt x="47606" y="58185"/>
                </a:lnTo>
                <a:close/>
                <a:moveTo>
                  <a:pt x="81988" y="23803"/>
                </a:moveTo>
                <a:lnTo>
                  <a:pt x="81988" y="39672"/>
                </a:lnTo>
                <a:lnTo>
                  <a:pt x="66119" y="39672"/>
                </a:lnTo>
                <a:lnTo>
                  <a:pt x="66119" y="23803"/>
                </a:lnTo>
                <a:lnTo>
                  <a:pt x="81988" y="23803"/>
                </a:lnTo>
                <a:moveTo>
                  <a:pt x="89922" y="15869"/>
                </a:moveTo>
                <a:lnTo>
                  <a:pt x="58185" y="15869"/>
                </a:lnTo>
                <a:lnTo>
                  <a:pt x="58185" y="47606"/>
                </a:lnTo>
                <a:lnTo>
                  <a:pt x="89922" y="47606"/>
                </a:lnTo>
                <a:lnTo>
                  <a:pt x="89922" y="15869"/>
                </a:lnTo>
                <a:close/>
                <a:moveTo>
                  <a:pt x="58185" y="58185"/>
                </a:moveTo>
                <a:lnTo>
                  <a:pt x="66119" y="58185"/>
                </a:lnTo>
                <a:lnTo>
                  <a:pt x="66119" y="66119"/>
                </a:lnTo>
                <a:lnTo>
                  <a:pt x="58185" y="66119"/>
                </a:lnTo>
                <a:lnTo>
                  <a:pt x="58185" y="58185"/>
                </a:lnTo>
                <a:close/>
                <a:moveTo>
                  <a:pt x="66119" y="66119"/>
                </a:moveTo>
                <a:lnTo>
                  <a:pt x="74054" y="66119"/>
                </a:lnTo>
                <a:lnTo>
                  <a:pt x="74054" y="74054"/>
                </a:lnTo>
                <a:lnTo>
                  <a:pt x="66119" y="74054"/>
                </a:lnTo>
                <a:lnTo>
                  <a:pt x="66119" y="66119"/>
                </a:lnTo>
                <a:close/>
                <a:moveTo>
                  <a:pt x="74054" y="58185"/>
                </a:moveTo>
                <a:lnTo>
                  <a:pt x="81988" y="58185"/>
                </a:lnTo>
                <a:lnTo>
                  <a:pt x="81988" y="66119"/>
                </a:lnTo>
                <a:lnTo>
                  <a:pt x="74054" y="66119"/>
                </a:lnTo>
                <a:lnTo>
                  <a:pt x="74054" y="58185"/>
                </a:lnTo>
                <a:close/>
                <a:moveTo>
                  <a:pt x="58185" y="74054"/>
                </a:moveTo>
                <a:lnTo>
                  <a:pt x="66119" y="74054"/>
                </a:lnTo>
                <a:lnTo>
                  <a:pt x="66119" y="81988"/>
                </a:lnTo>
                <a:lnTo>
                  <a:pt x="58185" y="81988"/>
                </a:lnTo>
                <a:lnTo>
                  <a:pt x="58185" y="74054"/>
                </a:lnTo>
                <a:close/>
                <a:moveTo>
                  <a:pt x="66119" y="81988"/>
                </a:moveTo>
                <a:lnTo>
                  <a:pt x="74054" y="81988"/>
                </a:lnTo>
                <a:lnTo>
                  <a:pt x="74054" y="89922"/>
                </a:lnTo>
                <a:lnTo>
                  <a:pt x="66119" y="89922"/>
                </a:lnTo>
                <a:lnTo>
                  <a:pt x="66119" y="81988"/>
                </a:lnTo>
                <a:close/>
                <a:moveTo>
                  <a:pt x="74054" y="74054"/>
                </a:moveTo>
                <a:lnTo>
                  <a:pt x="81988" y="74054"/>
                </a:lnTo>
                <a:lnTo>
                  <a:pt x="81988" y="81988"/>
                </a:lnTo>
                <a:lnTo>
                  <a:pt x="74054" y="81988"/>
                </a:lnTo>
                <a:lnTo>
                  <a:pt x="74054" y="74054"/>
                </a:lnTo>
                <a:close/>
                <a:moveTo>
                  <a:pt x="81988" y="66119"/>
                </a:moveTo>
                <a:lnTo>
                  <a:pt x="89922" y="66119"/>
                </a:lnTo>
                <a:lnTo>
                  <a:pt x="89922" y="74054"/>
                </a:lnTo>
                <a:lnTo>
                  <a:pt x="81988" y="74054"/>
                </a:lnTo>
                <a:lnTo>
                  <a:pt x="81988" y="66119"/>
                </a:lnTo>
                <a:close/>
                <a:moveTo>
                  <a:pt x="81988" y="81988"/>
                </a:moveTo>
                <a:lnTo>
                  <a:pt x="89922" y="81988"/>
                </a:lnTo>
                <a:lnTo>
                  <a:pt x="89922" y="89922"/>
                </a:lnTo>
                <a:lnTo>
                  <a:pt x="81988" y="89922"/>
                </a:lnTo>
                <a:lnTo>
                  <a:pt x="81988" y="81988"/>
                </a:lnTo>
                <a:close/>
                <a:moveTo>
                  <a:pt x="105791" y="26448"/>
                </a:moveTo>
                <a:lnTo>
                  <a:pt x="95212" y="26448"/>
                </a:lnTo>
                <a:lnTo>
                  <a:pt x="95212" y="10579"/>
                </a:lnTo>
                <a:lnTo>
                  <a:pt x="79343" y="10579"/>
                </a:lnTo>
                <a:lnTo>
                  <a:pt x="79343" y="0"/>
                </a:lnTo>
                <a:lnTo>
                  <a:pt x="105791" y="0"/>
                </a:lnTo>
                <a:lnTo>
                  <a:pt x="105791" y="26448"/>
                </a:lnTo>
                <a:close/>
                <a:moveTo>
                  <a:pt x="105791" y="105791"/>
                </a:moveTo>
                <a:lnTo>
                  <a:pt x="105791" y="79343"/>
                </a:lnTo>
                <a:lnTo>
                  <a:pt x="95212" y="79343"/>
                </a:lnTo>
                <a:lnTo>
                  <a:pt x="95212" y="95212"/>
                </a:lnTo>
                <a:lnTo>
                  <a:pt x="79343" y="95212"/>
                </a:lnTo>
                <a:lnTo>
                  <a:pt x="79343" y="105791"/>
                </a:lnTo>
                <a:lnTo>
                  <a:pt x="105791" y="105791"/>
                </a:lnTo>
                <a:close/>
                <a:moveTo>
                  <a:pt x="0" y="105791"/>
                </a:moveTo>
                <a:lnTo>
                  <a:pt x="26448" y="105791"/>
                </a:lnTo>
                <a:lnTo>
                  <a:pt x="26448" y="95212"/>
                </a:lnTo>
                <a:lnTo>
                  <a:pt x="10579" y="95212"/>
                </a:lnTo>
                <a:lnTo>
                  <a:pt x="10579" y="79343"/>
                </a:lnTo>
                <a:lnTo>
                  <a:pt x="0" y="79343"/>
                </a:lnTo>
                <a:lnTo>
                  <a:pt x="0" y="105791"/>
                </a:lnTo>
                <a:close/>
                <a:moveTo>
                  <a:pt x="0" y="0"/>
                </a:moveTo>
                <a:lnTo>
                  <a:pt x="0" y="26448"/>
                </a:lnTo>
                <a:lnTo>
                  <a:pt x="10579" y="26448"/>
                </a:lnTo>
                <a:lnTo>
                  <a:pt x="10579" y="10579"/>
                </a:lnTo>
                <a:lnTo>
                  <a:pt x="26448" y="10579"/>
                </a:lnTo>
                <a:lnTo>
                  <a:pt x="26448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51" name="!!text-7i6" descr="確認書櫃作業"/>
          <p:cNvSpPr txBox="1"/>
          <p:nvPr/>
        </p:nvSpPr>
        <p:spPr>
          <a:xfrm>
            <a:off x="9734550" y="1070737"/>
            <a:ext cx="720090" cy="16550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1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確認書櫃作業</a:t>
            </a:r>
            <a:endParaRPr lang="zh-TW" sz="900"/>
          </a:p>
        </p:txBody>
      </p:sp>
      <p:sp>
        <p:nvSpPr>
          <p:cNvPr id="252" name="!!rect-7id"/>
          <p:cNvSpPr/>
          <p:nvPr/>
        </p:nvSpPr>
        <p:spPr>
          <a:xfrm>
            <a:off x="9531350" y="6076950"/>
            <a:ext cx="914400" cy="31750"/>
          </a:xfrm>
          <a:prstGeom prst="roundRect">
            <a:avLst>
              <a:gd name="adj" fmla="val 50000"/>
            </a:avLst>
          </a:prstGeom>
          <a:solidFill>
            <a:srgbClr val="000000">
              <a:alpha val="90000"/>
            </a:srgbClr>
          </a:solidFill>
          <a:ln>
            <a:noFill/>
          </a:ln>
        </p:spPr>
      </p:sp>
      <p:sp>
        <p:nvSpPr>
          <p:cNvPr id="253" name="!!rect-7ie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10000"/>
                </a:srgbClr>
              </a:gs>
              <a:gs pos="30762">
                <a:srgbClr val="FFFFFF">
                  <a:alpha val="2000"/>
                </a:srgbClr>
              </a:gs>
              <a:gs pos="31723">
                <a:srgbClr val="FFFFFF">
                  <a:alpha val="0"/>
                </a:srgbClr>
              </a:gs>
              <a:gs pos="9613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4329186" scaled="0"/>
          </a:gradFill>
          <a:ln>
            <a:noFill/>
          </a:ln>
        </p:spPr>
      </p:sp>
      <p:sp>
        <p:nvSpPr>
          <p:cNvPr id="254" name="!!rect-7ih"/>
          <p:cNvSpPr/>
          <p:nvPr/>
        </p:nvSpPr>
        <p:spPr>
          <a:xfrm>
            <a:off x="9728200" y="679450"/>
            <a:ext cx="520700" cy="23495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</p:spPr>
      </p:sp>
      <p:sp>
        <p:nvSpPr>
          <p:cNvPr id="255" name="!!circle-7ii"/>
          <p:cNvSpPr/>
          <p:nvPr/>
        </p:nvSpPr>
        <p:spPr>
          <a:xfrm>
            <a:off x="10088880" y="757555"/>
            <a:ext cx="78740" cy="78740"/>
          </a:xfrm>
          <a:prstGeom prst="ellipse">
            <a:avLst/>
          </a:prstGeom>
          <a:solidFill>
            <a:srgbClr val="0A0F16"/>
          </a:solidFill>
          <a:ln>
            <a:noFill/>
          </a:ln>
        </p:spPr>
      </p:sp>
      <p:sp>
        <p:nvSpPr>
          <p:cNvPr id="256" name="!!circle-7ij"/>
          <p:cNvSpPr/>
          <p:nvPr/>
        </p:nvSpPr>
        <p:spPr>
          <a:xfrm>
            <a:off x="10107930" y="776605"/>
            <a:ext cx="40640" cy="40640"/>
          </a:xfrm>
          <a:prstGeom prst="ellipse">
            <a:avLst/>
          </a:prstGeom>
          <a:solidFill>
            <a:srgbClr val="111B28"/>
          </a:solidFill>
          <a:ln>
            <a:noFill/>
          </a:ln>
        </p:spPr>
      </p:sp>
      <p:sp>
        <p:nvSpPr>
          <p:cNvPr id="257" name="!!circle-7ik"/>
          <p:cNvSpPr/>
          <p:nvPr/>
        </p:nvSpPr>
        <p:spPr>
          <a:xfrm>
            <a:off x="10130155" y="781685"/>
            <a:ext cx="13970" cy="13970"/>
          </a:xfrm>
          <a:prstGeom prst="ellipse">
            <a:avLst/>
          </a:prstGeom>
          <a:solidFill>
            <a:srgbClr val="3A5070">
              <a:alpha val="80000"/>
            </a:srgbClr>
          </a:solidFill>
          <a:ln>
            <a:noFill/>
          </a:ln>
        </p:spPr>
      </p:sp>
      <p:sp>
        <p:nvSpPr>
          <p:cNvPr id="258" name="!!path-9ic"/>
          <p:cNvSpPr/>
          <p:nvPr/>
        </p:nvSpPr>
        <p:spPr>
          <a:xfrm>
            <a:off x="381000" y="306527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259" name="!!path-9id"/>
          <p:cNvSpPr/>
          <p:nvPr/>
        </p:nvSpPr>
        <p:spPr>
          <a:xfrm>
            <a:off x="381000" y="308153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260" name="!!path-9ie"/>
          <p:cNvSpPr/>
          <p:nvPr/>
        </p:nvSpPr>
        <p:spPr>
          <a:xfrm>
            <a:off x="381000" y="309778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261" name="!!path-9if"/>
          <p:cNvSpPr/>
          <p:nvPr/>
        </p:nvSpPr>
        <p:spPr>
          <a:xfrm>
            <a:off x="381000" y="311404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262" name="!!path-9ig"/>
          <p:cNvSpPr/>
          <p:nvPr/>
        </p:nvSpPr>
        <p:spPr>
          <a:xfrm>
            <a:off x="381000" y="313030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263" name="!!path-9ih"/>
          <p:cNvSpPr/>
          <p:nvPr/>
        </p:nvSpPr>
        <p:spPr>
          <a:xfrm>
            <a:off x="381000" y="314655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264" name="!!path-9ii"/>
          <p:cNvSpPr/>
          <p:nvPr/>
        </p:nvSpPr>
        <p:spPr>
          <a:xfrm>
            <a:off x="381000" y="316281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265" name="!!path-9ij"/>
          <p:cNvSpPr/>
          <p:nvPr/>
        </p:nvSpPr>
        <p:spPr>
          <a:xfrm>
            <a:off x="381000" y="317906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266" name="!!path-9ik"/>
          <p:cNvSpPr/>
          <p:nvPr/>
        </p:nvSpPr>
        <p:spPr>
          <a:xfrm>
            <a:off x="419608" y="269342"/>
            <a:ext cx="128422" cy="122936"/>
          </a:xfrm>
          <a:custGeom>
            <a:avLst/>
            <a:gdLst/>
            <a:ahLst/>
            <a:cxnLst/>
            <a:rect l="l" t="t" r="r" b="b"/>
            <a:pathLst>
              <a:path w="128422" h="122936">
                <a:moveTo>
                  <a:pt x="0" y="17678"/>
                </a:moveTo>
                <a:lnTo>
                  <a:pt x="8128" y="5080"/>
                </a:lnTo>
                <a:cubicBezTo>
                  <a:pt x="32512" y="0"/>
                  <a:pt x="73152" y="7112"/>
                  <a:pt x="101600" y="26416"/>
                </a:cubicBezTo>
                <a:cubicBezTo>
                  <a:pt x="116840" y="37186"/>
                  <a:pt x="124968" y="49784"/>
                  <a:pt x="128422" y="62992"/>
                </a:cubicBezTo>
                <a:lnTo>
                  <a:pt x="128422" y="122936"/>
                </a:lnTo>
                <a:lnTo>
                  <a:pt x="0" y="1229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267" name="!!path-9il"/>
          <p:cNvSpPr/>
          <p:nvPr/>
        </p:nvSpPr>
        <p:spPr>
          <a:xfrm>
            <a:off x="419608" y="269342"/>
            <a:ext cx="128422" cy="62992"/>
          </a:xfrm>
          <a:custGeom>
            <a:avLst/>
            <a:gdLst/>
            <a:ahLst/>
            <a:cxnLst/>
            <a:rect l="l" t="t" r="r" b="b"/>
            <a:pathLst>
              <a:path w="128422" h="62992" fill="none">
                <a:moveTo>
                  <a:pt x="128422" y="62992"/>
                </a:moveTo>
                <a:cubicBezTo>
                  <a:pt x="124968" y="49784"/>
                  <a:pt x="116840" y="37186"/>
                  <a:pt x="101600" y="26416"/>
                </a:cubicBezTo>
                <a:cubicBezTo>
                  <a:pt x="73152" y="7112"/>
                  <a:pt x="32512" y="0"/>
                  <a:pt x="8128" y="5080"/>
                </a:cubicBezTo>
                <a:lnTo>
                  <a:pt x="0" y="1767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268" name="!!path-9im"/>
          <p:cNvSpPr/>
          <p:nvPr/>
        </p:nvSpPr>
        <p:spPr>
          <a:xfrm>
            <a:off x="407010" y="281534"/>
            <a:ext cx="141021" cy="110744"/>
          </a:xfrm>
          <a:custGeom>
            <a:avLst/>
            <a:gdLst/>
            <a:ahLst/>
            <a:cxnLst/>
            <a:rect l="l" t="t" r="r" b="b"/>
            <a:pathLst>
              <a:path w="141021" h="110744">
                <a:moveTo>
                  <a:pt x="0" y="22352"/>
                </a:moveTo>
                <a:lnTo>
                  <a:pt x="6502" y="6502"/>
                </a:lnTo>
                <a:cubicBezTo>
                  <a:pt x="36982" y="0"/>
                  <a:pt x="79654" y="7112"/>
                  <a:pt x="110134" y="25400"/>
                </a:cubicBezTo>
                <a:cubicBezTo>
                  <a:pt x="126390" y="35154"/>
                  <a:pt x="136550" y="49784"/>
                  <a:pt x="141021" y="62992"/>
                </a:cubicBezTo>
                <a:lnTo>
                  <a:pt x="141021" y="110744"/>
                </a:lnTo>
                <a:lnTo>
                  <a:pt x="0" y="110744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269" name="!!path-9in"/>
          <p:cNvSpPr/>
          <p:nvPr/>
        </p:nvSpPr>
        <p:spPr>
          <a:xfrm>
            <a:off x="407010" y="281534"/>
            <a:ext cx="141021" cy="62992"/>
          </a:xfrm>
          <a:custGeom>
            <a:avLst/>
            <a:gdLst/>
            <a:ahLst/>
            <a:cxnLst/>
            <a:rect l="l" t="t" r="r" b="b"/>
            <a:pathLst>
              <a:path w="141021" h="62992" fill="none">
                <a:moveTo>
                  <a:pt x="141021" y="62992"/>
                </a:moveTo>
                <a:cubicBezTo>
                  <a:pt x="136550" y="49784"/>
                  <a:pt x="126390" y="35154"/>
                  <a:pt x="110134" y="25400"/>
                </a:cubicBezTo>
                <a:cubicBezTo>
                  <a:pt x="79654" y="7112"/>
                  <a:pt x="36982" y="0"/>
                  <a:pt x="6502" y="6502"/>
                </a:cubicBezTo>
                <a:lnTo>
                  <a:pt x="0" y="22352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270" name="!!path-9io"/>
          <p:cNvSpPr/>
          <p:nvPr/>
        </p:nvSpPr>
        <p:spPr>
          <a:xfrm>
            <a:off x="395834" y="294742"/>
            <a:ext cx="151790" cy="97536"/>
          </a:xfrm>
          <a:custGeom>
            <a:avLst/>
            <a:gdLst/>
            <a:ahLst/>
            <a:cxnLst/>
            <a:rect l="l" t="t" r="r" b="b"/>
            <a:pathLst>
              <a:path w="151790" h="97536">
                <a:moveTo>
                  <a:pt x="0" y="23165"/>
                </a:moveTo>
                <a:lnTo>
                  <a:pt x="3861" y="12598"/>
                </a:lnTo>
                <a:cubicBezTo>
                  <a:pt x="37998" y="0"/>
                  <a:pt x="84734" y="5080"/>
                  <a:pt x="117246" y="21946"/>
                </a:cubicBezTo>
                <a:cubicBezTo>
                  <a:pt x="135534" y="31496"/>
                  <a:pt x="146710" y="43688"/>
                  <a:pt x="151790" y="55270"/>
                </a:cubicBezTo>
                <a:lnTo>
                  <a:pt x="151790" y="97536"/>
                </a:lnTo>
                <a:lnTo>
                  <a:pt x="0" y="975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271" name="!!path-9ip"/>
          <p:cNvSpPr/>
          <p:nvPr/>
        </p:nvSpPr>
        <p:spPr>
          <a:xfrm>
            <a:off x="395834" y="294742"/>
            <a:ext cx="151790" cy="55270"/>
          </a:xfrm>
          <a:custGeom>
            <a:avLst/>
            <a:gdLst/>
            <a:ahLst/>
            <a:cxnLst/>
            <a:rect l="l" t="t" r="r" b="b"/>
            <a:pathLst>
              <a:path w="151790" h="55270" fill="none">
                <a:moveTo>
                  <a:pt x="151790" y="55270"/>
                </a:moveTo>
                <a:cubicBezTo>
                  <a:pt x="146710" y="43688"/>
                  <a:pt x="135534" y="31496"/>
                  <a:pt x="117246" y="21946"/>
                </a:cubicBezTo>
                <a:cubicBezTo>
                  <a:pt x="84734" y="5080"/>
                  <a:pt x="37998" y="0"/>
                  <a:pt x="3861" y="12598"/>
                </a:cubicBezTo>
                <a:lnTo>
                  <a:pt x="0" y="23165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272" name="!!path-9iq"/>
          <p:cNvSpPr/>
          <p:nvPr/>
        </p:nvSpPr>
        <p:spPr>
          <a:xfrm>
            <a:off x="548234" y="264262"/>
            <a:ext cx="120294" cy="128016"/>
          </a:xfrm>
          <a:custGeom>
            <a:avLst/>
            <a:gdLst/>
            <a:ahLst/>
            <a:cxnLst/>
            <a:rect l="l" t="t" r="r" b="b"/>
            <a:pathLst>
              <a:path w="120294" h="128016">
                <a:moveTo>
                  <a:pt x="120294" y="18288"/>
                </a:moveTo>
                <a:lnTo>
                  <a:pt x="113589" y="4470"/>
                </a:lnTo>
                <a:cubicBezTo>
                  <a:pt x="86766" y="0"/>
                  <a:pt x="44094" y="10160"/>
                  <a:pt x="17678" y="30480"/>
                </a:cubicBezTo>
                <a:cubicBezTo>
                  <a:pt x="6502" y="39624"/>
                  <a:pt x="1422" y="52832"/>
                  <a:pt x="0" y="67056"/>
                </a:cubicBezTo>
                <a:lnTo>
                  <a:pt x="0" y="128016"/>
                </a:lnTo>
                <a:lnTo>
                  <a:pt x="120294" y="12801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273" name="!!path-9ir"/>
          <p:cNvSpPr/>
          <p:nvPr/>
        </p:nvSpPr>
        <p:spPr>
          <a:xfrm>
            <a:off x="548234" y="264262"/>
            <a:ext cx="120294" cy="67056"/>
          </a:xfrm>
          <a:custGeom>
            <a:avLst/>
            <a:gdLst/>
            <a:ahLst/>
            <a:cxnLst/>
            <a:rect l="l" t="t" r="r" b="b"/>
            <a:pathLst>
              <a:path w="120294" h="67056" fill="none">
                <a:moveTo>
                  <a:pt x="0" y="67056"/>
                </a:moveTo>
                <a:cubicBezTo>
                  <a:pt x="1422" y="52832"/>
                  <a:pt x="6502" y="39624"/>
                  <a:pt x="17678" y="30480"/>
                </a:cubicBezTo>
                <a:cubicBezTo>
                  <a:pt x="44094" y="10160"/>
                  <a:pt x="86766" y="0"/>
                  <a:pt x="113589" y="4470"/>
                </a:cubicBezTo>
                <a:lnTo>
                  <a:pt x="120294" y="1828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274" name="!!path-9is"/>
          <p:cNvSpPr/>
          <p:nvPr/>
        </p:nvSpPr>
        <p:spPr>
          <a:xfrm>
            <a:off x="548437" y="279502"/>
            <a:ext cx="133299" cy="112776"/>
          </a:xfrm>
          <a:custGeom>
            <a:avLst/>
            <a:gdLst/>
            <a:ahLst/>
            <a:cxnLst/>
            <a:rect l="l" t="t" r="r" b="b"/>
            <a:pathLst>
              <a:path w="133299" h="112776">
                <a:moveTo>
                  <a:pt x="133299" y="19710"/>
                </a:moveTo>
                <a:lnTo>
                  <a:pt x="127203" y="3048"/>
                </a:lnTo>
                <a:cubicBezTo>
                  <a:pt x="94691" y="0"/>
                  <a:pt x="54051" y="11176"/>
                  <a:pt x="27635" y="30683"/>
                </a:cubicBezTo>
                <a:cubicBezTo>
                  <a:pt x="13411" y="41250"/>
                  <a:pt x="4267" y="53848"/>
                  <a:pt x="0" y="65024"/>
                </a:cubicBezTo>
                <a:lnTo>
                  <a:pt x="0" y="112776"/>
                </a:lnTo>
                <a:lnTo>
                  <a:pt x="133299" y="11277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275" name="!!path-9it"/>
          <p:cNvSpPr/>
          <p:nvPr/>
        </p:nvSpPr>
        <p:spPr>
          <a:xfrm>
            <a:off x="548437" y="279502"/>
            <a:ext cx="133299" cy="65024"/>
          </a:xfrm>
          <a:custGeom>
            <a:avLst/>
            <a:gdLst/>
            <a:ahLst/>
            <a:cxnLst/>
            <a:rect l="l" t="t" r="r" b="b"/>
            <a:pathLst>
              <a:path w="133299" h="65024" fill="none">
                <a:moveTo>
                  <a:pt x="0" y="65024"/>
                </a:moveTo>
                <a:cubicBezTo>
                  <a:pt x="4267" y="53848"/>
                  <a:pt x="13411" y="41250"/>
                  <a:pt x="27635" y="30683"/>
                </a:cubicBezTo>
                <a:cubicBezTo>
                  <a:pt x="54051" y="11176"/>
                  <a:pt x="94691" y="0"/>
                  <a:pt x="127203" y="3048"/>
                </a:cubicBezTo>
                <a:lnTo>
                  <a:pt x="133299" y="19710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276" name="!!path-9iu"/>
          <p:cNvSpPr/>
          <p:nvPr/>
        </p:nvSpPr>
        <p:spPr>
          <a:xfrm>
            <a:off x="548843" y="293726"/>
            <a:ext cx="142646" cy="98552"/>
          </a:xfrm>
          <a:custGeom>
            <a:avLst/>
            <a:gdLst/>
            <a:ahLst/>
            <a:cxnLst/>
            <a:rect l="l" t="t" r="r" b="b"/>
            <a:pathLst>
              <a:path w="142646" h="98552">
                <a:moveTo>
                  <a:pt x="142646" y="18898"/>
                </a:moveTo>
                <a:lnTo>
                  <a:pt x="139802" y="8738"/>
                </a:lnTo>
                <a:cubicBezTo>
                  <a:pt x="106477" y="0"/>
                  <a:pt x="63805" y="5080"/>
                  <a:pt x="35357" y="19304"/>
                </a:cubicBezTo>
                <a:cubicBezTo>
                  <a:pt x="17069" y="28448"/>
                  <a:pt x="5893" y="42672"/>
                  <a:pt x="0" y="56286"/>
                </a:cubicBezTo>
                <a:lnTo>
                  <a:pt x="0" y="98552"/>
                </a:lnTo>
                <a:lnTo>
                  <a:pt x="142646" y="98552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277" name="!!path-9iv"/>
          <p:cNvSpPr/>
          <p:nvPr/>
        </p:nvSpPr>
        <p:spPr>
          <a:xfrm>
            <a:off x="548843" y="293726"/>
            <a:ext cx="142646" cy="56286"/>
          </a:xfrm>
          <a:custGeom>
            <a:avLst/>
            <a:gdLst/>
            <a:ahLst/>
            <a:cxnLst/>
            <a:rect l="l" t="t" r="r" b="b"/>
            <a:pathLst>
              <a:path w="142646" h="56286" fill="none">
                <a:moveTo>
                  <a:pt x="0" y="56286"/>
                </a:moveTo>
                <a:cubicBezTo>
                  <a:pt x="5893" y="42672"/>
                  <a:pt x="17069" y="28448"/>
                  <a:pt x="35357" y="19304"/>
                </a:cubicBezTo>
                <a:cubicBezTo>
                  <a:pt x="63805" y="5080"/>
                  <a:pt x="106477" y="0"/>
                  <a:pt x="139802" y="8738"/>
                </a:cubicBezTo>
                <a:lnTo>
                  <a:pt x="142646" y="1889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278" name="!!path-9iw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627D8D"/>
              </a:gs>
              <a:gs pos="21794">
                <a:srgbClr val="627D8D"/>
              </a:gs>
              <a:gs pos="55376">
                <a:srgbClr val="627D8D"/>
              </a:gs>
              <a:gs pos="96421">
                <a:srgbClr val="98ABB7"/>
              </a:gs>
              <a:gs pos="100000">
                <a:srgbClr val="98ABB7"/>
              </a:gs>
            </a:gsLst>
            <a:lin ang="1983350" scaled="0"/>
          </a:gradFill>
          <a:ln>
            <a:noFill/>
          </a:ln>
        </p:spPr>
      </p:sp>
      <p:sp>
        <p:nvSpPr>
          <p:cNvPr id="279" name="!!path-9ix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0000"/>
                </a:srgbClr>
              </a:gs>
              <a:gs pos="4764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83333" t="79291" r="16667" b="20709"/>
            </a:path>
          </a:gradFill>
          <a:ln>
            <a:noFill/>
          </a:ln>
        </p:spPr>
      </p:sp>
      <p:sp>
        <p:nvSpPr>
          <p:cNvPr id="280" name="!!line-9iy"/>
          <p:cNvSpPr/>
          <p:nvPr/>
        </p:nvSpPr>
        <p:spPr>
          <a:xfrm>
            <a:off x="549046" y="363017"/>
            <a:ext cx="1" cy="153619"/>
          </a:xfrm>
          <a:custGeom>
            <a:avLst/>
            <a:gdLst/>
            <a:ahLst/>
            <a:cxnLst/>
            <a:rect l="l" t="t" r="r" b="b"/>
            <a:pathLst>
              <a:path w="1" h="153619">
                <a:moveTo>
                  <a:pt x="0" y="0"/>
                </a:moveTo>
                <a:lnTo>
                  <a:pt x="0" y="153619"/>
                </a:lnTo>
              </a:path>
            </a:pathLst>
          </a:custGeom>
          <a:solidFill>
            <a:srgbClr val="000000"/>
          </a:solidFill>
          <a:ln w="6909" cap="rnd">
            <a:solidFill>
              <a:srgbClr val="C9D3D9"/>
            </a:solidFill>
            <a:prstDash val="solid"/>
            <a:miter lim="800000"/>
          </a:ln>
        </p:spPr>
      </p:sp>
      <p:sp>
        <p:nvSpPr>
          <p:cNvPr id="281" name="!!path-9iz"/>
          <p:cNvSpPr/>
          <p:nvPr/>
        </p:nvSpPr>
        <p:spPr>
          <a:xfrm>
            <a:off x="657962" y="442062"/>
            <a:ext cx="25400" cy="37998"/>
          </a:xfrm>
          <a:custGeom>
            <a:avLst/>
            <a:gdLst/>
            <a:ahLst/>
            <a:cxnLst/>
            <a:rect l="l" t="t" r="r" b="b"/>
            <a:pathLst>
              <a:path w="25400" h="37998">
                <a:moveTo>
                  <a:pt x="0" y="2642"/>
                </a:moveTo>
                <a:lnTo>
                  <a:pt x="15240" y="0"/>
                </a:lnTo>
                <a:lnTo>
                  <a:pt x="25400" y="37186"/>
                </a:lnTo>
                <a:lnTo>
                  <a:pt x="7518" y="37998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 w="1016" cap="flat">
            <a:solidFill>
              <a:srgbClr val="FFFFFF">
                <a:alpha val="55000"/>
              </a:srgbClr>
            </a:solidFill>
            <a:prstDash val="solid"/>
            <a:round/>
          </a:ln>
        </p:spPr>
      </p:sp>
      <p:sp>
        <p:nvSpPr>
          <p:cNvPr id="282" name="!!text-9j0" descr="救「舊」我的書"/>
          <p:cNvSpPr txBox="1"/>
          <p:nvPr/>
        </p:nvSpPr>
        <p:spPr>
          <a:xfrm>
            <a:off x="805879" y="251460"/>
            <a:ext cx="1120140" cy="25745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400" b="1" kern="0" spc="-70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救</a:t>
            </a:r>
            <a:r>
              <a:rPr lang="zh-TW" altLang="en-US" sz="14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「舊</a:t>
            </a:r>
            <a:r>
              <a:rPr lang="zh-TW" altLang="en-US" sz="1400" b="1" kern="0" spc="-70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」</a:t>
            </a:r>
            <a:r>
              <a:rPr lang="zh-TW" altLang="en-US" sz="14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我的書</a:t>
            </a:r>
            <a:endParaRPr lang="zh-TW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fast" p14:dur="3200" advTm="500">
        <p159:morph option="byObject"/>
      </p:transition>
    </mc:Choice>
    <mc:Fallback>
      <p:transition spd="fast" advTm="500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55.9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rect-1q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7"/>
          </a:solidFill>
          <a:ln>
            <a:noFill/>
          </a:ln>
        </p:spPr>
      </p:sp>
      <p:sp>
        <p:nvSpPr>
          <p:cNvPr id="3" name="!!ellipse-1q2"/>
          <p:cNvSpPr/>
          <p:nvPr/>
        </p:nvSpPr>
        <p:spPr>
          <a:xfrm>
            <a:off x="-889000" y="-952500"/>
            <a:ext cx="13970000" cy="7874000"/>
          </a:xfrm>
          <a:prstGeom prst="ellipse">
            <a:avLst/>
          </a:prstGeom>
          <a:gradFill rotWithShape="1">
            <a:gsLst>
              <a:gs pos="0">
                <a:srgbClr val="FFFFFF">
                  <a:alpha val="95000"/>
                </a:srgbClr>
              </a:gs>
              <a:gs pos="40865">
                <a:srgbClr val="FFFFFF">
                  <a:alpha val="35000"/>
                </a:srgbClr>
              </a:gs>
              <a:gs pos="68108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!!rect-1q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P1"/>
            <a:srcRect/>
            <a:tile tx="116886" ty="126987" sx="16667" sy="16667" flip="none" algn="tl"/>
          </a:blipFill>
          <a:ln>
            <a:noFill/>
          </a:ln>
        </p:spPr>
      </p:sp>
      <p:sp>
        <p:nvSpPr>
          <p:cNvPr id="5" name="!!circle-1qv"/>
          <p:cNvSpPr/>
          <p:nvPr/>
        </p:nvSpPr>
        <p:spPr>
          <a:xfrm>
            <a:off x="8341759" y="3684181"/>
            <a:ext cx="1551610" cy="1551610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" name="!!circle-1qy"/>
          <p:cNvSpPr/>
          <p:nvPr/>
        </p:nvSpPr>
        <p:spPr>
          <a:xfrm>
            <a:off x="11886602" y="-1602613"/>
            <a:ext cx="2674569" cy="2674569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7" name="!!circle-1r1"/>
          <p:cNvSpPr/>
          <p:nvPr/>
        </p:nvSpPr>
        <p:spPr>
          <a:xfrm>
            <a:off x="9111055" y="2932773"/>
            <a:ext cx="905370" cy="905370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8" name="!!circle-1ro"/>
          <p:cNvSpPr/>
          <p:nvPr/>
        </p:nvSpPr>
        <p:spPr>
          <a:xfrm>
            <a:off x="420350" y="4740522"/>
            <a:ext cx="1641335" cy="1641335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9" name="!!circle-1rs"/>
          <p:cNvSpPr/>
          <p:nvPr/>
        </p:nvSpPr>
        <p:spPr>
          <a:xfrm>
            <a:off x="10572959" y="4565764"/>
            <a:ext cx="1598701" cy="1598701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0" name="!!rect-1sh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5F7">
                  <a:alpha val="0"/>
                </a:srgbClr>
              </a:gs>
              <a:gs pos="20428">
                <a:srgbClr val="F3F5F7">
                  <a:alpha val="0"/>
                </a:srgbClr>
              </a:gs>
              <a:gs pos="66730">
                <a:srgbClr val="F3F5F7"/>
              </a:gs>
              <a:gs pos="100000">
                <a:srgbClr val="F3F5F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1" name="!!circle-1sj"/>
          <p:cNvSpPr/>
          <p:nvPr/>
        </p:nvSpPr>
        <p:spPr>
          <a:xfrm>
            <a:off x="109600" y="253603"/>
            <a:ext cx="50038" cy="50038"/>
          </a:xfrm>
          <a:prstGeom prst="ellipse">
            <a:avLst/>
          </a:prstGeom>
          <a:solidFill>
            <a:srgbClr val="627D8D">
              <a:alpha val="25400"/>
            </a:srgbClr>
          </a:solidFill>
          <a:ln>
            <a:noFill/>
          </a:ln>
        </p:spPr>
      </p:sp>
      <p:sp>
        <p:nvSpPr>
          <p:cNvPr id="12" name="!!circle-1sm"/>
          <p:cNvSpPr/>
          <p:nvPr/>
        </p:nvSpPr>
        <p:spPr>
          <a:xfrm>
            <a:off x="5636842" y="1526207"/>
            <a:ext cx="36055" cy="36055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13" name="!!circle-1sp"/>
          <p:cNvSpPr/>
          <p:nvPr/>
        </p:nvSpPr>
        <p:spPr>
          <a:xfrm>
            <a:off x="9306611" y="3435824"/>
            <a:ext cx="24295" cy="24295"/>
          </a:xfrm>
          <a:prstGeom prst="ellipse">
            <a:avLst/>
          </a:prstGeom>
          <a:solidFill>
            <a:srgbClr val="627D8D">
              <a:alpha val="18100"/>
            </a:srgbClr>
          </a:solidFill>
          <a:ln>
            <a:noFill/>
          </a:ln>
        </p:spPr>
      </p:sp>
      <p:sp>
        <p:nvSpPr>
          <p:cNvPr id="14" name="!!circle-1ss"/>
          <p:cNvSpPr/>
          <p:nvPr/>
        </p:nvSpPr>
        <p:spPr>
          <a:xfrm>
            <a:off x="3569385" y="6604076"/>
            <a:ext cx="25959" cy="25959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15" name="!!circle-1sv"/>
          <p:cNvSpPr/>
          <p:nvPr/>
        </p:nvSpPr>
        <p:spPr>
          <a:xfrm>
            <a:off x="1902819" y="1907602"/>
            <a:ext cx="35878" cy="35878"/>
          </a:xfrm>
          <a:prstGeom prst="ellipse">
            <a:avLst/>
          </a:prstGeom>
          <a:solidFill>
            <a:srgbClr val="627D8D">
              <a:alpha val="26800"/>
            </a:srgbClr>
          </a:solidFill>
          <a:ln>
            <a:noFill/>
          </a:ln>
        </p:spPr>
      </p:sp>
      <p:sp>
        <p:nvSpPr>
          <p:cNvPr id="16" name="!!circle-1sy"/>
          <p:cNvSpPr/>
          <p:nvPr/>
        </p:nvSpPr>
        <p:spPr>
          <a:xfrm>
            <a:off x="6766770" y="4079081"/>
            <a:ext cx="40234" cy="40234"/>
          </a:xfrm>
          <a:prstGeom prst="ellipse">
            <a:avLst/>
          </a:prstGeom>
          <a:solidFill>
            <a:srgbClr val="627D8D">
              <a:alpha val="31300"/>
            </a:srgbClr>
          </a:solidFill>
          <a:ln>
            <a:noFill/>
          </a:ln>
        </p:spPr>
      </p:sp>
      <p:sp>
        <p:nvSpPr>
          <p:cNvPr id="17" name="!!circle-1t1"/>
          <p:cNvSpPr/>
          <p:nvPr/>
        </p:nvSpPr>
        <p:spPr>
          <a:xfrm>
            <a:off x="10037611" y="132558"/>
            <a:ext cx="23559" cy="23559"/>
          </a:xfrm>
          <a:prstGeom prst="ellipse">
            <a:avLst/>
          </a:prstGeom>
          <a:solidFill>
            <a:srgbClr val="627D8D">
              <a:alpha val="17900"/>
            </a:srgbClr>
          </a:solidFill>
          <a:ln>
            <a:noFill/>
          </a:ln>
        </p:spPr>
      </p:sp>
      <p:sp>
        <p:nvSpPr>
          <p:cNvPr id="18" name="!!circle-1t4"/>
          <p:cNvSpPr/>
          <p:nvPr/>
        </p:nvSpPr>
        <p:spPr>
          <a:xfrm>
            <a:off x="1097395" y="5114816"/>
            <a:ext cx="29959" cy="29959"/>
          </a:xfrm>
          <a:prstGeom prst="ellipse">
            <a:avLst/>
          </a:prstGeom>
          <a:solidFill>
            <a:srgbClr val="627D8D">
              <a:alpha val="19400"/>
            </a:srgbClr>
          </a:solidFill>
          <a:ln>
            <a:noFill/>
          </a:ln>
        </p:spPr>
      </p:sp>
      <p:sp>
        <p:nvSpPr>
          <p:cNvPr id="19" name="!!circle-1t7"/>
          <p:cNvSpPr/>
          <p:nvPr/>
        </p:nvSpPr>
        <p:spPr>
          <a:xfrm>
            <a:off x="8528675" y="4625191"/>
            <a:ext cx="28702" cy="28702"/>
          </a:xfrm>
          <a:prstGeom prst="ellipse">
            <a:avLst/>
          </a:prstGeom>
          <a:solidFill>
            <a:srgbClr val="627D8D">
              <a:alpha val="17800"/>
            </a:srgbClr>
          </a:solidFill>
          <a:ln>
            <a:noFill/>
          </a:ln>
        </p:spPr>
      </p:sp>
      <p:sp>
        <p:nvSpPr>
          <p:cNvPr id="20" name="!!circle-1ta"/>
          <p:cNvSpPr/>
          <p:nvPr/>
        </p:nvSpPr>
        <p:spPr>
          <a:xfrm>
            <a:off x="11080636" y="2084486"/>
            <a:ext cx="24066" cy="24066"/>
          </a:xfrm>
          <a:prstGeom prst="ellipse">
            <a:avLst/>
          </a:prstGeom>
          <a:solidFill>
            <a:srgbClr val="627D8D">
              <a:alpha val="23900"/>
            </a:srgbClr>
          </a:solidFill>
          <a:ln>
            <a:noFill/>
          </a:ln>
        </p:spPr>
      </p:sp>
      <p:sp>
        <p:nvSpPr>
          <p:cNvPr id="21" name="!!circle-1td"/>
          <p:cNvSpPr/>
          <p:nvPr/>
        </p:nvSpPr>
        <p:spPr>
          <a:xfrm>
            <a:off x="8360418" y="6131651"/>
            <a:ext cx="35865" cy="35865"/>
          </a:xfrm>
          <a:prstGeom prst="ellipse">
            <a:avLst/>
          </a:prstGeom>
          <a:solidFill>
            <a:srgbClr val="627D8D">
              <a:alpha val="28200"/>
            </a:srgbClr>
          </a:solidFill>
          <a:ln>
            <a:noFill/>
          </a:ln>
        </p:spPr>
      </p:sp>
      <p:sp>
        <p:nvSpPr>
          <p:cNvPr id="22" name="!!circle-1tg"/>
          <p:cNvSpPr/>
          <p:nvPr/>
        </p:nvSpPr>
        <p:spPr>
          <a:xfrm>
            <a:off x="1436276" y="3393213"/>
            <a:ext cx="39218" cy="39218"/>
          </a:xfrm>
          <a:prstGeom prst="ellipse">
            <a:avLst/>
          </a:prstGeom>
          <a:solidFill>
            <a:srgbClr val="627D8D">
              <a:alpha val="29600"/>
            </a:srgbClr>
          </a:solidFill>
          <a:ln>
            <a:noFill/>
          </a:ln>
        </p:spPr>
      </p:sp>
      <p:sp>
        <p:nvSpPr>
          <p:cNvPr id="23" name="!!circle-1tj"/>
          <p:cNvSpPr/>
          <p:nvPr/>
        </p:nvSpPr>
        <p:spPr>
          <a:xfrm>
            <a:off x="7177741" y="6388226"/>
            <a:ext cx="49733" cy="49733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4" name="!!circle-1tm"/>
          <p:cNvSpPr/>
          <p:nvPr/>
        </p:nvSpPr>
        <p:spPr>
          <a:xfrm>
            <a:off x="6311932" y="2042633"/>
            <a:ext cx="41694" cy="41694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5" name="!!circle-1tp"/>
          <p:cNvSpPr/>
          <p:nvPr/>
        </p:nvSpPr>
        <p:spPr>
          <a:xfrm>
            <a:off x="6786122" y="5445792"/>
            <a:ext cx="31979" cy="31979"/>
          </a:xfrm>
          <a:prstGeom prst="ellipse">
            <a:avLst/>
          </a:prstGeom>
          <a:solidFill>
            <a:srgbClr val="627D8D">
              <a:alpha val="24100"/>
            </a:srgbClr>
          </a:solidFill>
          <a:ln>
            <a:noFill/>
          </a:ln>
        </p:spPr>
      </p:sp>
      <p:sp>
        <p:nvSpPr>
          <p:cNvPr id="26" name="!!circle-1ts"/>
          <p:cNvSpPr/>
          <p:nvPr/>
        </p:nvSpPr>
        <p:spPr>
          <a:xfrm>
            <a:off x="3828068" y="1396670"/>
            <a:ext cx="18085" cy="18085"/>
          </a:xfrm>
          <a:prstGeom prst="ellipse">
            <a:avLst/>
          </a:prstGeom>
          <a:solidFill>
            <a:srgbClr val="627D8D">
              <a:alpha val="10500"/>
            </a:srgbClr>
          </a:solidFill>
          <a:ln>
            <a:noFill/>
          </a:ln>
        </p:spPr>
      </p:sp>
      <p:sp>
        <p:nvSpPr>
          <p:cNvPr id="27" name="!!circle-1ty"/>
          <p:cNvSpPr/>
          <p:nvPr/>
        </p:nvSpPr>
        <p:spPr>
          <a:xfrm>
            <a:off x="3397973" y="6580344"/>
            <a:ext cx="39243" cy="39243"/>
          </a:xfrm>
          <a:prstGeom prst="ellipse">
            <a:avLst/>
          </a:prstGeom>
          <a:solidFill>
            <a:srgbClr val="627D8D">
              <a:alpha val="27700"/>
            </a:srgbClr>
          </a:solidFill>
          <a:ln>
            <a:noFill/>
          </a:ln>
        </p:spPr>
      </p:sp>
      <p:sp>
        <p:nvSpPr>
          <p:cNvPr id="28" name="!!circle-1u1"/>
          <p:cNvSpPr/>
          <p:nvPr/>
        </p:nvSpPr>
        <p:spPr>
          <a:xfrm>
            <a:off x="1669325" y="6716376"/>
            <a:ext cx="34519" cy="34519"/>
          </a:xfrm>
          <a:prstGeom prst="ellipse">
            <a:avLst/>
          </a:prstGeom>
          <a:solidFill>
            <a:srgbClr val="627D8D">
              <a:alpha val="22500"/>
            </a:srgbClr>
          </a:solidFill>
          <a:ln>
            <a:noFill/>
          </a:ln>
        </p:spPr>
      </p:sp>
      <p:sp>
        <p:nvSpPr>
          <p:cNvPr id="29" name="!!circle-1u4"/>
          <p:cNvSpPr/>
          <p:nvPr/>
        </p:nvSpPr>
        <p:spPr>
          <a:xfrm>
            <a:off x="2587317" y="5386423"/>
            <a:ext cx="46228" cy="46228"/>
          </a:xfrm>
          <a:prstGeom prst="ellipse">
            <a:avLst/>
          </a:prstGeom>
          <a:solidFill>
            <a:srgbClr val="627D8D">
              <a:alpha val="26200"/>
            </a:srgbClr>
          </a:solidFill>
          <a:ln>
            <a:noFill/>
          </a:ln>
        </p:spPr>
      </p:sp>
      <p:sp>
        <p:nvSpPr>
          <p:cNvPr id="30" name="!!circle-1u7"/>
          <p:cNvSpPr/>
          <p:nvPr/>
        </p:nvSpPr>
        <p:spPr>
          <a:xfrm>
            <a:off x="7411231" y="4929577"/>
            <a:ext cx="49327" cy="49327"/>
          </a:xfrm>
          <a:prstGeom prst="ellipse">
            <a:avLst/>
          </a:prstGeom>
          <a:solidFill>
            <a:srgbClr val="627D8D">
              <a:alpha val="20800"/>
            </a:srgbClr>
          </a:solidFill>
          <a:ln>
            <a:noFill/>
          </a:ln>
        </p:spPr>
      </p:sp>
      <p:sp>
        <p:nvSpPr>
          <p:cNvPr id="31" name="!!circle-1ua"/>
          <p:cNvSpPr/>
          <p:nvPr/>
        </p:nvSpPr>
        <p:spPr>
          <a:xfrm>
            <a:off x="9691120" y="5705349"/>
            <a:ext cx="24054" cy="24054"/>
          </a:xfrm>
          <a:prstGeom prst="ellipse">
            <a:avLst/>
          </a:prstGeom>
          <a:solidFill>
            <a:srgbClr val="627D8D">
              <a:alpha val="22200"/>
            </a:srgbClr>
          </a:solidFill>
          <a:ln>
            <a:noFill/>
          </a:ln>
        </p:spPr>
      </p:sp>
      <p:sp>
        <p:nvSpPr>
          <p:cNvPr id="32" name="!!circle-1ud"/>
          <p:cNvSpPr/>
          <p:nvPr/>
        </p:nvSpPr>
        <p:spPr>
          <a:xfrm>
            <a:off x="2138423" y="1616416"/>
            <a:ext cx="32271" cy="32271"/>
          </a:xfrm>
          <a:prstGeom prst="ellipse">
            <a:avLst/>
          </a:prstGeom>
          <a:solidFill>
            <a:srgbClr val="627D8D">
              <a:alpha val="20500"/>
            </a:srgbClr>
          </a:solidFill>
          <a:ln>
            <a:noFill/>
          </a:ln>
        </p:spPr>
      </p:sp>
      <p:sp>
        <p:nvSpPr>
          <p:cNvPr id="33" name="!!circle-1uj"/>
          <p:cNvSpPr/>
          <p:nvPr/>
        </p:nvSpPr>
        <p:spPr>
          <a:xfrm>
            <a:off x="2097847" y="2640547"/>
            <a:ext cx="34252" cy="34252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34" name="!!circle-1um"/>
          <p:cNvSpPr/>
          <p:nvPr/>
        </p:nvSpPr>
        <p:spPr>
          <a:xfrm>
            <a:off x="9620671" y="4658443"/>
            <a:ext cx="44196" cy="44196"/>
          </a:xfrm>
          <a:prstGeom prst="ellipse">
            <a:avLst/>
          </a:prstGeom>
          <a:solidFill>
            <a:srgbClr val="627D8D">
              <a:alpha val="21700"/>
            </a:srgbClr>
          </a:solidFill>
          <a:ln>
            <a:noFill/>
          </a:ln>
        </p:spPr>
      </p:sp>
      <p:sp>
        <p:nvSpPr>
          <p:cNvPr id="35" name="!!circle-1up"/>
          <p:cNvSpPr/>
          <p:nvPr/>
        </p:nvSpPr>
        <p:spPr>
          <a:xfrm>
            <a:off x="6820863" y="1918631"/>
            <a:ext cx="35192" cy="35192"/>
          </a:xfrm>
          <a:prstGeom prst="ellipse">
            <a:avLst/>
          </a:prstGeom>
          <a:solidFill>
            <a:srgbClr val="627D8D">
              <a:alpha val="27100"/>
            </a:srgbClr>
          </a:solidFill>
          <a:ln>
            <a:noFill/>
          </a:ln>
        </p:spPr>
      </p:sp>
      <p:sp>
        <p:nvSpPr>
          <p:cNvPr id="36" name="!!circle-1us"/>
          <p:cNvSpPr/>
          <p:nvPr/>
        </p:nvSpPr>
        <p:spPr>
          <a:xfrm>
            <a:off x="10095156" y="5534323"/>
            <a:ext cx="43358" cy="43358"/>
          </a:xfrm>
          <a:prstGeom prst="ellipse">
            <a:avLst/>
          </a:prstGeom>
          <a:solidFill>
            <a:srgbClr val="627D8D">
              <a:alpha val="19500"/>
            </a:srgbClr>
          </a:solidFill>
          <a:ln>
            <a:noFill/>
          </a:ln>
        </p:spPr>
      </p:sp>
      <p:sp>
        <p:nvSpPr>
          <p:cNvPr id="37" name="!!circle-1uv"/>
          <p:cNvSpPr/>
          <p:nvPr/>
        </p:nvSpPr>
        <p:spPr>
          <a:xfrm>
            <a:off x="3088089" y="2335591"/>
            <a:ext cx="33528" cy="33528"/>
          </a:xfrm>
          <a:prstGeom prst="ellipse">
            <a:avLst/>
          </a:prstGeom>
          <a:solidFill>
            <a:srgbClr val="627D8D">
              <a:alpha val="28300"/>
            </a:srgbClr>
          </a:solidFill>
          <a:ln>
            <a:noFill/>
          </a:ln>
        </p:spPr>
      </p:sp>
      <p:sp>
        <p:nvSpPr>
          <p:cNvPr id="38" name="!!circle-1uy"/>
          <p:cNvSpPr/>
          <p:nvPr/>
        </p:nvSpPr>
        <p:spPr>
          <a:xfrm>
            <a:off x="6739618" y="2870533"/>
            <a:ext cx="28956" cy="28956"/>
          </a:xfrm>
          <a:prstGeom prst="ellipse">
            <a:avLst/>
          </a:prstGeom>
          <a:solidFill>
            <a:srgbClr val="627D8D">
              <a:alpha val="21800"/>
            </a:srgbClr>
          </a:solidFill>
          <a:ln>
            <a:noFill/>
          </a:ln>
        </p:spPr>
      </p:sp>
      <p:sp>
        <p:nvSpPr>
          <p:cNvPr id="39" name="!!circle-1v1"/>
          <p:cNvSpPr/>
          <p:nvPr/>
        </p:nvSpPr>
        <p:spPr>
          <a:xfrm>
            <a:off x="6971117" y="6607680"/>
            <a:ext cx="45555" cy="45555"/>
          </a:xfrm>
          <a:prstGeom prst="ellipse">
            <a:avLst/>
          </a:prstGeom>
          <a:solidFill>
            <a:srgbClr val="627D8D">
              <a:alpha val="20900"/>
            </a:srgbClr>
          </a:solidFill>
          <a:ln>
            <a:noFill/>
          </a:ln>
        </p:spPr>
      </p:sp>
      <p:sp>
        <p:nvSpPr>
          <p:cNvPr id="40" name="!!circle-1v4"/>
          <p:cNvSpPr/>
          <p:nvPr/>
        </p:nvSpPr>
        <p:spPr>
          <a:xfrm>
            <a:off x="11322466" y="3580947"/>
            <a:ext cx="39484" cy="39484"/>
          </a:xfrm>
          <a:prstGeom prst="ellipse">
            <a:avLst/>
          </a:prstGeom>
          <a:solidFill>
            <a:srgbClr val="627D8D">
              <a:alpha val="13600"/>
            </a:srgbClr>
          </a:solidFill>
          <a:ln>
            <a:noFill/>
          </a:ln>
        </p:spPr>
      </p:sp>
      <p:sp>
        <p:nvSpPr>
          <p:cNvPr id="41" name="!!circle-1v7"/>
          <p:cNvSpPr/>
          <p:nvPr/>
        </p:nvSpPr>
        <p:spPr>
          <a:xfrm>
            <a:off x="7434087" y="5782877"/>
            <a:ext cx="30455" cy="30455"/>
          </a:xfrm>
          <a:prstGeom prst="ellipse">
            <a:avLst/>
          </a:prstGeom>
          <a:solidFill>
            <a:srgbClr val="627D8D">
              <a:alpha val="16500"/>
            </a:srgbClr>
          </a:solidFill>
          <a:ln>
            <a:noFill/>
          </a:ln>
        </p:spPr>
      </p:sp>
      <p:sp>
        <p:nvSpPr>
          <p:cNvPr id="42" name="!!circle-1va"/>
          <p:cNvSpPr/>
          <p:nvPr/>
        </p:nvSpPr>
        <p:spPr>
          <a:xfrm>
            <a:off x="8930833" y="6532718"/>
            <a:ext cx="28257" cy="28257"/>
          </a:xfrm>
          <a:prstGeom prst="ellipse">
            <a:avLst/>
          </a:prstGeom>
          <a:solidFill>
            <a:srgbClr val="627D8D">
              <a:alpha val="15700"/>
            </a:srgbClr>
          </a:solidFill>
          <a:ln>
            <a:noFill/>
          </a:ln>
        </p:spPr>
      </p:sp>
      <p:sp>
        <p:nvSpPr>
          <p:cNvPr id="43" name="!!circle-1vd"/>
          <p:cNvSpPr/>
          <p:nvPr/>
        </p:nvSpPr>
        <p:spPr>
          <a:xfrm>
            <a:off x="11310452" y="5259568"/>
            <a:ext cx="45149" cy="45149"/>
          </a:xfrm>
          <a:prstGeom prst="ellipse">
            <a:avLst/>
          </a:prstGeom>
          <a:solidFill>
            <a:srgbClr val="627D8D">
              <a:alpha val="31200"/>
            </a:srgbClr>
          </a:solidFill>
          <a:ln>
            <a:noFill/>
          </a:ln>
        </p:spPr>
      </p:sp>
      <p:sp>
        <p:nvSpPr>
          <p:cNvPr id="44" name="!!circle-1vg"/>
          <p:cNvSpPr/>
          <p:nvPr/>
        </p:nvSpPr>
        <p:spPr>
          <a:xfrm>
            <a:off x="3440604" y="3490082"/>
            <a:ext cx="30696" cy="30696"/>
          </a:xfrm>
          <a:prstGeom prst="ellipse">
            <a:avLst/>
          </a:prstGeom>
          <a:solidFill>
            <a:srgbClr val="627D8D">
              <a:alpha val="25700"/>
            </a:srgbClr>
          </a:solidFill>
          <a:ln>
            <a:noFill/>
          </a:ln>
        </p:spPr>
      </p:sp>
      <p:sp>
        <p:nvSpPr>
          <p:cNvPr id="45" name="!!circle-1vj"/>
          <p:cNvSpPr/>
          <p:nvPr/>
        </p:nvSpPr>
        <p:spPr>
          <a:xfrm>
            <a:off x="8825398" y="4044144"/>
            <a:ext cx="37401" cy="37401"/>
          </a:xfrm>
          <a:prstGeom prst="ellipse">
            <a:avLst/>
          </a:prstGeom>
          <a:solidFill>
            <a:srgbClr val="627D8D">
              <a:alpha val="16000"/>
            </a:srgbClr>
          </a:solidFill>
          <a:ln>
            <a:noFill/>
          </a:ln>
        </p:spPr>
      </p:sp>
      <p:sp>
        <p:nvSpPr>
          <p:cNvPr id="46" name="!!circle-1vm"/>
          <p:cNvSpPr/>
          <p:nvPr/>
        </p:nvSpPr>
        <p:spPr>
          <a:xfrm>
            <a:off x="1721365" y="4787225"/>
            <a:ext cx="33096" cy="33096"/>
          </a:xfrm>
          <a:prstGeom prst="ellipse">
            <a:avLst/>
          </a:prstGeom>
          <a:solidFill>
            <a:srgbClr val="627D8D">
              <a:alpha val="22300"/>
            </a:srgbClr>
          </a:solidFill>
          <a:ln>
            <a:noFill/>
          </a:ln>
        </p:spPr>
      </p:sp>
      <p:sp>
        <p:nvSpPr>
          <p:cNvPr id="47" name="!!circle-1vp"/>
          <p:cNvSpPr/>
          <p:nvPr/>
        </p:nvSpPr>
        <p:spPr>
          <a:xfrm>
            <a:off x="11599632" y="894024"/>
            <a:ext cx="21145" cy="21145"/>
          </a:xfrm>
          <a:prstGeom prst="ellipse">
            <a:avLst/>
          </a:prstGeom>
          <a:solidFill>
            <a:srgbClr val="627D8D">
              <a:alpha val="16300"/>
            </a:srgbClr>
          </a:solidFill>
          <a:ln>
            <a:noFill/>
          </a:ln>
        </p:spPr>
      </p:sp>
      <p:sp>
        <p:nvSpPr>
          <p:cNvPr id="48" name="!!circle-1vs"/>
          <p:cNvSpPr/>
          <p:nvPr/>
        </p:nvSpPr>
        <p:spPr>
          <a:xfrm>
            <a:off x="11077190" y="5756731"/>
            <a:ext cx="35281" cy="35281"/>
          </a:xfrm>
          <a:prstGeom prst="ellipse">
            <a:avLst/>
          </a:prstGeom>
          <a:solidFill>
            <a:srgbClr val="627D8D">
              <a:alpha val="30000"/>
            </a:srgbClr>
          </a:solidFill>
          <a:ln>
            <a:noFill/>
          </a:ln>
        </p:spPr>
      </p:sp>
      <p:sp>
        <p:nvSpPr>
          <p:cNvPr id="49" name="!!circle-36l"/>
          <p:cNvSpPr/>
          <p:nvPr/>
        </p:nvSpPr>
        <p:spPr>
          <a:xfrm>
            <a:off x="6877428" y="2981804"/>
            <a:ext cx="235994" cy="235994"/>
          </a:xfrm>
          <a:custGeom>
            <a:avLst/>
            <a:gdLst/>
            <a:ahLst/>
            <a:cxnLst/>
            <a:rect l="l" t="t" r="r" b="b"/>
            <a:pathLst>
              <a:path w="235994" h="235994">
                <a:moveTo>
                  <a:pt x="235533" y="117162"/>
                </a:moveTo>
                <a:cubicBezTo>
                  <a:pt x="235994" y="182075"/>
                  <a:pt x="183745" y="235072"/>
                  <a:pt x="118832" y="235533"/>
                </a:cubicBezTo>
                <a:cubicBezTo>
                  <a:pt x="53919" y="235994"/>
                  <a:pt x="922" y="183745"/>
                  <a:pt x="461" y="118832"/>
                </a:cubicBezTo>
                <a:cubicBezTo>
                  <a:pt x="0" y="53919"/>
                  <a:pt x="52249" y="922"/>
                  <a:pt x="117162" y="461"/>
                </a:cubicBezTo>
                <a:cubicBezTo>
                  <a:pt x="182075" y="0"/>
                  <a:pt x="235072" y="52249"/>
                  <a:pt x="235533" y="117162"/>
                </a:cubicBez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24653">
                <a:srgbClr val="627D8D">
                  <a:alpha val="89945"/>
                </a:srgbClr>
              </a:gs>
              <a:gs pos="70436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0" name="!!circle-375"/>
          <p:cNvSpPr/>
          <p:nvPr/>
        </p:nvSpPr>
        <p:spPr>
          <a:xfrm>
            <a:off x="7778600" y="2458578"/>
            <a:ext cx="235994" cy="235994"/>
          </a:xfrm>
          <a:custGeom>
            <a:avLst/>
            <a:gdLst/>
            <a:ahLst/>
            <a:cxnLst/>
            <a:rect l="l" t="t" r="r" b="b"/>
            <a:pathLst>
              <a:path w="235994" h="235994">
                <a:moveTo>
                  <a:pt x="235533" y="117162"/>
                </a:moveTo>
                <a:cubicBezTo>
                  <a:pt x="235994" y="182075"/>
                  <a:pt x="183745" y="235072"/>
                  <a:pt x="118832" y="235533"/>
                </a:cubicBezTo>
                <a:cubicBezTo>
                  <a:pt x="53919" y="235994"/>
                  <a:pt x="922" y="183745"/>
                  <a:pt x="461" y="118832"/>
                </a:cubicBezTo>
                <a:cubicBezTo>
                  <a:pt x="0" y="53919"/>
                  <a:pt x="52249" y="922"/>
                  <a:pt x="117162" y="461"/>
                </a:cubicBezTo>
                <a:cubicBezTo>
                  <a:pt x="182075" y="0"/>
                  <a:pt x="235072" y="52249"/>
                  <a:pt x="235533" y="117162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68605"/>
                </a:srgbClr>
              </a:gs>
              <a:gs pos="24653">
                <a:srgbClr val="627D8D">
                  <a:alpha val="61744"/>
                </a:srgbClr>
              </a:gs>
              <a:gs pos="70436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1" name="!!circle-3a3"/>
          <p:cNvSpPr/>
          <p:nvPr/>
        </p:nvSpPr>
        <p:spPr>
          <a:xfrm>
            <a:off x="5120301" y="773917"/>
            <a:ext cx="5565916" cy="5565916"/>
          </a:xfrm>
          <a:custGeom>
            <a:avLst/>
            <a:gdLst/>
            <a:ahLst/>
            <a:cxnLst/>
            <a:rect l="l" t="t" r="r" b="b"/>
            <a:pathLst>
              <a:path w="5565916" h="5565916" fill="none">
                <a:moveTo>
                  <a:pt x="5555040" y="2763266"/>
                </a:moveTo>
                <a:cubicBezTo>
                  <a:pt x="5565916" y="4294245"/>
                  <a:pt x="4333628" y="5544165"/>
                  <a:pt x="2802650" y="5555040"/>
                </a:cubicBezTo>
                <a:cubicBezTo>
                  <a:pt x="1271671" y="5565916"/>
                  <a:pt x="21751" y="4333628"/>
                  <a:pt x="10875" y="2802650"/>
                </a:cubicBezTo>
                <a:cubicBezTo>
                  <a:pt x="0" y="1271671"/>
                  <a:pt x="1232287" y="21751"/>
                  <a:pt x="2763266" y="10875"/>
                </a:cubicBezTo>
                <a:cubicBezTo>
                  <a:pt x="4294245" y="0"/>
                  <a:pt x="5544165" y="1232287"/>
                  <a:pt x="5555040" y="2763266"/>
                </a:cubicBezTo>
                <a:close/>
              </a:path>
            </a:pathLst>
          </a:custGeom>
          <a:noFill/>
          <a:ln w="23508" cap="flat">
            <a:solidFill>
              <a:srgbClr val="627D8D">
                <a:alpha val="4856"/>
              </a:srgbClr>
            </a:solidFill>
            <a:prstDash val="solid"/>
            <a:miter lim="800000"/>
          </a:ln>
        </p:spPr>
      </p:sp>
      <p:sp>
        <p:nvSpPr>
          <p:cNvPr id="52" name="!!circle-3a6"/>
          <p:cNvSpPr/>
          <p:nvPr/>
        </p:nvSpPr>
        <p:spPr>
          <a:xfrm>
            <a:off x="5530210" y="1183826"/>
            <a:ext cx="4746097" cy="4746097"/>
          </a:xfrm>
          <a:custGeom>
            <a:avLst/>
            <a:gdLst/>
            <a:ahLst/>
            <a:cxnLst/>
            <a:rect l="l" t="t" r="r" b="b"/>
            <a:pathLst>
              <a:path w="4746097" h="4746097" fill="none">
                <a:moveTo>
                  <a:pt x="4736823" y="2356257"/>
                </a:moveTo>
                <a:cubicBezTo>
                  <a:pt x="4746097" y="3661734"/>
                  <a:pt x="3695316" y="4727550"/>
                  <a:pt x="2389840" y="4736823"/>
                </a:cubicBezTo>
                <a:cubicBezTo>
                  <a:pt x="1084363" y="4746097"/>
                  <a:pt x="18547" y="3695316"/>
                  <a:pt x="9274" y="2389840"/>
                </a:cubicBezTo>
                <a:cubicBezTo>
                  <a:pt x="0" y="1084363"/>
                  <a:pt x="1050780" y="18547"/>
                  <a:pt x="2356257" y="9274"/>
                </a:cubicBezTo>
                <a:cubicBezTo>
                  <a:pt x="3661734" y="0"/>
                  <a:pt x="4727550" y="1050780"/>
                  <a:pt x="4736823" y="2356257"/>
                </a:cubicBezTo>
                <a:close/>
              </a:path>
            </a:pathLst>
          </a:custGeom>
          <a:noFill/>
          <a:ln w="23508" cap="flat">
            <a:solidFill>
              <a:srgbClr val="627D8D">
                <a:alpha val="14506"/>
              </a:srgbClr>
            </a:solidFill>
            <a:prstDash val="solid"/>
            <a:miter lim="800000"/>
          </a:ln>
        </p:spPr>
      </p:sp>
      <p:sp>
        <p:nvSpPr>
          <p:cNvPr id="53" name="!!circle-3a9"/>
          <p:cNvSpPr/>
          <p:nvPr/>
        </p:nvSpPr>
        <p:spPr>
          <a:xfrm>
            <a:off x="6755528" y="2409144"/>
            <a:ext cx="2295461" cy="2295461"/>
          </a:xfrm>
          <a:custGeom>
            <a:avLst/>
            <a:gdLst/>
            <a:ahLst/>
            <a:cxnLst/>
            <a:rect l="l" t="t" r="r" b="b"/>
            <a:pathLst>
              <a:path w="2295461" h="2295461" fill="none">
                <a:moveTo>
                  <a:pt x="2290976" y="1139610"/>
                </a:moveTo>
                <a:cubicBezTo>
                  <a:pt x="2295461" y="1771007"/>
                  <a:pt x="1787249" y="2286491"/>
                  <a:pt x="1155852" y="2290976"/>
                </a:cubicBezTo>
                <a:cubicBezTo>
                  <a:pt x="524455" y="2295461"/>
                  <a:pt x="8970" y="1787249"/>
                  <a:pt x="4485" y="1155852"/>
                </a:cubicBezTo>
                <a:cubicBezTo>
                  <a:pt x="0" y="524455"/>
                  <a:pt x="508213" y="8970"/>
                  <a:pt x="1139610" y="4485"/>
                </a:cubicBezTo>
                <a:cubicBezTo>
                  <a:pt x="1771007" y="0"/>
                  <a:pt x="2286491" y="508213"/>
                  <a:pt x="2290976" y="1139610"/>
                </a:cubicBezTo>
                <a:close/>
              </a:path>
            </a:pathLst>
          </a:custGeom>
          <a:noFill/>
          <a:ln w="23508" cap="flat">
            <a:solidFill>
              <a:srgbClr val="627D8D">
                <a:alpha val="43352"/>
              </a:srgbClr>
            </a:solidFill>
            <a:prstDash val="solid"/>
            <a:miter lim="800000"/>
          </a:ln>
        </p:spPr>
      </p:sp>
      <p:sp>
        <p:nvSpPr>
          <p:cNvPr id="54" name="!!circle-3as"/>
          <p:cNvSpPr/>
          <p:nvPr/>
        </p:nvSpPr>
        <p:spPr>
          <a:xfrm>
            <a:off x="5215279" y="868894"/>
            <a:ext cx="5375963" cy="5375963"/>
          </a:xfrm>
          <a:custGeom>
            <a:avLst/>
            <a:gdLst/>
            <a:ahLst/>
            <a:cxnLst/>
            <a:rect l="l" t="t" r="r" b="b"/>
            <a:pathLst>
              <a:path w="5375963" h="5375963">
                <a:moveTo>
                  <a:pt x="5365458" y="2668962"/>
                </a:moveTo>
                <a:cubicBezTo>
                  <a:pt x="5375963" y="4147691"/>
                  <a:pt x="4185731" y="5354954"/>
                  <a:pt x="2707001" y="5365458"/>
                </a:cubicBezTo>
                <a:cubicBezTo>
                  <a:pt x="1228271" y="5375963"/>
                  <a:pt x="21009" y="4185731"/>
                  <a:pt x="10504" y="2707001"/>
                </a:cubicBezTo>
                <a:cubicBezTo>
                  <a:pt x="0" y="1228271"/>
                  <a:pt x="1190232" y="21009"/>
                  <a:pt x="2668962" y="10504"/>
                </a:cubicBezTo>
                <a:cubicBezTo>
                  <a:pt x="4147691" y="0"/>
                  <a:pt x="5354954" y="1190232"/>
                  <a:pt x="5365458" y="2668962"/>
                </a:cubicBezTo>
                <a:close/>
              </a:path>
            </a:pathLst>
          </a:custGeom>
          <a:gradFill rotWithShape="1">
            <a:gsLst>
              <a:gs pos="0">
                <a:srgbClr val="627D8D">
                  <a:alpha val="21986"/>
                </a:srgbClr>
              </a:gs>
              <a:gs pos="70436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5" name="!!circle-3aw"/>
          <p:cNvSpPr/>
          <p:nvPr/>
        </p:nvSpPr>
        <p:spPr>
          <a:xfrm>
            <a:off x="6595298" y="2248913"/>
            <a:ext cx="2615924" cy="2615924"/>
          </a:xfrm>
          <a:custGeom>
            <a:avLst/>
            <a:gdLst/>
            <a:ahLst/>
            <a:cxnLst/>
            <a:rect l="l" t="t" r="r" b="b"/>
            <a:pathLst>
              <a:path w="2615924" h="2615924" fill="none">
                <a:moveTo>
                  <a:pt x="2504259" y="1510151"/>
                </a:moveTo>
                <a:cubicBezTo>
                  <a:pt x="2392593" y="2170847"/>
                  <a:pt x="1766470" y="2615924"/>
                  <a:pt x="1105774" y="2504259"/>
                </a:cubicBezTo>
                <a:cubicBezTo>
                  <a:pt x="445077" y="2392593"/>
                  <a:pt x="0" y="1766470"/>
                  <a:pt x="111666" y="1105774"/>
                </a:cubicBezTo>
                <a:cubicBezTo>
                  <a:pt x="223331" y="445077"/>
                  <a:pt x="849454" y="0"/>
                  <a:pt x="1510151" y="111666"/>
                </a:cubicBezTo>
                <a:cubicBezTo>
                  <a:pt x="2170847" y="223331"/>
                  <a:pt x="2615924" y="849454"/>
                  <a:pt x="2504259" y="1510151"/>
                </a:cubicBezTo>
                <a:close/>
              </a:path>
            </a:pathLst>
          </a:custGeom>
          <a:noFill/>
          <a:ln w="18594" cap="rnd">
            <a:solidFill>
              <a:srgbClr val="627D8D">
                <a:alpha val="33979"/>
              </a:srgbClr>
            </a:solidFill>
            <a:custDash>
              <a:ds d="4500000" sp="1500000"/>
            </a:custDash>
            <a:miter lim="800000"/>
          </a:ln>
        </p:spPr>
      </p:sp>
      <p:sp>
        <p:nvSpPr>
          <p:cNvPr id="56" name="!!circle-3b0"/>
          <p:cNvSpPr/>
          <p:nvPr/>
        </p:nvSpPr>
        <p:spPr>
          <a:xfrm>
            <a:off x="6169995" y="1823610"/>
            <a:ext cx="3466529" cy="3466529"/>
          </a:xfrm>
          <a:custGeom>
            <a:avLst/>
            <a:gdLst/>
            <a:ahLst/>
            <a:cxnLst/>
            <a:rect l="l" t="t" r="r" b="b"/>
            <a:pathLst>
              <a:path w="3466529" h="3466529" fill="none">
                <a:moveTo>
                  <a:pt x="3351559" y="1525092"/>
                </a:moveTo>
                <a:cubicBezTo>
                  <a:pt x="3466529" y="2418852"/>
                  <a:pt x="2835196" y="3236589"/>
                  <a:pt x="1941437" y="3351559"/>
                </a:cubicBezTo>
                <a:cubicBezTo>
                  <a:pt x="1047678" y="3466529"/>
                  <a:pt x="229941" y="2835196"/>
                  <a:pt x="114970" y="1941437"/>
                </a:cubicBezTo>
                <a:cubicBezTo>
                  <a:pt x="0" y="1047678"/>
                  <a:pt x="631333" y="229941"/>
                  <a:pt x="1525092" y="114970"/>
                </a:cubicBezTo>
                <a:cubicBezTo>
                  <a:pt x="2418852" y="0"/>
                  <a:pt x="3236589" y="631333"/>
                  <a:pt x="3351559" y="1525092"/>
                </a:cubicBezTo>
                <a:close/>
              </a:path>
            </a:pathLst>
          </a:custGeom>
          <a:noFill/>
          <a:ln w="13016" cap="rnd">
            <a:solidFill>
              <a:srgbClr val="627D8D">
                <a:alpha val="26983"/>
              </a:srgbClr>
            </a:solidFill>
            <a:custDash>
              <a:ds d="142857" sp="714286"/>
            </a:custDash>
            <a:miter lim="800000"/>
          </a:ln>
        </p:spPr>
      </p:sp>
      <p:sp>
        <p:nvSpPr>
          <p:cNvPr id="57" name="!!circle-3b4"/>
          <p:cNvSpPr/>
          <p:nvPr/>
        </p:nvSpPr>
        <p:spPr>
          <a:xfrm>
            <a:off x="5720611" y="1374226"/>
            <a:ext cx="4365298" cy="4365298"/>
          </a:xfrm>
          <a:custGeom>
            <a:avLst/>
            <a:gdLst/>
            <a:ahLst/>
            <a:cxnLst/>
            <a:rect l="l" t="t" r="r" b="b"/>
            <a:pathLst>
              <a:path w="4365298" h="4365298" fill="none">
                <a:moveTo>
                  <a:pt x="4266876" y="2360859"/>
                </a:moveTo>
                <a:cubicBezTo>
                  <a:pt x="4168453" y="3511946"/>
                  <a:pt x="3155526" y="4365298"/>
                  <a:pt x="2004440" y="4266876"/>
                </a:cubicBezTo>
                <a:cubicBezTo>
                  <a:pt x="853353" y="4168453"/>
                  <a:pt x="0" y="3155526"/>
                  <a:pt x="98422" y="2004440"/>
                </a:cubicBezTo>
                <a:cubicBezTo>
                  <a:pt x="196845" y="853353"/>
                  <a:pt x="1209772" y="0"/>
                  <a:pt x="2360859" y="98422"/>
                </a:cubicBezTo>
                <a:cubicBezTo>
                  <a:pt x="3511946" y="196845"/>
                  <a:pt x="4365298" y="1209772"/>
                  <a:pt x="4266876" y="2360859"/>
                </a:cubicBezTo>
                <a:close/>
              </a:path>
            </a:pathLst>
          </a:custGeom>
          <a:noFill/>
          <a:ln w="13016" cap="rnd">
            <a:solidFill>
              <a:srgbClr val="627D8D">
                <a:alpha val="19988"/>
              </a:srgbClr>
            </a:solidFill>
            <a:custDash>
              <a:ds d="2857143" sp="1285714"/>
              <a:ds d="285714" sp="1285714"/>
            </a:custDash>
            <a:miter lim="800000"/>
          </a:ln>
        </p:spPr>
      </p:sp>
      <p:sp>
        <p:nvSpPr>
          <p:cNvPr id="58" name="!!circle-3b9"/>
          <p:cNvSpPr/>
          <p:nvPr/>
        </p:nvSpPr>
        <p:spPr>
          <a:xfrm>
            <a:off x="7050316" y="2703930"/>
            <a:ext cx="1705889" cy="1705889"/>
          </a:xfrm>
          <a:custGeom>
            <a:avLst/>
            <a:gdLst/>
            <a:ahLst/>
            <a:cxnLst/>
            <a:rect l="l" t="t" r="r" b="b"/>
            <a:pathLst>
              <a:path w="1705889" h="1705889">
                <a:moveTo>
                  <a:pt x="1702556" y="846909"/>
                </a:moveTo>
                <a:cubicBezTo>
                  <a:pt x="1705889" y="1316136"/>
                  <a:pt x="1328207" y="1699222"/>
                  <a:pt x="858980" y="1702556"/>
                </a:cubicBezTo>
                <a:cubicBezTo>
                  <a:pt x="389752" y="1705889"/>
                  <a:pt x="6666" y="1328207"/>
                  <a:pt x="3333" y="858980"/>
                </a:cubicBezTo>
                <a:cubicBezTo>
                  <a:pt x="0" y="389752"/>
                  <a:pt x="377682" y="6666"/>
                  <a:pt x="846909" y="3333"/>
                </a:cubicBezTo>
                <a:cubicBezTo>
                  <a:pt x="1316136" y="0"/>
                  <a:pt x="1699222" y="377682"/>
                  <a:pt x="1702556" y="846909"/>
                </a:cubicBez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24653">
                <a:srgbClr val="DCE8EE"/>
              </a:gs>
              <a:gs pos="49305">
                <a:srgbClr val="627D8D">
                  <a:alpha val="54966"/>
                </a:srgbClr>
              </a:gs>
              <a:gs pos="70436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9" name="!!path-3ba"/>
          <p:cNvSpPr/>
          <p:nvPr/>
        </p:nvSpPr>
        <p:spPr>
          <a:xfrm>
            <a:off x="7581128" y="3233285"/>
            <a:ext cx="645724" cy="644268"/>
          </a:xfrm>
          <a:custGeom>
            <a:avLst/>
            <a:gdLst/>
            <a:ahLst/>
            <a:cxnLst/>
            <a:rect l="l" t="t" r="r" b="b"/>
            <a:pathLst>
              <a:path w="645724" h="644268">
                <a:moveTo>
                  <a:pt x="526504" y="234279"/>
                </a:moveTo>
                <a:lnTo>
                  <a:pt x="562538" y="153486"/>
                </a:lnTo>
                <a:lnTo>
                  <a:pt x="642812" y="116308"/>
                </a:lnTo>
                <a:lnTo>
                  <a:pt x="562018" y="80273"/>
                </a:lnTo>
                <a:lnTo>
                  <a:pt x="524840" y="0"/>
                </a:lnTo>
                <a:lnTo>
                  <a:pt x="488806" y="80794"/>
                </a:lnTo>
                <a:lnTo>
                  <a:pt x="408532" y="117972"/>
                </a:lnTo>
                <a:lnTo>
                  <a:pt x="489326" y="154006"/>
                </a:lnTo>
                <a:lnTo>
                  <a:pt x="526504" y="234279"/>
                </a:lnTo>
                <a:close/>
                <a:moveTo>
                  <a:pt x="306971" y="250482"/>
                </a:moveTo>
                <a:lnTo>
                  <a:pt x="232615" y="89935"/>
                </a:lnTo>
                <a:lnTo>
                  <a:pt x="160547" y="251522"/>
                </a:lnTo>
                <a:lnTo>
                  <a:pt x="0" y="325878"/>
                </a:lnTo>
                <a:lnTo>
                  <a:pt x="161587" y="397947"/>
                </a:lnTo>
                <a:lnTo>
                  <a:pt x="235943" y="558493"/>
                </a:lnTo>
                <a:lnTo>
                  <a:pt x="308012" y="396906"/>
                </a:lnTo>
                <a:lnTo>
                  <a:pt x="468558" y="322550"/>
                </a:lnTo>
                <a:lnTo>
                  <a:pt x="306971" y="250482"/>
                </a:lnTo>
                <a:close/>
                <a:moveTo>
                  <a:pt x="527752" y="409989"/>
                </a:moveTo>
                <a:lnTo>
                  <a:pt x="491718" y="490782"/>
                </a:lnTo>
                <a:lnTo>
                  <a:pt x="411445" y="527960"/>
                </a:lnTo>
                <a:lnTo>
                  <a:pt x="492238" y="563994"/>
                </a:lnTo>
                <a:lnTo>
                  <a:pt x="529417" y="644268"/>
                </a:lnTo>
                <a:lnTo>
                  <a:pt x="565451" y="563474"/>
                </a:lnTo>
                <a:lnTo>
                  <a:pt x="645724" y="526296"/>
                </a:lnTo>
                <a:lnTo>
                  <a:pt x="564931" y="490262"/>
                </a:lnTo>
                <a:lnTo>
                  <a:pt x="527752" y="409989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60" name="!!rect-96t"/>
          <p:cNvSpPr/>
          <p:nvPr/>
        </p:nvSpPr>
        <p:spPr>
          <a:xfrm>
            <a:off x="0" y="0"/>
            <a:ext cx="5207000" cy="6858000"/>
          </a:xfrm>
          <a:prstGeom prst="rect">
            <a:avLst/>
          </a:prstGeom>
          <a:gradFill rotWithShape="1">
            <a:gsLst>
              <a:gs pos="0">
                <a:srgbClr val="F3F5F7">
                  <a:alpha val="94263"/>
                </a:srgbClr>
              </a:gs>
              <a:gs pos="62000">
                <a:srgbClr val="F3F5F7">
                  <a:alpha val="85517"/>
                </a:srgbClr>
              </a:gs>
              <a:gs pos="100000">
                <a:srgbClr val="F3F5F7">
                  <a:alpha val="0"/>
                </a:srgbClr>
              </a:gs>
            </a:gsLst>
            <a:lin ang="0" scaled="0"/>
          </a:gradFill>
          <a:ln>
            <a:noFill/>
          </a:ln>
        </p:spPr>
      </p:sp>
      <p:sp>
        <p:nvSpPr>
          <p:cNvPr id="61" name="!!path-9ic"/>
          <p:cNvSpPr/>
          <p:nvPr/>
        </p:nvSpPr>
        <p:spPr>
          <a:xfrm>
            <a:off x="381000" y="306527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62" name="!!path-9id"/>
          <p:cNvSpPr/>
          <p:nvPr/>
        </p:nvSpPr>
        <p:spPr>
          <a:xfrm>
            <a:off x="381000" y="308153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63" name="!!path-9ie"/>
          <p:cNvSpPr/>
          <p:nvPr/>
        </p:nvSpPr>
        <p:spPr>
          <a:xfrm>
            <a:off x="381000" y="309778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64" name="!!path-9if"/>
          <p:cNvSpPr/>
          <p:nvPr/>
        </p:nvSpPr>
        <p:spPr>
          <a:xfrm>
            <a:off x="381000" y="311404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65" name="!!path-9ig"/>
          <p:cNvSpPr/>
          <p:nvPr/>
        </p:nvSpPr>
        <p:spPr>
          <a:xfrm>
            <a:off x="381000" y="313030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66" name="!!path-9ih"/>
          <p:cNvSpPr/>
          <p:nvPr/>
        </p:nvSpPr>
        <p:spPr>
          <a:xfrm>
            <a:off x="381000" y="314655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67" name="!!path-9ii"/>
          <p:cNvSpPr/>
          <p:nvPr/>
        </p:nvSpPr>
        <p:spPr>
          <a:xfrm>
            <a:off x="381000" y="316281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68" name="!!path-9ij"/>
          <p:cNvSpPr/>
          <p:nvPr/>
        </p:nvSpPr>
        <p:spPr>
          <a:xfrm>
            <a:off x="381000" y="317906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69" name="!!path-9ik"/>
          <p:cNvSpPr/>
          <p:nvPr/>
        </p:nvSpPr>
        <p:spPr>
          <a:xfrm>
            <a:off x="419608" y="269342"/>
            <a:ext cx="128422" cy="122936"/>
          </a:xfrm>
          <a:custGeom>
            <a:avLst/>
            <a:gdLst/>
            <a:ahLst/>
            <a:cxnLst/>
            <a:rect l="l" t="t" r="r" b="b"/>
            <a:pathLst>
              <a:path w="128422" h="122936">
                <a:moveTo>
                  <a:pt x="0" y="17678"/>
                </a:moveTo>
                <a:lnTo>
                  <a:pt x="8128" y="5080"/>
                </a:lnTo>
                <a:cubicBezTo>
                  <a:pt x="32512" y="0"/>
                  <a:pt x="73152" y="7112"/>
                  <a:pt x="101600" y="26416"/>
                </a:cubicBezTo>
                <a:cubicBezTo>
                  <a:pt x="116840" y="37186"/>
                  <a:pt x="124968" y="49784"/>
                  <a:pt x="128422" y="62992"/>
                </a:cubicBezTo>
                <a:lnTo>
                  <a:pt x="128422" y="122936"/>
                </a:lnTo>
                <a:lnTo>
                  <a:pt x="0" y="1229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70" name="!!path-9il"/>
          <p:cNvSpPr/>
          <p:nvPr/>
        </p:nvSpPr>
        <p:spPr>
          <a:xfrm>
            <a:off x="419608" y="269342"/>
            <a:ext cx="128422" cy="62992"/>
          </a:xfrm>
          <a:custGeom>
            <a:avLst/>
            <a:gdLst/>
            <a:ahLst/>
            <a:cxnLst/>
            <a:rect l="l" t="t" r="r" b="b"/>
            <a:pathLst>
              <a:path w="128422" h="62992" fill="none">
                <a:moveTo>
                  <a:pt x="128422" y="62992"/>
                </a:moveTo>
                <a:cubicBezTo>
                  <a:pt x="124968" y="49784"/>
                  <a:pt x="116840" y="37186"/>
                  <a:pt x="101600" y="26416"/>
                </a:cubicBezTo>
                <a:cubicBezTo>
                  <a:pt x="73152" y="7112"/>
                  <a:pt x="32512" y="0"/>
                  <a:pt x="8128" y="5080"/>
                </a:cubicBezTo>
                <a:lnTo>
                  <a:pt x="0" y="1767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71" name="!!path-9im"/>
          <p:cNvSpPr/>
          <p:nvPr/>
        </p:nvSpPr>
        <p:spPr>
          <a:xfrm>
            <a:off x="407010" y="281534"/>
            <a:ext cx="141021" cy="110744"/>
          </a:xfrm>
          <a:custGeom>
            <a:avLst/>
            <a:gdLst/>
            <a:ahLst/>
            <a:cxnLst/>
            <a:rect l="l" t="t" r="r" b="b"/>
            <a:pathLst>
              <a:path w="141021" h="110744">
                <a:moveTo>
                  <a:pt x="0" y="22352"/>
                </a:moveTo>
                <a:lnTo>
                  <a:pt x="6502" y="6502"/>
                </a:lnTo>
                <a:cubicBezTo>
                  <a:pt x="36982" y="0"/>
                  <a:pt x="79654" y="7112"/>
                  <a:pt x="110134" y="25400"/>
                </a:cubicBezTo>
                <a:cubicBezTo>
                  <a:pt x="126390" y="35154"/>
                  <a:pt x="136550" y="49784"/>
                  <a:pt x="141021" y="62992"/>
                </a:cubicBezTo>
                <a:lnTo>
                  <a:pt x="141021" y="110744"/>
                </a:lnTo>
                <a:lnTo>
                  <a:pt x="0" y="110744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72" name="!!path-9in"/>
          <p:cNvSpPr/>
          <p:nvPr/>
        </p:nvSpPr>
        <p:spPr>
          <a:xfrm>
            <a:off x="407010" y="281534"/>
            <a:ext cx="141021" cy="62992"/>
          </a:xfrm>
          <a:custGeom>
            <a:avLst/>
            <a:gdLst/>
            <a:ahLst/>
            <a:cxnLst/>
            <a:rect l="l" t="t" r="r" b="b"/>
            <a:pathLst>
              <a:path w="141021" h="62992" fill="none">
                <a:moveTo>
                  <a:pt x="141021" y="62992"/>
                </a:moveTo>
                <a:cubicBezTo>
                  <a:pt x="136550" y="49784"/>
                  <a:pt x="126390" y="35154"/>
                  <a:pt x="110134" y="25400"/>
                </a:cubicBezTo>
                <a:cubicBezTo>
                  <a:pt x="79654" y="7112"/>
                  <a:pt x="36982" y="0"/>
                  <a:pt x="6502" y="6502"/>
                </a:cubicBezTo>
                <a:lnTo>
                  <a:pt x="0" y="22352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73" name="!!path-9io"/>
          <p:cNvSpPr/>
          <p:nvPr/>
        </p:nvSpPr>
        <p:spPr>
          <a:xfrm>
            <a:off x="395834" y="294742"/>
            <a:ext cx="151790" cy="97536"/>
          </a:xfrm>
          <a:custGeom>
            <a:avLst/>
            <a:gdLst/>
            <a:ahLst/>
            <a:cxnLst/>
            <a:rect l="l" t="t" r="r" b="b"/>
            <a:pathLst>
              <a:path w="151790" h="97536">
                <a:moveTo>
                  <a:pt x="0" y="23165"/>
                </a:moveTo>
                <a:lnTo>
                  <a:pt x="3861" y="12598"/>
                </a:lnTo>
                <a:cubicBezTo>
                  <a:pt x="37998" y="0"/>
                  <a:pt x="84734" y="5080"/>
                  <a:pt x="117246" y="21946"/>
                </a:cubicBezTo>
                <a:cubicBezTo>
                  <a:pt x="135534" y="31496"/>
                  <a:pt x="146710" y="43688"/>
                  <a:pt x="151790" y="55270"/>
                </a:cubicBezTo>
                <a:lnTo>
                  <a:pt x="151790" y="97536"/>
                </a:lnTo>
                <a:lnTo>
                  <a:pt x="0" y="975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74" name="!!path-9ip"/>
          <p:cNvSpPr/>
          <p:nvPr/>
        </p:nvSpPr>
        <p:spPr>
          <a:xfrm>
            <a:off x="395834" y="294742"/>
            <a:ext cx="151790" cy="55270"/>
          </a:xfrm>
          <a:custGeom>
            <a:avLst/>
            <a:gdLst/>
            <a:ahLst/>
            <a:cxnLst/>
            <a:rect l="l" t="t" r="r" b="b"/>
            <a:pathLst>
              <a:path w="151790" h="55270" fill="none">
                <a:moveTo>
                  <a:pt x="151790" y="55270"/>
                </a:moveTo>
                <a:cubicBezTo>
                  <a:pt x="146710" y="43688"/>
                  <a:pt x="135534" y="31496"/>
                  <a:pt x="117246" y="21946"/>
                </a:cubicBezTo>
                <a:cubicBezTo>
                  <a:pt x="84734" y="5080"/>
                  <a:pt x="37998" y="0"/>
                  <a:pt x="3861" y="12598"/>
                </a:cubicBezTo>
                <a:lnTo>
                  <a:pt x="0" y="23165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75" name="!!path-9iq"/>
          <p:cNvSpPr/>
          <p:nvPr/>
        </p:nvSpPr>
        <p:spPr>
          <a:xfrm>
            <a:off x="548234" y="264262"/>
            <a:ext cx="120294" cy="128016"/>
          </a:xfrm>
          <a:custGeom>
            <a:avLst/>
            <a:gdLst/>
            <a:ahLst/>
            <a:cxnLst/>
            <a:rect l="l" t="t" r="r" b="b"/>
            <a:pathLst>
              <a:path w="120294" h="128016">
                <a:moveTo>
                  <a:pt x="120294" y="18288"/>
                </a:moveTo>
                <a:lnTo>
                  <a:pt x="113589" y="4470"/>
                </a:lnTo>
                <a:cubicBezTo>
                  <a:pt x="86766" y="0"/>
                  <a:pt x="44094" y="10160"/>
                  <a:pt x="17678" y="30480"/>
                </a:cubicBezTo>
                <a:cubicBezTo>
                  <a:pt x="6502" y="39624"/>
                  <a:pt x="1422" y="52832"/>
                  <a:pt x="0" y="67056"/>
                </a:cubicBezTo>
                <a:lnTo>
                  <a:pt x="0" y="128016"/>
                </a:lnTo>
                <a:lnTo>
                  <a:pt x="120294" y="12801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76" name="!!path-9ir"/>
          <p:cNvSpPr/>
          <p:nvPr/>
        </p:nvSpPr>
        <p:spPr>
          <a:xfrm>
            <a:off x="548234" y="264262"/>
            <a:ext cx="120294" cy="67056"/>
          </a:xfrm>
          <a:custGeom>
            <a:avLst/>
            <a:gdLst/>
            <a:ahLst/>
            <a:cxnLst/>
            <a:rect l="l" t="t" r="r" b="b"/>
            <a:pathLst>
              <a:path w="120294" h="67056" fill="none">
                <a:moveTo>
                  <a:pt x="0" y="67056"/>
                </a:moveTo>
                <a:cubicBezTo>
                  <a:pt x="1422" y="52832"/>
                  <a:pt x="6502" y="39624"/>
                  <a:pt x="17678" y="30480"/>
                </a:cubicBezTo>
                <a:cubicBezTo>
                  <a:pt x="44094" y="10160"/>
                  <a:pt x="86766" y="0"/>
                  <a:pt x="113589" y="4470"/>
                </a:cubicBezTo>
                <a:lnTo>
                  <a:pt x="120294" y="1828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77" name="!!path-9is"/>
          <p:cNvSpPr/>
          <p:nvPr/>
        </p:nvSpPr>
        <p:spPr>
          <a:xfrm>
            <a:off x="548437" y="279502"/>
            <a:ext cx="133299" cy="112776"/>
          </a:xfrm>
          <a:custGeom>
            <a:avLst/>
            <a:gdLst/>
            <a:ahLst/>
            <a:cxnLst/>
            <a:rect l="l" t="t" r="r" b="b"/>
            <a:pathLst>
              <a:path w="133299" h="112776">
                <a:moveTo>
                  <a:pt x="133299" y="19710"/>
                </a:moveTo>
                <a:lnTo>
                  <a:pt x="127203" y="3048"/>
                </a:lnTo>
                <a:cubicBezTo>
                  <a:pt x="94691" y="0"/>
                  <a:pt x="54051" y="11176"/>
                  <a:pt x="27635" y="30683"/>
                </a:cubicBezTo>
                <a:cubicBezTo>
                  <a:pt x="13411" y="41250"/>
                  <a:pt x="4267" y="53848"/>
                  <a:pt x="0" y="65024"/>
                </a:cubicBezTo>
                <a:lnTo>
                  <a:pt x="0" y="112776"/>
                </a:lnTo>
                <a:lnTo>
                  <a:pt x="133299" y="11277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78" name="!!path-9it"/>
          <p:cNvSpPr/>
          <p:nvPr/>
        </p:nvSpPr>
        <p:spPr>
          <a:xfrm>
            <a:off x="548437" y="279502"/>
            <a:ext cx="133299" cy="65024"/>
          </a:xfrm>
          <a:custGeom>
            <a:avLst/>
            <a:gdLst/>
            <a:ahLst/>
            <a:cxnLst/>
            <a:rect l="l" t="t" r="r" b="b"/>
            <a:pathLst>
              <a:path w="133299" h="65024" fill="none">
                <a:moveTo>
                  <a:pt x="0" y="65024"/>
                </a:moveTo>
                <a:cubicBezTo>
                  <a:pt x="4267" y="53848"/>
                  <a:pt x="13411" y="41250"/>
                  <a:pt x="27635" y="30683"/>
                </a:cubicBezTo>
                <a:cubicBezTo>
                  <a:pt x="54051" y="11176"/>
                  <a:pt x="94691" y="0"/>
                  <a:pt x="127203" y="3048"/>
                </a:cubicBezTo>
                <a:lnTo>
                  <a:pt x="133299" y="19710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79" name="!!path-9iu"/>
          <p:cNvSpPr/>
          <p:nvPr/>
        </p:nvSpPr>
        <p:spPr>
          <a:xfrm>
            <a:off x="548843" y="293726"/>
            <a:ext cx="142646" cy="98552"/>
          </a:xfrm>
          <a:custGeom>
            <a:avLst/>
            <a:gdLst/>
            <a:ahLst/>
            <a:cxnLst/>
            <a:rect l="l" t="t" r="r" b="b"/>
            <a:pathLst>
              <a:path w="142646" h="98552">
                <a:moveTo>
                  <a:pt x="142646" y="18898"/>
                </a:moveTo>
                <a:lnTo>
                  <a:pt x="139802" y="8738"/>
                </a:lnTo>
                <a:cubicBezTo>
                  <a:pt x="106477" y="0"/>
                  <a:pt x="63805" y="5080"/>
                  <a:pt x="35357" y="19304"/>
                </a:cubicBezTo>
                <a:cubicBezTo>
                  <a:pt x="17069" y="28448"/>
                  <a:pt x="5893" y="42672"/>
                  <a:pt x="0" y="56286"/>
                </a:cubicBezTo>
                <a:lnTo>
                  <a:pt x="0" y="98552"/>
                </a:lnTo>
                <a:lnTo>
                  <a:pt x="142646" y="98552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80" name="!!path-9iv"/>
          <p:cNvSpPr/>
          <p:nvPr/>
        </p:nvSpPr>
        <p:spPr>
          <a:xfrm>
            <a:off x="548843" y="293726"/>
            <a:ext cx="142646" cy="56286"/>
          </a:xfrm>
          <a:custGeom>
            <a:avLst/>
            <a:gdLst/>
            <a:ahLst/>
            <a:cxnLst/>
            <a:rect l="l" t="t" r="r" b="b"/>
            <a:pathLst>
              <a:path w="142646" h="56286" fill="none">
                <a:moveTo>
                  <a:pt x="0" y="56286"/>
                </a:moveTo>
                <a:cubicBezTo>
                  <a:pt x="5893" y="42672"/>
                  <a:pt x="17069" y="28448"/>
                  <a:pt x="35357" y="19304"/>
                </a:cubicBezTo>
                <a:cubicBezTo>
                  <a:pt x="63805" y="5080"/>
                  <a:pt x="106477" y="0"/>
                  <a:pt x="139802" y="8738"/>
                </a:cubicBezTo>
                <a:lnTo>
                  <a:pt x="142646" y="1889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81" name="!!path-9iw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627D8D"/>
              </a:gs>
              <a:gs pos="21794">
                <a:srgbClr val="627D8D"/>
              </a:gs>
              <a:gs pos="55376">
                <a:srgbClr val="627D8D"/>
              </a:gs>
              <a:gs pos="96421">
                <a:srgbClr val="98ABB7"/>
              </a:gs>
              <a:gs pos="100000">
                <a:srgbClr val="98ABB7"/>
              </a:gs>
            </a:gsLst>
            <a:lin ang="1983350" scaled="0"/>
          </a:gradFill>
          <a:ln>
            <a:noFill/>
          </a:ln>
        </p:spPr>
      </p:sp>
      <p:sp>
        <p:nvSpPr>
          <p:cNvPr id="82" name="!!path-9ix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0000"/>
                </a:srgbClr>
              </a:gs>
              <a:gs pos="4764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83333" t="79291" r="16667" b="20709"/>
            </a:path>
          </a:gradFill>
          <a:ln>
            <a:noFill/>
          </a:ln>
        </p:spPr>
      </p:sp>
      <p:sp>
        <p:nvSpPr>
          <p:cNvPr id="83" name="!!line-9iy"/>
          <p:cNvSpPr/>
          <p:nvPr/>
        </p:nvSpPr>
        <p:spPr>
          <a:xfrm>
            <a:off x="549046" y="363017"/>
            <a:ext cx="1" cy="153619"/>
          </a:xfrm>
          <a:custGeom>
            <a:avLst/>
            <a:gdLst/>
            <a:ahLst/>
            <a:cxnLst/>
            <a:rect l="l" t="t" r="r" b="b"/>
            <a:pathLst>
              <a:path w="1" h="153619">
                <a:moveTo>
                  <a:pt x="0" y="0"/>
                </a:moveTo>
                <a:lnTo>
                  <a:pt x="0" y="153619"/>
                </a:lnTo>
              </a:path>
            </a:pathLst>
          </a:custGeom>
          <a:solidFill>
            <a:srgbClr val="000000"/>
          </a:solidFill>
          <a:ln w="6909" cap="rnd">
            <a:solidFill>
              <a:srgbClr val="C9D3D9"/>
            </a:solidFill>
            <a:prstDash val="solid"/>
            <a:miter lim="800000"/>
          </a:ln>
        </p:spPr>
      </p:sp>
      <p:sp>
        <p:nvSpPr>
          <p:cNvPr id="84" name="!!path-9iz"/>
          <p:cNvSpPr/>
          <p:nvPr/>
        </p:nvSpPr>
        <p:spPr>
          <a:xfrm>
            <a:off x="657962" y="442062"/>
            <a:ext cx="25400" cy="37998"/>
          </a:xfrm>
          <a:custGeom>
            <a:avLst/>
            <a:gdLst/>
            <a:ahLst/>
            <a:cxnLst/>
            <a:rect l="l" t="t" r="r" b="b"/>
            <a:pathLst>
              <a:path w="25400" h="37998">
                <a:moveTo>
                  <a:pt x="0" y="2642"/>
                </a:moveTo>
                <a:lnTo>
                  <a:pt x="15240" y="0"/>
                </a:lnTo>
                <a:lnTo>
                  <a:pt x="25400" y="37186"/>
                </a:lnTo>
                <a:lnTo>
                  <a:pt x="7518" y="37998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 w="1016" cap="flat">
            <a:solidFill>
              <a:srgbClr val="FFFFFF">
                <a:alpha val="55000"/>
              </a:srgbClr>
            </a:solidFill>
            <a:prstDash val="solid"/>
            <a:round/>
          </a:ln>
        </p:spPr>
      </p:sp>
      <p:sp>
        <p:nvSpPr>
          <p:cNvPr id="85" name="!!text-9j0" descr="救「舊」我的書"/>
          <p:cNvSpPr txBox="1"/>
          <p:nvPr/>
        </p:nvSpPr>
        <p:spPr>
          <a:xfrm>
            <a:off x="805879" y="251460"/>
            <a:ext cx="1120140" cy="25745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400" b="1" kern="0" spc="-70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救</a:t>
            </a:r>
            <a:r>
              <a:rPr lang="zh-TW" altLang="en-US" sz="14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「舊</a:t>
            </a:r>
            <a:r>
              <a:rPr lang="zh-TW" altLang="en-US" sz="1400" b="1" kern="0" spc="-70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」</a:t>
            </a:r>
            <a:r>
              <a:rPr lang="zh-TW" altLang="en-US" sz="14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我的書</a:t>
            </a:r>
            <a:endParaRPr lang="zh-TW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fast" p14:dur="2500" advTm="100">
        <p159:morph option="byObject"/>
      </p:transition>
    </mc:Choice>
    <mc:Fallback>
      <p:transition spd="fast" advTm="100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57.4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rect-1q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7"/>
          </a:solidFill>
          <a:ln>
            <a:noFill/>
          </a:ln>
        </p:spPr>
      </p:sp>
      <p:sp>
        <p:nvSpPr>
          <p:cNvPr id="3" name="!!ellipse-1q2"/>
          <p:cNvSpPr/>
          <p:nvPr/>
        </p:nvSpPr>
        <p:spPr>
          <a:xfrm>
            <a:off x="-889000" y="-952500"/>
            <a:ext cx="13970000" cy="7874000"/>
          </a:xfrm>
          <a:prstGeom prst="ellipse">
            <a:avLst/>
          </a:prstGeom>
          <a:gradFill rotWithShape="1">
            <a:gsLst>
              <a:gs pos="0">
                <a:srgbClr val="FFFFFF">
                  <a:alpha val="95000"/>
                </a:srgbClr>
              </a:gs>
              <a:gs pos="40865">
                <a:srgbClr val="FFFFFF">
                  <a:alpha val="35000"/>
                </a:srgbClr>
              </a:gs>
              <a:gs pos="68108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!!rect-1q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P1"/>
            <a:srcRect/>
            <a:tile tx="38624" ty="119749" sx="16667" sy="16667" flip="none" algn="tl"/>
          </a:blipFill>
          <a:ln>
            <a:noFill/>
          </a:ln>
        </p:spPr>
      </p:sp>
      <p:sp>
        <p:nvSpPr>
          <p:cNvPr id="5" name="!!circle-1qv"/>
          <p:cNvSpPr/>
          <p:nvPr/>
        </p:nvSpPr>
        <p:spPr>
          <a:xfrm>
            <a:off x="8124371" y="3664078"/>
            <a:ext cx="1551610" cy="1551610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" name="!!circle-1qy"/>
          <p:cNvSpPr/>
          <p:nvPr/>
        </p:nvSpPr>
        <p:spPr>
          <a:xfrm>
            <a:off x="11669215" y="-1622716"/>
            <a:ext cx="2674569" cy="2674569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7" name="!!circle-1r1"/>
          <p:cNvSpPr/>
          <p:nvPr/>
        </p:nvSpPr>
        <p:spPr>
          <a:xfrm>
            <a:off x="8893667" y="2912670"/>
            <a:ext cx="905370" cy="905370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8" name="!!circle-1ro"/>
          <p:cNvSpPr/>
          <p:nvPr/>
        </p:nvSpPr>
        <p:spPr>
          <a:xfrm>
            <a:off x="202962" y="4720420"/>
            <a:ext cx="1641335" cy="1641335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9" name="!!circle-1rs"/>
          <p:cNvSpPr/>
          <p:nvPr/>
        </p:nvSpPr>
        <p:spPr>
          <a:xfrm>
            <a:off x="10355571" y="4545661"/>
            <a:ext cx="1598701" cy="1598701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0" name="!!rect-1sh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5F7">
                  <a:alpha val="0"/>
                </a:srgbClr>
              </a:gs>
              <a:gs pos="20428">
                <a:srgbClr val="F3F5F7">
                  <a:alpha val="0"/>
                </a:srgbClr>
              </a:gs>
              <a:gs pos="66730">
                <a:srgbClr val="F3F5F7"/>
              </a:gs>
              <a:gs pos="100000">
                <a:srgbClr val="F3F5F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1" name="!!circle-1sj"/>
          <p:cNvSpPr/>
          <p:nvPr/>
        </p:nvSpPr>
        <p:spPr>
          <a:xfrm>
            <a:off x="109194" y="246274"/>
            <a:ext cx="50038" cy="50038"/>
          </a:xfrm>
          <a:prstGeom prst="ellipse">
            <a:avLst/>
          </a:prstGeom>
          <a:solidFill>
            <a:srgbClr val="627D8D">
              <a:alpha val="25400"/>
            </a:srgbClr>
          </a:solidFill>
          <a:ln>
            <a:noFill/>
          </a:ln>
        </p:spPr>
      </p:sp>
      <p:sp>
        <p:nvSpPr>
          <p:cNvPr id="12" name="!!circle-1sm"/>
          <p:cNvSpPr/>
          <p:nvPr/>
        </p:nvSpPr>
        <p:spPr>
          <a:xfrm>
            <a:off x="5635367" y="1521139"/>
            <a:ext cx="36055" cy="36055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13" name="!!circle-1sp"/>
          <p:cNvSpPr/>
          <p:nvPr/>
        </p:nvSpPr>
        <p:spPr>
          <a:xfrm>
            <a:off x="9306760" y="3430451"/>
            <a:ext cx="24295" cy="24295"/>
          </a:xfrm>
          <a:prstGeom prst="ellipse">
            <a:avLst/>
          </a:prstGeom>
          <a:solidFill>
            <a:srgbClr val="627D8D">
              <a:alpha val="18100"/>
            </a:srgbClr>
          </a:solidFill>
          <a:ln>
            <a:noFill/>
          </a:ln>
        </p:spPr>
      </p:sp>
      <p:sp>
        <p:nvSpPr>
          <p:cNvPr id="14" name="!!circle-1ss"/>
          <p:cNvSpPr/>
          <p:nvPr/>
        </p:nvSpPr>
        <p:spPr>
          <a:xfrm>
            <a:off x="3567857" y="6599582"/>
            <a:ext cx="25959" cy="25959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15" name="!!circle-1sv"/>
          <p:cNvSpPr/>
          <p:nvPr/>
        </p:nvSpPr>
        <p:spPr>
          <a:xfrm>
            <a:off x="1904590" y="1904105"/>
            <a:ext cx="35878" cy="35878"/>
          </a:xfrm>
          <a:prstGeom prst="ellipse">
            <a:avLst/>
          </a:prstGeom>
          <a:solidFill>
            <a:srgbClr val="627D8D">
              <a:alpha val="26800"/>
            </a:srgbClr>
          </a:solidFill>
          <a:ln>
            <a:noFill/>
          </a:ln>
        </p:spPr>
      </p:sp>
      <p:sp>
        <p:nvSpPr>
          <p:cNvPr id="16" name="!!circle-1sy"/>
          <p:cNvSpPr/>
          <p:nvPr/>
        </p:nvSpPr>
        <p:spPr>
          <a:xfrm>
            <a:off x="6768575" y="4070870"/>
            <a:ext cx="40234" cy="40234"/>
          </a:xfrm>
          <a:prstGeom prst="ellipse">
            <a:avLst/>
          </a:prstGeom>
          <a:solidFill>
            <a:srgbClr val="627D8D">
              <a:alpha val="31300"/>
            </a:srgbClr>
          </a:solidFill>
          <a:ln>
            <a:noFill/>
          </a:ln>
        </p:spPr>
      </p:sp>
      <p:sp>
        <p:nvSpPr>
          <p:cNvPr id="17" name="!!circle-1t1"/>
          <p:cNvSpPr/>
          <p:nvPr/>
        </p:nvSpPr>
        <p:spPr>
          <a:xfrm>
            <a:off x="10035554" y="126053"/>
            <a:ext cx="23559" cy="23559"/>
          </a:xfrm>
          <a:prstGeom prst="ellipse">
            <a:avLst/>
          </a:prstGeom>
          <a:solidFill>
            <a:srgbClr val="627D8D">
              <a:alpha val="17900"/>
            </a:srgbClr>
          </a:solidFill>
          <a:ln>
            <a:noFill/>
          </a:ln>
        </p:spPr>
      </p:sp>
      <p:sp>
        <p:nvSpPr>
          <p:cNvPr id="18" name="!!circle-1t4"/>
          <p:cNvSpPr/>
          <p:nvPr/>
        </p:nvSpPr>
        <p:spPr>
          <a:xfrm>
            <a:off x="1099308" y="5107940"/>
            <a:ext cx="29959" cy="29959"/>
          </a:xfrm>
          <a:prstGeom prst="ellipse">
            <a:avLst/>
          </a:prstGeom>
          <a:solidFill>
            <a:srgbClr val="627D8D">
              <a:alpha val="19400"/>
            </a:srgbClr>
          </a:solidFill>
          <a:ln>
            <a:noFill/>
          </a:ln>
        </p:spPr>
      </p:sp>
      <p:sp>
        <p:nvSpPr>
          <p:cNvPr id="19" name="!!circle-1t7"/>
          <p:cNvSpPr/>
          <p:nvPr/>
        </p:nvSpPr>
        <p:spPr>
          <a:xfrm>
            <a:off x="8527103" y="4621143"/>
            <a:ext cx="28702" cy="28702"/>
          </a:xfrm>
          <a:prstGeom prst="ellipse">
            <a:avLst/>
          </a:prstGeom>
          <a:solidFill>
            <a:srgbClr val="627D8D">
              <a:alpha val="17800"/>
            </a:srgbClr>
          </a:solidFill>
          <a:ln>
            <a:noFill/>
          </a:ln>
        </p:spPr>
      </p:sp>
      <p:sp>
        <p:nvSpPr>
          <p:cNvPr id="20" name="!!circle-1ta"/>
          <p:cNvSpPr/>
          <p:nvPr/>
        </p:nvSpPr>
        <p:spPr>
          <a:xfrm>
            <a:off x="11078680" y="2078741"/>
            <a:ext cx="24066" cy="24066"/>
          </a:xfrm>
          <a:prstGeom prst="ellipse">
            <a:avLst/>
          </a:prstGeom>
          <a:solidFill>
            <a:srgbClr val="627D8D">
              <a:alpha val="23900"/>
            </a:srgbClr>
          </a:solidFill>
          <a:ln>
            <a:noFill/>
          </a:ln>
        </p:spPr>
      </p:sp>
      <p:sp>
        <p:nvSpPr>
          <p:cNvPr id="21" name="!!circle-1td"/>
          <p:cNvSpPr/>
          <p:nvPr/>
        </p:nvSpPr>
        <p:spPr>
          <a:xfrm>
            <a:off x="8362218" y="6123175"/>
            <a:ext cx="35865" cy="35865"/>
          </a:xfrm>
          <a:prstGeom prst="ellipse">
            <a:avLst/>
          </a:prstGeom>
          <a:solidFill>
            <a:srgbClr val="627D8D">
              <a:alpha val="28200"/>
            </a:srgbClr>
          </a:solidFill>
          <a:ln>
            <a:noFill/>
          </a:ln>
        </p:spPr>
      </p:sp>
      <p:sp>
        <p:nvSpPr>
          <p:cNvPr id="22" name="!!circle-1tg"/>
          <p:cNvSpPr/>
          <p:nvPr/>
        </p:nvSpPr>
        <p:spPr>
          <a:xfrm>
            <a:off x="1437724" y="3382119"/>
            <a:ext cx="39218" cy="39218"/>
          </a:xfrm>
          <a:prstGeom prst="ellipse">
            <a:avLst/>
          </a:prstGeom>
          <a:solidFill>
            <a:srgbClr val="627D8D">
              <a:alpha val="29600"/>
            </a:srgbClr>
          </a:solidFill>
          <a:ln>
            <a:noFill/>
          </a:ln>
        </p:spPr>
      </p:sp>
      <p:sp>
        <p:nvSpPr>
          <p:cNvPr id="23" name="!!circle-1tj"/>
          <p:cNvSpPr/>
          <p:nvPr/>
        </p:nvSpPr>
        <p:spPr>
          <a:xfrm>
            <a:off x="7175622" y="6378350"/>
            <a:ext cx="49733" cy="49733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4" name="!!circle-1tm"/>
          <p:cNvSpPr/>
          <p:nvPr/>
        </p:nvSpPr>
        <p:spPr>
          <a:xfrm>
            <a:off x="6313977" y="2033298"/>
            <a:ext cx="41694" cy="41694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5" name="!!circle-1tp"/>
          <p:cNvSpPr/>
          <p:nvPr/>
        </p:nvSpPr>
        <p:spPr>
          <a:xfrm>
            <a:off x="6786344" y="5436602"/>
            <a:ext cx="31979" cy="31979"/>
          </a:xfrm>
          <a:prstGeom prst="ellipse">
            <a:avLst/>
          </a:prstGeom>
          <a:solidFill>
            <a:srgbClr val="627D8D">
              <a:alpha val="24100"/>
            </a:srgbClr>
          </a:solidFill>
          <a:ln>
            <a:noFill/>
          </a:ln>
        </p:spPr>
      </p:sp>
      <p:sp>
        <p:nvSpPr>
          <p:cNvPr id="26" name="!!circle-1ts"/>
          <p:cNvSpPr/>
          <p:nvPr/>
        </p:nvSpPr>
        <p:spPr>
          <a:xfrm>
            <a:off x="3829497" y="1385723"/>
            <a:ext cx="18085" cy="18085"/>
          </a:xfrm>
          <a:prstGeom prst="ellipse">
            <a:avLst/>
          </a:prstGeom>
          <a:solidFill>
            <a:srgbClr val="627D8D">
              <a:alpha val="10500"/>
            </a:srgbClr>
          </a:solidFill>
          <a:ln>
            <a:noFill/>
          </a:ln>
        </p:spPr>
      </p:sp>
      <p:sp>
        <p:nvSpPr>
          <p:cNvPr id="27" name="!!circle-1ty"/>
          <p:cNvSpPr/>
          <p:nvPr/>
        </p:nvSpPr>
        <p:spPr>
          <a:xfrm>
            <a:off x="3399388" y="6572132"/>
            <a:ext cx="39243" cy="39243"/>
          </a:xfrm>
          <a:prstGeom prst="ellipse">
            <a:avLst/>
          </a:prstGeom>
          <a:solidFill>
            <a:srgbClr val="627D8D">
              <a:alpha val="27700"/>
            </a:srgbClr>
          </a:solidFill>
          <a:ln>
            <a:noFill/>
          </a:ln>
        </p:spPr>
      </p:sp>
      <p:sp>
        <p:nvSpPr>
          <p:cNvPr id="28" name="!!circle-1u1"/>
          <p:cNvSpPr/>
          <p:nvPr/>
        </p:nvSpPr>
        <p:spPr>
          <a:xfrm>
            <a:off x="1668879" y="6712139"/>
            <a:ext cx="34519" cy="34519"/>
          </a:xfrm>
          <a:prstGeom prst="ellipse">
            <a:avLst/>
          </a:prstGeom>
          <a:solidFill>
            <a:srgbClr val="627D8D">
              <a:alpha val="22500"/>
            </a:srgbClr>
          </a:solidFill>
          <a:ln>
            <a:noFill/>
          </a:ln>
        </p:spPr>
      </p:sp>
      <p:sp>
        <p:nvSpPr>
          <p:cNvPr id="29" name="!!circle-1u4"/>
          <p:cNvSpPr/>
          <p:nvPr/>
        </p:nvSpPr>
        <p:spPr>
          <a:xfrm>
            <a:off x="2589419" y="5377920"/>
            <a:ext cx="46228" cy="46228"/>
          </a:xfrm>
          <a:prstGeom prst="ellipse">
            <a:avLst/>
          </a:prstGeom>
          <a:solidFill>
            <a:srgbClr val="627D8D">
              <a:alpha val="26200"/>
            </a:srgbClr>
          </a:solidFill>
          <a:ln>
            <a:noFill/>
          </a:ln>
        </p:spPr>
      </p:sp>
      <p:sp>
        <p:nvSpPr>
          <p:cNvPr id="30" name="!!circle-1u7"/>
          <p:cNvSpPr/>
          <p:nvPr/>
        </p:nvSpPr>
        <p:spPr>
          <a:xfrm>
            <a:off x="7411591" y="4924749"/>
            <a:ext cx="49327" cy="49327"/>
          </a:xfrm>
          <a:prstGeom prst="ellipse">
            <a:avLst/>
          </a:prstGeom>
          <a:solidFill>
            <a:srgbClr val="627D8D">
              <a:alpha val="20800"/>
            </a:srgbClr>
          </a:solidFill>
          <a:ln>
            <a:noFill/>
          </a:ln>
        </p:spPr>
      </p:sp>
      <p:sp>
        <p:nvSpPr>
          <p:cNvPr id="31" name="!!circle-1ua"/>
          <p:cNvSpPr/>
          <p:nvPr/>
        </p:nvSpPr>
        <p:spPr>
          <a:xfrm>
            <a:off x="9691230" y="5698395"/>
            <a:ext cx="24054" cy="24054"/>
          </a:xfrm>
          <a:prstGeom prst="ellipse">
            <a:avLst/>
          </a:prstGeom>
          <a:solidFill>
            <a:srgbClr val="627D8D">
              <a:alpha val="22200"/>
            </a:srgbClr>
          </a:solidFill>
          <a:ln>
            <a:noFill/>
          </a:ln>
        </p:spPr>
      </p:sp>
      <p:sp>
        <p:nvSpPr>
          <p:cNvPr id="32" name="!!circle-1ud"/>
          <p:cNvSpPr/>
          <p:nvPr/>
        </p:nvSpPr>
        <p:spPr>
          <a:xfrm>
            <a:off x="2136293" y="1612093"/>
            <a:ext cx="32271" cy="32271"/>
          </a:xfrm>
          <a:prstGeom prst="ellipse">
            <a:avLst/>
          </a:prstGeom>
          <a:solidFill>
            <a:srgbClr val="627D8D">
              <a:alpha val="20500"/>
            </a:srgbClr>
          </a:solidFill>
          <a:ln>
            <a:noFill/>
          </a:ln>
        </p:spPr>
      </p:sp>
      <p:sp>
        <p:nvSpPr>
          <p:cNvPr id="33" name="!!circle-1uj"/>
          <p:cNvSpPr/>
          <p:nvPr/>
        </p:nvSpPr>
        <p:spPr>
          <a:xfrm>
            <a:off x="2097247" y="2634532"/>
            <a:ext cx="34252" cy="34252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34" name="!!circle-1um"/>
          <p:cNvSpPr/>
          <p:nvPr/>
        </p:nvSpPr>
        <p:spPr>
          <a:xfrm>
            <a:off x="9620295" y="4648740"/>
            <a:ext cx="44196" cy="44196"/>
          </a:xfrm>
          <a:prstGeom prst="ellipse">
            <a:avLst/>
          </a:prstGeom>
          <a:solidFill>
            <a:srgbClr val="627D8D">
              <a:alpha val="21700"/>
            </a:srgbClr>
          </a:solidFill>
          <a:ln>
            <a:noFill/>
          </a:ln>
        </p:spPr>
      </p:sp>
      <p:sp>
        <p:nvSpPr>
          <p:cNvPr id="35" name="!!circle-1up"/>
          <p:cNvSpPr/>
          <p:nvPr/>
        </p:nvSpPr>
        <p:spPr>
          <a:xfrm>
            <a:off x="6819801" y="1915087"/>
            <a:ext cx="35192" cy="35192"/>
          </a:xfrm>
          <a:prstGeom prst="ellipse">
            <a:avLst/>
          </a:prstGeom>
          <a:solidFill>
            <a:srgbClr val="627D8D">
              <a:alpha val="27100"/>
            </a:srgbClr>
          </a:solidFill>
          <a:ln>
            <a:noFill/>
          </a:ln>
        </p:spPr>
      </p:sp>
      <p:sp>
        <p:nvSpPr>
          <p:cNvPr id="36" name="!!circle-1us"/>
          <p:cNvSpPr/>
          <p:nvPr/>
        </p:nvSpPr>
        <p:spPr>
          <a:xfrm>
            <a:off x="10096958" y="5528405"/>
            <a:ext cx="43358" cy="43358"/>
          </a:xfrm>
          <a:prstGeom prst="ellipse">
            <a:avLst/>
          </a:prstGeom>
          <a:solidFill>
            <a:srgbClr val="627D8D">
              <a:alpha val="19500"/>
            </a:srgbClr>
          </a:solidFill>
          <a:ln>
            <a:noFill/>
          </a:ln>
        </p:spPr>
      </p:sp>
      <p:sp>
        <p:nvSpPr>
          <p:cNvPr id="37" name="!!circle-1uv"/>
          <p:cNvSpPr/>
          <p:nvPr/>
        </p:nvSpPr>
        <p:spPr>
          <a:xfrm>
            <a:off x="3090123" y="2329269"/>
            <a:ext cx="33528" cy="33528"/>
          </a:xfrm>
          <a:prstGeom prst="ellipse">
            <a:avLst/>
          </a:prstGeom>
          <a:solidFill>
            <a:srgbClr val="627D8D">
              <a:alpha val="28300"/>
            </a:srgbClr>
          </a:solidFill>
          <a:ln>
            <a:noFill/>
          </a:ln>
        </p:spPr>
      </p:sp>
      <p:sp>
        <p:nvSpPr>
          <p:cNvPr id="38" name="!!circle-1uy"/>
          <p:cNvSpPr/>
          <p:nvPr/>
        </p:nvSpPr>
        <p:spPr>
          <a:xfrm>
            <a:off x="6741265" y="2865160"/>
            <a:ext cx="28956" cy="28956"/>
          </a:xfrm>
          <a:prstGeom prst="ellipse">
            <a:avLst/>
          </a:prstGeom>
          <a:solidFill>
            <a:srgbClr val="627D8D">
              <a:alpha val="21800"/>
            </a:srgbClr>
          </a:solidFill>
          <a:ln>
            <a:noFill/>
          </a:ln>
        </p:spPr>
      </p:sp>
      <p:sp>
        <p:nvSpPr>
          <p:cNvPr id="39" name="!!circle-1v1"/>
          <p:cNvSpPr/>
          <p:nvPr/>
        </p:nvSpPr>
        <p:spPr>
          <a:xfrm>
            <a:off x="6971965" y="6601076"/>
            <a:ext cx="45555" cy="45555"/>
          </a:xfrm>
          <a:prstGeom prst="ellipse">
            <a:avLst/>
          </a:prstGeom>
          <a:solidFill>
            <a:srgbClr val="627D8D">
              <a:alpha val="20900"/>
            </a:srgbClr>
          </a:solidFill>
          <a:ln>
            <a:noFill/>
          </a:ln>
        </p:spPr>
      </p:sp>
      <p:sp>
        <p:nvSpPr>
          <p:cNvPr id="40" name="!!circle-1v4"/>
          <p:cNvSpPr/>
          <p:nvPr/>
        </p:nvSpPr>
        <p:spPr>
          <a:xfrm>
            <a:off x="11321997" y="3572144"/>
            <a:ext cx="39484" cy="39484"/>
          </a:xfrm>
          <a:prstGeom prst="ellipse">
            <a:avLst/>
          </a:prstGeom>
          <a:solidFill>
            <a:srgbClr val="627D8D">
              <a:alpha val="13600"/>
            </a:srgbClr>
          </a:solidFill>
          <a:ln>
            <a:noFill/>
          </a:ln>
        </p:spPr>
      </p:sp>
      <p:sp>
        <p:nvSpPr>
          <p:cNvPr id="41" name="!!circle-1v7"/>
          <p:cNvSpPr/>
          <p:nvPr/>
        </p:nvSpPr>
        <p:spPr>
          <a:xfrm>
            <a:off x="7434873" y="5779243"/>
            <a:ext cx="30455" cy="30455"/>
          </a:xfrm>
          <a:prstGeom prst="ellipse">
            <a:avLst/>
          </a:prstGeom>
          <a:solidFill>
            <a:srgbClr val="627D8D">
              <a:alpha val="16500"/>
            </a:srgbClr>
          </a:solidFill>
          <a:ln>
            <a:noFill/>
          </a:ln>
        </p:spPr>
      </p:sp>
      <p:sp>
        <p:nvSpPr>
          <p:cNvPr id="42" name="!!circle-1va"/>
          <p:cNvSpPr/>
          <p:nvPr/>
        </p:nvSpPr>
        <p:spPr>
          <a:xfrm>
            <a:off x="8931778" y="6529282"/>
            <a:ext cx="28257" cy="28257"/>
          </a:xfrm>
          <a:prstGeom prst="ellipse">
            <a:avLst/>
          </a:prstGeom>
          <a:solidFill>
            <a:srgbClr val="627D8D">
              <a:alpha val="15700"/>
            </a:srgbClr>
          </a:solidFill>
          <a:ln>
            <a:noFill/>
          </a:ln>
        </p:spPr>
      </p:sp>
      <p:sp>
        <p:nvSpPr>
          <p:cNvPr id="43" name="!!circle-1vd"/>
          <p:cNvSpPr/>
          <p:nvPr/>
        </p:nvSpPr>
        <p:spPr>
          <a:xfrm>
            <a:off x="11312504" y="5254768"/>
            <a:ext cx="45149" cy="45149"/>
          </a:xfrm>
          <a:prstGeom prst="ellipse">
            <a:avLst/>
          </a:prstGeom>
          <a:solidFill>
            <a:srgbClr val="627D8D">
              <a:alpha val="31200"/>
            </a:srgbClr>
          </a:solidFill>
          <a:ln>
            <a:noFill/>
          </a:ln>
        </p:spPr>
      </p:sp>
      <p:sp>
        <p:nvSpPr>
          <p:cNvPr id="44" name="!!circle-1vg"/>
          <p:cNvSpPr/>
          <p:nvPr/>
        </p:nvSpPr>
        <p:spPr>
          <a:xfrm>
            <a:off x="3441135" y="3480707"/>
            <a:ext cx="30696" cy="30696"/>
          </a:xfrm>
          <a:prstGeom prst="ellipse">
            <a:avLst/>
          </a:prstGeom>
          <a:solidFill>
            <a:srgbClr val="627D8D">
              <a:alpha val="25700"/>
            </a:srgbClr>
          </a:solidFill>
          <a:ln>
            <a:noFill/>
          </a:ln>
        </p:spPr>
      </p:sp>
      <p:sp>
        <p:nvSpPr>
          <p:cNvPr id="45" name="!!circle-1vj"/>
          <p:cNvSpPr/>
          <p:nvPr/>
        </p:nvSpPr>
        <p:spPr>
          <a:xfrm>
            <a:off x="8825324" y="4034153"/>
            <a:ext cx="37401" cy="37401"/>
          </a:xfrm>
          <a:prstGeom prst="ellipse">
            <a:avLst/>
          </a:prstGeom>
          <a:solidFill>
            <a:srgbClr val="627D8D">
              <a:alpha val="16000"/>
            </a:srgbClr>
          </a:solidFill>
          <a:ln>
            <a:noFill/>
          </a:ln>
        </p:spPr>
      </p:sp>
      <p:sp>
        <p:nvSpPr>
          <p:cNvPr id="46" name="!!circle-1vm"/>
          <p:cNvSpPr/>
          <p:nvPr/>
        </p:nvSpPr>
        <p:spPr>
          <a:xfrm>
            <a:off x="1723028" y="4779640"/>
            <a:ext cx="33096" cy="33096"/>
          </a:xfrm>
          <a:prstGeom prst="ellipse">
            <a:avLst/>
          </a:prstGeom>
          <a:solidFill>
            <a:srgbClr val="627D8D">
              <a:alpha val="22300"/>
            </a:srgbClr>
          </a:solidFill>
          <a:ln>
            <a:noFill/>
          </a:ln>
        </p:spPr>
      </p:sp>
      <p:sp>
        <p:nvSpPr>
          <p:cNvPr id="47" name="!!circle-1vp"/>
          <p:cNvSpPr/>
          <p:nvPr/>
        </p:nvSpPr>
        <p:spPr>
          <a:xfrm>
            <a:off x="11599172" y="886674"/>
            <a:ext cx="21145" cy="21145"/>
          </a:xfrm>
          <a:prstGeom prst="ellipse">
            <a:avLst/>
          </a:prstGeom>
          <a:solidFill>
            <a:srgbClr val="627D8D">
              <a:alpha val="16300"/>
            </a:srgbClr>
          </a:solidFill>
          <a:ln>
            <a:noFill/>
          </a:ln>
        </p:spPr>
      </p:sp>
      <p:sp>
        <p:nvSpPr>
          <p:cNvPr id="48" name="!!circle-1vs"/>
          <p:cNvSpPr/>
          <p:nvPr/>
        </p:nvSpPr>
        <p:spPr>
          <a:xfrm>
            <a:off x="11077160" y="5751483"/>
            <a:ext cx="35281" cy="35281"/>
          </a:xfrm>
          <a:prstGeom prst="ellipse">
            <a:avLst/>
          </a:prstGeom>
          <a:solidFill>
            <a:srgbClr val="627D8D">
              <a:alpha val="30000"/>
            </a:srgbClr>
          </a:solidFill>
          <a:ln>
            <a:noFill/>
          </a:ln>
        </p:spPr>
      </p:sp>
      <p:sp>
        <p:nvSpPr>
          <p:cNvPr id="49" name="!!path-369"/>
          <p:cNvSpPr/>
          <p:nvPr/>
        </p:nvSpPr>
        <p:spPr>
          <a:xfrm>
            <a:off x="2178556" y="748670"/>
            <a:ext cx="4789834" cy="2360946"/>
          </a:xfrm>
          <a:custGeom>
            <a:avLst/>
            <a:gdLst/>
            <a:ahLst/>
            <a:cxnLst/>
            <a:rect l="l" t="t" r="r" b="b"/>
            <a:pathLst>
              <a:path w="4789834" h="2360946" fill="none">
                <a:moveTo>
                  <a:pt x="4789834" y="2360946"/>
                </a:moveTo>
                <a:quadBezTo>
                  <a:pt x="2769291" y="420948"/>
                  <a:pt x="0" y="0"/>
                </a:quadBezTo>
              </a:path>
            </a:pathLst>
          </a:custGeom>
          <a:noFill/>
          <a:ln w="20193" cap="rnd">
            <a:solidFill>
              <a:srgbClr val="627D8D">
                <a:alpha val="26000"/>
              </a:srgbClr>
            </a:solidFill>
            <a:prstDash val="solid"/>
            <a:round/>
          </a:ln>
        </p:spPr>
      </p:sp>
      <p:sp>
        <p:nvSpPr>
          <p:cNvPr id="50" name="!!circle-36c"/>
          <p:cNvSpPr/>
          <p:nvPr/>
        </p:nvSpPr>
        <p:spPr>
          <a:xfrm>
            <a:off x="6413532" y="2605811"/>
            <a:ext cx="129530" cy="129530"/>
          </a:xfrm>
          <a:custGeom>
            <a:avLst/>
            <a:gdLst/>
            <a:ahLst/>
            <a:cxnLst/>
            <a:rect l="l" t="t" r="r" b="b"/>
            <a:pathLst>
              <a:path w="129530" h="129530">
                <a:moveTo>
                  <a:pt x="129382" y="64497"/>
                </a:moveTo>
                <a:cubicBezTo>
                  <a:pt x="129530" y="100184"/>
                  <a:pt x="100721" y="129234"/>
                  <a:pt x="65034" y="129382"/>
                </a:cubicBezTo>
                <a:cubicBezTo>
                  <a:pt x="29347" y="129530"/>
                  <a:pt x="296" y="100721"/>
                  <a:pt x="148" y="65034"/>
                </a:cubicBezTo>
                <a:cubicBezTo>
                  <a:pt x="0" y="29347"/>
                  <a:pt x="28810" y="296"/>
                  <a:pt x="64497" y="148"/>
                </a:cubicBezTo>
                <a:cubicBezTo>
                  <a:pt x="100184" y="0"/>
                  <a:pt x="129234" y="28810"/>
                  <a:pt x="129382" y="64497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65455"/>
                </a:srgbClr>
              </a:gs>
              <a:gs pos="28220">
                <a:srgbClr val="627D8D">
                  <a:alpha val="32727"/>
                </a:srgbClr>
              </a:gs>
              <a:gs pos="70549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1" name="!!path-36t"/>
          <p:cNvSpPr/>
          <p:nvPr/>
        </p:nvSpPr>
        <p:spPr>
          <a:xfrm>
            <a:off x="7855965" y="-785450"/>
            <a:ext cx="612704" cy="3331810"/>
          </a:xfrm>
          <a:custGeom>
            <a:avLst/>
            <a:gdLst/>
            <a:ahLst/>
            <a:cxnLst/>
            <a:rect l="l" t="t" r="r" b="b"/>
            <a:pathLst>
              <a:path w="612704" h="3331810" fill="none">
                <a:moveTo>
                  <a:pt x="13841" y="3331810"/>
                </a:moveTo>
                <a:quadBezTo>
                  <a:pt x="612704" y="1663389"/>
                  <a:pt x="0" y="0"/>
                </a:quadBezTo>
              </a:path>
            </a:pathLst>
          </a:custGeom>
          <a:noFill/>
          <a:ln w="20193" cap="rnd">
            <a:solidFill>
              <a:srgbClr val="627D8D">
                <a:alpha val="26000"/>
              </a:srgbClr>
            </a:solidFill>
            <a:prstDash val="solid"/>
            <a:round/>
          </a:ln>
        </p:spPr>
      </p:sp>
      <p:sp>
        <p:nvSpPr>
          <p:cNvPr id="52" name="!!circle-36w"/>
          <p:cNvSpPr/>
          <p:nvPr/>
        </p:nvSpPr>
        <p:spPr>
          <a:xfrm>
            <a:off x="7892432" y="2216917"/>
            <a:ext cx="129530" cy="129530"/>
          </a:xfrm>
          <a:custGeom>
            <a:avLst/>
            <a:gdLst/>
            <a:ahLst/>
            <a:cxnLst/>
            <a:rect l="l" t="t" r="r" b="b"/>
            <a:pathLst>
              <a:path w="129530" h="129530">
                <a:moveTo>
                  <a:pt x="129382" y="64497"/>
                </a:moveTo>
                <a:cubicBezTo>
                  <a:pt x="129530" y="100184"/>
                  <a:pt x="100721" y="129234"/>
                  <a:pt x="65034" y="129382"/>
                </a:cubicBezTo>
                <a:cubicBezTo>
                  <a:pt x="29347" y="129530"/>
                  <a:pt x="296" y="100721"/>
                  <a:pt x="148" y="65034"/>
                </a:cubicBezTo>
                <a:cubicBezTo>
                  <a:pt x="0" y="29347"/>
                  <a:pt x="28810" y="296"/>
                  <a:pt x="64497" y="148"/>
                </a:cubicBezTo>
                <a:cubicBezTo>
                  <a:pt x="100184" y="0"/>
                  <a:pt x="129234" y="28810"/>
                  <a:pt x="129382" y="64497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44182"/>
                </a:srgbClr>
              </a:gs>
              <a:gs pos="28220">
                <a:srgbClr val="627D8D">
                  <a:alpha val="22091"/>
                </a:srgbClr>
              </a:gs>
              <a:gs pos="70549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3" name="!!path-37d"/>
          <p:cNvSpPr/>
          <p:nvPr/>
        </p:nvSpPr>
        <p:spPr>
          <a:xfrm>
            <a:off x="8775870" y="701449"/>
            <a:ext cx="4770054" cy="2400659"/>
          </a:xfrm>
          <a:custGeom>
            <a:avLst/>
            <a:gdLst/>
            <a:ahLst/>
            <a:cxnLst/>
            <a:rect l="l" t="t" r="r" b="b"/>
            <a:pathLst>
              <a:path w="4770054" h="2400659" fill="none">
                <a:moveTo>
                  <a:pt x="0" y="2400659"/>
                </a:moveTo>
                <a:quadBezTo>
                  <a:pt x="2765702" y="1956718"/>
                  <a:pt x="4770054" y="0"/>
                </a:quadBezTo>
              </a:path>
            </a:pathLst>
          </a:custGeom>
          <a:noFill/>
          <a:ln w="20193" cap="rnd">
            <a:solidFill>
              <a:srgbClr val="627D8D">
                <a:alpha val="26000"/>
              </a:srgbClr>
            </a:solidFill>
            <a:prstDash val="solid"/>
            <a:round/>
          </a:ln>
        </p:spPr>
      </p:sp>
      <p:sp>
        <p:nvSpPr>
          <p:cNvPr id="54" name="!!circle-37g"/>
          <p:cNvSpPr/>
          <p:nvPr/>
        </p:nvSpPr>
        <p:spPr>
          <a:xfrm>
            <a:off x="8938442" y="2998058"/>
            <a:ext cx="129530" cy="129530"/>
          </a:xfrm>
          <a:custGeom>
            <a:avLst/>
            <a:gdLst/>
            <a:ahLst/>
            <a:cxnLst/>
            <a:rect l="l" t="t" r="r" b="b"/>
            <a:pathLst>
              <a:path w="129530" h="129530">
                <a:moveTo>
                  <a:pt x="129382" y="64497"/>
                </a:moveTo>
                <a:cubicBezTo>
                  <a:pt x="129530" y="100184"/>
                  <a:pt x="100721" y="129234"/>
                  <a:pt x="65034" y="129382"/>
                </a:cubicBezTo>
                <a:cubicBezTo>
                  <a:pt x="29347" y="129530"/>
                  <a:pt x="296" y="100721"/>
                  <a:pt x="148" y="65034"/>
                </a:cubicBezTo>
                <a:cubicBezTo>
                  <a:pt x="0" y="29347"/>
                  <a:pt x="28810" y="296"/>
                  <a:pt x="64497" y="148"/>
                </a:cubicBezTo>
                <a:cubicBezTo>
                  <a:pt x="100184" y="0"/>
                  <a:pt x="129234" y="28810"/>
                  <a:pt x="129382" y="64497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22909"/>
                </a:srgbClr>
              </a:gs>
              <a:gs pos="28220">
                <a:srgbClr val="627D8D">
                  <a:alpha val="11455"/>
                </a:srgbClr>
              </a:gs>
              <a:gs pos="70549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5" name="!!path-37x"/>
          <p:cNvSpPr/>
          <p:nvPr/>
        </p:nvSpPr>
        <p:spPr>
          <a:xfrm>
            <a:off x="8874127" y="3694344"/>
            <a:ext cx="6179638" cy="1372994"/>
          </a:xfrm>
          <a:custGeom>
            <a:avLst/>
            <a:gdLst/>
            <a:ahLst/>
            <a:cxnLst/>
            <a:rect l="l" t="t" r="r" b="b"/>
            <a:pathLst>
              <a:path w="6179638" h="1372994" fill="none">
                <a:moveTo>
                  <a:pt x="0" y="0"/>
                </a:moveTo>
                <a:quadBezTo>
                  <a:pt x="2959019" y="1372994"/>
                  <a:pt x="6179638" y="854819"/>
                </a:quadBezTo>
              </a:path>
            </a:pathLst>
          </a:custGeom>
          <a:noFill/>
          <a:ln w="20193" cap="rnd">
            <a:solidFill>
              <a:srgbClr val="627D8D">
                <a:alpha val="26000"/>
              </a:srgbClr>
            </a:solidFill>
            <a:prstDash val="solid"/>
            <a:round/>
          </a:ln>
        </p:spPr>
      </p:sp>
      <p:sp>
        <p:nvSpPr>
          <p:cNvPr id="56" name="!!circle-380"/>
          <p:cNvSpPr/>
          <p:nvPr/>
        </p:nvSpPr>
        <p:spPr>
          <a:xfrm>
            <a:off x="8826869" y="3637685"/>
            <a:ext cx="129530" cy="129530"/>
          </a:xfrm>
          <a:custGeom>
            <a:avLst/>
            <a:gdLst/>
            <a:ahLst/>
            <a:cxnLst/>
            <a:rect l="l" t="t" r="r" b="b"/>
            <a:pathLst>
              <a:path w="129530" h="129530">
                <a:moveTo>
                  <a:pt x="129382" y="64497"/>
                </a:moveTo>
                <a:cubicBezTo>
                  <a:pt x="129530" y="100184"/>
                  <a:pt x="100721" y="129234"/>
                  <a:pt x="65034" y="129382"/>
                </a:cubicBezTo>
                <a:cubicBezTo>
                  <a:pt x="29347" y="129530"/>
                  <a:pt x="296" y="100721"/>
                  <a:pt x="148" y="65034"/>
                </a:cubicBezTo>
                <a:cubicBezTo>
                  <a:pt x="0" y="29347"/>
                  <a:pt x="28810" y="296"/>
                  <a:pt x="64497" y="148"/>
                </a:cubicBezTo>
                <a:cubicBezTo>
                  <a:pt x="100184" y="0"/>
                  <a:pt x="129234" y="28810"/>
                  <a:pt x="129382" y="64497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1637"/>
                </a:srgbClr>
              </a:gs>
              <a:gs pos="28220">
                <a:srgbClr val="627D8D">
                  <a:alpha val="818"/>
                </a:srgbClr>
              </a:gs>
              <a:gs pos="70549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7" name="!!path-38h"/>
          <p:cNvSpPr/>
          <p:nvPr/>
        </p:nvSpPr>
        <p:spPr>
          <a:xfrm>
            <a:off x="8493735" y="4353070"/>
            <a:ext cx="2470811" cy="3177837"/>
          </a:xfrm>
          <a:custGeom>
            <a:avLst/>
            <a:gdLst/>
            <a:ahLst/>
            <a:cxnLst/>
            <a:rect l="l" t="t" r="r" b="b"/>
            <a:pathLst>
              <a:path w="2470811" h="3177837" fill="none">
                <a:moveTo>
                  <a:pt x="0" y="0"/>
                </a:moveTo>
                <a:quadBezTo>
                  <a:pt x="691463" y="2011841"/>
                  <a:pt x="2470811" y="3177837"/>
                </a:quadBezTo>
              </a:path>
            </a:pathLst>
          </a:custGeom>
          <a:noFill/>
          <a:ln w="20193" cap="rnd">
            <a:solidFill>
              <a:srgbClr val="627D8D">
                <a:alpha val="26000"/>
              </a:srgbClr>
            </a:solidFill>
            <a:prstDash val="solid"/>
            <a:round/>
          </a:ln>
        </p:spPr>
      </p:sp>
      <p:sp>
        <p:nvSpPr>
          <p:cNvPr id="58" name="!!path-391"/>
          <p:cNvSpPr/>
          <p:nvPr/>
        </p:nvSpPr>
        <p:spPr>
          <a:xfrm>
            <a:off x="4816584" y="4358191"/>
            <a:ext cx="2444324" cy="3198255"/>
          </a:xfrm>
          <a:custGeom>
            <a:avLst/>
            <a:gdLst/>
            <a:ahLst/>
            <a:cxnLst/>
            <a:rect l="l" t="t" r="r" b="b"/>
            <a:pathLst>
              <a:path w="2444324" h="3198255" fill="none">
                <a:moveTo>
                  <a:pt x="2444324" y="0"/>
                </a:moveTo>
                <a:quadBezTo>
                  <a:pt x="674725" y="1180738"/>
                  <a:pt x="0" y="3198255"/>
                </a:quadBezTo>
              </a:path>
            </a:pathLst>
          </a:custGeom>
          <a:noFill/>
          <a:ln w="20193" cap="rnd">
            <a:solidFill>
              <a:srgbClr val="627D8D">
                <a:alpha val="26000"/>
              </a:srgbClr>
            </a:solidFill>
            <a:prstDash val="solid"/>
            <a:round/>
          </a:ln>
        </p:spPr>
      </p:sp>
      <p:sp>
        <p:nvSpPr>
          <p:cNvPr id="59" name="!!path-39l"/>
          <p:cNvSpPr/>
          <p:nvPr/>
        </p:nvSpPr>
        <p:spPr>
          <a:xfrm>
            <a:off x="702734" y="3211253"/>
            <a:ext cx="6172323" cy="1397526"/>
          </a:xfrm>
          <a:custGeom>
            <a:avLst/>
            <a:gdLst/>
            <a:ahLst/>
            <a:cxnLst/>
            <a:rect l="l" t="t" r="r" b="b"/>
            <a:pathLst>
              <a:path w="6172323" h="1397526" fill="none">
                <a:moveTo>
                  <a:pt x="6172323" y="491396"/>
                </a:moveTo>
                <a:quadBezTo>
                  <a:pt x="2947510" y="0"/>
                  <a:pt x="0" y="1397526"/>
                </a:quadBezTo>
              </a:path>
            </a:pathLst>
          </a:custGeom>
          <a:noFill/>
          <a:ln w="20193" cap="rnd">
            <a:solidFill>
              <a:srgbClr val="627D8D">
                <a:alpha val="26000"/>
              </a:srgbClr>
            </a:solidFill>
            <a:prstDash val="solid"/>
            <a:round/>
          </a:ln>
        </p:spPr>
      </p:sp>
      <p:sp>
        <p:nvSpPr>
          <p:cNvPr id="60" name="!!circle-39x"/>
          <p:cNvSpPr/>
          <p:nvPr/>
        </p:nvSpPr>
        <p:spPr>
          <a:xfrm>
            <a:off x="581299" y="4487344"/>
            <a:ext cx="242869" cy="242869"/>
          </a:xfrm>
          <a:custGeom>
            <a:avLst/>
            <a:gdLst/>
            <a:ahLst/>
            <a:cxnLst/>
            <a:rect l="l" t="t" r="r" b="b"/>
            <a:pathLst>
              <a:path w="242869" h="242869">
                <a:moveTo>
                  <a:pt x="242591" y="120931"/>
                </a:moveTo>
                <a:cubicBezTo>
                  <a:pt x="242869" y="187844"/>
                  <a:pt x="188851" y="242313"/>
                  <a:pt x="121938" y="242591"/>
                </a:cubicBezTo>
                <a:cubicBezTo>
                  <a:pt x="55025" y="242869"/>
                  <a:pt x="556" y="188851"/>
                  <a:pt x="278" y="121938"/>
                </a:cubicBezTo>
                <a:cubicBezTo>
                  <a:pt x="0" y="55025"/>
                  <a:pt x="54018" y="556"/>
                  <a:pt x="120931" y="278"/>
                </a:cubicBezTo>
                <a:cubicBezTo>
                  <a:pt x="187844" y="0"/>
                  <a:pt x="242313" y="54018"/>
                  <a:pt x="242591" y="120931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4882"/>
                </a:srgbClr>
              </a:gs>
              <a:gs pos="24692">
                <a:srgbClr val="627D8D">
                  <a:alpha val="4394"/>
                </a:srgbClr>
              </a:gs>
              <a:gs pos="70549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1" name="!!circle-3as"/>
          <p:cNvSpPr/>
          <p:nvPr/>
        </p:nvSpPr>
        <p:spPr>
          <a:xfrm>
            <a:off x="5076146" y="758145"/>
            <a:ext cx="5595711" cy="5595711"/>
          </a:xfrm>
          <a:custGeom>
            <a:avLst/>
            <a:gdLst/>
            <a:ahLst/>
            <a:cxnLst/>
            <a:rect l="l" t="t" r="r" b="b"/>
            <a:pathLst>
              <a:path w="5595711" h="5595711">
                <a:moveTo>
                  <a:pt x="5589307" y="2786260"/>
                </a:moveTo>
                <a:cubicBezTo>
                  <a:pt x="5595711" y="4327936"/>
                  <a:pt x="4351127" y="5582903"/>
                  <a:pt x="2809451" y="5589307"/>
                </a:cubicBezTo>
                <a:cubicBezTo>
                  <a:pt x="1267775" y="5595711"/>
                  <a:pt x="12808" y="4351127"/>
                  <a:pt x="6404" y="2809451"/>
                </a:cubicBezTo>
                <a:cubicBezTo>
                  <a:pt x="0" y="1267775"/>
                  <a:pt x="1244584" y="12808"/>
                  <a:pt x="2786260" y="6404"/>
                </a:cubicBezTo>
                <a:cubicBezTo>
                  <a:pt x="4327936" y="0"/>
                  <a:pt x="5582903" y="1244584"/>
                  <a:pt x="5589307" y="2786260"/>
                </a:cubicBezTo>
                <a:close/>
              </a:path>
            </a:pathLst>
          </a:custGeom>
          <a:gradFill rotWithShape="1">
            <a:gsLst>
              <a:gs pos="0">
                <a:srgbClr val="627D8D">
                  <a:alpha val="22000"/>
                </a:srgbClr>
              </a:gs>
              <a:gs pos="70549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2" name="!!circle-3aw"/>
          <p:cNvSpPr/>
          <p:nvPr/>
        </p:nvSpPr>
        <p:spPr>
          <a:xfrm>
            <a:off x="6454862" y="2136861"/>
            <a:ext cx="2838278" cy="2838278"/>
          </a:xfrm>
          <a:custGeom>
            <a:avLst/>
            <a:gdLst/>
            <a:ahLst/>
            <a:cxnLst/>
            <a:rect l="l" t="t" r="r" b="b"/>
            <a:pathLst>
              <a:path w="2838278" h="2838278" fill="none">
                <a:moveTo>
                  <a:pt x="2391468" y="2228161"/>
                </a:moveTo>
                <a:cubicBezTo>
                  <a:pt x="1944657" y="2765164"/>
                  <a:pt x="1147119" y="2838278"/>
                  <a:pt x="610117" y="2391468"/>
                </a:cubicBezTo>
                <a:cubicBezTo>
                  <a:pt x="73115" y="1944657"/>
                  <a:pt x="0" y="1147119"/>
                  <a:pt x="446811" y="610117"/>
                </a:cubicBezTo>
                <a:cubicBezTo>
                  <a:pt x="893621" y="73115"/>
                  <a:pt x="1691159" y="0"/>
                  <a:pt x="2228161" y="446811"/>
                </a:cubicBezTo>
                <a:cubicBezTo>
                  <a:pt x="2765164" y="893621"/>
                  <a:pt x="2838278" y="1691159"/>
                  <a:pt x="2391468" y="2228161"/>
                </a:cubicBezTo>
                <a:close/>
              </a:path>
            </a:pathLst>
          </a:custGeom>
          <a:noFill/>
          <a:ln w="19385" cap="rnd">
            <a:solidFill>
              <a:srgbClr val="627D8D">
                <a:alpha val="34000"/>
              </a:srgbClr>
            </a:solidFill>
            <a:custDash>
              <a:ds d="4500000" sp="1500000"/>
            </a:custDash>
            <a:miter lim="800000"/>
          </a:ln>
        </p:spPr>
      </p:sp>
      <p:sp>
        <p:nvSpPr>
          <p:cNvPr id="63" name="!!circle-3b0"/>
          <p:cNvSpPr/>
          <p:nvPr/>
        </p:nvSpPr>
        <p:spPr>
          <a:xfrm>
            <a:off x="5931045" y="1613044"/>
            <a:ext cx="3885913" cy="3885913"/>
          </a:xfrm>
          <a:custGeom>
            <a:avLst/>
            <a:gdLst/>
            <a:ahLst/>
            <a:cxnLst/>
            <a:rect l="l" t="t" r="r" b="b"/>
            <a:pathLst>
              <a:path w="3885913" h="3885913" fill="none">
                <a:moveTo>
                  <a:pt x="3445869" y="1146186"/>
                </a:moveTo>
                <a:cubicBezTo>
                  <a:pt x="3885913" y="1976222"/>
                  <a:pt x="3569763" y="3005825"/>
                  <a:pt x="2739727" y="3445869"/>
                </a:cubicBezTo>
                <a:cubicBezTo>
                  <a:pt x="1909691" y="3885913"/>
                  <a:pt x="880088" y="3569763"/>
                  <a:pt x="440044" y="2739727"/>
                </a:cubicBezTo>
                <a:cubicBezTo>
                  <a:pt x="0" y="1909691"/>
                  <a:pt x="316151" y="880088"/>
                  <a:pt x="1146186" y="440044"/>
                </a:cubicBezTo>
                <a:cubicBezTo>
                  <a:pt x="1976222" y="0"/>
                  <a:pt x="3005825" y="316151"/>
                  <a:pt x="3445869" y="1146186"/>
                </a:cubicBezTo>
                <a:close/>
              </a:path>
            </a:pathLst>
          </a:custGeom>
          <a:noFill/>
          <a:ln w="13570" cap="rnd">
            <a:solidFill>
              <a:srgbClr val="627D8D">
                <a:alpha val="27000"/>
              </a:srgbClr>
            </a:solidFill>
            <a:custDash>
              <a:ds d="142857" sp="714286"/>
            </a:custDash>
            <a:miter lim="800000"/>
          </a:ln>
        </p:spPr>
      </p:sp>
      <p:sp>
        <p:nvSpPr>
          <p:cNvPr id="64" name="!!circle-3b4"/>
          <p:cNvSpPr/>
          <p:nvPr/>
        </p:nvSpPr>
        <p:spPr>
          <a:xfrm>
            <a:off x="5406747" y="1088746"/>
            <a:ext cx="4934509" cy="4934509"/>
          </a:xfrm>
          <a:custGeom>
            <a:avLst/>
            <a:gdLst/>
            <a:ahLst/>
            <a:cxnLst/>
            <a:rect l="l" t="t" r="r" b="b"/>
            <a:pathLst>
              <a:path w="4934509" h="4934509" fill="none">
                <a:moveTo>
                  <a:pt x="4504082" y="3246611"/>
                </a:moveTo>
                <a:cubicBezTo>
                  <a:pt x="4073655" y="4371520"/>
                  <a:pt x="2812807" y="4934509"/>
                  <a:pt x="1687898" y="4504082"/>
                </a:cubicBezTo>
                <a:cubicBezTo>
                  <a:pt x="562989" y="4073655"/>
                  <a:pt x="0" y="2812807"/>
                  <a:pt x="430427" y="1687898"/>
                </a:cubicBezTo>
                <a:cubicBezTo>
                  <a:pt x="860853" y="562989"/>
                  <a:pt x="2121702" y="0"/>
                  <a:pt x="3246611" y="430427"/>
                </a:cubicBezTo>
                <a:cubicBezTo>
                  <a:pt x="4371520" y="860853"/>
                  <a:pt x="4934509" y="2121702"/>
                  <a:pt x="4504082" y="3246611"/>
                </a:cubicBezTo>
                <a:close/>
              </a:path>
            </a:pathLst>
          </a:custGeom>
          <a:noFill/>
          <a:ln w="13570" cap="rnd">
            <a:solidFill>
              <a:srgbClr val="627D8D">
                <a:alpha val="20000"/>
              </a:srgbClr>
            </a:solidFill>
            <a:custDash>
              <a:ds d="2857143" sp="1285714"/>
              <a:ds d="285714" sp="1285714"/>
            </a:custDash>
            <a:miter lim="800000"/>
          </a:ln>
        </p:spPr>
      </p:sp>
      <p:sp>
        <p:nvSpPr>
          <p:cNvPr id="65" name="!!circle-3b9"/>
          <p:cNvSpPr/>
          <p:nvPr/>
        </p:nvSpPr>
        <p:spPr>
          <a:xfrm>
            <a:off x="6947323" y="2629322"/>
            <a:ext cx="1853357" cy="1853357"/>
          </a:xfrm>
          <a:custGeom>
            <a:avLst/>
            <a:gdLst/>
            <a:ahLst/>
            <a:cxnLst/>
            <a:rect l="l" t="t" r="r" b="b"/>
            <a:pathLst>
              <a:path w="1853357" h="1853357">
                <a:moveTo>
                  <a:pt x="1851236" y="922838"/>
                </a:moveTo>
                <a:cubicBezTo>
                  <a:pt x="1853357" y="1433457"/>
                  <a:pt x="1441138" y="1849115"/>
                  <a:pt x="930519" y="1851236"/>
                </a:cubicBezTo>
                <a:cubicBezTo>
                  <a:pt x="419900" y="1853357"/>
                  <a:pt x="4242" y="1441138"/>
                  <a:pt x="2121" y="930519"/>
                </a:cubicBezTo>
                <a:cubicBezTo>
                  <a:pt x="0" y="419900"/>
                  <a:pt x="412219" y="4242"/>
                  <a:pt x="922838" y="2121"/>
                </a:cubicBezTo>
                <a:cubicBezTo>
                  <a:pt x="1433457" y="0"/>
                  <a:pt x="1849115" y="412219"/>
                  <a:pt x="1851236" y="922838"/>
                </a:cubicBez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24692">
                <a:srgbClr val="DCE8EE"/>
              </a:gs>
              <a:gs pos="49385">
                <a:srgbClr val="627D8D">
                  <a:alpha val="55000"/>
                </a:srgbClr>
              </a:gs>
              <a:gs pos="70549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6" name="!!path-3ba"/>
          <p:cNvSpPr/>
          <p:nvPr/>
        </p:nvSpPr>
        <p:spPr>
          <a:xfrm>
            <a:off x="7538157" y="3219266"/>
            <a:ext cx="672581" cy="671693"/>
          </a:xfrm>
          <a:custGeom>
            <a:avLst/>
            <a:gdLst/>
            <a:ahLst/>
            <a:cxnLst/>
            <a:rect l="l" t="t" r="r" b="b"/>
            <a:pathLst>
              <a:path w="672581" h="671693">
                <a:moveTo>
                  <a:pt x="549186" y="244252"/>
                </a:moveTo>
                <a:lnTo>
                  <a:pt x="587002" y="160132"/>
                </a:lnTo>
                <a:lnTo>
                  <a:pt x="670805" y="121619"/>
                </a:lnTo>
                <a:lnTo>
                  <a:pt x="586685" y="83803"/>
                </a:lnTo>
                <a:lnTo>
                  <a:pt x="548172" y="0"/>
                </a:lnTo>
                <a:lnTo>
                  <a:pt x="510356" y="84120"/>
                </a:lnTo>
                <a:lnTo>
                  <a:pt x="426553" y="122633"/>
                </a:lnTo>
                <a:lnTo>
                  <a:pt x="510673" y="160449"/>
                </a:lnTo>
                <a:lnTo>
                  <a:pt x="549186" y="244252"/>
                </a:lnTo>
                <a:close/>
                <a:moveTo>
                  <a:pt x="320264" y="260469"/>
                </a:moveTo>
                <a:lnTo>
                  <a:pt x="243237" y="92863"/>
                </a:lnTo>
                <a:lnTo>
                  <a:pt x="167606" y="261103"/>
                </a:lnTo>
                <a:lnTo>
                  <a:pt x="0" y="338129"/>
                </a:lnTo>
                <a:lnTo>
                  <a:pt x="168240" y="413761"/>
                </a:lnTo>
                <a:lnTo>
                  <a:pt x="245267" y="581367"/>
                </a:lnTo>
                <a:lnTo>
                  <a:pt x="320898" y="413126"/>
                </a:lnTo>
                <a:lnTo>
                  <a:pt x="488504" y="336100"/>
                </a:lnTo>
                <a:lnTo>
                  <a:pt x="320264" y="260469"/>
                </a:lnTo>
                <a:close/>
                <a:moveTo>
                  <a:pt x="549947" y="427441"/>
                </a:moveTo>
                <a:lnTo>
                  <a:pt x="512132" y="511561"/>
                </a:lnTo>
                <a:lnTo>
                  <a:pt x="428329" y="550074"/>
                </a:lnTo>
                <a:lnTo>
                  <a:pt x="512449" y="587890"/>
                </a:lnTo>
                <a:lnTo>
                  <a:pt x="550962" y="671693"/>
                </a:lnTo>
                <a:lnTo>
                  <a:pt x="588778" y="587573"/>
                </a:lnTo>
                <a:lnTo>
                  <a:pt x="672581" y="549060"/>
                </a:lnTo>
                <a:lnTo>
                  <a:pt x="588461" y="511244"/>
                </a:lnTo>
                <a:lnTo>
                  <a:pt x="549947" y="427441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67" name="!!rect-96t"/>
          <p:cNvSpPr/>
          <p:nvPr/>
        </p:nvSpPr>
        <p:spPr>
          <a:xfrm>
            <a:off x="0" y="0"/>
            <a:ext cx="5207000" cy="6858000"/>
          </a:xfrm>
          <a:prstGeom prst="rect">
            <a:avLst/>
          </a:prstGeom>
          <a:gradFill rotWithShape="1">
            <a:gsLst>
              <a:gs pos="0">
                <a:srgbClr val="F3F5F7">
                  <a:alpha val="97000"/>
                </a:srgbClr>
              </a:gs>
              <a:gs pos="62000">
                <a:srgbClr val="F3F5F7">
                  <a:alpha val="88000"/>
                </a:srgbClr>
              </a:gs>
              <a:gs pos="100000">
                <a:srgbClr val="F3F5F7">
                  <a:alpha val="0"/>
                </a:srgbClr>
              </a:gs>
            </a:gsLst>
            <a:lin ang="0" scaled="0"/>
          </a:gradFill>
          <a:ln>
            <a:noFill/>
          </a:ln>
        </p:spPr>
      </p:sp>
      <p:sp>
        <p:nvSpPr>
          <p:cNvPr id="68" name="!!text-96z" descr="AI 輔助"/>
          <p:cNvSpPr txBox="1"/>
          <p:nvPr/>
        </p:nvSpPr>
        <p:spPr>
          <a:xfrm>
            <a:off x="711200" y="1918716"/>
            <a:ext cx="606247" cy="2206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00" b="1" kern="0" spc="144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A</a:t>
            </a:r>
            <a:r>
              <a:rPr lang="zh-TW" altLang="en-US" sz="12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I</a:t>
            </a:r>
            <a:r>
              <a:rPr lang="zh-TW" altLang="en-US" sz="1200" b="1" kern="0" spc="288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 </a:t>
            </a:r>
            <a:r>
              <a:rPr lang="zh-TW" altLang="en-US" sz="1200" b="1" kern="0" spc="144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輔</a:t>
            </a:r>
            <a:r>
              <a:rPr lang="zh-TW" altLang="en-US" sz="12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助</a:t>
            </a:r>
            <a:endParaRPr lang="zh-TW" sz="1200"/>
          </a:p>
        </p:txBody>
      </p:sp>
      <p:sp>
        <p:nvSpPr>
          <p:cNvPr id="69" name="!!text-975" descr="從上架到售後，"/>
          <p:cNvSpPr txBox="1"/>
          <p:nvPr/>
        </p:nvSpPr>
        <p:spPr>
          <a:xfrm>
            <a:off x="711200" y="2187448"/>
            <a:ext cx="3200400" cy="66202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3600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從上架到售</a:t>
            </a:r>
            <a:r>
              <a:rPr lang="zh-TW" altLang="en-US" sz="3600" kern="0" spc="-108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後</a:t>
            </a:r>
            <a:r>
              <a:rPr lang="zh-TW" altLang="en-US" sz="3600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，</a:t>
            </a:r>
            <a:endParaRPr lang="zh-TW" sz="3600"/>
          </a:p>
        </p:txBody>
      </p:sp>
      <p:sp>
        <p:nvSpPr>
          <p:cNvPr id="70" name="!!text-986" descr="都有 AI 協助"/>
          <p:cNvSpPr txBox="1"/>
          <p:nvPr/>
        </p:nvSpPr>
        <p:spPr>
          <a:xfrm>
            <a:off x="711200" y="2736088"/>
            <a:ext cx="2627529" cy="66202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3600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都有 AI 協助</a:t>
            </a:r>
            <a:endParaRPr lang="zh-TW" sz="3600"/>
          </a:p>
        </p:txBody>
      </p:sp>
      <p:sp>
        <p:nvSpPr>
          <p:cNvPr id="71" name="!!text-995" descr="七項 AI 功能，涵蓋上架、找書、"/>
          <p:cNvSpPr txBox="1"/>
          <p:nvPr/>
        </p:nvSpPr>
        <p:spPr>
          <a:xfrm>
            <a:off x="711200" y="3451860"/>
            <a:ext cx="2796731" cy="27584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500" kern="0" dirty="0">
                <a:solidFill>
                  <a:srgbClr val="3F4A54"/>
                </a:solidFill>
                <a:latin typeface="Noto Sans TC Medium"/>
                <a:ea typeface="Noto Sans TC Medium"/>
                <a:cs typeface="Noto Sans TC Medium"/>
              </a:rPr>
              <a:t>七項 AI 功能，涵蓋上架、找書、</a:t>
            </a:r>
            <a:endParaRPr lang="zh-TW" sz="1500"/>
          </a:p>
        </p:txBody>
      </p:sp>
      <p:sp>
        <p:nvSpPr>
          <p:cNvPr id="72" name="!!text-99p" descr="客服與交易爭議處理。"/>
          <p:cNvSpPr txBox="1"/>
          <p:nvPr/>
        </p:nvSpPr>
        <p:spPr>
          <a:xfrm>
            <a:off x="711200" y="3743960"/>
            <a:ext cx="1962150" cy="27584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500" kern="0" dirty="0">
                <a:solidFill>
                  <a:srgbClr val="3F4A54"/>
                </a:solidFill>
                <a:latin typeface="Noto Sans TC Medium"/>
                <a:ea typeface="Noto Sans TC Medium"/>
                <a:cs typeface="Noto Sans TC Medium"/>
              </a:rPr>
              <a:t>客服與交易爭議處理。</a:t>
            </a:r>
            <a:endParaRPr lang="zh-TW" sz="1500"/>
          </a:p>
        </p:txBody>
      </p:sp>
      <p:sp>
        <p:nvSpPr>
          <p:cNvPr id="73" name="!!path-9ic"/>
          <p:cNvSpPr/>
          <p:nvPr/>
        </p:nvSpPr>
        <p:spPr>
          <a:xfrm>
            <a:off x="381000" y="306527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4" name="!!path-9id"/>
          <p:cNvSpPr/>
          <p:nvPr/>
        </p:nvSpPr>
        <p:spPr>
          <a:xfrm>
            <a:off x="381000" y="308153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5" name="!!path-9ie"/>
          <p:cNvSpPr/>
          <p:nvPr/>
        </p:nvSpPr>
        <p:spPr>
          <a:xfrm>
            <a:off x="381000" y="309778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6" name="!!path-9if"/>
          <p:cNvSpPr/>
          <p:nvPr/>
        </p:nvSpPr>
        <p:spPr>
          <a:xfrm>
            <a:off x="381000" y="311404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7" name="!!path-9ig"/>
          <p:cNvSpPr/>
          <p:nvPr/>
        </p:nvSpPr>
        <p:spPr>
          <a:xfrm>
            <a:off x="381000" y="313030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8" name="!!path-9ih"/>
          <p:cNvSpPr/>
          <p:nvPr/>
        </p:nvSpPr>
        <p:spPr>
          <a:xfrm>
            <a:off x="381000" y="314655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9" name="!!path-9ii"/>
          <p:cNvSpPr/>
          <p:nvPr/>
        </p:nvSpPr>
        <p:spPr>
          <a:xfrm>
            <a:off x="381000" y="316281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80" name="!!path-9ij"/>
          <p:cNvSpPr/>
          <p:nvPr/>
        </p:nvSpPr>
        <p:spPr>
          <a:xfrm>
            <a:off x="381000" y="317906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81" name="!!path-9ik"/>
          <p:cNvSpPr/>
          <p:nvPr/>
        </p:nvSpPr>
        <p:spPr>
          <a:xfrm>
            <a:off x="419608" y="269342"/>
            <a:ext cx="128422" cy="122936"/>
          </a:xfrm>
          <a:custGeom>
            <a:avLst/>
            <a:gdLst/>
            <a:ahLst/>
            <a:cxnLst/>
            <a:rect l="l" t="t" r="r" b="b"/>
            <a:pathLst>
              <a:path w="128422" h="122936">
                <a:moveTo>
                  <a:pt x="0" y="17678"/>
                </a:moveTo>
                <a:lnTo>
                  <a:pt x="8128" y="5080"/>
                </a:lnTo>
                <a:cubicBezTo>
                  <a:pt x="32512" y="0"/>
                  <a:pt x="73152" y="7112"/>
                  <a:pt x="101600" y="26416"/>
                </a:cubicBezTo>
                <a:cubicBezTo>
                  <a:pt x="116840" y="37186"/>
                  <a:pt x="124968" y="49784"/>
                  <a:pt x="128422" y="62992"/>
                </a:cubicBezTo>
                <a:lnTo>
                  <a:pt x="128422" y="122936"/>
                </a:lnTo>
                <a:lnTo>
                  <a:pt x="0" y="1229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82" name="!!path-9il"/>
          <p:cNvSpPr/>
          <p:nvPr/>
        </p:nvSpPr>
        <p:spPr>
          <a:xfrm>
            <a:off x="419608" y="269342"/>
            <a:ext cx="128422" cy="62992"/>
          </a:xfrm>
          <a:custGeom>
            <a:avLst/>
            <a:gdLst/>
            <a:ahLst/>
            <a:cxnLst/>
            <a:rect l="l" t="t" r="r" b="b"/>
            <a:pathLst>
              <a:path w="128422" h="62992" fill="none">
                <a:moveTo>
                  <a:pt x="128422" y="62992"/>
                </a:moveTo>
                <a:cubicBezTo>
                  <a:pt x="124968" y="49784"/>
                  <a:pt x="116840" y="37186"/>
                  <a:pt x="101600" y="26416"/>
                </a:cubicBezTo>
                <a:cubicBezTo>
                  <a:pt x="73152" y="7112"/>
                  <a:pt x="32512" y="0"/>
                  <a:pt x="8128" y="5080"/>
                </a:cubicBezTo>
                <a:lnTo>
                  <a:pt x="0" y="1767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83" name="!!path-9im"/>
          <p:cNvSpPr/>
          <p:nvPr/>
        </p:nvSpPr>
        <p:spPr>
          <a:xfrm>
            <a:off x="407010" y="281534"/>
            <a:ext cx="141021" cy="110744"/>
          </a:xfrm>
          <a:custGeom>
            <a:avLst/>
            <a:gdLst/>
            <a:ahLst/>
            <a:cxnLst/>
            <a:rect l="l" t="t" r="r" b="b"/>
            <a:pathLst>
              <a:path w="141021" h="110744">
                <a:moveTo>
                  <a:pt x="0" y="22352"/>
                </a:moveTo>
                <a:lnTo>
                  <a:pt x="6502" y="6502"/>
                </a:lnTo>
                <a:cubicBezTo>
                  <a:pt x="36982" y="0"/>
                  <a:pt x="79654" y="7112"/>
                  <a:pt x="110134" y="25400"/>
                </a:cubicBezTo>
                <a:cubicBezTo>
                  <a:pt x="126390" y="35154"/>
                  <a:pt x="136550" y="49784"/>
                  <a:pt x="141021" y="62992"/>
                </a:cubicBezTo>
                <a:lnTo>
                  <a:pt x="141021" y="110744"/>
                </a:lnTo>
                <a:lnTo>
                  <a:pt x="0" y="110744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84" name="!!path-9in"/>
          <p:cNvSpPr/>
          <p:nvPr/>
        </p:nvSpPr>
        <p:spPr>
          <a:xfrm>
            <a:off x="407010" y="281534"/>
            <a:ext cx="141021" cy="62992"/>
          </a:xfrm>
          <a:custGeom>
            <a:avLst/>
            <a:gdLst/>
            <a:ahLst/>
            <a:cxnLst/>
            <a:rect l="l" t="t" r="r" b="b"/>
            <a:pathLst>
              <a:path w="141021" h="62992" fill="none">
                <a:moveTo>
                  <a:pt x="141021" y="62992"/>
                </a:moveTo>
                <a:cubicBezTo>
                  <a:pt x="136550" y="49784"/>
                  <a:pt x="126390" y="35154"/>
                  <a:pt x="110134" y="25400"/>
                </a:cubicBezTo>
                <a:cubicBezTo>
                  <a:pt x="79654" y="7112"/>
                  <a:pt x="36982" y="0"/>
                  <a:pt x="6502" y="6502"/>
                </a:cubicBezTo>
                <a:lnTo>
                  <a:pt x="0" y="22352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85" name="!!path-9io"/>
          <p:cNvSpPr/>
          <p:nvPr/>
        </p:nvSpPr>
        <p:spPr>
          <a:xfrm>
            <a:off x="395834" y="294742"/>
            <a:ext cx="151790" cy="97536"/>
          </a:xfrm>
          <a:custGeom>
            <a:avLst/>
            <a:gdLst/>
            <a:ahLst/>
            <a:cxnLst/>
            <a:rect l="l" t="t" r="r" b="b"/>
            <a:pathLst>
              <a:path w="151790" h="97536">
                <a:moveTo>
                  <a:pt x="0" y="23165"/>
                </a:moveTo>
                <a:lnTo>
                  <a:pt x="3861" y="12598"/>
                </a:lnTo>
                <a:cubicBezTo>
                  <a:pt x="37998" y="0"/>
                  <a:pt x="84734" y="5080"/>
                  <a:pt x="117246" y="21946"/>
                </a:cubicBezTo>
                <a:cubicBezTo>
                  <a:pt x="135534" y="31496"/>
                  <a:pt x="146710" y="43688"/>
                  <a:pt x="151790" y="55270"/>
                </a:cubicBezTo>
                <a:lnTo>
                  <a:pt x="151790" y="97536"/>
                </a:lnTo>
                <a:lnTo>
                  <a:pt x="0" y="975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86" name="!!path-9ip"/>
          <p:cNvSpPr/>
          <p:nvPr/>
        </p:nvSpPr>
        <p:spPr>
          <a:xfrm>
            <a:off x="395834" y="294742"/>
            <a:ext cx="151790" cy="55270"/>
          </a:xfrm>
          <a:custGeom>
            <a:avLst/>
            <a:gdLst/>
            <a:ahLst/>
            <a:cxnLst/>
            <a:rect l="l" t="t" r="r" b="b"/>
            <a:pathLst>
              <a:path w="151790" h="55270" fill="none">
                <a:moveTo>
                  <a:pt x="151790" y="55270"/>
                </a:moveTo>
                <a:cubicBezTo>
                  <a:pt x="146710" y="43688"/>
                  <a:pt x="135534" y="31496"/>
                  <a:pt x="117246" y="21946"/>
                </a:cubicBezTo>
                <a:cubicBezTo>
                  <a:pt x="84734" y="5080"/>
                  <a:pt x="37998" y="0"/>
                  <a:pt x="3861" y="12598"/>
                </a:cubicBezTo>
                <a:lnTo>
                  <a:pt x="0" y="23165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87" name="!!path-9iq"/>
          <p:cNvSpPr/>
          <p:nvPr/>
        </p:nvSpPr>
        <p:spPr>
          <a:xfrm>
            <a:off x="548234" y="264262"/>
            <a:ext cx="120294" cy="128016"/>
          </a:xfrm>
          <a:custGeom>
            <a:avLst/>
            <a:gdLst/>
            <a:ahLst/>
            <a:cxnLst/>
            <a:rect l="l" t="t" r="r" b="b"/>
            <a:pathLst>
              <a:path w="120294" h="128016">
                <a:moveTo>
                  <a:pt x="120294" y="18288"/>
                </a:moveTo>
                <a:lnTo>
                  <a:pt x="113589" y="4470"/>
                </a:lnTo>
                <a:cubicBezTo>
                  <a:pt x="86766" y="0"/>
                  <a:pt x="44094" y="10160"/>
                  <a:pt x="17678" y="30480"/>
                </a:cubicBezTo>
                <a:cubicBezTo>
                  <a:pt x="6502" y="39624"/>
                  <a:pt x="1422" y="52832"/>
                  <a:pt x="0" y="67056"/>
                </a:cubicBezTo>
                <a:lnTo>
                  <a:pt x="0" y="128016"/>
                </a:lnTo>
                <a:lnTo>
                  <a:pt x="120294" y="12801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88" name="!!path-9ir"/>
          <p:cNvSpPr/>
          <p:nvPr/>
        </p:nvSpPr>
        <p:spPr>
          <a:xfrm>
            <a:off x="548234" y="264262"/>
            <a:ext cx="120294" cy="67056"/>
          </a:xfrm>
          <a:custGeom>
            <a:avLst/>
            <a:gdLst/>
            <a:ahLst/>
            <a:cxnLst/>
            <a:rect l="l" t="t" r="r" b="b"/>
            <a:pathLst>
              <a:path w="120294" h="67056" fill="none">
                <a:moveTo>
                  <a:pt x="0" y="67056"/>
                </a:moveTo>
                <a:cubicBezTo>
                  <a:pt x="1422" y="52832"/>
                  <a:pt x="6502" y="39624"/>
                  <a:pt x="17678" y="30480"/>
                </a:cubicBezTo>
                <a:cubicBezTo>
                  <a:pt x="44094" y="10160"/>
                  <a:pt x="86766" y="0"/>
                  <a:pt x="113589" y="4470"/>
                </a:cubicBezTo>
                <a:lnTo>
                  <a:pt x="120294" y="1828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89" name="!!path-9is"/>
          <p:cNvSpPr/>
          <p:nvPr/>
        </p:nvSpPr>
        <p:spPr>
          <a:xfrm>
            <a:off x="548437" y="279502"/>
            <a:ext cx="133299" cy="112776"/>
          </a:xfrm>
          <a:custGeom>
            <a:avLst/>
            <a:gdLst/>
            <a:ahLst/>
            <a:cxnLst/>
            <a:rect l="l" t="t" r="r" b="b"/>
            <a:pathLst>
              <a:path w="133299" h="112776">
                <a:moveTo>
                  <a:pt x="133299" y="19710"/>
                </a:moveTo>
                <a:lnTo>
                  <a:pt x="127203" y="3048"/>
                </a:lnTo>
                <a:cubicBezTo>
                  <a:pt x="94691" y="0"/>
                  <a:pt x="54051" y="11176"/>
                  <a:pt x="27635" y="30683"/>
                </a:cubicBezTo>
                <a:cubicBezTo>
                  <a:pt x="13411" y="41250"/>
                  <a:pt x="4267" y="53848"/>
                  <a:pt x="0" y="65024"/>
                </a:cubicBezTo>
                <a:lnTo>
                  <a:pt x="0" y="112776"/>
                </a:lnTo>
                <a:lnTo>
                  <a:pt x="133299" y="11277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90" name="!!path-9it"/>
          <p:cNvSpPr/>
          <p:nvPr/>
        </p:nvSpPr>
        <p:spPr>
          <a:xfrm>
            <a:off x="548437" y="279502"/>
            <a:ext cx="133299" cy="65024"/>
          </a:xfrm>
          <a:custGeom>
            <a:avLst/>
            <a:gdLst/>
            <a:ahLst/>
            <a:cxnLst/>
            <a:rect l="l" t="t" r="r" b="b"/>
            <a:pathLst>
              <a:path w="133299" h="65024" fill="none">
                <a:moveTo>
                  <a:pt x="0" y="65024"/>
                </a:moveTo>
                <a:cubicBezTo>
                  <a:pt x="4267" y="53848"/>
                  <a:pt x="13411" y="41250"/>
                  <a:pt x="27635" y="30683"/>
                </a:cubicBezTo>
                <a:cubicBezTo>
                  <a:pt x="54051" y="11176"/>
                  <a:pt x="94691" y="0"/>
                  <a:pt x="127203" y="3048"/>
                </a:cubicBezTo>
                <a:lnTo>
                  <a:pt x="133299" y="19710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91" name="!!path-9iu"/>
          <p:cNvSpPr/>
          <p:nvPr/>
        </p:nvSpPr>
        <p:spPr>
          <a:xfrm>
            <a:off x="548843" y="293726"/>
            <a:ext cx="142646" cy="98552"/>
          </a:xfrm>
          <a:custGeom>
            <a:avLst/>
            <a:gdLst/>
            <a:ahLst/>
            <a:cxnLst/>
            <a:rect l="l" t="t" r="r" b="b"/>
            <a:pathLst>
              <a:path w="142646" h="98552">
                <a:moveTo>
                  <a:pt x="142646" y="18898"/>
                </a:moveTo>
                <a:lnTo>
                  <a:pt x="139802" y="8738"/>
                </a:lnTo>
                <a:cubicBezTo>
                  <a:pt x="106477" y="0"/>
                  <a:pt x="63805" y="5080"/>
                  <a:pt x="35357" y="19304"/>
                </a:cubicBezTo>
                <a:cubicBezTo>
                  <a:pt x="17069" y="28448"/>
                  <a:pt x="5893" y="42672"/>
                  <a:pt x="0" y="56286"/>
                </a:cubicBezTo>
                <a:lnTo>
                  <a:pt x="0" y="98552"/>
                </a:lnTo>
                <a:lnTo>
                  <a:pt x="142646" y="98552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92" name="!!path-9iv"/>
          <p:cNvSpPr/>
          <p:nvPr/>
        </p:nvSpPr>
        <p:spPr>
          <a:xfrm>
            <a:off x="548843" y="293726"/>
            <a:ext cx="142646" cy="56286"/>
          </a:xfrm>
          <a:custGeom>
            <a:avLst/>
            <a:gdLst/>
            <a:ahLst/>
            <a:cxnLst/>
            <a:rect l="l" t="t" r="r" b="b"/>
            <a:pathLst>
              <a:path w="142646" h="56286" fill="none">
                <a:moveTo>
                  <a:pt x="0" y="56286"/>
                </a:moveTo>
                <a:cubicBezTo>
                  <a:pt x="5893" y="42672"/>
                  <a:pt x="17069" y="28448"/>
                  <a:pt x="35357" y="19304"/>
                </a:cubicBezTo>
                <a:cubicBezTo>
                  <a:pt x="63805" y="5080"/>
                  <a:pt x="106477" y="0"/>
                  <a:pt x="139802" y="8738"/>
                </a:cubicBezTo>
                <a:lnTo>
                  <a:pt x="142646" y="1889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93" name="!!path-9iw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627D8D"/>
              </a:gs>
              <a:gs pos="21794">
                <a:srgbClr val="627D8D"/>
              </a:gs>
              <a:gs pos="55376">
                <a:srgbClr val="627D8D"/>
              </a:gs>
              <a:gs pos="96421">
                <a:srgbClr val="98ABB7"/>
              </a:gs>
              <a:gs pos="100000">
                <a:srgbClr val="98ABB7"/>
              </a:gs>
            </a:gsLst>
            <a:lin ang="1983350" scaled="0"/>
          </a:gradFill>
          <a:ln>
            <a:noFill/>
          </a:ln>
        </p:spPr>
      </p:sp>
      <p:sp>
        <p:nvSpPr>
          <p:cNvPr id="94" name="!!path-9ix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0000"/>
                </a:srgbClr>
              </a:gs>
              <a:gs pos="4764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83333" t="79291" r="16667" b="20709"/>
            </a:path>
          </a:gradFill>
          <a:ln>
            <a:noFill/>
          </a:ln>
        </p:spPr>
      </p:sp>
      <p:sp>
        <p:nvSpPr>
          <p:cNvPr id="95" name="!!line-9iy"/>
          <p:cNvSpPr/>
          <p:nvPr/>
        </p:nvSpPr>
        <p:spPr>
          <a:xfrm>
            <a:off x="549046" y="363017"/>
            <a:ext cx="1" cy="153619"/>
          </a:xfrm>
          <a:custGeom>
            <a:avLst/>
            <a:gdLst/>
            <a:ahLst/>
            <a:cxnLst/>
            <a:rect l="l" t="t" r="r" b="b"/>
            <a:pathLst>
              <a:path w="1" h="153619">
                <a:moveTo>
                  <a:pt x="0" y="0"/>
                </a:moveTo>
                <a:lnTo>
                  <a:pt x="0" y="153619"/>
                </a:lnTo>
              </a:path>
            </a:pathLst>
          </a:custGeom>
          <a:solidFill>
            <a:srgbClr val="000000"/>
          </a:solidFill>
          <a:ln w="6909" cap="rnd">
            <a:solidFill>
              <a:srgbClr val="C9D3D9"/>
            </a:solidFill>
            <a:prstDash val="solid"/>
            <a:miter lim="800000"/>
          </a:ln>
        </p:spPr>
      </p:sp>
      <p:sp>
        <p:nvSpPr>
          <p:cNvPr id="96" name="!!path-9iz"/>
          <p:cNvSpPr/>
          <p:nvPr/>
        </p:nvSpPr>
        <p:spPr>
          <a:xfrm>
            <a:off x="657962" y="442062"/>
            <a:ext cx="25400" cy="37998"/>
          </a:xfrm>
          <a:custGeom>
            <a:avLst/>
            <a:gdLst/>
            <a:ahLst/>
            <a:cxnLst/>
            <a:rect l="l" t="t" r="r" b="b"/>
            <a:pathLst>
              <a:path w="25400" h="37998">
                <a:moveTo>
                  <a:pt x="0" y="2642"/>
                </a:moveTo>
                <a:lnTo>
                  <a:pt x="15240" y="0"/>
                </a:lnTo>
                <a:lnTo>
                  <a:pt x="25400" y="37186"/>
                </a:lnTo>
                <a:lnTo>
                  <a:pt x="7518" y="37998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 w="1016" cap="flat">
            <a:solidFill>
              <a:srgbClr val="FFFFFF">
                <a:alpha val="55000"/>
              </a:srgbClr>
            </a:solidFill>
            <a:prstDash val="solid"/>
            <a:round/>
          </a:ln>
        </p:spPr>
      </p:sp>
      <p:sp>
        <p:nvSpPr>
          <p:cNvPr id="97" name="!!text-9j0" descr="救「舊」我的書"/>
          <p:cNvSpPr txBox="1"/>
          <p:nvPr/>
        </p:nvSpPr>
        <p:spPr>
          <a:xfrm>
            <a:off x="805879" y="251460"/>
            <a:ext cx="1120140" cy="25745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400" b="1" kern="0" spc="-70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救</a:t>
            </a:r>
            <a:r>
              <a:rPr lang="zh-TW" altLang="en-US" sz="14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「舊</a:t>
            </a:r>
            <a:r>
              <a:rPr lang="zh-TW" altLang="en-US" sz="1400" b="1" kern="0" spc="-70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」</a:t>
            </a:r>
            <a:r>
              <a:rPr lang="zh-TW" altLang="en-US" sz="14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我的書</a:t>
            </a:r>
            <a:endParaRPr lang="zh-TW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fast" p14:dur="1400" advTm="1000">
        <p159:morph option="byObject"/>
      </p:transition>
    </mc:Choice>
    <mc:Fallback>
      <p:transition spd="fast" advTm="1000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58.7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rect-1q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7"/>
          </a:solidFill>
          <a:ln>
            <a:noFill/>
          </a:ln>
        </p:spPr>
      </p:sp>
      <p:sp>
        <p:nvSpPr>
          <p:cNvPr id="3" name="!!ellipse-1q2"/>
          <p:cNvSpPr/>
          <p:nvPr/>
        </p:nvSpPr>
        <p:spPr>
          <a:xfrm>
            <a:off x="-889000" y="-952500"/>
            <a:ext cx="13970000" cy="7874000"/>
          </a:xfrm>
          <a:prstGeom prst="ellipse">
            <a:avLst/>
          </a:prstGeom>
          <a:gradFill rotWithShape="1">
            <a:gsLst>
              <a:gs pos="0">
                <a:srgbClr val="FFFFFF">
                  <a:alpha val="95000"/>
                </a:srgbClr>
              </a:gs>
              <a:gs pos="40865">
                <a:srgbClr val="FFFFFF">
                  <a:alpha val="35000"/>
                </a:srgbClr>
              </a:gs>
              <a:gs pos="68108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!!rect-1q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P1"/>
            <a:srcRect/>
            <a:tile tx="163220" ty="109188" sx="16667" sy="16667" flip="none" algn="tl"/>
          </a:blipFill>
          <a:ln>
            <a:noFill/>
          </a:ln>
        </p:spPr>
      </p:sp>
      <p:sp>
        <p:nvSpPr>
          <p:cNvPr id="5" name="!!circle-1qv"/>
          <p:cNvSpPr/>
          <p:nvPr/>
        </p:nvSpPr>
        <p:spPr>
          <a:xfrm>
            <a:off x="7870741" y="3634746"/>
            <a:ext cx="1551610" cy="1551610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" name="!!circle-1qy"/>
          <p:cNvSpPr/>
          <p:nvPr/>
        </p:nvSpPr>
        <p:spPr>
          <a:xfrm>
            <a:off x="11415584" y="-1652048"/>
            <a:ext cx="2674569" cy="2674569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7" name="!!circle-1r1"/>
          <p:cNvSpPr/>
          <p:nvPr/>
        </p:nvSpPr>
        <p:spPr>
          <a:xfrm>
            <a:off x="8640037" y="2883338"/>
            <a:ext cx="905370" cy="905370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8" name="!!circle-1ro"/>
          <p:cNvSpPr/>
          <p:nvPr/>
        </p:nvSpPr>
        <p:spPr>
          <a:xfrm>
            <a:off x="-50668" y="4691088"/>
            <a:ext cx="1641335" cy="1641335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9" name="!!circle-1rs"/>
          <p:cNvSpPr/>
          <p:nvPr/>
        </p:nvSpPr>
        <p:spPr>
          <a:xfrm>
            <a:off x="10101941" y="4516329"/>
            <a:ext cx="1598701" cy="1598701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0" name="!!rect-1sh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5F7">
                  <a:alpha val="0"/>
                </a:srgbClr>
              </a:gs>
              <a:gs pos="20428">
                <a:srgbClr val="F3F5F7">
                  <a:alpha val="0"/>
                </a:srgbClr>
              </a:gs>
              <a:gs pos="66730">
                <a:srgbClr val="F3F5F7"/>
              </a:gs>
              <a:gs pos="100000">
                <a:srgbClr val="F3F5F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1" name="!!circle-1sj"/>
          <p:cNvSpPr/>
          <p:nvPr/>
        </p:nvSpPr>
        <p:spPr>
          <a:xfrm>
            <a:off x="108838" y="239820"/>
            <a:ext cx="50038" cy="50038"/>
          </a:xfrm>
          <a:prstGeom prst="ellipse">
            <a:avLst/>
          </a:prstGeom>
          <a:solidFill>
            <a:srgbClr val="627D8D">
              <a:alpha val="25400"/>
            </a:srgbClr>
          </a:solidFill>
          <a:ln>
            <a:noFill/>
          </a:ln>
        </p:spPr>
      </p:sp>
      <p:sp>
        <p:nvSpPr>
          <p:cNvPr id="12" name="!!circle-1sm"/>
          <p:cNvSpPr/>
          <p:nvPr/>
        </p:nvSpPr>
        <p:spPr>
          <a:xfrm>
            <a:off x="5634068" y="1516675"/>
            <a:ext cx="36055" cy="36055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13" name="!!circle-1sp"/>
          <p:cNvSpPr/>
          <p:nvPr/>
        </p:nvSpPr>
        <p:spPr>
          <a:xfrm>
            <a:off x="9306891" y="3425720"/>
            <a:ext cx="24295" cy="24295"/>
          </a:xfrm>
          <a:prstGeom prst="ellipse">
            <a:avLst/>
          </a:prstGeom>
          <a:solidFill>
            <a:srgbClr val="627D8D">
              <a:alpha val="18100"/>
            </a:srgbClr>
          </a:solidFill>
          <a:ln>
            <a:noFill/>
          </a:ln>
        </p:spPr>
      </p:sp>
      <p:sp>
        <p:nvSpPr>
          <p:cNvPr id="14" name="!!circle-1ss"/>
          <p:cNvSpPr/>
          <p:nvPr/>
        </p:nvSpPr>
        <p:spPr>
          <a:xfrm>
            <a:off x="3566512" y="6595625"/>
            <a:ext cx="25959" cy="25959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15" name="!!circle-1sv"/>
          <p:cNvSpPr/>
          <p:nvPr/>
        </p:nvSpPr>
        <p:spPr>
          <a:xfrm>
            <a:off x="1906149" y="1901026"/>
            <a:ext cx="35878" cy="35878"/>
          </a:xfrm>
          <a:prstGeom prst="ellipse">
            <a:avLst/>
          </a:prstGeom>
          <a:solidFill>
            <a:srgbClr val="627D8D">
              <a:alpha val="26800"/>
            </a:srgbClr>
          </a:solidFill>
          <a:ln>
            <a:noFill/>
          </a:ln>
        </p:spPr>
      </p:sp>
      <p:sp>
        <p:nvSpPr>
          <p:cNvPr id="16" name="!!circle-1sy"/>
          <p:cNvSpPr/>
          <p:nvPr/>
        </p:nvSpPr>
        <p:spPr>
          <a:xfrm>
            <a:off x="6770166" y="4063638"/>
            <a:ext cx="40234" cy="40234"/>
          </a:xfrm>
          <a:prstGeom prst="ellipse">
            <a:avLst/>
          </a:prstGeom>
          <a:solidFill>
            <a:srgbClr val="627D8D">
              <a:alpha val="31300"/>
            </a:srgbClr>
          </a:solidFill>
          <a:ln>
            <a:noFill/>
          </a:ln>
        </p:spPr>
      </p:sp>
      <p:sp>
        <p:nvSpPr>
          <p:cNvPr id="17" name="!!circle-1t1"/>
          <p:cNvSpPr/>
          <p:nvPr/>
        </p:nvSpPr>
        <p:spPr>
          <a:xfrm>
            <a:off x="10033742" y="120324"/>
            <a:ext cx="23559" cy="23559"/>
          </a:xfrm>
          <a:prstGeom prst="ellipse">
            <a:avLst/>
          </a:prstGeom>
          <a:solidFill>
            <a:srgbClr val="627D8D">
              <a:alpha val="17900"/>
            </a:srgbClr>
          </a:solidFill>
          <a:ln>
            <a:noFill/>
          </a:ln>
        </p:spPr>
      </p:sp>
      <p:sp>
        <p:nvSpPr>
          <p:cNvPr id="18" name="!!circle-1t4"/>
          <p:cNvSpPr/>
          <p:nvPr/>
        </p:nvSpPr>
        <p:spPr>
          <a:xfrm>
            <a:off x="1100993" y="5101883"/>
            <a:ext cx="29959" cy="29959"/>
          </a:xfrm>
          <a:prstGeom prst="ellipse">
            <a:avLst/>
          </a:prstGeom>
          <a:solidFill>
            <a:srgbClr val="627D8D">
              <a:alpha val="19400"/>
            </a:srgbClr>
          </a:solidFill>
          <a:ln>
            <a:noFill/>
          </a:ln>
        </p:spPr>
      </p:sp>
      <p:sp>
        <p:nvSpPr>
          <p:cNvPr id="19" name="!!circle-1t7"/>
          <p:cNvSpPr/>
          <p:nvPr/>
        </p:nvSpPr>
        <p:spPr>
          <a:xfrm>
            <a:off x="8525719" y="4617578"/>
            <a:ext cx="28702" cy="28702"/>
          </a:xfrm>
          <a:prstGeom prst="ellipse">
            <a:avLst/>
          </a:prstGeom>
          <a:solidFill>
            <a:srgbClr val="627D8D">
              <a:alpha val="17800"/>
            </a:srgbClr>
          </a:solidFill>
          <a:ln>
            <a:noFill/>
          </a:ln>
        </p:spPr>
      </p:sp>
      <p:sp>
        <p:nvSpPr>
          <p:cNvPr id="20" name="!!circle-1ta"/>
          <p:cNvSpPr/>
          <p:nvPr/>
        </p:nvSpPr>
        <p:spPr>
          <a:xfrm>
            <a:off x="11076957" y="2073681"/>
            <a:ext cx="24066" cy="24066"/>
          </a:xfrm>
          <a:prstGeom prst="ellipse">
            <a:avLst/>
          </a:prstGeom>
          <a:solidFill>
            <a:srgbClr val="627D8D">
              <a:alpha val="23900"/>
            </a:srgbClr>
          </a:solidFill>
          <a:ln>
            <a:noFill/>
          </a:ln>
        </p:spPr>
      </p:sp>
      <p:sp>
        <p:nvSpPr>
          <p:cNvPr id="21" name="!!circle-1td"/>
          <p:cNvSpPr/>
          <p:nvPr/>
        </p:nvSpPr>
        <p:spPr>
          <a:xfrm>
            <a:off x="8363803" y="6115710"/>
            <a:ext cx="35865" cy="35865"/>
          </a:xfrm>
          <a:prstGeom prst="ellipse">
            <a:avLst/>
          </a:prstGeom>
          <a:solidFill>
            <a:srgbClr val="627D8D">
              <a:alpha val="28200"/>
            </a:srgbClr>
          </a:solidFill>
          <a:ln>
            <a:noFill/>
          </a:ln>
        </p:spPr>
      </p:sp>
      <p:sp>
        <p:nvSpPr>
          <p:cNvPr id="22" name="!!circle-1tg"/>
          <p:cNvSpPr/>
          <p:nvPr/>
        </p:nvSpPr>
        <p:spPr>
          <a:xfrm>
            <a:off x="1439000" y="3372349"/>
            <a:ext cx="39218" cy="39218"/>
          </a:xfrm>
          <a:prstGeom prst="ellipse">
            <a:avLst/>
          </a:prstGeom>
          <a:solidFill>
            <a:srgbClr val="627D8D">
              <a:alpha val="29600"/>
            </a:srgbClr>
          </a:solidFill>
          <a:ln>
            <a:noFill/>
          </a:ln>
        </p:spPr>
      </p:sp>
      <p:sp>
        <p:nvSpPr>
          <p:cNvPr id="23" name="!!circle-1tj"/>
          <p:cNvSpPr/>
          <p:nvPr/>
        </p:nvSpPr>
        <p:spPr>
          <a:xfrm>
            <a:off x="7173756" y="6369652"/>
            <a:ext cx="49733" cy="49733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4" name="!!circle-1tm"/>
          <p:cNvSpPr/>
          <p:nvPr/>
        </p:nvSpPr>
        <p:spPr>
          <a:xfrm>
            <a:off x="6315778" y="2025077"/>
            <a:ext cx="41694" cy="41694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5" name="!!circle-1tp"/>
          <p:cNvSpPr/>
          <p:nvPr/>
        </p:nvSpPr>
        <p:spPr>
          <a:xfrm>
            <a:off x="6786539" y="5428508"/>
            <a:ext cx="31979" cy="31979"/>
          </a:xfrm>
          <a:prstGeom prst="ellipse">
            <a:avLst/>
          </a:prstGeom>
          <a:solidFill>
            <a:srgbClr val="627D8D">
              <a:alpha val="24100"/>
            </a:srgbClr>
          </a:solidFill>
          <a:ln>
            <a:noFill/>
          </a:ln>
        </p:spPr>
      </p:sp>
      <p:sp>
        <p:nvSpPr>
          <p:cNvPr id="26" name="!!circle-1ts"/>
          <p:cNvSpPr/>
          <p:nvPr/>
        </p:nvSpPr>
        <p:spPr>
          <a:xfrm>
            <a:off x="3830756" y="1376082"/>
            <a:ext cx="18085" cy="18085"/>
          </a:xfrm>
          <a:prstGeom prst="ellipse">
            <a:avLst/>
          </a:prstGeom>
          <a:solidFill>
            <a:srgbClr val="627D8D">
              <a:alpha val="10500"/>
            </a:srgbClr>
          </a:solidFill>
          <a:ln>
            <a:noFill/>
          </a:ln>
        </p:spPr>
      </p:sp>
      <p:sp>
        <p:nvSpPr>
          <p:cNvPr id="27" name="!!circle-1ty"/>
          <p:cNvSpPr/>
          <p:nvPr/>
        </p:nvSpPr>
        <p:spPr>
          <a:xfrm>
            <a:off x="3400634" y="6564900"/>
            <a:ext cx="39243" cy="39243"/>
          </a:xfrm>
          <a:prstGeom prst="ellipse">
            <a:avLst/>
          </a:prstGeom>
          <a:solidFill>
            <a:srgbClr val="627D8D">
              <a:alpha val="27700"/>
            </a:srgbClr>
          </a:solidFill>
          <a:ln>
            <a:noFill/>
          </a:ln>
        </p:spPr>
      </p:sp>
      <p:sp>
        <p:nvSpPr>
          <p:cNvPr id="28" name="!!circle-1u1"/>
          <p:cNvSpPr/>
          <p:nvPr/>
        </p:nvSpPr>
        <p:spPr>
          <a:xfrm>
            <a:off x="1668487" y="6708407"/>
            <a:ext cx="34519" cy="34519"/>
          </a:xfrm>
          <a:prstGeom prst="ellipse">
            <a:avLst/>
          </a:prstGeom>
          <a:solidFill>
            <a:srgbClr val="627D8D">
              <a:alpha val="22500"/>
            </a:srgbClr>
          </a:solidFill>
          <a:ln>
            <a:noFill/>
          </a:ln>
        </p:spPr>
      </p:sp>
      <p:sp>
        <p:nvSpPr>
          <p:cNvPr id="29" name="!!circle-1u4"/>
          <p:cNvSpPr/>
          <p:nvPr/>
        </p:nvSpPr>
        <p:spPr>
          <a:xfrm>
            <a:off x="2591270" y="5370430"/>
            <a:ext cx="46228" cy="46228"/>
          </a:xfrm>
          <a:prstGeom prst="ellipse">
            <a:avLst/>
          </a:prstGeom>
          <a:solidFill>
            <a:srgbClr val="627D8D">
              <a:alpha val="26200"/>
            </a:srgbClr>
          </a:solidFill>
          <a:ln>
            <a:noFill/>
          </a:ln>
        </p:spPr>
      </p:sp>
      <p:sp>
        <p:nvSpPr>
          <p:cNvPr id="30" name="!!circle-1u7"/>
          <p:cNvSpPr/>
          <p:nvPr/>
        </p:nvSpPr>
        <p:spPr>
          <a:xfrm>
            <a:off x="7411908" y="4920497"/>
            <a:ext cx="49327" cy="49327"/>
          </a:xfrm>
          <a:prstGeom prst="ellipse">
            <a:avLst/>
          </a:prstGeom>
          <a:solidFill>
            <a:srgbClr val="627D8D">
              <a:alpha val="20800"/>
            </a:srgbClr>
          </a:solidFill>
          <a:ln>
            <a:noFill/>
          </a:ln>
        </p:spPr>
      </p:sp>
      <p:sp>
        <p:nvSpPr>
          <p:cNvPr id="31" name="!!circle-1ua"/>
          <p:cNvSpPr/>
          <p:nvPr/>
        </p:nvSpPr>
        <p:spPr>
          <a:xfrm>
            <a:off x="9691327" y="5692271"/>
            <a:ext cx="24054" cy="24054"/>
          </a:xfrm>
          <a:prstGeom prst="ellipse">
            <a:avLst/>
          </a:prstGeom>
          <a:solidFill>
            <a:srgbClr val="627D8D">
              <a:alpha val="22200"/>
            </a:srgbClr>
          </a:solidFill>
          <a:ln>
            <a:noFill/>
          </a:ln>
        </p:spPr>
      </p:sp>
      <p:sp>
        <p:nvSpPr>
          <p:cNvPr id="32" name="!!circle-1ud"/>
          <p:cNvSpPr/>
          <p:nvPr/>
        </p:nvSpPr>
        <p:spPr>
          <a:xfrm>
            <a:off x="2134417" y="1608286"/>
            <a:ext cx="32271" cy="32271"/>
          </a:xfrm>
          <a:prstGeom prst="ellipse">
            <a:avLst/>
          </a:prstGeom>
          <a:solidFill>
            <a:srgbClr val="627D8D">
              <a:alpha val="20500"/>
            </a:srgbClr>
          </a:solidFill>
          <a:ln>
            <a:noFill/>
          </a:ln>
        </p:spPr>
      </p:sp>
      <p:sp>
        <p:nvSpPr>
          <p:cNvPr id="33" name="!!circle-1uj"/>
          <p:cNvSpPr/>
          <p:nvPr/>
        </p:nvSpPr>
        <p:spPr>
          <a:xfrm>
            <a:off x="2096718" y="2629234"/>
            <a:ext cx="34252" cy="34252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34" name="!!circle-1um"/>
          <p:cNvSpPr/>
          <p:nvPr/>
        </p:nvSpPr>
        <p:spPr>
          <a:xfrm>
            <a:off x="9619963" y="4640195"/>
            <a:ext cx="44196" cy="44196"/>
          </a:xfrm>
          <a:prstGeom prst="ellipse">
            <a:avLst/>
          </a:prstGeom>
          <a:solidFill>
            <a:srgbClr val="627D8D">
              <a:alpha val="21700"/>
            </a:srgbClr>
          </a:solidFill>
          <a:ln>
            <a:noFill/>
          </a:ln>
        </p:spPr>
      </p:sp>
      <p:sp>
        <p:nvSpPr>
          <p:cNvPr id="35" name="!!circle-1up"/>
          <p:cNvSpPr/>
          <p:nvPr/>
        </p:nvSpPr>
        <p:spPr>
          <a:xfrm>
            <a:off x="6818865" y="1911965"/>
            <a:ext cx="35192" cy="35192"/>
          </a:xfrm>
          <a:prstGeom prst="ellipse">
            <a:avLst/>
          </a:prstGeom>
          <a:solidFill>
            <a:srgbClr val="627D8D">
              <a:alpha val="27100"/>
            </a:srgbClr>
          </a:solidFill>
          <a:ln>
            <a:noFill/>
          </a:ln>
        </p:spPr>
      </p:sp>
      <p:sp>
        <p:nvSpPr>
          <p:cNvPr id="36" name="!!circle-1us"/>
          <p:cNvSpPr/>
          <p:nvPr/>
        </p:nvSpPr>
        <p:spPr>
          <a:xfrm>
            <a:off x="10098545" y="5523193"/>
            <a:ext cx="43358" cy="43358"/>
          </a:xfrm>
          <a:prstGeom prst="ellipse">
            <a:avLst/>
          </a:prstGeom>
          <a:solidFill>
            <a:srgbClr val="627D8D">
              <a:alpha val="19500"/>
            </a:srgbClr>
          </a:solidFill>
          <a:ln>
            <a:noFill/>
          </a:ln>
        </p:spPr>
      </p:sp>
      <p:sp>
        <p:nvSpPr>
          <p:cNvPr id="37" name="!!circle-1uv"/>
          <p:cNvSpPr/>
          <p:nvPr/>
        </p:nvSpPr>
        <p:spPr>
          <a:xfrm>
            <a:off x="3091915" y="2323701"/>
            <a:ext cx="33528" cy="33528"/>
          </a:xfrm>
          <a:prstGeom prst="ellipse">
            <a:avLst/>
          </a:prstGeom>
          <a:solidFill>
            <a:srgbClr val="627D8D">
              <a:alpha val="28300"/>
            </a:srgbClr>
          </a:solidFill>
          <a:ln>
            <a:noFill/>
          </a:ln>
        </p:spPr>
      </p:sp>
      <p:sp>
        <p:nvSpPr>
          <p:cNvPr id="38" name="!!circle-1uy"/>
          <p:cNvSpPr/>
          <p:nvPr/>
        </p:nvSpPr>
        <p:spPr>
          <a:xfrm>
            <a:off x="6742715" y="2860429"/>
            <a:ext cx="28956" cy="28956"/>
          </a:xfrm>
          <a:prstGeom prst="ellipse">
            <a:avLst/>
          </a:prstGeom>
          <a:solidFill>
            <a:srgbClr val="627D8D">
              <a:alpha val="21800"/>
            </a:srgbClr>
          </a:solidFill>
          <a:ln>
            <a:noFill/>
          </a:ln>
        </p:spPr>
      </p:sp>
      <p:sp>
        <p:nvSpPr>
          <p:cNvPr id="39" name="!!circle-1v1"/>
          <p:cNvSpPr/>
          <p:nvPr/>
        </p:nvSpPr>
        <p:spPr>
          <a:xfrm>
            <a:off x="6972711" y="6595261"/>
            <a:ext cx="45555" cy="45555"/>
          </a:xfrm>
          <a:prstGeom prst="ellipse">
            <a:avLst/>
          </a:prstGeom>
          <a:solidFill>
            <a:srgbClr val="627D8D">
              <a:alpha val="20900"/>
            </a:srgbClr>
          </a:solidFill>
          <a:ln>
            <a:noFill/>
          </a:ln>
        </p:spPr>
      </p:sp>
      <p:sp>
        <p:nvSpPr>
          <p:cNvPr id="40" name="!!circle-1v4"/>
          <p:cNvSpPr/>
          <p:nvPr/>
        </p:nvSpPr>
        <p:spPr>
          <a:xfrm>
            <a:off x="11321585" y="3564392"/>
            <a:ext cx="39484" cy="39484"/>
          </a:xfrm>
          <a:prstGeom prst="ellipse">
            <a:avLst/>
          </a:prstGeom>
          <a:solidFill>
            <a:srgbClr val="627D8D">
              <a:alpha val="13600"/>
            </a:srgbClr>
          </a:solidFill>
          <a:ln>
            <a:noFill/>
          </a:ln>
        </p:spPr>
      </p:sp>
      <p:sp>
        <p:nvSpPr>
          <p:cNvPr id="41" name="!!circle-1v7"/>
          <p:cNvSpPr/>
          <p:nvPr/>
        </p:nvSpPr>
        <p:spPr>
          <a:xfrm>
            <a:off x="7435566" y="5776042"/>
            <a:ext cx="30455" cy="30455"/>
          </a:xfrm>
          <a:prstGeom prst="ellipse">
            <a:avLst/>
          </a:prstGeom>
          <a:solidFill>
            <a:srgbClr val="627D8D">
              <a:alpha val="16500"/>
            </a:srgbClr>
          </a:solidFill>
          <a:ln>
            <a:noFill/>
          </a:ln>
        </p:spPr>
      </p:sp>
      <p:sp>
        <p:nvSpPr>
          <p:cNvPr id="42" name="!!circle-1va"/>
          <p:cNvSpPr/>
          <p:nvPr/>
        </p:nvSpPr>
        <p:spPr>
          <a:xfrm>
            <a:off x="8932610" y="6526256"/>
            <a:ext cx="28257" cy="28257"/>
          </a:xfrm>
          <a:prstGeom prst="ellipse">
            <a:avLst/>
          </a:prstGeom>
          <a:solidFill>
            <a:srgbClr val="627D8D">
              <a:alpha val="15700"/>
            </a:srgbClr>
          </a:solidFill>
          <a:ln>
            <a:noFill/>
          </a:ln>
        </p:spPr>
      </p:sp>
      <p:sp>
        <p:nvSpPr>
          <p:cNvPr id="43" name="!!circle-1vd"/>
          <p:cNvSpPr/>
          <p:nvPr/>
        </p:nvSpPr>
        <p:spPr>
          <a:xfrm>
            <a:off x="11314312" y="5250540"/>
            <a:ext cx="45149" cy="45149"/>
          </a:xfrm>
          <a:prstGeom prst="ellipse">
            <a:avLst/>
          </a:prstGeom>
          <a:solidFill>
            <a:srgbClr val="627D8D">
              <a:alpha val="31200"/>
            </a:srgbClr>
          </a:solidFill>
          <a:ln>
            <a:noFill/>
          </a:ln>
        </p:spPr>
      </p:sp>
      <p:sp>
        <p:nvSpPr>
          <p:cNvPr id="44" name="!!circle-1vg"/>
          <p:cNvSpPr/>
          <p:nvPr/>
        </p:nvSpPr>
        <p:spPr>
          <a:xfrm>
            <a:off x="3441602" y="3472450"/>
            <a:ext cx="30696" cy="30696"/>
          </a:xfrm>
          <a:prstGeom prst="ellipse">
            <a:avLst/>
          </a:prstGeom>
          <a:solidFill>
            <a:srgbClr val="627D8D">
              <a:alpha val="25700"/>
            </a:srgbClr>
          </a:solidFill>
          <a:ln>
            <a:noFill/>
          </a:ln>
        </p:spPr>
      </p:sp>
      <p:sp>
        <p:nvSpPr>
          <p:cNvPr id="45" name="!!circle-1vj"/>
          <p:cNvSpPr/>
          <p:nvPr/>
        </p:nvSpPr>
        <p:spPr>
          <a:xfrm>
            <a:off x="8825258" y="4025353"/>
            <a:ext cx="37401" cy="37401"/>
          </a:xfrm>
          <a:prstGeom prst="ellipse">
            <a:avLst/>
          </a:prstGeom>
          <a:solidFill>
            <a:srgbClr val="627D8D">
              <a:alpha val="16000"/>
            </a:srgbClr>
          </a:solidFill>
          <a:ln>
            <a:noFill/>
          </a:ln>
        </p:spPr>
      </p:sp>
      <p:sp>
        <p:nvSpPr>
          <p:cNvPr id="46" name="!!circle-1vm"/>
          <p:cNvSpPr/>
          <p:nvPr/>
        </p:nvSpPr>
        <p:spPr>
          <a:xfrm>
            <a:off x="1724493" y="4772960"/>
            <a:ext cx="33096" cy="33096"/>
          </a:xfrm>
          <a:prstGeom prst="ellipse">
            <a:avLst/>
          </a:prstGeom>
          <a:solidFill>
            <a:srgbClr val="627D8D">
              <a:alpha val="22300"/>
            </a:srgbClr>
          </a:solidFill>
          <a:ln>
            <a:noFill/>
          </a:ln>
        </p:spPr>
      </p:sp>
      <p:sp>
        <p:nvSpPr>
          <p:cNvPr id="47" name="!!circle-1vp"/>
          <p:cNvSpPr/>
          <p:nvPr/>
        </p:nvSpPr>
        <p:spPr>
          <a:xfrm>
            <a:off x="11598767" y="880201"/>
            <a:ext cx="21145" cy="21145"/>
          </a:xfrm>
          <a:prstGeom prst="ellipse">
            <a:avLst/>
          </a:prstGeom>
          <a:solidFill>
            <a:srgbClr val="627D8D">
              <a:alpha val="16300"/>
            </a:srgbClr>
          </a:solidFill>
          <a:ln>
            <a:noFill/>
          </a:ln>
        </p:spPr>
      </p:sp>
      <p:sp>
        <p:nvSpPr>
          <p:cNvPr id="48" name="!!circle-1vs"/>
          <p:cNvSpPr/>
          <p:nvPr/>
        </p:nvSpPr>
        <p:spPr>
          <a:xfrm>
            <a:off x="11077134" y="5746862"/>
            <a:ext cx="35281" cy="35281"/>
          </a:xfrm>
          <a:prstGeom prst="ellipse">
            <a:avLst/>
          </a:prstGeom>
          <a:solidFill>
            <a:srgbClr val="627D8D">
              <a:alpha val="30000"/>
            </a:srgbClr>
          </a:solidFill>
          <a:ln>
            <a:noFill/>
          </a:ln>
        </p:spPr>
      </p:sp>
      <p:sp>
        <p:nvSpPr>
          <p:cNvPr id="49" name="!!path-369"/>
          <p:cNvSpPr/>
          <p:nvPr/>
        </p:nvSpPr>
        <p:spPr>
          <a:xfrm>
            <a:off x="1975673" y="618407"/>
            <a:ext cx="4960458" cy="2470497"/>
          </a:xfrm>
          <a:custGeom>
            <a:avLst/>
            <a:gdLst/>
            <a:ahLst/>
            <a:cxnLst/>
            <a:rect l="l" t="t" r="r" b="b"/>
            <a:pathLst>
              <a:path w="4960458" h="2470497" fill="none">
                <a:moveTo>
                  <a:pt x="4960458" y="2470497"/>
                </a:moveTo>
                <a:quadBezTo>
                  <a:pt x="2871974" y="448668"/>
                  <a:pt x="0" y="0"/>
                </a:quadBezTo>
              </a:path>
            </a:pathLst>
          </a:custGeom>
          <a:noFill/>
          <a:ln w="20955" cap="rnd">
            <a:solidFill>
              <a:srgbClr val="627D8D">
                <a:alpha val="26000"/>
              </a:srgbClr>
            </a:solidFill>
            <a:prstDash val="solid"/>
            <a:round/>
          </a:ln>
        </p:spPr>
      </p:sp>
      <p:sp>
        <p:nvSpPr>
          <p:cNvPr id="50" name="!!circle-36c"/>
          <p:cNvSpPr/>
          <p:nvPr/>
        </p:nvSpPr>
        <p:spPr>
          <a:xfrm>
            <a:off x="4508151" y="1355641"/>
            <a:ext cx="134115" cy="134115"/>
          </a:xfrm>
          <a:custGeom>
            <a:avLst/>
            <a:gdLst/>
            <a:ahLst/>
            <a:cxnLst/>
            <a:rect l="l" t="t" r="r" b="b"/>
            <a:pathLst>
              <a:path w="134115" h="134115">
                <a:moveTo>
                  <a:pt x="134113" y="67055"/>
                </a:moveTo>
                <a:cubicBezTo>
                  <a:pt x="134115" y="104089"/>
                  <a:pt x="104094" y="134112"/>
                  <a:pt x="67060" y="134113"/>
                </a:cubicBezTo>
                <a:cubicBezTo>
                  <a:pt x="30026" y="134115"/>
                  <a:pt x="3" y="104094"/>
                  <a:pt x="1" y="67060"/>
                </a:cubicBezTo>
                <a:cubicBezTo>
                  <a:pt x="0" y="30026"/>
                  <a:pt x="30021" y="3"/>
                  <a:pt x="67055" y="1"/>
                </a:cubicBezTo>
                <a:cubicBezTo>
                  <a:pt x="104089" y="0"/>
                  <a:pt x="134112" y="30021"/>
                  <a:pt x="134113" y="67055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81000"/>
                </a:srgbClr>
              </a:gs>
              <a:gs pos="28284">
                <a:srgbClr val="627D8D">
                  <a:alpha val="40500"/>
                </a:srgbClr>
              </a:gs>
              <a:gs pos="70709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1" name="!!circle-36f"/>
          <p:cNvSpPr/>
          <p:nvPr/>
        </p:nvSpPr>
        <p:spPr>
          <a:xfrm>
            <a:off x="6097182" y="2349132"/>
            <a:ext cx="134115" cy="134115"/>
          </a:xfrm>
          <a:custGeom>
            <a:avLst/>
            <a:gdLst/>
            <a:ahLst/>
            <a:cxnLst/>
            <a:rect l="l" t="t" r="r" b="b"/>
            <a:pathLst>
              <a:path w="134115" h="134115">
                <a:moveTo>
                  <a:pt x="134113" y="67055"/>
                </a:moveTo>
                <a:cubicBezTo>
                  <a:pt x="134115" y="104089"/>
                  <a:pt x="104094" y="134112"/>
                  <a:pt x="67060" y="134113"/>
                </a:cubicBezTo>
                <a:cubicBezTo>
                  <a:pt x="30026" y="134115"/>
                  <a:pt x="3" y="104094"/>
                  <a:pt x="1" y="67060"/>
                </a:cubicBezTo>
                <a:cubicBezTo>
                  <a:pt x="0" y="30026"/>
                  <a:pt x="30021" y="3"/>
                  <a:pt x="67055" y="1"/>
                </a:cubicBezTo>
                <a:cubicBezTo>
                  <a:pt x="104089" y="0"/>
                  <a:pt x="134112" y="30021"/>
                  <a:pt x="134113" y="67055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81000"/>
                </a:srgbClr>
              </a:gs>
              <a:gs pos="28284">
                <a:srgbClr val="627D8D">
                  <a:alpha val="40500"/>
                </a:srgbClr>
              </a:gs>
              <a:gs pos="70709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2" name="!!path-36t"/>
          <p:cNvSpPr/>
          <p:nvPr/>
        </p:nvSpPr>
        <p:spPr>
          <a:xfrm>
            <a:off x="7873843" y="-949325"/>
            <a:ext cx="628710" cy="3457575"/>
          </a:xfrm>
          <a:custGeom>
            <a:avLst/>
            <a:gdLst/>
            <a:ahLst/>
            <a:cxnLst/>
            <a:rect l="l" t="t" r="r" b="b"/>
            <a:pathLst>
              <a:path w="628710" h="3457575" fill="none">
                <a:moveTo>
                  <a:pt x="121" y="3457575"/>
                </a:moveTo>
                <a:quadBezTo>
                  <a:pt x="628710" y="1728766"/>
                  <a:pt x="0" y="0"/>
                </a:quadBezTo>
              </a:path>
            </a:pathLst>
          </a:custGeom>
          <a:noFill/>
          <a:ln w="20955" cap="rnd">
            <a:solidFill>
              <a:srgbClr val="627D8D">
                <a:alpha val="26000"/>
              </a:srgbClr>
            </a:solidFill>
            <a:prstDash val="solid"/>
            <a:round/>
          </a:ln>
        </p:spPr>
      </p:sp>
      <p:sp>
        <p:nvSpPr>
          <p:cNvPr id="53" name="!!circle-36w"/>
          <p:cNvSpPr/>
          <p:nvPr/>
        </p:nvSpPr>
        <p:spPr>
          <a:xfrm>
            <a:off x="8120402" y="797998"/>
            <a:ext cx="134115" cy="134115"/>
          </a:xfrm>
          <a:custGeom>
            <a:avLst/>
            <a:gdLst/>
            <a:ahLst/>
            <a:cxnLst/>
            <a:rect l="l" t="t" r="r" b="b"/>
            <a:pathLst>
              <a:path w="134115" h="134115">
                <a:moveTo>
                  <a:pt x="134113" y="67055"/>
                </a:moveTo>
                <a:cubicBezTo>
                  <a:pt x="134115" y="104089"/>
                  <a:pt x="104094" y="134112"/>
                  <a:pt x="67060" y="134113"/>
                </a:cubicBezTo>
                <a:cubicBezTo>
                  <a:pt x="30026" y="134115"/>
                  <a:pt x="3" y="104094"/>
                  <a:pt x="1" y="67060"/>
                </a:cubicBezTo>
                <a:cubicBezTo>
                  <a:pt x="0" y="30026"/>
                  <a:pt x="30021" y="3"/>
                  <a:pt x="67055" y="1"/>
                </a:cubicBezTo>
                <a:cubicBezTo>
                  <a:pt x="104089" y="0"/>
                  <a:pt x="134112" y="30021"/>
                  <a:pt x="134113" y="67055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81000"/>
                </a:srgbClr>
              </a:gs>
              <a:gs pos="28284">
                <a:srgbClr val="627D8D">
                  <a:alpha val="40500"/>
                </a:srgbClr>
              </a:gs>
              <a:gs pos="70709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4" name="!!circle-36z"/>
          <p:cNvSpPr/>
          <p:nvPr/>
        </p:nvSpPr>
        <p:spPr>
          <a:xfrm>
            <a:off x="7957237" y="1961060"/>
            <a:ext cx="134115" cy="134115"/>
          </a:xfrm>
          <a:custGeom>
            <a:avLst/>
            <a:gdLst/>
            <a:ahLst/>
            <a:cxnLst/>
            <a:rect l="l" t="t" r="r" b="b"/>
            <a:pathLst>
              <a:path w="134115" h="134115">
                <a:moveTo>
                  <a:pt x="134113" y="67055"/>
                </a:moveTo>
                <a:cubicBezTo>
                  <a:pt x="134115" y="104089"/>
                  <a:pt x="104094" y="134112"/>
                  <a:pt x="67060" y="134113"/>
                </a:cubicBezTo>
                <a:cubicBezTo>
                  <a:pt x="30026" y="134115"/>
                  <a:pt x="3" y="104094"/>
                  <a:pt x="1" y="67060"/>
                </a:cubicBezTo>
                <a:cubicBezTo>
                  <a:pt x="0" y="30026"/>
                  <a:pt x="30021" y="3"/>
                  <a:pt x="67055" y="1"/>
                </a:cubicBezTo>
                <a:cubicBezTo>
                  <a:pt x="104089" y="0"/>
                  <a:pt x="134112" y="30021"/>
                  <a:pt x="134113" y="67055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76909"/>
                </a:srgbClr>
              </a:gs>
              <a:gs pos="28284">
                <a:srgbClr val="627D8D">
                  <a:alpha val="38455"/>
                </a:srgbClr>
              </a:gs>
              <a:gs pos="70709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5" name="!!path-37d"/>
          <p:cNvSpPr/>
          <p:nvPr/>
        </p:nvSpPr>
        <p:spPr>
          <a:xfrm>
            <a:off x="8811837" y="617995"/>
            <a:ext cx="4960285" cy="2470843"/>
          </a:xfrm>
          <a:custGeom>
            <a:avLst/>
            <a:gdLst/>
            <a:ahLst/>
            <a:cxnLst/>
            <a:rect l="l" t="t" r="r" b="b"/>
            <a:pathLst>
              <a:path w="4960285" h="2470843" fill="none">
                <a:moveTo>
                  <a:pt x="0" y="2470843"/>
                </a:moveTo>
                <a:quadBezTo>
                  <a:pt x="2871947" y="2021975"/>
                  <a:pt x="4960285" y="0"/>
                </a:quadBezTo>
              </a:path>
            </a:pathLst>
          </a:custGeom>
          <a:noFill/>
          <a:ln w="20955" cap="rnd">
            <a:solidFill>
              <a:srgbClr val="627D8D">
                <a:alpha val="26000"/>
              </a:srgbClr>
            </a:solidFill>
            <a:prstDash val="solid"/>
            <a:round/>
          </a:ln>
        </p:spPr>
      </p:sp>
      <p:sp>
        <p:nvSpPr>
          <p:cNvPr id="56" name="!!circle-37g"/>
          <p:cNvSpPr/>
          <p:nvPr/>
        </p:nvSpPr>
        <p:spPr>
          <a:xfrm>
            <a:off x="11096778" y="2332841"/>
            <a:ext cx="134115" cy="134115"/>
          </a:xfrm>
          <a:custGeom>
            <a:avLst/>
            <a:gdLst/>
            <a:ahLst/>
            <a:cxnLst/>
            <a:rect l="l" t="t" r="r" b="b"/>
            <a:pathLst>
              <a:path w="134115" h="134115">
                <a:moveTo>
                  <a:pt x="134113" y="67055"/>
                </a:moveTo>
                <a:cubicBezTo>
                  <a:pt x="134115" y="104089"/>
                  <a:pt x="104094" y="134112"/>
                  <a:pt x="67060" y="134113"/>
                </a:cubicBezTo>
                <a:cubicBezTo>
                  <a:pt x="30026" y="134115"/>
                  <a:pt x="3" y="104094"/>
                  <a:pt x="1" y="67060"/>
                </a:cubicBezTo>
                <a:cubicBezTo>
                  <a:pt x="0" y="30026"/>
                  <a:pt x="30021" y="3"/>
                  <a:pt x="67055" y="1"/>
                </a:cubicBezTo>
                <a:cubicBezTo>
                  <a:pt x="104089" y="0"/>
                  <a:pt x="134112" y="30021"/>
                  <a:pt x="134113" y="67055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81000"/>
                </a:srgbClr>
              </a:gs>
              <a:gs pos="28284">
                <a:srgbClr val="627D8D">
                  <a:alpha val="40500"/>
                </a:srgbClr>
              </a:gs>
              <a:gs pos="70709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7" name="!!circle-37j"/>
          <p:cNvSpPr/>
          <p:nvPr/>
        </p:nvSpPr>
        <p:spPr>
          <a:xfrm>
            <a:off x="9315644" y="2915340"/>
            <a:ext cx="134115" cy="134115"/>
          </a:xfrm>
          <a:custGeom>
            <a:avLst/>
            <a:gdLst/>
            <a:ahLst/>
            <a:cxnLst/>
            <a:rect l="l" t="t" r="r" b="b"/>
            <a:pathLst>
              <a:path w="134115" h="134115">
                <a:moveTo>
                  <a:pt x="134113" y="67055"/>
                </a:moveTo>
                <a:cubicBezTo>
                  <a:pt x="134115" y="104089"/>
                  <a:pt x="104094" y="134112"/>
                  <a:pt x="67060" y="134113"/>
                </a:cubicBezTo>
                <a:cubicBezTo>
                  <a:pt x="30026" y="134115"/>
                  <a:pt x="3" y="104094"/>
                  <a:pt x="1" y="67060"/>
                </a:cubicBezTo>
                <a:cubicBezTo>
                  <a:pt x="0" y="30026"/>
                  <a:pt x="30021" y="3"/>
                  <a:pt x="67055" y="1"/>
                </a:cubicBezTo>
                <a:cubicBezTo>
                  <a:pt x="104089" y="0"/>
                  <a:pt x="134112" y="30021"/>
                  <a:pt x="134113" y="67055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55636"/>
                </a:srgbClr>
              </a:gs>
              <a:gs pos="28284">
                <a:srgbClr val="627D8D">
                  <a:alpha val="27818"/>
                </a:srgbClr>
              </a:gs>
              <a:gs pos="70709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8" name="!!path-37x"/>
          <p:cNvSpPr/>
          <p:nvPr/>
        </p:nvSpPr>
        <p:spPr>
          <a:xfrm>
            <a:off x="8911269" y="3703839"/>
            <a:ext cx="6409136" cy="1437444"/>
          </a:xfrm>
          <a:custGeom>
            <a:avLst/>
            <a:gdLst/>
            <a:ahLst/>
            <a:cxnLst/>
            <a:rect l="l" t="t" r="r" b="b"/>
            <a:pathLst>
              <a:path w="6409136" h="1437444" fill="none">
                <a:moveTo>
                  <a:pt x="0" y="0"/>
                </a:moveTo>
                <a:quadBezTo>
                  <a:pt x="3064790" y="1437444"/>
                  <a:pt x="6409136" y="913486"/>
                </a:quadBezTo>
              </a:path>
            </a:pathLst>
          </a:custGeom>
          <a:noFill/>
          <a:ln w="20955" cap="rnd">
            <a:solidFill>
              <a:srgbClr val="627D8D">
                <a:alpha val="26000"/>
              </a:srgbClr>
            </a:solidFill>
            <a:prstDash val="solid"/>
            <a:round/>
          </a:ln>
        </p:spPr>
      </p:sp>
      <p:sp>
        <p:nvSpPr>
          <p:cNvPr id="59" name="!!circle-380"/>
          <p:cNvSpPr/>
          <p:nvPr/>
        </p:nvSpPr>
        <p:spPr>
          <a:xfrm>
            <a:off x="11311995" y="4466957"/>
            <a:ext cx="134115" cy="134115"/>
          </a:xfrm>
          <a:custGeom>
            <a:avLst/>
            <a:gdLst/>
            <a:ahLst/>
            <a:cxnLst/>
            <a:rect l="l" t="t" r="r" b="b"/>
            <a:pathLst>
              <a:path w="134115" h="134115">
                <a:moveTo>
                  <a:pt x="134113" y="67055"/>
                </a:moveTo>
                <a:cubicBezTo>
                  <a:pt x="134115" y="104089"/>
                  <a:pt x="104094" y="134112"/>
                  <a:pt x="67060" y="134113"/>
                </a:cubicBezTo>
                <a:cubicBezTo>
                  <a:pt x="30026" y="134115"/>
                  <a:pt x="3" y="104094"/>
                  <a:pt x="1" y="67060"/>
                </a:cubicBezTo>
                <a:cubicBezTo>
                  <a:pt x="0" y="30026"/>
                  <a:pt x="30021" y="3"/>
                  <a:pt x="67055" y="1"/>
                </a:cubicBezTo>
                <a:cubicBezTo>
                  <a:pt x="104089" y="0"/>
                  <a:pt x="134112" y="30021"/>
                  <a:pt x="134113" y="67055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81000"/>
                </a:srgbClr>
              </a:gs>
              <a:gs pos="28284">
                <a:srgbClr val="627D8D">
                  <a:alpha val="40500"/>
                </a:srgbClr>
              </a:gs>
              <a:gs pos="70709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0" name="!!circle-383"/>
          <p:cNvSpPr/>
          <p:nvPr/>
        </p:nvSpPr>
        <p:spPr>
          <a:xfrm>
            <a:off x="9225980" y="3807766"/>
            <a:ext cx="134115" cy="134115"/>
          </a:xfrm>
          <a:custGeom>
            <a:avLst/>
            <a:gdLst/>
            <a:ahLst/>
            <a:cxnLst/>
            <a:rect l="l" t="t" r="r" b="b"/>
            <a:pathLst>
              <a:path w="134115" h="134115">
                <a:moveTo>
                  <a:pt x="134113" y="67055"/>
                </a:moveTo>
                <a:cubicBezTo>
                  <a:pt x="134115" y="104089"/>
                  <a:pt x="104094" y="134112"/>
                  <a:pt x="67060" y="134113"/>
                </a:cubicBezTo>
                <a:cubicBezTo>
                  <a:pt x="30026" y="134115"/>
                  <a:pt x="3" y="104094"/>
                  <a:pt x="1" y="67060"/>
                </a:cubicBezTo>
                <a:cubicBezTo>
                  <a:pt x="0" y="30026"/>
                  <a:pt x="30021" y="3"/>
                  <a:pt x="67055" y="1"/>
                </a:cubicBezTo>
                <a:cubicBezTo>
                  <a:pt x="104089" y="0"/>
                  <a:pt x="134112" y="30021"/>
                  <a:pt x="134113" y="67055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4364"/>
                </a:srgbClr>
              </a:gs>
              <a:gs pos="28284">
                <a:srgbClr val="627D8D">
                  <a:alpha val="17182"/>
                </a:srgbClr>
              </a:gs>
              <a:gs pos="70709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1" name="!!path-38h"/>
          <p:cNvSpPr/>
          <p:nvPr/>
        </p:nvSpPr>
        <p:spPr>
          <a:xfrm>
            <a:off x="8513710" y="4385792"/>
            <a:ext cx="2550448" cy="3308295"/>
          </a:xfrm>
          <a:custGeom>
            <a:avLst/>
            <a:gdLst/>
            <a:ahLst/>
            <a:cxnLst/>
            <a:rect l="l" t="t" r="r" b="b"/>
            <a:pathLst>
              <a:path w="2550448" h="3308295" fill="none">
                <a:moveTo>
                  <a:pt x="0" y="0"/>
                </a:moveTo>
                <a:quadBezTo>
                  <a:pt x="708951" y="2090702"/>
                  <a:pt x="2550448" y="3308295"/>
                </a:quadBezTo>
              </a:path>
            </a:pathLst>
          </a:custGeom>
          <a:noFill/>
          <a:ln w="20955" cap="rnd">
            <a:solidFill>
              <a:srgbClr val="627D8D">
                <a:alpha val="26000"/>
              </a:srgbClr>
            </a:solidFill>
            <a:prstDash val="solid"/>
            <a:round/>
          </a:ln>
        </p:spPr>
      </p:sp>
      <p:sp>
        <p:nvSpPr>
          <p:cNvPr id="62" name="!!circle-38k"/>
          <p:cNvSpPr/>
          <p:nvPr/>
        </p:nvSpPr>
        <p:spPr>
          <a:xfrm>
            <a:off x="9092975" y="5693483"/>
            <a:ext cx="134115" cy="134115"/>
          </a:xfrm>
          <a:custGeom>
            <a:avLst/>
            <a:gdLst/>
            <a:ahLst/>
            <a:cxnLst/>
            <a:rect l="l" t="t" r="r" b="b"/>
            <a:pathLst>
              <a:path w="134115" h="134115">
                <a:moveTo>
                  <a:pt x="134113" y="67055"/>
                </a:moveTo>
                <a:cubicBezTo>
                  <a:pt x="134115" y="104089"/>
                  <a:pt x="104094" y="134112"/>
                  <a:pt x="67060" y="134113"/>
                </a:cubicBezTo>
                <a:cubicBezTo>
                  <a:pt x="30026" y="134115"/>
                  <a:pt x="3" y="104094"/>
                  <a:pt x="1" y="67060"/>
                </a:cubicBezTo>
                <a:cubicBezTo>
                  <a:pt x="0" y="30026"/>
                  <a:pt x="30021" y="3"/>
                  <a:pt x="67055" y="1"/>
                </a:cubicBezTo>
                <a:cubicBezTo>
                  <a:pt x="104089" y="0"/>
                  <a:pt x="134112" y="30021"/>
                  <a:pt x="134113" y="67055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81000"/>
                </a:srgbClr>
              </a:gs>
              <a:gs pos="28284">
                <a:srgbClr val="627D8D">
                  <a:alpha val="40500"/>
                </a:srgbClr>
              </a:gs>
              <a:gs pos="70709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3" name="!!circle-38n"/>
          <p:cNvSpPr/>
          <p:nvPr/>
        </p:nvSpPr>
        <p:spPr>
          <a:xfrm>
            <a:off x="8480633" y="4416616"/>
            <a:ext cx="134115" cy="134115"/>
          </a:xfrm>
          <a:custGeom>
            <a:avLst/>
            <a:gdLst/>
            <a:ahLst/>
            <a:cxnLst/>
            <a:rect l="l" t="t" r="r" b="b"/>
            <a:pathLst>
              <a:path w="134115" h="134115">
                <a:moveTo>
                  <a:pt x="134113" y="67055"/>
                </a:moveTo>
                <a:cubicBezTo>
                  <a:pt x="134115" y="104089"/>
                  <a:pt x="104094" y="134112"/>
                  <a:pt x="67060" y="134113"/>
                </a:cubicBezTo>
                <a:cubicBezTo>
                  <a:pt x="30026" y="134115"/>
                  <a:pt x="3" y="104094"/>
                  <a:pt x="1" y="67060"/>
                </a:cubicBezTo>
                <a:cubicBezTo>
                  <a:pt x="0" y="30026"/>
                  <a:pt x="30021" y="3"/>
                  <a:pt x="67055" y="1"/>
                </a:cubicBezTo>
                <a:cubicBezTo>
                  <a:pt x="104089" y="0"/>
                  <a:pt x="134112" y="30021"/>
                  <a:pt x="134113" y="67055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13091"/>
                </a:srgbClr>
              </a:gs>
              <a:gs pos="28284">
                <a:srgbClr val="627D8D">
                  <a:alpha val="6545"/>
                </a:srgbClr>
              </a:gs>
              <a:gs pos="70709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4" name="!!path-391"/>
          <p:cNvSpPr/>
          <p:nvPr/>
        </p:nvSpPr>
        <p:spPr>
          <a:xfrm>
            <a:off x="4684131" y="4385836"/>
            <a:ext cx="2550217" cy="3308473"/>
          </a:xfrm>
          <a:custGeom>
            <a:avLst/>
            <a:gdLst/>
            <a:ahLst/>
            <a:cxnLst/>
            <a:rect l="l" t="t" r="r" b="b"/>
            <a:pathLst>
              <a:path w="2550217" h="3308473" fill="none">
                <a:moveTo>
                  <a:pt x="2550217" y="0"/>
                </a:moveTo>
                <a:quadBezTo>
                  <a:pt x="708805" y="1217722"/>
                  <a:pt x="0" y="3308473"/>
                </a:quadBezTo>
              </a:path>
            </a:pathLst>
          </a:custGeom>
          <a:noFill/>
          <a:ln w="20955" cap="rnd">
            <a:solidFill>
              <a:srgbClr val="627D8D">
                <a:alpha val="26000"/>
              </a:srgbClr>
            </a:solidFill>
            <a:prstDash val="solid"/>
            <a:round/>
          </a:ln>
        </p:spPr>
      </p:sp>
      <p:sp>
        <p:nvSpPr>
          <p:cNvPr id="65" name="!!circle-394"/>
          <p:cNvSpPr/>
          <p:nvPr/>
        </p:nvSpPr>
        <p:spPr>
          <a:xfrm>
            <a:off x="6119027" y="5173131"/>
            <a:ext cx="134115" cy="134115"/>
          </a:xfrm>
          <a:custGeom>
            <a:avLst/>
            <a:gdLst/>
            <a:ahLst/>
            <a:cxnLst/>
            <a:rect l="l" t="t" r="r" b="b"/>
            <a:pathLst>
              <a:path w="134115" h="134115">
                <a:moveTo>
                  <a:pt x="134113" y="67055"/>
                </a:moveTo>
                <a:cubicBezTo>
                  <a:pt x="134115" y="104089"/>
                  <a:pt x="104094" y="134112"/>
                  <a:pt x="67060" y="134113"/>
                </a:cubicBezTo>
                <a:cubicBezTo>
                  <a:pt x="30026" y="134115"/>
                  <a:pt x="3" y="104094"/>
                  <a:pt x="1" y="67060"/>
                </a:cubicBezTo>
                <a:cubicBezTo>
                  <a:pt x="0" y="30026"/>
                  <a:pt x="30021" y="3"/>
                  <a:pt x="67055" y="1"/>
                </a:cubicBezTo>
                <a:cubicBezTo>
                  <a:pt x="104089" y="0"/>
                  <a:pt x="134112" y="30021"/>
                  <a:pt x="134113" y="67055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81000"/>
                </a:srgbClr>
              </a:gs>
              <a:gs pos="28284">
                <a:srgbClr val="627D8D">
                  <a:alpha val="40500"/>
                </a:srgbClr>
              </a:gs>
              <a:gs pos="70709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6" name="!!path-39l"/>
          <p:cNvSpPr/>
          <p:nvPr/>
        </p:nvSpPr>
        <p:spPr>
          <a:xfrm>
            <a:off x="427669" y="3180191"/>
            <a:ext cx="6409072" cy="1437653"/>
          </a:xfrm>
          <a:custGeom>
            <a:avLst/>
            <a:gdLst/>
            <a:ahLst/>
            <a:cxnLst/>
            <a:rect l="l" t="t" r="r" b="b"/>
            <a:pathLst>
              <a:path w="6409072" h="1437653" fill="none">
                <a:moveTo>
                  <a:pt x="6409072" y="523721"/>
                </a:moveTo>
                <a:quadBezTo>
                  <a:pt x="3064690" y="0"/>
                  <a:pt x="0" y="1437653"/>
                </a:quadBezTo>
              </a:path>
            </a:pathLst>
          </a:custGeom>
          <a:noFill/>
          <a:ln w="20955" cap="rnd">
            <a:solidFill>
              <a:srgbClr val="627D8D">
                <a:alpha val="26000"/>
              </a:srgbClr>
            </a:solidFill>
            <a:prstDash val="solid"/>
            <a:round/>
          </a:ln>
        </p:spPr>
      </p:sp>
      <p:sp>
        <p:nvSpPr>
          <p:cNvPr id="67" name="!!circle-39o"/>
          <p:cNvSpPr/>
          <p:nvPr/>
        </p:nvSpPr>
        <p:spPr>
          <a:xfrm>
            <a:off x="4944114" y="3497174"/>
            <a:ext cx="134115" cy="134115"/>
          </a:xfrm>
          <a:custGeom>
            <a:avLst/>
            <a:gdLst/>
            <a:ahLst/>
            <a:cxnLst/>
            <a:rect l="l" t="t" r="r" b="b"/>
            <a:pathLst>
              <a:path w="134115" h="134115">
                <a:moveTo>
                  <a:pt x="134113" y="67055"/>
                </a:moveTo>
                <a:cubicBezTo>
                  <a:pt x="134115" y="104089"/>
                  <a:pt x="104094" y="134112"/>
                  <a:pt x="67060" y="134113"/>
                </a:cubicBezTo>
                <a:cubicBezTo>
                  <a:pt x="30026" y="134115"/>
                  <a:pt x="3" y="104094"/>
                  <a:pt x="1" y="67060"/>
                </a:cubicBezTo>
                <a:cubicBezTo>
                  <a:pt x="0" y="30026"/>
                  <a:pt x="30021" y="3"/>
                  <a:pt x="67055" y="1"/>
                </a:cubicBezTo>
                <a:cubicBezTo>
                  <a:pt x="104089" y="0"/>
                  <a:pt x="134112" y="30021"/>
                  <a:pt x="134113" y="67055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81000"/>
                </a:srgbClr>
              </a:gs>
              <a:gs pos="28284">
                <a:srgbClr val="627D8D">
                  <a:alpha val="40500"/>
                </a:srgbClr>
              </a:gs>
              <a:gs pos="70709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8" name="!!circle-3as"/>
          <p:cNvSpPr/>
          <p:nvPr/>
        </p:nvSpPr>
        <p:spPr>
          <a:xfrm>
            <a:off x="4977127" y="659125"/>
            <a:ext cx="5793750" cy="5793750"/>
          </a:xfrm>
          <a:custGeom>
            <a:avLst/>
            <a:gdLst/>
            <a:ahLst/>
            <a:cxnLst/>
            <a:rect l="l" t="t" r="r" b="b"/>
            <a:pathLst>
              <a:path w="5793750" h="5793750">
                <a:moveTo>
                  <a:pt x="5793695" y="2896774"/>
                </a:moveTo>
                <a:cubicBezTo>
                  <a:pt x="5793750" y="4496643"/>
                  <a:pt x="4496845" y="5793639"/>
                  <a:pt x="2896976" y="5793695"/>
                </a:cubicBezTo>
                <a:cubicBezTo>
                  <a:pt x="1297107" y="5793750"/>
                  <a:pt x="112" y="4496845"/>
                  <a:pt x="56" y="2896976"/>
                </a:cubicBezTo>
                <a:cubicBezTo>
                  <a:pt x="0" y="1297107"/>
                  <a:pt x="1296905" y="112"/>
                  <a:pt x="2896774" y="56"/>
                </a:cubicBezTo>
                <a:cubicBezTo>
                  <a:pt x="4496643" y="0"/>
                  <a:pt x="5793639" y="1296905"/>
                  <a:pt x="5793695" y="2896774"/>
                </a:cubicBezTo>
                <a:close/>
              </a:path>
            </a:pathLst>
          </a:custGeom>
          <a:gradFill rotWithShape="1">
            <a:gsLst>
              <a:gs pos="0">
                <a:srgbClr val="627D8D">
                  <a:alpha val="22000"/>
                </a:srgbClr>
              </a:gs>
              <a:gs pos="70709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9" name="!!circle-3aw"/>
          <p:cNvSpPr/>
          <p:nvPr/>
        </p:nvSpPr>
        <p:spPr>
          <a:xfrm>
            <a:off x="6379998" y="2061997"/>
            <a:ext cx="2988007" cy="2988007"/>
          </a:xfrm>
          <a:custGeom>
            <a:avLst/>
            <a:gdLst/>
            <a:ahLst/>
            <a:cxnLst/>
            <a:rect l="l" t="t" r="r" b="b"/>
            <a:pathLst>
              <a:path w="2988007" h="2988007" fill="none">
                <a:moveTo>
                  <a:pt x="2027937" y="2693124"/>
                </a:moveTo>
                <a:cubicBezTo>
                  <a:pt x="1365681" y="2988007"/>
                  <a:pt x="589766" y="2690193"/>
                  <a:pt x="294883" y="2027937"/>
                </a:cubicBezTo>
                <a:cubicBezTo>
                  <a:pt x="0" y="1365681"/>
                  <a:pt x="297815" y="589766"/>
                  <a:pt x="960071" y="294883"/>
                </a:cubicBezTo>
                <a:cubicBezTo>
                  <a:pt x="1622327" y="0"/>
                  <a:pt x="2398241" y="297815"/>
                  <a:pt x="2693124" y="960071"/>
                </a:cubicBezTo>
                <a:cubicBezTo>
                  <a:pt x="2988007" y="1622327"/>
                  <a:pt x="2690193" y="2398241"/>
                  <a:pt x="2027937" y="2693124"/>
                </a:cubicBezTo>
                <a:close/>
              </a:path>
            </a:pathLst>
          </a:custGeom>
          <a:noFill/>
          <a:ln w="20117" cap="rnd">
            <a:solidFill>
              <a:srgbClr val="627D8D">
                <a:alpha val="34000"/>
              </a:srgbClr>
            </a:solidFill>
            <a:custDash>
              <a:ds d="4500000" sp="1500000"/>
            </a:custDash>
            <a:miter lim="800000"/>
          </a:ln>
        </p:spPr>
      </p:sp>
      <p:sp>
        <p:nvSpPr>
          <p:cNvPr id="70" name="!!circle-3b0"/>
          <p:cNvSpPr/>
          <p:nvPr/>
        </p:nvSpPr>
        <p:spPr>
          <a:xfrm>
            <a:off x="5929779" y="1611778"/>
            <a:ext cx="3888445" cy="3888445"/>
          </a:xfrm>
          <a:custGeom>
            <a:avLst/>
            <a:gdLst/>
            <a:ahLst/>
            <a:cxnLst/>
            <a:rect l="l" t="t" r="r" b="b"/>
            <a:pathLst>
              <a:path w="3888445" h="3888445" fill="none">
                <a:moveTo>
                  <a:pt x="3177225" y="680968"/>
                </a:moveTo>
                <a:cubicBezTo>
                  <a:pt x="3874901" y="1361937"/>
                  <a:pt x="3888445" y="2479549"/>
                  <a:pt x="3207476" y="3177225"/>
                </a:cubicBezTo>
                <a:cubicBezTo>
                  <a:pt x="2526508" y="3874901"/>
                  <a:pt x="1408896" y="3888445"/>
                  <a:pt x="711220" y="3207476"/>
                </a:cubicBezTo>
                <a:cubicBezTo>
                  <a:pt x="13544" y="2526508"/>
                  <a:pt x="0" y="1408896"/>
                  <a:pt x="680968" y="711220"/>
                </a:cubicBezTo>
                <a:cubicBezTo>
                  <a:pt x="1361937" y="13544"/>
                  <a:pt x="2479549" y="0"/>
                  <a:pt x="3177225" y="680968"/>
                </a:cubicBezTo>
                <a:close/>
              </a:path>
            </a:pathLst>
          </a:custGeom>
          <a:noFill/>
          <a:ln w="14082" cap="rnd">
            <a:solidFill>
              <a:srgbClr val="627D8D">
                <a:alpha val="27000"/>
              </a:srgbClr>
            </a:solidFill>
            <a:custDash>
              <a:ds d="142857" sp="714286"/>
            </a:custDash>
            <a:miter lim="800000"/>
          </a:ln>
        </p:spPr>
      </p:sp>
      <p:sp>
        <p:nvSpPr>
          <p:cNvPr id="71" name="!!circle-3b4"/>
          <p:cNvSpPr/>
          <p:nvPr/>
        </p:nvSpPr>
        <p:spPr>
          <a:xfrm>
            <a:off x="5302944" y="984943"/>
            <a:ext cx="5142115" cy="5142115"/>
          </a:xfrm>
          <a:custGeom>
            <a:avLst/>
            <a:gdLst/>
            <a:ahLst/>
            <a:cxnLst/>
            <a:rect l="l" t="t" r="r" b="b"/>
            <a:pathLst>
              <a:path w="5142115" h="5142115" fill="none">
                <a:moveTo>
                  <a:pt x="4426290" y="3867173"/>
                </a:moveTo>
                <a:cubicBezTo>
                  <a:pt x="3710466" y="4891790"/>
                  <a:pt x="2299559" y="5142115"/>
                  <a:pt x="1274942" y="4426290"/>
                </a:cubicBezTo>
                <a:cubicBezTo>
                  <a:pt x="250325" y="3710466"/>
                  <a:pt x="0" y="2299559"/>
                  <a:pt x="715825" y="1274942"/>
                </a:cubicBezTo>
                <a:cubicBezTo>
                  <a:pt x="1431649" y="250325"/>
                  <a:pt x="2842556" y="0"/>
                  <a:pt x="3867173" y="715825"/>
                </a:cubicBezTo>
                <a:cubicBezTo>
                  <a:pt x="4891790" y="1431649"/>
                  <a:pt x="5142115" y="2842556"/>
                  <a:pt x="4426290" y="3867173"/>
                </a:cubicBezTo>
                <a:close/>
              </a:path>
            </a:pathLst>
          </a:custGeom>
          <a:noFill/>
          <a:ln w="14082" cap="rnd">
            <a:solidFill>
              <a:srgbClr val="627D8D">
                <a:alpha val="20000"/>
              </a:srgbClr>
            </a:solidFill>
            <a:custDash>
              <a:ds d="2857143" sp="1285714"/>
              <a:ds d="285714" sp="1285714"/>
            </a:custDash>
            <a:miter lim="800000"/>
          </a:ln>
        </p:spPr>
      </p:sp>
      <p:sp>
        <p:nvSpPr>
          <p:cNvPr id="72" name="!!circle-3b9"/>
          <p:cNvSpPr/>
          <p:nvPr/>
        </p:nvSpPr>
        <p:spPr>
          <a:xfrm>
            <a:off x="6968129" y="2650128"/>
            <a:ext cx="1811745" cy="1811745"/>
          </a:xfrm>
          <a:custGeom>
            <a:avLst/>
            <a:gdLst/>
            <a:ahLst/>
            <a:cxnLst/>
            <a:rect l="l" t="t" r="r" b="b"/>
            <a:pathLst>
              <a:path w="1811745" h="1811745">
                <a:moveTo>
                  <a:pt x="1811728" y="905841"/>
                </a:moveTo>
                <a:cubicBezTo>
                  <a:pt x="1811745" y="1406131"/>
                  <a:pt x="1406194" y="1811710"/>
                  <a:pt x="905904" y="1811728"/>
                </a:cubicBezTo>
                <a:cubicBezTo>
                  <a:pt x="405614" y="1811745"/>
                  <a:pt x="35" y="1406194"/>
                  <a:pt x="17" y="905904"/>
                </a:cubicBezTo>
                <a:cubicBezTo>
                  <a:pt x="0" y="405614"/>
                  <a:pt x="405551" y="35"/>
                  <a:pt x="905841" y="17"/>
                </a:cubicBezTo>
                <a:cubicBezTo>
                  <a:pt x="1406131" y="0"/>
                  <a:pt x="1811710" y="405551"/>
                  <a:pt x="1811728" y="905841"/>
                </a:cubicBez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24748">
                <a:srgbClr val="DCE8EE"/>
              </a:gs>
              <a:gs pos="49497">
                <a:srgbClr val="627D8D">
                  <a:alpha val="55000"/>
                </a:srgbClr>
              </a:gs>
              <a:gs pos="70709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73" name="!!path-3ba"/>
          <p:cNvSpPr/>
          <p:nvPr/>
        </p:nvSpPr>
        <p:spPr>
          <a:xfrm>
            <a:off x="7525480" y="3207469"/>
            <a:ext cx="697055" cy="697047"/>
          </a:xfrm>
          <a:custGeom>
            <a:avLst/>
            <a:gdLst/>
            <a:ahLst/>
            <a:cxnLst/>
            <a:rect l="l" t="t" r="r" b="b"/>
            <a:pathLst>
              <a:path w="697055" h="697047">
                <a:moveTo>
                  <a:pt x="570308" y="253472"/>
                </a:moveTo>
                <a:lnTo>
                  <a:pt x="609910" y="166339"/>
                </a:lnTo>
                <a:lnTo>
                  <a:pt x="697039" y="126731"/>
                </a:lnTo>
                <a:lnTo>
                  <a:pt x="609907" y="87130"/>
                </a:lnTo>
                <a:lnTo>
                  <a:pt x="570299" y="0"/>
                </a:lnTo>
                <a:lnTo>
                  <a:pt x="530697" y="87132"/>
                </a:lnTo>
                <a:lnTo>
                  <a:pt x="443568" y="126740"/>
                </a:lnTo>
                <a:lnTo>
                  <a:pt x="530700" y="166342"/>
                </a:lnTo>
                <a:lnTo>
                  <a:pt x="570308" y="253472"/>
                </a:lnTo>
                <a:close/>
                <a:moveTo>
                  <a:pt x="332679" y="269322"/>
                </a:moveTo>
                <a:lnTo>
                  <a:pt x="253463" y="95063"/>
                </a:lnTo>
                <a:lnTo>
                  <a:pt x="174259" y="269327"/>
                </a:lnTo>
                <a:lnTo>
                  <a:pt x="0" y="348543"/>
                </a:lnTo>
                <a:lnTo>
                  <a:pt x="174265" y="427747"/>
                </a:lnTo>
                <a:lnTo>
                  <a:pt x="253481" y="602006"/>
                </a:lnTo>
                <a:lnTo>
                  <a:pt x="332684" y="427742"/>
                </a:lnTo>
                <a:lnTo>
                  <a:pt x="506943" y="348526"/>
                </a:lnTo>
                <a:lnTo>
                  <a:pt x="332679" y="269322"/>
                </a:lnTo>
                <a:close/>
                <a:moveTo>
                  <a:pt x="570315" y="443575"/>
                </a:moveTo>
                <a:lnTo>
                  <a:pt x="530713" y="530708"/>
                </a:lnTo>
                <a:lnTo>
                  <a:pt x="443583" y="570316"/>
                </a:lnTo>
                <a:lnTo>
                  <a:pt x="530716" y="609918"/>
                </a:lnTo>
                <a:lnTo>
                  <a:pt x="570323" y="697047"/>
                </a:lnTo>
                <a:lnTo>
                  <a:pt x="609925" y="609915"/>
                </a:lnTo>
                <a:lnTo>
                  <a:pt x="697055" y="570307"/>
                </a:lnTo>
                <a:lnTo>
                  <a:pt x="609923" y="530705"/>
                </a:lnTo>
                <a:lnTo>
                  <a:pt x="570315" y="443575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74" name="!!rect-96t"/>
          <p:cNvSpPr/>
          <p:nvPr/>
        </p:nvSpPr>
        <p:spPr>
          <a:xfrm>
            <a:off x="0" y="0"/>
            <a:ext cx="5207000" cy="6858000"/>
          </a:xfrm>
          <a:prstGeom prst="rect">
            <a:avLst/>
          </a:prstGeom>
          <a:gradFill rotWithShape="1">
            <a:gsLst>
              <a:gs pos="0">
                <a:srgbClr val="F3F5F7">
                  <a:alpha val="93676"/>
                </a:srgbClr>
              </a:gs>
              <a:gs pos="62000">
                <a:srgbClr val="F3F5F7">
                  <a:alpha val="84984"/>
                </a:srgbClr>
              </a:gs>
              <a:gs pos="100000">
                <a:srgbClr val="F3F5F7">
                  <a:alpha val="0"/>
                </a:srgbClr>
              </a:gs>
            </a:gsLst>
            <a:lin ang="0" scaled="0"/>
          </a:gradFill>
          <a:ln>
            <a:noFill/>
          </a:ln>
        </p:spPr>
      </p:sp>
      <p:sp>
        <p:nvSpPr>
          <p:cNvPr id="75" name="!!text-96z" descr="AI 輔助"/>
          <p:cNvSpPr txBox="1"/>
          <p:nvPr/>
        </p:nvSpPr>
        <p:spPr>
          <a:xfrm>
            <a:off x="711200" y="1918716"/>
            <a:ext cx="606247" cy="2206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00" b="1" kern="0" spc="144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A</a:t>
            </a:r>
            <a:r>
              <a:rPr lang="zh-TW" altLang="en-US" sz="12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I</a:t>
            </a:r>
            <a:r>
              <a:rPr lang="zh-TW" altLang="en-US" sz="1200" b="1" kern="0" spc="288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 </a:t>
            </a:r>
            <a:r>
              <a:rPr lang="zh-TW" altLang="en-US" sz="1200" b="1" kern="0" spc="144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輔</a:t>
            </a:r>
            <a:r>
              <a:rPr lang="zh-TW" altLang="en-US" sz="12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助</a:t>
            </a:r>
            <a:endParaRPr lang="zh-TW" sz="1200"/>
          </a:p>
        </p:txBody>
      </p:sp>
      <p:sp>
        <p:nvSpPr>
          <p:cNvPr id="76" name="!!text-975" descr="從上架到售後，"/>
          <p:cNvSpPr txBox="1"/>
          <p:nvPr/>
        </p:nvSpPr>
        <p:spPr>
          <a:xfrm>
            <a:off x="711200" y="2187448"/>
            <a:ext cx="3200400" cy="66202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3600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從上架到售</a:t>
            </a:r>
            <a:r>
              <a:rPr lang="zh-TW" altLang="en-US" sz="3600" kern="0" spc="-108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後</a:t>
            </a:r>
            <a:r>
              <a:rPr lang="zh-TW" altLang="en-US" sz="3600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，</a:t>
            </a:r>
            <a:endParaRPr lang="zh-TW" sz="3600"/>
          </a:p>
        </p:txBody>
      </p:sp>
      <p:sp>
        <p:nvSpPr>
          <p:cNvPr id="77" name="!!text-986" descr="都有 AI 協助"/>
          <p:cNvSpPr txBox="1"/>
          <p:nvPr/>
        </p:nvSpPr>
        <p:spPr>
          <a:xfrm>
            <a:off x="711200" y="2736088"/>
            <a:ext cx="2627529" cy="66202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3600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都有 AI 協助</a:t>
            </a:r>
            <a:endParaRPr lang="zh-TW" sz="3600"/>
          </a:p>
        </p:txBody>
      </p:sp>
      <p:sp>
        <p:nvSpPr>
          <p:cNvPr id="78" name="!!text-995" descr="七項 AI 功能，涵蓋上架、找書、"/>
          <p:cNvSpPr txBox="1"/>
          <p:nvPr/>
        </p:nvSpPr>
        <p:spPr>
          <a:xfrm>
            <a:off x="711200" y="3451860"/>
            <a:ext cx="2796731" cy="27584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500" kern="0" dirty="0">
                <a:solidFill>
                  <a:srgbClr val="3F4A54"/>
                </a:solidFill>
                <a:latin typeface="Noto Sans TC Medium"/>
                <a:ea typeface="Noto Sans TC Medium"/>
                <a:cs typeface="Noto Sans TC Medium"/>
              </a:rPr>
              <a:t>七項 AI 功能，涵蓋上架、找書、</a:t>
            </a:r>
            <a:endParaRPr lang="zh-TW" sz="1500"/>
          </a:p>
        </p:txBody>
      </p:sp>
      <p:sp>
        <p:nvSpPr>
          <p:cNvPr id="79" name="!!text-99p" descr="客服與交易爭議處理。"/>
          <p:cNvSpPr txBox="1"/>
          <p:nvPr/>
        </p:nvSpPr>
        <p:spPr>
          <a:xfrm>
            <a:off x="711200" y="3743960"/>
            <a:ext cx="1962150" cy="27584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500" kern="0" dirty="0">
                <a:solidFill>
                  <a:srgbClr val="3F4A54"/>
                </a:solidFill>
                <a:latin typeface="Noto Sans TC Medium"/>
                <a:ea typeface="Noto Sans TC Medium"/>
                <a:cs typeface="Noto Sans TC Medium"/>
              </a:rPr>
              <a:t>客服與交易爭議處理。</a:t>
            </a:r>
            <a:endParaRPr lang="zh-TW" sz="1500"/>
          </a:p>
        </p:txBody>
      </p:sp>
      <p:sp>
        <p:nvSpPr>
          <p:cNvPr id="80" name="!!path-9ic"/>
          <p:cNvSpPr/>
          <p:nvPr/>
        </p:nvSpPr>
        <p:spPr>
          <a:xfrm>
            <a:off x="381000" y="306527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81" name="!!path-9id"/>
          <p:cNvSpPr/>
          <p:nvPr/>
        </p:nvSpPr>
        <p:spPr>
          <a:xfrm>
            <a:off x="381000" y="308153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82" name="!!path-9ie"/>
          <p:cNvSpPr/>
          <p:nvPr/>
        </p:nvSpPr>
        <p:spPr>
          <a:xfrm>
            <a:off x="381000" y="309778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83" name="!!path-9if"/>
          <p:cNvSpPr/>
          <p:nvPr/>
        </p:nvSpPr>
        <p:spPr>
          <a:xfrm>
            <a:off x="381000" y="311404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84" name="!!path-9ig"/>
          <p:cNvSpPr/>
          <p:nvPr/>
        </p:nvSpPr>
        <p:spPr>
          <a:xfrm>
            <a:off x="381000" y="313030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85" name="!!path-9ih"/>
          <p:cNvSpPr/>
          <p:nvPr/>
        </p:nvSpPr>
        <p:spPr>
          <a:xfrm>
            <a:off x="381000" y="314655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86" name="!!path-9ii"/>
          <p:cNvSpPr/>
          <p:nvPr/>
        </p:nvSpPr>
        <p:spPr>
          <a:xfrm>
            <a:off x="381000" y="316281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87" name="!!path-9ij"/>
          <p:cNvSpPr/>
          <p:nvPr/>
        </p:nvSpPr>
        <p:spPr>
          <a:xfrm>
            <a:off x="381000" y="317906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88" name="!!path-9ik"/>
          <p:cNvSpPr/>
          <p:nvPr/>
        </p:nvSpPr>
        <p:spPr>
          <a:xfrm>
            <a:off x="419608" y="269342"/>
            <a:ext cx="128422" cy="122936"/>
          </a:xfrm>
          <a:custGeom>
            <a:avLst/>
            <a:gdLst/>
            <a:ahLst/>
            <a:cxnLst/>
            <a:rect l="l" t="t" r="r" b="b"/>
            <a:pathLst>
              <a:path w="128422" h="122936">
                <a:moveTo>
                  <a:pt x="0" y="17678"/>
                </a:moveTo>
                <a:lnTo>
                  <a:pt x="8128" y="5080"/>
                </a:lnTo>
                <a:cubicBezTo>
                  <a:pt x="32512" y="0"/>
                  <a:pt x="73152" y="7112"/>
                  <a:pt x="101600" y="26416"/>
                </a:cubicBezTo>
                <a:cubicBezTo>
                  <a:pt x="116840" y="37186"/>
                  <a:pt x="124968" y="49784"/>
                  <a:pt x="128422" y="62992"/>
                </a:cubicBezTo>
                <a:lnTo>
                  <a:pt x="128422" y="122936"/>
                </a:lnTo>
                <a:lnTo>
                  <a:pt x="0" y="1229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89" name="!!path-9il"/>
          <p:cNvSpPr/>
          <p:nvPr/>
        </p:nvSpPr>
        <p:spPr>
          <a:xfrm>
            <a:off x="419608" y="269342"/>
            <a:ext cx="128422" cy="62992"/>
          </a:xfrm>
          <a:custGeom>
            <a:avLst/>
            <a:gdLst/>
            <a:ahLst/>
            <a:cxnLst/>
            <a:rect l="l" t="t" r="r" b="b"/>
            <a:pathLst>
              <a:path w="128422" h="62992" fill="none">
                <a:moveTo>
                  <a:pt x="128422" y="62992"/>
                </a:moveTo>
                <a:cubicBezTo>
                  <a:pt x="124968" y="49784"/>
                  <a:pt x="116840" y="37186"/>
                  <a:pt x="101600" y="26416"/>
                </a:cubicBezTo>
                <a:cubicBezTo>
                  <a:pt x="73152" y="7112"/>
                  <a:pt x="32512" y="0"/>
                  <a:pt x="8128" y="5080"/>
                </a:cubicBezTo>
                <a:lnTo>
                  <a:pt x="0" y="1767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90" name="!!path-9im"/>
          <p:cNvSpPr/>
          <p:nvPr/>
        </p:nvSpPr>
        <p:spPr>
          <a:xfrm>
            <a:off x="407010" y="281534"/>
            <a:ext cx="141021" cy="110744"/>
          </a:xfrm>
          <a:custGeom>
            <a:avLst/>
            <a:gdLst/>
            <a:ahLst/>
            <a:cxnLst/>
            <a:rect l="l" t="t" r="r" b="b"/>
            <a:pathLst>
              <a:path w="141021" h="110744">
                <a:moveTo>
                  <a:pt x="0" y="22352"/>
                </a:moveTo>
                <a:lnTo>
                  <a:pt x="6502" y="6502"/>
                </a:lnTo>
                <a:cubicBezTo>
                  <a:pt x="36982" y="0"/>
                  <a:pt x="79654" y="7112"/>
                  <a:pt x="110134" y="25400"/>
                </a:cubicBezTo>
                <a:cubicBezTo>
                  <a:pt x="126390" y="35154"/>
                  <a:pt x="136550" y="49784"/>
                  <a:pt x="141021" y="62992"/>
                </a:cubicBezTo>
                <a:lnTo>
                  <a:pt x="141021" y="110744"/>
                </a:lnTo>
                <a:lnTo>
                  <a:pt x="0" y="110744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91" name="!!path-9in"/>
          <p:cNvSpPr/>
          <p:nvPr/>
        </p:nvSpPr>
        <p:spPr>
          <a:xfrm>
            <a:off x="407010" y="281534"/>
            <a:ext cx="141021" cy="62992"/>
          </a:xfrm>
          <a:custGeom>
            <a:avLst/>
            <a:gdLst/>
            <a:ahLst/>
            <a:cxnLst/>
            <a:rect l="l" t="t" r="r" b="b"/>
            <a:pathLst>
              <a:path w="141021" h="62992" fill="none">
                <a:moveTo>
                  <a:pt x="141021" y="62992"/>
                </a:moveTo>
                <a:cubicBezTo>
                  <a:pt x="136550" y="49784"/>
                  <a:pt x="126390" y="35154"/>
                  <a:pt x="110134" y="25400"/>
                </a:cubicBezTo>
                <a:cubicBezTo>
                  <a:pt x="79654" y="7112"/>
                  <a:pt x="36982" y="0"/>
                  <a:pt x="6502" y="6502"/>
                </a:cubicBezTo>
                <a:lnTo>
                  <a:pt x="0" y="22352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92" name="!!path-9io"/>
          <p:cNvSpPr/>
          <p:nvPr/>
        </p:nvSpPr>
        <p:spPr>
          <a:xfrm>
            <a:off x="395834" y="294742"/>
            <a:ext cx="151790" cy="97536"/>
          </a:xfrm>
          <a:custGeom>
            <a:avLst/>
            <a:gdLst/>
            <a:ahLst/>
            <a:cxnLst/>
            <a:rect l="l" t="t" r="r" b="b"/>
            <a:pathLst>
              <a:path w="151790" h="97536">
                <a:moveTo>
                  <a:pt x="0" y="23165"/>
                </a:moveTo>
                <a:lnTo>
                  <a:pt x="3861" y="12598"/>
                </a:lnTo>
                <a:cubicBezTo>
                  <a:pt x="37998" y="0"/>
                  <a:pt x="84734" y="5080"/>
                  <a:pt x="117246" y="21946"/>
                </a:cubicBezTo>
                <a:cubicBezTo>
                  <a:pt x="135534" y="31496"/>
                  <a:pt x="146710" y="43688"/>
                  <a:pt x="151790" y="55270"/>
                </a:cubicBezTo>
                <a:lnTo>
                  <a:pt x="151790" y="97536"/>
                </a:lnTo>
                <a:lnTo>
                  <a:pt x="0" y="975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93" name="!!path-9ip"/>
          <p:cNvSpPr/>
          <p:nvPr/>
        </p:nvSpPr>
        <p:spPr>
          <a:xfrm>
            <a:off x="395834" y="294742"/>
            <a:ext cx="151790" cy="55270"/>
          </a:xfrm>
          <a:custGeom>
            <a:avLst/>
            <a:gdLst/>
            <a:ahLst/>
            <a:cxnLst/>
            <a:rect l="l" t="t" r="r" b="b"/>
            <a:pathLst>
              <a:path w="151790" h="55270" fill="none">
                <a:moveTo>
                  <a:pt x="151790" y="55270"/>
                </a:moveTo>
                <a:cubicBezTo>
                  <a:pt x="146710" y="43688"/>
                  <a:pt x="135534" y="31496"/>
                  <a:pt x="117246" y="21946"/>
                </a:cubicBezTo>
                <a:cubicBezTo>
                  <a:pt x="84734" y="5080"/>
                  <a:pt x="37998" y="0"/>
                  <a:pt x="3861" y="12598"/>
                </a:cubicBezTo>
                <a:lnTo>
                  <a:pt x="0" y="23165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94" name="!!path-9iq"/>
          <p:cNvSpPr/>
          <p:nvPr/>
        </p:nvSpPr>
        <p:spPr>
          <a:xfrm>
            <a:off x="548234" y="264262"/>
            <a:ext cx="120294" cy="128016"/>
          </a:xfrm>
          <a:custGeom>
            <a:avLst/>
            <a:gdLst/>
            <a:ahLst/>
            <a:cxnLst/>
            <a:rect l="l" t="t" r="r" b="b"/>
            <a:pathLst>
              <a:path w="120294" h="128016">
                <a:moveTo>
                  <a:pt x="120294" y="18288"/>
                </a:moveTo>
                <a:lnTo>
                  <a:pt x="113589" y="4470"/>
                </a:lnTo>
                <a:cubicBezTo>
                  <a:pt x="86766" y="0"/>
                  <a:pt x="44094" y="10160"/>
                  <a:pt x="17678" y="30480"/>
                </a:cubicBezTo>
                <a:cubicBezTo>
                  <a:pt x="6502" y="39624"/>
                  <a:pt x="1422" y="52832"/>
                  <a:pt x="0" y="67056"/>
                </a:cubicBezTo>
                <a:lnTo>
                  <a:pt x="0" y="128016"/>
                </a:lnTo>
                <a:lnTo>
                  <a:pt x="120294" y="12801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95" name="!!path-9ir"/>
          <p:cNvSpPr/>
          <p:nvPr/>
        </p:nvSpPr>
        <p:spPr>
          <a:xfrm>
            <a:off x="548234" y="264262"/>
            <a:ext cx="120294" cy="67056"/>
          </a:xfrm>
          <a:custGeom>
            <a:avLst/>
            <a:gdLst/>
            <a:ahLst/>
            <a:cxnLst/>
            <a:rect l="l" t="t" r="r" b="b"/>
            <a:pathLst>
              <a:path w="120294" h="67056" fill="none">
                <a:moveTo>
                  <a:pt x="0" y="67056"/>
                </a:moveTo>
                <a:cubicBezTo>
                  <a:pt x="1422" y="52832"/>
                  <a:pt x="6502" y="39624"/>
                  <a:pt x="17678" y="30480"/>
                </a:cubicBezTo>
                <a:cubicBezTo>
                  <a:pt x="44094" y="10160"/>
                  <a:pt x="86766" y="0"/>
                  <a:pt x="113589" y="4470"/>
                </a:cubicBezTo>
                <a:lnTo>
                  <a:pt x="120294" y="1828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96" name="!!path-9is"/>
          <p:cNvSpPr/>
          <p:nvPr/>
        </p:nvSpPr>
        <p:spPr>
          <a:xfrm>
            <a:off x="548437" y="279502"/>
            <a:ext cx="133299" cy="112776"/>
          </a:xfrm>
          <a:custGeom>
            <a:avLst/>
            <a:gdLst/>
            <a:ahLst/>
            <a:cxnLst/>
            <a:rect l="l" t="t" r="r" b="b"/>
            <a:pathLst>
              <a:path w="133299" h="112776">
                <a:moveTo>
                  <a:pt x="133299" y="19710"/>
                </a:moveTo>
                <a:lnTo>
                  <a:pt x="127203" y="3048"/>
                </a:lnTo>
                <a:cubicBezTo>
                  <a:pt x="94691" y="0"/>
                  <a:pt x="54051" y="11176"/>
                  <a:pt x="27635" y="30683"/>
                </a:cubicBezTo>
                <a:cubicBezTo>
                  <a:pt x="13411" y="41250"/>
                  <a:pt x="4267" y="53848"/>
                  <a:pt x="0" y="65024"/>
                </a:cubicBezTo>
                <a:lnTo>
                  <a:pt x="0" y="112776"/>
                </a:lnTo>
                <a:lnTo>
                  <a:pt x="133299" y="11277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97" name="!!path-9it"/>
          <p:cNvSpPr/>
          <p:nvPr/>
        </p:nvSpPr>
        <p:spPr>
          <a:xfrm>
            <a:off x="548437" y="279502"/>
            <a:ext cx="133299" cy="65024"/>
          </a:xfrm>
          <a:custGeom>
            <a:avLst/>
            <a:gdLst/>
            <a:ahLst/>
            <a:cxnLst/>
            <a:rect l="l" t="t" r="r" b="b"/>
            <a:pathLst>
              <a:path w="133299" h="65024" fill="none">
                <a:moveTo>
                  <a:pt x="0" y="65024"/>
                </a:moveTo>
                <a:cubicBezTo>
                  <a:pt x="4267" y="53848"/>
                  <a:pt x="13411" y="41250"/>
                  <a:pt x="27635" y="30683"/>
                </a:cubicBezTo>
                <a:cubicBezTo>
                  <a:pt x="54051" y="11176"/>
                  <a:pt x="94691" y="0"/>
                  <a:pt x="127203" y="3048"/>
                </a:cubicBezTo>
                <a:lnTo>
                  <a:pt x="133299" y="19710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98" name="!!path-9iu"/>
          <p:cNvSpPr/>
          <p:nvPr/>
        </p:nvSpPr>
        <p:spPr>
          <a:xfrm>
            <a:off x="548843" y="293726"/>
            <a:ext cx="142646" cy="98552"/>
          </a:xfrm>
          <a:custGeom>
            <a:avLst/>
            <a:gdLst/>
            <a:ahLst/>
            <a:cxnLst/>
            <a:rect l="l" t="t" r="r" b="b"/>
            <a:pathLst>
              <a:path w="142646" h="98552">
                <a:moveTo>
                  <a:pt x="142646" y="18898"/>
                </a:moveTo>
                <a:lnTo>
                  <a:pt x="139802" y="8738"/>
                </a:lnTo>
                <a:cubicBezTo>
                  <a:pt x="106477" y="0"/>
                  <a:pt x="63805" y="5080"/>
                  <a:pt x="35357" y="19304"/>
                </a:cubicBezTo>
                <a:cubicBezTo>
                  <a:pt x="17069" y="28448"/>
                  <a:pt x="5893" y="42672"/>
                  <a:pt x="0" y="56286"/>
                </a:cubicBezTo>
                <a:lnTo>
                  <a:pt x="0" y="98552"/>
                </a:lnTo>
                <a:lnTo>
                  <a:pt x="142646" y="98552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99" name="!!path-9iv"/>
          <p:cNvSpPr/>
          <p:nvPr/>
        </p:nvSpPr>
        <p:spPr>
          <a:xfrm>
            <a:off x="548843" y="293726"/>
            <a:ext cx="142646" cy="56286"/>
          </a:xfrm>
          <a:custGeom>
            <a:avLst/>
            <a:gdLst/>
            <a:ahLst/>
            <a:cxnLst/>
            <a:rect l="l" t="t" r="r" b="b"/>
            <a:pathLst>
              <a:path w="142646" h="56286" fill="none">
                <a:moveTo>
                  <a:pt x="0" y="56286"/>
                </a:moveTo>
                <a:cubicBezTo>
                  <a:pt x="5893" y="42672"/>
                  <a:pt x="17069" y="28448"/>
                  <a:pt x="35357" y="19304"/>
                </a:cubicBezTo>
                <a:cubicBezTo>
                  <a:pt x="63805" y="5080"/>
                  <a:pt x="106477" y="0"/>
                  <a:pt x="139802" y="8738"/>
                </a:cubicBezTo>
                <a:lnTo>
                  <a:pt x="142646" y="1889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00" name="!!path-9iw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627D8D"/>
              </a:gs>
              <a:gs pos="21794">
                <a:srgbClr val="627D8D"/>
              </a:gs>
              <a:gs pos="55376">
                <a:srgbClr val="627D8D"/>
              </a:gs>
              <a:gs pos="96421">
                <a:srgbClr val="98ABB7"/>
              </a:gs>
              <a:gs pos="100000">
                <a:srgbClr val="98ABB7"/>
              </a:gs>
            </a:gsLst>
            <a:lin ang="1983350" scaled="0"/>
          </a:gradFill>
          <a:ln>
            <a:noFill/>
          </a:ln>
        </p:spPr>
      </p:sp>
      <p:sp>
        <p:nvSpPr>
          <p:cNvPr id="101" name="!!path-9ix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0000"/>
                </a:srgbClr>
              </a:gs>
              <a:gs pos="4764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83333" t="79291" r="16667" b="20709"/>
            </a:path>
          </a:gradFill>
          <a:ln>
            <a:noFill/>
          </a:ln>
        </p:spPr>
      </p:sp>
      <p:sp>
        <p:nvSpPr>
          <p:cNvPr id="102" name="!!line-9iy"/>
          <p:cNvSpPr/>
          <p:nvPr/>
        </p:nvSpPr>
        <p:spPr>
          <a:xfrm>
            <a:off x="549046" y="363017"/>
            <a:ext cx="1" cy="153619"/>
          </a:xfrm>
          <a:custGeom>
            <a:avLst/>
            <a:gdLst/>
            <a:ahLst/>
            <a:cxnLst/>
            <a:rect l="l" t="t" r="r" b="b"/>
            <a:pathLst>
              <a:path w="1" h="153619">
                <a:moveTo>
                  <a:pt x="0" y="0"/>
                </a:moveTo>
                <a:lnTo>
                  <a:pt x="0" y="153619"/>
                </a:lnTo>
              </a:path>
            </a:pathLst>
          </a:custGeom>
          <a:solidFill>
            <a:srgbClr val="000000"/>
          </a:solidFill>
          <a:ln w="6909" cap="rnd">
            <a:solidFill>
              <a:srgbClr val="C9D3D9"/>
            </a:solidFill>
            <a:prstDash val="solid"/>
            <a:miter lim="800000"/>
          </a:ln>
        </p:spPr>
      </p:sp>
      <p:sp>
        <p:nvSpPr>
          <p:cNvPr id="103" name="!!path-9iz"/>
          <p:cNvSpPr/>
          <p:nvPr/>
        </p:nvSpPr>
        <p:spPr>
          <a:xfrm>
            <a:off x="657962" y="442062"/>
            <a:ext cx="25400" cy="37998"/>
          </a:xfrm>
          <a:custGeom>
            <a:avLst/>
            <a:gdLst/>
            <a:ahLst/>
            <a:cxnLst/>
            <a:rect l="l" t="t" r="r" b="b"/>
            <a:pathLst>
              <a:path w="25400" h="37998">
                <a:moveTo>
                  <a:pt x="0" y="2642"/>
                </a:moveTo>
                <a:lnTo>
                  <a:pt x="15240" y="0"/>
                </a:lnTo>
                <a:lnTo>
                  <a:pt x="25400" y="37186"/>
                </a:lnTo>
                <a:lnTo>
                  <a:pt x="7518" y="37998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 w="1016" cap="flat">
            <a:solidFill>
              <a:srgbClr val="FFFFFF">
                <a:alpha val="55000"/>
              </a:srgbClr>
            </a:solidFill>
            <a:prstDash val="solid"/>
            <a:round/>
          </a:ln>
        </p:spPr>
      </p:sp>
      <p:sp>
        <p:nvSpPr>
          <p:cNvPr id="104" name="!!text-9j0" descr="救「舊」我的書"/>
          <p:cNvSpPr txBox="1"/>
          <p:nvPr/>
        </p:nvSpPr>
        <p:spPr>
          <a:xfrm>
            <a:off x="805879" y="251460"/>
            <a:ext cx="1120140" cy="25745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400" b="1" kern="0" spc="-70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救</a:t>
            </a:r>
            <a:r>
              <a:rPr lang="zh-TW" altLang="en-US" sz="14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「舊</a:t>
            </a:r>
            <a:r>
              <a:rPr lang="zh-TW" altLang="en-US" sz="1400" b="1" kern="0" spc="-70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」</a:t>
            </a:r>
            <a:r>
              <a:rPr lang="zh-TW" altLang="en-US" sz="14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我的書</a:t>
            </a:r>
            <a:endParaRPr lang="zh-TW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fast" p14:dur="300" advTm="0">
        <p159:morph option="byObject"/>
      </p:transition>
    </mc:Choice>
    <mc:Fallback>
      <p:transition spd="fast" advTm="0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60.7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rect-1q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7"/>
          </a:solidFill>
          <a:ln>
            <a:noFill/>
          </a:ln>
        </p:spPr>
      </p:sp>
      <p:sp>
        <p:nvSpPr>
          <p:cNvPr id="3" name="!!ellipse-1q2"/>
          <p:cNvSpPr/>
          <p:nvPr/>
        </p:nvSpPr>
        <p:spPr>
          <a:xfrm>
            <a:off x="-889000" y="-952500"/>
            <a:ext cx="13970000" cy="7874000"/>
          </a:xfrm>
          <a:prstGeom prst="ellipse">
            <a:avLst/>
          </a:prstGeom>
          <a:gradFill rotWithShape="1">
            <a:gsLst>
              <a:gs pos="0">
                <a:srgbClr val="FFFFFF">
                  <a:alpha val="95000"/>
                </a:srgbClr>
              </a:gs>
              <a:gs pos="40865">
                <a:srgbClr val="FFFFFF">
                  <a:alpha val="35000"/>
                </a:srgbClr>
              </a:gs>
              <a:gs pos="68108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!!rect-1q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P1"/>
            <a:srcRect/>
            <a:tile tx="187536" ty="75026" sx="16667" sy="16667" flip="none" algn="tl"/>
          </a:blipFill>
          <a:ln>
            <a:noFill/>
          </a:ln>
        </p:spPr>
      </p:sp>
      <p:sp>
        <p:nvSpPr>
          <p:cNvPr id="5" name="!!circle-1qg"/>
          <p:cNvSpPr/>
          <p:nvPr/>
        </p:nvSpPr>
        <p:spPr>
          <a:xfrm>
            <a:off x="-201119" y="4449764"/>
            <a:ext cx="1987309" cy="1987309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" name="!!circle-1qv"/>
          <p:cNvSpPr/>
          <p:nvPr/>
        </p:nvSpPr>
        <p:spPr>
          <a:xfrm>
            <a:off x="10337182" y="3539853"/>
            <a:ext cx="1551610" cy="1551610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7" name="!!circle-1r1"/>
          <p:cNvSpPr/>
          <p:nvPr/>
        </p:nvSpPr>
        <p:spPr>
          <a:xfrm>
            <a:off x="11106477" y="2788445"/>
            <a:ext cx="905370" cy="905370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8" name="!!circle-1ro"/>
          <p:cNvSpPr/>
          <p:nvPr/>
        </p:nvSpPr>
        <p:spPr>
          <a:xfrm>
            <a:off x="2415773" y="4596195"/>
            <a:ext cx="1641335" cy="1641335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9" name="!!circle-1s5"/>
          <p:cNvSpPr/>
          <p:nvPr/>
        </p:nvSpPr>
        <p:spPr>
          <a:xfrm>
            <a:off x="1002250" y="5744719"/>
            <a:ext cx="905091" cy="905091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0" name="!!rect-1sh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5F7">
                  <a:alpha val="0"/>
                </a:srgbClr>
              </a:gs>
              <a:gs pos="20428">
                <a:srgbClr val="F3F5F7">
                  <a:alpha val="0"/>
                </a:srgbClr>
              </a:gs>
              <a:gs pos="66730">
                <a:srgbClr val="F3F5F7"/>
              </a:gs>
              <a:gs pos="100000">
                <a:srgbClr val="F3F5F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1" name="!!circle-1sj"/>
          <p:cNvSpPr/>
          <p:nvPr/>
        </p:nvSpPr>
        <p:spPr>
          <a:xfrm>
            <a:off x="108279" y="229711"/>
            <a:ext cx="50038" cy="50038"/>
          </a:xfrm>
          <a:prstGeom prst="ellipse">
            <a:avLst/>
          </a:prstGeom>
          <a:solidFill>
            <a:srgbClr val="627D8D">
              <a:alpha val="25400"/>
            </a:srgbClr>
          </a:solidFill>
          <a:ln>
            <a:noFill/>
          </a:ln>
        </p:spPr>
      </p:sp>
      <p:sp>
        <p:nvSpPr>
          <p:cNvPr id="12" name="!!circle-1sm"/>
          <p:cNvSpPr/>
          <p:nvPr/>
        </p:nvSpPr>
        <p:spPr>
          <a:xfrm>
            <a:off x="5632034" y="1509684"/>
            <a:ext cx="36055" cy="36055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13" name="!!circle-1sp"/>
          <p:cNvSpPr/>
          <p:nvPr/>
        </p:nvSpPr>
        <p:spPr>
          <a:xfrm>
            <a:off x="9307096" y="3418310"/>
            <a:ext cx="24295" cy="24295"/>
          </a:xfrm>
          <a:prstGeom prst="ellipse">
            <a:avLst/>
          </a:prstGeom>
          <a:solidFill>
            <a:srgbClr val="627D8D">
              <a:alpha val="18100"/>
            </a:srgbClr>
          </a:solidFill>
          <a:ln>
            <a:noFill/>
          </a:ln>
        </p:spPr>
      </p:sp>
      <p:sp>
        <p:nvSpPr>
          <p:cNvPr id="14" name="!!circle-1ss"/>
          <p:cNvSpPr/>
          <p:nvPr/>
        </p:nvSpPr>
        <p:spPr>
          <a:xfrm>
            <a:off x="3564405" y="6589426"/>
            <a:ext cx="25959" cy="25959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15" name="!!circle-1sv"/>
          <p:cNvSpPr/>
          <p:nvPr/>
        </p:nvSpPr>
        <p:spPr>
          <a:xfrm>
            <a:off x="1908590" y="1896202"/>
            <a:ext cx="35878" cy="35878"/>
          </a:xfrm>
          <a:prstGeom prst="ellipse">
            <a:avLst/>
          </a:prstGeom>
          <a:solidFill>
            <a:srgbClr val="627D8D">
              <a:alpha val="26800"/>
            </a:srgbClr>
          </a:solidFill>
          <a:ln>
            <a:noFill/>
          </a:ln>
        </p:spPr>
      </p:sp>
      <p:sp>
        <p:nvSpPr>
          <p:cNvPr id="16" name="!!circle-1sy"/>
          <p:cNvSpPr/>
          <p:nvPr/>
        </p:nvSpPr>
        <p:spPr>
          <a:xfrm>
            <a:off x="6772656" y="4052312"/>
            <a:ext cx="40234" cy="40234"/>
          </a:xfrm>
          <a:prstGeom prst="ellipse">
            <a:avLst/>
          </a:prstGeom>
          <a:solidFill>
            <a:srgbClr val="627D8D">
              <a:alpha val="31300"/>
            </a:srgbClr>
          </a:solidFill>
          <a:ln>
            <a:noFill/>
          </a:ln>
        </p:spPr>
      </p:sp>
      <p:sp>
        <p:nvSpPr>
          <p:cNvPr id="17" name="!!circle-1t1"/>
          <p:cNvSpPr/>
          <p:nvPr/>
        </p:nvSpPr>
        <p:spPr>
          <a:xfrm>
            <a:off x="10030905" y="111352"/>
            <a:ext cx="23559" cy="23559"/>
          </a:xfrm>
          <a:prstGeom prst="ellipse">
            <a:avLst/>
          </a:prstGeom>
          <a:solidFill>
            <a:srgbClr val="627D8D">
              <a:alpha val="17900"/>
            </a:srgbClr>
          </a:solidFill>
          <a:ln>
            <a:noFill/>
          </a:ln>
        </p:spPr>
      </p:sp>
      <p:sp>
        <p:nvSpPr>
          <p:cNvPr id="18" name="!!circle-1t4"/>
          <p:cNvSpPr/>
          <p:nvPr/>
        </p:nvSpPr>
        <p:spPr>
          <a:xfrm>
            <a:off x="1103631" y="5092399"/>
            <a:ext cx="29959" cy="29959"/>
          </a:xfrm>
          <a:prstGeom prst="ellipse">
            <a:avLst/>
          </a:prstGeom>
          <a:solidFill>
            <a:srgbClr val="627D8D">
              <a:alpha val="19400"/>
            </a:srgbClr>
          </a:solidFill>
          <a:ln>
            <a:noFill/>
          </a:ln>
        </p:spPr>
      </p:sp>
      <p:sp>
        <p:nvSpPr>
          <p:cNvPr id="19" name="!!circle-1t7"/>
          <p:cNvSpPr/>
          <p:nvPr/>
        </p:nvSpPr>
        <p:spPr>
          <a:xfrm>
            <a:off x="8523551" y="4611994"/>
            <a:ext cx="28702" cy="28702"/>
          </a:xfrm>
          <a:prstGeom prst="ellipse">
            <a:avLst/>
          </a:prstGeom>
          <a:solidFill>
            <a:srgbClr val="627D8D">
              <a:alpha val="17800"/>
            </a:srgbClr>
          </a:solidFill>
          <a:ln>
            <a:noFill/>
          </a:ln>
        </p:spPr>
      </p:sp>
      <p:sp>
        <p:nvSpPr>
          <p:cNvPr id="20" name="!!circle-1ta"/>
          <p:cNvSpPr/>
          <p:nvPr/>
        </p:nvSpPr>
        <p:spPr>
          <a:xfrm>
            <a:off x="11074258" y="2065756"/>
            <a:ext cx="24066" cy="24066"/>
          </a:xfrm>
          <a:prstGeom prst="ellipse">
            <a:avLst/>
          </a:prstGeom>
          <a:solidFill>
            <a:srgbClr val="627D8D">
              <a:alpha val="23900"/>
            </a:srgbClr>
          </a:solidFill>
          <a:ln>
            <a:noFill/>
          </a:ln>
        </p:spPr>
      </p:sp>
      <p:sp>
        <p:nvSpPr>
          <p:cNvPr id="21" name="!!circle-1td"/>
          <p:cNvSpPr/>
          <p:nvPr/>
        </p:nvSpPr>
        <p:spPr>
          <a:xfrm>
            <a:off x="8366286" y="6104019"/>
            <a:ext cx="35865" cy="35865"/>
          </a:xfrm>
          <a:prstGeom prst="ellipse">
            <a:avLst/>
          </a:prstGeom>
          <a:solidFill>
            <a:srgbClr val="627D8D">
              <a:alpha val="28200"/>
            </a:srgbClr>
          </a:solidFill>
          <a:ln>
            <a:noFill/>
          </a:ln>
        </p:spPr>
      </p:sp>
      <p:sp>
        <p:nvSpPr>
          <p:cNvPr id="22" name="!!circle-1tg"/>
          <p:cNvSpPr/>
          <p:nvPr/>
        </p:nvSpPr>
        <p:spPr>
          <a:xfrm>
            <a:off x="1440999" y="3357048"/>
            <a:ext cx="39218" cy="39218"/>
          </a:xfrm>
          <a:prstGeom prst="ellipse">
            <a:avLst/>
          </a:prstGeom>
          <a:solidFill>
            <a:srgbClr val="627D8D">
              <a:alpha val="29600"/>
            </a:srgbClr>
          </a:solidFill>
          <a:ln>
            <a:noFill/>
          </a:ln>
        </p:spPr>
      </p:sp>
      <p:sp>
        <p:nvSpPr>
          <p:cNvPr id="23" name="!!circle-1tj"/>
          <p:cNvSpPr/>
          <p:nvPr/>
        </p:nvSpPr>
        <p:spPr>
          <a:xfrm>
            <a:off x="7170833" y="6356030"/>
            <a:ext cx="49733" cy="49733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4" name="!!circle-1tm"/>
          <p:cNvSpPr/>
          <p:nvPr/>
        </p:nvSpPr>
        <p:spPr>
          <a:xfrm>
            <a:off x="6318598" y="2012201"/>
            <a:ext cx="41694" cy="41694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5" name="!!circle-1tp"/>
          <p:cNvSpPr/>
          <p:nvPr/>
        </p:nvSpPr>
        <p:spPr>
          <a:xfrm>
            <a:off x="6786845" y="5415832"/>
            <a:ext cx="31979" cy="31979"/>
          </a:xfrm>
          <a:prstGeom prst="ellipse">
            <a:avLst/>
          </a:prstGeom>
          <a:solidFill>
            <a:srgbClr val="627D8D">
              <a:alpha val="24100"/>
            </a:srgbClr>
          </a:solidFill>
          <a:ln>
            <a:noFill/>
          </a:ln>
        </p:spPr>
      </p:sp>
      <p:sp>
        <p:nvSpPr>
          <p:cNvPr id="26" name="!!circle-1ts"/>
          <p:cNvSpPr/>
          <p:nvPr/>
        </p:nvSpPr>
        <p:spPr>
          <a:xfrm>
            <a:off x="3832727" y="1360984"/>
            <a:ext cx="18085" cy="18085"/>
          </a:xfrm>
          <a:prstGeom prst="ellipse">
            <a:avLst/>
          </a:prstGeom>
          <a:solidFill>
            <a:srgbClr val="627D8D">
              <a:alpha val="10500"/>
            </a:srgbClr>
          </a:solidFill>
          <a:ln>
            <a:noFill/>
          </a:ln>
        </p:spPr>
      </p:sp>
      <p:sp>
        <p:nvSpPr>
          <p:cNvPr id="27" name="!!circle-1ty"/>
          <p:cNvSpPr/>
          <p:nvPr/>
        </p:nvSpPr>
        <p:spPr>
          <a:xfrm>
            <a:off x="3402586" y="6553574"/>
            <a:ext cx="39243" cy="39243"/>
          </a:xfrm>
          <a:prstGeom prst="ellipse">
            <a:avLst/>
          </a:prstGeom>
          <a:solidFill>
            <a:srgbClr val="627D8D">
              <a:alpha val="27700"/>
            </a:srgbClr>
          </a:solidFill>
          <a:ln>
            <a:noFill/>
          </a:ln>
        </p:spPr>
      </p:sp>
      <p:sp>
        <p:nvSpPr>
          <p:cNvPr id="28" name="!!circle-1u1"/>
          <p:cNvSpPr/>
          <p:nvPr/>
        </p:nvSpPr>
        <p:spPr>
          <a:xfrm>
            <a:off x="1667873" y="6702563"/>
            <a:ext cx="34519" cy="34519"/>
          </a:xfrm>
          <a:prstGeom prst="ellipse">
            <a:avLst/>
          </a:prstGeom>
          <a:solidFill>
            <a:srgbClr val="627D8D">
              <a:alpha val="22500"/>
            </a:srgbClr>
          </a:solidFill>
          <a:ln>
            <a:noFill/>
          </a:ln>
        </p:spPr>
      </p:sp>
      <p:sp>
        <p:nvSpPr>
          <p:cNvPr id="29" name="!!circle-1u4"/>
          <p:cNvSpPr/>
          <p:nvPr/>
        </p:nvSpPr>
        <p:spPr>
          <a:xfrm>
            <a:off x="2594168" y="5358702"/>
            <a:ext cx="46228" cy="46228"/>
          </a:xfrm>
          <a:prstGeom prst="ellipse">
            <a:avLst/>
          </a:prstGeom>
          <a:solidFill>
            <a:srgbClr val="627D8D">
              <a:alpha val="26200"/>
            </a:srgbClr>
          </a:solidFill>
          <a:ln>
            <a:noFill/>
          </a:ln>
        </p:spPr>
      </p:sp>
      <p:sp>
        <p:nvSpPr>
          <p:cNvPr id="30" name="!!circle-1u7"/>
          <p:cNvSpPr/>
          <p:nvPr/>
        </p:nvSpPr>
        <p:spPr>
          <a:xfrm>
            <a:off x="7412405" y="4913838"/>
            <a:ext cx="49327" cy="49327"/>
          </a:xfrm>
          <a:prstGeom prst="ellipse">
            <a:avLst/>
          </a:prstGeom>
          <a:solidFill>
            <a:srgbClr val="627D8D">
              <a:alpha val="20800"/>
            </a:srgbClr>
          </a:solidFill>
          <a:ln>
            <a:noFill/>
          </a:ln>
        </p:spPr>
      </p:sp>
      <p:sp>
        <p:nvSpPr>
          <p:cNvPr id="31" name="!!circle-1ua"/>
          <p:cNvSpPr/>
          <p:nvPr/>
        </p:nvSpPr>
        <p:spPr>
          <a:xfrm>
            <a:off x="9691479" y="5682679"/>
            <a:ext cx="24054" cy="24054"/>
          </a:xfrm>
          <a:prstGeom prst="ellipse">
            <a:avLst/>
          </a:prstGeom>
          <a:solidFill>
            <a:srgbClr val="627D8D">
              <a:alpha val="22200"/>
            </a:srgbClr>
          </a:solidFill>
          <a:ln>
            <a:noFill/>
          </a:ln>
        </p:spPr>
      </p:sp>
      <p:sp>
        <p:nvSpPr>
          <p:cNvPr id="32" name="!!circle-1ud"/>
          <p:cNvSpPr/>
          <p:nvPr/>
        </p:nvSpPr>
        <p:spPr>
          <a:xfrm>
            <a:off x="2131480" y="1602324"/>
            <a:ext cx="32271" cy="32271"/>
          </a:xfrm>
          <a:prstGeom prst="ellipse">
            <a:avLst/>
          </a:prstGeom>
          <a:solidFill>
            <a:srgbClr val="627D8D">
              <a:alpha val="20500"/>
            </a:srgbClr>
          </a:solidFill>
          <a:ln>
            <a:noFill/>
          </a:ln>
        </p:spPr>
      </p:sp>
      <p:sp>
        <p:nvSpPr>
          <p:cNvPr id="33" name="!!circle-1uj"/>
          <p:cNvSpPr/>
          <p:nvPr/>
        </p:nvSpPr>
        <p:spPr>
          <a:xfrm>
            <a:off x="2095891" y="2620937"/>
            <a:ext cx="34252" cy="34252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34" name="!!circle-1um"/>
          <p:cNvSpPr/>
          <p:nvPr/>
        </p:nvSpPr>
        <p:spPr>
          <a:xfrm>
            <a:off x="9619444" y="4626812"/>
            <a:ext cx="44196" cy="44196"/>
          </a:xfrm>
          <a:prstGeom prst="ellipse">
            <a:avLst/>
          </a:prstGeom>
          <a:solidFill>
            <a:srgbClr val="627D8D">
              <a:alpha val="21700"/>
            </a:srgbClr>
          </a:solidFill>
          <a:ln>
            <a:noFill/>
          </a:ln>
        </p:spPr>
      </p:sp>
      <p:sp>
        <p:nvSpPr>
          <p:cNvPr id="35" name="!!circle-1up"/>
          <p:cNvSpPr/>
          <p:nvPr/>
        </p:nvSpPr>
        <p:spPr>
          <a:xfrm>
            <a:off x="6817400" y="1907077"/>
            <a:ext cx="35192" cy="35192"/>
          </a:xfrm>
          <a:prstGeom prst="ellipse">
            <a:avLst/>
          </a:prstGeom>
          <a:solidFill>
            <a:srgbClr val="627D8D">
              <a:alpha val="27100"/>
            </a:srgbClr>
          </a:solidFill>
          <a:ln>
            <a:noFill/>
          </a:ln>
        </p:spPr>
      </p:sp>
      <p:sp>
        <p:nvSpPr>
          <p:cNvPr id="36" name="!!circle-1us"/>
          <p:cNvSpPr/>
          <p:nvPr/>
        </p:nvSpPr>
        <p:spPr>
          <a:xfrm>
            <a:off x="10101030" y="5515030"/>
            <a:ext cx="43358" cy="43358"/>
          </a:xfrm>
          <a:prstGeom prst="ellipse">
            <a:avLst/>
          </a:prstGeom>
          <a:solidFill>
            <a:srgbClr val="627D8D">
              <a:alpha val="19500"/>
            </a:srgbClr>
          </a:solidFill>
          <a:ln>
            <a:noFill/>
          </a:ln>
        </p:spPr>
      </p:sp>
      <p:sp>
        <p:nvSpPr>
          <p:cNvPr id="37" name="!!circle-1uv"/>
          <p:cNvSpPr/>
          <p:nvPr/>
        </p:nvSpPr>
        <p:spPr>
          <a:xfrm>
            <a:off x="3094721" y="2314980"/>
            <a:ext cx="33528" cy="33528"/>
          </a:xfrm>
          <a:prstGeom prst="ellipse">
            <a:avLst/>
          </a:prstGeom>
          <a:solidFill>
            <a:srgbClr val="627D8D">
              <a:alpha val="28300"/>
            </a:srgbClr>
          </a:solidFill>
          <a:ln>
            <a:noFill/>
          </a:ln>
        </p:spPr>
      </p:sp>
      <p:sp>
        <p:nvSpPr>
          <p:cNvPr id="38" name="!!circle-1uy"/>
          <p:cNvSpPr/>
          <p:nvPr/>
        </p:nvSpPr>
        <p:spPr>
          <a:xfrm>
            <a:off x="6744987" y="2853019"/>
            <a:ext cx="28956" cy="28956"/>
          </a:xfrm>
          <a:prstGeom prst="ellipse">
            <a:avLst/>
          </a:prstGeom>
          <a:solidFill>
            <a:srgbClr val="627D8D">
              <a:alpha val="21800"/>
            </a:srgbClr>
          </a:solidFill>
          <a:ln>
            <a:noFill/>
          </a:ln>
        </p:spPr>
      </p:sp>
      <p:sp>
        <p:nvSpPr>
          <p:cNvPr id="39" name="!!circle-1v1"/>
          <p:cNvSpPr/>
          <p:nvPr/>
        </p:nvSpPr>
        <p:spPr>
          <a:xfrm>
            <a:off x="6973880" y="6586153"/>
            <a:ext cx="45555" cy="45555"/>
          </a:xfrm>
          <a:prstGeom prst="ellipse">
            <a:avLst/>
          </a:prstGeom>
          <a:solidFill>
            <a:srgbClr val="627D8D">
              <a:alpha val="20900"/>
            </a:srgbClr>
          </a:solidFill>
          <a:ln>
            <a:noFill/>
          </a:ln>
        </p:spPr>
      </p:sp>
      <p:sp>
        <p:nvSpPr>
          <p:cNvPr id="40" name="!!circle-1v4"/>
          <p:cNvSpPr/>
          <p:nvPr/>
        </p:nvSpPr>
        <p:spPr>
          <a:xfrm>
            <a:off x="11320939" y="3552251"/>
            <a:ext cx="39484" cy="39484"/>
          </a:xfrm>
          <a:prstGeom prst="ellipse">
            <a:avLst/>
          </a:prstGeom>
          <a:solidFill>
            <a:srgbClr val="627D8D">
              <a:alpha val="13600"/>
            </a:srgbClr>
          </a:solidFill>
          <a:ln>
            <a:noFill/>
          </a:ln>
        </p:spPr>
      </p:sp>
      <p:sp>
        <p:nvSpPr>
          <p:cNvPr id="41" name="!!circle-1v7"/>
          <p:cNvSpPr/>
          <p:nvPr/>
        </p:nvSpPr>
        <p:spPr>
          <a:xfrm>
            <a:off x="7436651" y="5771030"/>
            <a:ext cx="30455" cy="30455"/>
          </a:xfrm>
          <a:prstGeom prst="ellipse">
            <a:avLst/>
          </a:prstGeom>
          <a:solidFill>
            <a:srgbClr val="627D8D">
              <a:alpha val="16500"/>
            </a:srgbClr>
          </a:solidFill>
          <a:ln>
            <a:noFill/>
          </a:ln>
        </p:spPr>
      </p:sp>
      <p:sp>
        <p:nvSpPr>
          <p:cNvPr id="42" name="!!circle-1va"/>
          <p:cNvSpPr/>
          <p:nvPr/>
        </p:nvSpPr>
        <p:spPr>
          <a:xfrm>
            <a:off x="8933913" y="6521516"/>
            <a:ext cx="28257" cy="28257"/>
          </a:xfrm>
          <a:prstGeom prst="ellipse">
            <a:avLst/>
          </a:prstGeom>
          <a:solidFill>
            <a:srgbClr val="627D8D">
              <a:alpha val="15700"/>
            </a:srgbClr>
          </a:solidFill>
          <a:ln>
            <a:noFill/>
          </a:ln>
        </p:spPr>
      </p:sp>
      <p:sp>
        <p:nvSpPr>
          <p:cNvPr id="43" name="!!circle-1vd"/>
          <p:cNvSpPr/>
          <p:nvPr/>
        </p:nvSpPr>
        <p:spPr>
          <a:xfrm>
            <a:off x="11317143" y="5243920"/>
            <a:ext cx="45149" cy="45149"/>
          </a:xfrm>
          <a:prstGeom prst="ellipse">
            <a:avLst/>
          </a:prstGeom>
          <a:solidFill>
            <a:srgbClr val="627D8D">
              <a:alpha val="31200"/>
            </a:srgbClr>
          </a:solidFill>
          <a:ln>
            <a:noFill/>
          </a:ln>
        </p:spPr>
      </p:sp>
      <p:sp>
        <p:nvSpPr>
          <p:cNvPr id="44" name="!!circle-1vg"/>
          <p:cNvSpPr/>
          <p:nvPr/>
        </p:nvSpPr>
        <p:spPr>
          <a:xfrm>
            <a:off x="3442333" y="3459520"/>
            <a:ext cx="30696" cy="30696"/>
          </a:xfrm>
          <a:prstGeom prst="ellipse">
            <a:avLst/>
          </a:prstGeom>
          <a:solidFill>
            <a:srgbClr val="627D8D">
              <a:alpha val="25700"/>
            </a:srgbClr>
          </a:solidFill>
          <a:ln>
            <a:noFill/>
          </a:ln>
        </p:spPr>
      </p:sp>
      <p:sp>
        <p:nvSpPr>
          <p:cNvPr id="45" name="!!circle-1vj"/>
          <p:cNvSpPr/>
          <p:nvPr/>
        </p:nvSpPr>
        <p:spPr>
          <a:xfrm>
            <a:off x="8825155" y="4011573"/>
            <a:ext cx="37401" cy="37401"/>
          </a:xfrm>
          <a:prstGeom prst="ellipse">
            <a:avLst/>
          </a:prstGeom>
          <a:solidFill>
            <a:srgbClr val="627D8D">
              <a:alpha val="16000"/>
            </a:srgbClr>
          </a:solidFill>
          <a:ln>
            <a:noFill/>
          </a:ln>
        </p:spPr>
      </p:sp>
      <p:sp>
        <p:nvSpPr>
          <p:cNvPr id="46" name="!!circle-1vm"/>
          <p:cNvSpPr/>
          <p:nvPr/>
        </p:nvSpPr>
        <p:spPr>
          <a:xfrm>
            <a:off x="1726788" y="4762499"/>
            <a:ext cx="33096" cy="33096"/>
          </a:xfrm>
          <a:prstGeom prst="ellipse">
            <a:avLst/>
          </a:prstGeom>
          <a:solidFill>
            <a:srgbClr val="627D8D">
              <a:alpha val="22300"/>
            </a:srgbClr>
          </a:solidFill>
          <a:ln>
            <a:noFill/>
          </a:ln>
        </p:spPr>
      </p:sp>
      <p:sp>
        <p:nvSpPr>
          <p:cNvPr id="47" name="!!circle-1vp"/>
          <p:cNvSpPr/>
          <p:nvPr/>
        </p:nvSpPr>
        <p:spPr>
          <a:xfrm>
            <a:off x="11598133" y="870064"/>
            <a:ext cx="21145" cy="21145"/>
          </a:xfrm>
          <a:prstGeom prst="ellipse">
            <a:avLst/>
          </a:prstGeom>
          <a:solidFill>
            <a:srgbClr val="627D8D">
              <a:alpha val="16300"/>
            </a:srgbClr>
          </a:solidFill>
          <a:ln>
            <a:noFill/>
          </a:ln>
        </p:spPr>
      </p:sp>
      <p:sp>
        <p:nvSpPr>
          <p:cNvPr id="48" name="!!circle-1vs"/>
          <p:cNvSpPr/>
          <p:nvPr/>
        </p:nvSpPr>
        <p:spPr>
          <a:xfrm>
            <a:off x="11077093" y="5739623"/>
            <a:ext cx="35281" cy="35281"/>
          </a:xfrm>
          <a:prstGeom prst="ellipse">
            <a:avLst/>
          </a:prstGeom>
          <a:solidFill>
            <a:srgbClr val="627D8D">
              <a:alpha val="30000"/>
            </a:srgbClr>
          </a:solidFill>
          <a:ln>
            <a:noFill/>
          </a:ln>
        </p:spPr>
      </p:sp>
      <p:sp>
        <p:nvSpPr>
          <p:cNvPr id="49" name="!!path-369"/>
          <p:cNvSpPr/>
          <p:nvPr/>
        </p:nvSpPr>
        <p:spPr>
          <a:xfrm>
            <a:off x="3043143" y="1848406"/>
            <a:ext cx="2568899" cy="1320350"/>
          </a:xfrm>
          <a:custGeom>
            <a:avLst/>
            <a:gdLst/>
            <a:ahLst/>
            <a:cxnLst/>
            <a:rect l="l" t="t" r="r" b="b"/>
            <a:pathLst>
              <a:path w="2568899" h="1320350" fill="none">
                <a:moveTo>
                  <a:pt x="2568899" y="1320350"/>
                </a:moveTo>
                <a:quadBezTo>
                  <a:pt x="1493817" y="252824"/>
                  <a:pt x="0" y="0"/>
                </a:quadBezTo>
              </a:path>
            </a:pathLst>
          </a:custGeom>
          <a:noFill/>
          <a:ln w="10922" cap="rnd">
            <a:solidFill>
              <a:srgbClr val="627D8D">
                <a:alpha val="26000"/>
              </a:srgbClr>
            </a:solidFill>
            <a:prstDash val="solid"/>
            <a:round/>
          </a:ln>
        </p:spPr>
      </p:sp>
      <p:sp>
        <p:nvSpPr>
          <p:cNvPr id="50" name="!!circle-36c"/>
          <p:cNvSpPr/>
          <p:nvPr/>
        </p:nvSpPr>
        <p:spPr>
          <a:xfrm>
            <a:off x="5315797" y="2891675"/>
            <a:ext cx="70384" cy="70384"/>
          </a:xfrm>
          <a:custGeom>
            <a:avLst/>
            <a:gdLst/>
            <a:ahLst/>
            <a:cxnLst/>
            <a:rect l="l" t="t" r="r" b="b"/>
            <a:pathLst>
              <a:path w="70384" h="70384">
                <a:moveTo>
                  <a:pt x="70139" y="35634"/>
                </a:moveTo>
                <a:cubicBezTo>
                  <a:pt x="69895" y="54935"/>
                  <a:pt x="54051" y="70384"/>
                  <a:pt x="34750" y="70139"/>
                </a:cubicBezTo>
                <a:cubicBezTo>
                  <a:pt x="15449" y="69895"/>
                  <a:pt x="0" y="54051"/>
                  <a:pt x="244" y="34750"/>
                </a:cubicBezTo>
                <a:cubicBezTo>
                  <a:pt x="488" y="15449"/>
                  <a:pt x="16333" y="0"/>
                  <a:pt x="35634" y="244"/>
                </a:cubicBezTo>
                <a:cubicBezTo>
                  <a:pt x="54935" y="488"/>
                  <a:pt x="70384" y="16333"/>
                  <a:pt x="70139" y="35634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65455"/>
                </a:srgbClr>
              </a:gs>
              <a:gs pos="28090">
                <a:srgbClr val="627D8D">
                  <a:alpha val="32727"/>
                </a:srgbClr>
              </a:gs>
              <a:gs pos="70226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1" name="!!circle-36f"/>
          <p:cNvSpPr/>
          <p:nvPr/>
        </p:nvSpPr>
        <p:spPr>
          <a:xfrm>
            <a:off x="3614238" y="1954531"/>
            <a:ext cx="70384" cy="70384"/>
          </a:xfrm>
          <a:custGeom>
            <a:avLst/>
            <a:gdLst/>
            <a:ahLst/>
            <a:cxnLst/>
            <a:rect l="l" t="t" r="r" b="b"/>
            <a:pathLst>
              <a:path w="70384" h="70384">
                <a:moveTo>
                  <a:pt x="70139" y="35634"/>
                </a:moveTo>
                <a:cubicBezTo>
                  <a:pt x="69895" y="54935"/>
                  <a:pt x="54051" y="70384"/>
                  <a:pt x="34750" y="70139"/>
                </a:cubicBezTo>
                <a:cubicBezTo>
                  <a:pt x="15449" y="69895"/>
                  <a:pt x="0" y="54051"/>
                  <a:pt x="244" y="34750"/>
                </a:cubicBezTo>
                <a:cubicBezTo>
                  <a:pt x="488" y="15449"/>
                  <a:pt x="16333" y="0"/>
                  <a:pt x="35634" y="244"/>
                </a:cubicBezTo>
                <a:cubicBezTo>
                  <a:pt x="54935" y="488"/>
                  <a:pt x="70384" y="16333"/>
                  <a:pt x="70139" y="35634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81000"/>
                </a:srgbClr>
              </a:gs>
              <a:gs pos="28090">
                <a:srgbClr val="627D8D">
                  <a:alpha val="40500"/>
                </a:srgbClr>
              </a:gs>
              <a:gs pos="70226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2" name="!!circle-36i"/>
          <p:cNvSpPr/>
          <p:nvPr/>
        </p:nvSpPr>
        <p:spPr>
          <a:xfrm>
            <a:off x="4514857" y="2332444"/>
            <a:ext cx="70384" cy="70384"/>
          </a:xfrm>
          <a:custGeom>
            <a:avLst/>
            <a:gdLst/>
            <a:ahLst/>
            <a:cxnLst/>
            <a:rect l="l" t="t" r="r" b="b"/>
            <a:pathLst>
              <a:path w="70384" h="70384">
                <a:moveTo>
                  <a:pt x="70139" y="35634"/>
                </a:moveTo>
                <a:cubicBezTo>
                  <a:pt x="69895" y="54935"/>
                  <a:pt x="54051" y="70384"/>
                  <a:pt x="34750" y="70139"/>
                </a:cubicBezTo>
                <a:cubicBezTo>
                  <a:pt x="15449" y="69895"/>
                  <a:pt x="0" y="54051"/>
                  <a:pt x="244" y="34750"/>
                </a:cubicBezTo>
                <a:cubicBezTo>
                  <a:pt x="488" y="15449"/>
                  <a:pt x="16333" y="0"/>
                  <a:pt x="35634" y="244"/>
                </a:cubicBezTo>
                <a:cubicBezTo>
                  <a:pt x="54935" y="488"/>
                  <a:pt x="70384" y="16333"/>
                  <a:pt x="70139" y="35634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81000"/>
                </a:srgbClr>
              </a:gs>
              <a:gs pos="28090">
                <a:srgbClr val="627D8D">
                  <a:alpha val="40500"/>
                </a:srgbClr>
              </a:gs>
              <a:gs pos="70226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3" name="!!path-36t"/>
          <p:cNvSpPr/>
          <p:nvPr/>
        </p:nvSpPr>
        <p:spPr>
          <a:xfrm>
            <a:off x="6104651" y="1070358"/>
            <a:ext cx="339034" cy="1801982"/>
          </a:xfrm>
          <a:custGeom>
            <a:avLst/>
            <a:gdLst/>
            <a:ahLst/>
            <a:cxnLst/>
            <a:rect l="l" t="t" r="r" b="b"/>
            <a:pathLst>
              <a:path w="339034" h="1801982" fill="none">
                <a:moveTo>
                  <a:pt x="0" y="1801982"/>
                </a:moveTo>
                <a:quadBezTo>
                  <a:pt x="339034" y="905137"/>
                  <a:pt x="22802" y="0"/>
                </a:quadBezTo>
              </a:path>
            </a:pathLst>
          </a:custGeom>
          <a:noFill/>
          <a:ln w="10922" cap="rnd">
            <a:solidFill>
              <a:srgbClr val="627D8D">
                <a:alpha val="26000"/>
              </a:srgbClr>
            </a:solidFill>
            <a:prstDash val="solid"/>
            <a:round/>
          </a:ln>
        </p:spPr>
      </p:sp>
      <p:sp>
        <p:nvSpPr>
          <p:cNvPr id="54" name="!!circle-36w"/>
          <p:cNvSpPr/>
          <p:nvPr/>
        </p:nvSpPr>
        <p:spPr>
          <a:xfrm>
            <a:off x="6119126" y="2694803"/>
            <a:ext cx="70384" cy="70384"/>
          </a:xfrm>
          <a:custGeom>
            <a:avLst/>
            <a:gdLst/>
            <a:ahLst/>
            <a:cxnLst/>
            <a:rect l="l" t="t" r="r" b="b"/>
            <a:pathLst>
              <a:path w="70384" h="70384">
                <a:moveTo>
                  <a:pt x="70139" y="35634"/>
                </a:moveTo>
                <a:cubicBezTo>
                  <a:pt x="69895" y="54935"/>
                  <a:pt x="54051" y="70384"/>
                  <a:pt x="34750" y="70139"/>
                </a:cubicBezTo>
                <a:cubicBezTo>
                  <a:pt x="15449" y="69895"/>
                  <a:pt x="0" y="54051"/>
                  <a:pt x="244" y="34750"/>
                </a:cubicBezTo>
                <a:cubicBezTo>
                  <a:pt x="488" y="15449"/>
                  <a:pt x="16333" y="0"/>
                  <a:pt x="35634" y="244"/>
                </a:cubicBezTo>
                <a:cubicBezTo>
                  <a:pt x="54935" y="488"/>
                  <a:pt x="70384" y="16333"/>
                  <a:pt x="70139" y="35634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44182"/>
                </a:srgbClr>
              </a:gs>
              <a:gs pos="28090">
                <a:srgbClr val="627D8D">
                  <a:alpha val="22091"/>
                </a:srgbClr>
              </a:gs>
              <a:gs pos="70226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5" name="!!circle-36z"/>
          <p:cNvSpPr/>
          <p:nvPr/>
        </p:nvSpPr>
        <p:spPr>
          <a:xfrm>
            <a:off x="6208677" y="1482814"/>
            <a:ext cx="70384" cy="70384"/>
          </a:xfrm>
          <a:custGeom>
            <a:avLst/>
            <a:gdLst/>
            <a:ahLst/>
            <a:cxnLst/>
            <a:rect l="l" t="t" r="r" b="b"/>
            <a:pathLst>
              <a:path w="70384" h="70384">
                <a:moveTo>
                  <a:pt x="70139" y="35634"/>
                </a:moveTo>
                <a:cubicBezTo>
                  <a:pt x="69895" y="54935"/>
                  <a:pt x="54051" y="70384"/>
                  <a:pt x="34750" y="70139"/>
                </a:cubicBezTo>
                <a:cubicBezTo>
                  <a:pt x="15449" y="69895"/>
                  <a:pt x="0" y="54051"/>
                  <a:pt x="244" y="34750"/>
                </a:cubicBezTo>
                <a:cubicBezTo>
                  <a:pt x="488" y="15449"/>
                  <a:pt x="16333" y="0"/>
                  <a:pt x="35634" y="244"/>
                </a:cubicBezTo>
                <a:cubicBezTo>
                  <a:pt x="54935" y="488"/>
                  <a:pt x="70384" y="16333"/>
                  <a:pt x="70139" y="35634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81000"/>
                </a:srgbClr>
              </a:gs>
              <a:gs pos="28090">
                <a:srgbClr val="627D8D">
                  <a:alpha val="40500"/>
                </a:srgbClr>
              </a:gs>
              <a:gs pos="70226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6" name="!!circle-372"/>
          <p:cNvSpPr/>
          <p:nvPr/>
        </p:nvSpPr>
        <p:spPr>
          <a:xfrm>
            <a:off x="6237788" y="2094226"/>
            <a:ext cx="70384" cy="70384"/>
          </a:xfrm>
          <a:custGeom>
            <a:avLst/>
            <a:gdLst/>
            <a:ahLst/>
            <a:cxnLst/>
            <a:rect l="l" t="t" r="r" b="b"/>
            <a:pathLst>
              <a:path w="70384" h="70384">
                <a:moveTo>
                  <a:pt x="70139" y="35634"/>
                </a:moveTo>
                <a:cubicBezTo>
                  <a:pt x="69895" y="54935"/>
                  <a:pt x="54051" y="70384"/>
                  <a:pt x="34750" y="70139"/>
                </a:cubicBezTo>
                <a:cubicBezTo>
                  <a:pt x="15449" y="69895"/>
                  <a:pt x="0" y="54051"/>
                  <a:pt x="244" y="34750"/>
                </a:cubicBezTo>
                <a:cubicBezTo>
                  <a:pt x="488" y="15449"/>
                  <a:pt x="16333" y="0"/>
                  <a:pt x="35634" y="244"/>
                </a:cubicBezTo>
                <a:cubicBezTo>
                  <a:pt x="54935" y="488"/>
                  <a:pt x="70384" y="16333"/>
                  <a:pt x="70139" y="35634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81000"/>
                </a:srgbClr>
              </a:gs>
              <a:gs pos="28090">
                <a:srgbClr val="627D8D">
                  <a:alpha val="40500"/>
                </a:srgbClr>
              </a:gs>
              <a:gs pos="70226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7" name="!!path-37d"/>
          <p:cNvSpPr/>
          <p:nvPr/>
        </p:nvSpPr>
        <p:spPr>
          <a:xfrm>
            <a:off x="6589602" y="1926202"/>
            <a:ext cx="2601486" cy="1254924"/>
          </a:xfrm>
          <a:custGeom>
            <a:avLst/>
            <a:gdLst/>
            <a:ahLst/>
            <a:cxnLst/>
            <a:rect l="l" t="t" r="r" b="b"/>
            <a:pathLst>
              <a:path w="2601486" h="1254924" fill="none">
                <a:moveTo>
                  <a:pt x="0" y="1254924"/>
                </a:moveTo>
                <a:quadBezTo>
                  <a:pt x="1499738" y="1039980"/>
                  <a:pt x="2601486" y="0"/>
                </a:quadBezTo>
              </a:path>
            </a:pathLst>
          </a:custGeom>
          <a:noFill/>
          <a:ln w="10922" cap="rnd">
            <a:solidFill>
              <a:srgbClr val="627D8D">
                <a:alpha val="26000"/>
              </a:srgbClr>
            </a:solidFill>
            <a:prstDash val="solid"/>
            <a:round/>
          </a:ln>
        </p:spPr>
      </p:sp>
      <p:sp>
        <p:nvSpPr>
          <p:cNvPr id="58" name="!!circle-37g"/>
          <p:cNvSpPr/>
          <p:nvPr/>
        </p:nvSpPr>
        <p:spPr>
          <a:xfrm>
            <a:off x="6677711" y="3126756"/>
            <a:ext cx="70384" cy="70384"/>
          </a:xfrm>
          <a:custGeom>
            <a:avLst/>
            <a:gdLst/>
            <a:ahLst/>
            <a:cxnLst/>
            <a:rect l="l" t="t" r="r" b="b"/>
            <a:pathLst>
              <a:path w="70384" h="70384">
                <a:moveTo>
                  <a:pt x="70139" y="35634"/>
                </a:moveTo>
                <a:cubicBezTo>
                  <a:pt x="69895" y="54935"/>
                  <a:pt x="54051" y="70384"/>
                  <a:pt x="34750" y="70139"/>
                </a:cubicBezTo>
                <a:cubicBezTo>
                  <a:pt x="15449" y="69895"/>
                  <a:pt x="0" y="54051"/>
                  <a:pt x="244" y="34750"/>
                </a:cubicBezTo>
                <a:cubicBezTo>
                  <a:pt x="488" y="15449"/>
                  <a:pt x="16333" y="0"/>
                  <a:pt x="35634" y="244"/>
                </a:cubicBezTo>
                <a:cubicBezTo>
                  <a:pt x="54935" y="488"/>
                  <a:pt x="70384" y="16333"/>
                  <a:pt x="70139" y="35634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22909"/>
                </a:srgbClr>
              </a:gs>
              <a:gs pos="28090">
                <a:srgbClr val="627D8D">
                  <a:alpha val="11455"/>
                </a:srgbClr>
              </a:gs>
              <a:gs pos="70226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9" name="!!circle-37j"/>
          <p:cNvSpPr/>
          <p:nvPr/>
        </p:nvSpPr>
        <p:spPr>
          <a:xfrm>
            <a:off x="8487960" y="2421816"/>
            <a:ext cx="70384" cy="70384"/>
          </a:xfrm>
          <a:custGeom>
            <a:avLst/>
            <a:gdLst/>
            <a:ahLst/>
            <a:cxnLst/>
            <a:rect l="l" t="t" r="r" b="b"/>
            <a:pathLst>
              <a:path w="70384" h="70384">
                <a:moveTo>
                  <a:pt x="70139" y="35634"/>
                </a:moveTo>
                <a:cubicBezTo>
                  <a:pt x="69895" y="54935"/>
                  <a:pt x="54051" y="70384"/>
                  <a:pt x="34750" y="70139"/>
                </a:cubicBezTo>
                <a:cubicBezTo>
                  <a:pt x="15449" y="69895"/>
                  <a:pt x="0" y="54051"/>
                  <a:pt x="244" y="34750"/>
                </a:cubicBezTo>
                <a:cubicBezTo>
                  <a:pt x="488" y="15449"/>
                  <a:pt x="16333" y="0"/>
                  <a:pt x="35634" y="244"/>
                </a:cubicBezTo>
                <a:cubicBezTo>
                  <a:pt x="54935" y="488"/>
                  <a:pt x="70384" y="16333"/>
                  <a:pt x="70139" y="35634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81000"/>
                </a:srgbClr>
              </a:gs>
              <a:gs pos="28090">
                <a:srgbClr val="627D8D">
                  <a:alpha val="40500"/>
                </a:srgbClr>
              </a:gs>
              <a:gs pos="70226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0" name="!!circle-37m"/>
          <p:cNvSpPr/>
          <p:nvPr/>
        </p:nvSpPr>
        <p:spPr>
          <a:xfrm>
            <a:off x="7620117" y="2869919"/>
            <a:ext cx="70384" cy="70384"/>
          </a:xfrm>
          <a:custGeom>
            <a:avLst/>
            <a:gdLst/>
            <a:ahLst/>
            <a:cxnLst/>
            <a:rect l="l" t="t" r="r" b="b"/>
            <a:pathLst>
              <a:path w="70384" h="70384">
                <a:moveTo>
                  <a:pt x="70139" y="35634"/>
                </a:moveTo>
                <a:cubicBezTo>
                  <a:pt x="69895" y="54935"/>
                  <a:pt x="54051" y="70384"/>
                  <a:pt x="34750" y="70139"/>
                </a:cubicBezTo>
                <a:cubicBezTo>
                  <a:pt x="15449" y="69895"/>
                  <a:pt x="0" y="54051"/>
                  <a:pt x="244" y="34750"/>
                </a:cubicBezTo>
                <a:cubicBezTo>
                  <a:pt x="488" y="15449"/>
                  <a:pt x="16333" y="0"/>
                  <a:pt x="35634" y="244"/>
                </a:cubicBezTo>
                <a:cubicBezTo>
                  <a:pt x="54935" y="488"/>
                  <a:pt x="70384" y="16333"/>
                  <a:pt x="70139" y="35634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81000"/>
                </a:srgbClr>
              </a:gs>
              <a:gs pos="28090">
                <a:srgbClr val="627D8D">
                  <a:alpha val="40500"/>
                </a:srgbClr>
              </a:gs>
              <a:gs pos="70226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1" name="!!path-37x"/>
          <p:cNvSpPr/>
          <p:nvPr/>
        </p:nvSpPr>
        <p:spPr>
          <a:xfrm>
            <a:off x="6637356" y="3502303"/>
            <a:ext cx="3334202" cy="769419"/>
          </a:xfrm>
          <a:custGeom>
            <a:avLst/>
            <a:gdLst/>
            <a:ahLst/>
            <a:cxnLst/>
            <a:rect l="l" t="t" r="r" b="b"/>
            <a:pathLst>
              <a:path w="3334202" h="769419" fill="none">
                <a:moveTo>
                  <a:pt x="0" y="0"/>
                </a:moveTo>
                <a:quadBezTo>
                  <a:pt x="1587768" y="769419"/>
                  <a:pt x="3334202" y="518464"/>
                </a:quadBezTo>
              </a:path>
            </a:pathLst>
          </a:custGeom>
          <a:noFill/>
          <a:ln w="10922" cap="rnd">
            <a:solidFill>
              <a:srgbClr val="627D8D">
                <a:alpha val="26000"/>
              </a:srgbClr>
            </a:solidFill>
            <a:prstDash val="solid"/>
            <a:round/>
          </a:ln>
        </p:spPr>
      </p:sp>
      <p:sp>
        <p:nvSpPr>
          <p:cNvPr id="62" name="!!circle-380"/>
          <p:cNvSpPr/>
          <p:nvPr/>
        </p:nvSpPr>
        <p:spPr>
          <a:xfrm>
            <a:off x="6611558" y="3471653"/>
            <a:ext cx="70384" cy="70384"/>
          </a:xfrm>
          <a:custGeom>
            <a:avLst/>
            <a:gdLst/>
            <a:ahLst/>
            <a:cxnLst/>
            <a:rect l="l" t="t" r="r" b="b"/>
            <a:pathLst>
              <a:path w="70384" h="70384">
                <a:moveTo>
                  <a:pt x="70139" y="35634"/>
                </a:moveTo>
                <a:cubicBezTo>
                  <a:pt x="69895" y="54935"/>
                  <a:pt x="54051" y="70384"/>
                  <a:pt x="34750" y="70139"/>
                </a:cubicBezTo>
                <a:cubicBezTo>
                  <a:pt x="15449" y="69895"/>
                  <a:pt x="0" y="54051"/>
                  <a:pt x="244" y="34750"/>
                </a:cubicBezTo>
                <a:cubicBezTo>
                  <a:pt x="488" y="15449"/>
                  <a:pt x="16333" y="0"/>
                  <a:pt x="35634" y="244"/>
                </a:cubicBezTo>
                <a:cubicBezTo>
                  <a:pt x="54935" y="488"/>
                  <a:pt x="70384" y="16333"/>
                  <a:pt x="70139" y="35634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1636"/>
                </a:srgbClr>
              </a:gs>
              <a:gs pos="28090">
                <a:srgbClr val="627D8D">
                  <a:alpha val="818"/>
                </a:srgbClr>
              </a:gs>
              <a:gs pos="70226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3" name="!!circle-383"/>
          <p:cNvSpPr/>
          <p:nvPr/>
        </p:nvSpPr>
        <p:spPr>
          <a:xfrm>
            <a:off x="8807678" y="4040421"/>
            <a:ext cx="70384" cy="70384"/>
          </a:xfrm>
          <a:custGeom>
            <a:avLst/>
            <a:gdLst/>
            <a:ahLst/>
            <a:cxnLst/>
            <a:rect l="l" t="t" r="r" b="b"/>
            <a:pathLst>
              <a:path w="70384" h="70384">
                <a:moveTo>
                  <a:pt x="70139" y="35634"/>
                </a:moveTo>
                <a:cubicBezTo>
                  <a:pt x="69895" y="54935"/>
                  <a:pt x="54051" y="70384"/>
                  <a:pt x="34750" y="70139"/>
                </a:cubicBezTo>
                <a:cubicBezTo>
                  <a:pt x="15449" y="69895"/>
                  <a:pt x="0" y="54051"/>
                  <a:pt x="244" y="34750"/>
                </a:cubicBezTo>
                <a:cubicBezTo>
                  <a:pt x="488" y="15449"/>
                  <a:pt x="16333" y="0"/>
                  <a:pt x="35634" y="244"/>
                </a:cubicBezTo>
                <a:cubicBezTo>
                  <a:pt x="54935" y="488"/>
                  <a:pt x="70384" y="16333"/>
                  <a:pt x="70139" y="35634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81000"/>
                </a:srgbClr>
              </a:gs>
              <a:gs pos="28090">
                <a:srgbClr val="627D8D">
                  <a:alpha val="40500"/>
                </a:srgbClr>
              </a:gs>
              <a:gs pos="70226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4" name="!!circle-386"/>
          <p:cNvSpPr/>
          <p:nvPr/>
        </p:nvSpPr>
        <p:spPr>
          <a:xfrm>
            <a:off x="7680999" y="3867386"/>
            <a:ext cx="70384" cy="70384"/>
          </a:xfrm>
          <a:custGeom>
            <a:avLst/>
            <a:gdLst/>
            <a:ahLst/>
            <a:cxnLst/>
            <a:rect l="l" t="t" r="r" b="b"/>
            <a:pathLst>
              <a:path w="70384" h="70384">
                <a:moveTo>
                  <a:pt x="70139" y="35634"/>
                </a:moveTo>
                <a:cubicBezTo>
                  <a:pt x="69895" y="54935"/>
                  <a:pt x="54051" y="70384"/>
                  <a:pt x="34750" y="70139"/>
                </a:cubicBezTo>
                <a:cubicBezTo>
                  <a:pt x="15449" y="69895"/>
                  <a:pt x="0" y="54051"/>
                  <a:pt x="244" y="34750"/>
                </a:cubicBezTo>
                <a:cubicBezTo>
                  <a:pt x="488" y="15449"/>
                  <a:pt x="16333" y="0"/>
                  <a:pt x="35634" y="244"/>
                </a:cubicBezTo>
                <a:cubicBezTo>
                  <a:pt x="54935" y="488"/>
                  <a:pt x="70384" y="16333"/>
                  <a:pt x="70139" y="35634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81000"/>
                </a:srgbClr>
              </a:gs>
              <a:gs pos="28090">
                <a:srgbClr val="627D8D">
                  <a:alpha val="40500"/>
                </a:srgbClr>
              </a:gs>
              <a:gs pos="70226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5" name="!!path-38h"/>
          <p:cNvSpPr/>
          <p:nvPr/>
        </p:nvSpPr>
        <p:spPr>
          <a:xfrm>
            <a:off x="6425651" y="3855086"/>
            <a:ext cx="1307336" cy="1741047"/>
          </a:xfrm>
          <a:custGeom>
            <a:avLst/>
            <a:gdLst/>
            <a:ahLst/>
            <a:cxnLst/>
            <a:rect l="l" t="t" r="r" b="b"/>
            <a:pathLst>
              <a:path w="1307336" h="1741047" fill="none">
                <a:moveTo>
                  <a:pt x="0" y="0"/>
                </a:moveTo>
                <a:quadBezTo>
                  <a:pt x="355658" y="1094297"/>
                  <a:pt x="1307336" y="1741047"/>
                </a:quadBezTo>
              </a:path>
            </a:pathLst>
          </a:custGeom>
          <a:noFill/>
          <a:ln w="10922" cap="rnd">
            <a:solidFill>
              <a:srgbClr val="627D8D">
                <a:alpha val="26000"/>
              </a:srgbClr>
            </a:solidFill>
            <a:prstDash val="solid"/>
            <a:round/>
          </a:ln>
        </p:spPr>
      </p:sp>
      <p:sp>
        <p:nvSpPr>
          <p:cNvPr id="66" name="!!circle-38k"/>
          <p:cNvSpPr/>
          <p:nvPr/>
        </p:nvSpPr>
        <p:spPr>
          <a:xfrm>
            <a:off x="7631374" y="5514741"/>
            <a:ext cx="70384" cy="70384"/>
          </a:xfrm>
          <a:custGeom>
            <a:avLst/>
            <a:gdLst/>
            <a:ahLst/>
            <a:cxnLst/>
            <a:rect l="l" t="t" r="r" b="b"/>
            <a:pathLst>
              <a:path w="70384" h="70384">
                <a:moveTo>
                  <a:pt x="70139" y="35634"/>
                </a:moveTo>
                <a:cubicBezTo>
                  <a:pt x="69895" y="54935"/>
                  <a:pt x="54051" y="70384"/>
                  <a:pt x="34750" y="70139"/>
                </a:cubicBezTo>
                <a:cubicBezTo>
                  <a:pt x="15449" y="69895"/>
                  <a:pt x="0" y="54051"/>
                  <a:pt x="244" y="34750"/>
                </a:cubicBezTo>
                <a:cubicBezTo>
                  <a:pt x="488" y="15449"/>
                  <a:pt x="16333" y="0"/>
                  <a:pt x="35634" y="244"/>
                </a:cubicBezTo>
                <a:cubicBezTo>
                  <a:pt x="54935" y="488"/>
                  <a:pt x="70384" y="16333"/>
                  <a:pt x="70139" y="35634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14727"/>
                </a:srgbClr>
              </a:gs>
              <a:gs pos="28090">
                <a:srgbClr val="627D8D">
                  <a:alpha val="7364"/>
                </a:srgbClr>
              </a:gs>
              <a:gs pos="70226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7" name="!!circle-38n"/>
          <p:cNvSpPr/>
          <p:nvPr/>
        </p:nvSpPr>
        <p:spPr>
          <a:xfrm>
            <a:off x="7078967" y="5025313"/>
            <a:ext cx="70384" cy="70384"/>
          </a:xfrm>
          <a:custGeom>
            <a:avLst/>
            <a:gdLst/>
            <a:ahLst/>
            <a:cxnLst/>
            <a:rect l="l" t="t" r="r" b="b"/>
            <a:pathLst>
              <a:path w="70384" h="70384">
                <a:moveTo>
                  <a:pt x="70139" y="35634"/>
                </a:moveTo>
                <a:cubicBezTo>
                  <a:pt x="69895" y="54935"/>
                  <a:pt x="54051" y="70384"/>
                  <a:pt x="34750" y="70139"/>
                </a:cubicBezTo>
                <a:cubicBezTo>
                  <a:pt x="15449" y="69895"/>
                  <a:pt x="0" y="54051"/>
                  <a:pt x="244" y="34750"/>
                </a:cubicBezTo>
                <a:cubicBezTo>
                  <a:pt x="488" y="15449"/>
                  <a:pt x="16333" y="0"/>
                  <a:pt x="35634" y="244"/>
                </a:cubicBezTo>
                <a:cubicBezTo>
                  <a:pt x="54935" y="488"/>
                  <a:pt x="70384" y="16333"/>
                  <a:pt x="70139" y="35634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81000"/>
                </a:srgbClr>
              </a:gs>
              <a:gs pos="28090">
                <a:srgbClr val="627D8D">
                  <a:alpha val="40500"/>
                </a:srgbClr>
              </a:gs>
              <a:gs pos="70226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8" name="!!circle-38q"/>
          <p:cNvSpPr/>
          <p:nvPr/>
        </p:nvSpPr>
        <p:spPr>
          <a:xfrm>
            <a:off x="6650885" y="4424260"/>
            <a:ext cx="70384" cy="70384"/>
          </a:xfrm>
          <a:custGeom>
            <a:avLst/>
            <a:gdLst/>
            <a:ahLst/>
            <a:cxnLst/>
            <a:rect l="l" t="t" r="r" b="b"/>
            <a:pathLst>
              <a:path w="70384" h="70384">
                <a:moveTo>
                  <a:pt x="70139" y="35634"/>
                </a:moveTo>
                <a:cubicBezTo>
                  <a:pt x="69895" y="54935"/>
                  <a:pt x="54051" y="70384"/>
                  <a:pt x="34750" y="70139"/>
                </a:cubicBezTo>
                <a:cubicBezTo>
                  <a:pt x="15449" y="69895"/>
                  <a:pt x="0" y="54051"/>
                  <a:pt x="244" y="34750"/>
                </a:cubicBezTo>
                <a:cubicBezTo>
                  <a:pt x="488" y="15449"/>
                  <a:pt x="16333" y="0"/>
                  <a:pt x="35634" y="244"/>
                </a:cubicBezTo>
                <a:cubicBezTo>
                  <a:pt x="54935" y="488"/>
                  <a:pt x="70384" y="16333"/>
                  <a:pt x="70139" y="35634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81000"/>
                </a:srgbClr>
              </a:gs>
              <a:gs pos="28090">
                <a:srgbClr val="627D8D">
                  <a:alpha val="40500"/>
                </a:srgbClr>
              </a:gs>
              <a:gs pos="70226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9" name="!!path-391"/>
          <p:cNvSpPr/>
          <p:nvPr/>
        </p:nvSpPr>
        <p:spPr>
          <a:xfrm>
            <a:off x="4407914" y="3846649"/>
            <a:ext cx="1350973" cy="1707409"/>
          </a:xfrm>
          <a:custGeom>
            <a:avLst/>
            <a:gdLst/>
            <a:ahLst/>
            <a:cxnLst/>
            <a:rect l="l" t="t" r="r" b="b"/>
            <a:pathLst>
              <a:path w="1350973" h="1707409" fill="none">
                <a:moveTo>
                  <a:pt x="1350973" y="0"/>
                </a:moveTo>
                <a:quadBezTo>
                  <a:pt x="383234" y="622461"/>
                  <a:pt x="0" y="1707409"/>
                </a:quadBezTo>
              </a:path>
            </a:pathLst>
          </a:custGeom>
          <a:noFill/>
          <a:ln w="10922" cap="rnd">
            <a:solidFill>
              <a:srgbClr val="627D8D">
                <a:alpha val="26000"/>
              </a:srgbClr>
            </a:solidFill>
            <a:prstDash val="solid"/>
            <a:round/>
          </a:ln>
        </p:spPr>
      </p:sp>
      <p:sp>
        <p:nvSpPr>
          <p:cNvPr id="70" name="!!circle-394"/>
          <p:cNvSpPr/>
          <p:nvPr/>
        </p:nvSpPr>
        <p:spPr>
          <a:xfrm>
            <a:off x="4432338" y="5361575"/>
            <a:ext cx="70384" cy="70384"/>
          </a:xfrm>
          <a:custGeom>
            <a:avLst/>
            <a:gdLst/>
            <a:ahLst/>
            <a:cxnLst/>
            <a:rect l="l" t="t" r="r" b="b"/>
            <a:pathLst>
              <a:path w="70384" h="70384">
                <a:moveTo>
                  <a:pt x="70139" y="35634"/>
                </a:moveTo>
                <a:cubicBezTo>
                  <a:pt x="69895" y="54935"/>
                  <a:pt x="54051" y="70384"/>
                  <a:pt x="34750" y="70139"/>
                </a:cubicBezTo>
                <a:cubicBezTo>
                  <a:pt x="15449" y="69895"/>
                  <a:pt x="0" y="54051"/>
                  <a:pt x="244" y="34750"/>
                </a:cubicBezTo>
                <a:cubicBezTo>
                  <a:pt x="488" y="15449"/>
                  <a:pt x="16333" y="0"/>
                  <a:pt x="35634" y="244"/>
                </a:cubicBezTo>
                <a:cubicBezTo>
                  <a:pt x="54935" y="488"/>
                  <a:pt x="70384" y="16333"/>
                  <a:pt x="70139" y="35634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0682"/>
                </a:srgbClr>
              </a:gs>
              <a:gs pos="28090">
                <a:srgbClr val="627D8D">
                  <a:alpha val="15341"/>
                </a:srgbClr>
              </a:gs>
              <a:gs pos="70226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71" name="!!circle-397"/>
          <p:cNvSpPr/>
          <p:nvPr/>
        </p:nvSpPr>
        <p:spPr>
          <a:xfrm>
            <a:off x="4782029" y="4711562"/>
            <a:ext cx="70384" cy="70384"/>
          </a:xfrm>
          <a:custGeom>
            <a:avLst/>
            <a:gdLst/>
            <a:ahLst/>
            <a:cxnLst/>
            <a:rect l="l" t="t" r="r" b="b"/>
            <a:pathLst>
              <a:path w="70384" h="70384">
                <a:moveTo>
                  <a:pt x="70139" y="35634"/>
                </a:moveTo>
                <a:cubicBezTo>
                  <a:pt x="69895" y="54935"/>
                  <a:pt x="54051" y="70384"/>
                  <a:pt x="34750" y="70139"/>
                </a:cubicBezTo>
                <a:cubicBezTo>
                  <a:pt x="15449" y="69895"/>
                  <a:pt x="0" y="54051"/>
                  <a:pt x="244" y="34750"/>
                </a:cubicBezTo>
                <a:cubicBezTo>
                  <a:pt x="488" y="15449"/>
                  <a:pt x="16333" y="0"/>
                  <a:pt x="35634" y="244"/>
                </a:cubicBezTo>
                <a:cubicBezTo>
                  <a:pt x="54935" y="488"/>
                  <a:pt x="70384" y="16333"/>
                  <a:pt x="70139" y="35634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81000"/>
                </a:srgbClr>
              </a:gs>
              <a:gs pos="28090">
                <a:srgbClr val="627D8D">
                  <a:alpha val="40500"/>
                </a:srgbClr>
              </a:gs>
              <a:gs pos="70226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72" name="!!circle-39a"/>
          <p:cNvSpPr/>
          <p:nvPr/>
        </p:nvSpPr>
        <p:spPr>
          <a:xfrm>
            <a:off x="5269648" y="4157637"/>
            <a:ext cx="70384" cy="70384"/>
          </a:xfrm>
          <a:custGeom>
            <a:avLst/>
            <a:gdLst/>
            <a:ahLst/>
            <a:cxnLst/>
            <a:rect l="l" t="t" r="r" b="b"/>
            <a:pathLst>
              <a:path w="70384" h="70384">
                <a:moveTo>
                  <a:pt x="70139" y="35634"/>
                </a:moveTo>
                <a:cubicBezTo>
                  <a:pt x="69895" y="54935"/>
                  <a:pt x="54051" y="70384"/>
                  <a:pt x="34750" y="70139"/>
                </a:cubicBezTo>
                <a:cubicBezTo>
                  <a:pt x="15449" y="69895"/>
                  <a:pt x="0" y="54051"/>
                  <a:pt x="244" y="34750"/>
                </a:cubicBezTo>
                <a:cubicBezTo>
                  <a:pt x="488" y="15449"/>
                  <a:pt x="16333" y="0"/>
                  <a:pt x="35634" y="244"/>
                </a:cubicBezTo>
                <a:cubicBezTo>
                  <a:pt x="54935" y="488"/>
                  <a:pt x="70384" y="16333"/>
                  <a:pt x="70139" y="35634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81000"/>
                </a:srgbClr>
              </a:gs>
              <a:gs pos="28090">
                <a:srgbClr val="627D8D">
                  <a:alpha val="40500"/>
                </a:srgbClr>
              </a:gs>
              <a:gs pos="70226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73" name="!!path-39l"/>
          <p:cNvSpPr/>
          <p:nvPr/>
        </p:nvSpPr>
        <p:spPr>
          <a:xfrm>
            <a:off x="2209923" y="3193558"/>
            <a:ext cx="3346253" cy="728993"/>
          </a:xfrm>
          <a:custGeom>
            <a:avLst/>
            <a:gdLst/>
            <a:ahLst/>
            <a:cxnLst/>
            <a:rect l="l" t="t" r="r" b="b"/>
            <a:pathLst>
              <a:path w="3346253" h="728993" fill="none">
                <a:moveTo>
                  <a:pt x="3346253" y="295063"/>
                </a:moveTo>
                <a:quadBezTo>
                  <a:pt x="1606728" y="0"/>
                  <a:pt x="0" y="728993"/>
                </a:quadBezTo>
              </a:path>
            </a:pathLst>
          </a:custGeom>
          <a:noFill/>
          <a:ln w="10922" cap="rnd">
            <a:solidFill>
              <a:srgbClr val="627D8D">
                <a:alpha val="26000"/>
              </a:srgbClr>
            </a:solidFill>
            <a:prstDash val="solid"/>
            <a:round/>
          </a:ln>
        </p:spPr>
      </p:sp>
      <p:sp>
        <p:nvSpPr>
          <p:cNvPr id="74" name="!!circle-39o"/>
          <p:cNvSpPr/>
          <p:nvPr/>
        </p:nvSpPr>
        <p:spPr>
          <a:xfrm>
            <a:off x="2539103" y="3735852"/>
            <a:ext cx="70384" cy="70384"/>
          </a:xfrm>
          <a:custGeom>
            <a:avLst/>
            <a:gdLst/>
            <a:ahLst/>
            <a:cxnLst/>
            <a:rect l="l" t="t" r="r" b="b"/>
            <a:pathLst>
              <a:path w="70384" h="70384">
                <a:moveTo>
                  <a:pt x="70139" y="35634"/>
                </a:moveTo>
                <a:cubicBezTo>
                  <a:pt x="69895" y="54935"/>
                  <a:pt x="54051" y="70384"/>
                  <a:pt x="34750" y="70139"/>
                </a:cubicBezTo>
                <a:cubicBezTo>
                  <a:pt x="15449" y="69895"/>
                  <a:pt x="0" y="54051"/>
                  <a:pt x="244" y="34750"/>
                </a:cubicBezTo>
                <a:cubicBezTo>
                  <a:pt x="488" y="15449"/>
                  <a:pt x="16333" y="0"/>
                  <a:pt x="35634" y="244"/>
                </a:cubicBezTo>
                <a:cubicBezTo>
                  <a:pt x="54935" y="488"/>
                  <a:pt x="70384" y="16333"/>
                  <a:pt x="70139" y="35634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46636"/>
                </a:srgbClr>
              </a:gs>
              <a:gs pos="28090">
                <a:srgbClr val="627D8D">
                  <a:alpha val="23318"/>
                </a:srgbClr>
              </a:gs>
              <a:gs pos="70226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75" name="!!circle-39r"/>
          <p:cNvSpPr/>
          <p:nvPr/>
        </p:nvSpPr>
        <p:spPr>
          <a:xfrm>
            <a:off x="3640027" y="3439874"/>
            <a:ext cx="70384" cy="70384"/>
          </a:xfrm>
          <a:custGeom>
            <a:avLst/>
            <a:gdLst/>
            <a:ahLst/>
            <a:cxnLst/>
            <a:rect l="l" t="t" r="r" b="b"/>
            <a:pathLst>
              <a:path w="70384" h="70384">
                <a:moveTo>
                  <a:pt x="70139" y="35634"/>
                </a:moveTo>
                <a:cubicBezTo>
                  <a:pt x="69895" y="54935"/>
                  <a:pt x="54051" y="70384"/>
                  <a:pt x="34750" y="70139"/>
                </a:cubicBezTo>
                <a:cubicBezTo>
                  <a:pt x="15449" y="69895"/>
                  <a:pt x="0" y="54051"/>
                  <a:pt x="244" y="34750"/>
                </a:cubicBezTo>
                <a:cubicBezTo>
                  <a:pt x="488" y="15449"/>
                  <a:pt x="16333" y="0"/>
                  <a:pt x="35634" y="244"/>
                </a:cubicBezTo>
                <a:cubicBezTo>
                  <a:pt x="54935" y="488"/>
                  <a:pt x="70384" y="16333"/>
                  <a:pt x="70139" y="35634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81000"/>
                </a:srgbClr>
              </a:gs>
              <a:gs pos="28090">
                <a:srgbClr val="627D8D">
                  <a:alpha val="40500"/>
                </a:srgbClr>
              </a:gs>
              <a:gs pos="70226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76" name="!!circle-39u"/>
          <p:cNvSpPr/>
          <p:nvPr/>
        </p:nvSpPr>
        <p:spPr>
          <a:xfrm>
            <a:off x="4778011" y="3373841"/>
            <a:ext cx="70384" cy="70384"/>
          </a:xfrm>
          <a:custGeom>
            <a:avLst/>
            <a:gdLst/>
            <a:ahLst/>
            <a:cxnLst/>
            <a:rect l="l" t="t" r="r" b="b"/>
            <a:pathLst>
              <a:path w="70384" h="70384">
                <a:moveTo>
                  <a:pt x="70139" y="35634"/>
                </a:moveTo>
                <a:cubicBezTo>
                  <a:pt x="69895" y="54935"/>
                  <a:pt x="54051" y="70384"/>
                  <a:pt x="34750" y="70139"/>
                </a:cubicBezTo>
                <a:cubicBezTo>
                  <a:pt x="15449" y="69895"/>
                  <a:pt x="0" y="54051"/>
                  <a:pt x="244" y="34750"/>
                </a:cubicBezTo>
                <a:cubicBezTo>
                  <a:pt x="488" y="15449"/>
                  <a:pt x="16333" y="0"/>
                  <a:pt x="35634" y="244"/>
                </a:cubicBezTo>
                <a:cubicBezTo>
                  <a:pt x="54935" y="488"/>
                  <a:pt x="70384" y="16333"/>
                  <a:pt x="70139" y="35634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81000"/>
                </a:srgbClr>
              </a:gs>
              <a:gs pos="28090">
                <a:srgbClr val="627D8D">
                  <a:alpha val="40500"/>
                </a:srgbClr>
              </a:gs>
              <a:gs pos="70226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77" name="!!circle-3as"/>
          <p:cNvSpPr/>
          <p:nvPr/>
        </p:nvSpPr>
        <p:spPr>
          <a:xfrm>
            <a:off x="4577458" y="1898110"/>
            <a:ext cx="3040568" cy="3040568"/>
          </a:xfrm>
          <a:custGeom>
            <a:avLst/>
            <a:gdLst/>
            <a:ahLst/>
            <a:cxnLst/>
            <a:rect l="l" t="t" r="r" b="b"/>
            <a:pathLst>
              <a:path w="3040568" h="3040568">
                <a:moveTo>
                  <a:pt x="3030017" y="1539388"/>
                </a:moveTo>
                <a:cubicBezTo>
                  <a:pt x="3019466" y="2373190"/>
                  <a:pt x="2334982" y="3040568"/>
                  <a:pt x="1501180" y="3030017"/>
                </a:cubicBezTo>
                <a:cubicBezTo>
                  <a:pt x="667377" y="3019466"/>
                  <a:pt x="0" y="2334982"/>
                  <a:pt x="10551" y="1501180"/>
                </a:cubicBezTo>
                <a:cubicBezTo>
                  <a:pt x="21102" y="667377"/>
                  <a:pt x="705585" y="0"/>
                  <a:pt x="1539388" y="10551"/>
                </a:cubicBezTo>
                <a:cubicBezTo>
                  <a:pt x="2373190" y="21102"/>
                  <a:pt x="3040568" y="705585"/>
                  <a:pt x="3030017" y="1539388"/>
                </a:cubicBezTo>
                <a:close/>
              </a:path>
            </a:pathLst>
          </a:custGeom>
          <a:gradFill rotWithShape="1">
            <a:gsLst>
              <a:gs pos="0">
                <a:srgbClr val="627D8D">
                  <a:alpha val="22000"/>
                </a:srgbClr>
              </a:gs>
              <a:gs pos="70226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78" name="!!circle-3aw"/>
          <p:cNvSpPr/>
          <p:nvPr/>
        </p:nvSpPr>
        <p:spPr>
          <a:xfrm>
            <a:off x="5333795" y="2654447"/>
            <a:ext cx="1527894" cy="1527894"/>
          </a:xfrm>
          <a:custGeom>
            <a:avLst/>
            <a:gdLst/>
            <a:ahLst/>
            <a:cxnLst/>
            <a:rect l="l" t="t" r="r" b="b"/>
            <a:pathLst>
              <a:path w="1527894" h="1527894" fill="none">
                <a:moveTo>
                  <a:pt x="567063" y="1419158"/>
                </a:moveTo>
                <a:cubicBezTo>
                  <a:pt x="205200" y="1310422"/>
                  <a:pt x="0" y="928926"/>
                  <a:pt x="108736" y="567063"/>
                </a:cubicBezTo>
                <a:cubicBezTo>
                  <a:pt x="217472" y="205200"/>
                  <a:pt x="598968" y="0"/>
                  <a:pt x="960831" y="108736"/>
                </a:cubicBezTo>
                <a:cubicBezTo>
                  <a:pt x="1322694" y="217472"/>
                  <a:pt x="1527894" y="598968"/>
                  <a:pt x="1419158" y="960831"/>
                </a:cubicBezTo>
                <a:cubicBezTo>
                  <a:pt x="1310422" y="1322694"/>
                  <a:pt x="928926" y="1527894"/>
                  <a:pt x="567063" y="1419158"/>
                </a:cubicBezTo>
                <a:close/>
              </a:path>
            </a:pathLst>
          </a:custGeom>
          <a:noFill/>
          <a:ln w="10485" cap="rnd">
            <a:solidFill>
              <a:srgbClr val="627D8D">
                <a:alpha val="34000"/>
              </a:srgbClr>
            </a:solidFill>
            <a:custDash>
              <a:ds d="4500000" sp="1500000"/>
            </a:custDash>
            <a:miter lim="800000"/>
          </a:ln>
        </p:spPr>
      </p:sp>
      <p:sp>
        <p:nvSpPr>
          <p:cNvPr id="79" name="!!circle-3b0"/>
          <p:cNvSpPr/>
          <p:nvPr/>
        </p:nvSpPr>
        <p:spPr>
          <a:xfrm>
            <a:off x="5068041" y="2388694"/>
            <a:ext cx="2059401" cy="2059401"/>
          </a:xfrm>
          <a:custGeom>
            <a:avLst/>
            <a:gdLst/>
            <a:ahLst/>
            <a:cxnLst/>
            <a:rect l="l" t="t" r="r" b="b"/>
            <a:pathLst>
              <a:path w="2059401" h="2059401" fill="none">
                <a:moveTo>
                  <a:pt x="1303924" y="151450"/>
                </a:moveTo>
                <a:cubicBezTo>
                  <a:pt x="1788969" y="302899"/>
                  <a:pt x="2059401" y="818880"/>
                  <a:pt x="1907952" y="1303924"/>
                </a:cubicBezTo>
                <a:cubicBezTo>
                  <a:pt x="1756502" y="1788969"/>
                  <a:pt x="1240522" y="2059401"/>
                  <a:pt x="755477" y="1907952"/>
                </a:cubicBezTo>
                <a:cubicBezTo>
                  <a:pt x="270432" y="1756502"/>
                  <a:pt x="0" y="1240522"/>
                  <a:pt x="151450" y="755477"/>
                </a:cubicBezTo>
                <a:cubicBezTo>
                  <a:pt x="302899" y="270432"/>
                  <a:pt x="818880" y="0"/>
                  <a:pt x="1303924" y="151450"/>
                </a:cubicBezTo>
                <a:close/>
              </a:path>
            </a:pathLst>
          </a:custGeom>
          <a:noFill/>
          <a:ln w="7340" cap="rnd">
            <a:solidFill>
              <a:srgbClr val="627D8D">
                <a:alpha val="27000"/>
              </a:srgbClr>
            </a:solidFill>
            <a:custDash>
              <a:ds d="142857" sp="714286"/>
            </a:custDash>
            <a:miter lim="800000"/>
          </a:ln>
        </p:spPr>
      </p:sp>
      <p:sp>
        <p:nvSpPr>
          <p:cNvPr id="80" name="!!circle-3b4"/>
          <p:cNvSpPr/>
          <p:nvPr/>
        </p:nvSpPr>
        <p:spPr>
          <a:xfrm>
            <a:off x="4753927" y="2074579"/>
            <a:ext cx="2687630" cy="2687630"/>
          </a:xfrm>
          <a:custGeom>
            <a:avLst/>
            <a:gdLst/>
            <a:ahLst/>
            <a:cxnLst/>
            <a:rect l="l" t="t" r="r" b="b"/>
            <a:pathLst>
              <a:path w="2687630" h="2687630" fill="none">
                <a:moveTo>
                  <a:pt x="1988972" y="2331320"/>
                </a:moveTo>
                <a:cubicBezTo>
                  <a:pt x="1443588" y="2687630"/>
                  <a:pt x="712620" y="2534356"/>
                  <a:pt x="356310" y="1988972"/>
                </a:cubicBezTo>
                <a:cubicBezTo>
                  <a:pt x="0" y="1443588"/>
                  <a:pt x="153275" y="712620"/>
                  <a:pt x="698659" y="356310"/>
                </a:cubicBezTo>
                <a:cubicBezTo>
                  <a:pt x="1244043" y="0"/>
                  <a:pt x="1975010" y="153275"/>
                  <a:pt x="2331320" y="698659"/>
                </a:cubicBezTo>
                <a:cubicBezTo>
                  <a:pt x="2687630" y="1244043"/>
                  <a:pt x="2534356" y="1975010"/>
                  <a:pt x="1988972" y="2331320"/>
                </a:cubicBezTo>
                <a:close/>
              </a:path>
            </a:pathLst>
          </a:custGeom>
          <a:noFill/>
          <a:ln w="7340" cap="rnd">
            <a:solidFill>
              <a:srgbClr val="627D8D">
                <a:alpha val="20000"/>
              </a:srgbClr>
            </a:solidFill>
            <a:custDash>
              <a:ds d="2857143" sp="1285714"/>
              <a:ds d="285714" sp="1285714"/>
            </a:custDash>
            <a:miter lim="800000"/>
          </a:ln>
        </p:spPr>
      </p:sp>
      <p:sp>
        <p:nvSpPr>
          <p:cNvPr id="81" name="!!circle-3b9"/>
          <p:cNvSpPr/>
          <p:nvPr/>
        </p:nvSpPr>
        <p:spPr>
          <a:xfrm>
            <a:off x="5596722" y="2917374"/>
            <a:ext cx="1002041" cy="1002041"/>
          </a:xfrm>
          <a:custGeom>
            <a:avLst/>
            <a:gdLst/>
            <a:ahLst/>
            <a:cxnLst/>
            <a:rect l="l" t="t" r="r" b="b"/>
            <a:pathLst>
              <a:path w="1002041" h="1002041">
                <a:moveTo>
                  <a:pt x="998564" y="507316"/>
                </a:moveTo>
                <a:cubicBezTo>
                  <a:pt x="995087" y="782102"/>
                  <a:pt x="769510" y="1002041"/>
                  <a:pt x="494725" y="998564"/>
                </a:cubicBezTo>
                <a:cubicBezTo>
                  <a:pt x="219939" y="995087"/>
                  <a:pt x="0" y="769510"/>
                  <a:pt x="3477" y="494725"/>
                </a:cubicBezTo>
                <a:cubicBezTo>
                  <a:pt x="6954" y="219939"/>
                  <a:pt x="232531" y="0"/>
                  <a:pt x="507316" y="3477"/>
                </a:cubicBezTo>
                <a:cubicBezTo>
                  <a:pt x="782102" y="6954"/>
                  <a:pt x="1002041" y="232531"/>
                  <a:pt x="998564" y="507316"/>
                </a:cubicBez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24579">
                <a:srgbClr val="DCE8EE"/>
              </a:gs>
              <a:gs pos="49158">
                <a:srgbClr val="627D8D">
                  <a:alpha val="55000"/>
                </a:srgbClr>
              </a:gs>
              <a:gs pos="70226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82" name="!!path-3ba"/>
          <p:cNvSpPr/>
          <p:nvPr/>
        </p:nvSpPr>
        <p:spPr>
          <a:xfrm>
            <a:off x="5916103" y="3238217"/>
            <a:ext cx="364742" cy="363280"/>
          </a:xfrm>
          <a:custGeom>
            <a:avLst/>
            <a:gdLst/>
            <a:ahLst/>
            <a:cxnLst/>
            <a:rect l="l" t="t" r="r" b="b"/>
            <a:pathLst>
              <a:path w="364742" h="363280">
                <a:moveTo>
                  <a:pt x="297856" y="132102"/>
                </a:moveTo>
                <a:lnTo>
                  <a:pt x="319071" y="86953"/>
                </a:lnTo>
                <a:lnTo>
                  <a:pt x="364742" y="66887"/>
                </a:lnTo>
                <a:lnTo>
                  <a:pt x="319593" y="45671"/>
                </a:lnTo>
                <a:lnTo>
                  <a:pt x="299527" y="0"/>
                </a:lnTo>
                <a:lnTo>
                  <a:pt x="278312" y="45149"/>
                </a:lnTo>
                <a:lnTo>
                  <a:pt x="232641" y="65215"/>
                </a:lnTo>
                <a:lnTo>
                  <a:pt x="277789" y="86431"/>
                </a:lnTo>
                <a:lnTo>
                  <a:pt x="297856" y="132102"/>
                </a:lnTo>
                <a:close/>
                <a:moveTo>
                  <a:pt x="173906" y="138791"/>
                </a:moveTo>
                <a:lnTo>
                  <a:pt x="133773" y="47449"/>
                </a:lnTo>
                <a:lnTo>
                  <a:pt x="91342" y="137746"/>
                </a:lnTo>
                <a:lnTo>
                  <a:pt x="0" y="177879"/>
                </a:lnTo>
                <a:lnTo>
                  <a:pt x="90298" y="220310"/>
                </a:lnTo>
                <a:lnTo>
                  <a:pt x="130430" y="311652"/>
                </a:lnTo>
                <a:lnTo>
                  <a:pt x="172861" y="221354"/>
                </a:lnTo>
                <a:lnTo>
                  <a:pt x="264203" y="181222"/>
                </a:lnTo>
                <a:lnTo>
                  <a:pt x="173906" y="138791"/>
                </a:lnTo>
                <a:close/>
                <a:moveTo>
                  <a:pt x="296602" y="231178"/>
                </a:moveTo>
                <a:lnTo>
                  <a:pt x="275386" y="276327"/>
                </a:lnTo>
                <a:lnTo>
                  <a:pt x="229715" y="296393"/>
                </a:lnTo>
                <a:lnTo>
                  <a:pt x="274864" y="317608"/>
                </a:lnTo>
                <a:lnTo>
                  <a:pt x="294930" y="363280"/>
                </a:lnTo>
                <a:lnTo>
                  <a:pt x="316146" y="318131"/>
                </a:lnTo>
                <a:lnTo>
                  <a:pt x="361817" y="298064"/>
                </a:lnTo>
                <a:lnTo>
                  <a:pt x="316668" y="276849"/>
                </a:lnTo>
                <a:lnTo>
                  <a:pt x="296602" y="231178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83" name="!!circle-3bh"/>
          <p:cNvSpPr/>
          <p:nvPr/>
        </p:nvSpPr>
        <p:spPr>
          <a:xfrm>
            <a:off x="2109291" y="1079798"/>
            <a:ext cx="1187722" cy="1187722"/>
          </a:xfrm>
          <a:custGeom>
            <a:avLst/>
            <a:gdLst/>
            <a:ahLst/>
            <a:cxnLst/>
            <a:rect l="l" t="t" r="r" b="b"/>
            <a:pathLst>
              <a:path w="1187722" h="1187722">
                <a:moveTo>
                  <a:pt x="1183600" y="601323"/>
                </a:moveTo>
                <a:cubicBezTo>
                  <a:pt x="1179479" y="927027"/>
                  <a:pt x="912102" y="1187722"/>
                  <a:pt x="586398" y="1183600"/>
                </a:cubicBezTo>
                <a:cubicBezTo>
                  <a:pt x="260694" y="1179479"/>
                  <a:pt x="0" y="912102"/>
                  <a:pt x="4121" y="586398"/>
                </a:cubicBezTo>
                <a:cubicBezTo>
                  <a:pt x="8243" y="260694"/>
                  <a:pt x="275619" y="0"/>
                  <a:pt x="601323" y="4121"/>
                </a:cubicBezTo>
                <a:cubicBezTo>
                  <a:pt x="927027" y="8243"/>
                  <a:pt x="1187722" y="275619"/>
                  <a:pt x="1183600" y="601323"/>
                </a:cubicBezTo>
                <a:close/>
              </a:path>
            </a:pathLst>
          </a:custGeom>
          <a:gradFill rotWithShape="1">
            <a:gsLst>
              <a:gs pos="0">
                <a:srgbClr val="627D8D">
                  <a:alpha val="20000"/>
                </a:srgbClr>
              </a:gs>
              <a:gs pos="70226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84" name="!!circle-3bk"/>
          <p:cNvSpPr/>
          <p:nvPr/>
        </p:nvSpPr>
        <p:spPr>
          <a:xfrm>
            <a:off x="2303907" y="1274415"/>
            <a:ext cx="798489" cy="798489"/>
          </a:xfrm>
          <a:custGeom>
            <a:avLst/>
            <a:gdLst/>
            <a:ahLst/>
            <a:cxnLst/>
            <a:rect l="l" t="t" r="r" b="b"/>
            <a:pathLst>
              <a:path w="798489" h="798489" fill="none">
                <a:moveTo>
                  <a:pt x="565219" y="706824"/>
                </a:moveTo>
                <a:cubicBezTo>
                  <a:pt x="395347" y="798489"/>
                  <a:pt x="183330" y="735090"/>
                  <a:pt x="91665" y="565219"/>
                </a:cubicBezTo>
                <a:cubicBezTo>
                  <a:pt x="0" y="395347"/>
                  <a:pt x="63399" y="183330"/>
                  <a:pt x="233270" y="91665"/>
                </a:cubicBezTo>
                <a:cubicBezTo>
                  <a:pt x="403141" y="0"/>
                  <a:pt x="615159" y="63399"/>
                  <a:pt x="706824" y="233270"/>
                </a:cubicBezTo>
                <a:cubicBezTo>
                  <a:pt x="798489" y="403141"/>
                  <a:pt x="735090" y="615159"/>
                  <a:pt x="565219" y="706824"/>
                </a:cubicBezTo>
                <a:close/>
              </a:path>
            </a:pathLst>
          </a:custGeom>
          <a:noFill/>
          <a:ln w="8738" cap="rnd">
            <a:solidFill>
              <a:srgbClr val="627D8D">
                <a:alpha val="35000"/>
              </a:srgbClr>
            </a:solidFill>
            <a:custDash>
              <a:ds d="100000" sp="550000"/>
            </a:custDash>
            <a:miter lim="800000"/>
          </a:ln>
        </p:spPr>
      </p:sp>
      <p:sp>
        <p:nvSpPr>
          <p:cNvPr id="85" name="!!circle-3bl"/>
          <p:cNvSpPr/>
          <p:nvPr/>
        </p:nvSpPr>
        <p:spPr>
          <a:xfrm>
            <a:off x="2412477" y="1409969"/>
            <a:ext cx="615192" cy="615192"/>
          </a:xfrm>
          <a:custGeom>
            <a:avLst/>
            <a:gdLst/>
            <a:ahLst/>
            <a:cxnLst/>
            <a:rect l="l" t="t" r="r" b="b"/>
            <a:pathLst>
              <a:path w="519078" h="519078">
                <a:moveTo>
                  <a:pt x="517277" y="262801"/>
                </a:moveTo>
                <a:cubicBezTo>
                  <a:pt x="515476" y="405145"/>
                  <a:pt x="398623" y="519078"/>
                  <a:pt x="256278" y="517277"/>
                </a:cubicBezTo>
                <a:cubicBezTo>
                  <a:pt x="113933" y="515476"/>
                  <a:pt x="0" y="398623"/>
                  <a:pt x="1801" y="256278"/>
                </a:cubicBezTo>
                <a:cubicBezTo>
                  <a:pt x="3602" y="113933"/>
                  <a:pt x="120456" y="0"/>
                  <a:pt x="262801" y="1801"/>
                </a:cubicBezTo>
                <a:cubicBezTo>
                  <a:pt x="405145" y="3602"/>
                  <a:pt x="519078" y="120456"/>
                  <a:pt x="517277" y="262801"/>
                </a:cubicBezTo>
                <a:close/>
              </a:path>
            </a:pathLst>
          </a:custGeom>
          <a:solidFill>
            <a:srgbClr val="0B1A26">
              <a:alpha val="12000"/>
            </a:srgbClr>
          </a:solidFill>
          <a:ln>
            <a:noFill/>
          </a:ln>
          <a:effectLst>
            <a:softEdge rad="105725"/>
          </a:effectLst>
        </p:spPr>
      </p:sp>
      <p:sp>
        <p:nvSpPr>
          <p:cNvPr id="86" name="!!circle-3bm"/>
          <p:cNvSpPr/>
          <p:nvPr/>
        </p:nvSpPr>
        <p:spPr>
          <a:xfrm>
            <a:off x="2439214" y="1409721"/>
            <a:ext cx="527876" cy="527876"/>
          </a:xfrm>
          <a:custGeom>
            <a:avLst/>
            <a:gdLst/>
            <a:ahLst/>
            <a:cxnLst/>
            <a:rect l="l" t="t" r="r" b="b"/>
            <a:pathLst>
              <a:path w="527876" h="527876">
                <a:moveTo>
                  <a:pt x="526045" y="267255"/>
                </a:moveTo>
                <a:cubicBezTo>
                  <a:pt x="524213" y="412012"/>
                  <a:pt x="405379" y="527876"/>
                  <a:pt x="260621" y="526045"/>
                </a:cubicBezTo>
                <a:cubicBezTo>
                  <a:pt x="115864" y="524213"/>
                  <a:pt x="0" y="405379"/>
                  <a:pt x="1832" y="260621"/>
                </a:cubicBezTo>
                <a:cubicBezTo>
                  <a:pt x="3664" y="115864"/>
                  <a:pt x="122497" y="0"/>
                  <a:pt x="267255" y="1832"/>
                </a:cubicBezTo>
                <a:cubicBezTo>
                  <a:pt x="412012" y="3664"/>
                  <a:pt x="527876" y="122497"/>
                  <a:pt x="526045" y="267255"/>
                </a:cubicBezTo>
                <a:close/>
              </a:path>
            </a:pathLst>
          </a:custGeom>
          <a:solidFill>
            <a:srgbClr val="FFFFFF"/>
          </a:solidFill>
          <a:ln w="8738" cap="flat">
            <a:solidFill>
              <a:srgbClr val="627D8D">
                <a:alpha val="22000"/>
              </a:srgbClr>
            </a:solidFill>
            <a:prstDash val="solid"/>
            <a:miter lim="800000"/>
          </a:ln>
        </p:spPr>
      </p:sp>
      <p:sp>
        <p:nvSpPr>
          <p:cNvPr id="87" name="!!path-3bn"/>
          <p:cNvSpPr/>
          <p:nvPr/>
        </p:nvSpPr>
        <p:spPr>
          <a:xfrm>
            <a:off x="2601213" y="1581845"/>
            <a:ext cx="194115" cy="192004"/>
          </a:xfrm>
          <a:custGeom>
            <a:avLst/>
            <a:gdLst/>
            <a:ahLst/>
            <a:cxnLst/>
            <a:rect l="l" t="t" r="r" b="b"/>
            <a:pathLst>
              <a:path w="194115" h="192004">
                <a:moveTo>
                  <a:pt x="61727" y="33054"/>
                </a:moveTo>
                <a:lnTo>
                  <a:pt x="84320" y="46084"/>
                </a:lnTo>
                <a:lnTo>
                  <a:pt x="71866" y="23169"/>
                </a:lnTo>
                <a:lnTo>
                  <a:pt x="84896" y="576"/>
                </a:lnTo>
                <a:lnTo>
                  <a:pt x="61980" y="13030"/>
                </a:lnTo>
                <a:lnTo>
                  <a:pt x="39388" y="0"/>
                </a:lnTo>
                <a:lnTo>
                  <a:pt x="51842" y="22915"/>
                </a:lnTo>
                <a:lnTo>
                  <a:pt x="38812" y="45508"/>
                </a:lnTo>
                <a:close/>
                <a:moveTo>
                  <a:pt x="169818" y="123632"/>
                </a:moveTo>
                <a:lnTo>
                  <a:pt x="147225" y="110602"/>
                </a:lnTo>
                <a:lnTo>
                  <a:pt x="159680" y="133517"/>
                </a:lnTo>
                <a:lnTo>
                  <a:pt x="146649" y="156110"/>
                </a:lnTo>
                <a:lnTo>
                  <a:pt x="169565" y="143656"/>
                </a:lnTo>
                <a:lnTo>
                  <a:pt x="192158" y="156686"/>
                </a:lnTo>
                <a:lnTo>
                  <a:pt x="179703" y="133771"/>
                </a:lnTo>
                <a:lnTo>
                  <a:pt x="192733" y="111178"/>
                </a:lnTo>
                <a:close/>
                <a:moveTo>
                  <a:pt x="194115" y="1958"/>
                </a:moveTo>
                <a:lnTo>
                  <a:pt x="171200" y="14412"/>
                </a:lnTo>
                <a:lnTo>
                  <a:pt x="148607" y="1382"/>
                </a:lnTo>
                <a:lnTo>
                  <a:pt x="161062" y="24297"/>
                </a:lnTo>
                <a:lnTo>
                  <a:pt x="148031" y="46890"/>
                </a:lnTo>
                <a:lnTo>
                  <a:pt x="170947" y="34436"/>
                </a:lnTo>
                <a:lnTo>
                  <a:pt x="193540" y="47466"/>
                </a:lnTo>
                <a:lnTo>
                  <a:pt x="181085" y="24551"/>
                </a:lnTo>
                <a:close/>
                <a:moveTo>
                  <a:pt x="124061" y="49227"/>
                </a:moveTo>
                <a:cubicBezTo>
                  <a:pt x="120556" y="45632"/>
                  <a:pt x="114822" y="45560"/>
                  <a:pt x="111227" y="49064"/>
                </a:cubicBezTo>
                <a:lnTo>
                  <a:pt x="3667" y="153937"/>
                </a:lnTo>
                <a:cubicBezTo>
                  <a:pt x="73" y="157441"/>
                  <a:pt x="0" y="163175"/>
                  <a:pt x="3505" y="166770"/>
                </a:cubicBezTo>
                <a:lnTo>
                  <a:pt x="24533" y="188337"/>
                </a:lnTo>
                <a:cubicBezTo>
                  <a:pt x="28038" y="191932"/>
                  <a:pt x="33772" y="192004"/>
                  <a:pt x="37366" y="188500"/>
                </a:cubicBezTo>
                <a:lnTo>
                  <a:pt x="144834" y="83717"/>
                </a:lnTo>
                <a:cubicBezTo>
                  <a:pt x="148429" y="80213"/>
                  <a:pt x="148502" y="74479"/>
                  <a:pt x="144997" y="70884"/>
                </a:cubicBezTo>
                <a:lnTo>
                  <a:pt x="124061" y="49227"/>
                </a:lnTo>
                <a:close/>
                <a:moveTo>
                  <a:pt x="114054" y="99076"/>
                </a:moveTo>
                <a:lnTo>
                  <a:pt x="95002" y="79537"/>
                </a:lnTo>
                <a:lnTo>
                  <a:pt x="117491" y="57610"/>
                </a:lnTo>
                <a:lnTo>
                  <a:pt x="136543" y="77149"/>
                </a:lnTo>
                <a:lnTo>
                  <a:pt x="114054" y="99076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88" name="!!rect-3bs"/>
          <p:cNvSpPr/>
          <p:nvPr/>
        </p:nvSpPr>
        <p:spPr>
          <a:xfrm>
            <a:off x="2197093" y="2023645"/>
            <a:ext cx="997658" cy="442813"/>
          </a:xfrm>
          <a:custGeom>
            <a:avLst/>
            <a:gdLst/>
            <a:ahLst/>
            <a:cxnLst/>
            <a:rect l="l" t="t" r="r" b="b"/>
            <a:pathLst>
              <a:path w="899797" h="344952">
                <a:moveTo>
                  <a:pt x="171043" y="1172"/>
                </a:moveTo>
                <a:lnTo>
                  <a:pt x="732999" y="8283"/>
                </a:lnTo>
                <a:cubicBezTo>
                  <a:pt x="825644" y="9456"/>
                  <a:pt x="899797" y="85509"/>
                  <a:pt x="898625" y="178154"/>
                </a:cubicBezTo>
                <a:lnTo>
                  <a:pt x="898625" y="178154"/>
                </a:lnTo>
                <a:cubicBezTo>
                  <a:pt x="897452" y="270799"/>
                  <a:pt x="821399" y="344952"/>
                  <a:pt x="728754" y="343779"/>
                </a:cubicBezTo>
                <a:lnTo>
                  <a:pt x="166798" y="336669"/>
                </a:lnTo>
                <a:cubicBezTo>
                  <a:pt x="74153" y="335496"/>
                  <a:pt x="0" y="259442"/>
                  <a:pt x="1172" y="166798"/>
                </a:cubicBezTo>
                <a:lnTo>
                  <a:pt x="1172" y="166798"/>
                </a:lnTo>
                <a:cubicBezTo>
                  <a:pt x="2345" y="74153"/>
                  <a:pt x="78398" y="0"/>
                  <a:pt x="171043" y="1172"/>
                </a:cubicBezTo>
                <a:close/>
              </a:path>
            </a:pathLst>
          </a:custGeom>
          <a:solidFill>
            <a:srgbClr val="0B1A26">
              <a:alpha val="10000"/>
            </a:srgbClr>
          </a:solidFill>
          <a:ln>
            <a:noFill/>
          </a:ln>
          <a:effectLst>
            <a:softEdge rad="107647"/>
          </a:effectLst>
        </p:spPr>
      </p:sp>
      <p:sp>
        <p:nvSpPr>
          <p:cNvPr id="89" name="!!rect-3bt"/>
          <p:cNvSpPr/>
          <p:nvPr/>
        </p:nvSpPr>
        <p:spPr>
          <a:xfrm>
            <a:off x="2225762" y="2016394"/>
            <a:ext cx="941734" cy="345482"/>
          </a:xfrm>
          <a:custGeom>
            <a:avLst/>
            <a:gdLst/>
            <a:ahLst/>
            <a:cxnLst/>
            <a:rect l="l" t="t" r="r" b="b"/>
            <a:pathLst>
              <a:path w="941734" h="345482">
                <a:moveTo>
                  <a:pt x="171043" y="1172"/>
                </a:moveTo>
                <a:lnTo>
                  <a:pt x="774936" y="8814"/>
                </a:lnTo>
                <a:cubicBezTo>
                  <a:pt x="867581" y="9986"/>
                  <a:pt x="941734" y="86040"/>
                  <a:pt x="940562" y="178685"/>
                </a:cubicBezTo>
                <a:lnTo>
                  <a:pt x="940562" y="178685"/>
                </a:lnTo>
                <a:cubicBezTo>
                  <a:pt x="939389" y="271329"/>
                  <a:pt x="863336" y="345482"/>
                  <a:pt x="770691" y="344310"/>
                </a:cubicBezTo>
                <a:lnTo>
                  <a:pt x="166798" y="336669"/>
                </a:lnTo>
                <a:cubicBezTo>
                  <a:pt x="74153" y="335496"/>
                  <a:pt x="0" y="259442"/>
                  <a:pt x="1172" y="166798"/>
                </a:cubicBezTo>
                <a:lnTo>
                  <a:pt x="1172" y="166798"/>
                </a:lnTo>
                <a:cubicBezTo>
                  <a:pt x="2345" y="74153"/>
                  <a:pt x="78398" y="0"/>
                  <a:pt x="171043" y="1172"/>
                </a:cubicBezTo>
                <a:close/>
              </a:path>
            </a:pathLst>
          </a:custGeom>
          <a:solidFill>
            <a:srgbClr val="FFFFFF"/>
          </a:solidFill>
          <a:ln w="8388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90" name="!!text-3bu" descr="上架輔助"/>
          <p:cNvSpPr txBox="1"/>
          <p:nvPr/>
        </p:nvSpPr>
        <p:spPr>
          <a:xfrm rot="43499">
            <a:off x="2361265" y="2055245"/>
            <a:ext cx="721375" cy="24291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21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上架輔助</a:t>
            </a:r>
            <a:endParaRPr lang="zh-TW" sz="1321"/>
          </a:p>
        </p:txBody>
      </p:sp>
      <p:sp>
        <p:nvSpPr>
          <p:cNvPr id="91" name="!!circle-3c9"/>
          <p:cNvSpPr/>
          <p:nvPr/>
        </p:nvSpPr>
        <p:spPr>
          <a:xfrm>
            <a:off x="5538429" y="94258"/>
            <a:ext cx="1187722" cy="1187722"/>
          </a:xfrm>
          <a:custGeom>
            <a:avLst/>
            <a:gdLst/>
            <a:ahLst/>
            <a:cxnLst/>
            <a:rect l="l" t="t" r="r" b="b"/>
            <a:pathLst>
              <a:path w="1187722" h="1187722">
                <a:moveTo>
                  <a:pt x="1183600" y="601323"/>
                </a:moveTo>
                <a:cubicBezTo>
                  <a:pt x="1179479" y="927027"/>
                  <a:pt x="912102" y="1187722"/>
                  <a:pt x="586398" y="1183600"/>
                </a:cubicBezTo>
                <a:cubicBezTo>
                  <a:pt x="260694" y="1179479"/>
                  <a:pt x="0" y="912102"/>
                  <a:pt x="4121" y="586398"/>
                </a:cubicBezTo>
                <a:cubicBezTo>
                  <a:pt x="8243" y="260694"/>
                  <a:pt x="275619" y="0"/>
                  <a:pt x="601323" y="4121"/>
                </a:cubicBezTo>
                <a:cubicBezTo>
                  <a:pt x="927027" y="8243"/>
                  <a:pt x="1187722" y="275619"/>
                  <a:pt x="1183600" y="601323"/>
                </a:cubicBezTo>
                <a:close/>
              </a:path>
            </a:pathLst>
          </a:custGeom>
          <a:gradFill rotWithShape="1">
            <a:gsLst>
              <a:gs pos="0">
                <a:srgbClr val="627D8D">
                  <a:alpha val="20000"/>
                </a:srgbClr>
              </a:gs>
              <a:gs pos="70226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92" name="!!circle-3cc"/>
          <p:cNvSpPr/>
          <p:nvPr/>
        </p:nvSpPr>
        <p:spPr>
          <a:xfrm>
            <a:off x="5736169" y="291998"/>
            <a:ext cx="792242" cy="792242"/>
          </a:xfrm>
          <a:custGeom>
            <a:avLst/>
            <a:gdLst/>
            <a:ahLst/>
            <a:cxnLst/>
            <a:rect l="l" t="t" r="r" b="b"/>
            <a:pathLst>
              <a:path w="792242" h="792242" fill="none">
                <a:moveTo>
                  <a:pt x="602068" y="113741"/>
                </a:moveTo>
                <a:cubicBezTo>
                  <a:pt x="758022" y="227483"/>
                  <a:pt x="792242" y="446114"/>
                  <a:pt x="678501" y="602068"/>
                </a:cubicBezTo>
                <a:cubicBezTo>
                  <a:pt x="564759" y="758022"/>
                  <a:pt x="346128" y="792242"/>
                  <a:pt x="190174" y="678501"/>
                </a:cubicBezTo>
                <a:cubicBezTo>
                  <a:pt x="34220" y="564759"/>
                  <a:pt x="0" y="346128"/>
                  <a:pt x="113741" y="190174"/>
                </a:cubicBezTo>
                <a:cubicBezTo>
                  <a:pt x="227483" y="34220"/>
                  <a:pt x="446114" y="0"/>
                  <a:pt x="602068" y="113741"/>
                </a:cubicBezTo>
                <a:close/>
              </a:path>
            </a:pathLst>
          </a:custGeom>
          <a:noFill/>
          <a:ln w="8738" cap="rnd">
            <a:solidFill>
              <a:srgbClr val="627D8D">
                <a:alpha val="35000"/>
              </a:srgbClr>
            </a:solidFill>
            <a:custDash>
              <a:ds d="100000" sp="550000"/>
            </a:custDash>
            <a:miter lim="800000"/>
          </a:ln>
        </p:spPr>
      </p:sp>
      <p:sp>
        <p:nvSpPr>
          <p:cNvPr id="93" name="!!circle-3cd"/>
          <p:cNvSpPr/>
          <p:nvPr/>
        </p:nvSpPr>
        <p:spPr>
          <a:xfrm>
            <a:off x="5841615" y="424429"/>
            <a:ext cx="615192" cy="615192"/>
          </a:xfrm>
          <a:custGeom>
            <a:avLst/>
            <a:gdLst/>
            <a:ahLst/>
            <a:cxnLst/>
            <a:rect l="l" t="t" r="r" b="b"/>
            <a:pathLst>
              <a:path w="519078" h="519078">
                <a:moveTo>
                  <a:pt x="517277" y="262801"/>
                </a:moveTo>
                <a:cubicBezTo>
                  <a:pt x="515476" y="405145"/>
                  <a:pt x="398623" y="519078"/>
                  <a:pt x="256278" y="517277"/>
                </a:cubicBezTo>
                <a:cubicBezTo>
                  <a:pt x="113933" y="515476"/>
                  <a:pt x="0" y="398623"/>
                  <a:pt x="1801" y="256278"/>
                </a:cubicBezTo>
                <a:cubicBezTo>
                  <a:pt x="3602" y="113933"/>
                  <a:pt x="120456" y="0"/>
                  <a:pt x="262801" y="1801"/>
                </a:cubicBezTo>
                <a:cubicBezTo>
                  <a:pt x="405145" y="3602"/>
                  <a:pt x="519078" y="120456"/>
                  <a:pt x="517277" y="262801"/>
                </a:cubicBezTo>
                <a:close/>
              </a:path>
            </a:pathLst>
          </a:custGeom>
          <a:solidFill>
            <a:srgbClr val="0B1A26">
              <a:alpha val="12000"/>
            </a:srgbClr>
          </a:solidFill>
          <a:ln>
            <a:noFill/>
          </a:ln>
          <a:effectLst>
            <a:softEdge rad="105725"/>
          </a:effectLst>
        </p:spPr>
      </p:sp>
      <p:sp>
        <p:nvSpPr>
          <p:cNvPr id="94" name="!!circle-3ce"/>
          <p:cNvSpPr/>
          <p:nvPr/>
        </p:nvSpPr>
        <p:spPr>
          <a:xfrm>
            <a:off x="5868352" y="424181"/>
            <a:ext cx="527876" cy="527876"/>
          </a:xfrm>
          <a:custGeom>
            <a:avLst/>
            <a:gdLst/>
            <a:ahLst/>
            <a:cxnLst/>
            <a:rect l="l" t="t" r="r" b="b"/>
            <a:pathLst>
              <a:path w="527876" h="527876">
                <a:moveTo>
                  <a:pt x="526045" y="267255"/>
                </a:moveTo>
                <a:cubicBezTo>
                  <a:pt x="524213" y="412012"/>
                  <a:pt x="405379" y="527876"/>
                  <a:pt x="260621" y="526045"/>
                </a:cubicBezTo>
                <a:cubicBezTo>
                  <a:pt x="115864" y="524213"/>
                  <a:pt x="0" y="405379"/>
                  <a:pt x="1832" y="260621"/>
                </a:cubicBezTo>
                <a:cubicBezTo>
                  <a:pt x="3664" y="115864"/>
                  <a:pt x="122497" y="0"/>
                  <a:pt x="267255" y="1832"/>
                </a:cubicBezTo>
                <a:cubicBezTo>
                  <a:pt x="412012" y="3664"/>
                  <a:pt x="527876" y="122497"/>
                  <a:pt x="526045" y="267255"/>
                </a:cubicBezTo>
                <a:close/>
              </a:path>
            </a:pathLst>
          </a:custGeom>
          <a:solidFill>
            <a:srgbClr val="FFFFFF"/>
          </a:solidFill>
          <a:ln w="8738" cap="flat">
            <a:solidFill>
              <a:srgbClr val="627D8D">
                <a:alpha val="22000"/>
              </a:srgbClr>
            </a:solidFill>
            <a:prstDash val="solid"/>
            <a:miter lim="800000"/>
          </a:ln>
        </p:spPr>
      </p:sp>
      <p:sp>
        <p:nvSpPr>
          <p:cNvPr id="95" name="!!path-3cf"/>
          <p:cNvSpPr/>
          <p:nvPr/>
        </p:nvSpPr>
        <p:spPr>
          <a:xfrm>
            <a:off x="6049860" y="588010"/>
            <a:ext cx="165160" cy="200236"/>
          </a:xfrm>
          <a:custGeom>
            <a:avLst/>
            <a:gdLst/>
            <a:ahLst/>
            <a:cxnLst/>
            <a:rect l="l" t="t" r="r" b="b"/>
            <a:pathLst>
              <a:path w="165160" h="200236">
                <a:moveTo>
                  <a:pt x="83706" y="0"/>
                </a:moveTo>
                <a:lnTo>
                  <a:pt x="1330" y="35370"/>
                </a:lnTo>
                <a:lnTo>
                  <a:pt x="639" y="89980"/>
                </a:lnTo>
                <a:cubicBezTo>
                  <a:pt x="0" y="140494"/>
                  <a:pt x="34353" y="188174"/>
                  <a:pt x="81172" y="200236"/>
                </a:cubicBezTo>
                <a:cubicBezTo>
                  <a:pt x="128282" y="189362"/>
                  <a:pt x="163830" y="142567"/>
                  <a:pt x="164469" y="92053"/>
                </a:cubicBezTo>
                <a:lnTo>
                  <a:pt x="165160" y="37443"/>
                </a:lnTo>
                <a:lnTo>
                  <a:pt x="83706" y="0"/>
                </a:lnTo>
                <a:close/>
                <a:moveTo>
                  <a:pt x="63660" y="145396"/>
                </a:moveTo>
                <a:lnTo>
                  <a:pt x="27714" y="108529"/>
                </a:lnTo>
                <a:lnTo>
                  <a:pt x="40710" y="95858"/>
                </a:lnTo>
                <a:lnTo>
                  <a:pt x="63986" y="119638"/>
                </a:lnTo>
                <a:lnTo>
                  <a:pt x="124724" y="60417"/>
                </a:lnTo>
                <a:lnTo>
                  <a:pt x="137394" y="73504"/>
                </a:lnTo>
                <a:lnTo>
                  <a:pt x="63660" y="145396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96" name="!!rect-3ck"/>
          <p:cNvSpPr/>
          <p:nvPr/>
        </p:nvSpPr>
        <p:spPr>
          <a:xfrm>
            <a:off x="5626231" y="1038105"/>
            <a:ext cx="997658" cy="442813"/>
          </a:xfrm>
          <a:custGeom>
            <a:avLst/>
            <a:gdLst/>
            <a:ahLst/>
            <a:cxnLst/>
            <a:rect l="l" t="t" r="r" b="b"/>
            <a:pathLst>
              <a:path w="899797" h="344952">
                <a:moveTo>
                  <a:pt x="171043" y="1172"/>
                </a:moveTo>
                <a:lnTo>
                  <a:pt x="732999" y="8283"/>
                </a:lnTo>
                <a:cubicBezTo>
                  <a:pt x="825644" y="9456"/>
                  <a:pt x="899797" y="85509"/>
                  <a:pt x="898625" y="178154"/>
                </a:cubicBezTo>
                <a:lnTo>
                  <a:pt x="898625" y="178154"/>
                </a:lnTo>
                <a:cubicBezTo>
                  <a:pt x="897452" y="270799"/>
                  <a:pt x="821399" y="344952"/>
                  <a:pt x="728754" y="343779"/>
                </a:cubicBezTo>
                <a:lnTo>
                  <a:pt x="166798" y="336669"/>
                </a:lnTo>
                <a:cubicBezTo>
                  <a:pt x="74153" y="335496"/>
                  <a:pt x="0" y="259442"/>
                  <a:pt x="1172" y="166798"/>
                </a:cubicBezTo>
                <a:lnTo>
                  <a:pt x="1172" y="166798"/>
                </a:lnTo>
                <a:cubicBezTo>
                  <a:pt x="2345" y="74153"/>
                  <a:pt x="78398" y="0"/>
                  <a:pt x="171043" y="1172"/>
                </a:cubicBezTo>
                <a:close/>
              </a:path>
            </a:pathLst>
          </a:custGeom>
          <a:solidFill>
            <a:srgbClr val="0B1A26">
              <a:alpha val="10000"/>
            </a:srgbClr>
          </a:solidFill>
          <a:ln>
            <a:noFill/>
          </a:ln>
          <a:effectLst>
            <a:softEdge rad="107647"/>
          </a:effectLst>
        </p:spPr>
      </p:sp>
      <p:sp>
        <p:nvSpPr>
          <p:cNvPr id="97" name="!!rect-3cl"/>
          <p:cNvSpPr/>
          <p:nvPr/>
        </p:nvSpPr>
        <p:spPr>
          <a:xfrm>
            <a:off x="5654900" y="1030854"/>
            <a:ext cx="941734" cy="345482"/>
          </a:xfrm>
          <a:custGeom>
            <a:avLst/>
            <a:gdLst/>
            <a:ahLst/>
            <a:cxnLst/>
            <a:rect l="l" t="t" r="r" b="b"/>
            <a:pathLst>
              <a:path w="941734" h="345482">
                <a:moveTo>
                  <a:pt x="171043" y="1172"/>
                </a:moveTo>
                <a:lnTo>
                  <a:pt x="774936" y="8814"/>
                </a:lnTo>
                <a:cubicBezTo>
                  <a:pt x="867581" y="9986"/>
                  <a:pt x="941734" y="86040"/>
                  <a:pt x="940562" y="178685"/>
                </a:cubicBezTo>
                <a:lnTo>
                  <a:pt x="940562" y="178685"/>
                </a:lnTo>
                <a:cubicBezTo>
                  <a:pt x="939389" y="271329"/>
                  <a:pt x="863336" y="345482"/>
                  <a:pt x="770691" y="344310"/>
                </a:cubicBezTo>
                <a:lnTo>
                  <a:pt x="166798" y="336669"/>
                </a:lnTo>
                <a:cubicBezTo>
                  <a:pt x="74153" y="335496"/>
                  <a:pt x="0" y="259442"/>
                  <a:pt x="1172" y="166798"/>
                </a:cubicBezTo>
                <a:lnTo>
                  <a:pt x="1172" y="166798"/>
                </a:lnTo>
                <a:cubicBezTo>
                  <a:pt x="2345" y="74153"/>
                  <a:pt x="78398" y="0"/>
                  <a:pt x="171043" y="1172"/>
                </a:cubicBezTo>
                <a:close/>
              </a:path>
            </a:pathLst>
          </a:custGeom>
          <a:solidFill>
            <a:srgbClr val="FFFFFF"/>
          </a:solidFill>
          <a:ln w="8388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98" name="!!text-3cm" descr="上架審核"/>
          <p:cNvSpPr txBox="1"/>
          <p:nvPr/>
        </p:nvSpPr>
        <p:spPr>
          <a:xfrm rot="43499">
            <a:off x="5790403" y="1069705"/>
            <a:ext cx="721375" cy="24291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21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上架審核</a:t>
            </a:r>
            <a:endParaRPr lang="zh-TW" sz="1321"/>
          </a:p>
        </p:txBody>
      </p:sp>
      <p:sp>
        <p:nvSpPr>
          <p:cNvPr id="99" name="!!circle-3d1"/>
          <p:cNvSpPr/>
          <p:nvPr/>
        </p:nvSpPr>
        <p:spPr>
          <a:xfrm>
            <a:off x="8941531" y="1166253"/>
            <a:ext cx="1187722" cy="1187722"/>
          </a:xfrm>
          <a:custGeom>
            <a:avLst/>
            <a:gdLst/>
            <a:ahLst/>
            <a:cxnLst/>
            <a:rect l="l" t="t" r="r" b="b"/>
            <a:pathLst>
              <a:path w="1187722" h="1187722">
                <a:moveTo>
                  <a:pt x="1183600" y="601323"/>
                </a:moveTo>
                <a:cubicBezTo>
                  <a:pt x="1179479" y="927027"/>
                  <a:pt x="912102" y="1187722"/>
                  <a:pt x="586398" y="1183600"/>
                </a:cubicBezTo>
                <a:cubicBezTo>
                  <a:pt x="260694" y="1179479"/>
                  <a:pt x="0" y="912102"/>
                  <a:pt x="4121" y="586398"/>
                </a:cubicBezTo>
                <a:cubicBezTo>
                  <a:pt x="8243" y="260694"/>
                  <a:pt x="275619" y="0"/>
                  <a:pt x="601323" y="4121"/>
                </a:cubicBezTo>
                <a:cubicBezTo>
                  <a:pt x="927027" y="8243"/>
                  <a:pt x="1187722" y="275619"/>
                  <a:pt x="1183600" y="601323"/>
                </a:cubicBezTo>
                <a:close/>
              </a:path>
            </a:pathLst>
          </a:custGeom>
          <a:gradFill rotWithShape="1">
            <a:gsLst>
              <a:gs pos="0">
                <a:srgbClr val="627D8D">
                  <a:alpha val="20000"/>
                </a:srgbClr>
              </a:gs>
              <a:gs pos="70226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00" name="!!circle-3d4"/>
          <p:cNvSpPr/>
          <p:nvPr/>
        </p:nvSpPr>
        <p:spPr>
          <a:xfrm>
            <a:off x="9143285" y="1368006"/>
            <a:ext cx="784215" cy="784215"/>
          </a:xfrm>
          <a:custGeom>
            <a:avLst/>
            <a:gdLst/>
            <a:ahLst/>
            <a:cxnLst/>
            <a:rect l="l" t="t" r="r" b="b"/>
            <a:pathLst>
              <a:path w="784215" h="784215" fill="none">
                <a:moveTo>
                  <a:pt x="615711" y="660723"/>
                </a:moveTo>
                <a:cubicBezTo>
                  <a:pt x="467359" y="784215"/>
                  <a:pt x="246985" y="764063"/>
                  <a:pt x="123493" y="615711"/>
                </a:cubicBezTo>
                <a:cubicBezTo>
                  <a:pt x="0" y="467359"/>
                  <a:pt x="20152" y="246985"/>
                  <a:pt x="168504" y="123493"/>
                </a:cubicBezTo>
                <a:cubicBezTo>
                  <a:pt x="316856" y="0"/>
                  <a:pt x="537230" y="20152"/>
                  <a:pt x="660723" y="168504"/>
                </a:cubicBezTo>
                <a:cubicBezTo>
                  <a:pt x="784215" y="316856"/>
                  <a:pt x="764063" y="537230"/>
                  <a:pt x="615711" y="660723"/>
                </a:cubicBezTo>
                <a:close/>
              </a:path>
            </a:pathLst>
          </a:custGeom>
          <a:noFill/>
          <a:ln w="8738" cap="rnd">
            <a:solidFill>
              <a:srgbClr val="627D8D">
                <a:alpha val="35000"/>
              </a:srgbClr>
            </a:solidFill>
            <a:custDash>
              <a:ds d="100000" sp="550000"/>
            </a:custDash>
            <a:miter lim="800000"/>
          </a:ln>
        </p:spPr>
      </p:sp>
      <p:sp>
        <p:nvSpPr>
          <p:cNvPr id="101" name="!!circle-3d5"/>
          <p:cNvSpPr/>
          <p:nvPr/>
        </p:nvSpPr>
        <p:spPr>
          <a:xfrm>
            <a:off x="9244717" y="1496424"/>
            <a:ext cx="615192" cy="615192"/>
          </a:xfrm>
          <a:custGeom>
            <a:avLst/>
            <a:gdLst/>
            <a:ahLst/>
            <a:cxnLst/>
            <a:rect l="l" t="t" r="r" b="b"/>
            <a:pathLst>
              <a:path w="519078" h="519078">
                <a:moveTo>
                  <a:pt x="517277" y="262801"/>
                </a:moveTo>
                <a:cubicBezTo>
                  <a:pt x="515476" y="405145"/>
                  <a:pt x="398623" y="519078"/>
                  <a:pt x="256278" y="517277"/>
                </a:cubicBezTo>
                <a:cubicBezTo>
                  <a:pt x="113933" y="515476"/>
                  <a:pt x="0" y="398623"/>
                  <a:pt x="1801" y="256278"/>
                </a:cubicBezTo>
                <a:cubicBezTo>
                  <a:pt x="3602" y="113933"/>
                  <a:pt x="120456" y="0"/>
                  <a:pt x="262801" y="1801"/>
                </a:cubicBezTo>
                <a:cubicBezTo>
                  <a:pt x="405145" y="3602"/>
                  <a:pt x="519078" y="120456"/>
                  <a:pt x="517277" y="262801"/>
                </a:cubicBezTo>
                <a:close/>
              </a:path>
            </a:pathLst>
          </a:custGeom>
          <a:solidFill>
            <a:srgbClr val="0B1A26">
              <a:alpha val="12000"/>
            </a:srgbClr>
          </a:solidFill>
          <a:ln>
            <a:noFill/>
          </a:ln>
          <a:effectLst>
            <a:softEdge rad="105725"/>
          </a:effectLst>
        </p:spPr>
      </p:sp>
      <p:sp>
        <p:nvSpPr>
          <p:cNvPr id="102" name="!!circle-3d6"/>
          <p:cNvSpPr/>
          <p:nvPr/>
        </p:nvSpPr>
        <p:spPr>
          <a:xfrm>
            <a:off x="9271454" y="1496176"/>
            <a:ext cx="527876" cy="527876"/>
          </a:xfrm>
          <a:custGeom>
            <a:avLst/>
            <a:gdLst/>
            <a:ahLst/>
            <a:cxnLst/>
            <a:rect l="l" t="t" r="r" b="b"/>
            <a:pathLst>
              <a:path w="527876" h="527876">
                <a:moveTo>
                  <a:pt x="526045" y="267255"/>
                </a:moveTo>
                <a:cubicBezTo>
                  <a:pt x="524213" y="412012"/>
                  <a:pt x="405379" y="527876"/>
                  <a:pt x="260621" y="526045"/>
                </a:cubicBezTo>
                <a:cubicBezTo>
                  <a:pt x="115864" y="524213"/>
                  <a:pt x="0" y="405379"/>
                  <a:pt x="1832" y="260621"/>
                </a:cubicBezTo>
                <a:cubicBezTo>
                  <a:pt x="3664" y="115864"/>
                  <a:pt x="122497" y="0"/>
                  <a:pt x="267255" y="1832"/>
                </a:cubicBezTo>
                <a:cubicBezTo>
                  <a:pt x="412012" y="3664"/>
                  <a:pt x="527876" y="122497"/>
                  <a:pt x="526045" y="267255"/>
                </a:cubicBezTo>
                <a:close/>
              </a:path>
            </a:pathLst>
          </a:custGeom>
          <a:solidFill>
            <a:srgbClr val="FFFFFF"/>
          </a:solidFill>
          <a:ln w="8738" cap="flat">
            <a:solidFill>
              <a:srgbClr val="627D8D">
                <a:alpha val="22000"/>
              </a:srgbClr>
            </a:solidFill>
            <a:prstDash val="solid"/>
            <a:miter lim="800000"/>
          </a:ln>
        </p:spPr>
      </p:sp>
      <p:sp>
        <p:nvSpPr>
          <p:cNvPr id="103" name="!!path-3d7"/>
          <p:cNvSpPr/>
          <p:nvPr/>
        </p:nvSpPr>
        <p:spPr>
          <a:xfrm>
            <a:off x="9461540" y="1668289"/>
            <a:ext cx="147135" cy="183668"/>
          </a:xfrm>
          <a:custGeom>
            <a:avLst/>
            <a:gdLst/>
            <a:ahLst/>
            <a:cxnLst/>
            <a:rect l="l" t="t" r="r" b="b"/>
            <a:pathLst>
              <a:path w="147135" h="183668">
                <a:moveTo>
                  <a:pt x="93216" y="1048"/>
                </a:moveTo>
                <a:lnTo>
                  <a:pt x="20403" y="127"/>
                </a:lnTo>
                <a:cubicBezTo>
                  <a:pt x="10391" y="0"/>
                  <a:pt x="2187" y="8089"/>
                  <a:pt x="2060" y="18101"/>
                </a:cubicBezTo>
                <a:lnTo>
                  <a:pt x="127" y="163726"/>
                </a:lnTo>
                <a:cubicBezTo>
                  <a:pt x="0" y="173738"/>
                  <a:pt x="7997" y="182032"/>
                  <a:pt x="18009" y="182158"/>
                </a:cubicBezTo>
                <a:lnTo>
                  <a:pt x="127319" y="183542"/>
                </a:lnTo>
                <a:cubicBezTo>
                  <a:pt x="137331" y="183668"/>
                  <a:pt x="145626" y="175581"/>
                  <a:pt x="145753" y="165569"/>
                </a:cubicBezTo>
                <a:lnTo>
                  <a:pt x="147135" y="56349"/>
                </a:lnTo>
                <a:lnTo>
                  <a:pt x="93216" y="1048"/>
                </a:lnTo>
                <a:close/>
                <a:moveTo>
                  <a:pt x="109577" y="146905"/>
                </a:moveTo>
                <a:lnTo>
                  <a:pt x="36764" y="145983"/>
                </a:lnTo>
                <a:lnTo>
                  <a:pt x="36994" y="127780"/>
                </a:lnTo>
                <a:lnTo>
                  <a:pt x="109807" y="128701"/>
                </a:lnTo>
                <a:lnTo>
                  <a:pt x="109577" y="146905"/>
                </a:lnTo>
                <a:close/>
                <a:moveTo>
                  <a:pt x="110037" y="110498"/>
                </a:moveTo>
                <a:lnTo>
                  <a:pt x="37224" y="109577"/>
                </a:lnTo>
                <a:lnTo>
                  <a:pt x="37455" y="91373"/>
                </a:lnTo>
                <a:lnTo>
                  <a:pt x="110268" y="92295"/>
                </a:lnTo>
                <a:lnTo>
                  <a:pt x="110037" y="110498"/>
                </a:lnTo>
                <a:close/>
                <a:moveTo>
                  <a:pt x="83308" y="64644"/>
                </a:moveTo>
                <a:lnTo>
                  <a:pt x="83942" y="14585"/>
                </a:lnTo>
                <a:lnTo>
                  <a:pt x="133367" y="65278"/>
                </a:lnTo>
                <a:lnTo>
                  <a:pt x="83308" y="64644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104" name="!!rect-3dc"/>
          <p:cNvSpPr/>
          <p:nvPr/>
        </p:nvSpPr>
        <p:spPr>
          <a:xfrm>
            <a:off x="9029333" y="2110100"/>
            <a:ext cx="997658" cy="442813"/>
          </a:xfrm>
          <a:custGeom>
            <a:avLst/>
            <a:gdLst/>
            <a:ahLst/>
            <a:cxnLst/>
            <a:rect l="l" t="t" r="r" b="b"/>
            <a:pathLst>
              <a:path w="899797" h="344952">
                <a:moveTo>
                  <a:pt x="171043" y="1172"/>
                </a:moveTo>
                <a:lnTo>
                  <a:pt x="732999" y="8283"/>
                </a:lnTo>
                <a:cubicBezTo>
                  <a:pt x="825644" y="9456"/>
                  <a:pt x="899797" y="85509"/>
                  <a:pt x="898625" y="178154"/>
                </a:cubicBezTo>
                <a:lnTo>
                  <a:pt x="898625" y="178154"/>
                </a:lnTo>
                <a:cubicBezTo>
                  <a:pt x="897452" y="270799"/>
                  <a:pt x="821399" y="344952"/>
                  <a:pt x="728754" y="343779"/>
                </a:cubicBezTo>
                <a:lnTo>
                  <a:pt x="166798" y="336669"/>
                </a:lnTo>
                <a:cubicBezTo>
                  <a:pt x="74153" y="335496"/>
                  <a:pt x="0" y="259442"/>
                  <a:pt x="1172" y="166798"/>
                </a:cubicBezTo>
                <a:lnTo>
                  <a:pt x="1172" y="166798"/>
                </a:lnTo>
                <a:cubicBezTo>
                  <a:pt x="2345" y="74153"/>
                  <a:pt x="78398" y="0"/>
                  <a:pt x="171043" y="1172"/>
                </a:cubicBezTo>
                <a:close/>
              </a:path>
            </a:pathLst>
          </a:custGeom>
          <a:solidFill>
            <a:srgbClr val="0B1A26">
              <a:alpha val="10000"/>
            </a:srgbClr>
          </a:solidFill>
          <a:ln>
            <a:noFill/>
          </a:ln>
          <a:effectLst>
            <a:softEdge rad="107647"/>
          </a:effectLst>
        </p:spPr>
      </p:sp>
      <p:sp>
        <p:nvSpPr>
          <p:cNvPr id="105" name="!!rect-3dd"/>
          <p:cNvSpPr/>
          <p:nvPr/>
        </p:nvSpPr>
        <p:spPr>
          <a:xfrm>
            <a:off x="9058002" y="2102849"/>
            <a:ext cx="941734" cy="345482"/>
          </a:xfrm>
          <a:custGeom>
            <a:avLst/>
            <a:gdLst/>
            <a:ahLst/>
            <a:cxnLst/>
            <a:rect l="l" t="t" r="r" b="b"/>
            <a:pathLst>
              <a:path w="941734" h="345482">
                <a:moveTo>
                  <a:pt x="171043" y="1172"/>
                </a:moveTo>
                <a:lnTo>
                  <a:pt x="774936" y="8814"/>
                </a:lnTo>
                <a:cubicBezTo>
                  <a:pt x="867581" y="9986"/>
                  <a:pt x="941734" y="86040"/>
                  <a:pt x="940562" y="178685"/>
                </a:cubicBezTo>
                <a:lnTo>
                  <a:pt x="940562" y="178685"/>
                </a:lnTo>
                <a:cubicBezTo>
                  <a:pt x="939389" y="271329"/>
                  <a:pt x="863336" y="345482"/>
                  <a:pt x="770691" y="344310"/>
                </a:cubicBezTo>
                <a:lnTo>
                  <a:pt x="166798" y="336669"/>
                </a:lnTo>
                <a:cubicBezTo>
                  <a:pt x="74153" y="335496"/>
                  <a:pt x="0" y="259442"/>
                  <a:pt x="1172" y="166798"/>
                </a:cubicBezTo>
                <a:lnTo>
                  <a:pt x="1172" y="166798"/>
                </a:lnTo>
                <a:cubicBezTo>
                  <a:pt x="2345" y="74153"/>
                  <a:pt x="78398" y="0"/>
                  <a:pt x="171043" y="1172"/>
                </a:cubicBezTo>
                <a:close/>
              </a:path>
            </a:pathLst>
          </a:custGeom>
          <a:solidFill>
            <a:srgbClr val="FFFFFF"/>
          </a:solidFill>
          <a:ln w="8388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106" name="!!text-3de" descr="資料補齊"/>
          <p:cNvSpPr txBox="1"/>
          <p:nvPr/>
        </p:nvSpPr>
        <p:spPr>
          <a:xfrm rot="43499">
            <a:off x="9193506" y="2141700"/>
            <a:ext cx="721375" cy="24291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21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資料補齊</a:t>
            </a:r>
            <a:endParaRPr lang="zh-TW" sz="1321"/>
          </a:p>
        </p:txBody>
      </p:sp>
      <p:sp>
        <p:nvSpPr>
          <p:cNvPr id="107" name="!!circle-3dt"/>
          <p:cNvSpPr/>
          <p:nvPr/>
        </p:nvSpPr>
        <p:spPr>
          <a:xfrm>
            <a:off x="9755426" y="3485643"/>
            <a:ext cx="1187722" cy="1187722"/>
          </a:xfrm>
          <a:custGeom>
            <a:avLst/>
            <a:gdLst/>
            <a:ahLst/>
            <a:cxnLst/>
            <a:rect l="l" t="t" r="r" b="b"/>
            <a:pathLst>
              <a:path w="1187722" h="1187722">
                <a:moveTo>
                  <a:pt x="1183600" y="601323"/>
                </a:moveTo>
                <a:cubicBezTo>
                  <a:pt x="1179479" y="927027"/>
                  <a:pt x="912102" y="1187722"/>
                  <a:pt x="586398" y="1183600"/>
                </a:cubicBezTo>
                <a:cubicBezTo>
                  <a:pt x="260694" y="1179479"/>
                  <a:pt x="0" y="912102"/>
                  <a:pt x="4121" y="586398"/>
                </a:cubicBezTo>
                <a:cubicBezTo>
                  <a:pt x="8243" y="260694"/>
                  <a:pt x="275619" y="0"/>
                  <a:pt x="601323" y="4121"/>
                </a:cubicBezTo>
                <a:cubicBezTo>
                  <a:pt x="927027" y="8243"/>
                  <a:pt x="1187722" y="275619"/>
                  <a:pt x="1183600" y="601323"/>
                </a:cubicBezTo>
                <a:close/>
              </a:path>
            </a:pathLst>
          </a:custGeom>
          <a:gradFill rotWithShape="1">
            <a:gsLst>
              <a:gs pos="0">
                <a:srgbClr val="627D8D">
                  <a:alpha val="20000"/>
                </a:srgbClr>
              </a:gs>
              <a:gs pos="70226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08" name="!!circle-3dw"/>
          <p:cNvSpPr/>
          <p:nvPr/>
        </p:nvSpPr>
        <p:spPr>
          <a:xfrm>
            <a:off x="9964771" y="3694987"/>
            <a:ext cx="769032" cy="769032"/>
          </a:xfrm>
          <a:custGeom>
            <a:avLst/>
            <a:gdLst/>
            <a:ahLst/>
            <a:cxnLst/>
            <a:rect l="l" t="t" r="r" b="b"/>
            <a:pathLst>
              <a:path w="769032" h="769032" fill="none">
                <a:moveTo>
                  <a:pt x="633662" y="139406"/>
                </a:moveTo>
                <a:cubicBezTo>
                  <a:pt x="769032" y="277006"/>
                  <a:pt x="767226" y="498291"/>
                  <a:pt x="629626" y="633662"/>
                </a:cubicBezTo>
                <a:cubicBezTo>
                  <a:pt x="492027" y="769032"/>
                  <a:pt x="270741" y="767226"/>
                  <a:pt x="135370" y="629626"/>
                </a:cubicBezTo>
                <a:cubicBezTo>
                  <a:pt x="0" y="492027"/>
                  <a:pt x="1807" y="270741"/>
                  <a:pt x="139406" y="135370"/>
                </a:cubicBezTo>
                <a:cubicBezTo>
                  <a:pt x="277006" y="0"/>
                  <a:pt x="498291" y="1807"/>
                  <a:pt x="633662" y="139406"/>
                </a:cubicBezTo>
                <a:close/>
              </a:path>
            </a:pathLst>
          </a:custGeom>
          <a:noFill/>
          <a:ln w="8738" cap="rnd">
            <a:solidFill>
              <a:srgbClr val="627D8D">
                <a:alpha val="35000"/>
              </a:srgbClr>
            </a:solidFill>
            <a:custDash>
              <a:ds d="100000" sp="550000"/>
            </a:custDash>
            <a:miter lim="800000"/>
          </a:ln>
        </p:spPr>
      </p:sp>
      <p:sp>
        <p:nvSpPr>
          <p:cNvPr id="109" name="!!circle-3dx"/>
          <p:cNvSpPr/>
          <p:nvPr/>
        </p:nvSpPr>
        <p:spPr>
          <a:xfrm>
            <a:off x="10058612" y="3815813"/>
            <a:ext cx="615192" cy="615192"/>
          </a:xfrm>
          <a:custGeom>
            <a:avLst/>
            <a:gdLst/>
            <a:ahLst/>
            <a:cxnLst/>
            <a:rect l="l" t="t" r="r" b="b"/>
            <a:pathLst>
              <a:path w="519078" h="519078">
                <a:moveTo>
                  <a:pt x="517277" y="262801"/>
                </a:moveTo>
                <a:cubicBezTo>
                  <a:pt x="515476" y="405145"/>
                  <a:pt x="398623" y="519078"/>
                  <a:pt x="256278" y="517277"/>
                </a:cubicBezTo>
                <a:cubicBezTo>
                  <a:pt x="113933" y="515476"/>
                  <a:pt x="0" y="398623"/>
                  <a:pt x="1801" y="256278"/>
                </a:cubicBezTo>
                <a:cubicBezTo>
                  <a:pt x="3602" y="113933"/>
                  <a:pt x="120456" y="0"/>
                  <a:pt x="262801" y="1801"/>
                </a:cubicBezTo>
                <a:cubicBezTo>
                  <a:pt x="405145" y="3602"/>
                  <a:pt x="519078" y="120456"/>
                  <a:pt x="517277" y="262801"/>
                </a:cubicBezTo>
                <a:close/>
              </a:path>
            </a:pathLst>
          </a:custGeom>
          <a:solidFill>
            <a:srgbClr val="0B1A26">
              <a:alpha val="12000"/>
            </a:srgbClr>
          </a:solidFill>
          <a:ln>
            <a:noFill/>
          </a:ln>
          <a:effectLst>
            <a:softEdge rad="105725"/>
          </a:effectLst>
        </p:spPr>
      </p:sp>
      <p:sp>
        <p:nvSpPr>
          <p:cNvPr id="110" name="!!circle-3dy"/>
          <p:cNvSpPr/>
          <p:nvPr/>
        </p:nvSpPr>
        <p:spPr>
          <a:xfrm>
            <a:off x="10085349" y="3815565"/>
            <a:ext cx="527876" cy="527876"/>
          </a:xfrm>
          <a:custGeom>
            <a:avLst/>
            <a:gdLst/>
            <a:ahLst/>
            <a:cxnLst/>
            <a:rect l="l" t="t" r="r" b="b"/>
            <a:pathLst>
              <a:path w="527876" h="527876">
                <a:moveTo>
                  <a:pt x="526045" y="267255"/>
                </a:moveTo>
                <a:cubicBezTo>
                  <a:pt x="524213" y="412012"/>
                  <a:pt x="405379" y="527876"/>
                  <a:pt x="260621" y="526045"/>
                </a:cubicBezTo>
                <a:cubicBezTo>
                  <a:pt x="115864" y="524213"/>
                  <a:pt x="0" y="405379"/>
                  <a:pt x="1832" y="260621"/>
                </a:cubicBezTo>
                <a:cubicBezTo>
                  <a:pt x="3664" y="115864"/>
                  <a:pt x="122497" y="0"/>
                  <a:pt x="267255" y="1832"/>
                </a:cubicBezTo>
                <a:cubicBezTo>
                  <a:pt x="412012" y="3664"/>
                  <a:pt x="527876" y="122497"/>
                  <a:pt x="526045" y="267255"/>
                </a:cubicBezTo>
                <a:close/>
              </a:path>
            </a:pathLst>
          </a:custGeom>
          <a:solidFill>
            <a:srgbClr val="FFFFFF"/>
          </a:solidFill>
          <a:ln w="8738" cap="flat">
            <a:solidFill>
              <a:srgbClr val="627D8D">
                <a:alpha val="22000"/>
              </a:srgbClr>
            </a:solidFill>
            <a:prstDash val="solid"/>
            <a:miter lim="800000"/>
          </a:ln>
        </p:spPr>
      </p:sp>
      <p:sp>
        <p:nvSpPr>
          <p:cNvPr id="111" name="!!path-3dz"/>
          <p:cNvSpPr/>
          <p:nvPr/>
        </p:nvSpPr>
        <p:spPr>
          <a:xfrm>
            <a:off x="10258597" y="3988496"/>
            <a:ext cx="182033" cy="173643"/>
          </a:xfrm>
          <a:custGeom>
            <a:avLst/>
            <a:gdLst/>
            <a:ahLst/>
            <a:cxnLst/>
            <a:rect l="l" t="t" r="r" b="b"/>
            <a:pathLst>
              <a:path w="182033" h="173643">
                <a:moveTo>
                  <a:pt x="90092" y="138982"/>
                </a:moveTo>
                <a:lnTo>
                  <a:pt x="145910" y="173643"/>
                </a:lnTo>
                <a:lnTo>
                  <a:pt x="131793" y="109470"/>
                </a:lnTo>
                <a:lnTo>
                  <a:pt x="182033" y="67048"/>
                </a:lnTo>
                <a:lnTo>
                  <a:pt x="116662" y="60668"/>
                </a:lnTo>
                <a:lnTo>
                  <a:pt x="91850" y="0"/>
                </a:lnTo>
                <a:lnTo>
                  <a:pt x="65511" y="60020"/>
                </a:lnTo>
                <a:lnTo>
                  <a:pt x="0" y="64744"/>
                </a:lnTo>
                <a:lnTo>
                  <a:pt x="49150" y="108424"/>
                </a:lnTo>
                <a:lnTo>
                  <a:pt x="33414" y="172219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112" name="!!rect-3e4"/>
          <p:cNvSpPr/>
          <p:nvPr/>
        </p:nvSpPr>
        <p:spPr>
          <a:xfrm>
            <a:off x="9759353" y="4428428"/>
            <a:ext cx="1165406" cy="444935"/>
          </a:xfrm>
          <a:custGeom>
            <a:avLst/>
            <a:gdLst/>
            <a:ahLst/>
            <a:cxnLst/>
            <a:rect l="l" t="t" r="r" b="b"/>
            <a:pathLst>
              <a:path w="1067545" h="347074">
                <a:moveTo>
                  <a:pt x="171043" y="1172"/>
                </a:moveTo>
                <a:lnTo>
                  <a:pt x="900747" y="10406"/>
                </a:lnTo>
                <a:cubicBezTo>
                  <a:pt x="993392" y="11578"/>
                  <a:pt x="1067545" y="87632"/>
                  <a:pt x="1066373" y="180277"/>
                </a:cubicBezTo>
                <a:lnTo>
                  <a:pt x="1066373" y="180277"/>
                </a:lnTo>
                <a:cubicBezTo>
                  <a:pt x="1065200" y="272921"/>
                  <a:pt x="989147" y="347074"/>
                  <a:pt x="896502" y="345902"/>
                </a:cubicBezTo>
                <a:lnTo>
                  <a:pt x="166798" y="336669"/>
                </a:lnTo>
                <a:cubicBezTo>
                  <a:pt x="74153" y="335496"/>
                  <a:pt x="0" y="259442"/>
                  <a:pt x="1172" y="166798"/>
                </a:cubicBezTo>
                <a:lnTo>
                  <a:pt x="1172" y="166798"/>
                </a:lnTo>
                <a:cubicBezTo>
                  <a:pt x="2345" y="74153"/>
                  <a:pt x="78398" y="0"/>
                  <a:pt x="171043" y="1172"/>
                </a:cubicBezTo>
                <a:close/>
              </a:path>
            </a:pathLst>
          </a:custGeom>
          <a:solidFill>
            <a:srgbClr val="0B1A26">
              <a:alpha val="10000"/>
            </a:srgbClr>
          </a:solidFill>
          <a:ln>
            <a:noFill/>
          </a:ln>
          <a:effectLst>
            <a:softEdge rad="107647"/>
          </a:effectLst>
        </p:spPr>
      </p:sp>
      <p:sp>
        <p:nvSpPr>
          <p:cNvPr id="113" name="!!rect-3e5"/>
          <p:cNvSpPr/>
          <p:nvPr/>
        </p:nvSpPr>
        <p:spPr>
          <a:xfrm>
            <a:off x="9788023" y="4421177"/>
            <a:ext cx="1109482" cy="347605"/>
          </a:xfrm>
          <a:custGeom>
            <a:avLst/>
            <a:gdLst/>
            <a:ahLst/>
            <a:cxnLst/>
            <a:rect l="l" t="t" r="r" b="b"/>
            <a:pathLst>
              <a:path w="1109482" h="347605">
                <a:moveTo>
                  <a:pt x="171043" y="1172"/>
                </a:moveTo>
                <a:lnTo>
                  <a:pt x="942684" y="10937"/>
                </a:lnTo>
                <a:cubicBezTo>
                  <a:pt x="1035329" y="12109"/>
                  <a:pt x="1109482" y="88163"/>
                  <a:pt x="1108310" y="180807"/>
                </a:cubicBezTo>
                <a:lnTo>
                  <a:pt x="1108310" y="180807"/>
                </a:lnTo>
                <a:cubicBezTo>
                  <a:pt x="1107137" y="273452"/>
                  <a:pt x="1031084" y="347605"/>
                  <a:pt x="938439" y="346433"/>
                </a:cubicBezTo>
                <a:lnTo>
                  <a:pt x="166798" y="336669"/>
                </a:lnTo>
                <a:cubicBezTo>
                  <a:pt x="74153" y="335496"/>
                  <a:pt x="0" y="259442"/>
                  <a:pt x="1172" y="166798"/>
                </a:cubicBezTo>
                <a:lnTo>
                  <a:pt x="1172" y="166798"/>
                </a:lnTo>
                <a:cubicBezTo>
                  <a:pt x="2345" y="74153"/>
                  <a:pt x="78398" y="0"/>
                  <a:pt x="171043" y="1172"/>
                </a:cubicBezTo>
                <a:close/>
              </a:path>
            </a:pathLst>
          </a:custGeom>
          <a:solidFill>
            <a:srgbClr val="FFFFFF"/>
          </a:solidFill>
          <a:ln w="8388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114" name="!!text-3e6" descr="個人化推薦"/>
          <p:cNvSpPr txBox="1"/>
          <p:nvPr/>
        </p:nvSpPr>
        <p:spPr>
          <a:xfrm rot="43499">
            <a:off x="9923519" y="4461090"/>
            <a:ext cx="889136" cy="24291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21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個人化推薦</a:t>
            </a:r>
            <a:endParaRPr lang="zh-TW" sz="1321"/>
          </a:p>
        </p:txBody>
      </p:sp>
      <p:sp>
        <p:nvSpPr>
          <p:cNvPr id="115" name="!!circle-3em"/>
          <p:cNvSpPr/>
          <p:nvPr/>
        </p:nvSpPr>
        <p:spPr>
          <a:xfrm>
            <a:off x="7368662" y="5307956"/>
            <a:ext cx="1187722" cy="1187722"/>
          </a:xfrm>
          <a:custGeom>
            <a:avLst/>
            <a:gdLst/>
            <a:ahLst/>
            <a:cxnLst/>
            <a:rect l="l" t="t" r="r" b="b"/>
            <a:pathLst>
              <a:path w="1187722" h="1187722">
                <a:moveTo>
                  <a:pt x="1183600" y="601323"/>
                </a:moveTo>
                <a:cubicBezTo>
                  <a:pt x="1179479" y="927027"/>
                  <a:pt x="912102" y="1187722"/>
                  <a:pt x="586398" y="1183600"/>
                </a:cubicBezTo>
                <a:cubicBezTo>
                  <a:pt x="260694" y="1179479"/>
                  <a:pt x="0" y="912102"/>
                  <a:pt x="4121" y="586398"/>
                </a:cubicBezTo>
                <a:cubicBezTo>
                  <a:pt x="8243" y="260694"/>
                  <a:pt x="275619" y="0"/>
                  <a:pt x="601323" y="4121"/>
                </a:cubicBezTo>
                <a:cubicBezTo>
                  <a:pt x="927027" y="8243"/>
                  <a:pt x="1187722" y="275619"/>
                  <a:pt x="1183600" y="601323"/>
                </a:cubicBezTo>
                <a:close/>
              </a:path>
            </a:pathLst>
          </a:custGeom>
          <a:gradFill rotWithShape="1">
            <a:gsLst>
              <a:gs pos="0">
                <a:srgbClr val="627D8D">
                  <a:alpha val="20000"/>
                </a:srgbClr>
              </a:gs>
              <a:gs pos="70226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16" name="!!circle-3ep"/>
          <p:cNvSpPr/>
          <p:nvPr/>
        </p:nvSpPr>
        <p:spPr>
          <a:xfrm>
            <a:off x="7574288" y="5513582"/>
            <a:ext cx="776470" cy="776470"/>
          </a:xfrm>
          <a:custGeom>
            <a:avLst/>
            <a:gdLst/>
            <a:ahLst/>
            <a:cxnLst/>
            <a:rect l="l" t="t" r="r" b="b"/>
            <a:pathLst>
              <a:path w="776470" h="776470" fill="none">
                <a:moveTo>
                  <a:pt x="646290" y="623947"/>
                </a:moveTo>
                <a:cubicBezTo>
                  <a:pt x="516109" y="766467"/>
                  <a:pt x="295042" y="776470"/>
                  <a:pt x="152523" y="646290"/>
                </a:cubicBezTo>
                <a:cubicBezTo>
                  <a:pt x="10003" y="516109"/>
                  <a:pt x="0" y="295042"/>
                  <a:pt x="130180" y="152523"/>
                </a:cubicBezTo>
                <a:cubicBezTo>
                  <a:pt x="260361" y="10003"/>
                  <a:pt x="481428" y="0"/>
                  <a:pt x="623947" y="130180"/>
                </a:cubicBezTo>
                <a:cubicBezTo>
                  <a:pt x="766467" y="260361"/>
                  <a:pt x="776470" y="481428"/>
                  <a:pt x="646290" y="623947"/>
                </a:cubicBezTo>
                <a:close/>
              </a:path>
            </a:pathLst>
          </a:custGeom>
          <a:noFill/>
          <a:ln w="8738" cap="rnd">
            <a:solidFill>
              <a:srgbClr val="627D8D">
                <a:alpha val="35000"/>
              </a:srgbClr>
            </a:solidFill>
            <a:custDash>
              <a:ds d="100000" sp="550000"/>
            </a:custDash>
            <a:miter lim="800000"/>
          </a:ln>
        </p:spPr>
      </p:sp>
      <p:sp>
        <p:nvSpPr>
          <p:cNvPr id="117" name="!!circle-3eq"/>
          <p:cNvSpPr/>
          <p:nvPr/>
        </p:nvSpPr>
        <p:spPr>
          <a:xfrm>
            <a:off x="7671848" y="5638126"/>
            <a:ext cx="615192" cy="615192"/>
          </a:xfrm>
          <a:custGeom>
            <a:avLst/>
            <a:gdLst/>
            <a:ahLst/>
            <a:cxnLst/>
            <a:rect l="l" t="t" r="r" b="b"/>
            <a:pathLst>
              <a:path w="519078" h="519078">
                <a:moveTo>
                  <a:pt x="517277" y="262801"/>
                </a:moveTo>
                <a:cubicBezTo>
                  <a:pt x="515476" y="405145"/>
                  <a:pt x="398623" y="519078"/>
                  <a:pt x="256278" y="517277"/>
                </a:cubicBezTo>
                <a:cubicBezTo>
                  <a:pt x="113933" y="515476"/>
                  <a:pt x="0" y="398623"/>
                  <a:pt x="1801" y="256278"/>
                </a:cubicBezTo>
                <a:cubicBezTo>
                  <a:pt x="3602" y="113933"/>
                  <a:pt x="120456" y="0"/>
                  <a:pt x="262801" y="1801"/>
                </a:cubicBezTo>
                <a:cubicBezTo>
                  <a:pt x="405145" y="3602"/>
                  <a:pt x="519078" y="120456"/>
                  <a:pt x="517277" y="262801"/>
                </a:cubicBezTo>
                <a:close/>
              </a:path>
            </a:pathLst>
          </a:custGeom>
          <a:solidFill>
            <a:srgbClr val="0B1A26">
              <a:alpha val="12000"/>
            </a:srgbClr>
          </a:solidFill>
          <a:ln>
            <a:noFill/>
          </a:ln>
          <a:effectLst>
            <a:softEdge rad="105725"/>
          </a:effectLst>
        </p:spPr>
      </p:sp>
      <p:sp>
        <p:nvSpPr>
          <p:cNvPr id="118" name="!!circle-3er"/>
          <p:cNvSpPr/>
          <p:nvPr/>
        </p:nvSpPr>
        <p:spPr>
          <a:xfrm>
            <a:off x="7698585" y="5637878"/>
            <a:ext cx="527876" cy="527876"/>
          </a:xfrm>
          <a:custGeom>
            <a:avLst/>
            <a:gdLst/>
            <a:ahLst/>
            <a:cxnLst/>
            <a:rect l="l" t="t" r="r" b="b"/>
            <a:pathLst>
              <a:path w="527876" h="527876">
                <a:moveTo>
                  <a:pt x="526045" y="267255"/>
                </a:moveTo>
                <a:cubicBezTo>
                  <a:pt x="524213" y="412012"/>
                  <a:pt x="405379" y="527876"/>
                  <a:pt x="260621" y="526045"/>
                </a:cubicBezTo>
                <a:cubicBezTo>
                  <a:pt x="115864" y="524213"/>
                  <a:pt x="0" y="405379"/>
                  <a:pt x="1832" y="260621"/>
                </a:cubicBezTo>
                <a:cubicBezTo>
                  <a:pt x="3664" y="115864"/>
                  <a:pt x="122497" y="0"/>
                  <a:pt x="267255" y="1832"/>
                </a:cubicBezTo>
                <a:cubicBezTo>
                  <a:pt x="412012" y="3664"/>
                  <a:pt x="527876" y="122497"/>
                  <a:pt x="526045" y="267255"/>
                </a:cubicBezTo>
                <a:close/>
              </a:path>
            </a:pathLst>
          </a:custGeom>
          <a:solidFill>
            <a:srgbClr val="FFFFFF"/>
          </a:solidFill>
          <a:ln w="8738" cap="flat">
            <a:solidFill>
              <a:srgbClr val="627D8D">
                <a:alpha val="22000"/>
              </a:srgbClr>
            </a:solidFill>
            <a:prstDash val="solid"/>
            <a:miter lim="800000"/>
          </a:ln>
        </p:spPr>
      </p:sp>
      <p:sp>
        <p:nvSpPr>
          <p:cNvPr id="119" name="!!path-3es"/>
          <p:cNvSpPr/>
          <p:nvPr/>
        </p:nvSpPr>
        <p:spPr>
          <a:xfrm>
            <a:off x="7862413" y="5802514"/>
            <a:ext cx="201042" cy="200236"/>
          </a:xfrm>
          <a:custGeom>
            <a:avLst/>
            <a:gdLst/>
            <a:ahLst/>
            <a:cxnLst/>
            <a:rect l="l" t="t" r="r" b="b"/>
            <a:pathLst>
              <a:path w="201042" h="200236">
                <a:moveTo>
                  <a:pt x="164175" y="72813"/>
                </a:moveTo>
                <a:lnTo>
                  <a:pt x="175869" y="47928"/>
                </a:lnTo>
                <a:lnTo>
                  <a:pt x="201042" y="36867"/>
                </a:lnTo>
                <a:lnTo>
                  <a:pt x="176157" y="25173"/>
                </a:lnTo>
                <a:lnTo>
                  <a:pt x="165096" y="0"/>
                </a:lnTo>
                <a:lnTo>
                  <a:pt x="153403" y="24886"/>
                </a:lnTo>
                <a:lnTo>
                  <a:pt x="128229" y="35946"/>
                </a:lnTo>
                <a:lnTo>
                  <a:pt x="153115" y="47640"/>
                </a:lnTo>
                <a:lnTo>
                  <a:pt x="164175" y="72813"/>
                </a:lnTo>
                <a:close/>
                <a:moveTo>
                  <a:pt x="95855" y="76500"/>
                </a:moveTo>
                <a:lnTo>
                  <a:pt x="73735" y="26153"/>
                </a:lnTo>
                <a:lnTo>
                  <a:pt x="50347" y="75924"/>
                </a:lnTo>
                <a:lnTo>
                  <a:pt x="0" y="98045"/>
                </a:lnTo>
                <a:lnTo>
                  <a:pt x="49771" y="121433"/>
                </a:lnTo>
                <a:lnTo>
                  <a:pt x="71892" y="171780"/>
                </a:lnTo>
                <a:lnTo>
                  <a:pt x="95279" y="122008"/>
                </a:lnTo>
                <a:lnTo>
                  <a:pt x="145626" y="99888"/>
                </a:lnTo>
                <a:lnTo>
                  <a:pt x="95855" y="76500"/>
                </a:lnTo>
                <a:close/>
                <a:moveTo>
                  <a:pt x="163484" y="127423"/>
                </a:moveTo>
                <a:lnTo>
                  <a:pt x="151790" y="152309"/>
                </a:lnTo>
                <a:lnTo>
                  <a:pt x="126617" y="163369"/>
                </a:lnTo>
                <a:lnTo>
                  <a:pt x="151502" y="175063"/>
                </a:lnTo>
                <a:lnTo>
                  <a:pt x="162563" y="200236"/>
                </a:lnTo>
                <a:lnTo>
                  <a:pt x="174256" y="175351"/>
                </a:lnTo>
                <a:lnTo>
                  <a:pt x="199430" y="164290"/>
                </a:lnTo>
                <a:lnTo>
                  <a:pt x="174544" y="152597"/>
                </a:lnTo>
                <a:lnTo>
                  <a:pt x="163484" y="127423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120" name="!!rect-3ex"/>
          <p:cNvSpPr/>
          <p:nvPr/>
        </p:nvSpPr>
        <p:spPr>
          <a:xfrm>
            <a:off x="7355982" y="6250531"/>
            <a:ext cx="1198620" cy="445356"/>
          </a:xfrm>
          <a:custGeom>
            <a:avLst/>
            <a:gdLst/>
            <a:ahLst/>
            <a:cxnLst/>
            <a:rect l="l" t="t" r="r" b="b"/>
            <a:pathLst>
              <a:path w="1100759" h="347495">
                <a:moveTo>
                  <a:pt x="171043" y="1172"/>
                </a:moveTo>
                <a:lnTo>
                  <a:pt x="933961" y="10826"/>
                </a:lnTo>
                <a:cubicBezTo>
                  <a:pt x="1026606" y="11999"/>
                  <a:pt x="1100759" y="88052"/>
                  <a:pt x="1099587" y="180697"/>
                </a:cubicBezTo>
                <a:lnTo>
                  <a:pt x="1099587" y="180697"/>
                </a:lnTo>
                <a:cubicBezTo>
                  <a:pt x="1098415" y="273342"/>
                  <a:pt x="1022361" y="347495"/>
                  <a:pt x="929716" y="346322"/>
                </a:cubicBezTo>
                <a:lnTo>
                  <a:pt x="166798" y="336669"/>
                </a:lnTo>
                <a:cubicBezTo>
                  <a:pt x="74153" y="335496"/>
                  <a:pt x="0" y="259442"/>
                  <a:pt x="1172" y="166798"/>
                </a:cubicBezTo>
                <a:lnTo>
                  <a:pt x="1172" y="166798"/>
                </a:lnTo>
                <a:cubicBezTo>
                  <a:pt x="2345" y="74153"/>
                  <a:pt x="78398" y="0"/>
                  <a:pt x="171043" y="1172"/>
                </a:cubicBezTo>
                <a:close/>
              </a:path>
            </a:pathLst>
          </a:custGeom>
          <a:solidFill>
            <a:srgbClr val="0B1A26">
              <a:alpha val="10000"/>
            </a:srgbClr>
          </a:solidFill>
          <a:ln>
            <a:noFill/>
          </a:ln>
          <a:effectLst>
            <a:softEdge rad="107647"/>
          </a:effectLst>
        </p:spPr>
      </p:sp>
      <p:sp>
        <p:nvSpPr>
          <p:cNvPr id="121" name="!!rect-3ey"/>
          <p:cNvSpPr/>
          <p:nvPr/>
        </p:nvSpPr>
        <p:spPr>
          <a:xfrm>
            <a:off x="7384652" y="6243280"/>
            <a:ext cx="1142696" cy="348025"/>
          </a:xfrm>
          <a:custGeom>
            <a:avLst/>
            <a:gdLst/>
            <a:ahLst/>
            <a:cxnLst/>
            <a:rect l="l" t="t" r="r" b="b"/>
            <a:pathLst>
              <a:path w="1142696" h="348025">
                <a:moveTo>
                  <a:pt x="171043" y="1172"/>
                </a:moveTo>
                <a:lnTo>
                  <a:pt x="975898" y="11357"/>
                </a:lnTo>
                <a:cubicBezTo>
                  <a:pt x="1068543" y="12529"/>
                  <a:pt x="1142696" y="88583"/>
                  <a:pt x="1141524" y="181228"/>
                </a:cubicBezTo>
                <a:lnTo>
                  <a:pt x="1141524" y="181228"/>
                </a:lnTo>
                <a:cubicBezTo>
                  <a:pt x="1140352" y="273872"/>
                  <a:pt x="1064298" y="348025"/>
                  <a:pt x="971653" y="346853"/>
                </a:cubicBezTo>
                <a:lnTo>
                  <a:pt x="166798" y="336669"/>
                </a:lnTo>
                <a:cubicBezTo>
                  <a:pt x="74153" y="335496"/>
                  <a:pt x="0" y="259442"/>
                  <a:pt x="1172" y="166798"/>
                </a:cubicBezTo>
                <a:lnTo>
                  <a:pt x="1172" y="166798"/>
                </a:lnTo>
                <a:cubicBezTo>
                  <a:pt x="2345" y="74153"/>
                  <a:pt x="78398" y="0"/>
                  <a:pt x="171043" y="1172"/>
                </a:cubicBezTo>
                <a:close/>
              </a:path>
            </a:pathLst>
          </a:custGeom>
          <a:solidFill>
            <a:srgbClr val="FFFFFF"/>
          </a:solidFill>
          <a:ln w="8388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122" name="!!text-3ez" descr="AI 書籍顧問"/>
          <p:cNvSpPr txBox="1"/>
          <p:nvPr/>
        </p:nvSpPr>
        <p:spPr>
          <a:xfrm rot="43499">
            <a:off x="7520147" y="6283403"/>
            <a:ext cx="922353" cy="24291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21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AI 書籍顧問</a:t>
            </a:r>
            <a:endParaRPr lang="zh-TW" sz="1321"/>
          </a:p>
        </p:txBody>
      </p:sp>
      <p:sp>
        <p:nvSpPr>
          <p:cNvPr id="123" name="!!circle-3fg"/>
          <p:cNvSpPr/>
          <p:nvPr/>
        </p:nvSpPr>
        <p:spPr>
          <a:xfrm>
            <a:off x="3576856" y="5259974"/>
            <a:ext cx="1187722" cy="1187722"/>
          </a:xfrm>
          <a:custGeom>
            <a:avLst/>
            <a:gdLst/>
            <a:ahLst/>
            <a:cxnLst/>
            <a:rect l="l" t="t" r="r" b="b"/>
            <a:pathLst>
              <a:path w="1187722" h="1187722">
                <a:moveTo>
                  <a:pt x="1183600" y="601323"/>
                </a:moveTo>
                <a:cubicBezTo>
                  <a:pt x="1179479" y="927027"/>
                  <a:pt x="912102" y="1187722"/>
                  <a:pt x="586398" y="1183600"/>
                </a:cubicBezTo>
                <a:cubicBezTo>
                  <a:pt x="260694" y="1179479"/>
                  <a:pt x="0" y="912102"/>
                  <a:pt x="4121" y="586398"/>
                </a:cubicBezTo>
                <a:cubicBezTo>
                  <a:pt x="8243" y="260694"/>
                  <a:pt x="275619" y="0"/>
                  <a:pt x="601323" y="4121"/>
                </a:cubicBezTo>
                <a:cubicBezTo>
                  <a:pt x="927027" y="8243"/>
                  <a:pt x="1187722" y="275619"/>
                  <a:pt x="1183600" y="601323"/>
                </a:cubicBezTo>
                <a:close/>
              </a:path>
            </a:pathLst>
          </a:custGeom>
          <a:gradFill rotWithShape="1">
            <a:gsLst>
              <a:gs pos="0">
                <a:srgbClr val="627D8D">
                  <a:alpha val="20000"/>
                </a:srgbClr>
              </a:gs>
              <a:gs pos="70226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24" name="!!circle-3fj"/>
          <p:cNvSpPr/>
          <p:nvPr/>
        </p:nvSpPr>
        <p:spPr>
          <a:xfrm>
            <a:off x="3776367" y="5459485"/>
            <a:ext cx="788700" cy="788700"/>
          </a:xfrm>
          <a:custGeom>
            <a:avLst/>
            <a:gdLst/>
            <a:ahLst/>
            <a:cxnLst/>
            <a:rect l="l" t="t" r="r" b="b"/>
            <a:pathLst>
              <a:path w="788700" h="788700" fill="none">
                <a:moveTo>
                  <a:pt x="670103" y="179611"/>
                </a:moveTo>
                <a:cubicBezTo>
                  <a:pt x="788700" y="331905"/>
                  <a:pt x="761383" y="551506"/>
                  <a:pt x="609089" y="670103"/>
                </a:cubicBezTo>
                <a:cubicBezTo>
                  <a:pt x="456795" y="788700"/>
                  <a:pt x="237194" y="761383"/>
                  <a:pt x="118597" y="609089"/>
                </a:cubicBezTo>
                <a:cubicBezTo>
                  <a:pt x="0" y="456795"/>
                  <a:pt x="27317" y="237194"/>
                  <a:pt x="179611" y="118597"/>
                </a:cubicBezTo>
                <a:cubicBezTo>
                  <a:pt x="331905" y="0"/>
                  <a:pt x="551506" y="27317"/>
                  <a:pt x="670103" y="179611"/>
                </a:cubicBezTo>
                <a:close/>
              </a:path>
            </a:pathLst>
          </a:custGeom>
          <a:noFill/>
          <a:ln w="8738" cap="rnd">
            <a:solidFill>
              <a:srgbClr val="627D8D">
                <a:alpha val="35000"/>
              </a:srgbClr>
            </a:solidFill>
            <a:custDash>
              <a:ds d="100000" sp="550000"/>
            </a:custDash>
            <a:miter lim="800000"/>
          </a:ln>
        </p:spPr>
      </p:sp>
      <p:sp>
        <p:nvSpPr>
          <p:cNvPr id="125" name="!!circle-3fk"/>
          <p:cNvSpPr/>
          <p:nvPr/>
        </p:nvSpPr>
        <p:spPr>
          <a:xfrm>
            <a:off x="3880042" y="5590145"/>
            <a:ext cx="615192" cy="615192"/>
          </a:xfrm>
          <a:custGeom>
            <a:avLst/>
            <a:gdLst/>
            <a:ahLst/>
            <a:cxnLst/>
            <a:rect l="l" t="t" r="r" b="b"/>
            <a:pathLst>
              <a:path w="519078" h="519078">
                <a:moveTo>
                  <a:pt x="517277" y="262801"/>
                </a:moveTo>
                <a:cubicBezTo>
                  <a:pt x="515476" y="405145"/>
                  <a:pt x="398623" y="519078"/>
                  <a:pt x="256278" y="517277"/>
                </a:cubicBezTo>
                <a:cubicBezTo>
                  <a:pt x="113933" y="515476"/>
                  <a:pt x="0" y="398623"/>
                  <a:pt x="1801" y="256278"/>
                </a:cubicBezTo>
                <a:cubicBezTo>
                  <a:pt x="3602" y="113933"/>
                  <a:pt x="120456" y="0"/>
                  <a:pt x="262801" y="1801"/>
                </a:cubicBezTo>
                <a:cubicBezTo>
                  <a:pt x="405145" y="3602"/>
                  <a:pt x="519078" y="120456"/>
                  <a:pt x="517277" y="262801"/>
                </a:cubicBezTo>
                <a:close/>
              </a:path>
            </a:pathLst>
          </a:custGeom>
          <a:solidFill>
            <a:srgbClr val="0B1A26">
              <a:alpha val="12000"/>
            </a:srgbClr>
          </a:solidFill>
          <a:ln>
            <a:noFill/>
          </a:ln>
          <a:effectLst>
            <a:softEdge rad="105725"/>
          </a:effectLst>
        </p:spPr>
      </p:sp>
      <p:sp>
        <p:nvSpPr>
          <p:cNvPr id="126" name="!!circle-3fl"/>
          <p:cNvSpPr/>
          <p:nvPr/>
        </p:nvSpPr>
        <p:spPr>
          <a:xfrm>
            <a:off x="3906779" y="5589897"/>
            <a:ext cx="527876" cy="527876"/>
          </a:xfrm>
          <a:custGeom>
            <a:avLst/>
            <a:gdLst/>
            <a:ahLst/>
            <a:cxnLst/>
            <a:rect l="l" t="t" r="r" b="b"/>
            <a:pathLst>
              <a:path w="527876" h="527876">
                <a:moveTo>
                  <a:pt x="526045" y="267255"/>
                </a:moveTo>
                <a:cubicBezTo>
                  <a:pt x="524213" y="412012"/>
                  <a:pt x="405379" y="527876"/>
                  <a:pt x="260621" y="526045"/>
                </a:cubicBezTo>
                <a:cubicBezTo>
                  <a:pt x="115864" y="524213"/>
                  <a:pt x="0" y="405379"/>
                  <a:pt x="1832" y="260621"/>
                </a:cubicBezTo>
                <a:cubicBezTo>
                  <a:pt x="3664" y="115864"/>
                  <a:pt x="122497" y="0"/>
                  <a:pt x="267255" y="1832"/>
                </a:cubicBezTo>
                <a:cubicBezTo>
                  <a:pt x="412012" y="3664"/>
                  <a:pt x="527876" y="122497"/>
                  <a:pt x="526045" y="267255"/>
                </a:cubicBezTo>
                <a:close/>
              </a:path>
            </a:pathLst>
          </a:custGeom>
          <a:solidFill>
            <a:srgbClr val="FFFFFF"/>
          </a:solidFill>
          <a:ln w="8738" cap="flat">
            <a:solidFill>
              <a:srgbClr val="627D8D">
                <a:alpha val="22000"/>
              </a:srgbClr>
            </a:solidFill>
            <a:prstDash val="solid"/>
            <a:miter lim="800000"/>
          </a:ln>
        </p:spPr>
      </p:sp>
      <p:sp>
        <p:nvSpPr>
          <p:cNvPr id="127" name="!!path-3fm"/>
          <p:cNvSpPr/>
          <p:nvPr/>
        </p:nvSpPr>
        <p:spPr>
          <a:xfrm>
            <a:off x="4088043" y="5753154"/>
            <a:ext cx="165399" cy="174386"/>
          </a:xfrm>
          <a:custGeom>
            <a:avLst/>
            <a:gdLst/>
            <a:ahLst/>
            <a:cxnLst/>
            <a:rect l="l" t="t" r="r" b="b"/>
            <a:pathLst>
              <a:path w="165399" h="174386">
                <a:moveTo>
                  <a:pt x="83949" y="572"/>
                </a:moveTo>
                <a:cubicBezTo>
                  <a:pt x="38714" y="0"/>
                  <a:pt x="1570" y="36215"/>
                  <a:pt x="997" y="81451"/>
                </a:cubicBezTo>
                <a:lnTo>
                  <a:pt x="191" y="145162"/>
                </a:lnTo>
                <a:cubicBezTo>
                  <a:pt x="0" y="160271"/>
                  <a:pt x="12042" y="172621"/>
                  <a:pt x="27151" y="172813"/>
                </a:cubicBezTo>
                <a:lnTo>
                  <a:pt x="54456" y="173158"/>
                </a:lnTo>
                <a:lnTo>
                  <a:pt x="55377" y="100345"/>
                </a:lnTo>
                <a:lnTo>
                  <a:pt x="18970" y="99884"/>
                </a:lnTo>
                <a:lnTo>
                  <a:pt x="19201" y="81681"/>
                </a:lnTo>
                <a:cubicBezTo>
                  <a:pt x="19646" y="46458"/>
                  <a:pt x="48495" y="18330"/>
                  <a:pt x="83718" y="18776"/>
                </a:cubicBezTo>
                <a:cubicBezTo>
                  <a:pt x="118942" y="19221"/>
                  <a:pt x="147069" y="48070"/>
                  <a:pt x="146624" y="83293"/>
                </a:cubicBezTo>
                <a:lnTo>
                  <a:pt x="146393" y="101497"/>
                </a:lnTo>
                <a:lnTo>
                  <a:pt x="109987" y="101036"/>
                </a:lnTo>
                <a:lnTo>
                  <a:pt x="109065" y="173849"/>
                </a:lnTo>
                <a:lnTo>
                  <a:pt x="136370" y="174195"/>
                </a:lnTo>
                <a:cubicBezTo>
                  <a:pt x="151479" y="174386"/>
                  <a:pt x="163830" y="162344"/>
                  <a:pt x="164021" y="147235"/>
                </a:cubicBezTo>
                <a:lnTo>
                  <a:pt x="164827" y="83524"/>
                </a:lnTo>
                <a:cubicBezTo>
                  <a:pt x="165399" y="38289"/>
                  <a:pt x="129184" y="1145"/>
                  <a:pt x="83949" y="572"/>
                </a:cubicBez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128" name="!!rect-3fr"/>
          <p:cNvSpPr/>
          <p:nvPr/>
        </p:nvSpPr>
        <p:spPr>
          <a:xfrm>
            <a:off x="3731924" y="6204672"/>
            <a:ext cx="863124" cy="441110"/>
          </a:xfrm>
          <a:custGeom>
            <a:avLst/>
            <a:gdLst/>
            <a:ahLst/>
            <a:cxnLst/>
            <a:rect l="l" t="t" r="r" b="b"/>
            <a:pathLst>
              <a:path w="765263" h="343249">
                <a:moveTo>
                  <a:pt x="171043" y="1172"/>
                </a:moveTo>
                <a:lnTo>
                  <a:pt x="598465" y="6581"/>
                </a:lnTo>
                <a:cubicBezTo>
                  <a:pt x="691110" y="7753"/>
                  <a:pt x="765263" y="83807"/>
                  <a:pt x="764091" y="176452"/>
                </a:cubicBezTo>
                <a:lnTo>
                  <a:pt x="764091" y="176452"/>
                </a:lnTo>
                <a:cubicBezTo>
                  <a:pt x="762918" y="269096"/>
                  <a:pt x="686865" y="343249"/>
                  <a:pt x="594220" y="342077"/>
                </a:cubicBezTo>
                <a:lnTo>
                  <a:pt x="166798" y="336669"/>
                </a:lnTo>
                <a:cubicBezTo>
                  <a:pt x="74153" y="335496"/>
                  <a:pt x="0" y="259442"/>
                  <a:pt x="1172" y="166798"/>
                </a:cubicBezTo>
                <a:lnTo>
                  <a:pt x="1172" y="166798"/>
                </a:lnTo>
                <a:cubicBezTo>
                  <a:pt x="2345" y="74153"/>
                  <a:pt x="78398" y="0"/>
                  <a:pt x="171043" y="1172"/>
                </a:cubicBezTo>
                <a:close/>
              </a:path>
            </a:pathLst>
          </a:custGeom>
          <a:solidFill>
            <a:srgbClr val="0B1A26">
              <a:alpha val="10000"/>
            </a:srgbClr>
          </a:solidFill>
          <a:ln>
            <a:noFill/>
          </a:ln>
          <a:effectLst>
            <a:softEdge rad="107647"/>
          </a:effectLst>
        </p:spPr>
      </p:sp>
      <p:sp>
        <p:nvSpPr>
          <p:cNvPr id="129" name="!!rect-3fs"/>
          <p:cNvSpPr/>
          <p:nvPr/>
        </p:nvSpPr>
        <p:spPr>
          <a:xfrm>
            <a:off x="3760594" y="6197421"/>
            <a:ext cx="807200" cy="343780"/>
          </a:xfrm>
          <a:custGeom>
            <a:avLst/>
            <a:gdLst/>
            <a:ahLst/>
            <a:cxnLst/>
            <a:rect l="l" t="t" r="r" b="b"/>
            <a:pathLst>
              <a:path w="807200" h="343780">
                <a:moveTo>
                  <a:pt x="171043" y="1172"/>
                </a:moveTo>
                <a:lnTo>
                  <a:pt x="640402" y="7112"/>
                </a:lnTo>
                <a:cubicBezTo>
                  <a:pt x="733047" y="8284"/>
                  <a:pt x="807200" y="84338"/>
                  <a:pt x="806028" y="176982"/>
                </a:cubicBezTo>
                <a:lnTo>
                  <a:pt x="806028" y="176982"/>
                </a:lnTo>
                <a:cubicBezTo>
                  <a:pt x="804855" y="269627"/>
                  <a:pt x="728802" y="343780"/>
                  <a:pt x="636157" y="342608"/>
                </a:cubicBezTo>
                <a:lnTo>
                  <a:pt x="166798" y="336669"/>
                </a:lnTo>
                <a:cubicBezTo>
                  <a:pt x="74153" y="335496"/>
                  <a:pt x="0" y="259442"/>
                  <a:pt x="1172" y="166798"/>
                </a:cubicBezTo>
                <a:lnTo>
                  <a:pt x="1172" y="166798"/>
                </a:lnTo>
                <a:cubicBezTo>
                  <a:pt x="2345" y="74153"/>
                  <a:pt x="78398" y="0"/>
                  <a:pt x="171043" y="1172"/>
                </a:cubicBezTo>
                <a:close/>
              </a:path>
            </a:pathLst>
          </a:custGeom>
          <a:solidFill>
            <a:srgbClr val="FFFFFF"/>
          </a:solidFill>
          <a:ln w="8388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130" name="!!text-3ft" descr="AI 客服"/>
          <p:cNvSpPr txBox="1"/>
          <p:nvPr/>
        </p:nvSpPr>
        <p:spPr>
          <a:xfrm rot="43499">
            <a:off x="3896103" y="6235421"/>
            <a:ext cx="586830" cy="24291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21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AI 客服</a:t>
            </a:r>
            <a:endParaRPr lang="zh-TW" sz="1321"/>
          </a:p>
        </p:txBody>
      </p:sp>
      <p:sp>
        <p:nvSpPr>
          <p:cNvPr id="131" name="!!circle-3g8"/>
          <p:cNvSpPr/>
          <p:nvPr/>
        </p:nvSpPr>
        <p:spPr>
          <a:xfrm>
            <a:off x="1236968" y="3377850"/>
            <a:ext cx="1187722" cy="1187722"/>
          </a:xfrm>
          <a:custGeom>
            <a:avLst/>
            <a:gdLst/>
            <a:ahLst/>
            <a:cxnLst/>
            <a:rect l="l" t="t" r="r" b="b"/>
            <a:pathLst>
              <a:path w="1187722" h="1187722">
                <a:moveTo>
                  <a:pt x="1183600" y="601323"/>
                </a:moveTo>
                <a:cubicBezTo>
                  <a:pt x="1179479" y="927027"/>
                  <a:pt x="912102" y="1187722"/>
                  <a:pt x="586398" y="1183600"/>
                </a:cubicBezTo>
                <a:cubicBezTo>
                  <a:pt x="260694" y="1179479"/>
                  <a:pt x="0" y="912102"/>
                  <a:pt x="4121" y="586398"/>
                </a:cubicBezTo>
                <a:cubicBezTo>
                  <a:pt x="8243" y="260694"/>
                  <a:pt x="275619" y="0"/>
                  <a:pt x="601323" y="4121"/>
                </a:cubicBezTo>
                <a:cubicBezTo>
                  <a:pt x="927027" y="8243"/>
                  <a:pt x="1187722" y="275619"/>
                  <a:pt x="1183600" y="601323"/>
                </a:cubicBezTo>
                <a:close/>
              </a:path>
            </a:pathLst>
          </a:custGeom>
          <a:gradFill rotWithShape="1">
            <a:gsLst>
              <a:gs pos="0">
                <a:srgbClr val="627D8D">
                  <a:alpha val="20000"/>
                </a:srgbClr>
              </a:gs>
              <a:gs pos="70226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32" name="!!circle-3gb"/>
          <p:cNvSpPr/>
          <p:nvPr/>
        </p:nvSpPr>
        <p:spPr>
          <a:xfrm>
            <a:off x="1435272" y="3576155"/>
            <a:ext cx="791113" cy="791113"/>
          </a:xfrm>
          <a:custGeom>
            <a:avLst/>
            <a:gdLst/>
            <a:ahLst/>
            <a:cxnLst/>
            <a:rect l="l" t="t" r="r" b="b"/>
            <a:pathLst>
              <a:path w="791113" h="791113" fill="none">
                <a:moveTo>
                  <a:pt x="675688" y="604550"/>
                </a:moveTo>
                <a:cubicBezTo>
                  <a:pt x="560264" y="759263"/>
                  <a:pt x="341275" y="791113"/>
                  <a:pt x="186562" y="675688"/>
                </a:cubicBezTo>
                <a:cubicBezTo>
                  <a:pt x="31850" y="560264"/>
                  <a:pt x="0" y="341275"/>
                  <a:pt x="115424" y="186562"/>
                </a:cubicBezTo>
                <a:cubicBezTo>
                  <a:pt x="230848" y="31850"/>
                  <a:pt x="449838" y="0"/>
                  <a:pt x="604550" y="115424"/>
                </a:cubicBezTo>
                <a:cubicBezTo>
                  <a:pt x="759263" y="230848"/>
                  <a:pt x="791113" y="449838"/>
                  <a:pt x="675688" y="604550"/>
                </a:cubicBezTo>
                <a:close/>
              </a:path>
            </a:pathLst>
          </a:custGeom>
          <a:noFill/>
          <a:ln w="8738" cap="rnd">
            <a:solidFill>
              <a:srgbClr val="627D8D">
                <a:alpha val="35000"/>
              </a:srgbClr>
            </a:solidFill>
            <a:custDash>
              <a:ds d="100000" sp="550000"/>
            </a:custDash>
            <a:miter lim="800000"/>
          </a:ln>
        </p:spPr>
      </p:sp>
      <p:sp>
        <p:nvSpPr>
          <p:cNvPr id="133" name="!!circle-3gc"/>
          <p:cNvSpPr/>
          <p:nvPr/>
        </p:nvSpPr>
        <p:spPr>
          <a:xfrm>
            <a:off x="1540154" y="3708021"/>
            <a:ext cx="615192" cy="615192"/>
          </a:xfrm>
          <a:custGeom>
            <a:avLst/>
            <a:gdLst/>
            <a:ahLst/>
            <a:cxnLst/>
            <a:rect l="l" t="t" r="r" b="b"/>
            <a:pathLst>
              <a:path w="519078" h="519078">
                <a:moveTo>
                  <a:pt x="517277" y="262801"/>
                </a:moveTo>
                <a:cubicBezTo>
                  <a:pt x="515476" y="405145"/>
                  <a:pt x="398623" y="519078"/>
                  <a:pt x="256278" y="517277"/>
                </a:cubicBezTo>
                <a:cubicBezTo>
                  <a:pt x="113933" y="515476"/>
                  <a:pt x="0" y="398623"/>
                  <a:pt x="1801" y="256278"/>
                </a:cubicBezTo>
                <a:cubicBezTo>
                  <a:pt x="3602" y="113933"/>
                  <a:pt x="120456" y="0"/>
                  <a:pt x="262801" y="1801"/>
                </a:cubicBezTo>
                <a:cubicBezTo>
                  <a:pt x="405145" y="3602"/>
                  <a:pt x="519078" y="120456"/>
                  <a:pt x="517277" y="262801"/>
                </a:cubicBezTo>
                <a:close/>
              </a:path>
            </a:pathLst>
          </a:custGeom>
          <a:solidFill>
            <a:srgbClr val="0B1A26">
              <a:alpha val="12000"/>
            </a:srgbClr>
          </a:solidFill>
          <a:ln>
            <a:noFill/>
          </a:ln>
          <a:effectLst>
            <a:softEdge rad="105725"/>
          </a:effectLst>
        </p:spPr>
      </p:sp>
      <p:sp>
        <p:nvSpPr>
          <p:cNvPr id="134" name="!!circle-3gd"/>
          <p:cNvSpPr/>
          <p:nvPr/>
        </p:nvSpPr>
        <p:spPr>
          <a:xfrm>
            <a:off x="1566890" y="3707773"/>
            <a:ext cx="527876" cy="527876"/>
          </a:xfrm>
          <a:custGeom>
            <a:avLst/>
            <a:gdLst/>
            <a:ahLst/>
            <a:cxnLst/>
            <a:rect l="l" t="t" r="r" b="b"/>
            <a:pathLst>
              <a:path w="527876" h="527876">
                <a:moveTo>
                  <a:pt x="526045" y="267255"/>
                </a:moveTo>
                <a:cubicBezTo>
                  <a:pt x="524213" y="412012"/>
                  <a:pt x="405379" y="527876"/>
                  <a:pt x="260621" y="526045"/>
                </a:cubicBezTo>
                <a:cubicBezTo>
                  <a:pt x="115864" y="524213"/>
                  <a:pt x="0" y="405379"/>
                  <a:pt x="1832" y="260621"/>
                </a:cubicBezTo>
                <a:cubicBezTo>
                  <a:pt x="3664" y="115864"/>
                  <a:pt x="122497" y="0"/>
                  <a:pt x="267255" y="1832"/>
                </a:cubicBezTo>
                <a:cubicBezTo>
                  <a:pt x="412012" y="3664"/>
                  <a:pt x="527876" y="122497"/>
                  <a:pt x="526045" y="267255"/>
                </a:cubicBezTo>
                <a:close/>
              </a:path>
            </a:pathLst>
          </a:custGeom>
          <a:solidFill>
            <a:srgbClr val="FFFFFF"/>
          </a:solidFill>
          <a:ln w="8738" cap="flat">
            <a:solidFill>
              <a:srgbClr val="627D8D">
                <a:alpha val="22000"/>
              </a:srgbClr>
            </a:solidFill>
            <a:prstDash val="solid"/>
            <a:miter lim="800000"/>
          </a:ln>
        </p:spPr>
      </p:sp>
      <p:sp>
        <p:nvSpPr>
          <p:cNvPr id="135" name="!!path-3ge"/>
          <p:cNvSpPr/>
          <p:nvPr/>
        </p:nvSpPr>
        <p:spPr>
          <a:xfrm>
            <a:off x="1729452" y="3871639"/>
            <a:ext cx="193463" cy="200315"/>
          </a:xfrm>
          <a:custGeom>
            <a:avLst/>
            <a:gdLst/>
            <a:ahLst/>
            <a:cxnLst/>
            <a:rect l="l" t="t" r="r" b="b"/>
            <a:pathLst>
              <a:path w="193463" h="200315">
                <a:moveTo>
                  <a:pt x="230" y="180729"/>
                </a:moveTo>
                <a:lnTo>
                  <a:pt x="109450" y="182111"/>
                </a:lnTo>
                <a:lnTo>
                  <a:pt x="109220" y="200315"/>
                </a:lnTo>
                <a:lnTo>
                  <a:pt x="0" y="198932"/>
                </a:lnTo>
                <a:lnTo>
                  <a:pt x="230" y="180729"/>
                </a:lnTo>
                <a:close/>
                <a:moveTo>
                  <a:pt x="40310" y="63533"/>
                </a:moveTo>
                <a:lnTo>
                  <a:pt x="66394" y="38101"/>
                </a:lnTo>
                <a:lnTo>
                  <a:pt x="193463" y="168427"/>
                </a:lnTo>
                <a:lnTo>
                  <a:pt x="167379" y="193859"/>
                </a:lnTo>
                <a:lnTo>
                  <a:pt x="40310" y="63533"/>
                </a:lnTo>
                <a:close/>
                <a:moveTo>
                  <a:pt x="105564" y="0"/>
                </a:moveTo>
                <a:lnTo>
                  <a:pt x="156428" y="52167"/>
                </a:lnTo>
                <a:lnTo>
                  <a:pt x="130344" y="77599"/>
                </a:lnTo>
                <a:lnTo>
                  <a:pt x="79481" y="25432"/>
                </a:lnTo>
                <a:lnTo>
                  <a:pt x="105564" y="0"/>
                </a:lnTo>
                <a:close/>
                <a:moveTo>
                  <a:pt x="27315" y="76204"/>
                </a:moveTo>
                <a:lnTo>
                  <a:pt x="78178" y="128371"/>
                </a:lnTo>
                <a:lnTo>
                  <a:pt x="52095" y="153803"/>
                </a:lnTo>
                <a:lnTo>
                  <a:pt x="1231" y="101636"/>
                </a:lnTo>
                <a:lnTo>
                  <a:pt x="27315" y="76204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136" name="!!rect-3gj"/>
          <p:cNvSpPr/>
          <p:nvPr/>
        </p:nvSpPr>
        <p:spPr>
          <a:xfrm>
            <a:off x="1324769" y="4321697"/>
            <a:ext cx="997658" cy="442813"/>
          </a:xfrm>
          <a:custGeom>
            <a:avLst/>
            <a:gdLst/>
            <a:ahLst/>
            <a:cxnLst/>
            <a:rect l="l" t="t" r="r" b="b"/>
            <a:pathLst>
              <a:path w="899797" h="344952">
                <a:moveTo>
                  <a:pt x="171043" y="1172"/>
                </a:moveTo>
                <a:lnTo>
                  <a:pt x="732999" y="8283"/>
                </a:lnTo>
                <a:cubicBezTo>
                  <a:pt x="825644" y="9456"/>
                  <a:pt x="899797" y="85509"/>
                  <a:pt x="898625" y="178154"/>
                </a:cubicBezTo>
                <a:lnTo>
                  <a:pt x="898625" y="178154"/>
                </a:lnTo>
                <a:cubicBezTo>
                  <a:pt x="897452" y="270799"/>
                  <a:pt x="821399" y="344952"/>
                  <a:pt x="728754" y="343779"/>
                </a:cubicBezTo>
                <a:lnTo>
                  <a:pt x="166798" y="336669"/>
                </a:lnTo>
                <a:cubicBezTo>
                  <a:pt x="74153" y="335496"/>
                  <a:pt x="0" y="259442"/>
                  <a:pt x="1172" y="166798"/>
                </a:cubicBezTo>
                <a:lnTo>
                  <a:pt x="1172" y="166798"/>
                </a:lnTo>
                <a:cubicBezTo>
                  <a:pt x="2345" y="74153"/>
                  <a:pt x="78398" y="0"/>
                  <a:pt x="171043" y="1172"/>
                </a:cubicBezTo>
                <a:close/>
              </a:path>
            </a:pathLst>
          </a:custGeom>
          <a:solidFill>
            <a:srgbClr val="0B1A26">
              <a:alpha val="10000"/>
            </a:srgbClr>
          </a:solidFill>
          <a:ln>
            <a:noFill/>
          </a:ln>
          <a:effectLst>
            <a:softEdge rad="107647"/>
          </a:effectLst>
        </p:spPr>
      </p:sp>
      <p:sp>
        <p:nvSpPr>
          <p:cNvPr id="137" name="!!rect-3gk"/>
          <p:cNvSpPr/>
          <p:nvPr/>
        </p:nvSpPr>
        <p:spPr>
          <a:xfrm>
            <a:off x="1353439" y="4314446"/>
            <a:ext cx="941734" cy="345482"/>
          </a:xfrm>
          <a:custGeom>
            <a:avLst/>
            <a:gdLst/>
            <a:ahLst/>
            <a:cxnLst/>
            <a:rect l="l" t="t" r="r" b="b"/>
            <a:pathLst>
              <a:path w="941734" h="345482">
                <a:moveTo>
                  <a:pt x="171043" y="1172"/>
                </a:moveTo>
                <a:lnTo>
                  <a:pt x="774936" y="8814"/>
                </a:lnTo>
                <a:cubicBezTo>
                  <a:pt x="867581" y="9986"/>
                  <a:pt x="941734" y="86040"/>
                  <a:pt x="940562" y="178685"/>
                </a:cubicBezTo>
                <a:lnTo>
                  <a:pt x="940562" y="178685"/>
                </a:lnTo>
                <a:cubicBezTo>
                  <a:pt x="939389" y="271329"/>
                  <a:pt x="863336" y="345482"/>
                  <a:pt x="770691" y="344310"/>
                </a:cubicBezTo>
                <a:lnTo>
                  <a:pt x="166798" y="336669"/>
                </a:lnTo>
                <a:cubicBezTo>
                  <a:pt x="74153" y="335496"/>
                  <a:pt x="0" y="259442"/>
                  <a:pt x="1172" y="166798"/>
                </a:cubicBezTo>
                <a:lnTo>
                  <a:pt x="1172" y="166798"/>
                </a:lnTo>
                <a:cubicBezTo>
                  <a:pt x="2345" y="74153"/>
                  <a:pt x="78398" y="0"/>
                  <a:pt x="171043" y="1172"/>
                </a:cubicBezTo>
                <a:close/>
              </a:path>
            </a:pathLst>
          </a:custGeom>
          <a:solidFill>
            <a:srgbClr val="FFFFFF"/>
          </a:solidFill>
          <a:ln w="8388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138" name="!!text-3gl" descr="爭議分析"/>
          <p:cNvSpPr txBox="1"/>
          <p:nvPr/>
        </p:nvSpPr>
        <p:spPr>
          <a:xfrm rot="43499">
            <a:off x="1488942" y="4353297"/>
            <a:ext cx="721375" cy="24291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21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爭議分析</a:t>
            </a:r>
            <a:endParaRPr lang="zh-TW" sz="1321"/>
          </a:p>
        </p:txBody>
      </p:sp>
      <p:sp>
        <p:nvSpPr>
          <p:cNvPr id="139" name="!!path-9ic"/>
          <p:cNvSpPr/>
          <p:nvPr/>
        </p:nvSpPr>
        <p:spPr>
          <a:xfrm>
            <a:off x="381000" y="306527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40" name="!!path-9id"/>
          <p:cNvSpPr/>
          <p:nvPr/>
        </p:nvSpPr>
        <p:spPr>
          <a:xfrm>
            <a:off x="381000" y="308153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41" name="!!path-9ie"/>
          <p:cNvSpPr/>
          <p:nvPr/>
        </p:nvSpPr>
        <p:spPr>
          <a:xfrm>
            <a:off x="381000" y="309778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42" name="!!path-9if"/>
          <p:cNvSpPr/>
          <p:nvPr/>
        </p:nvSpPr>
        <p:spPr>
          <a:xfrm>
            <a:off x="381000" y="311404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43" name="!!path-9ig"/>
          <p:cNvSpPr/>
          <p:nvPr/>
        </p:nvSpPr>
        <p:spPr>
          <a:xfrm>
            <a:off x="381000" y="313030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44" name="!!path-9ih"/>
          <p:cNvSpPr/>
          <p:nvPr/>
        </p:nvSpPr>
        <p:spPr>
          <a:xfrm>
            <a:off x="381000" y="314655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45" name="!!path-9ii"/>
          <p:cNvSpPr/>
          <p:nvPr/>
        </p:nvSpPr>
        <p:spPr>
          <a:xfrm>
            <a:off x="381000" y="316281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46" name="!!path-9ij"/>
          <p:cNvSpPr/>
          <p:nvPr/>
        </p:nvSpPr>
        <p:spPr>
          <a:xfrm>
            <a:off x="381000" y="317906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47" name="!!path-9ik"/>
          <p:cNvSpPr/>
          <p:nvPr/>
        </p:nvSpPr>
        <p:spPr>
          <a:xfrm>
            <a:off x="419608" y="269342"/>
            <a:ext cx="128422" cy="122936"/>
          </a:xfrm>
          <a:custGeom>
            <a:avLst/>
            <a:gdLst/>
            <a:ahLst/>
            <a:cxnLst/>
            <a:rect l="l" t="t" r="r" b="b"/>
            <a:pathLst>
              <a:path w="128422" h="122936">
                <a:moveTo>
                  <a:pt x="0" y="17678"/>
                </a:moveTo>
                <a:lnTo>
                  <a:pt x="8128" y="5080"/>
                </a:lnTo>
                <a:cubicBezTo>
                  <a:pt x="32512" y="0"/>
                  <a:pt x="73152" y="7112"/>
                  <a:pt x="101600" y="26416"/>
                </a:cubicBezTo>
                <a:cubicBezTo>
                  <a:pt x="116840" y="37186"/>
                  <a:pt x="124968" y="49784"/>
                  <a:pt x="128422" y="62992"/>
                </a:cubicBezTo>
                <a:lnTo>
                  <a:pt x="128422" y="122936"/>
                </a:lnTo>
                <a:lnTo>
                  <a:pt x="0" y="1229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48" name="!!path-9il"/>
          <p:cNvSpPr/>
          <p:nvPr/>
        </p:nvSpPr>
        <p:spPr>
          <a:xfrm>
            <a:off x="419608" y="269342"/>
            <a:ext cx="128422" cy="62992"/>
          </a:xfrm>
          <a:custGeom>
            <a:avLst/>
            <a:gdLst/>
            <a:ahLst/>
            <a:cxnLst/>
            <a:rect l="l" t="t" r="r" b="b"/>
            <a:pathLst>
              <a:path w="128422" h="62992" fill="none">
                <a:moveTo>
                  <a:pt x="128422" y="62992"/>
                </a:moveTo>
                <a:cubicBezTo>
                  <a:pt x="124968" y="49784"/>
                  <a:pt x="116840" y="37186"/>
                  <a:pt x="101600" y="26416"/>
                </a:cubicBezTo>
                <a:cubicBezTo>
                  <a:pt x="73152" y="7112"/>
                  <a:pt x="32512" y="0"/>
                  <a:pt x="8128" y="5080"/>
                </a:cubicBezTo>
                <a:lnTo>
                  <a:pt x="0" y="1767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49" name="!!path-9im"/>
          <p:cNvSpPr/>
          <p:nvPr/>
        </p:nvSpPr>
        <p:spPr>
          <a:xfrm>
            <a:off x="407010" y="281534"/>
            <a:ext cx="141021" cy="110744"/>
          </a:xfrm>
          <a:custGeom>
            <a:avLst/>
            <a:gdLst/>
            <a:ahLst/>
            <a:cxnLst/>
            <a:rect l="l" t="t" r="r" b="b"/>
            <a:pathLst>
              <a:path w="141021" h="110744">
                <a:moveTo>
                  <a:pt x="0" y="22352"/>
                </a:moveTo>
                <a:lnTo>
                  <a:pt x="6502" y="6502"/>
                </a:lnTo>
                <a:cubicBezTo>
                  <a:pt x="36982" y="0"/>
                  <a:pt x="79654" y="7112"/>
                  <a:pt x="110134" y="25400"/>
                </a:cubicBezTo>
                <a:cubicBezTo>
                  <a:pt x="126390" y="35154"/>
                  <a:pt x="136550" y="49784"/>
                  <a:pt x="141021" y="62992"/>
                </a:cubicBezTo>
                <a:lnTo>
                  <a:pt x="141021" y="110744"/>
                </a:lnTo>
                <a:lnTo>
                  <a:pt x="0" y="110744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50" name="!!path-9in"/>
          <p:cNvSpPr/>
          <p:nvPr/>
        </p:nvSpPr>
        <p:spPr>
          <a:xfrm>
            <a:off x="407010" y="281534"/>
            <a:ext cx="141021" cy="62992"/>
          </a:xfrm>
          <a:custGeom>
            <a:avLst/>
            <a:gdLst/>
            <a:ahLst/>
            <a:cxnLst/>
            <a:rect l="l" t="t" r="r" b="b"/>
            <a:pathLst>
              <a:path w="141021" h="62992" fill="none">
                <a:moveTo>
                  <a:pt x="141021" y="62992"/>
                </a:moveTo>
                <a:cubicBezTo>
                  <a:pt x="136550" y="49784"/>
                  <a:pt x="126390" y="35154"/>
                  <a:pt x="110134" y="25400"/>
                </a:cubicBezTo>
                <a:cubicBezTo>
                  <a:pt x="79654" y="7112"/>
                  <a:pt x="36982" y="0"/>
                  <a:pt x="6502" y="6502"/>
                </a:cubicBezTo>
                <a:lnTo>
                  <a:pt x="0" y="22352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51" name="!!path-9io"/>
          <p:cNvSpPr/>
          <p:nvPr/>
        </p:nvSpPr>
        <p:spPr>
          <a:xfrm>
            <a:off x="395834" y="294742"/>
            <a:ext cx="151790" cy="97536"/>
          </a:xfrm>
          <a:custGeom>
            <a:avLst/>
            <a:gdLst/>
            <a:ahLst/>
            <a:cxnLst/>
            <a:rect l="l" t="t" r="r" b="b"/>
            <a:pathLst>
              <a:path w="151790" h="97536">
                <a:moveTo>
                  <a:pt x="0" y="23165"/>
                </a:moveTo>
                <a:lnTo>
                  <a:pt x="3861" y="12598"/>
                </a:lnTo>
                <a:cubicBezTo>
                  <a:pt x="37998" y="0"/>
                  <a:pt x="84734" y="5080"/>
                  <a:pt x="117246" y="21946"/>
                </a:cubicBezTo>
                <a:cubicBezTo>
                  <a:pt x="135534" y="31496"/>
                  <a:pt x="146710" y="43688"/>
                  <a:pt x="151790" y="55270"/>
                </a:cubicBezTo>
                <a:lnTo>
                  <a:pt x="151790" y="97536"/>
                </a:lnTo>
                <a:lnTo>
                  <a:pt x="0" y="975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52" name="!!path-9ip"/>
          <p:cNvSpPr/>
          <p:nvPr/>
        </p:nvSpPr>
        <p:spPr>
          <a:xfrm>
            <a:off x="395834" y="294742"/>
            <a:ext cx="151790" cy="55270"/>
          </a:xfrm>
          <a:custGeom>
            <a:avLst/>
            <a:gdLst/>
            <a:ahLst/>
            <a:cxnLst/>
            <a:rect l="l" t="t" r="r" b="b"/>
            <a:pathLst>
              <a:path w="151790" h="55270" fill="none">
                <a:moveTo>
                  <a:pt x="151790" y="55270"/>
                </a:moveTo>
                <a:cubicBezTo>
                  <a:pt x="146710" y="43688"/>
                  <a:pt x="135534" y="31496"/>
                  <a:pt x="117246" y="21946"/>
                </a:cubicBezTo>
                <a:cubicBezTo>
                  <a:pt x="84734" y="5080"/>
                  <a:pt x="37998" y="0"/>
                  <a:pt x="3861" y="12598"/>
                </a:cubicBezTo>
                <a:lnTo>
                  <a:pt x="0" y="23165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53" name="!!path-9iq"/>
          <p:cNvSpPr/>
          <p:nvPr/>
        </p:nvSpPr>
        <p:spPr>
          <a:xfrm>
            <a:off x="548234" y="264262"/>
            <a:ext cx="120294" cy="128016"/>
          </a:xfrm>
          <a:custGeom>
            <a:avLst/>
            <a:gdLst/>
            <a:ahLst/>
            <a:cxnLst/>
            <a:rect l="l" t="t" r="r" b="b"/>
            <a:pathLst>
              <a:path w="120294" h="128016">
                <a:moveTo>
                  <a:pt x="120294" y="18288"/>
                </a:moveTo>
                <a:lnTo>
                  <a:pt x="113589" y="4470"/>
                </a:lnTo>
                <a:cubicBezTo>
                  <a:pt x="86766" y="0"/>
                  <a:pt x="44094" y="10160"/>
                  <a:pt x="17678" y="30480"/>
                </a:cubicBezTo>
                <a:cubicBezTo>
                  <a:pt x="6502" y="39624"/>
                  <a:pt x="1422" y="52832"/>
                  <a:pt x="0" y="67056"/>
                </a:cubicBezTo>
                <a:lnTo>
                  <a:pt x="0" y="128016"/>
                </a:lnTo>
                <a:lnTo>
                  <a:pt x="120294" y="12801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54" name="!!path-9ir"/>
          <p:cNvSpPr/>
          <p:nvPr/>
        </p:nvSpPr>
        <p:spPr>
          <a:xfrm>
            <a:off x="548234" y="264262"/>
            <a:ext cx="120294" cy="67056"/>
          </a:xfrm>
          <a:custGeom>
            <a:avLst/>
            <a:gdLst/>
            <a:ahLst/>
            <a:cxnLst/>
            <a:rect l="l" t="t" r="r" b="b"/>
            <a:pathLst>
              <a:path w="120294" h="67056" fill="none">
                <a:moveTo>
                  <a:pt x="0" y="67056"/>
                </a:moveTo>
                <a:cubicBezTo>
                  <a:pt x="1422" y="52832"/>
                  <a:pt x="6502" y="39624"/>
                  <a:pt x="17678" y="30480"/>
                </a:cubicBezTo>
                <a:cubicBezTo>
                  <a:pt x="44094" y="10160"/>
                  <a:pt x="86766" y="0"/>
                  <a:pt x="113589" y="4470"/>
                </a:cubicBezTo>
                <a:lnTo>
                  <a:pt x="120294" y="1828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55" name="!!path-9is"/>
          <p:cNvSpPr/>
          <p:nvPr/>
        </p:nvSpPr>
        <p:spPr>
          <a:xfrm>
            <a:off x="548437" y="279502"/>
            <a:ext cx="133299" cy="112776"/>
          </a:xfrm>
          <a:custGeom>
            <a:avLst/>
            <a:gdLst/>
            <a:ahLst/>
            <a:cxnLst/>
            <a:rect l="l" t="t" r="r" b="b"/>
            <a:pathLst>
              <a:path w="133299" h="112776">
                <a:moveTo>
                  <a:pt x="133299" y="19710"/>
                </a:moveTo>
                <a:lnTo>
                  <a:pt x="127203" y="3048"/>
                </a:lnTo>
                <a:cubicBezTo>
                  <a:pt x="94691" y="0"/>
                  <a:pt x="54051" y="11176"/>
                  <a:pt x="27635" y="30683"/>
                </a:cubicBezTo>
                <a:cubicBezTo>
                  <a:pt x="13411" y="41250"/>
                  <a:pt x="4267" y="53848"/>
                  <a:pt x="0" y="65024"/>
                </a:cubicBezTo>
                <a:lnTo>
                  <a:pt x="0" y="112776"/>
                </a:lnTo>
                <a:lnTo>
                  <a:pt x="133299" y="11277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56" name="!!path-9it"/>
          <p:cNvSpPr/>
          <p:nvPr/>
        </p:nvSpPr>
        <p:spPr>
          <a:xfrm>
            <a:off x="548437" y="279502"/>
            <a:ext cx="133299" cy="65024"/>
          </a:xfrm>
          <a:custGeom>
            <a:avLst/>
            <a:gdLst/>
            <a:ahLst/>
            <a:cxnLst/>
            <a:rect l="l" t="t" r="r" b="b"/>
            <a:pathLst>
              <a:path w="133299" h="65024" fill="none">
                <a:moveTo>
                  <a:pt x="0" y="65024"/>
                </a:moveTo>
                <a:cubicBezTo>
                  <a:pt x="4267" y="53848"/>
                  <a:pt x="13411" y="41250"/>
                  <a:pt x="27635" y="30683"/>
                </a:cubicBezTo>
                <a:cubicBezTo>
                  <a:pt x="54051" y="11176"/>
                  <a:pt x="94691" y="0"/>
                  <a:pt x="127203" y="3048"/>
                </a:cubicBezTo>
                <a:lnTo>
                  <a:pt x="133299" y="19710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57" name="!!path-9iu"/>
          <p:cNvSpPr/>
          <p:nvPr/>
        </p:nvSpPr>
        <p:spPr>
          <a:xfrm>
            <a:off x="548843" y="293726"/>
            <a:ext cx="142646" cy="98552"/>
          </a:xfrm>
          <a:custGeom>
            <a:avLst/>
            <a:gdLst/>
            <a:ahLst/>
            <a:cxnLst/>
            <a:rect l="l" t="t" r="r" b="b"/>
            <a:pathLst>
              <a:path w="142646" h="98552">
                <a:moveTo>
                  <a:pt x="142646" y="18898"/>
                </a:moveTo>
                <a:lnTo>
                  <a:pt x="139802" y="8738"/>
                </a:lnTo>
                <a:cubicBezTo>
                  <a:pt x="106477" y="0"/>
                  <a:pt x="63805" y="5080"/>
                  <a:pt x="35357" y="19304"/>
                </a:cubicBezTo>
                <a:cubicBezTo>
                  <a:pt x="17069" y="28448"/>
                  <a:pt x="5893" y="42672"/>
                  <a:pt x="0" y="56286"/>
                </a:cubicBezTo>
                <a:lnTo>
                  <a:pt x="0" y="98552"/>
                </a:lnTo>
                <a:lnTo>
                  <a:pt x="142646" y="98552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58" name="!!path-9iv"/>
          <p:cNvSpPr/>
          <p:nvPr/>
        </p:nvSpPr>
        <p:spPr>
          <a:xfrm>
            <a:off x="548843" y="293726"/>
            <a:ext cx="142646" cy="56286"/>
          </a:xfrm>
          <a:custGeom>
            <a:avLst/>
            <a:gdLst/>
            <a:ahLst/>
            <a:cxnLst/>
            <a:rect l="l" t="t" r="r" b="b"/>
            <a:pathLst>
              <a:path w="142646" h="56286" fill="none">
                <a:moveTo>
                  <a:pt x="0" y="56286"/>
                </a:moveTo>
                <a:cubicBezTo>
                  <a:pt x="5893" y="42672"/>
                  <a:pt x="17069" y="28448"/>
                  <a:pt x="35357" y="19304"/>
                </a:cubicBezTo>
                <a:cubicBezTo>
                  <a:pt x="63805" y="5080"/>
                  <a:pt x="106477" y="0"/>
                  <a:pt x="139802" y="8738"/>
                </a:cubicBezTo>
                <a:lnTo>
                  <a:pt x="142646" y="1889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59" name="!!path-9iw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627D8D"/>
              </a:gs>
              <a:gs pos="21794">
                <a:srgbClr val="627D8D"/>
              </a:gs>
              <a:gs pos="55376">
                <a:srgbClr val="627D8D"/>
              </a:gs>
              <a:gs pos="96421">
                <a:srgbClr val="98ABB7"/>
              </a:gs>
              <a:gs pos="100000">
                <a:srgbClr val="98ABB7"/>
              </a:gs>
            </a:gsLst>
            <a:lin ang="1983350" scaled="0"/>
          </a:gradFill>
          <a:ln>
            <a:noFill/>
          </a:ln>
        </p:spPr>
      </p:sp>
      <p:sp>
        <p:nvSpPr>
          <p:cNvPr id="160" name="!!path-9ix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0000"/>
                </a:srgbClr>
              </a:gs>
              <a:gs pos="4764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83333" t="79291" r="16667" b="20709"/>
            </a:path>
          </a:gradFill>
          <a:ln>
            <a:noFill/>
          </a:ln>
        </p:spPr>
      </p:sp>
      <p:sp>
        <p:nvSpPr>
          <p:cNvPr id="161" name="!!line-9iy"/>
          <p:cNvSpPr/>
          <p:nvPr/>
        </p:nvSpPr>
        <p:spPr>
          <a:xfrm>
            <a:off x="549046" y="363017"/>
            <a:ext cx="1" cy="153619"/>
          </a:xfrm>
          <a:custGeom>
            <a:avLst/>
            <a:gdLst/>
            <a:ahLst/>
            <a:cxnLst/>
            <a:rect l="l" t="t" r="r" b="b"/>
            <a:pathLst>
              <a:path w="1" h="153619">
                <a:moveTo>
                  <a:pt x="0" y="0"/>
                </a:moveTo>
                <a:lnTo>
                  <a:pt x="0" y="153619"/>
                </a:lnTo>
              </a:path>
            </a:pathLst>
          </a:custGeom>
          <a:solidFill>
            <a:srgbClr val="000000"/>
          </a:solidFill>
          <a:ln w="6909" cap="rnd">
            <a:solidFill>
              <a:srgbClr val="C9D3D9"/>
            </a:solidFill>
            <a:prstDash val="solid"/>
            <a:miter lim="800000"/>
          </a:ln>
        </p:spPr>
      </p:sp>
      <p:sp>
        <p:nvSpPr>
          <p:cNvPr id="162" name="!!path-9iz"/>
          <p:cNvSpPr/>
          <p:nvPr/>
        </p:nvSpPr>
        <p:spPr>
          <a:xfrm>
            <a:off x="657962" y="442062"/>
            <a:ext cx="25400" cy="37998"/>
          </a:xfrm>
          <a:custGeom>
            <a:avLst/>
            <a:gdLst/>
            <a:ahLst/>
            <a:cxnLst/>
            <a:rect l="l" t="t" r="r" b="b"/>
            <a:pathLst>
              <a:path w="25400" h="37998">
                <a:moveTo>
                  <a:pt x="0" y="2642"/>
                </a:moveTo>
                <a:lnTo>
                  <a:pt x="15240" y="0"/>
                </a:lnTo>
                <a:lnTo>
                  <a:pt x="25400" y="37186"/>
                </a:lnTo>
                <a:lnTo>
                  <a:pt x="7518" y="37998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 w="1016" cap="flat">
            <a:solidFill>
              <a:srgbClr val="FFFFFF">
                <a:alpha val="55000"/>
              </a:srgbClr>
            </a:solidFill>
            <a:prstDash val="solid"/>
            <a:round/>
          </a:ln>
        </p:spPr>
      </p:sp>
      <p:sp>
        <p:nvSpPr>
          <p:cNvPr id="163" name="!!text-9j0" descr="救「舊」我的書"/>
          <p:cNvSpPr txBox="1"/>
          <p:nvPr/>
        </p:nvSpPr>
        <p:spPr>
          <a:xfrm>
            <a:off x="805879" y="251460"/>
            <a:ext cx="1120140" cy="25745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400" b="1" kern="0" spc="-70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救</a:t>
            </a:r>
            <a:r>
              <a:rPr lang="zh-TW" altLang="en-US" sz="14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「舊</a:t>
            </a:r>
            <a:r>
              <a:rPr lang="zh-TW" altLang="en-US" sz="1400" b="1" kern="0" spc="-70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」</a:t>
            </a:r>
            <a:r>
              <a:rPr lang="zh-TW" altLang="en-US" sz="14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我的書</a:t>
            </a:r>
            <a:endParaRPr lang="zh-TW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fast" p14:dur="2000" advTm="500">
        <p159:morph option="byObject"/>
      </p:transition>
    </mc:Choice>
    <mc:Fallback>
      <p:transition spd="fast" advTm="500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63.2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rect-1q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7"/>
          </a:solidFill>
          <a:ln>
            <a:noFill/>
          </a:ln>
        </p:spPr>
      </p:sp>
      <p:sp>
        <p:nvSpPr>
          <p:cNvPr id="3" name="!!ellipse-1q2"/>
          <p:cNvSpPr/>
          <p:nvPr/>
        </p:nvSpPr>
        <p:spPr>
          <a:xfrm>
            <a:off x="-889000" y="-952500"/>
            <a:ext cx="13970000" cy="7874000"/>
          </a:xfrm>
          <a:prstGeom prst="ellipse">
            <a:avLst/>
          </a:prstGeom>
          <a:gradFill rotWithShape="1">
            <a:gsLst>
              <a:gs pos="0">
                <a:srgbClr val="FFFFFF">
                  <a:alpha val="95000"/>
                </a:srgbClr>
              </a:gs>
              <a:gs pos="40865">
                <a:srgbClr val="FFFFFF">
                  <a:alpha val="35000"/>
                </a:srgbClr>
              </a:gs>
              <a:gs pos="68108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!!rect-1q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P1"/>
            <a:srcRect/>
            <a:tile tx="61868" ty="4432" sx="16667" sy="16667" flip="none" algn="tl"/>
          </a:blipFill>
          <a:ln>
            <a:noFill/>
          </a:ln>
        </p:spPr>
      </p:sp>
      <p:sp>
        <p:nvSpPr>
          <p:cNvPr id="5" name="!!circle-1qv"/>
          <p:cNvSpPr/>
          <p:nvPr/>
        </p:nvSpPr>
        <p:spPr>
          <a:xfrm>
            <a:off x="7589215" y="6342367"/>
            <a:ext cx="1551610" cy="1551610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" name="!!circle-1qy"/>
          <p:cNvSpPr/>
          <p:nvPr/>
        </p:nvSpPr>
        <p:spPr>
          <a:xfrm>
            <a:off x="11134059" y="1055573"/>
            <a:ext cx="2674569" cy="2674569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7" name="!!circle-1r1"/>
          <p:cNvSpPr/>
          <p:nvPr/>
        </p:nvSpPr>
        <p:spPr>
          <a:xfrm>
            <a:off x="8358511" y="5590959"/>
            <a:ext cx="905370" cy="905370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8" name="!!rect-1sh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5F7">
                  <a:alpha val="0"/>
                </a:srgbClr>
              </a:gs>
              <a:gs pos="20428">
                <a:srgbClr val="F3F5F7">
                  <a:alpha val="0"/>
                </a:srgbClr>
              </a:gs>
              <a:gs pos="66730">
                <a:srgbClr val="F3F5F7"/>
              </a:gs>
              <a:gs pos="100000">
                <a:srgbClr val="F3F5F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9" name="!!circle-1sj"/>
          <p:cNvSpPr/>
          <p:nvPr/>
        </p:nvSpPr>
        <p:spPr>
          <a:xfrm>
            <a:off x="107565" y="216789"/>
            <a:ext cx="50038" cy="50038"/>
          </a:xfrm>
          <a:prstGeom prst="ellipse">
            <a:avLst/>
          </a:prstGeom>
          <a:solidFill>
            <a:srgbClr val="627D8D">
              <a:alpha val="25400"/>
            </a:srgbClr>
          </a:solidFill>
          <a:ln>
            <a:noFill/>
          </a:ln>
        </p:spPr>
      </p:sp>
      <p:sp>
        <p:nvSpPr>
          <p:cNvPr id="10" name="!!circle-1sm"/>
          <p:cNvSpPr/>
          <p:nvPr/>
        </p:nvSpPr>
        <p:spPr>
          <a:xfrm>
            <a:off x="5629433" y="1500747"/>
            <a:ext cx="36055" cy="36055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11" name="!!circle-1sp"/>
          <p:cNvSpPr/>
          <p:nvPr/>
        </p:nvSpPr>
        <p:spPr>
          <a:xfrm>
            <a:off x="9307359" y="3408838"/>
            <a:ext cx="24295" cy="24295"/>
          </a:xfrm>
          <a:prstGeom prst="ellipse">
            <a:avLst/>
          </a:prstGeom>
          <a:solidFill>
            <a:srgbClr val="627D8D">
              <a:alpha val="18100"/>
            </a:srgbClr>
          </a:solidFill>
          <a:ln>
            <a:noFill/>
          </a:ln>
        </p:spPr>
      </p:sp>
      <p:sp>
        <p:nvSpPr>
          <p:cNvPr id="12" name="!!circle-1ss"/>
          <p:cNvSpPr/>
          <p:nvPr/>
        </p:nvSpPr>
        <p:spPr>
          <a:xfrm>
            <a:off x="3561711" y="6581503"/>
            <a:ext cx="25959" cy="25959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13" name="!!circle-1sv"/>
          <p:cNvSpPr/>
          <p:nvPr/>
        </p:nvSpPr>
        <p:spPr>
          <a:xfrm>
            <a:off x="1911712" y="1890037"/>
            <a:ext cx="35878" cy="35878"/>
          </a:xfrm>
          <a:prstGeom prst="ellipse">
            <a:avLst/>
          </a:prstGeom>
          <a:solidFill>
            <a:srgbClr val="627D8D">
              <a:alpha val="26800"/>
            </a:srgbClr>
          </a:solidFill>
          <a:ln>
            <a:noFill/>
          </a:ln>
        </p:spPr>
      </p:sp>
      <p:sp>
        <p:nvSpPr>
          <p:cNvPr id="14" name="!!circle-1sy"/>
          <p:cNvSpPr/>
          <p:nvPr/>
        </p:nvSpPr>
        <p:spPr>
          <a:xfrm>
            <a:off x="6775840" y="4037834"/>
            <a:ext cx="40234" cy="40234"/>
          </a:xfrm>
          <a:prstGeom prst="ellipse">
            <a:avLst/>
          </a:prstGeom>
          <a:solidFill>
            <a:srgbClr val="627D8D">
              <a:alpha val="31300"/>
            </a:srgbClr>
          </a:solidFill>
          <a:ln>
            <a:noFill/>
          </a:ln>
        </p:spPr>
      </p:sp>
      <p:sp>
        <p:nvSpPr>
          <p:cNvPr id="15" name="!!circle-1t1"/>
          <p:cNvSpPr/>
          <p:nvPr/>
        </p:nvSpPr>
        <p:spPr>
          <a:xfrm>
            <a:off x="10027278" y="99883"/>
            <a:ext cx="23559" cy="23559"/>
          </a:xfrm>
          <a:prstGeom prst="ellipse">
            <a:avLst/>
          </a:prstGeom>
          <a:solidFill>
            <a:srgbClr val="627D8D">
              <a:alpha val="17900"/>
            </a:srgbClr>
          </a:solidFill>
          <a:ln>
            <a:noFill/>
          </a:ln>
        </p:spPr>
      </p:sp>
      <p:sp>
        <p:nvSpPr>
          <p:cNvPr id="16" name="!!circle-1t4"/>
          <p:cNvSpPr/>
          <p:nvPr/>
        </p:nvSpPr>
        <p:spPr>
          <a:xfrm>
            <a:off x="1107004" y="5080275"/>
            <a:ext cx="29959" cy="29959"/>
          </a:xfrm>
          <a:prstGeom prst="ellipse">
            <a:avLst/>
          </a:prstGeom>
          <a:solidFill>
            <a:srgbClr val="627D8D">
              <a:alpha val="19400"/>
            </a:srgbClr>
          </a:solidFill>
          <a:ln>
            <a:noFill/>
          </a:ln>
        </p:spPr>
      </p:sp>
      <p:sp>
        <p:nvSpPr>
          <p:cNvPr id="17" name="!!circle-1t7"/>
          <p:cNvSpPr/>
          <p:nvPr/>
        </p:nvSpPr>
        <p:spPr>
          <a:xfrm>
            <a:off x="8520779" y="4604857"/>
            <a:ext cx="28702" cy="28702"/>
          </a:xfrm>
          <a:prstGeom prst="ellipse">
            <a:avLst/>
          </a:prstGeom>
          <a:solidFill>
            <a:srgbClr val="627D8D">
              <a:alpha val="17800"/>
            </a:srgbClr>
          </a:solidFill>
          <a:ln>
            <a:noFill/>
          </a:ln>
        </p:spPr>
      </p:sp>
      <p:sp>
        <p:nvSpPr>
          <p:cNvPr id="18" name="!!circle-1ta"/>
          <p:cNvSpPr/>
          <p:nvPr/>
        </p:nvSpPr>
        <p:spPr>
          <a:xfrm>
            <a:off x="11070809" y="2055626"/>
            <a:ext cx="24066" cy="24066"/>
          </a:xfrm>
          <a:prstGeom prst="ellipse">
            <a:avLst/>
          </a:prstGeom>
          <a:solidFill>
            <a:srgbClr val="627D8D">
              <a:alpha val="23900"/>
            </a:srgbClr>
          </a:solidFill>
          <a:ln>
            <a:noFill/>
          </a:ln>
        </p:spPr>
      </p:sp>
      <p:sp>
        <p:nvSpPr>
          <p:cNvPr id="19" name="!!circle-1td"/>
          <p:cNvSpPr/>
          <p:nvPr/>
        </p:nvSpPr>
        <p:spPr>
          <a:xfrm>
            <a:off x="8369460" y="6089074"/>
            <a:ext cx="35865" cy="35865"/>
          </a:xfrm>
          <a:prstGeom prst="ellipse">
            <a:avLst/>
          </a:prstGeom>
          <a:solidFill>
            <a:srgbClr val="627D8D">
              <a:alpha val="28200"/>
            </a:srgbClr>
          </a:solidFill>
          <a:ln>
            <a:noFill/>
          </a:ln>
        </p:spPr>
      </p:sp>
      <p:sp>
        <p:nvSpPr>
          <p:cNvPr id="20" name="!!circle-1tg"/>
          <p:cNvSpPr/>
          <p:nvPr/>
        </p:nvSpPr>
        <p:spPr>
          <a:xfrm>
            <a:off x="1443553" y="3337489"/>
            <a:ext cx="39218" cy="39218"/>
          </a:xfrm>
          <a:prstGeom prst="ellipse">
            <a:avLst/>
          </a:prstGeom>
          <a:solidFill>
            <a:srgbClr val="627D8D">
              <a:alpha val="29600"/>
            </a:srgbClr>
          </a:solidFill>
          <a:ln>
            <a:noFill/>
          </a:ln>
        </p:spPr>
      </p:sp>
      <p:sp>
        <p:nvSpPr>
          <p:cNvPr id="21" name="!!circle-1tj"/>
          <p:cNvSpPr/>
          <p:nvPr/>
        </p:nvSpPr>
        <p:spPr>
          <a:xfrm>
            <a:off x="7167097" y="6338617"/>
            <a:ext cx="49733" cy="49733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2" name="!!circle-1tm"/>
          <p:cNvSpPr/>
          <p:nvPr/>
        </p:nvSpPr>
        <p:spPr>
          <a:xfrm>
            <a:off x="6322203" y="1995742"/>
            <a:ext cx="41694" cy="41694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3" name="!!circle-1tp"/>
          <p:cNvSpPr/>
          <p:nvPr/>
        </p:nvSpPr>
        <p:spPr>
          <a:xfrm>
            <a:off x="6787235" y="5399628"/>
            <a:ext cx="31979" cy="31979"/>
          </a:xfrm>
          <a:prstGeom prst="ellipse">
            <a:avLst/>
          </a:prstGeom>
          <a:solidFill>
            <a:srgbClr val="627D8D">
              <a:alpha val="24100"/>
            </a:srgbClr>
          </a:solidFill>
          <a:ln>
            <a:noFill/>
          </a:ln>
        </p:spPr>
      </p:sp>
      <p:sp>
        <p:nvSpPr>
          <p:cNvPr id="24" name="!!circle-1ts"/>
          <p:cNvSpPr/>
          <p:nvPr/>
        </p:nvSpPr>
        <p:spPr>
          <a:xfrm>
            <a:off x="3835247" y="1341683"/>
            <a:ext cx="18085" cy="18085"/>
          </a:xfrm>
          <a:prstGeom prst="ellipse">
            <a:avLst/>
          </a:prstGeom>
          <a:solidFill>
            <a:srgbClr val="627D8D">
              <a:alpha val="10500"/>
            </a:srgbClr>
          </a:solidFill>
          <a:ln>
            <a:noFill/>
          </a:ln>
        </p:spPr>
      </p:sp>
      <p:sp>
        <p:nvSpPr>
          <p:cNvPr id="25" name="!!circle-1ty"/>
          <p:cNvSpPr/>
          <p:nvPr/>
        </p:nvSpPr>
        <p:spPr>
          <a:xfrm>
            <a:off x="3405082" y="6539095"/>
            <a:ext cx="39243" cy="39243"/>
          </a:xfrm>
          <a:prstGeom prst="ellipse">
            <a:avLst/>
          </a:prstGeom>
          <a:solidFill>
            <a:srgbClr val="627D8D">
              <a:alpha val="27700"/>
            </a:srgbClr>
          </a:solidFill>
          <a:ln>
            <a:noFill/>
          </a:ln>
        </p:spPr>
      </p:sp>
      <p:sp>
        <p:nvSpPr>
          <p:cNvPr id="26" name="!!circle-1u1"/>
          <p:cNvSpPr/>
          <p:nvPr/>
        </p:nvSpPr>
        <p:spPr>
          <a:xfrm>
            <a:off x="1667089" y="6695091"/>
            <a:ext cx="34519" cy="34519"/>
          </a:xfrm>
          <a:prstGeom prst="ellipse">
            <a:avLst/>
          </a:prstGeom>
          <a:solidFill>
            <a:srgbClr val="627D8D">
              <a:alpha val="22500"/>
            </a:srgbClr>
          </a:solidFill>
          <a:ln>
            <a:noFill/>
          </a:ln>
        </p:spPr>
      </p:sp>
      <p:sp>
        <p:nvSpPr>
          <p:cNvPr id="27" name="!!circle-1u4"/>
          <p:cNvSpPr/>
          <p:nvPr/>
        </p:nvSpPr>
        <p:spPr>
          <a:xfrm>
            <a:off x="2597874" y="5343708"/>
            <a:ext cx="46228" cy="46228"/>
          </a:xfrm>
          <a:prstGeom prst="ellipse">
            <a:avLst/>
          </a:prstGeom>
          <a:solidFill>
            <a:srgbClr val="627D8D">
              <a:alpha val="26200"/>
            </a:srgbClr>
          </a:solidFill>
          <a:ln>
            <a:noFill/>
          </a:ln>
        </p:spPr>
      </p:sp>
      <p:sp>
        <p:nvSpPr>
          <p:cNvPr id="28" name="!!circle-1u7"/>
          <p:cNvSpPr/>
          <p:nvPr/>
        </p:nvSpPr>
        <p:spPr>
          <a:xfrm>
            <a:off x="7413040" y="4905325"/>
            <a:ext cx="49327" cy="49327"/>
          </a:xfrm>
          <a:prstGeom prst="ellipse">
            <a:avLst/>
          </a:prstGeom>
          <a:solidFill>
            <a:srgbClr val="627D8D">
              <a:alpha val="20800"/>
            </a:srgbClr>
          </a:solidFill>
          <a:ln>
            <a:noFill/>
          </a:ln>
        </p:spPr>
      </p:sp>
      <p:sp>
        <p:nvSpPr>
          <p:cNvPr id="29" name="!!circle-1ua"/>
          <p:cNvSpPr/>
          <p:nvPr/>
        </p:nvSpPr>
        <p:spPr>
          <a:xfrm>
            <a:off x="9691672" y="5670418"/>
            <a:ext cx="24054" cy="24054"/>
          </a:xfrm>
          <a:prstGeom prst="ellipse">
            <a:avLst/>
          </a:prstGeom>
          <a:solidFill>
            <a:srgbClr val="627D8D">
              <a:alpha val="22200"/>
            </a:srgbClr>
          </a:solidFill>
          <a:ln>
            <a:noFill/>
          </a:ln>
        </p:spPr>
      </p:sp>
      <p:sp>
        <p:nvSpPr>
          <p:cNvPr id="30" name="!!circle-1ud"/>
          <p:cNvSpPr/>
          <p:nvPr/>
        </p:nvSpPr>
        <p:spPr>
          <a:xfrm>
            <a:off x="2127725" y="1594702"/>
            <a:ext cx="32271" cy="32271"/>
          </a:xfrm>
          <a:prstGeom prst="ellipse">
            <a:avLst/>
          </a:prstGeom>
          <a:solidFill>
            <a:srgbClr val="627D8D">
              <a:alpha val="20500"/>
            </a:srgbClr>
          </a:solidFill>
          <a:ln>
            <a:noFill/>
          </a:ln>
        </p:spPr>
      </p:sp>
      <p:sp>
        <p:nvSpPr>
          <p:cNvPr id="31" name="!!circle-1uj"/>
          <p:cNvSpPr/>
          <p:nvPr/>
        </p:nvSpPr>
        <p:spPr>
          <a:xfrm>
            <a:off x="2094833" y="2610331"/>
            <a:ext cx="34252" cy="34252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32" name="!!circle-1um"/>
          <p:cNvSpPr/>
          <p:nvPr/>
        </p:nvSpPr>
        <p:spPr>
          <a:xfrm>
            <a:off x="9618780" y="4609704"/>
            <a:ext cx="44196" cy="44196"/>
          </a:xfrm>
          <a:prstGeom prst="ellipse">
            <a:avLst/>
          </a:prstGeom>
          <a:solidFill>
            <a:srgbClr val="627D8D">
              <a:alpha val="21700"/>
            </a:srgbClr>
          </a:solidFill>
          <a:ln>
            <a:noFill/>
          </a:ln>
        </p:spPr>
      </p:sp>
      <p:sp>
        <p:nvSpPr>
          <p:cNvPr id="33" name="!!circle-1up"/>
          <p:cNvSpPr/>
          <p:nvPr/>
        </p:nvSpPr>
        <p:spPr>
          <a:xfrm>
            <a:off x="6815527" y="1900828"/>
            <a:ext cx="35192" cy="35192"/>
          </a:xfrm>
          <a:prstGeom prst="ellipse">
            <a:avLst/>
          </a:prstGeom>
          <a:solidFill>
            <a:srgbClr val="627D8D">
              <a:alpha val="27100"/>
            </a:srgbClr>
          </a:solidFill>
          <a:ln>
            <a:noFill/>
          </a:ln>
        </p:spPr>
      </p:sp>
      <p:sp>
        <p:nvSpPr>
          <p:cNvPr id="34" name="!!circle-1us"/>
          <p:cNvSpPr/>
          <p:nvPr/>
        </p:nvSpPr>
        <p:spPr>
          <a:xfrm>
            <a:off x="10104207" y="5504595"/>
            <a:ext cx="43358" cy="43358"/>
          </a:xfrm>
          <a:prstGeom prst="ellipse">
            <a:avLst/>
          </a:prstGeom>
          <a:solidFill>
            <a:srgbClr val="627D8D">
              <a:alpha val="19500"/>
            </a:srgbClr>
          </a:solidFill>
          <a:ln>
            <a:noFill/>
          </a:ln>
        </p:spPr>
      </p:sp>
      <p:sp>
        <p:nvSpPr>
          <p:cNvPr id="35" name="!!circle-1uv"/>
          <p:cNvSpPr/>
          <p:nvPr/>
        </p:nvSpPr>
        <p:spPr>
          <a:xfrm>
            <a:off x="3098308" y="2303833"/>
            <a:ext cx="33528" cy="33528"/>
          </a:xfrm>
          <a:prstGeom prst="ellipse">
            <a:avLst/>
          </a:prstGeom>
          <a:solidFill>
            <a:srgbClr val="627D8D">
              <a:alpha val="28300"/>
            </a:srgbClr>
          </a:solidFill>
          <a:ln>
            <a:noFill/>
          </a:ln>
        </p:spPr>
      </p:sp>
      <p:sp>
        <p:nvSpPr>
          <p:cNvPr id="36" name="!!circle-1uy"/>
          <p:cNvSpPr/>
          <p:nvPr/>
        </p:nvSpPr>
        <p:spPr>
          <a:xfrm>
            <a:off x="6747891" y="2843546"/>
            <a:ext cx="28956" cy="28956"/>
          </a:xfrm>
          <a:prstGeom prst="ellipse">
            <a:avLst/>
          </a:prstGeom>
          <a:solidFill>
            <a:srgbClr val="627D8D">
              <a:alpha val="21800"/>
            </a:srgbClr>
          </a:solidFill>
          <a:ln>
            <a:noFill/>
          </a:ln>
        </p:spPr>
      </p:sp>
      <p:sp>
        <p:nvSpPr>
          <p:cNvPr id="37" name="!!circle-1v1"/>
          <p:cNvSpPr/>
          <p:nvPr/>
        </p:nvSpPr>
        <p:spPr>
          <a:xfrm>
            <a:off x="6975374" y="6574511"/>
            <a:ext cx="45555" cy="45555"/>
          </a:xfrm>
          <a:prstGeom prst="ellipse">
            <a:avLst/>
          </a:prstGeom>
          <a:solidFill>
            <a:srgbClr val="627D8D">
              <a:alpha val="20900"/>
            </a:srgbClr>
          </a:solidFill>
          <a:ln>
            <a:noFill/>
          </a:ln>
        </p:spPr>
      </p:sp>
      <p:sp>
        <p:nvSpPr>
          <p:cNvPr id="38" name="!!circle-1v4"/>
          <p:cNvSpPr/>
          <p:nvPr/>
        </p:nvSpPr>
        <p:spPr>
          <a:xfrm>
            <a:off x="11320114" y="3536731"/>
            <a:ext cx="39484" cy="39484"/>
          </a:xfrm>
          <a:prstGeom prst="ellipse">
            <a:avLst/>
          </a:prstGeom>
          <a:solidFill>
            <a:srgbClr val="627D8D">
              <a:alpha val="13600"/>
            </a:srgbClr>
          </a:solidFill>
          <a:ln>
            <a:noFill/>
          </a:ln>
        </p:spPr>
      </p:sp>
      <p:sp>
        <p:nvSpPr>
          <p:cNvPr id="39" name="!!circle-1v7"/>
          <p:cNvSpPr/>
          <p:nvPr/>
        </p:nvSpPr>
        <p:spPr>
          <a:xfrm>
            <a:off x="7438037" y="5764622"/>
            <a:ext cx="30455" cy="30455"/>
          </a:xfrm>
          <a:prstGeom prst="ellipse">
            <a:avLst/>
          </a:prstGeom>
          <a:solidFill>
            <a:srgbClr val="627D8D">
              <a:alpha val="16500"/>
            </a:srgbClr>
          </a:solidFill>
          <a:ln>
            <a:noFill/>
          </a:ln>
        </p:spPr>
      </p:sp>
      <p:sp>
        <p:nvSpPr>
          <p:cNvPr id="40" name="!!circle-1va"/>
          <p:cNvSpPr/>
          <p:nvPr/>
        </p:nvSpPr>
        <p:spPr>
          <a:xfrm>
            <a:off x="8935578" y="6515458"/>
            <a:ext cx="28257" cy="28257"/>
          </a:xfrm>
          <a:prstGeom prst="ellipse">
            <a:avLst/>
          </a:prstGeom>
          <a:solidFill>
            <a:srgbClr val="627D8D">
              <a:alpha val="15700"/>
            </a:srgbClr>
          </a:solidFill>
          <a:ln>
            <a:noFill/>
          </a:ln>
        </p:spPr>
      </p:sp>
      <p:sp>
        <p:nvSpPr>
          <p:cNvPr id="41" name="!!circle-1vd"/>
          <p:cNvSpPr/>
          <p:nvPr/>
        </p:nvSpPr>
        <p:spPr>
          <a:xfrm>
            <a:off x="11320761" y="5235456"/>
            <a:ext cx="45149" cy="45149"/>
          </a:xfrm>
          <a:prstGeom prst="ellipse">
            <a:avLst/>
          </a:prstGeom>
          <a:solidFill>
            <a:srgbClr val="627D8D">
              <a:alpha val="31200"/>
            </a:srgbClr>
          </a:solidFill>
          <a:ln>
            <a:noFill/>
          </a:ln>
        </p:spPr>
      </p:sp>
      <p:sp>
        <p:nvSpPr>
          <p:cNvPr id="42" name="!!circle-1vg"/>
          <p:cNvSpPr/>
          <p:nvPr/>
        </p:nvSpPr>
        <p:spPr>
          <a:xfrm>
            <a:off x="3443269" y="3442989"/>
            <a:ext cx="30696" cy="30696"/>
          </a:xfrm>
          <a:prstGeom prst="ellipse">
            <a:avLst/>
          </a:prstGeom>
          <a:solidFill>
            <a:srgbClr val="627D8D">
              <a:alpha val="25700"/>
            </a:srgbClr>
          </a:solidFill>
          <a:ln>
            <a:noFill/>
          </a:ln>
        </p:spPr>
      </p:sp>
      <p:sp>
        <p:nvSpPr>
          <p:cNvPr id="43" name="!!circle-1vj"/>
          <p:cNvSpPr/>
          <p:nvPr/>
        </p:nvSpPr>
        <p:spPr>
          <a:xfrm>
            <a:off x="8825024" y="3993957"/>
            <a:ext cx="37401" cy="37401"/>
          </a:xfrm>
          <a:prstGeom prst="ellipse">
            <a:avLst/>
          </a:prstGeom>
          <a:solidFill>
            <a:srgbClr val="627D8D">
              <a:alpha val="16000"/>
            </a:srgbClr>
          </a:solidFill>
          <a:ln>
            <a:noFill/>
          </a:ln>
        </p:spPr>
      </p:sp>
      <p:sp>
        <p:nvSpPr>
          <p:cNvPr id="44" name="!!circle-1vm"/>
          <p:cNvSpPr/>
          <p:nvPr/>
        </p:nvSpPr>
        <p:spPr>
          <a:xfrm>
            <a:off x="1729721" y="4749125"/>
            <a:ext cx="33096" cy="33096"/>
          </a:xfrm>
          <a:prstGeom prst="ellipse">
            <a:avLst/>
          </a:prstGeom>
          <a:solidFill>
            <a:srgbClr val="627D8D">
              <a:alpha val="22300"/>
            </a:srgbClr>
          </a:solidFill>
          <a:ln>
            <a:noFill/>
          </a:ln>
        </p:spPr>
      </p:sp>
      <p:sp>
        <p:nvSpPr>
          <p:cNvPr id="45" name="!!circle-1vp"/>
          <p:cNvSpPr/>
          <p:nvPr/>
        </p:nvSpPr>
        <p:spPr>
          <a:xfrm>
            <a:off x="11597322" y="857105"/>
            <a:ext cx="21145" cy="21145"/>
          </a:xfrm>
          <a:prstGeom prst="ellipse">
            <a:avLst/>
          </a:prstGeom>
          <a:solidFill>
            <a:srgbClr val="627D8D">
              <a:alpha val="16300"/>
            </a:srgbClr>
          </a:solidFill>
          <a:ln>
            <a:noFill/>
          </a:ln>
        </p:spPr>
      </p:sp>
      <p:sp>
        <p:nvSpPr>
          <p:cNvPr id="46" name="!!circle-1vs"/>
          <p:cNvSpPr/>
          <p:nvPr/>
        </p:nvSpPr>
        <p:spPr>
          <a:xfrm>
            <a:off x="11077041" y="5730370"/>
            <a:ext cx="35281" cy="35281"/>
          </a:xfrm>
          <a:prstGeom prst="ellipse">
            <a:avLst/>
          </a:prstGeom>
          <a:solidFill>
            <a:srgbClr val="627D8D">
              <a:alpha val="30000"/>
            </a:srgbClr>
          </a:solidFill>
          <a:ln>
            <a:noFill/>
          </a:ln>
        </p:spPr>
      </p:sp>
      <p:sp>
        <p:nvSpPr>
          <p:cNvPr id="47" name="!!path-369"/>
          <p:cNvSpPr/>
          <p:nvPr/>
        </p:nvSpPr>
        <p:spPr>
          <a:xfrm>
            <a:off x="5599440" y="4559935"/>
            <a:ext cx="7523230" cy="3747183"/>
          </a:xfrm>
          <a:custGeom>
            <a:avLst/>
            <a:gdLst/>
            <a:ahLst/>
            <a:cxnLst/>
            <a:rect l="l" t="t" r="r" b="b"/>
            <a:pathLst>
              <a:path w="7523230" h="3747183" fill="none">
                <a:moveTo>
                  <a:pt x="7523230" y="3747183"/>
                </a:moveTo>
                <a:quadBezTo>
                  <a:pt x="4355803" y="680632"/>
                  <a:pt x="0" y="0"/>
                </a:quadBezTo>
              </a:path>
            </a:pathLst>
          </a:custGeom>
          <a:noFill/>
          <a:ln w="31782" cap="rnd">
            <a:solidFill>
              <a:srgbClr val="627D8D">
                <a:alpha val="7800"/>
              </a:srgbClr>
            </a:solidFill>
            <a:prstDash val="solid"/>
            <a:round/>
          </a:ln>
        </p:spPr>
      </p:sp>
      <p:sp>
        <p:nvSpPr>
          <p:cNvPr id="48" name="!!circle-36c"/>
          <p:cNvSpPr/>
          <p:nvPr/>
        </p:nvSpPr>
        <p:spPr>
          <a:xfrm>
            <a:off x="6514797" y="4653372"/>
            <a:ext cx="203403" cy="203403"/>
          </a:xfrm>
          <a:prstGeom prst="ellipse">
            <a:avLst/>
          </a:prstGeom>
          <a:gradFill rotWithShape="1">
            <a:gsLst>
              <a:gs pos="0">
                <a:srgbClr val="FFFFFF">
                  <a:alpha val="14727"/>
                </a:srgbClr>
              </a:gs>
              <a:gs pos="28284">
                <a:srgbClr val="627D8D">
                  <a:alpha val="7364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9" name="!!circle-36f"/>
          <p:cNvSpPr/>
          <p:nvPr/>
        </p:nvSpPr>
        <p:spPr>
          <a:xfrm>
            <a:off x="9206390" y="5567341"/>
            <a:ext cx="203403" cy="203403"/>
          </a:xfrm>
          <a:prstGeom prst="ellipse">
            <a:avLst/>
          </a:prstGeom>
          <a:gradFill rotWithShape="1">
            <a:gsLst>
              <a:gs pos="0">
                <a:srgbClr val="FFFFFF">
                  <a:alpha val="24300"/>
                </a:srgbClr>
              </a:gs>
              <a:gs pos="28284">
                <a:srgbClr val="627D8D">
                  <a:alpha val="1215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0" name="!!circle-3as"/>
          <p:cNvSpPr/>
          <p:nvPr/>
        </p:nvSpPr>
        <p:spPr>
          <a:xfrm>
            <a:off x="10151575" y="4622088"/>
            <a:ext cx="8787019" cy="8787019"/>
          </a:xfrm>
          <a:prstGeom prst="ellipse">
            <a:avLst/>
          </a:prstGeom>
          <a:gradFill rotWithShape="1">
            <a:gsLst>
              <a:gs pos="0">
                <a:srgbClr val="627D8D">
                  <a:alpha val="220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1" name="!!circle-3aw"/>
          <p:cNvSpPr/>
          <p:nvPr/>
        </p:nvSpPr>
        <p:spPr>
          <a:xfrm>
            <a:off x="12279186" y="6749698"/>
            <a:ext cx="4531798" cy="4531798"/>
          </a:xfrm>
          <a:custGeom>
            <a:avLst/>
            <a:gdLst/>
            <a:ahLst/>
            <a:cxnLst/>
            <a:rect l="l" t="t" r="r" b="b"/>
            <a:pathLst>
              <a:path w="4531798" h="4531798" fill="none">
                <a:moveTo>
                  <a:pt x="447204" y="3075634"/>
                </a:moveTo>
                <a:cubicBezTo>
                  <a:pt x="0" y="2071197"/>
                  <a:pt x="451727" y="894409"/>
                  <a:pt x="1456164" y="447204"/>
                </a:cubicBezTo>
                <a:cubicBezTo>
                  <a:pt x="2460601" y="0"/>
                  <a:pt x="3637389" y="451727"/>
                  <a:pt x="4084593" y="1456164"/>
                </a:cubicBezTo>
                <a:cubicBezTo>
                  <a:pt x="4531798" y="2460601"/>
                  <a:pt x="4080071" y="3637389"/>
                  <a:pt x="3075634" y="4084593"/>
                </a:cubicBezTo>
                <a:cubicBezTo>
                  <a:pt x="2071197" y="4531798"/>
                  <a:pt x="894409" y="4080071"/>
                  <a:pt x="447204" y="3075634"/>
                </a:cubicBezTo>
                <a:close/>
              </a:path>
            </a:pathLst>
          </a:custGeom>
          <a:noFill/>
          <a:ln w="30510" cap="rnd">
            <a:solidFill>
              <a:srgbClr val="627D8D">
                <a:alpha val="34000"/>
              </a:srgbClr>
            </a:solidFill>
            <a:custDash>
              <a:ds d="4500000" sp="1500000"/>
            </a:custDash>
            <a:miter lim="800000"/>
          </a:ln>
        </p:spPr>
      </p:sp>
      <p:sp>
        <p:nvSpPr>
          <p:cNvPr id="52" name="!!circle-3b0"/>
          <p:cNvSpPr/>
          <p:nvPr/>
        </p:nvSpPr>
        <p:spPr>
          <a:xfrm>
            <a:off x="11541904" y="6012417"/>
            <a:ext cx="6006360" cy="6006360"/>
          </a:xfrm>
          <a:custGeom>
            <a:avLst/>
            <a:gdLst/>
            <a:ahLst/>
            <a:cxnLst/>
            <a:rect l="l" t="t" r="r" b="b"/>
            <a:pathLst>
              <a:path w="6006360" h="6006360" fill="none">
                <a:moveTo>
                  <a:pt x="2175851" y="456922"/>
                </a:moveTo>
                <a:cubicBezTo>
                  <a:pt x="3582110" y="0"/>
                  <a:pt x="5092517" y="769591"/>
                  <a:pt x="5549439" y="2175851"/>
                </a:cubicBezTo>
                <a:cubicBezTo>
                  <a:pt x="6006360" y="3582110"/>
                  <a:pt x="5236770" y="5092517"/>
                  <a:pt x="3830510" y="5549439"/>
                </a:cubicBezTo>
                <a:cubicBezTo>
                  <a:pt x="2424250" y="6006360"/>
                  <a:pt x="913843" y="5236770"/>
                  <a:pt x="456922" y="3830510"/>
                </a:cubicBezTo>
                <a:cubicBezTo>
                  <a:pt x="0" y="2424250"/>
                  <a:pt x="769591" y="913843"/>
                  <a:pt x="2175851" y="456922"/>
                </a:cubicBezTo>
                <a:close/>
              </a:path>
            </a:pathLst>
          </a:custGeom>
          <a:noFill/>
          <a:ln w="21357" cap="rnd">
            <a:solidFill>
              <a:srgbClr val="627D8D">
                <a:alpha val="27000"/>
              </a:srgbClr>
            </a:solidFill>
            <a:custDash>
              <a:ds d="142857" sp="714286"/>
            </a:custDash>
            <a:miter lim="800000"/>
          </a:ln>
        </p:spPr>
      </p:sp>
      <p:sp>
        <p:nvSpPr>
          <p:cNvPr id="53" name="!!circle-3b4"/>
          <p:cNvSpPr/>
          <p:nvPr/>
        </p:nvSpPr>
        <p:spPr>
          <a:xfrm>
            <a:off x="10896793" y="5367306"/>
            <a:ext cx="7296583" cy="7296583"/>
          </a:xfrm>
          <a:custGeom>
            <a:avLst/>
            <a:gdLst/>
            <a:ahLst/>
            <a:cxnLst/>
            <a:rect l="l" t="t" r="r" b="b"/>
            <a:pathLst>
              <a:path w="7296583" h="7296583" fill="none">
                <a:moveTo>
                  <a:pt x="4091072" y="7052042"/>
                </a:moveTo>
                <a:cubicBezTo>
                  <a:pt x="2211233" y="7296583"/>
                  <a:pt x="489082" y="5970912"/>
                  <a:pt x="244541" y="4091072"/>
                </a:cubicBezTo>
                <a:cubicBezTo>
                  <a:pt x="0" y="2211233"/>
                  <a:pt x="1325671" y="489082"/>
                  <a:pt x="3205511" y="244541"/>
                </a:cubicBezTo>
                <a:cubicBezTo>
                  <a:pt x="5085350" y="0"/>
                  <a:pt x="6807501" y="1325671"/>
                  <a:pt x="7052042" y="3205511"/>
                </a:cubicBezTo>
                <a:cubicBezTo>
                  <a:pt x="7296583" y="5085350"/>
                  <a:pt x="5970912" y="6807501"/>
                  <a:pt x="4091072" y="7052042"/>
                </a:cubicBezTo>
                <a:close/>
              </a:path>
            </a:pathLst>
          </a:custGeom>
          <a:noFill/>
          <a:ln w="21357" cap="rnd">
            <a:solidFill>
              <a:srgbClr val="627D8D">
                <a:alpha val="20000"/>
              </a:srgbClr>
            </a:solidFill>
            <a:custDash>
              <a:ds d="2857143" sp="1285714"/>
              <a:ds d="285714" sp="1285714"/>
            </a:custDash>
            <a:miter lim="800000"/>
          </a:ln>
        </p:spPr>
      </p:sp>
      <p:sp>
        <p:nvSpPr>
          <p:cNvPr id="54" name="!!rect-3h6"/>
          <p:cNvSpPr/>
          <p:nvPr/>
        </p:nvSpPr>
        <p:spPr>
          <a:xfrm>
            <a:off x="2855754" y="2195233"/>
            <a:ext cx="2161159" cy="2847645"/>
          </a:xfrm>
          <a:prstGeom prst="roundRect">
            <a:avLst>
              <a:gd name="adj" fmla="val 6494"/>
            </a:avLst>
          </a:prstGeom>
          <a:solidFill>
            <a:srgbClr val="0B1A26">
              <a:alpha val="12000"/>
            </a:srgbClr>
          </a:solidFill>
          <a:ln>
            <a:noFill/>
          </a:ln>
          <a:effectLst>
            <a:softEdge rad="223744"/>
          </a:effectLst>
        </p:spPr>
      </p:sp>
      <p:sp>
        <p:nvSpPr>
          <p:cNvPr id="55" name="!!rect-3h7"/>
          <p:cNvSpPr/>
          <p:nvPr/>
        </p:nvSpPr>
        <p:spPr>
          <a:xfrm>
            <a:off x="2919317" y="2207946"/>
            <a:ext cx="2034032" cy="2669667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6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56" name="!!rect-3h9"/>
          <p:cNvSpPr/>
          <p:nvPr/>
        </p:nvSpPr>
        <p:spPr>
          <a:xfrm>
            <a:off x="2919317" y="2207946"/>
            <a:ext cx="2034032" cy="2669667"/>
          </a:xfrm>
          <a:custGeom>
            <a:avLst/>
            <a:gdLst/>
            <a:ahLst/>
            <a:cxnLst/>
            <a:rect l="l" t="t" r="r" b="b"/>
            <a:pathLst>
              <a:path w="2034032" h="2669667">
                <a:moveTo>
                  <a:pt x="127127" y="0"/>
                </a:moveTo>
                <a:lnTo>
                  <a:pt x="1906905" y="0"/>
                </a:lnTo>
                <a:cubicBezTo>
                  <a:pt x="1977115" y="0"/>
                  <a:pt x="2034032" y="56917"/>
                  <a:pt x="2034032" y="127127"/>
                </a:cubicBezTo>
                <a:lnTo>
                  <a:pt x="2034032" y="2542540"/>
                </a:lnTo>
                <a:cubicBezTo>
                  <a:pt x="2034032" y="2612750"/>
                  <a:pt x="1977115" y="2669667"/>
                  <a:pt x="1906905" y="2669667"/>
                </a:cubicBezTo>
                <a:lnTo>
                  <a:pt x="127127" y="2669667"/>
                </a:lnTo>
                <a:cubicBezTo>
                  <a:pt x="56917" y="2669667"/>
                  <a:pt x="0" y="2612750"/>
                  <a:pt x="0" y="2542540"/>
                </a:cubicBezTo>
                <a:lnTo>
                  <a:pt x="0" y="127127"/>
                </a:lnTo>
                <a:cubicBezTo>
                  <a:pt x="0" y="56917"/>
                  <a:pt x="56917" y="0"/>
                  <a:pt x="127127" y="0"/>
                </a:cubicBezTo>
                <a:close/>
              </a:path>
            </a:pathLst>
          </a:custGeom>
          <a:solidFill>
            <a:srgbClr val="DDE3E7"/>
          </a:solidFill>
          <a:ln>
            <a:noFill/>
          </a:ln>
        </p:spPr>
      </p:sp>
      <p:sp>
        <p:nvSpPr>
          <p:cNvPr id="57" name="!!ellipse-3ha"/>
          <p:cNvSpPr/>
          <p:nvPr/>
        </p:nvSpPr>
        <p:spPr>
          <a:xfrm>
            <a:off x="3173571" y="4521657"/>
            <a:ext cx="1652651" cy="203403"/>
          </a:xfrm>
          <a:prstGeom prst="ellipse">
            <a:avLst/>
          </a:prstGeom>
          <a:solidFill>
            <a:srgbClr val="0B1A26">
              <a:alpha val="18000"/>
            </a:srgbClr>
          </a:solidFill>
          <a:ln>
            <a:noFill/>
          </a:ln>
        </p:spPr>
      </p:sp>
      <p:sp>
        <p:nvSpPr>
          <p:cNvPr id="58" name="!!rect-3hc"/>
          <p:cNvSpPr/>
          <p:nvPr/>
        </p:nvSpPr>
        <p:spPr>
          <a:xfrm>
            <a:off x="3300698" y="2614752"/>
            <a:ext cx="1271270" cy="1843342"/>
          </a:xfrm>
          <a:prstGeom prst="roundRect">
            <a:avLst>
              <a:gd name="adj" fmla="val 3000"/>
            </a:avLst>
          </a:prstGeom>
          <a:gradFill rotWithShape="1">
            <a:gsLst>
              <a:gs pos="0">
                <a:srgbClr val="5D856F"/>
              </a:gs>
              <a:gs pos="100000">
                <a:srgbClr val="3F624F"/>
              </a:gs>
              <a:gs pos="100000">
                <a:srgbClr val="3F624F"/>
              </a:gs>
            </a:gsLst>
            <a:lin ang="3324463" scaled="0"/>
          </a:gradFill>
          <a:ln>
            <a:noFill/>
          </a:ln>
        </p:spPr>
      </p:sp>
      <p:sp>
        <p:nvSpPr>
          <p:cNvPr id="59" name="!!rect-3hd"/>
          <p:cNvSpPr/>
          <p:nvPr/>
        </p:nvSpPr>
        <p:spPr>
          <a:xfrm>
            <a:off x="3415112" y="2614752"/>
            <a:ext cx="63564" cy="1843342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</p:spPr>
      </p:sp>
      <p:sp>
        <p:nvSpPr>
          <p:cNvPr id="60" name="!!rect-3he"/>
          <p:cNvSpPr/>
          <p:nvPr/>
        </p:nvSpPr>
        <p:spPr>
          <a:xfrm>
            <a:off x="3618516" y="2946554"/>
            <a:ext cx="711911" cy="129034"/>
          </a:xfrm>
          <a:prstGeom prst="roundRect">
            <a:avLst>
              <a:gd name="adj" fmla="val 28571"/>
            </a:avLst>
          </a:prstGeom>
          <a:solidFill>
            <a:srgbClr val="E7D9B8"/>
          </a:solidFill>
          <a:ln>
            <a:noFill/>
          </a:ln>
        </p:spPr>
      </p:sp>
      <p:sp>
        <p:nvSpPr>
          <p:cNvPr id="61" name="!!rect-3hf"/>
          <p:cNvSpPr/>
          <p:nvPr/>
        </p:nvSpPr>
        <p:spPr>
          <a:xfrm>
            <a:off x="3618516" y="3167755"/>
            <a:ext cx="483083" cy="82950"/>
          </a:xfrm>
          <a:prstGeom prst="roundRect">
            <a:avLst>
              <a:gd name="adj" fmla="val 44444"/>
            </a:avLst>
          </a:prstGeom>
          <a:solidFill>
            <a:srgbClr val="E7D9B8">
              <a:alpha val="72000"/>
            </a:srgbClr>
          </a:solidFill>
          <a:ln>
            <a:noFill/>
          </a:ln>
        </p:spPr>
      </p:sp>
      <p:sp>
        <p:nvSpPr>
          <p:cNvPr id="62" name="!!rect-3hg"/>
          <p:cNvSpPr/>
          <p:nvPr/>
        </p:nvSpPr>
        <p:spPr>
          <a:xfrm>
            <a:off x="3618516" y="4089425"/>
            <a:ext cx="355956" cy="73734"/>
          </a:xfrm>
          <a:prstGeom prst="roundRect">
            <a:avLst>
              <a:gd name="adj" fmla="val 50000"/>
            </a:avLst>
          </a:prstGeom>
          <a:solidFill>
            <a:srgbClr val="E7D9B8">
              <a:alpha val="55000"/>
            </a:srgbClr>
          </a:solidFill>
          <a:ln>
            <a:noFill/>
          </a:ln>
        </p:spPr>
      </p:sp>
      <p:sp>
        <p:nvSpPr>
          <p:cNvPr id="63" name="!!path-3hh"/>
          <p:cNvSpPr/>
          <p:nvPr/>
        </p:nvSpPr>
        <p:spPr>
          <a:xfrm>
            <a:off x="4482979" y="2614752"/>
            <a:ext cx="88989" cy="88989"/>
          </a:xfrm>
          <a:custGeom>
            <a:avLst/>
            <a:gdLst/>
            <a:ahLst/>
            <a:cxnLst/>
            <a:rect l="l" t="t" r="r" b="b"/>
            <a:pathLst>
              <a:path w="88989" h="88989">
                <a:moveTo>
                  <a:pt x="0" y="0"/>
                </a:moveTo>
                <a:lnTo>
                  <a:pt x="88989" y="0"/>
                </a:lnTo>
                <a:lnTo>
                  <a:pt x="88989" y="88989"/>
                </a:ln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</p:sp>
      <p:sp>
        <p:nvSpPr>
          <p:cNvPr id="64" name="!!rect-3hi"/>
          <p:cNvSpPr/>
          <p:nvPr/>
        </p:nvSpPr>
        <p:spPr>
          <a:xfrm>
            <a:off x="2919317" y="2891838"/>
            <a:ext cx="2034032" cy="381381"/>
          </a:xfrm>
          <a:prstGeom prst="rect">
            <a:avLst/>
          </a:prstGeom>
          <a:gradFill rotWithShape="1">
            <a:gsLst>
              <a:gs pos="0">
                <a:srgbClr val="627D8D">
                  <a:alpha val="0"/>
                </a:srgbClr>
              </a:gs>
              <a:gs pos="0">
                <a:srgbClr val="627D8D">
                  <a:alpha val="0"/>
                </a:srgbClr>
              </a:gs>
              <a:gs pos="50000">
                <a:srgbClr val="627D8D">
                  <a:alpha val="35000"/>
                </a:srgbClr>
              </a:gs>
              <a:gs pos="100000">
                <a:srgbClr val="627D8D">
                  <a:alpha val="0"/>
                </a:srgbClr>
              </a:gs>
            </a:gsLst>
            <a:lin ang="5400000" scaled="0"/>
          </a:gradFill>
          <a:ln>
            <a:noFill/>
          </a:ln>
        </p:spPr>
      </p:sp>
      <p:sp>
        <p:nvSpPr>
          <p:cNvPr id="65" name="!!rect-3hk"/>
          <p:cNvSpPr/>
          <p:nvPr/>
        </p:nvSpPr>
        <p:spPr>
          <a:xfrm>
            <a:off x="2919317" y="3131786"/>
            <a:ext cx="2034032" cy="15891"/>
          </a:xfrm>
          <a:prstGeom prst="rect">
            <a:avLst/>
          </a:prstGeom>
          <a:solidFill>
            <a:srgbClr val="627D8D"/>
          </a:solidFill>
          <a:ln>
            <a:noFill/>
          </a:ln>
        </p:spPr>
      </p:sp>
      <p:sp>
        <p:nvSpPr>
          <p:cNvPr id="66" name="!!text-3hn" descr="書況照片"/>
          <p:cNvSpPr txBox="1"/>
          <p:nvPr/>
        </p:nvSpPr>
        <p:spPr>
          <a:xfrm>
            <a:off x="3059157" y="2283205"/>
            <a:ext cx="710640" cy="23930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01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書況照片</a:t>
            </a:r>
            <a:endParaRPr lang="zh-TW" sz="1301"/>
          </a:p>
        </p:txBody>
      </p:sp>
      <p:sp>
        <p:nvSpPr>
          <p:cNvPr id="67" name="!!path-3hs"/>
          <p:cNvSpPr/>
          <p:nvPr/>
        </p:nvSpPr>
        <p:spPr>
          <a:xfrm>
            <a:off x="4650367" y="2337196"/>
            <a:ext cx="148357" cy="133522"/>
          </a:xfrm>
          <a:custGeom>
            <a:avLst/>
            <a:gdLst/>
            <a:ahLst/>
            <a:cxnLst/>
            <a:rect l="l" t="t" r="r" b="b"/>
            <a:pathLst>
              <a:path w="148357" h="133522">
                <a:moveTo>
                  <a:pt x="51925" y="0"/>
                </a:moveTo>
                <a:lnTo>
                  <a:pt x="38350" y="14836"/>
                </a:lnTo>
                <a:lnTo>
                  <a:pt x="14836" y="14836"/>
                </a:lnTo>
                <a:cubicBezTo>
                  <a:pt x="6676" y="14836"/>
                  <a:pt x="0" y="21512"/>
                  <a:pt x="0" y="29671"/>
                </a:cubicBezTo>
                <a:lnTo>
                  <a:pt x="0" y="118686"/>
                </a:lnTo>
                <a:cubicBezTo>
                  <a:pt x="0" y="126845"/>
                  <a:pt x="6676" y="133522"/>
                  <a:pt x="14836" y="133522"/>
                </a:cubicBezTo>
                <a:lnTo>
                  <a:pt x="133522" y="133522"/>
                </a:lnTo>
                <a:cubicBezTo>
                  <a:pt x="141681" y="133522"/>
                  <a:pt x="148357" y="126845"/>
                  <a:pt x="148357" y="118686"/>
                </a:cubicBezTo>
                <a:lnTo>
                  <a:pt x="148357" y="29671"/>
                </a:lnTo>
                <a:cubicBezTo>
                  <a:pt x="148357" y="21512"/>
                  <a:pt x="141681" y="14836"/>
                  <a:pt x="133522" y="14836"/>
                </a:cubicBezTo>
                <a:lnTo>
                  <a:pt x="110007" y="14836"/>
                </a:lnTo>
                <a:lnTo>
                  <a:pt x="96432" y="0"/>
                </a:lnTo>
                <a:lnTo>
                  <a:pt x="51925" y="0"/>
                </a:lnTo>
                <a:close/>
                <a:moveTo>
                  <a:pt x="74179" y="111268"/>
                </a:moveTo>
                <a:cubicBezTo>
                  <a:pt x="53705" y="111268"/>
                  <a:pt x="37089" y="94652"/>
                  <a:pt x="37089" y="74179"/>
                </a:cubicBezTo>
                <a:cubicBezTo>
                  <a:pt x="37089" y="53705"/>
                  <a:pt x="53705" y="37089"/>
                  <a:pt x="74179" y="37089"/>
                </a:cubicBezTo>
                <a:cubicBezTo>
                  <a:pt x="94652" y="37089"/>
                  <a:pt x="111268" y="53705"/>
                  <a:pt x="111268" y="74179"/>
                </a:cubicBezTo>
                <a:cubicBezTo>
                  <a:pt x="111268" y="94652"/>
                  <a:pt x="94652" y="111268"/>
                  <a:pt x="74179" y="111268"/>
                </a:cubicBezTo>
                <a:close/>
                <a:moveTo>
                  <a:pt x="74179" y="50441"/>
                </a:moveTo>
                <a:cubicBezTo>
                  <a:pt x="65698" y="50441"/>
                  <a:pt x="57862" y="54966"/>
                  <a:pt x="53622" y="62310"/>
                </a:cubicBezTo>
                <a:cubicBezTo>
                  <a:pt x="49381" y="69654"/>
                  <a:pt x="49381" y="78703"/>
                  <a:pt x="53622" y="86047"/>
                </a:cubicBezTo>
                <a:cubicBezTo>
                  <a:pt x="57862" y="93391"/>
                  <a:pt x="65698" y="97916"/>
                  <a:pt x="74179" y="97916"/>
                </a:cubicBezTo>
                <a:cubicBezTo>
                  <a:pt x="82659" y="97916"/>
                  <a:pt x="90495" y="93391"/>
                  <a:pt x="94736" y="86047"/>
                </a:cubicBezTo>
                <a:cubicBezTo>
                  <a:pt x="98976" y="78703"/>
                  <a:pt x="98976" y="69654"/>
                  <a:pt x="94736" y="62310"/>
                </a:cubicBezTo>
                <a:cubicBezTo>
                  <a:pt x="90495" y="54966"/>
                  <a:pt x="82659" y="50441"/>
                  <a:pt x="74179" y="50441"/>
                </a:cubicBezTo>
                <a:close/>
              </a:path>
            </a:pathLst>
          </a:custGeom>
          <a:solidFill>
            <a:srgbClr val="5B6770"/>
          </a:solidFill>
          <a:ln>
            <a:noFill/>
          </a:ln>
        </p:spPr>
      </p:sp>
      <p:sp>
        <p:nvSpPr>
          <p:cNvPr id="68" name="!!text-3ki" descr="AI 上架輔助"/>
          <p:cNvSpPr txBox="1"/>
          <p:nvPr/>
        </p:nvSpPr>
        <p:spPr>
          <a:xfrm>
            <a:off x="707307" y="632588"/>
            <a:ext cx="948571" cy="22089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01" b="1" kern="0" spc="144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A</a:t>
            </a:r>
            <a:r>
              <a:rPr lang="zh-TW" altLang="en-US" sz="1201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I</a:t>
            </a:r>
            <a:r>
              <a:rPr lang="zh-TW" altLang="en-US" sz="1201" b="1" kern="0" spc="288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 </a:t>
            </a:r>
            <a:r>
              <a:rPr lang="zh-TW" altLang="en-US" sz="1201" b="1" kern="0" spc="144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上架輔</a:t>
            </a:r>
            <a:r>
              <a:rPr lang="zh-TW" altLang="en-US" sz="1201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助</a:t>
            </a:r>
            <a:endParaRPr lang="zh-TW" sz="1201"/>
          </a:p>
        </p:txBody>
      </p:sp>
      <p:sp>
        <p:nvSpPr>
          <p:cNvPr id="69" name="!!text-3ku" descr="拍張照片，AI 判斷書況與售價"/>
          <p:cNvSpPr txBox="1"/>
          <p:nvPr/>
        </p:nvSpPr>
        <p:spPr>
          <a:xfrm>
            <a:off x="707307" y="901589"/>
            <a:ext cx="5967393" cy="66268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3604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拍張照</a:t>
            </a:r>
            <a:r>
              <a:rPr lang="zh-TW" altLang="en-US" sz="3604" kern="0" spc="-1081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片</a:t>
            </a:r>
            <a:r>
              <a:rPr lang="zh-TW" altLang="en-US" sz="3604" kern="0" spc="-649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，</a:t>
            </a:r>
            <a:r>
              <a:rPr lang="zh-TW" altLang="en-US" sz="3604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AI 判斷書況與售價</a:t>
            </a:r>
            <a:endParaRPr lang="zh-TW" sz="3604"/>
          </a:p>
        </p:txBody>
      </p:sp>
      <p:sp>
        <p:nvSpPr>
          <p:cNvPr id="70" name="!!text-3ld" descr="依 ISBN 查詢書目與網路資料，附上建議售價區間與資料來源。"/>
          <p:cNvSpPr txBox="1"/>
          <p:nvPr/>
        </p:nvSpPr>
        <p:spPr>
          <a:xfrm>
            <a:off x="707307" y="1618076"/>
            <a:ext cx="5352301" cy="2761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502" kern="0" dirty="0">
                <a:solidFill>
                  <a:srgbClr val="3F4A54"/>
                </a:solidFill>
                <a:latin typeface="Noto Sans TC Medium"/>
                <a:ea typeface="Noto Sans TC Medium"/>
                <a:cs typeface="Noto Sans TC Medium"/>
              </a:rPr>
              <a:t>依 ISBN 查詢書目與網路資料，附上建議售價區間與資料來源。</a:t>
            </a:r>
            <a:endParaRPr lang="zh-TW" sz="1502"/>
          </a:p>
        </p:txBody>
      </p:sp>
      <p:sp>
        <p:nvSpPr>
          <p:cNvPr id="71" name="!!rect-7lb"/>
          <p:cNvSpPr/>
          <p:nvPr/>
        </p:nvSpPr>
        <p:spPr>
          <a:xfrm>
            <a:off x="8521700" y="660400"/>
            <a:ext cx="2933700" cy="6121400"/>
          </a:xfrm>
          <a:prstGeom prst="roundRect">
            <a:avLst>
              <a:gd name="adj" fmla="val 18020"/>
            </a:avLst>
          </a:prstGeom>
          <a:solidFill>
            <a:srgbClr val="0B1A26">
              <a:alpha val="30000"/>
            </a:srgbClr>
          </a:solidFill>
          <a:ln>
            <a:noFill/>
          </a:ln>
          <a:effectLst>
            <a:softEdge rad="474980"/>
          </a:effectLst>
        </p:spPr>
      </p:sp>
      <p:sp>
        <p:nvSpPr>
          <p:cNvPr id="72" name="!!rect-7lc"/>
          <p:cNvSpPr/>
          <p:nvPr/>
        </p:nvSpPr>
        <p:spPr>
          <a:xfrm>
            <a:off x="8591550" y="527050"/>
            <a:ext cx="2794000" cy="5829300"/>
          </a:xfrm>
          <a:prstGeom prst="roundRect">
            <a:avLst>
              <a:gd name="adj" fmla="val 16825"/>
            </a:avLst>
          </a:prstGeom>
          <a:solidFill>
            <a:srgbClr val="0B1A26">
              <a:alpha val="16000"/>
            </a:srgbClr>
          </a:solidFill>
          <a:ln>
            <a:noFill/>
          </a:ln>
          <a:effectLst>
            <a:softEdge rad="125730"/>
          </a:effectLst>
        </p:spPr>
      </p:sp>
      <p:sp>
        <p:nvSpPr>
          <p:cNvPr id="73" name="!!rect-7ld"/>
          <p:cNvSpPr/>
          <p:nvPr/>
        </p:nvSpPr>
        <p:spPr>
          <a:xfrm>
            <a:off x="8590280" y="1676400"/>
            <a:ext cx="31750" cy="2159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74" name="!!rect-7le"/>
          <p:cNvSpPr/>
          <p:nvPr/>
        </p:nvSpPr>
        <p:spPr>
          <a:xfrm>
            <a:off x="8590280" y="2108200"/>
            <a:ext cx="31750" cy="4064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75" name="!!rect-7lf"/>
          <p:cNvSpPr/>
          <p:nvPr/>
        </p:nvSpPr>
        <p:spPr>
          <a:xfrm>
            <a:off x="8590280" y="2603500"/>
            <a:ext cx="31750" cy="4064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76" name="!!rect-7lg"/>
          <p:cNvSpPr/>
          <p:nvPr/>
        </p:nvSpPr>
        <p:spPr>
          <a:xfrm>
            <a:off x="11355070" y="2260600"/>
            <a:ext cx="31750" cy="6350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77" name="!!rect-7lh"/>
          <p:cNvSpPr/>
          <p:nvPr/>
        </p:nvSpPr>
        <p:spPr>
          <a:xfrm>
            <a:off x="11357610" y="4114800"/>
            <a:ext cx="25400" cy="419100"/>
          </a:xfrm>
          <a:prstGeom prst="roundRect">
            <a:avLst>
              <a:gd name="adj" fmla="val 50000"/>
            </a:avLst>
          </a:prstGeom>
          <a:solidFill>
            <a:srgbClr val="8795A0"/>
          </a:solidFill>
          <a:ln>
            <a:noFill/>
          </a:ln>
        </p:spPr>
      </p:sp>
      <p:sp>
        <p:nvSpPr>
          <p:cNvPr id="78" name="!!rect-7li"/>
          <p:cNvSpPr/>
          <p:nvPr/>
        </p:nvSpPr>
        <p:spPr>
          <a:xfrm>
            <a:off x="8610600" y="508000"/>
            <a:ext cx="2755900" cy="5753100"/>
          </a:xfrm>
          <a:prstGeom prst="roundRect">
            <a:avLst>
              <a:gd name="adj" fmla="val 16359"/>
            </a:avLst>
          </a:prstGeom>
          <a:gradFill rotWithShape="1">
            <a:gsLst>
              <a:gs pos="0">
                <a:srgbClr val="FBFCFD"/>
              </a:gs>
              <a:gs pos="18000">
                <a:srgbClr val="DDE5EB"/>
              </a:gs>
              <a:gs pos="46000">
                <a:srgbClr val="B4C2CC"/>
              </a:gs>
              <a:gs pos="62000">
                <a:srgbClr val="D3DCE3"/>
              </a:gs>
              <a:gs pos="84000">
                <a:srgbClr val="A9B8C3"/>
              </a:gs>
              <a:gs pos="100000">
                <a:srgbClr val="E8EEF2"/>
              </a:gs>
              <a:gs pos="100000">
                <a:srgbClr val="E8EEF2"/>
              </a:gs>
            </a:gsLst>
            <a:lin ang="3864255" scaled="0"/>
          </a:gradFill>
          <a:ln>
            <a:noFill/>
          </a:ln>
        </p:spPr>
      </p:sp>
      <p:sp>
        <p:nvSpPr>
          <p:cNvPr id="79" name="!!rect-7lj"/>
          <p:cNvSpPr/>
          <p:nvPr/>
        </p:nvSpPr>
        <p:spPr>
          <a:xfrm>
            <a:off x="8614410" y="511810"/>
            <a:ext cx="2748280" cy="5745480"/>
          </a:xfrm>
          <a:prstGeom prst="roundRect">
            <a:avLst>
              <a:gd name="adj" fmla="val 16266"/>
            </a:avLst>
          </a:prstGeom>
          <a:noFill/>
          <a:ln w="7620" cap="flat">
            <a:solidFill>
              <a:srgbClr val="7F8F9B">
                <a:alpha val="55000"/>
              </a:srgbClr>
            </a:solidFill>
            <a:prstDash val="solid"/>
            <a:miter lim="800000"/>
          </a:ln>
        </p:spPr>
      </p:sp>
      <p:sp>
        <p:nvSpPr>
          <p:cNvPr id="80" name="!!rect-7lk"/>
          <p:cNvSpPr/>
          <p:nvPr/>
        </p:nvSpPr>
        <p:spPr>
          <a:xfrm>
            <a:off x="8637270" y="534670"/>
            <a:ext cx="2702560" cy="5699760"/>
          </a:xfrm>
          <a:prstGeom prst="roundRect">
            <a:avLst>
              <a:gd name="adj" fmla="val 15695"/>
            </a:avLst>
          </a:prstGeom>
          <a:noFill/>
          <a:ln w="8890" cap="flat">
            <a:solidFill>
              <a:srgbClr val="FFFFFF">
                <a:alpha val="75000"/>
              </a:srgbClr>
            </a:solidFill>
            <a:prstDash val="solid"/>
            <a:miter lim="800000"/>
          </a:ln>
        </p:spPr>
      </p:sp>
      <p:sp>
        <p:nvSpPr>
          <p:cNvPr id="81" name="!!rect-7ll"/>
          <p:cNvSpPr/>
          <p:nvPr/>
        </p:nvSpPr>
        <p:spPr>
          <a:xfrm>
            <a:off x="8664575" y="561975"/>
            <a:ext cx="2647950" cy="5645150"/>
          </a:xfrm>
          <a:prstGeom prst="roundRect">
            <a:avLst>
              <a:gd name="adj" fmla="val 14988"/>
            </a:avLst>
          </a:prstGeom>
          <a:solidFill>
            <a:srgbClr val="050608"/>
          </a:solidFill>
          <a:ln>
            <a:noFill/>
          </a:ln>
        </p:spPr>
      </p:sp>
      <p:sp>
        <p:nvSpPr>
          <p:cNvPr id="82" name="!!rect-7ln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solidFill>
            <a:srgbClr val="F3F5F7"/>
          </a:solidFill>
          <a:ln>
            <a:noFill/>
          </a:ln>
        </p:spPr>
      </p:sp>
      <p:sp>
        <p:nvSpPr>
          <p:cNvPr id="83" name="!!rect-7lq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solidFill>
            <a:srgbClr val="F3F5F7"/>
          </a:solidFill>
          <a:ln>
            <a:noFill/>
          </a:ln>
        </p:spPr>
      </p:sp>
      <p:sp>
        <p:nvSpPr>
          <p:cNvPr id="84" name="!!path-7ls"/>
          <p:cNvSpPr/>
          <p:nvPr/>
        </p:nvSpPr>
        <p:spPr>
          <a:xfrm>
            <a:off x="8712200" y="609600"/>
            <a:ext cx="2552700" cy="730250"/>
          </a:xfrm>
          <a:custGeom>
            <a:avLst/>
            <a:gdLst/>
            <a:ahLst/>
            <a:cxnLst/>
            <a:rect l="l" t="t" r="r" b="b"/>
            <a:pathLst>
              <a:path w="2552700" h="730250">
                <a:moveTo>
                  <a:pt x="0" y="349250"/>
                </a:moveTo>
                <a:lnTo>
                  <a:pt x="6711" y="281115"/>
                </a:lnTo>
                <a:lnTo>
                  <a:pt x="26585" y="215598"/>
                </a:lnTo>
                <a:lnTo>
                  <a:pt x="58859" y="155217"/>
                </a:lnTo>
                <a:lnTo>
                  <a:pt x="102293" y="102293"/>
                </a:lnTo>
                <a:lnTo>
                  <a:pt x="155217" y="58859"/>
                </a:lnTo>
                <a:lnTo>
                  <a:pt x="215598" y="26585"/>
                </a:lnTo>
                <a:lnTo>
                  <a:pt x="281115" y="6711"/>
                </a:lnTo>
                <a:lnTo>
                  <a:pt x="349250" y="0"/>
                </a:lnTo>
                <a:lnTo>
                  <a:pt x="2203450" y="0"/>
                </a:lnTo>
                <a:lnTo>
                  <a:pt x="2271585" y="6711"/>
                </a:lnTo>
                <a:lnTo>
                  <a:pt x="2337102" y="26585"/>
                </a:lnTo>
                <a:lnTo>
                  <a:pt x="2397483" y="58859"/>
                </a:lnTo>
                <a:lnTo>
                  <a:pt x="2450407" y="102293"/>
                </a:lnTo>
                <a:lnTo>
                  <a:pt x="2493841" y="155217"/>
                </a:lnTo>
                <a:lnTo>
                  <a:pt x="2526115" y="215598"/>
                </a:lnTo>
                <a:lnTo>
                  <a:pt x="2545989" y="281115"/>
                </a:lnTo>
                <a:lnTo>
                  <a:pt x="2552700" y="349250"/>
                </a:lnTo>
                <a:lnTo>
                  <a:pt x="2552700" y="577850"/>
                </a:lnTo>
                <a:lnTo>
                  <a:pt x="2551642" y="602192"/>
                </a:lnTo>
                <a:lnTo>
                  <a:pt x="2548467" y="624417"/>
                </a:lnTo>
                <a:lnTo>
                  <a:pt x="2543175" y="644525"/>
                </a:lnTo>
                <a:lnTo>
                  <a:pt x="2535767" y="662517"/>
                </a:lnTo>
                <a:lnTo>
                  <a:pt x="2526242" y="678392"/>
                </a:lnTo>
                <a:lnTo>
                  <a:pt x="2514600" y="692150"/>
                </a:lnTo>
                <a:lnTo>
                  <a:pt x="2500842" y="703792"/>
                </a:lnTo>
                <a:lnTo>
                  <a:pt x="2484967" y="713317"/>
                </a:lnTo>
                <a:lnTo>
                  <a:pt x="2466975" y="720725"/>
                </a:lnTo>
                <a:lnTo>
                  <a:pt x="2446867" y="726017"/>
                </a:lnTo>
                <a:lnTo>
                  <a:pt x="2424642" y="729192"/>
                </a:lnTo>
                <a:lnTo>
                  <a:pt x="2400300" y="730250"/>
                </a:lnTo>
                <a:lnTo>
                  <a:pt x="152400" y="730250"/>
                </a:lnTo>
                <a:lnTo>
                  <a:pt x="128058" y="729192"/>
                </a:lnTo>
                <a:lnTo>
                  <a:pt x="105833" y="726017"/>
                </a:lnTo>
                <a:lnTo>
                  <a:pt x="85725" y="720725"/>
                </a:lnTo>
                <a:lnTo>
                  <a:pt x="67733" y="713317"/>
                </a:lnTo>
                <a:lnTo>
                  <a:pt x="51858" y="703792"/>
                </a:lnTo>
                <a:lnTo>
                  <a:pt x="38100" y="692150"/>
                </a:lnTo>
                <a:lnTo>
                  <a:pt x="26458" y="678392"/>
                </a:lnTo>
                <a:lnTo>
                  <a:pt x="16933" y="662517"/>
                </a:lnTo>
                <a:lnTo>
                  <a:pt x="9525" y="644525"/>
                </a:lnTo>
                <a:lnTo>
                  <a:pt x="4233" y="624417"/>
                </a:lnTo>
                <a:lnTo>
                  <a:pt x="1058" y="602192"/>
                </a:lnTo>
                <a:lnTo>
                  <a:pt x="0" y="577850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85" name="!!text-7lt" descr="2:25"/>
          <p:cNvSpPr txBox="1"/>
          <p:nvPr/>
        </p:nvSpPr>
        <p:spPr>
          <a:xfrm>
            <a:off x="9020597" y="714883"/>
            <a:ext cx="253790" cy="1563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50" kern="0" dirty="0">
                <a:solidFill>
                  <a:srgbClr val="FFFFFF"/>
                </a:solidFill>
                <a:latin typeface="Noto Sans TC SemiBold"/>
                <a:ea typeface="Noto Sans TC SemiBold"/>
                <a:cs typeface="Noto Sans TC SemiBold"/>
              </a:rPr>
              <a:t>2:25</a:t>
            </a:r>
            <a:endParaRPr lang="zh-TW" sz="850"/>
          </a:p>
        </p:txBody>
      </p:sp>
      <p:sp>
        <p:nvSpPr>
          <p:cNvPr id="86" name="!!rect-7ly"/>
          <p:cNvSpPr/>
          <p:nvPr/>
        </p:nvSpPr>
        <p:spPr>
          <a:xfrm>
            <a:off x="10579100" y="808990"/>
            <a:ext cx="21590" cy="2667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87" name="!!rect-7lz"/>
          <p:cNvSpPr/>
          <p:nvPr/>
        </p:nvSpPr>
        <p:spPr>
          <a:xfrm>
            <a:off x="10612120" y="792480"/>
            <a:ext cx="21590" cy="4318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88" name="!!rect-7m0"/>
          <p:cNvSpPr/>
          <p:nvPr/>
        </p:nvSpPr>
        <p:spPr>
          <a:xfrm>
            <a:off x="10645140" y="775970"/>
            <a:ext cx="21590" cy="5969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89" name="!!rect-7m1"/>
          <p:cNvSpPr/>
          <p:nvPr/>
        </p:nvSpPr>
        <p:spPr>
          <a:xfrm>
            <a:off x="10678160" y="759460"/>
            <a:ext cx="21590" cy="7620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90" name="!!path-7m2"/>
          <p:cNvSpPr/>
          <p:nvPr/>
        </p:nvSpPr>
        <p:spPr>
          <a:xfrm>
            <a:off x="10763250" y="763570"/>
            <a:ext cx="95250" cy="70820"/>
          </a:xfrm>
          <a:custGeom>
            <a:avLst/>
            <a:gdLst/>
            <a:ahLst/>
            <a:cxnLst/>
            <a:rect l="l" t="t" r="r" b="b"/>
            <a:pathLst>
              <a:path w="95250" h="70820">
                <a:moveTo>
                  <a:pt x="47625" y="70820"/>
                </a:moveTo>
                <a:lnTo>
                  <a:pt x="31115" y="51135"/>
                </a:lnTo>
                <a:cubicBezTo>
                  <a:pt x="40714" y="43262"/>
                  <a:pt x="54536" y="43262"/>
                  <a:pt x="64135" y="51135"/>
                </a:cubicBezTo>
                <a:close/>
                <a:moveTo>
                  <a:pt x="0" y="23830"/>
                </a:moveTo>
                <a:cubicBezTo>
                  <a:pt x="27279" y="0"/>
                  <a:pt x="67971" y="0"/>
                  <a:pt x="95250" y="23830"/>
                </a:cubicBezTo>
                <a:lnTo>
                  <a:pt x="83820" y="37165"/>
                </a:lnTo>
                <a:cubicBezTo>
                  <a:pt x="63051" y="19153"/>
                  <a:pt x="32199" y="19153"/>
                  <a:pt x="11430" y="37165"/>
                </a:cubicBezTo>
                <a:close/>
                <a:moveTo>
                  <a:pt x="16510" y="43515"/>
                </a:moveTo>
                <a:cubicBezTo>
                  <a:pt x="34385" y="28089"/>
                  <a:pt x="60865" y="28089"/>
                  <a:pt x="78740" y="43515"/>
                </a:cubicBezTo>
                <a:lnTo>
                  <a:pt x="67310" y="56850"/>
                </a:lnTo>
                <a:cubicBezTo>
                  <a:pt x="55947" y="47238"/>
                  <a:pt x="39303" y="47238"/>
                  <a:pt x="27940" y="5685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91" name="!!rect-7m3"/>
          <p:cNvSpPr/>
          <p:nvPr/>
        </p:nvSpPr>
        <p:spPr>
          <a:xfrm>
            <a:off x="10902950" y="760730"/>
            <a:ext cx="161925" cy="78740"/>
          </a:xfrm>
          <a:prstGeom prst="roundRect">
            <a:avLst>
              <a:gd name="adj" fmla="val 32258"/>
            </a:avLst>
          </a:prstGeom>
          <a:noFill/>
          <a:ln w="6985" cap="flat">
            <a:solidFill>
              <a:srgbClr val="FFFFFF">
                <a:alpha val="38000"/>
              </a:srgbClr>
            </a:solidFill>
            <a:prstDash val="solid"/>
            <a:miter lim="800000"/>
          </a:ln>
        </p:spPr>
      </p:sp>
      <p:sp>
        <p:nvSpPr>
          <p:cNvPr id="92" name="!!rect-7m4"/>
          <p:cNvSpPr/>
          <p:nvPr/>
        </p:nvSpPr>
        <p:spPr>
          <a:xfrm>
            <a:off x="10916285" y="774065"/>
            <a:ext cx="110909" cy="52070"/>
          </a:xfrm>
          <a:prstGeom prst="roundRect">
            <a:avLst>
              <a:gd name="adj" fmla="val 26829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93" name="!!path-7m5"/>
          <p:cNvSpPr/>
          <p:nvPr/>
        </p:nvSpPr>
        <p:spPr>
          <a:xfrm>
            <a:off x="11074400" y="786130"/>
            <a:ext cx="10345" cy="27940"/>
          </a:xfrm>
          <a:custGeom>
            <a:avLst/>
            <a:gdLst/>
            <a:ahLst/>
            <a:cxnLst/>
            <a:rect l="l" t="t" r="r" b="b"/>
            <a:pathLst>
              <a:path w="10345" h="27940">
                <a:moveTo>
                  <a:pt x="0" y="0"/>
                </a:moveTo>
                <a:lnTo>
                  <a:pt x="0" y="27940"/>
                </a:lnTo>
                <a:cubicBezTo>
                  <a:pt x="6146" y="26066"/>
                  <a:pt x="10345" y="20395"/>
                  <a:pt x="10345" y="13970"/>
                </a:cubicBezTo>
                <a:cubicBezTo>
                  <a:pt x="10345" y="7545"/>
                  <a:pt x="6146" y="1874"/>
                  <a:pt x="0" y="0"/>
                </a:cubicBezTo>
                <a:close/>
              </a:path>
            </a:pathLst>
          </a:custGeom>
          <a:solidFill>
            <a:srgbClr val="FFFFFF">
              <a:alpha val="45000"/>
            </a:srgbClr>
          </a:solidFill>
          <a:ln>
            <a:noFill/>
          </a:ln>
        </p:spPr>
      </p:sp>
      <p:sp>
        <p:nvSpPr>
          <p:cNvPr id="94" name="!!path-7m6"/>
          <p:cNvSpPr/>
          <p:nvPr/>
        </p:nvSpPr>
        <p:spPr>
          <a:xfrm>
            <a:off x="8845537" y="1109129"/>
            <a:ext cx="62258" cy="105791"/>
          </a:xfrm>
          <a:custGeom>
            <a:avLst/>
            <a:gdLst/>
            <a:ahLst/>
            <a:cxnLst/>
            <a:rect l="l" t="t" r="r" b="b"/>
            <a:pathLst>
              <a:path w="62258" h="105791">
                <a:moveTo>
                  <a:pt x="62258" y="9363"/>
                </a:moveTo>
                <a:lnTo>
                  <a:pt x="52896" y="0"/>
                </a:lnTo>
                <a:lnTo>
                  <a:pt x="0" y="52896"/>
                </a:lnTo>
                <a:lnTo>
                  <a:pt x="52896" y="105791"/>
                </a:lnTo>
                <a:lnTo>
                  <a:pt x="62258" y="96429"/>
                </a:lnTo>
                <a:lnTo>
                  <a:pt x="18725" y="5289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95" name="!!text-7m7" descr="上架書籍"/>
          <p:cNvSpPr txBox="1"/>
          <p:nvPr/>
        </p:nvSpPr>
        <p:spPr>
          <a:xfrm>
            <a:off x="9759950" y="1070737"/>
            <a:ext cx="491490" cy="16550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1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上架書籍</a:t>
            </a:r>
            <a:endParaRPr lang="zh-TW" sz="900"/>
          </a:p>
        </p:txBody>
      </p:sp>
      <p:sp>
        <p:nvSpPr>
          <p:cNvPr id="96" name="!!text-7mc" descr="書況照片"/>
          <p:cNvSpPr txBox="1"/>
          <p:nvPr/>
        </p:nvSpPr>
        <p:spPr>
          <a:xfrm>
            <a:off x="8839200" y="1466342"/>
            <a:ext cx="354965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kern="0" dirty="0">
                <a:solidFill>
                  <a:srgbClr val="5B6770"/>
                </a:solidFill>
                <a:latin typeface="Noto Sans TC SemiBold"/>
                <a:ea typeface="Noto Sans TC SemiBold"/>
                <a:cs typeface="Noto Sans TC SemiBold"/>
              </a:rPr>
              <a:t>書況照片</a:t>
            </a:r>
            <a:endParaRPr lang="zh-TW" sz="650"/>
          </a:p>
        </p:txBody>
      </p:sp>
      <p:sp>
        <p:nvSpPr>
          <p:cNvPr id="97" name="!!rect-7mi"/>
          <p:cNvSpPr/>
          <p:nvPr/>
        </p:nvSpPr>
        <p:spPr>
          <a:xfrm>
            <a:off x="8813800" y="1638300"/>
            <a:ext cx="723900" cy="723900"/>
          </a:xfrm>
          <a:prstGeom prst="roundRect">
            <a:avLst>
              <a:gd name="adj" fmla="val 12281"/>
            </a:avLst>
          </a:prstGeom>
          <a:solidFill>
            <a:srgbClr val="DDE3E7"/>
          </a:solidFill>
          <a:ln>
            <a:noFill/>
          </a:ln>
        </p:spPr>
      </p:sp>
      <p:sp>
        <p:nvSpPr>
          <p:cNvPr id="98" name="!!rect-7mk"/>
          <p:cNvSpPr/>
          <p:nvPr/>
        </p:nvSpPr>
        <p:spPr>
          <a:xfrm>
            <a:off x="8953500" y="1701800"/>
            <a:ext cx="444500" cy="596900"/>
          </a:xfrm>
          <a:prstGeom prst="roundRect">
            <a:avLst>
              <a:gd name="adj" fmla="val 5714"/>
            </a:avLst>
          </a:prstGeom>
          <a:gradFill rotWithShape="1">
            <a:gsLst>
              <a:gs pos="0">
                <a:srgbClr val="5D856F"/>
              </a:gs>
              <a:gs pos="100000">
                <a:srgbClr val="3F624F"/>
              </a:gs>
            </a:gsLst>
            <a:lin ang="3199539" scaled="0"/>
          </a:gradFill>
          <a:ln>
            <a:noFill/>
          </a:ln>
        </p:spPr>
      </p:sp>
      <p:sp>
        <p:nvSpPr>
          <p:cNvPr id="99" name="!!rect-7ml"/>
          <p:cNvSpPr/>
          <p:nvPr/>
        </p:nvSpPr>
        <p:spPr>
          <a:xfrm>
            <a:off x="8993505" y="1701800"/>
            <a:ext cx="22225" cy="596900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</p:spPr>
      </p:sp>
      <p:sp>
        <p:nvSpPr>
          <p:cNvPr id="100" name="!!rect-7mm"/>
          <p:cNvSpPr/>
          <p:nvPr/>
        </p:nvSpPr>
        <p:spPr>
          <a:xfrm>
            <a:off x="9064625" y="1809242"/>
            <a:ext cx="248920" cy="41783"/>
          </a:xfrm>
          <a:prstGeom prst="roundRect">
            <a:avLst>
              <a:gd name="adj" fmla="val 28571"/>
            </a:avLst>
          </a:prstGeom>
          <a:solidFill>
            <a:srgbClr val="E7D9B8"/>
          </a:solidFill>
          <a:ln>
            <a:noFill/>
          </a:ln>
        </p:spPr>
      </p:sp>
      <p:sp>
        <p:nvSpPr>
          <p:cNvPr id="101" name="!!rect-7mn"/>
          <p:cNvSpPr/>
          <p:nvPr/>
        </p:nvSpPr>
        <p:spPr>
          <a:xfrm>
            <a:off x="9064625" y="1880870"/>
            <a:ext cx="168910" cy="26861"/>
          </a:xfrm>
          <a:prstGeom prst="roundRect">
            <a:avLst>
              <a:gd name="adj" fmla="val 44444"/>
            </a:avLst>
          </a:prstGeom>
          <a:solidFill>
            <a:srgbClr val="E7D9B8">
              <a:alpha val="72000"/>
            </a:srgbClr>
          </a:solidFill>
          <a:ln>
            <a:noFill/>
          </a:ln>
        </p:spPr>
      </p:sp>
      <p:sp>
        <p:nvSpPr>
          <p:cNvPr id="102" name="!!rect-7mo"/>
          <p:cNvSpPr/>
          <p:nvPr/>
        </p:nvSpPr>
        <p:spPr>
          <a:xfrm>
            <a:off x="9064625" y="2179320"/>
            <a:ext cx="124460" cy="23876"/>
          </a:xfrm>
          <a:prstGeom prst="roundRect">
            <a:avLst>
              <a:gd name="adj" fmla="val 50000"/>
            </a:avLst>
          </a:prstGeom>
          <a:solidFill>
            <a:srgbClr val="E7D9B8">
              <a:alpha val="55000"/>
            </a:srgbClr>
          </a:solidFill>
          <a:ln>
            <a:noFill/>
          </a:ln>
        </p:spPr>
      </p:sp>
      <p:sp>
        <p:nvSpPr>
          <p:cNvPr id="103" name="!!rect-7mq"/>
          <p:cNvSpPr/>
          <p:nvPr/>
        </p:nvSpPr>
        <p:spPr>
          <a:xfrm>
            <a:off x="9601200" y="1638300"/>
            <a:ext cx="723900" cy="723900"/>
          </a:xfrm>
          <a:prstGeom prst="roundRect">
            <a:avLst>
              <a:gd name="adj" fmla="val 12281"/>
            </a:avLst>
          </a:prstGeom>
          <a:solidFill>
            <a:srgbClr val="DDE3E7"/>
          </a:solidFill>
          <a:ln>
            <a:noFill/>
          </a:ln>
        </p:spPr>
      </p:sp>
      <p:sp>
        <p:nvSpPr>
          <p:cNvPr id="104" name="!!rect-7ms"/>
          <p:cNvSpPr/>
          <p:nvPr/>
        </p:nvSpPr>
        <p:spPr>
          <a:xfrm>
            <a:off x="9740900" y="1701800"/>
            <a:ext cx="444500" cy="596900"/>
          </a:xfrm>
          <a:prstGeom prst="roundRect">
            <a:avLst>
              <a:gd name="adj" fmla="val 5714"/>
            </a:avLst>
          </a:prstGeom>
          <a:gradFill rotWithShape="1">
            <a:gsLst>
              <a:gs pos="0">
                <a:srgbClr val="69927B"/>
              </a:gs>
              <a:gs pos="100000">
                <a:srgbClr val="4A6D5A"/>
              </a:gs>
            </a:gsLst>
            <a:lin ang="3199539" scaled="0"/>
          </a:gradFill>
          <a:ln>
            <a:noFill/>
          </a:ln>
        </p:spPr>
      </p:sp>
      <p:sp>
        <p:nvSpPr>
          <p:cNvPr id="105" name="!!rect-7mt"/>
          <p:cNvSpPr/>
          <p:nvPr/>
        </p:nvSpPr>
        <p:spPr>
          <a:xfrm>
            <a:off x="9780905" y="1701800"/>
            <a:ext cx="22225" cy="596900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</p:spPr>
      </p:sp>
      <p:sp>
        <p:nvSpPr>
          <p:cNvPr id="106" name="!!rect-7mu"/>
          <p:cNvSpPr/>
          <p:nvPr/>
        </p:nvSpPr>
        <p:spPr>
          <a:xfrm>
            <a:off x="9852025" y="1809242"/>
            <a:ext cx="248920" cy="41783"/>
          </a:xfrm>
          <a:prstGeom prst="roundRect">
            <a:avLst>
              <a:gd name="adj" fmla="val 28571"/>
            </a:avLst>
          </a:prstGeom>
          <a:solidFill>
            <a:srgbClr val="EFE6D0"/>
          </a:solidFill>
          <a:ln>
            <a:noFill/>
          </a:ln>
        </p:spPr>
      </p:sp>
      <p:sp>
        <p:nvSpPr>
          <p:cNvPr id="107" name="!!rect-7mv"/>
          <p:cNvSpPr/>
          <p:nvPr/>
        </p:nvSpPr>
        <p:spPr>
          <a:xfrm>
            <a:off x="9852025" y="1880870"/>
            <a:ext cx="168910" cy="26861"/>
          </a:xfrm>
          <a:prstGeom prst="roundRect">
            <a:avLst>
              <a:gd name="adj" fmla="val 44444"/>
            </a:avLst>
          </a:prstGeom>
          <a:solidFill>
            <a:srgbClr val="EFE6D0">
              <a:alpha val="72000"/>
            </a:srgbClr>
          </a:solidFill>
          <a:ln>
            <a:noFill/>
          </a:ln>
        </p:spPr>
      </p:sp>
      <p:sp>
        <p:nvSpPr>
          <p:cNvPr id="108" name="!!rect-7mw"/>
          <p:cNvSpPr/>
          <p:nvPr/>
        </p:nvSpPr>
        <p:spPr>
          <a:xfrm>
            <a:off x="9852025" y="2179320"/>
            <a:ext cx="124460" cy="23876"/>
          </a:xfrm>
          <a:prstGeom prst="roundRect">
            <a:avLst>
              <a:gd name="adj" fmla="val 50000"/>
            </a:avLst>
          </a:prstGeom>
          <a:solidFill>
            <a:srgbClr val="EFE6D0">
              <a:alpha val="55000"/>
            </a:srgbClr>
          </a:solidFill>
          <a:ln>
            <a:noFill/>
          </a:ln>
        </p:spPr>
      </p:sp>
      <p:sp>
        <p:nvSpPr>
          <p:cNvPr id="109" name="!!rect-7my"/>
          <p:cNvSpPr/>
          <p:nvPr/>
        </p:nvSpPr>
        <p:spPr>
          <a:xfrm>
            <a:off x="10388600" y="1638300"/>
            <a:ext cx="723900" cy="723900"/>
          </a:xfrm>
          <a:prstGeom prst="roundRect">
            <a:avLst>
              <a:gd name="adj" fmla="val 12281"/>
            </a:avLst>
          </a:prstGeom>
          <a:solidFill>
            <a:srgbClr val="DDE3E7"/>
          </a:solidFill>
          <a:ln>
            <a:noFill/>
          </a:ln>
        </p:spPr>
      </p:sp>
      <p:sp>
        <p:nvSpPr>
          <p:cNvPr id="110" name="!!rect-7n0"/>
          <p:cNvSpPr/>
          <p:nvPr/>
        </p:nvSpPr>
        <p:spPr>
          <a:xfrm>
            <a:off x="10528300" y="1701800"/>
            <a:ext cx="444500" cy="596900"/>
          </a:xfrm>
          <a:prstGeom prst="roundRect">
            <a:avLst>
              <a:gd name="adj" fmla="val 5714"/>
            </a:avLst>
          </a:prstGeom>
          <a:gradFill rotWithShape="1">
            <a:gsLst>
              <a:gs pos="0">
                <a:srgbClr val="567B67"/>
              </a:gs>
              <a:gs pos="100000">
                <a:srgbClr val="395948"/>
              </a:gs>
            </a:gsLst>
            <a:lin ang="3199539" scaled="0"/>
          </a:gradFill>
          <a:ln>
            <a:noFill/>
          </a:ln>
        </p:spPr>
      </p:sp>
      <p:sp>
        <p:nvSpPr>
          <p:cNvPr id="111" name="!!rect-7n1"/>
          <p:cNvSpPr/>
          <p:nvPr/>
        </p:nvSpPr>
        <p:spPr>
          <a:xfrm>
            <a:off x="10568305" y="1701800"/>
            <a:ext cx="22225" cy="596900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</p:spPr>
      </p:sp>
      <p:sp>
        <p:nvSpPr>
          <p:cNvPr id="112" name="!!rect-7n2"/>
          <p:cNvSpPr/>
          <p:nvPr/>
        </p:nvSpPr>
        <p:spPr>
          <a:xfrm>
            <a:off x="10639425" y="1809242"/>
            <a:ext cx="248920" cy="41783"/>
          </a:xfrm>
          <a:prstGeom prst="roundRect">
            <a:avLst>
              <a:gd name="adj" fmla="val 28571"/>
            </a:avLst>
          </a:prstGeom>
          <a:solidFill>
            <a:srgbClr val="E2D3B0"/>
          </a:solidFill>
          <a:ln>
            <a:noFill/>
          </a:ln>
        </p:spPr>
      </p:sp>
      <p:sp>
        <p:nvSpPr>
          <p:cNvPr id="113" name="!!rect-7n3"/>
          <p:cNvSpPr/>
          <p:nvPr/>
        </p:nvSpPr>
        <p:spPr>
          <a:xfrm>
            <a:off x="10639425" y="1880870"/>
            <a:ext cx="168910" cy="26861"/>
          </a:xfrm>
          <a:prstGeom prst="roundRect">
            <a:avLst>
              <a:gd name="adj" fmla="val 44444"/>
            </a:avLst>
          </a:prstGeom>
          <a:solidFill>
            <a:srgbClr val="E2D3B0">
              <a:alpha val="72000"/>
            </a:srgbClr>
          </a:solidFill>
          <a:ln>
            <a:noFill/>
          </a:ln>
        </p:spPr>
      </p:sp>
      <p:sp>
        <p:nvSpPr>
          <p:cNvPr id="114" name="!!rect-7n4"/>
          <p:cNvSpPr/>
          <p:nvPr/>
        </p:nvSpPr>
        <p:spPr>
          <a:xfrm>
            <a:off x="10639425" y="2179320"/>
            <a:ext cx="124460" cy="23876"/>
          </a:xfrm>
          <a:prstGeom prst="roundRect">
            <a:avLst>
              <a:gd name="adj" fmla="val 50000"/>
            </a:avLst>
          </a:prstGeom>
          <a:solidFill>
            <a:srgbClr val="E2D3B0">
              <a:alpha val="55000"/>
            </a:srgbClr>
          </a:solidFill>
          <a:ln>
            <a:noFill/>
          </a:ln>
        </p:spPr>
      </p:sp>
      <p:sp>
        <p:nvSpPr>
          <p:cNvPr id="115" name="!!text-7n5" descr="書名"/>
          <p:cNvSpPr txBox="1"/>
          <p:nvPr/>
        </p:nvSpPr>
        <p:spPr>
          <a:xfrm>
            <a:off x="8839200" y="2469642"/>
            <a:ext cx="189865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kern="0" dirty="0">
                <a:solidFill>
                  <a:srgbClr val="5B6770"/>
                </a:solidFill>
                <a:latin typeface="Noto Sans TC SemiBold"/>
                <a:ea typeface="Noto Sans TC SemiBold"/>
                <a:cs typeface="Noto Sans TC SemiBold"/>
              </a:rPr>
              <a:t>書名</a:t>
            </a:r>
            <a:endParaRPr lang="zh-TW" sz="650"/>
          </a:p>
        </p:txBody>
      </p:sp>
      <p:sp>
        <p:nvSpPr>
          <p:cNvPr id="116" name="!!rect-7n8"/>
          <p:cNvSpPr/>
          <p:nvPr/>
        </p:nvSpPr>
        <p:spPr>
          <a:xfrm>
            <a:off x="8813800" y="2628900"/>
            <a:ext cx="2349500" cy="292100"/>
          </a:xfrm>
          <a:prstGeom prst="roundRect">
            <a:avLst>
              <a:gd name="adj" fmla="val 30435"/>
            </a:avLst>
          </a:prstGeom>
          <a:solidFill>
            <a:srgbClr val="FFFFFF"/>
          </a:solidFill>
          <a:ln w="6350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117" name="!!text-7n9" descr="統計學概論"/>
          <p:cNvSpPr txBox="1"/>
          <p:nvPr/>
        </p:nvSpPr>
        <p:spPr>
          <a:xfrm>
            <a:off x="8915400" y="2699385"/>
            <a:ext cx="504825" cy="1379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0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統計學概論</a:t>
            </a:r>
            <a:endParaRPr lang="zh-TW" sz="750"/>
          </a:p>
        </p:txBody>
      </p:sp>
      <p:sp>
        <p:nvSpPr>
          <p:cNvPr id="118" name="!!text-7nf" descr="書況"/>
          <p:cNvSpPr txBox="1"/>
          <p:nvPr/>
        </p:nvSpPr>
        <p:spPr>
          <a:xfrm>
            <a:off x="8839200" y="2926842"/>
            <a:ext cx="189865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kern="0" dirty="0">
                <a:solidFill>
                  <a:srgbClr val="5B6770"/>
                </a:solidFill>
                <a:latin typeface="Noto Sans TC SemiBold"/>
                <a:ea typeface="Noto Sans TC SemiBold"/>
                <a:cs typeface="Noto Sans TC SemiBold"/>
              </a:rPr>
              <a:t>書況</a:t>
            </a:r>
            <a:endParaRPr lang="zh-TW" sz="650"/>
          </a:p>
        </p:txBody>
      </p:sp>
      <p:sp>
        <p:nvSpPr>
          <p:cNvPr id="119" name="!!rect-7ni"/>
          <p:cNvSpPr/>
          <p:nvPr/>
        </p:nvSpPr>
        <p:spPr>
          <a:xfrm>
            <a:off x="8813800" y="3086100"/>
            <a:ext cx="2349500" cy="292100"/>
          </a:xfrm>
          <a:prstGeom prst="roundRect">
            <a:avLst>
              <a:gd name="adj" fmla="val 30435"/>
            </a:avLst>
          </a:prstGeom>
          <a:solidFill>
            <a:srgbClr val="FFFFFF"/>
          </a:solidFill>
          <a:ln w="6350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120" name="!!text-7nj" descr="售價"/>
          <p:cNvSpPr txBox="1"/>
          <p:nvPr/>
        </p:nvSpPr>
        <p:spPr>
          <a:xfrm>
            <a:off x="8839200" y="3384042"/>
            <a:ext cx="189865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kern="0" dirty="0">
                <a:solidFill>
                  <a:srgbClr val="5B6770"/>
                </a:solidFill>
                <a:latin typeface="Noto Sans TC SemiBold"/>
                <a:ea typeface="Noto Sans TC SemiBold"/>
                <a:cs typeface="Noto Sans TC SemiBold"/>
              </a:rPr>
              <a:t>售價</a:t>
            </a:r>
            <a:endParaRPr lang="zh-TW" sz="650"/>
          </a:p>
        </p:txBody>
      </p:sp>
      <p:sp>
        <p:nvSpPr>
          <p:cNvPr id="121" name="!!rect-7nm"/>
          <p:cNvSpPr/>
          <p:nvPr/>
        </p:nvSpPr>
        <p:spPr>
          <a:xfrm>
            <a:off x="8813800" y="3543300"/>
            <a:ext cx="2349500" cy="292100"/>
          </a:xfrm>
          <a:prstGeom prst="roundRect">
            <a:avLst>
              <a:gd name="adj" fmla="val 30435"/>
            </a:avLst>
          </a:prstGeom>
          <a:solidFill>
            <a:srgbClr val="FFFFFF"/>
          </a:solidFill>
          <a:ln w="6350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122" name="!!rect-7nn"/>
          <p:cNvSpPr/>
          <p:nvPr/>
        </p:nvSpPr>
        <p:spPr>
          <a:xfrm>
            <a:off x="8813800" y="3911600"/>
            <a:ext cx="2349500" cy="317500"/>
          </a:xfrm>
          <a:prstGeom prst="roundRect">
            <a:avLst>
              <a:gd name="adj" fmla="val 28000"/>
            </a:avLst>
          </a:prstGeom>
          <a:solidFill>
            <a:srgbClr val="627D8D">
              <a:alpha val="8000"/>
            </a:srgbClr>
          </a:solidFill>
          <a:ln w="6350" cap="flat">
            <a:solidFill>
              <a:srgbClr val="627D8D">
                <a:alpha val="35000"/>
              </a:srgbClr>
            </a:solidFill>
            <a:prstDash val="solid"/>
            <a:miter lim="800000"/>
          </a:ln>
        </p:spPr>
      </p:sp>
      <p:sp>
        <p:nvSpPr>
          <p:cNvPr id="123" name="!!path-7no"/>
          <p:cNvSpPr/>
          <p:nvPr/>
        </p:nvSpPr>
        <p:spPr>
          <a:xfrm>
            <a:off x="8920429" y="4015054"/>
            <a:ext cx="110642" cy="110642"/>
          </a:xfrm>
          <a:custGeom>
            <a:avLst/>
            <a:gdLst/>
            <a:ahLst/>
            <a:cxnLst/>
            <a:rect l="l" t="t" r="r" b="b"/>
            <a:pathLst>
              <a:path w="110642" h="110642">
                <a:moveTo>
                  <a:pt x="90526" y="40234"/>
                </a:moveTo>
                <a:lnTo>
                  <a:pt x="96812" y="26403"/>
                </a:lnTo>
                <a:lnTo>
                  <a:pt x="110642" y="20117"/>
                </a:lnTo>
                <a:lnTo>
                  <a:pt x="96812" y="13830"/>
                </a:lnTo>
                <a:lnTo>
                  <a:pt x="90526" y="0"/>
                </a:lnTo>
                <a:lnTo>
                  <a:pt x="84239" y="13830"/>
                </a:lnTo>
                <a:lnTo>
                  <a:pt x="70409" y="20117"/>
                </a:lnTo>
                <a:lnTo>
                  <a:pt x="84239" y="26403"/>
                </a:lnTo>
                <a:lnTo>
                  <a:pt x="90526" y="40234"/>
                </a:lnTo>
                <a:close/>
                <a:moveTo>
                  <a:pt x="52807" y="42748"/>
                </a:moveTo>
                <a:lnTo>
                  <a:pt x="40234" y="15088"/>
                </a:lnTo>
                <a:lnTo>
                  <a:pt x="27661" y="42748"/>
                </a:lnTo>
                <a:lnTo>
                  <a:pt x="0" y="55321"/>
                </a:lnTo>
                <a:lnTo>
                  <a:pt x="27661" y="67894"/>
                </a:lnTo>
                <a:lnTo>
                  <a:pt x="40234" y="95555"/>
                </a:lnTo>
                <a:lnTo>
                  <a:pt x="52807" y="67894"/>
                </a:lnTo>
                <a:lnTo>
                  <a:pt x="80467" y="55321"/>
                </a:lnTo>
                <a:lnTo>
                  <a:pt x="52807" y="42748"/>
                </a:lnTo>
                <a:close/>
                <a:moveTo>
                  <a:pt x="90526" y="70409"/>
                </a:moveTo>
                <a:lnTo>
                  <a:pt x="84239" y="84239"/>
                </a:lnTo>
                <a:lnTo>
                  <a:pt x="70409" y="90526"/>
                </a:lnTo>
                <a:lnTo>
                  <a:pt x="84239" y="96812"/>
                </a:lnTo>
                <a:lnTo>
                  <a:pt x="90526" y="110642"/>
                </a:lnTo>
                <a:lnTo>
                  <a:pt x="96812" y="96812"/>
                </a:lnTo>
                <a:lnTo>
                  <a:pt x="110642" y="90526"/>
                </a:lnTo>
                <a:lnTo>
                  <a:pt x="96812" y="84239"/>
                </a:lnTo>
                <a:lnTo>
                  <a:pt x="90526" y="70409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124" name="!!text-7np" descr="AI 帶入"/>
          <p:cNvSpPr txBox="1"/>
          <p:nvPr/>
        </p:nvSpPr>
        <p:spPr>
          <a:xfrm>
            <a:off x="9093200" y="3998976"/>
            <a:ext cx="310972" cy="12872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AI 帶入</a:t>
            </a:r>
            <a:endParaRPr lang="zh-TW" sz="700"/>
          </a:p>
        </p:txBody>
      </p:sp>
      <p:sp>
        <p:nvSpPr>
          <p:cNvPr id="125" name="!!rect-7nu"/>
          <p:cNvSpPr/>
          <p:nvPr/>
        </p:nvSpPr>
        <p:spPr>
          <a:xfrm>
            <a:off x="9531350" y="6076950"/>
            <a:ext cx="914400" cy="31750"/>
          </a:xfrm>
          <a:prstGeom prst="roundRect">
            <a:avLst>
              <a:gd name="adj" fmla="val 50000"/>
            </a:avLst>
          </a:prstGeom>
          <a:solidFill>
            <a:srgbClr val="000000">
              <a:alpha val="90000"/>
            </a:srgbClr>
          </a:solidFill>
          <a:ln>
            <a:noFill/>
          </a:ln>
        </p:spPr>
      </p:sp>
      <p:sp>
        <p:nvSpPr>
          <p:cNvPr id="126" name="!!rect-7nv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solidFill>
            <a:srgbClr val="000000">
              <a:alpha val="45000"/>
            </a:srgbClr>
          </a:solidFill>
          <a:ln>
            <a:noFill/>
          </a:ln>
        </p:spPr>
      </p:sp>
      <p:sp>
        <p:nvSpPr>
          <p:cNvPr id="127" name="!!text-7nw" descr="2:25"/>
          <p:cNvSpPr txBox="1"/>
          <p:nvPr/>
        </p:nvSpPr>
        <p:spPr>
          <a:xfrm>
            <a:off x="9020597" y="714883"/>
            <a:ext cx="253790" cy="1563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50" kern="0" dirty="0">
                <a:solidFill>
                  <a:srgbClr val="FFFFFF"/>
                </a:solidFill>
                <a:latin typeface="Noto Sans TC SemiBold"/>
                <a:ea typeface="Noto Sans TC SemiBold"/>
                <a:cs typeface="Noto Sans TC SemiBold"/>
              </a:rPr>
              <a:t>2:25</a:t>
            </a:r>
            <a:endParaRPr lang="zh-TW" sz="850"/>
          </a:p>
        </p:txBody>
      </p:sp>
      <p:sp>
        <p:nvSpPr>
          <p:cNvPr id="128" name="!!rect-7o1"/>
          <p:cNvSpPr/>
          <p:nvPr/>
        </p:nvSpPr>
        <p:spPr>
          <a:xfrm>
            <a:off x="10579100" y="808990"/>
            <a:ext cx="21590" cy="2667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29" name="!!rect-7o2"/>
          <p:cNvSpPr/>
          <p:nvPr/>
        </p:nvSpPr>
        <p:spPr>
          <a:xfrm>
            <a:off x="10612120" y="792480"/>
            <a:ext cx="21590" cy="4318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30" name="!!rect-7o3"/>
          <p:cNvSpPr/>
          <p:nvPr/>
        </p:nvSpPr>
        <p:spPr>
          <a:xfrm>
            <a:off x="10645140" y="775970"/>
            <a:ext cx="21590" cy="5969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31" name="!!rect-7o4"/>
          <p:cNvSpPr/>
          <p:nvPr/>
        </p:nvSpPr>
        <p:spPr>
          <a:xfrm>
            <a:off x="10678160" y="759460"/>
            <a:ext cx="21590" cy="7620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32" name="!!path-7o5"/>
          <p:cNvSpPr/>
          <p:nvPr/>
        </p:nvSpPr>
        <p:spPr>
          <a:xfrm>
            <a:off x="10763250" y="763570"/>
            <a:ext cx="95250" cy="70820"/>
          </a:xfrm>
          <a:custGeom>
            <a:avLst/>
            <a:gdLst/>
            <a:ahLst/>
            <a:cxnLst/>
            <a:rect l="l" t="t" r="r" b="b"/>
            <a:pathLst>
              <a:path w="95250" h="70820">
                <a:moveTo>
                  <a:pt x="47625" y="70820"/>
                </a:moveTo>
                <a:lnTo>
                  <a:pt x="31115" y="51135"/>
                </a:lnTo>
                <a:cubicBezTo>
                  <a:pt x="40714" y="43262"/>
                  <a:pt x="54536" y="43262"/>
                  <a:pt x="64135" y="51135"/>
                </a:cubicBezTo>
                <a:close/>
                <a:moveTo>
                  <a:pt x="0" y="23830"/>
                </a:moveTo>
                <a:cubicBezTo>
                  <a:pt x="27279" y="0"/>
                  <a:pt x="67971" y="0"/>
                  <a:pt x="95250" y="23830"/>
                </a:cubicBezTo>
                <a:lnTo>
                  <a:pt x="83820" y="37165"/>
                </a:lnTo>
                <a:cubicBezTo>
                  <a:pt x="63051" y="19153"/>
                  <a:pt x="32199" y="19153"/>
                  <a:pt x="11430" y="37165"/>
                </a:cubicBezTo>
                <a:close/>
                <a:moveTo>
                  <a:pt x="16510" y="43515"/>
                </a:moveTo>
                <a:cubicBezTo>
                  <a:pt x="34385" y="28089"/>
                  <a:pt x="60865" y="28089"/>
                  <a:pt x="78740" y="43515"/>
                </a:cubicBezTo>
                <a:lnTo>
                  <a:pt x="67310" y="56850"/>
                </a:lnTo>
                <a:cubicBezTo>
                  <a:pt x="55947" y="47238"/>
                  <a:pt x="39303" y="47238"/>
                  <a:pt x="27940" y="5685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33" name="!!rect-7o6"/>
          <p:cNvSpPr/>
          <p:nvPr/>
        </p:nvSpPr>
        <p:spPr>
          <a:xfrm>
            <a:off x="10902950" y="760730"/>
            <a:ext cx="161925" cy="78740"/>
          </a:xfrm>
          <a:prstGeom prst="roundRect">
            <a:avLst>
              <a:gd name="adj" fmla="val 32258"/>
            </a:avLst>
          </a:prstGeom>
          <a:noFill/>
          <a:ln w="6985" cap="flat">
            <a:solidFill>
              <a:srgbClr val="FFFFFF">
                <a:alpha val="38000"/>
              </a:srgbClr>
            </a:solidFill>
            <a:prstDash val="solid"/>
            <a:miter lim="800000"/>
          </a:ln>
        </p:spPr>
      </p:sp>
      <p:sp>
        <p:nvSpPr>
          <p:cNvPr id="134" name="!!rect-7o7"/>
          <p:cNvSpPr/>
          <p:nvPr/>
        </p:nvSpPr>
        <p:spPr>
          <a:xfrm>
            <a:off x="10916285" y="774065"/>
            <a:ext cx="110909" cy="52070"/>
          </a:xfrm>
          <a:prstGeom prst="roundRect">
            <a:avLst>
              <a:gd name="adj" fmla="val 26829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35" name="!!path-7o8"/>
          <p:cNvSpPr/>
          <p:nvPr/>
        </p:nvSpPr>
        <p:spPr>
          <a:xfrm>
            <a:off x="11074400" y="786130"/>
            <a:ext cx="10345" cy="27940"/>
          </a:xfrm>
          <a:custGeom>
            <a:avLst/>
            <a:gdLst/>
            <a:ahLst/>
            <a:cxnLst/>
            <a:rect l="l" t="t" r="r" b="b"/>
            <a:pathLst>
              <a:path w="10345" h="27940">
                <a:moveTo>
                  <a:pt x="0" y="0"/>
                </a:moveTo>
                <a:lnTo>
                  <a:pt x="0" y="27940"/>
                </a:lnTo>
                <a:cubicBezTo>
                  <a:pt x="6146" y="26066"/>
                  <a:pt x="10345" y="20395"/>
                  <a:pt x="10345" y="13970"/>
                </a:cubicBezTo>
                <a:cubicBezTo>
                  <a:pt x="10345" y="7545"/>
                  <a:pt x="6146" y="1874"/>
                  <a:pt x="0" y="0"/>
                </a:cubicBezTo>
                <a:close/>
              </a:path>
            </a:pathLst>
          </a:custGeom>
          <a:solidFill>
            <a:srgbClr val="FFFFFF">
              <a:alpha val="45000"/>
            </a:srgbClr>
          </a:solidFill>
          <a:ln>
            <a:noFill/>
          </a:ln>
        </p:spPr>
      </p:sp>
      <p:sp>
        <p:nvSpPr>
          <p:cNvPr id="136" name="!!path-7oc"/>
          <p:cNvSpPr/>
          <p:nvPr/>
        </p:nvSpPr>
        <p:spPr>
          <a:xfrm>
            <a:off x="8712200" y="4038600"/>
            <a:ext cx="2552700" cy="2120900"/>
          </a:xfrm>
          <a:custGeom>
            <a:avLst/>
            <a:gdLst/>
            <a:ahLst/>
            <a:cxnLst/>
            <a:rect l="l" t="t" r="r" b="b"/>
            <a:pathLst>
              <a:path w="2552700" h="2120900">
                <a:moveTo>
                  <a:pt x="2493841" y="1965683"/>
                </a:moveTo>
                <a:lnTo>
                  <a:pt x="2450407" y="2018607"/>
                </a:lnTo>
                <a:lnTo>
                  <a:pt x="2397483" y="2062041"/>
                </a:lnTo>
                <a:lnTo>
                  <a:pt x="2337102" y="2094315"/>
                </a:lnTo>
                <a:lnTo>
                  <a:pt x="2271585" y="2114189"/>
                </a:lnTo>
                <a:lnTo>
                  <a:pt x="2203450" y="2120900"/>
                </a:lnTo>
                <a:lnTo>
                  <a:pt x="349250" y="2120900"/>
                </a:lnTo>
                <a:lnTo>
                  <a:pt x="281115" y="2114189"/>
                </a:lnTo>
                <a:lnTo>
                  <a:pt x="215598" y="2094315"/>
                </a:lnTo>
                <a:lnTo>
                  <a:pt x="155217" y="2062041"/>
                </a:lnTo>
                <a:lnTo>
                  <a:pt x="102293" y="2018607"/>
                </a:lnTo>
                <a:lnTo>
                  <a:pt x="58859" y="1965683"/>
                </a:lnTo>
                <a:lnTo>
                  <a:pt x="26585" y="1905302"/>
                </a:lnTo>
                <a:lnTo>
                  <a:pt x="6711" y="1839785"/>
                </a:lnTo>
                <a:lnTo>
                  <a:pt x="0" y="1771650"/>
                </a:lnTo>
                <a:lnTo>
                  <a:pt x="0" y="127000"/>
                </a:lnTo>
                <a:lnTo>
                  <a:pt x="882" y="106715"/>
                </a:lnTo>
                <a:lnTo>
                  <a:pt x="3528" y="88194"/>
                </a:lnTo>
                <a:lnTo>
                  <a:pt x="7938" y="71438"/>
                </a:lnTo>
                <a:lnTo>
                  <a:pt x="14111" y="56444"/>
                </a:lnTo>
                <a:lnTo>
                  <a:pt x="22049" y="43215"/>
                </a:lnTo>
                <a:lnTo>
                  <a:pt x="31750" y="31750"/>
                </a:lnTo>
                <a:lnTo>
                  <a:pt x="43215" y="22049"/>
                </a:lnTo>
                <a:lnTo>
                  <a:pt x="56444" y="14111"/>
                </a:lnTo>
                <a:lnTo>
                  <a:pt x="71438" y="7938"/>
                </a:lnTo>
                <a:lnTo>
                  <a:pt x="88194" y="3528"/>
                </a:lnTo>
                <a:lnTo>
                  <a:pt x="106715" y="882"/>
                </a:lnTo>
                <a:lnTo>
                  <a:pt x="127000" y="0"/>
                </a:lnTo>
                <a:lnTo>
                  <a:pt x="2425700" y="0"/>
                </a:lnTo>
                <a:lnTo>
                  <a:pt x="2445985" y="882"/>
                </a:lnTo>
                <a:lnTo>
                  <a:pt x="2464506" y="3528"/>
                </a:lnTo>
                <a:lnTo>
                  <a:pt x="2481263" y="7938"/>
                </a:lnTo>
                <a:lnTo>
                  <a:pt x="2496256" y="14111"/>
                </a:lnTo>
                <a:lnTo>
                  <a:pt x="2509485" y="22049"/>
                </a:lnTo>
                <a:lnTo>
                  <a:pt x="2520950" y="31750"/>
                </a:lnTo>
                <a:lnTo>
                  <a:pt x="2530651" y="43215"/>
                </a:lnTo>
                <a:lnTo>
                  <a:pt x="2538589" y="56444"/>
                </a:lnTo>
                <a:lnTo>
                  <a:pt x="2544763" y="71438"/>
                </a:lnTo>
                <a:lnTo>
                  <a:pt x="2549172" y="88194"/>
                </a:lnTo>
                <a:lnTo>
                  <a:pt x="2551818" y="106715"/>
                </a:lnTo>
                <a:lnTo>
                  <a:pt x="2552700" y="127000"/>
                </a:lnTo>
                <a:lnTo>
                  <a:pt x="2552700" y="1771650"/>
                </a:lnTo>
                <a:lnTo>
                  <a:pt x="2545989" y="1839785"/>
                </a:lnTo>
                <a:lnTo>
                  <a:pt x="2526115" y="190530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37" name="!!rect-7od"/>
          <p:cNvSpPr/>
          <p:nvPr/>
        </p:nvSpPr>
        <p:spPr>
          <a:xfrm>
            <a:off x="9874250" y="4102100"/>
            <a:ext cx="228600" cy="25400"/>
          </a:xfrm>
          <a:prstGeom prst="roundRect">
            <a:avLst>
              <a:gd name="adj" fmla="val 50000"/>
            </a:avLst>
          </a:prstGeom>
          <a:solidFill>
            <a:srgbClr val="E8EBEE"/>
          </a:solidFill>
          <a:ln>
            <a:noFill/>
          </a:ln>
        </p:spPr>
      </p:sp>
      <p:sp>
        <p:nvSpPr>
          <p:cNvPr id="138" name="!!path-7oj"/>
          <p:cNvSpPr/>
          <p:nvPr/>
        </p:nvSpPr>
        <p:spPr>
          <a:xfrm>
            <a:off x="8868998" y="4208098"/>
            <a:ext cx="143604" cy="143604"/>
          </a:xfrm>
          <a:custGeom>
            <a:avLst/>
            <a:gdLst/>
            <a:ahLst/>
            <a:cxnLst/>
            <a:rect l="l" t="t" r="r" b="b"/>
            <a:pathLst>
              <a:path w="143604" h="143604">
                <a:moveTo>
                  <a:pt x="117494" y="52220"/>
                </a:moveTo>
                <a:lnTo>
                  <a:pt x="125654" y="34269"/>
                </a:lnTo>
                <a:lnTo>
                  <a:pt x="143604" y="26110"/>
                </a:lnTo>
                <a:lnTo>
                  <a:pt x="125654" y="17951"/>
                </a:lnTo>
                <a:lnTo>
                  <a:pt x="117494" y="0"/>
                </a:lnTo>
                <a:lnTo>
                  <a:pt x="109335" y="17951"/>
                </a:lnTo>
                <a:lnTo>
                  <a:pt x="91385" y="26110"/>
                </a:lnTo>
                <a:lnTo>
                  <a:pt x="109335" y="34269"/>
                </a:lnTo>
                <a:lnTo>
                  <a:pt x="117494" y="52220"/>
                </a:lnTo>
                <a:close/>
                <a:moveTo>
                  <a:pt x="68538" y="55483"/>
                </a:moveTo>
                <a:lnTo>
                  <a:pt x="52220" y="19582"/>
                </a:lnTo>
                <a:lnTo>
                  <a:pt x="35901" y="55483"/>
                </a:lnTo>
                <a:lnTo>
                  <a:pt x="0" y="71802"/>
                </a:lnTo>
                <a:lnTo>
                  <a:pt x="35901" y="88121"/>
                </a:lnTo>
                <a:lnTo>
                  <a:pt x="52220" y="124022"/>
                </a:lnTo>
                <a:lnTo>
                  <a:pt x="68538" y="88121"/>
                </a:lnTo>
                <a:lnTo>
                  <a:pt x="104439" y="71802"/>
                </a:lnTo>
                <a:lnTo>
                  <a:pt x="68538" y="55483"/>
                </a:lnTo>
                <a:close/>
                <a:moveTo>
                  <a:pt x="117494" y="91385"/>
                </a:moveTo>
                <a:lnTo>
                  <a:pt x="109335" y="109335"/>
                </a:lnTo>
                <a:lnTo>
                  <a:pt x="91385" y="117494"/>
                </a:lnTo>
                <a:lnTo>
                  <a:pt x="109335" y="125654"/>
                </a:lnTo>
                <a:lnTo>
                  <a:pt x="117494" y="143604"/>
                </a:lnTo>
                <a:lnTo>
                  <a:pt x="125654" y="125654"/>
                </a:lnTo>
                <a:lnTo>
                  <a:pt x="143604" y="117494"/>
                </a:lnTo>
                <a:lnTo>
                  <a:pt x="125654" y="109335"/>
                </a:lnTo>
                <a:lnTo>
                  <a:pt x="117494" y="91385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139" name="!!text-7om" descr="AI 分析中"/>
          <p:cNvSpPr txBox="1"/>
          <p:nvPr/>
        </p:nvSpPr>
        <p:spPr>
          <a:xfrm>
            <a:off x="9093200" y="4199128"/>
            <a:ext cx="485559" cy="1563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5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AI 分析中</a:t>
            </a:r>
            <a:endParaRPr lang="zh-TW" sz="850"/>
          </a:p>
        </p:txBody>
      </p:sp>
      <p:sp>
        <p:nvSpPr>
          <p:cNvPr id="140" name="!!circle-7pn"/>
          <p:cNvSpPr/>
          <p:nvPr/>
        </p:nvSpPr>
        <p:spPr>
          <a:xfrm>
            <a:off x="8864600" y="4495800"/>
            <a:ext cx="139700" cy="139700"/>
          </a:xfrm>
          <a:prstGeom prst="ellipse">
            <a:avLst/>
          </a:prstGeom>
          <a:solidFill>
            <a:srgbClr val="2E9E5B"/>
          </a:solidFill>
          <a:ln>
            <a:noFill/>
          </a:ln>
        </p:spPr>
      </p:sp>
      <p:sp>
        <p:nvSpPr>
          <p:cNvPr id="141" name="!!path-7po"/>
          <p:cNvSpPr/>
          <p:nvPr/>
        </p:nvSpPr>
        <p:spPr>
          <a:xfrm>
            <a:off x="8899525" y="4544060"/>
            <a:ext cx="68580" cy="45720"/>
          </a:xfrm>
          <a:custGeom>
            <a:avLst/>
            <a:gdLst/>
            <a:ahLst/>
            <a:cxnLst/>
            <a:rect l="l" t="t" r="r" b="b"/>
            <a:pathLst>
              <a:path w="68580" h="45720" fill="none">
                <a:moveTo>
                  <a:pt x="0" y="21590"/>
                </a:moveTo>
                <a:lnTo>
                  <a:pt x="24130" y="45720"/>
                </a:lnTo>
                <a:lnTo>
                  <a:pt x="68580" y="0"/>
                </a:lnTo>
              </a:path>
            </a:pathLst>
          </a:custGeom>
          <a:noFill/>
          <a:ln w="13970" cap="rnd">
            <a:solidFill>
              <a:srgbClr val="FFFFFF"/>
            </a:solidFill>
            <a:prstDash val="solid"/>
            <a:round/>
          </a:ln>
        </p:spPr>
      </p:sp>
      <p:sp>
        <p:nvSpPr>
          <p:cNvPr id="142" name="!!text-7pr" descr="查詢書籍資料"/>
          <p:cNvSpPr txBox="1"/>
          <p:nvPr/>
        </p:nvSpPr>
        <p:spPr>
          <a:xfrm>
            <a:off x="9080500" y="4486910"/>
            <a:ext cx="600075" cy="1379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0" kern="0" dirty="0">
                <a:solidFill>
                  <a:srgbClr val="151E27"/>
                </a:solidFill>
                <a:latin typeface="Noto Sans TC Medium"/>
                <a:ea typeface="Noto Sans TC Medium"/>
                <a:cs typeface="Noto Sans TC Medium"/>
              </a:rPr>
              <a:t>查詢書籍資料</a:t>
            </a:r>
            <a:endParaRPr lang="zh-TW" sz="750"/>
          </a:p>
        </p:txBody>
      </p:sp>
      <p:sp>
        <p:nvSpPr>
          <p:cNvPr id="143" name="!!circle-7qd"/>
          <p:cNvSpPr/>
          <p:nvPr/>
        </p:nvSpPr>
        <p:spPr>
          <a:xfrm>
            <a:off x="8869409" y="4729209"/>
            <a:ext cx="130082" cy="130082"/>
          </a:xfrm>
          <a:prstGeom prst="ellipse">
            <a:avLst/>
          </a:prstGeom>
          <a:solidFill>
            <a:srgbClr val="2E9E5B">
              <a:alpha val="99376"/>
            </a:srgbClr>
          </a:solidFill>
          <a:ln>
            <a:noFill/>
          </a:ln>
        </p:spPr>
      </p:sp>
      <p:sp>
        <p:nvSpPr>
          <p:cNvPr id="144" name="!!path-7qe"/>
          <p:cNvSpPr/>
          <p:nvPr/>
        </p:nvSpPr>
        <p:spPr>
          <a:xfrm>
            <a:off x="8901930" y="4774146"/>
            <a:ext cx="63858" cy="42572"/>
          </a:xfrm>
          <a:custGeom>
            <a:avLst/>
            <a:gdLst/>
            <a:ahLst/>
            <a:cxnLst/>
            <a:rect l="l" t="t" r="r" b="b"/>
            <a:pathLst>
              <a:path w="63858" h="42572" fill="none">
                <a:moveTo>
                  <a:pt x="0" y="20104"/>
                </a:moveTo>
                <a:lnTo>
                  <a:pt x="22469" y="42572"/>
                </a:lnTo>
                <a:lnTo>
                  <a:pt x="63858" y="0"/>
                </a:lnTo>
              </a:path>
            </a:pathLst>
          </a:custGeom>
          <a:noFill/>
          <a:ln w="13008" cap="rnd">
            <a:solidFill>
              <a:srgbClr val="FFFFFF">
                <a:alpha val="99376"/>
              </a:srgbClr>
            </a:solidFill>
            <a:prstDash val="solid"/>
            <a:round/>
          </a:ln>
        </p:spPr>
      </p:sp>
      <p:sp>
        <p:nvSpPr>
          <p:cNvPr id="145" name="!!text-7qh" descr="搜尋網路資料"/>
          <p:cNvSpPr txBox="1"/>
          <p:nvPr/>
        </p:nvSpPr>
        <p:spPr>
          <a:xfrm>
            <a:off x="9080500" y="4715510"/>
            <a:ext cx="600075" cy="1379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0" kern="0" dirty="0">
                <a:solidFill>
                  <a:srgbClr val="151E27"/>
                </a:solidFill>
                <a:latin typeface="Noto Sans TC Medium"/>
                <a:ea typeface="Noto Sans TC Medium"/>
                <a:cs typeface="Noto Sans TC Medium"/>
              </a:rPr>
              <a:t>搜尋網路資料</a:t>
            </a:r>
            <a:endParaRPr lang="zh-TW" sz="750"/>
          </a:p>
        </p:txBody>
      </p:sp>
      <p:sp>
        <p:nvSpPr>
          <p:cNvPr id="146" name="!!circle-7qt"/>
          <p:cNvSpPr/>
          <p:nvPr/>
        </p:nvSpPr>
        <p:spPr>
          <a:xfrm>
            <a:off x="8886825" y="4975225"/>
            <a:ext cx="95250" cy="95250"/>
          </a:xfrm>
          <a:prstGeom prst="ellipse">
            <a:avLst/>
          </a:prstGeom>
          <a:noFill/>
          <a:ln w="13970" cap="flat">
            <a:solidFill>
              <a:srgbClr val="627D8D">
                <a:alpha val="14000"/>
              </a:srgbClr>
            </a:solidFill>
            <a:prstDash val="solid"/>
            <a:miter lim="800000"/>
          </a:ln>
        </p:spPr>
      </p:sp>
      <p:sp>
        <p:nvSpPr>
          <p:cNvPr id="147" name="!!circle-7qw"/>
          <p:cNvSpPr/>
          <p:nvPr/>
        </p:nvSpPr>
        <p:spPr>
          <a:xfrm>
            <a:off x="8881060" y="4969460"/>
            <a:ext cx="106780" cy="106780"/>
          </a:xfrm>
          <a:custGeom>
            <a:avLst/>
            <a:gdLst/>
            <a:ahLst/>
            <a:cxnLst/>
            <a:rect l="l" t="t" r="r" b="b"/>
            <a:pathLst>
              <a:path w="106780" h="106780" fill="none">
                <a:moveTo>
                  <a:pt x="84003" y="16907"/>
                </a:moveTo>
                <a:cubicBezTo>
                  <a:pt x="104152" y="33814"/>
                  <a:pt x="106780" y="63854"/>
                  <a:pt x="89873" y="84003"/>
                </a:cubicBezTo>
                <a:cubicBezTo>
                  <a:pt x="72966" y="104152"/>
                  <a:pt x="42926" y="106780"/>
                  <a:pt x="22777" y="89873"/>
                </a:cubicBezTo>
                <a:cubicBezTo>
                  <a:pt x="2628" y="72966"/>
                  <a:pt x="0" y="42926"/>
                  <a:pt x="16907" y="22777"/>
                </a:cubicBezTo>
                <a:cubicBezTo>
                  <a:pt x="33814" y="2628"/>
                  <a:pt x="63854" y="0"/>
                  <a:pt x="84003" y="16907"/>
                </a:cubicBezTo>
                <a:close/>
              </a:path>
            </a:pathLst>
          </a:custGeom>
          <a:noFill/>
          <a:ln w="13970" cap="rnd">
            <a:solidFill>
              <a:srgbClr val="627D8D"/>
            </a:solidFill>
            <a:custDash>
              <a:ds d="599773" sp="2142000"/>
            </a:custDash>
            <a:miter lim="800000"/>
          </a:ln>
        </p:spPr>
      </p:sp>
      <p:sp>
        <p:nvSpPr>
          <p:cNvPr id="148" name="!!text-7r7" descr="分析照片"/>
          <p:cNvSpPr txBox="1"/>
          <p:nvPr/>
        </p:nvSpPr>
        <p:spPr>
          <a:xfrm>
            <a:off x="9080500" y="4944110"/>
            <a:ext cx="409575" cy="1379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0" kern="0" dirty="0">
                <a:solidFill>
                  <a:srgbClr val="1A222B"/>
                </a:solidFill>
                <a:latin typeface="Noto Sans TC Medium"/>
                <a:ea typeface="Noto Sans TC Medium"/>
                <a:cs typeface="Noto Sans TC Medium"/>
              </a:rPr>
              <a:t>分析照片</a:t>
            </a:r>
            <a:endParaRPr lang="zh-TW" sz="750"/>
          </a:p>
        </p:txBody>
      </p:sp>
      <p:sp>
        <p:nvSpPr>
          <p:cNvPr id="149" name="!!circle-7rc"/>
          <p:cNvSpPr/>
          <p:nvPr/>
        </p:nvSpPr>
        <p:spPr>
          <a:xfrm>
            <a:off x="8877300" y="5194300"/>
            <a:ext cx="114300" cy="114300"/>
          </a:xfrm>
          <a:prstGeom prst="ellipse">
            <a:avLst/>
          </a:prstGeom>
          <a:noFill/>
          <a:ln w="12700" cap="flat">
            <a:solidFill>
              <a:srgbClr val="BDBDBD"/>
            </a:solidFill>
            <a:prstDash val="solid"/>
            <a:miter lim="800000"/>
          </a:ln>
        </p:spPr>
      </p:sp>
      <p:sp>
        <p:nvSpPr>
          <p:cNvPr id="150" name="!!text-7rv" descr="判斷分類、書況與售價"/>
          <p:cNvSpPr txBox="1"/>
          <p:nvPr/>
        </p:nvSpPr>
        <p:spPr>
          <a:xfrm>
            <a:off x="9080500" y="5172710"/>
            <a:ext cx="981075" cy="1379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0" kern="0" dirty="0">
                <a:solidFill>
                  <a:srgbClr val="BDBDBD"/>
                </a:solidFill>
                <a:latin typeface="Noto Sans TC Medium"/>
                <a:ea typeface="Noto Sans TC Medium"/>
                <a:cs typeface="Noto Sans TC Medium"/>
              </a:rPr>
              <a:t>判斷分類、書況與售價</a:t>
            </a:r>
            <a:endParaRPr lang="zh-TW" sz="750"/>
          </a:p>
        </p:txBody>
      </p:sp>
      <p:sp>
        <p:nvSpPr>
          <p:cNvPr id="151" name="!!rect-7s6"/>
          <p:cNvSpPr/>
          <p:nvPr/>
        </p:nvSpPr>
        <p:spPr>
          <a:xfrm>
            <a:off x="8864600" y="5626100"/>
            <a:ext cx="2247900" cy="292100"/>
          </a:xfrm>
          <a:prstGeom prst="roundRect">
            <a:avLst>
              <a:gd name="adj" fmla="val 30435"/>
            </a:avLst>
          </a:prstGeom>
          <a:solidFill>
            <a:srgbClr val="F3F5F7"/>
          </a:solidFill>
          <a:ln>
            <a:noFill/>
          </a:ln>
        </p:spPr>
      </p:sp>
      <p:sp>
        <p:nvSpPr>
          <p:cNvPr id="152" name="!!text-7s7" descr="取消"/>
          <p:cNvSpPr txBox="1"/>
          <p:nvPr/>
        </p:nvSpPr>
        <p:spPr>
          <a:xfrm>
            <a:off x="9893300" y="5699760"/>
            <a:ext cx="219075" cy="1379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0" kern="0" dirty="0">
                <a:solidFill>
                  <a:srgbClr val="5B6770"/>
                </a:solidFill>
                <a:latin typeface="Noto Sans TC SemiBold"/>
                <a:ea typeface="Noto Sans TC SemiBold"/>
                <a:cs typeface="Noto Sans TC SemiBold"/>
              </a:rPr>
              <a:t>取消</a:t>
            </a:r>
            <a:endParaRPr lang="zh-TW" sz="750"/>
          </a:p>
        </p:txBody>
      </p:sp>
      <p:sp>
        <p:nvSpPr>
          <p:cNvPr id="153" name="!!rect-7zr"/>
          <p:cNvSpPr/>
          <p:nvPr/>
        </p:nvSpPr>
        <p:spPr>
          <a:xfrm>
            <a:off x="9531350" y="6076950"/>
            <a:ext cx="914400" cy="31750"/>
          </a:xfrm>
          <a:prstGeom prst="roundRect">
            <a:avLst>
              <a:gd name="adj" fmla="val 50000"/>
            </a:avLst>
          </a:prstGeom>
          <a:solidFill>
            <a:srgbClr val="000000">
              <a:alpha val="90000"/>
            </a:srgbClr>
          </a:solidFill>
          <a:ln>
            <a:noFill/>
          </a:ln>
        </p:spPr>
      </p:sp>
      <p:sp>
        <p:nvSpPr>
          <p:cNvPr id="154" name="!!rect-8qh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10000"/>
                </a:srgbClr>
              </a:gs>
              <a:gs pos="30762">
                <a:srgbClr val="FFFFFF">
                  <a:alpha val="2000"/>
                </a:srgbClr>
              </a:gs>
              <a:gs pos="31723">
                <a:srgbClr val="FFFFFF">
                  <a:alpha val="0"/>
                </a:srgbClr>
              </a:gs>
              <a:gs pos="9613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4329186" scaled="0"/>
          </a:gradFill>
          <a:ln>
            <a:noFill/>
          </a:ln>
        </p:spPr>
      </p:sp>
      <p:sp>
        <p:nvSpPr>
          <p:cNvPr id="155" name="!!rect-8qk"/>
          <p:cNvSpPr/>
          <p:nvPr/>
        </p:nvSpPr>
        <p:spPr>
          <a:xfrm>
            <a:off x="9728200" y="679450"/>
            <a:ext cx="520700" cy="23495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</p:spPr>
      </p:sp>
      <p:sp>
        <p:nvSpPr>
          <p:cNvPr id="156" name="!!circle-8ql"/>
          <p:cNvSpPr/>
          <p:nvPr/>
        </p:nvSpPr>
        <p:spPr>
          <a:xfrm>
            <a:off x="10088880" y="757555"/>
            <a:ext cx="78740" cy="78740"/>
          </a:xfrm>
          <a:prstGeom prst="ellipse">
            <a:avLst/>
          </a:prstGeom>
          <a:solidFill>
            <a:srgbClr val="0A0F16"/>
          </a:solidFill>
          <a:ln>
            <a:noFill/>
          </a:ln>
        </p:spPr>
      </p:sp>
      <p:sp>
        <p:nvSpPr>
          <p:cNvPr id="157" name="!!circle-8qm"/>
          <p:cNvSpPr/>
          <p:nvPr/>
        </p:nvSpPr>
        <p:spPr>
          <a:xfrm>
            <a:off x="10107930" y="776605"/>
            <a:ext cx="40640" cy="40640"/>
          </a:xfrm>
          <a:prstGeom prst="ellipse">
            <a:avLst/>
          </a:prstGeom>
          <a:solidFill>
            <a:srgbClr val="111B28"/>
          </a:solidFill>
          <a:ln>
            <a:noFill/>
          </a:ln>
        </p:spPr>
      </p:sp>
      <p:sp>
        <p:nvSpPr>
          <p:cNvPr id="158" name="!!circle-8qn"/>
          <p:cNvSpPr/>
          <p:nvPr/>
        </p:nvSpPr>
        <p:spPr>
          <a:xfrm>
            <a:off x="10130155" y="781685"/>
            <a:ext cx="13970" cy="13970"/>
          </a:xfrm>
          <a:prstGeom prst="ellipse">
            <a:avLst/>
          </a:prstGeom>
          <a:solidFill>
            <a:srgbClr val="3A5070">
              <a:alpha val="80000"/>
            </a:srgbClr>
          </a:solidFill>
          <a:ln>
            <a:noFill/>
          </a:ln>
        </p:spPr>
      </p:sp>
      <p:sp>
        <p:nvSpPr>
          <p:cNvPr id="159" name="!!path-9ic"/>
          <p:cNvSpPr/>
          <p:nvPr/>
        </p:nvSpPr>
        <p:spPr>
          <a:xfrm>
            <a:off x="381000" y="306527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60" name="!!path-9id"/>
          <p:cNvSpPr/>
          <p:nvPr/>
        </p:nvSpPr>
        <p:spPr>
          <a:xfrm>
            <a:off x="381000" y="308153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61" name="!!path-9ie"/>
          <p:cNvSpPr/>
          <p:nvPr/>
        </p:nvSpPr>
        <p:spPr>
          <a:xfrm>
            <a:off x="381000" y="309778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62" name="!!path-9if"/>
          <p:cNvSpPr/>
          <p:nvPr/>
        </p:nvSpPr>
        <p:spPr>
          <a:xfrm>
            <a:off x="381000" y="311404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63" name="!!path-9ig"/>
          <p:cNvSpPr/>
          <p:nvPr/>
        </p:nvSpPr>
        <p:spPr>
          <a:xfrm>
            <a:off x="381000" y="313030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64" name="!!path-9ih"/>
          <p:cNvSpPr/>
          <p:nvPr/>
        </p:nvSpPr>
        <p:spPr>
          <a:xfrm>
            <a:off x="381000" y="314655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65" name="!!path-9ii"/>
          <p:cNvSpPr/>
          <p:nvPr/>
        </p:nvSpPr>
        <p:spPr>
          <a:xfrm>
            <a:off x="381000" y="316281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66" name="!!path-9ij"/>
          <p:cNvSpPr/>
          <p:nvPr/>
        </p:nvSpPr>
        <p:spPr>
          <a:xfrm>
            <a:off x="381000" y="317906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67" name="!!path-9ik"/>
          <p:cNvSpPr/>
          <p:nvPr/>
        </p:nvSpPr>
        <p:spPr>
          <a:xfrm>
            <a:off x="419608" y="269342"/>
            <a:ext cx="128422" cy="122936"/>
          </a:xfrm>
          <a:custGeom>
            <a:avLst/>
            <a:gdLst/>
            <a:ahLst/>
            <a:cxnLst/>
            <a:rect l="l" t="t" r="r" b="b"/>
            <a:pathLst>
              <a:path w="128422" h="122936">
                <a:moveTo>
                  <a:pt x="0" y="17678"/>
                </a:moveTo>
                <a:lnTo>
                  <a:pt x="8128" y="5080"/>
                </a:lnTo>
                <a:cubicBezTo>
                  <a:pt x="32512" y="0"/>
                  <a:pt x="73152" y="7112"/>
                  <a:pt x="101600" y="26416"/>
                </a:cubicBezTo>
                <a:cubicBezTo>
                  <a:pt x="116840" y="37186"/>
                  <a:pt x="124968" y="49784"/>
                  <a:pt x="128422" y="62992"/>
                </a:cubicBezTo>
                <a:lnTo>
                  <a:pt x="128422" y="122936"/>
                </a:lnTo>
                <a:lnTo>
                  <a:pt x="0" y="1229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68" name="!!path-9il"/>
          <p:cNvSpPr/>
          <p:nvPr/>
        </p:nvSpPr>
        <p:spPr>
          <a:xfrm>
            <a:off x="419608" y="269342"/>
            <a:ext cx="128422" cy="62992"/>
          </a:xfrm>
          <a:custGeom>
            <a:avLst/>
            <a:gdLst/>
            <a:ahLst/>
            <a:cxnLst/>
            <a:rect l="l" t="t" r="r" b="b"/>
            <a:pathLst>
              <a:path w="128422" h="62992" fill="none">
                <a:moveTo>
                  <a:pt x="128422" y="62992"/>
                </a:moveTo>
                <a:cubicBezTo>
                  <a:pt x="124968" y="49784"/>
                  <a:pt x="116840" y="37186"/>
                  <a:pt x="101600" y="26416"/>
                </a:cubicBezTo>
                <a:cubicBezTo>
                  <a:pt x="73152" y="7112"/>
                  <a:pt x="32512" y="0"/>
                  <a:pt x="8128" y="5080"/>
                </a:cubicBezTo>
                <a:lnTo>
                  <a:pt x="0" y="1767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69" name="!!path-9im"/>
          <p:cNvSpPr/>
          <p:nvPr/>
        </p:nvSpPr>
        <p:spPr>
          <a:xfrm>
            <a:off x="407010" y="281534"/>
            <a:ext cx="141021" cy="110744"/>
          </a:xfrm>
          <a:custGeom>
            <a:avLst/>
            <a:gdLst/>
            <a:ahLst/>
            <a:cxnLst/>
            <a:rect l="l" t="t" r="r" b="b"/>
            <a:pathLst>
              <a:path w="141021" h="110744">
                <a:moveTo>
                  <a:pt x="0" y="22352"/>
                </a:moveTo>
                <a:lnTo>
                  <a:pt x="6502" y="6502"/>
                </a:lnTo>
                <a:cubicBezTo>
                  <a:pt x="36982" y="0"/>
                  <a:pt x="79654" y="7112"/>
                  <a:pt x="110134" y="25400"/>
                </a:cubicBezTo>
                <a:cubicBezTo>
                  <a:pt x="126390" y="35154"/>
                  <a:pt x="136550" y="49784"/>
                  <a:pt x="141021" y="62992"/>
                </a:cubicBezTo>
                <a:lnTo>
                  <a:pt x="141021" y="110744"/>
                </a:lnTo>
                <a:lnTo>
                  <a:pt x="0" y="110744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70" name="!!path-9in"/>
          <p:cNvSpPr/>
          <p:nvPr/>
        </p:nvSpPr>
        <p:spPr>
          <a:xfrm>
            <a:off x="407010" y="281534"/>
            <a:ext cx="141021" cy="62992"/>
          </a:xfrm>
          <a:custGeom>
            <a:avLst/>
            <a:gdLst/>
            <a:ahLst/>
            <a:cxnLst/>
            <a:rect l="l" t="t" r="r" b="b"/>
            <a:pathLst>
              <a:path w="141021" h="62992" fill="none">
                <a:moveTo>
                  <a:pt x="141021" y="62992"/>
                </a:moveTo>
                <a:cubicBezTo>
                  <a:pt x="136550" y="49784"/>
                  <a:pt x="126390" y="35154"/>
                  <a:pt x="110134" y="25400"/>
                </a:cubicBezTo>
                <a:cubicBezTo>
                  <a:pt x="79654" y="7112"/>
                  <a:pt x="36982" y="0"/>
                  <a:pt x="6502" y="6502"/>
                </a:cubicBezTo>
                <a:lnTo>
                  <a:pt x="0" y="22352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71" name="!!path-9io"/>
          <p:cNvSpPr/>
          <p:nvPr/>
        </p:nvSpPr>
        <p:spPr>
          <a:xfrm>
            <a:off x="395834" y="294742"/>
            <a:ext cx="151790" cy="97536"/>
          </a:xfrm>
          <a:custGeom>
            <a:avLst/>
            <a:gdLst/>
            <a:ahLst/>
            <a:cxnLst/>
            <a:rect l="l" t="t" r="r" b="b"/>
            <a:pathLst>
              <a:path w="151790" h="97536">
                <a:moveTo>
                  <a:pt x="0" y="23165"/>
                </a:moveTo>
                <a:lnTo>
                  <a:pt x="3861" y="12598"/>
                </a:lnTo>
                <a:cubicBezTo>
                  <a:pt x="37998" y="0"/>
                  <a:pt x="84734" y="5080"/>
                  <a:pt x="117246" y="21946"/>
                </a:cubicBezTo>
                <a:cubicBezTo>
                  <a:pt x="135534" y="31496"/>
                  <a:pt x="146710" y="43688"/>
                  <a:pt x="151790" y="55270"/>
                </a:cubicBezTo>
                <a:lnTo>
                  <a:pt x="151790" y="97536"/>
                </a:lnTo>
                <a:lnTo>
                  <a:pt x="0" y="975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72" name="!!path-9ip"/>
          <p:cNvSpPr/>
          <p:nvPr/>
        </p:nvSpPr>
        <p:spPr>
          <a:xfrm>
            <a:off x="395834" y="294742"/>
            <a:ext cx="151790" cy="55270"/>
          </a:xfrm>
          <a:custGeom>
            <a:avLst/>
            <a:gdLst/>
            <a:ahLst/>
            <a:cxnLst/>
            <a:rect l="l" t="t" r="r" b="b"/>
            <a:pathLst>
              <a:path w="151790" h="55270" fill="none">
                <a:moveTo>
                  <a:pt x="151790" y="55270"/>
                </a:moveTo>
                <a:cubicBezTo>
                  <a:pt x="146710" y="43688"/>
                  <a:pt x="135534" y="31496"/>
                  <a:pt x="117246" y="21946"/>
                </a:cubicBezTo>
                <a:cubicBezTo>
                  <a:pt x="84734" y="5080"/>
                  <a:pt x="37998" y="0"/>
                  <a:pt x="3861" y="12598"/>
                </a:cubicBezTo>
                <a:lnTo>
                  <a:pt x="0" y="23165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73" name="!!path-9iq"/>
          <p:cNvSpPr/>
          <p:nvPr/>
        </p:nvSpPr>
        <p:spPr>
          <a:xfrm>
            <a:off x="548234" y="264262"/>
            <a:ext cx="120294" cy="128016"/>
          </a:xfrm>
          <a:custGeom>
            <a:avLst/>
            <a:gdLst/>
            <a:ahLst/>
            <a:cxnLst/>
            <a:rect l="l" t="t" r="r" b="b"/>
            <a:pathLst>
              <a:path w="120294" h="128016">
                <a:moveTo>
                  <a:pt x="120294" y="18288"/>
                </a:moveTo>
                <a:lnTo>
                  <a:pt x="113589" y="4470"/>
                </a:lnTo>
                <a:cubicBezTo>
                  <a:pt x="86766" y="0"/>
                  <a:pt x="44094" y="10160"/>
                  <a:pt x="17678" y="30480"/>
                </a:cubicBezTo>
                <a:cubicBezTo>
                  <a:pt x="6502" y="39624"/>
                  <a:pt x="1422" y="52832"/>
                  <a:pt x="0" y="67056"/>
                </a:cubicBezTo>
                <a:lnTo>
                  <a:pt x="0" y="128016"/>
                </a:lnTo>
                <a:lnTo>
                  <a:pt x="120294" y="12801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74" name="!!path-9ir"/>
          <p:cNvSpPr/>
          <p:nvPr/>
        </p:nvSpPr>
        <p:spPr>
          <a:xfrm>
            <a:off x="548234" y="264262"/>
            <a:ext cx="120294" cy="67056"/>
          </a:xfrm>
          <a:custGeom>
            <a:avLst/>
            <a:gdLst/>
            <a:ahLst/>
            <a:cxnLst/>
            <a:rect l="l" t="t" r="r" b="b"/>
            <a:pathLst>
              <a:path w="120294" h="67056" fill="none">
                <a:moveTo>
                  <a:pt x="0" y="67056"/>
                </a:moveTo>
                <a:cubicBezTo>
                  <a:pt x="1422" y="52832"/>
                  <a:pt x="6502" y="39624"/>
                  <a:pt x="17678" y="30480"/>
                </a:cubicBezTo>
                <a:cubicBezTo>
                  <a:pt x="44094" y="10160"/>
                  <a:pt x="86766" y="0"/>
                  <a:pt x="113589" y="4470"/>
                </a:cubicBezTo>
                <a:lnTo>
                  <a:pt x="120294" y="1828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75" name="!!path-9is"/>
          <p:cNvSpPr/>
          <p:nvPr/>
        </p:nvSpPr>
        <p:spPr>
          <a:xfrm>
            <a:off x="548437" y="279502"/>
            <a:ext cx="133299" cy="112776"/>
          </a:xfrm>
          <a:custGeom>
            <a:avLst/>
            <a:gdLst/>
            <a:ahLst/>
            <a:cxnLst/>
            <a:rect l="l" t="t" r="r" b="b"/>
            <a:pathLst>
              <a:path w="133299" h="112776">
                <a:moveTo>
                  <a:pt x="133299" y="19710"/>
                </a:moveTo>
                <a:lnTo>
                  <a:pt x="127203" y="3048"/>
                </a:lnTo>
                <a:cubicBezTo>
                  <a:pt x="94691" y="0"/>
                  <a:pt x="54051" y="11176"/>
                  <a:pt x="27635" y="30683"/>
                </a:cubicBezTo>
                <a:cubicBezTo>
                  <a:pt x="13411" y="41250"/>
                  <a:pt x="4267" y="53848"/>
                  <a:pt x="0" y="65024"/>
                </a:cubicBezTo>
                <a:lnTo>
                  <a:pt x="0" y="112776"/>
                </a:lnTo>
                <a:lnTo>
                  <a:pt x="133299" y="11277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76" name="!!path-9it"/>
          <p:cNvSpPr/>
          <p:nvPr/>
        </p:nvSpPr>
        <p:spPr>
          <a:xfrm>
            <a:off x="548437" y="279502"/>
            <a:ext cx="133299" cy="65024"/>
          </a:xfrm>
          <a:custGeom>
            <a:avLst/>
            <a:gdLst/>
            <a:ahLst/>
            <a:cxnLst/>
            <a:rect l="l" t="t" r="r" b="b"/>
            <a:pathLst>
              <a:path w="133299" h="65024" fill="none">
                <a:moveTo>
                  <a:pt x="0" y="65024"/>
                </a:moveTo>
                <a:cubicBezTo>
                  <a:pt x="4267" y="53848"/>
                  <a:pt x="13411" y="41250"/>
                  <a:pt x="27635" y="30683"/>
                </a:cubicBezTo>
                <a:cubicBezTo>
                  <a:pt x="54051" y="11176"/>
                  <a:pt x="94691" y="0"/>
                  <a:pt x="127203" y="3048"/>
                </a:cubicBezTo>
                <a:lnTo>
                  <a:pt x="133299" y="19710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77" name="!!path-9iu"/>
          <p:cNvSpPr/>
          <p:nvPr/>
        </p:nvSpPr>
        <p:spPr>
          <a:xfrm>
            <a:off x="548843" y="293726"/>
            <a:ext cx="142646" cy="98552"/>
          </a:xfrm>
          <a:custGeom>
            <a:avLst/>
            <a:gdLst/>
            <a:ahLst/>
            <a:cxnLst/>
            <a:rect l="l" t="t" r="r" b="b"/>
            <a:pathLst>
              <a:path w="142646" h="98552">
                <a:moveTo>
                  <a:pt x="142646" y="18898"/>
                </a:moveTo>
                <a:lnTo>
                  <a:pt x="139802" y="8738"/>
                </a:lnTo>
                <a:cubicBezTo>
                  <a:pt x="106477" y="0"/>
                  <a:pt x="63805" y="5080"/>
                  <a:pt x="35357" y="19304"/>
                </a:cubicBezTo>
                <a:cubicBezTo>
                  <a:pt x="17069" y="28448"/>
                  <a:pt x="5893" y="42672"/>
                  <a:pt x="0" y="56286"/>
                </a:cubicBezTo>
                <a:lnTo>
                  <a:pt x="0" y="98552"/>
                </a:lnTo>
                <a:lnTo>
                  <a:pt x="142646" y="98552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78" name="!!path-9iv"/>
          <p:cNvSpPr/>
          <p:nvPr/>
        </p:nvSpPr>
        <p:spPr>
          <a:xfrm>
            <a:off x="548843" y="293726"/>
            <a:ext cx="142646" cy="56286"/>
          </a:xfrm>
          <a:custGeom>
            <a:avLst/>
            <a:gdLst/>
            <a:ahLst/>
            <a:cxnLst/>
            <a:rect l="l" t="t" r="r" b="b"/>
            <a:pathLst>
              <a:path w="142646" h="56286" fill="none">
                <a:moveTo>
                  <a:pt x="0" y="56286"/>
                </a:moveTo>
                <a:cubicBezTo>
                  <a:pt x="5893" y="42672"/>
                  <a:pt x="17069" y="28448"/>
                  <a:pt x="35357" y="19304"/>
                </a:cubicBezTo>
                <a:cubicBezTo>
                  <a:pt x="63805" y="5080"/>
                  <a:pt x="106477" y="0"/>
                  <a:pt x="139802" y="8738"/>
                </a:cubicBezTo>
                <a:lnTo>
                  <a:pt x="142646" y="1889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79" name="!!path-9iw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627D8D"/>
              </a:gs>
              <a:gs pos="21794">
                <a:srgbClr val="627D8D"/>
              </a:gs>
              <a:gs pos="55376">
                <a:srgbClr val="627D8D"/>
              </a:gs>
              <a:gs pos="96421">
                <a:srgbClr val="98ABB7"/>
              </a:gs>
              <a:gs pos="100000">
                <a:srgbClr val="98ABB7"/>
              </a:gs>
            </a:gsLst>
            <a:lin ang="1983350" scaled="0"/>
          </a:gradFill>
          <a:ln>
            <a:noFill/>
          </a:ln>
        </p:spPr>
      </p:sp>
      <p:sp>
        <p:nvSpPr>
          <p:cNvPr id="180" name="!!path-9ix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0000"/>
                </a:srgbClr>
              </a:gs>
              <a:gs pos="4764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83333" t="79291" r="16667" b="20709"/>
            </a:path>
          </a:gradFill>
          <a:ln>
            <a:noFill/>
          </a:ln>
        </p:spPr>
      </p:sp>
      <p:sp>
        <p:nvSpPr>
          <p:cNvPr id="181" name="!!line-9iy"/>
          <p:cNvSpPr/>
          <p:nvPr/>
        </p:nvSpPr>
        <p:spPr>
          <a:xfrm>
            <a:off x="549046" y="363017"/>
            <a:ext cx="1" cy="153619"/>
          </a:xfrm>
          <a:custGeom>
            <a:avLst/>
            <a:gdLst/>
            <a:ahLst/>
            <a:cxnLst/>
            <a:rect l="l" t="t" r="r" b="b"/>
            <a:pathLst>
              <a:path w="1" h="153619">
                <a:moveTo>
                  <a:pt x="0" y="0"/>
                </a:moveTo>
                <a:lnTo>
                  <a:pt x="0" y="153619"/>
                </a:lnTo>
              </a:path>
            </a:pathLst>
          </a:custGeom>
          <a:solidFill>
            <a:srgbClr val="000000"/>
          </a:solidFill>
          <a:ln w="6909" cap="rnd">
            <a:solidFill>
              <a:srgbClr val="C9D3D9"/>
            </a:solidFill>
            <a:prstDash val="solid"/>
            <a:miter lim="800000"/>
          </a:ln>
        </p:spPr>
      </p:sp>
      <p:sp>
        <p:nvSpPr>
          <p:cNvPr id="182" name="!!path-9iz"/>
          <p:cNvSpPr/>
          <p:nvPr/>
        </p:nvSpPr>
        <p:spPr>
          <a:xfrm>
            <a:off x="657962" y="442062"/>
            <a:ext cx="25400" cy="37998"/>
          </a:xfrm>
          <a:custGeom>
            <a:avLst/>
            <a:gdLst/>
            <a:ahLst/>
            <a:cxnLst/>
            <a:rect l="l" t="t" r="r" b="b"/>
            <a:pathLst>
              <a:path w="25400" h="37998">
                <a:moveTo>
                  <a:pt x="0" y="2642"/>
                </a:moveTo>
                <a:lnTo>
                  <a:pt x="15240" y="0"/>
                </a:lnTo>
                <a:lnTo>
                  <a:pt x="25400" y="37186"/>
                </a:lnTo>
                <a:lnTo>
                  <a:pt x="7518" y="37998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 w="1016" cap="flat">
            <a:solidFill>
              <a:srgbClr val="FFFFFF">
                <a:alpha val="55000"/>
              </a:srgbClr>
            </a:solidFill>
            <a:prstDash val="solid"/>
            <a:round/>
          </a:ln>
        </p:spPr>
      </p:sp>
      <p:sp>
        <p:nvSpPr>
          <p:cNvPr id="183" name="!!text-9j0" descr="救「舊」我的書"/>
          <p:cNvSpPr txBox="1"/>
          <p:nvPr/>
        </p:nvSpPr>
        <p:spPr>
          <a:xfrm>
            <a:off x="805879" y="251460"/>
            <a:ext cx="1120140" cy="25745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400" b="1" kern="0" spc="-70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救</a:t>
            </a:r>
            <a:r>
              <a:rPr lang="zh-TW" altLang="en-US" sz="14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「舊</a:t>
            </a:r>
            <a:r>
              <a:rPr lang="zh-TW" altLang="en-US" sz="1400" b="1" kern="0" spc="-70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」</a:t>
            </a:r>
            <a:r>
              <a:rPr lang="zh-TW" altLang="en-US" sz="14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我的書</a:t>
            </a:r>
            <a:endParaRPr lang="zh-TW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fast" p14:dur="2000" advTm="100">
        <p159:morph option="byObject"/>
      </p:transition>
    </mc:Choice>
    <mc:Fallback>
      <p:transition spd="fast" advTm="100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64.1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rect-1q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7"/>
          </a:solidFill>
          <a:ln>
            <a:noFill/>
          </a:ln>
        </p:spPr>
      </p:sp>
      <p:sp>
        <p:nvSpPr>
          <p:cNvPr id="3" name="!!ellipse-1q2"/>
          <p:cNvSpPr/>
          <p:nvPr/>
        </p:nvSpPr>
        <p:spPr>
          <a:xfrm>
            <a:off x="-889000" y="-952500"/>
            <a:ext cx="13970000" cy="7874000"/>
          </a:xfrm>
          <a:prstGeom prst="ellipse">
            <a:avLst/>
          </a:prstGeom>
          <a:gradFill rotWithShape="1">
            <a:gsLst>
              <a:gs pos="0">
                <a:srgbClr val="FFFFFF">
                  <a:alpha val="95000"/>
                </a:srgbClr>
              </a:gs>
              <a:gs pos="40865">
                <a:srgbClr val="FFFFFF">
                  <a:alpha val="35000"/>
                </a:srgbClr>
              </a:gs>
              <a:gs pos="68108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!!rect-1q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P1"/>
            <a:srcRect/>
            <a:tile tx="57499" ty="6299" sx="16667" sy="16667" flip="none" algn="tl"/>
          </a:blipFill>
          <a:ln>
            <a:noFill/>
          </a:ln>
        </p:spPr>
      </p:sp>
      <p:sp>
        <p:nvSpPr>
          <p:cNvPr id="5" name="!!circle-1qv"/>
          <p:cNvSpPr/>
          <p:nvPr/>
        </p:nvSpPr>
        <p:spPr>
          <a:xfrm>
            <a:off x="7577067" y="6347561"/>
            <a:ext cx="1551610" cy="1551610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" name="!!circle-1qy"/>
          <p:cNvSpPr/>
          <p:nvPr/>
        </p:nvSpPr>
        <p:spPr>
          <a:xfrm>
            <a:off x="11121911" y="1060767"/>
            <a:ext cx="2674569" cy="2674569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7" name="!!circle-1r1"/>
          <p:cNvSpPr/>
          <p:nvPr/>
        </p:nvSpPr>
        <p:spPr>
          <a:xfrm>
            <a:off x="8346363" y="5596153"/>
            <a:ext cx="905370" cy="905370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8" name="!!rect-1sh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5F7">
                  <a:alpha val="0"/>
                </a:srgbClr>
              </a:gs>
              <a:gs pos="20428">
                <a:srgbClr val="F3F5F7">
                  <a:alpha val="0"/>
                </a:srgbClr>
              </a:gs>
              <a:gs pos="66730">
                <a:srgbClr val="F3F5F7"/>
              </a:gs>
              <a:gs pos="100000">
                <a:srgbClr val="F3F5F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9" name="!!circle-1sj"/>
          <p:cNvSpPr/>
          <p:nvPr/>
        </p:nvSpPr>
        <p:spPr>
          <a:xfrm>
            <a:off x="107304" y="212064"/>
            <a:ext cx="50038" cy="50038"/>
          </a:xfrm>
          <a:prstGeom prst="ellipse">
            <a:avLst/>
          </a:prstGeom>
          <a:solidFill>
            <a:srgbClr val="627D8D">
              <a:alpha val="25400"/>
            </a:srgbClr>
          </a:solidFill>
          <a:ln>
            <a:noFill/>
          </a:ln>
        </p:spPr>
      </p:sp>
      <p:sp>
        <p:nvSpPr>
          <p:cNvPr id="10" name="!!circle-1sm"/>
          <p:cNvSpPr/>
          <p:nvPr/>
        </p:nvSpPr>
        <p:spPr>
          <a:xfrm>
            <a:off x="5628482" y="1497479"/>
            <a:ext cx="36055" cy="36055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11" name="!!circle-1sp"/>
          <p:cNvSpPr/>
          <p:nvPr/>
        </p:nvSpPr>
        <p:spPr>
          <a:xfrm>
            <a:off x="9307455" y="3405374"/>
            <a:ext cx="24295" cy="24295"/>
          </a:xfrm>
          <a:prstGeom prst="ellipse">
            <a:avLst/>
          </a:prstGeom>
          <a:solidFill>
            <a:srgbClr val="627D8D">
              <a:alpha val="18100"/>
            </a:srgbClr>
          </a:solidFill>
          <a:ln>
            <a:noFill/>
          </a:ln>
        </p:spPr>
      </p:sp>
      <p:sp>
        <p:nvSpPr>
          <p:cNvPr id="12" name="!!circle-1ss"/>
          <p:cNvSpPr/>
          <p:nvPr/>
        </p:nvSpPr>
        <p:spPr>
          <a:xfrm>
            <a:off x="3560726" y="6578606"/>
            <a:ext cx="25959" cy="25959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13" name="!!circle-1sv"/>
          <p:cNvSpPr/>
          <p:nvPr/>
        </p:nvSpPr>
        <p:spPr>
          <a:xfrm>
            <a:off x="1912853" y="1887782"/>
            <a:ext cx="35878" cy="35878"/>
          </a:xfrm>
          <a:prstGeom prst="ellipse">
            <a:avLst/>
          </a:prstGeom>
          <a:solidFill>
            <a:srgbClr val="627D8D">
              <a:alpha val="26800"/>
            </a:srgbClr>
          </a:solidFill>
          <a:ln>
            <a:noFill/>
          </a:ln>
        </p:spPr>
      </p:sp>
      <p:sp>
        <p:nvSpPr>
          <p:cNvPr id="14" name="!!circle-1sy"/>
          <p:cNvSpPr/>
          <p:nvPr/>
        </p:nvSpPr>
        <p:spPr>
          <a:xfrm>
            <a:off x="6777004" y="4032539"/>
            <a:ext cx="40234" cy="40234"/>
          </a:xfrm>
          <a:prstGeom prst="ellipse">
            <a:avLst/>
          </a:prstGeom>
          <a:solidFill>
            <a:srgbClr val="627D8D">
              <a:alpha val="31300"/>
            </a:srgbClr>
          </a:solidFill>
          <a:ln>
            <a:noFill/>
          </a:ln>
        </p:spPr>
      </p:sp>
      <p:sp>
        <p:nvSpPr>
          <p:cNvPr id="15" name="!!circle-1t1"/>
          <p:cNvSpPr/>
          <p:nvPr/>
        </p:nvSpPr>
        <p:spPr>
          <a:xfrm>
            <a:off x="10025952" y="95690"/>
            <a:ext cx="23559" cy="23559"/>
          </a:xfrm>
          <a:prstGeom prst="ellipse">
            <a:avLst/>
          </a:prstGeom>
          <a:solidFill>
            <a:srgbClr val="627D8D">
              <a:alpha val="17900"/>
            </a:srgbClr>
          </a:solidFill>
          <a:ln>
            <a:noFill/>
          </a:ln>
        </p:spPr>
      </p:sp>
      <p:sp>
        <p:nvSpPr>
          <p:cNvPr id="16" name="!!circle-1t4"/>
          <p:cNvSpPr/>
          <p:nvPr/>
        </p:nvSpPr>
        <p:spPr>
          <a:xfrm>
            <a:off x="1108237" y="5075841"/>
            <a:ext cx="29959" cy="29959"/>
          </a:xfrm>
          <a:prstGeom prst="ellipse">
            <a:avLst/>
          </a:prstGeom>
          <a:solidFill>
            <a:srgbClr val="627D8D">
              <a:alpha val="19400"/>
            </a:srgbClr>
          </a:solidFill>
          <a:ln>
            <a:noFill/>
          </a:ln>
        </p:spPr>
      </p:sp>
      <p:sp>
        <p:nvSpPr>
          <p:cNvPr id="17" name="!!circle-1t7"/>
          <p:cNvSpPr/>
          <p:nvPr/>
        </p:nvSpPr>
        <p:spPr>
          <a:xfrm>
            <a:off x="8519765" y="4602247"/>
            <a:ext cx="28702" cy="28702"/>
          </a:xfrm>
          <a:prstGeom prst="ellipse">
            <a:avLst/>
          </a:prstGeom>
          <a:solidFill>
            <a:srgbClr val="627D8D">
              <a:alpha val="17800"/>
            </a:srgbClr>
          </a:solidFill>
          <a:ln>
            <a:noFill/>
          </a:ln>
        </p:spPr>
      </p:sp>
      <p:sp>
        <p:nvSpPr>
          <p:cNvPr id="18" name="!!circle-1ta"/>
          <p:cNvSpPr/>
          <p:nvPr/>
        </p:nvSpPr>
        <p:spPr>
          <a:xfrm>
            <a:off x="11069547" y="2051921"/>
            <a:ext cx="24066" cy="24066"/>
          </a:xfrm>
          <a:prstGeom prst="ellipse">
            <a:avLst/>
          </a:prstGeom>
          <a:solidFill>
            <a:srgbClr val="627D8D">
              <a:alpha val="23900"/>
            </a:srgbClr>
          </a:solidFill>
          <a:ln>
            <a:noFill/>
          </a:ln>
        </p:spPr>
      </p:sp>
      <p:sp>
        <p:nvSpPr>
          <p:cNvPr id="19" name="!!circle-1td"/>
          <p:cNvSpPr/>
          <p:nvPr/>
        </p:nvSpPr>
        <p:spPr>
          <a:xfrm>
            <a:off x="8370620" y="6083609"/>
            <a:ext cx="35865" cy="35865"/>
          </a:xfrm>
          <a:prstGeom prst="ellipse">
            <a:avLst/>
          </a:prstGeom>
          <a:solidFill>
            <a:srgbClr val="627D8D">
              <a:alpha val="28200"/>
            </a:srgbClr>
          </a:solidFill>
          <a:ln>
            <a:noFill/>
          </a:ln>
        </p:spPr>
      </p:sp>
      <p:sp>
        <p:nvSpPr>
          <p:cNvPr id="20" name="!!circle-1tg"/>
          <p:cNvSpPr/>
          <p:nvPr/>
        </p:nvSpPr>
        <p:spPr>
          <a:xfrm>
            <a:off x="1444487" y="3330336"/>
            <a:ext cx="39218" cy="39218"/>
          </a:xfrm>
          <a:prstGeom prst="ellipse">
            <a:avLst/>
          </a:prstGeom>
          <a:solidFill>
            <a:srgbClr val="627D8D">
              <a:alpha val="29600"/>
            </a:srgbClr>
          </a:solidFill>
          <a:ln>
            <a:noFill/>
          </a:ln>
        </p:spPr>
      </p:sp>
      <p:sp>
        <p:nvSpPr>
          <p:cNvPr id="21" name="!!circle-1tj"/>
          <p:cNvSpPr/>
          <p:nvPr/>
        </p:nvSpPr>
        <p:spPr>
          <a:xfrm>
            <a:off x="7165731" y="6332250"/>
            <a:ext cx="49733" cy="49733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2" name="!!circle-1tm"/>
          <p:cNvSpPr/>
          <p:nvPr/>
        </p:nvSpPr>
        <p:spPr>
          <a:xfrm>
            <a:off x="6323521" y="1989723"/>
            <a:ext cx="41694" cy="41694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3" name="!!circle-1tp"/>
          <p:cNvSpPr/>
          <p:nvPr/>
        </p:nvSpPr>
        <p:spPr>
          <a:xfrm>
            <a:off x="6787378" y="5393702"/>
            <a:ext cx="31979" cy="31979"/>
          </a:xfrm>
          <a:prstGeom prst="ellipse">
            <a:avLst/>
          </a:prstGeom>
          <a:solidFill>
            <a:srgbClr val="627D8D">
              <a:alpha val="24100"/>
            </a:srgbClr>
          </a:solidFill>
          <a:ln>
            <a:noFill/>
          </a:ln>
        </p:spPr>
      </p:sp>
      <p:sp>
        <p:nvSpPr>
          <p:cNvPr id="24" name="!!circle-1ts"/>
          <p:cNvSpPr/>
          <p:nvPr/>
        </p:nvSpPr>
        <p:spPr>
          <a:xfrm>
            <a:off x="3836168" y="1334625"/>
            <a:ext cx="18085" cy="18085"/>
          </a:xfrm>
          <a:prstGeom prst="ellipse">
            <a:avLst/>
          </a:prstGeom>
          <a:solidFill>
            <a:srgbClr val="627D8D">
              <a:alpha val="10500"/>
            </a:srgbClr>
          </a:solidFill>
          <a:ln>
            <a:noFill/>
          </a:ln>
        </p:spPr>
      </p:sp>
      <p:sp>
        <p:nvSpPr>
          <p:cNvPr id="25" name="!!circle-1ty"/>
          <p:cNvSpPr/>
          <p:nvPr/>
        </p:nvSpPr>
        <p:spPr>
          <a:xfrm>
            <a:off x="3405994" y="6533801"/>
            <a:ext cx="39243" cy="39243"/>
          </a:xfrm>
          <a:prstGeom prst="ellipse">
            <a:avLst/>
          </a:prstGeom>
          <a:solidFill>
            <a:srgbClr val="627D8D">
              <a:alpha val="27700"/>
            </a:srgbClr>
          </a:solidFill>
          <a:ln>
            <a:noFill/>
          </a:ln>
        </p:spPr>
      </p:sp>
      <p:sp>
        <p:nvSpPr>
          <p:cNvPr id="26" name="!!circle-1u1"/>
          <p:cNvSpPr/>
          <p:nvPr/>
        </p:nvSpPr>
        <p:spPr>
          <a:xfrm>
            <a:off x="1666802" y="6692359"/>
            <a:ext cx="34519" cy="34519"/>
          </a:xfrm>
          <a:prstGeom prst="ellipse">
            <a:avLst/>
          </a:prstGeom>
          <a:solidFill>
            <a:srgbClr val="627D8D">
              <a:alpha val="22500"/>
            </a:srgbClr>
          </a:solidFill>
          <a:ln>
            <a:noFill/>
          </a:ln>
        </p:spPr>
      </p:sp>
      <p:sp>
        <p:nvSpPr>
          <p:cNvPr id="27" name="!!circle-1u4"/>
          <p:cNvSpPr/>
          <p:nvPr/>
        </p:nvSpPr>
        <p:spPr>
          <a:xfrm>
            <a:off x="2599229" y="5338225"/>
            <a:ext cx="46228" cy="46228"/>
          </a:xfrm>
          <a:prstGeom prst="ellipse">
            <a:avLst/>
          </a:prstGeom>
          <a:solidFill>
            <a:srgbClr val="627D8D">
              <a:alpha val="26200"/>
            </a:srgbClr>
          </a:solidFill>
          <a:ln>
            <a:noFill/>
          </a:ln>
        </p:spPr>
      </p:sp>
      <p:sp>
        <p:nvSpPr>
          <p:cNvPr id="28" name="!!circle-1u7"/>
          <p:cNvSpPr/>
          <p:nvPr/>
        </p:nvSpPr>
        <p:spPr>
          <a:xfrm>
            <a:off x="7413272" y="4902212"/>
            <a:ext cx="49327" cy="49327"/>
          </a:xfrm>
          <a:prstGeom prst="ellipse">
            <a:avLst/>
          </a:prstGeom>
          <a:solidFill>
            <a:srgbClr val="627D8D">
              <a:alpha val="20800"/>
            </a:srgbClr>
          </a:solidFill>
          <a:ln>
            <a:noFill/>
          </a:ln>
        </p:spPr>
      </p:sp>
      <p:sp>
        <p:nvSpPr>
          <p:cNvPr id="29" name="!!circle-1ua"/>
          <p:cNvSpPr/>
          <p:nvPr/>
        </p:nvSpPr>
        <p:spPr>
          <a:xfrm>
            <a:off x="9691743" y="5665935"/>
            <a:ext cx="24054" cy="24054"/>
          </a:xfrm>
          <a:prstGeom prst="ellipse">
            <a:avLst/>
          </a:prstGeom>
          <a:solidFill>
            <a:srgbClr val="627D8D">
              <a:alpha val="22200"/>
            </a:srgbClr>
          </a:solidFill>
          <a:ln>
            <a:noFill/>
          </a:ln>
        </p:spPr>
      </p:sp>
      <p:sp>
        <p:nvSpPr>
          <p:cNvPr id="30" name="!!circle-1ud"/>
          <p:cNvSpPr/>
          <p:nvPr/>
        </p:nvSpPr>
        <p:spPr>
          <a:xfrm>
            <a:off x="2126351" y="1591915"/>
            <a:ext cx="32271" cy="32271"/>
          </a:xfrm>
          <a:prstGeom prst="ellipse">
            <a:avLst/>
          </a:prstGeom>
          <a:solidFill>
            <a:srgbClr val="627D8D">
              <a:alpha val="20500"/>
            </a:srgbClr>
          </a:solidFill>
          <a:ln>
            <a:noFill/>
          </a:ln>
        </p:spPr>
      </p:sp>
      <p:sp>
        <p:nvSpPr>
          <p:cNvPr id="31" name="!!circle-1uj"/>
          <p:cNvSpPr/>
          <p:nvPr/>
        </p:nvSpPr>
        <p:spPr>
          <a:xfrm>
            <a:off x="2094446" y="2606453"/>
            <a:ext cx="34252" cy="34252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32" name="!!circle-1um"/>
          <p:cNvSpPr/>
          <p:nvPr/>
        </p:nvSpPr>
        <p:spPr>
          <a:xfrm>
            <a:off x="9618537" y="4603448"/>
            <a:ext cx="44196" cy="44196"/>
          </a:xfrm>
          <a:prstGeom prst="ellipse">
            <a:avLst/>
          </a:prstGeom>
          <a:solidFill>
            <a:srgbClr val="627D8D">
              <a:alpha val="21700"/>
            </a:srgbClr>
          </a:solidFill>
          <a:ln>
            <a:noFill/>
          </a:ln>
        </p:spPr>
      </p:sp>
      <p:sp>
        <p:nvSpPr>
          <p:cNvPr id="33" name="!!circle-1up"/>
          <p:cNvSpPr/>
          <p:nvPr/>
        </p:nvSpPr>
        <p:spPr>
          <a:xfrm>
            <a:off x="6814842" y="1898543"/>
            <a:ext cx="35192" cy="35192"/>
          </a:xfrm>
          <a:prstGeom prst="ellipse">
            <a:avLst/>
          </a:prstGeom>
          <a:solidFill>
            <a:srgbClr val="627D8D">
              <a:alpha val="27100"/>
            </a:srgbClr>
          </a:solidFill>
          <a:ln>
            <a:noFill/>
          </a:ln>
        </p:spPr>
      </p:sp>
      <p:sp>
        <p:nvSpPr>
          <p:cNvPr id="34" name="!!circle-1us"/>
          <p:cNvSpPr/>
          <p:nvPr/>
        </p:nvSpPr>
        <p:spPr>
          <a:xfrm>
            <a:off x="10105369" y="5500779"/>
            <a:ext cx="43358" cy="43358"/>
          </a:xfrm>
          <a:prstGeom prst="ellipse">
            <a:avLst/>
          </a:prstGeom>
          <a:solidFill>
            <a:srgbClr val="627D8D">
              <a:alpha val="19500"/>
            </a:srgbClr>
          </a:solidFill>
          <a:ln>
            <a:noFill/>
          </a:ln>
        </p:spPr>
      </p:sp>
      <p:sp>
        <p:nvSpPr>
          <p:cNvPr id="35" name="!!circle-1uv"/>
          <p:cNvSpPr/>
          <p:nvPr/>
        </p:nvSpPr>
        <p:spPr>
          <a:xfrm>
            <a:off x="3099620" y="2299757"/>
            <a:ext cx="33528" cy="33528"/>
          </a:xfrm>
          <a:prstGeom prst="ellipse">
            <a:avLst/>
          </a:prstGeom>
          <a:solidFill>
            <a:srgbClr val="627D8D">
              <a:alpha val="28300"/>
            </a:srgbClr>
          </a:solidFill>
          <a:ln>
            <a:noFill/>
          </a:ln>
        </p:spPr>
      </p:sp>
      <p:sp>
        <p:nvSpPr>
          <p:cNvPr id="36" name="!!circle-1uy"/>
          <p:cNvSpPr/>
          <p:nvPr/>
        </p:nvSpPr>
        <p:spPr>
          <a:xfrm>
            <a:off x="6748953" y="2840082"/>
            <a:ext cx="28956" cy="28956"/>
          </a:xfrm>
          <a:prstGeom prst="ellipse">
            <a:avLst/>
          </a:prstGeom>
          <a:solidFill>
            <a:srgbClr val="627D8D">
              <a:alpha val="21800"/>
            </a:srgbClr>
          </a:solidFill>
          <a:ln>
            <a:noFill/>
          </a:ln>
        </p:spPr>
      </p:sp>
      <p:sp>
        <p:nvSpPr>
          <p:cNvPr id="37" name="!!circle-1v1"/>
          <p:cNvSpPr/>
          <p:nvPr/>
        </p:nvSpPr>
        <p:spPr>
          <a:xfrm>
            <a:off x="6975920" y="6570253"/>
            <a:ext cx="45555" cy="45555"/>
          </a:xfrm>
          <a:prstGeom prst="ellipse">
            <a:avLst/>
          </a:prstGeom>
          <a:solidFill>
            <a:srgbClr val="627D8D">
              <a:alpha val="20900"/>
            </a:srgbClr>
          </a:solidFill>
          <a:ln>
            <a:noFill/>
          </a:ln>
        </p:spPr>
      </p:sp>
      <p:sp>
        <p:nvSpPr>
          <p:cNvPr id="38" name="!!circle-1v4"/>
          <p:cNvSpPr/>
          <p:nvPr/>
        </p:nvSpPr>
        <p:spPr>
          <a:xfrm>
            <a:off x="11319812" y="3531055"/>
            <a:ext cx="39484" cy="39484"/>
          </a:xfrm>
          <a:prstGeom prst="ellipse">
            <a:avLst/>
          </a:prstGeom>
          <a:solidFill>
            <a:srgbClr val="627D8D">
              <a:alpha val="13600"/>
            </a:srgbClr>
          </a:solidFill>
          <a:ln>
            <a:noFill/>
          </a:ln>
        </p:spPr>
      </p:sp>
      <p:sp>
        <p:nvSpPr>
          <p:cNvPr id="39" name="!!circle-1v7"/>
          <p:cNvSpPr/>
          <p:nvPr/>
        </p:nvSpPr>
        <p:spPr>
          <a:xfrm>
            <a:off x="7438545" y="5762279"/>
            <a:ext cx="30455" cy="30455"/>
          </a:xfrm>
          <a:prstGeom prst="ellipse">
            <a:avLst/>
          </a:prstGeom>
          <a:solidFill>
            <a:srgbClr val="627D8D">
              <a:alpha val="16500"/>
            </a:srgbClr>
          </a:solidFill>
          <a:ln>
            <a:noFill/>
          </a:ln>
        </p:spPr>
      </p:sp>
      <p:sp>
        <p:nvSpPr>
          <p:cNvPr id="40" name="!!circle-1va"/>
          <p:cNvSpPr/>
          <p:nvPr/>
        </p:nvSpPr>
        <p:spPr>
          <a:xfrm>
            <a:off x="8936187" y="6513243"/>
            <a:ext cx="28257" cy="28257"/>
          </a:xfrm>
          <a:prstGeom prst="ellipse">
            <a:avLst/>
          </a:prstGeom>
          <a:solidFill>
            <a:srgbClr val="627D8D">
              <a:alpha val="15700"/>
            </a:srgbClr>
          </a:solidFill>
          <a:ln>
            <a:noFill/>
          </a:ln>
        </p:spPr>
      </p:sp>
      <p:sp>
        <p:nvSpPr>
          <p:cNvPr id="41" name="!!circle-1vd"/>
          <p:cNvSpPr/>
          <p:nvPr/>
        </p:nvSpPr>
        <p:spPr>
          <a:xfrm>
            <a:off x="11322085" y="5232361"/>
            <a:ext cx="45149" cy="45149"/>
          </a:xfrm>
          <a:prstGeom prst="ellipse">
            <a:avLst/>
          </a:prstGeom>
          <a:solidFill>
            <a:srgbClr val="627D8D">
              <a:alpha val="31200"/>
            </a:srgbClr>
          </a:solidFill>
          <a:ln>
            <a:noFill/>
          </a:ln>
        </p:spPr>
      </p:sp>
      <p:sp>
        <p:nvSpPr>
          <p:cNvPr id="42" name="!!circle-1vg"/>
          <p:cNvSpPr/>
          <p:nvPr/>
        </p:nvSpPr>
        <p:spPr>
          <a:xfrm>
            <a:off x="3443611" y="3436945"/>
            <a:ext cx="30696" cy="30696"/>
          </a:xfrm>
          <a:prstGeom prst="ellipse">
            <a:avLst/>
          </a:prstGeom>
          <a:solidFill>
            <a:srgbClr val="627D8D">
              <a:alpha val="25700"/>
            </a:srgbClr>
          </a:solidFill>
          <a:ln>
            <a:noFill/>
          </a:ln>
        </p:spPr>
      </p:sp>
      <p:sp>
        <p:nvSpPr>
          <p:cNvPr id="43" name="!!circle-1vj"/>
          <p:cNvSpPr/>
          <p:nvPr/>
        </p:nvSpPr>
        <p:spPr>
          <a:xfrm>
            <a:off x="8824976" y="3987515"/>
            <a:ext cx="37401" cy="37401"/>
          </a:xfrm>
          <a:prstGeom prst="ellipse">
            <a:avLst/>
          </a:prstGeom>
          <a:solidFill>
            <a:srgbClr val="627D8D">
              <a:alpha val="16000"/>
            </a:srgbClr>
          </a:solidFill>
          <a:ln>
            <a:noFill/>
          </a:ln>
        </p:spPr>
      </p:sp>
      <p:sp>
        <p:nvSpPr>
          <p:cNvPr id="44" name="!!circle-1vm"/>
          <p:cNvSpPr/>
          <p:nvPr/>
        </p:nvSpPr>
        <p:spPr>
          <a:xfrm>
            <a:off x="1730793" y="4744235"/>
            <a:ext cx="33096" cy="33096"/>
          </a:xfrm>
          <a:prstGeom prst="ellipse">
            <a:avLst/>
          </a:prstGeom>
          <a:solidFill>
            <a:srgbClr val="627D8D">
              <a:alpha val="22300"/>
            </a:srgbClr>
          </a:solidFill>
          <a:ln>
            <a:noFill/>
          </a:ln>
        </p:spPr>
      </p:sp>
      <p:sp>
        <p:nvSpPr>
          <p:cNvPr id="45" name="!!circle-1vp"/>
          <p:cNvSpPr/>
          <p:nvPr/>
        </p:nvSpPr>
        <p:spPr>
          <a:xfrm>
            <a:off x="11597026" y="852366"/>
            <a:ext cx="21145" cy="21145"/>
          </a:xfrm>
          <a:prstGeom prst="ellipse">
            <a:avLst/>
          </a:prstGeom>
          <a:solidFill>
            <a:srgbClr val="627D8D">
              <a:alpha val="16300"/>
            </a:srgbClr>
          </a:solidFill>
          <a:ln>
            <a:noFill/>
          </a:ln>
        </p:spPr>
      </p:sp>
      <p:sp>
        <p:nvSpPr>
          <p:cNvPr id="46" name="!!circle-1vs"/>
          <p:cNvSpPr/>
          <p:nvPr/>
        </p:nvSpPr>
        <p:spPr>
          <a:xfrm>
            <a:off x="11077022" y="5726987"/>
            <a:ext cx="35281" cy="35281"/>
          </a:xfrm>
          <a:prstGeom prst="ellipse">
            <a:avLst/>
          </a:prstGeom>
          <a:solidFill>
            <a:srgbClr val="627D8D">
              <a:alpha val="30000"/>
            </a:srgbClr>
          </a:solidFill>
          <a:ln>
            <a:noFill/>
          </a:ln>
        </p:spPr>
      </p:sp>
      <p:sp>
        <p:nvSpPr>
          <p:cNvPr id="47" name="!!path-369"/>
          <p:cNvSpPr/>
          <p:nvPr/>
        </p:nvSpPr>
        <p:spPr>
          <a:xfrm>
            <a:off x="5601430" y="4560926"/>
            <a:ext cx="7538261" cy="3754670"/>
          </a:xfrm>
          <a:custGeom>
            <a:avLst/>
            <a:gdLst/>
            <a:ahLst/>
            <a:cxnLst/>
            <a:rect l="l" t="t" r="r" b="b"/>
            <a:pathLst>
              <a:path w="7538261" h="3754670" fill="none">
                <a:moveTo>
                  <a:pt x="7538261" y="3754670"/>
                </a:moveTo>
                <a:quadBezTo>
                  <a:pt x="4364506" y="681992"/>
                  <a:pt x="0" y="0"/>
                </a:quadBezTo>
              </a:path>
            </a:pathLst>
          </a:custGeom>
          <a:noFill/>
          <a:ln w="31845" cap="rnd">
            <a:solidFill>
              <a:srgbClr val="627D8D">
                <a:alpha val="7800"/>
              </a:srgbClr>
            </a:solidFill>
            <a:prstDash val="solid"/>
            <a:round/>
          </a:ln>
        </p:spPr>
      </p:sp>
      <p:sp>
        <p:nvSpPr>
          <p:cNvPr id="48" name="!!circle-36f"/>
          <p:cNvSpPr/>
          <p:nvPr/>
        </p:nvSpPr>
        <p:spPr>
          <a:xfrm>
            <a:off x="7022218" y="4779334"/>
            <a:ext cx="203810" cy="203810"/>
          </a:xfrm>
          <a:prstGeom prst="ellipse">
            <a:avLst/>
          </a:prstGeom>
          <a:gradFill rotWithShape="1">
            <a:gsLst>
              <a:gs pos="0">
                <a:srgbClr val="FFFFFF">
                  <a:alpha val="22091"/>
                </a:srgbClr>
              </a:gs>
              <a:gs pos="28284">
                <a:srgbClr val="627D8D">
                  <a:alpha val="11045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9" name="!!circle-36i"/>
          <p:cNvSpPr/>
          <p:nvPr/>
        </p:nvSpPr>
        <p:spPr>
          <a:xfrm>
            <a:off x="9682139" y="5797068"/>
            <a:ext cx="203810" cy="203810"/>
          </a:xfrm>
          <a:prstGeom prst="ellipse">
            <a:avLst/>
          </a:prstGeom>
          <a:gradFill rotWithShape="1">
            <a:gsLst>
              <a:gs pos="0">
                <a:srgbClr val="FFFFFF">
                  <a:alpha val="24300"/>
                </a:srgbClr>
              </a:gs>
              <a:gs pos="28284">
                <a:srgbClr val="627D8D">
                  <a:alpha val="1215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0" name="!!circle-3as"/>
          <p:cNvSpPr/>
          <p:nvPr/>
        </p:nvSpPr>
        <p:spPr>
          <a:xfrm>
            <a:off x="10162659" y="4623203"/>
            <a:ext cx="8804575" cy="8804575"/>
          </a:xfrm>
          <a:prstGeom prst="ellipse">
            <a:avLst/>
          </a:prstGeom>
          <a:gradFill rotWithShape="1">
            <a:gsLst>
              <a:gs pos="0">
                <a:srgbClr val="627D8D">
                  <a:alpha val="220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1" name="!!circle-3b0"/>
          <p:cNvSpPr/>
          <p:nvPr/>
        </p:nvSpPr>
        <p:spPr>
          <a:xfrm>
            <a:off x="11501486" y="5962029"/>
            <a:ext cx="6126922" cy="6126922"/>
          </a:xfrm>
          <a:custGeom>
            <a:avLst/>
            <a:gdLst/>
            <a:ahLst/>
            <a:cxnLst/>
            <a:rect l="l" t="t" r="r" b="b"/>
            <a:pathLst>
              <a:path w="6126922" h="6126922" fill="none">
                <a:moveTo>
                  <a:pt x="1703469" y="751103"/>
                </a:moveTo>
                <a:cubicBezTo>
                  <a:pt x="2980549" y="0"/>
                  <a:pt x="4624717" y="426389"/>
                  <a:pt x="5375819" y="1703469"/>
                </a:cubicBezTo>
                <a:cubicBezTo>
                  <a:pt x="6126922" y="2980549"/>
                  <a:pt x="5700533" y="4624717"/>
                  <a:pt x="4423453" y="5375819"/>
                </a:cubicBezTo>
                <a:cubicBezTo>
                  <a:pt x="3146373" y="6126922"/>
                  <a:pt x="1502206" y="5700533"/>
                  <a:pt x="751103" y="4423453"/>
                </a:cubicBezTo>
                <a:cubicBezTo>
                  <a:pt x="0" y="3146373"/>
                  <a:pt x="426389" y="1502206"/>
                  <a:pt x="1703469" y="751103"/>
                </a:cubicBezTo>
                <a:close/>
              </a:path>
            </a:pathLst>
          </a:custGeom>
          <a:noFill/>
          <a:ln w="21400" cap="rnd">
            <a:solidFill>
              <a:srgbClr val="627D8D">
                <a:alpha val="27000"/>
              </a:srgbClr>
            </a:solidFill>
            <a:custDash>
              <a:ds d="142857" sp="714286"/>
            </a:custDash>
            <a:miter lim="800000"/>
          </a:ln>
        </p:spPr>
      </p:sp>
      <p:sp>
        <p:nvSpPr>
          <p:cNvPr id="52" name="!!circle-3b4"/>
          <p:cNvSpPr/>
          <p:nvPr/>
        </p:nvSpPr>
        <p:spPr>
          <a:xfrm>
            <a:off x="11057821" y="5518365"/>
            <a:ext cx="7014251" cy="7014251"/>
          </a:xfrm>
          <a:custGeom>
            <a:avLst/>
            <a:gdLst/>
            <a:ahLst/>
            <a:cxnLst/>
            <a:rect l="l" t="t" r="r" b="b"/>
            <a:pathLst>
              <a:path w="7014251" h="7014251" fill="none">
                <a:moveTo>
                  <a:pt x="3380040" y="6944064"/>
                </a:moveTo>
                <a:cubicBezTo>
                  <a:pt x="1481872" y="6873877"/>
                  <a:pt x="0" y="5278209"/>
                  <a:pt x="70187" y="3380040"/>
                </a:cubicBezTo>
                <a:cubicBezTo>
                  <a:pt x="140375" y="1481872"/>
                  <a:pt x="1736042" y="0"/>
                  <a:pt x="3634211" y="70187"/>
                </a:cubicBezTo>
                <a:cubicBezTo>
                  <a:pt x="5532380" y="140375"/>
                  <a:pt x="7014251" y="1736042"/>
                  <a:pt x="6944064" y="3634211"/>
                </a:cubicBezTo>
                <a:cubicBezTo>
                  <a:pt x="6873877" y="5532380"/>
                  <a:pt x="5278209" y="7014251"/>
                  <a:pt x="3380040" y="6944064"/>
                </a:cubicBezTo>
                <a:close/>
              </a:path>
            </a:pathLst>
          </a:custGeom>
          <a:noFill/>
          <a:ln w="21400" cap="rnd">
            <a:solidFill>
              <a:srgbClr val="627D8D">
                <a:alpha val="20000"/>
              </a:srgbClr>
            </a:solidFill>
            <a:custDash>
              <a:ds d="2857143" sp="1285714"/>
              <a:ds d="285714" sp="1285714"/>
            </a:custDash>
            <a:miter lim="800000"/>
          </a:ln>
        </p:spPr>
      </p:sp>
      <p:sp>
        <p:nvSpPr>
          <p:cNvPr id="53" name="!!rect-3h6"/>
          <p:cNvSpPr/>
          <p:nvPr/>
        </p:nvSpPr>
        <p:spPr>
          <a:xfrm>
            <a:off x="2852261" y="2191499"/>
            <a:ext cx="2165477" cy="2853334"/>
          </a:xfrm>
          <a:prstGeom prst="roundRect">
            <a:avLst>
              <a:gd name="adj" fmla="val 6494"/>
            </a:avLst>
          </a:prstGeom>
          <a:solidFill>
            <a:srgbClr val="0B1A26">
              <a:alpha val="12000"/>
            </a:srgbClr>
          </a:solidFill>
          <a:ln>
            <a:noFill/>
          </a:ln>
          <a:effectLst>
            <a:softEdge rad="224191"/>
          </a:effectLst>
        </p:spPr>
      </p:sp>
      <p:sp>
        <p:nvSpPr>
          <p:cNvPr id="54" name="!!rect-3h7"/>
          <p:cNvSpPr/>
          <p:nvPr/>
        </p:nvSpPr>
        <p:spPr>
          <a:xfrm>
            <a:off x="2915952" y="2204237"/>
            <a:ext cx="2038096" cy="2675001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69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55" name="!!rect-3h9"/>
          <p:cNvSpPr/>
          <p:nvPr/>
        </p:nvSpPr>
        <p:spPr>
          <a:xfrm>
            <a:off x="2915952" y="2204237"/>
            <a:ext cx="2038096" cy="2675001"/>
          </a:xfrm>
          <a:custGeom>
            <a:avLst/>
            <a:gdLst/>
            <a:ahLst/>
            <a:cxnLst/>
            <a:rect l="l" t="t" r="r" b="b"/>
            <a:pathLst>
              <a:path w="2038096" h="2675001">
                <a:moveTo>
                  <a:pt x="127381" y="0"/>
                </a:moveTo>
                <a:lnTo>
                  <a:pt x="1910715" y="0"/>
                </a:lnTo>
                <a:cubicBezTo>
                  <a:pt x="1981066" y="0"/>
                  <a:pt x="2038096" y="57030"/>
                  <a:pt x="2038096" y="127381"/>
                </a:cubicBezTo>
                <a:lnTo>
                  <a:pt x="2038096" y="2547620"/>
                </a:lnTo>
                <a:cubicBezTo>
                  <a:pt x="2038096" y="2617971"/>
                  <a:pt x="1981066" y="2675001"/>
                  <a:pt x="1910715" y="2675001"/>
                </a:cubicBezTo>
                <a:lnTo>
                  <a:pt x="127381" y="2675001"/>
                </a:lnTo>
                <a:cubicBezTo>
                  <a:pt x="57030" y="2675001"/>
                  <a:pt x="0" y="2617971"/>
                  <a:pt x="0" y="2547620"/>
                </a:cubicBezTo>
                <a:lnTo>
                  <a:pt x="0" y="127381"/>
                </a:lnTo>
                <a:cubicBezTo>
                  <a:pt x="0" y="57030"/>
                  <a:pt x="57030" y="0"/>
                  <a:pt x="127381" y="0"/>
                </a:cubicBezTo>
                <a:close/>
              </a:path>
            </a:pathLst>
          </a:custGeom>
          <a:solidFill>
            <a:srgbClr val="DDE3E7"/>
          </a:solidFill>
          <a:ln>
            <a:noFill/>
          </a:ln>
        </p:spPr>
      </p:sp>
      <p:sp>
        <p:nvSpPr>
          <p:cNvPr id="56" name="!!ellipse-3ha"/>
          <p:cNvSpPr/>
          <p:nvPr/>
        </p:nvSpPr>
        <p:spPr>
          <a:xfrm>
            <a:off x="3170714" y="4522572"/>
            <a:ext cx="1655953" cy="203810"/>
          </a:xfrm>
          <a:prstGeom prst="ellipse">
            <a:avLst/>
          </a:prstGeom>
          <a:solidFill>
            <a:srgbClr val="0B1A26">
              <a:alpha val="18000"/>
            </a:srgbClr>
          </a:solidFill>
          <a:ln>
            <a:noFill/>
          </a:ln>
        </p:spPr>
      </p:sp>
      <p:sp>
        <p:nvSpPr>
          <p:cNvPr id="57" name="!!rect-3hc"/>
          <p:cNvSpPr/>
          <p:nvPr/>
        </p:nvSpPr>
        <p:spPr>
          <a:xfrm>
            <a:off x="3298095" y="2611857"/>
            <a:ext cx="1273810" cy="1847025"/>
          </a:xfrm>
          <a:prstGeom prst="roundRect">
            <a:avLst>
              <a:gd name="adj" fmla="val 3000"/>
            </a:avLst>
          </a:prstGeom>
          <a:gradFill rotWithShape="1">
            <a:gsLst>
              <a:gs pos="0">
                <a:srgbClr val="5D856F"/>
              </a:gs>
              <a:gs pos="100000">
                <a:srgbClr val="3F624F"/>
              </a:gs>
              <a:gs pos="100000">
                <a:srgbClr val="3F624F"/>
              </a:gs>
            </a:gsLst>
            <a:lin ang="3324463" scaled="0"/>
          </a:gradFill>
          <a:ln>
            <a:noFill/>
          </a:ln>
        </p:spPr>
      </p:sp>
      <p:sp>
        <p:nvSpPr>
          <p:cNvPr id="58" name="!!rect-3hd"/>
          <p:cNvSpPr/>
          <p:nvPr/>
        </p:nvSpPr>
        <p:spPr>
          <a:xfrm>
            <a:off x="3412738" y="2611857"/>
            <a:ext cx="63691" cy="1847025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</p:spPr>
      </p:sp>
      <p:sp>
        <p:nvSpPr>
          <p:cNvPr id="59" name="!!rect-3he"/>
          <p:cNvSpPr/>
          <p:nvPr/>
        </p:nvSpPr>
        <p:spPr>
          <a:xfrm>
            <a:off x="3616547" y="2944321"/>
            <a:ext cx="713334" cy="129292"/>
          </a:xfrm>
          <a:prstGeom prst="roundRect">
            <a:avLst>
              <a:gd name="adj" fmla="val 28571"/>
            </a:avLst>
          </a:prstGeom>
          <a:solidFill>
            <a:srgbClr val="E7D9B8"/>
          </a:solidFill>
          <a:ln>
            <a:noFill/>
          </a:ln>
        </p:spPr>
      </p:sp>
      <p:sp>
        <p:nvSpPr>
          <p:cNvPr id="60" name="!!rect-3hf"/>
          <p:cNvSpPr/>
          <p:nvPr/>
        </p:nvSpPr>
        <p:spPr>
          <a:xfrm>
            <a:off x="3616547" y="3165964"/>
            <a:ext cx="484048" cy="83116"/>
          </a:xfrm>
          <a:prstGeom prst="roundRect">
            <a:avLst>
              <a:gd name="adj" fmla="val 44444"/>
            </a:avLst>
          </a:prstGeom>
          <a:solidFill>
            <a:srgbClr val="E7D9B8">
              <a:alpha val="72000"/>
            </a:srgbClr>
          </a:solidFill>
          <a:ln>
            <a:noFill/>
          </a:ln>
        </p:spPr>
      </p:sp>
      <p:sp>
        <p:nvSpPr>
          <p:cNvPr id="61" name="!!rect-3hg"/>
          <p:cNvSpPr/>
          <p:nvPr/>
        </p:nvSpPr>
        <p:spPr>
          <a:xfrm>
            <a:off x="3616547" y="4089476"/>
            <a:ext cx="356667" cy="73881"/>
          </a:xfrm>
          <a:prstGeom prst="roundRect">
            <a:avLst>
              <a:gd name="adj" fmla="val 50000"/>
            </a:avLst>
          </a:prstGeom>
          <a:solidFill>
            <a:srgbClr val="E7D9B8">
              <a:alpha val="55000"/>
            </a:srgbClr>
          </a:solidFill>
          <a:ln>
            <a:noFill/>
          </a:ln>
        </p:spPr>
      </p:sp>
      <p:sp>
        <p:nvSpPr>
          <p:cNvPr id="62" name="!!path-3hh"/>
          <p:cNvSpPr/>
          <p:nvPr/>
        </p:nvSpPr>
        <p:spPr>
          <a:xfrm>
            <a:off x="4482738" y="2611857"/>
            <a:ext cx="89167" cy="89167"/>
          </a:xfrm>
          <a:custGeom>
            <a:avLst/>
            <a:gdLst/>
            <a:ahLst/>
            <a:cxnLst/>
            <a:rect l="l" t="t" r="r" b="b"/>
            <a:pathLst>
              <a:path w="89167" h="89167">
                <a:moveTo>
                  <a:pt x="0" y="0"/>
                </a:moveTo>
                <a:lnTo>
                  <a:pt x="89167" y="0"/>
                </a:lnTo>
                <a:lnTo>
                  <a:pt x="89167" y="89167"/>
                </a:ln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</p:sp>
      <p:sp>
        <p:nvSpPr>
          <p:cNvPr id="63" name="!!rect-3hi"/>
          <p:cNvSpPr/>
          <p:nvPr/>
        </p:nvSpPr>
        <p:spPr>
          <a:xfrm>
            <a:off x="2915952" y="2530323"/>
            <a:ext cx="2038096" cy="382143"/>
          </a:xfrm>
          <a:prstGeom prst="rect">
            <a:avLst/>
          </a:prstGeom>
          <a:gradFill rotWithShape="1">
            <a:gsLst>
              <a:gs pos="0">
                <a:srgbClr val="627D8D">
                  <a:alpha val="0"/>
                </a:srgbClr>
              </a:gs>
              <a:gs pos="1">
                <a:srgbClr val="627D8D">
                  <a:alpha val="0"/>
                </a:srgbClr>
              </a:gs>
              <a:gs pos="50001">
                <a:srgbClr val="627D8D">
                  <a:alpha val="35000"/>
                </a:srgbClr>
              </a:gs>
              <a:gs pos="100000">
                <a:srgbClr val="627D8D">
                  <a:alpha val="1"/>
                </a:srgbClr>
              </a:gs>
            </a:gsLst>
            <a:lin ang="5400000" scaled="0"/>
          </a:gradFill>
          <a:ln>
            <a:noFill/>
          </a:ln>
        </p:spPr>
      </p:sp>
      <p:sp>
        <p:nvSpPr>
          <p:cNvPr id="64" name="!!rect-3hk"/>
          <p:cNvSpPr/>
          <p:nvPr/>
        </p:nvSpPr>
        <p:spPr>
          <a:xfrm>
            <a:off x="2915952" y="2814150"/>
            <a:ext cx="2038096" cy="15923"/>
          </a:xfrm>
          <a:prstGeom prst="rect">
            <a:avLst/>
          </a:prstGeom>
          <a:solidFill>
            <a:srgbClr val="627D8D"/>
          </a:solidFill>
          <a:ln>
            <a:noFill/>
          </a:ln>
        </p:spPr>
      </p:sp>
      <p:sp>
        <p:nvSpPr>
          <p:cNvPr id="65" name="!!text-3hn" descr="書況照片"/>
          <p:cNvSpPr txBox="1"/>
          <p:nvPr/>
        </p:nvSpPr>
        <p:spPr>
          <a:xfrm>
            <a:off x="3056071" y="2279647"/>
            <a:ext cx="712060" cy="23978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04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書況照片</a:t>
            </a:r>
            <a:endParaRPr lang="zh-TW" sz="1304"/>
          </a:p>
        </p:txBody>
      </p:sp>
      <p:sp>
        <p:nvSpPr>
          <p:cNvPr id="66" name="!!path-3hs"/>
          <p:cNvSpPr/>
          <p:nvPr/>
        </p:nvSpPr>
        <p:spPr>
          <a:xfrm>
            <a:off x="4650461" y="2333746"/>
            <a:ext cx="148654" cy="133788"/>
          </a:xfrm>
          <a:custGeom>
            <a:avLst/>
            <a:gdLst/>
            <a:ahLst/>
            <a:cxnLst/>
            <a:rect l="l" t="t" r="r" b="b"/>
            <a:pathLst>
              <a:path w="148654" h="133788">
                <a:moveTo>
                  <a:pt x="52029" y="0"/>
                </a:moveTo>
                <a:lnTo>
                  <a:pt x="38427" y="14865"/>
                </a:lnTo>
                <a:lnTo>
                  <a:pt x="14865" y="14865"/>
                </a:lnTo>
                <a:cubicBezTo>
                  <a:pt x="6689" y="14865"/>
                  <a:pt x="0" y="21555"/>
                  <a:pt x="0" y="29731"/>
                </a:cubicBezTo>
                <a:lnTo>
                  <a:pt x="0" y="118923"/>
                </a:lnTo>
                <a:cubicBezTo>
                  <a:pt x="0" y="127099"/>
                  <a:pt x="6689" y="133788"/>
                  <a:pt x="14865" y="133788"/>
                </a:cubicBezTo>
                <a:lnTo>
                  <a:pt x="133788" y="133788"/>
                </a:lnTo>
                <a:cubicBezTo>
                  <a:pt x="141964" y="133788"/>
                  <a:pt x="148654" y="127099"/>
                  <a:pt x="148654" y="118923"/>
                </a:cubicBezTo>
                <a:lnTo>
                  <a:pt x="148654" y="29731"/>
                </a:lnTo>
                <a:cubicBezTo>
                  <a:pt x="148654" y="21555"/>
                  <a:pt x="141964" y="14865"/>
                  <a:pt x="133788" y="14865"/>
                </a:cubicBezTo>
                <a:lnTo>
                  <a:pt x="110227" y="14865"/>
                </a:lnTo>
                <a:lnTo>
                  <a:pt x="96625" y="0"/>
                </a:lnTo>
                <a:lnTo>
                  <a:pt x="52029" y="0"/>
                </a:lnTo>
                <a:close/>
                <a:moveTo>
                  <a:pt x="74327" y="111490"/>
                </a:moveTo>
                <a:cubicBezTo>
                  <a:pt x="53813" y="111490"/>
                  <a:pt x="37163" y="94841"/>
                  <a:pt x="37163" y="74327"/>
                </a:cubicBezTo>
                <a:cubicBezTo>
                  <a:pt x="37163" y="53813"/>
                  <a:pt x="53813" y="37163"/>
                  <a:pt x="74327" y="37163"/>
                </a:cubicBezTo>
                <a:cubicBezTo>
                  <a:pt x="94841" y="37163"/>
                  <a:pt x="111490" y="53813"/>
                  <a:pt x="111490" y="74327"/>
                </a:cubicBezTo>
                <a:cubicBezTo>
                  <a:pt x="111490" y="94841"/>
                  <a:pt x="94841" y="111490"/>
                  <a:pt x="74327" y="111490"/>
                </a:cubicBezTo>
                <a:close/>
                <a:moveTo>
                  <a:pt x="74327" y="50542"/>
                </a:moveTo>
                <a:cubicBezTo>
                  <a:pt x="65829" y="50542"/>
                  <a:pt x="57977" y="55076"/>
                  <a:pt x="53729" y="62435"/>
                </a:cubicBezTo>
                <a:cubicBezTo>
                  <a:pt x="49480" y="69794"/>
                  <a:pt x="49480" y="78860"/>
                  <a:pt x="53729" y="86219"/>
                </a:cubicBezTo>
                <a:cubicBezTo>
                  <a:pt x="57977" y="93578"/>
                  <a:pt x="65829" y="98111"/>
                  <a:pt x="74327" y="98111"/>
                </a:cubicBezTo>
                <a:cubicBezTo>
                  <a:pt x="82824" y="98111"/>
                  <a:pt x="90676" y="93578"/>
                  <a:pt x="94925" y="86219"/>
                </a:cubicBezTo>
                <a:cubicBezTo>
                  <a:pt x="99174" y="78860"/>
                  <a:pt x="99174" y="69794"/>
                  <a:pt x="94925" y="62435"/>
                </a:cubicBezTo>
                <a:cubicBezTo>
                  <a:pt x="90676" y="55076"/>
                  <a:pt x="82824" y="50542"/>
                  <a:pt x="74327" y="50542"/>
                </a:cubicBezTo>
                <a:close/>
              </a:path>
            </a:pathLst>
          </a:custGeom>
          <a:solidFill>
            <a:srgbClr val="5B6770"/>
          </a:solidFill>
          <a:ln>
            <a:noFill/>
          </a:ln>
        </p:spPr>
      </p:sp>
      <p:sp>
        <p:nvSpPr>
          <p:cNvPr id="67" name="!!rect-3hv"/>
          <p:cNvSpPr/>
          <p:nvPr/>
        </p:nvSpPr>
        <p:spPr>
          <a:xfrm>
            <a:off x="4329881" y="2560904"/>
            <a:ext cx="356667" cy="356667"/>
          </a:xfrm>
          <a:custGeom>
            <a:avLst/>
            <a:gdLst/>
            <a:ahLst/>
            <a:cxnLst/>
            <a:rect l="l" t="t" r="r" b="b"/>
            <a:pathLst>
              <a:path w="356667" h="356667">
                <a:moveTo>
                  <a:pt x="50952" y="0"/>
                </a:moveTo>
                <a:lnTo>
                  <a:pt x="305714" y="0"/>
                </a:lnTo>
                <a:cubicBezTo>
                  <a:pt x="333855" y="0"/>
                  <a:pt x="356667" y="22812"/>
                  <a:pt x="356667" y="50952"/>
                </a:cubicBezTo>
                <a:lnTo>
                  <a:pt x="356667" y="305714"/>
                </a:lnTo>
                <a:cubicBezTo>
                  <a:pt x="356667" y="333855"/>
                  <a:pt x="333855" y="356667"/>
                  <a:pt x="305714" y="356667"/>
                </a:cubicBezTo>
                <a:lnTo>
                  <a:pt x="50952" y="356667"/>
                </a:lnTo>
                <a:cubicBezTo>
                  <a:pt x="22812" y="356667"/>
                  <a:pt x="0" y="333855"/>
                  <a:pt x="0" y="305714"/>
                </a:cubicBezTo>
                <a:lnTo>
                  <a:pt x="0" y="50952"/>
                </a:lnTo>
                <a:cubicBezTo>
                  <a:pt x="0" y="22812"/>
                  <a:pt x="22812" y="0"/>
                  <a:pt x="50952" y="0"/>
                </a:cubicBezTo>
                <a:close/>
              </a:path>
            </a:pathLst>
          </a:custGeom>
          <a:solidFill>
            <a:srgbClr val="627D8D">
              <a:alpha val="8000"/>
            </a:srgbClr>
          </a:solidFill>
          <a:ln w="15923" cap="flat">
            <a:solidFill>
              <a:srgbClr val="627D8D"/>
            </a:solidFill>
            <a:custDash>
              <a:ds d="320000" sp="240000"/>
            </a:custDash>
            <a:miter lim="800000"/>
          </a:ln>
        </p:spPr>
      </p:sp>
      <p:sp>
        <p:nvSpPr>
          <p:cNvPr id="68" name="!!path-3hy"/>
          <p:cNvSpPr/>
          <p:nvPr/>
        </p:nvSpPr>
        <p:spPr>
          <a:xfrm>
            <a:off x="4686548" y="2739238"/>
            <a:ext cx="407619" cy="1"/>
          </a:xfrm>
          <a:custGeom>
            <a:avLst/>
            <a:gdLst/>
            <a:ahLst/>
            <a:cxnLst/>
            <a:rect l="l" t="t" r="r" b="b"/>
            <a:pathLst>
              <a:path w="407619" h="1" fill="none">
                <a:moveTo>
                  <a:pt x="0" y="0"/>
                </a:moveTo>
                <a:lnTo>
                  <a:pt x="407619" y="0"/>
                </a:lnTo>
              </a:path>
            </a:pathLst>
          </a:custGeom>
          <a:noFill/>
          <a:ln w="12738" cap="rnd">
            <a:solidFill>
              <a:srgbClr val="627D8D"/>
            </a:solidFill>
            <a:prstDash val="solid"/>
            <a:round/>
          </a:ln>
        </p:spPr>
      </p:sp>
      <p:sp>
        <p:nvSpPr>
          <p:cNvPr id="69" name="!!text-3ki" descr="AI 上架輔助"/>
          <p:cNvSpPr txBox="1"/>
          <p:nvPr/>
        </p:nvSpPr>
        <p:spPr>
          <a:xfrm>
            <a:off x="699522" y="625732"/>
            <a:ext cx="950466" cy="22133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04" b="1" kern="0" spc="144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A</a:t>
            </a:r>
            <a:r>
              <a:rPr lang="zh-TW" altLang="en-US" sz="1204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I</a:t>
            </a:r>
            <a:r>
              <a:rPr lang="zh-TW" altLang="en-US" sz="1204" b="1" kern="0" spc="289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 </a:t>
            </a:r>
            <a:r>
              <a:rPr lang="zh-TW" altLang="en-US" sz="1204" b="1" kern="0" spc="144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上架輔</a:t>
            </a:r>
            <a:r>
              <a:rPr lang="zh-TW" altLang="en-US" sz="1204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助</a:t>
            </a:r>
            <a:endParaRPr lang="zh-TW" sz="1204"/>
          </a:p>
        </p:txBody>
      </p:sp>
      <p:sp>
        <p:nvSpPr>
          <p:cNvPr id="70" name="!!text-3ku" descr="拍張照片，AI 判斷書況與售價"/>
          <p:cNvSpPr txBox="1"/>
          <p:nvPr/>
        </p:nvSpPr>
        <p:spPr>
          <a:xfrm>
            <a:off x="699522" y="895270"/>
            <a:ext cx="5979316" cy="6640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3611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拍張照</a:t>
            </a:r>
            <a:r>
              <a:rPr lang="zh-TW" altLang="en-US" sz="3611" kern="0" spc="-1083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片</a:t>
            </a:r>
            <a:r>
              <a:rPr lang="zh-TW" altLang="en-US" sz="3611" kern="0" spc="-65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，</a:t>
            </a:r>
            <a:r>
              <a:rPr lang="zh-TW" altLang="en-US" sz="3611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AI 判斷書況與售價</a:t>
            </a:r>
            <a:endParaRPr lang="zh-TW" sz="3611"/>
          </a:p>
        </p:txBody>
      </p:sp>
      <p:sp>
        <p:nvSpPr>
          <p:cNvPr id="71" name="!!text-3ld" descr="依 ISBN 查詢書目與網路資料，附上建議售價區間與資料來源。"/>
          <p:cNvSpPr txBox="1"/>
          <p:nvPr/>
        </p:nvSpPr>
        <p:spPr>
          <a:xfrm>
            <a:off x="699522" y="1613189"/>
            <a:ext cx="5362995" cy="27667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505" kern="0" dirty="0">
                <a:solidFill>
                  <a:srgbClr val="3F4A54"/>
                </a:solidFill>
                <a:latin typeface="Noto Sans TC Medium"/>
                <a:ea typeface="Noto Sans TC Medium"/>
                <a:cs typeface="Noto Sans TC Medium"/>
              </a:rPr>
              <a:t>依 ISBN 查詢書目與網路資料，附上建議售價區間與資料來源。</a:t>
            </a:r>
            <a:endParaRPr lang="zh-TW" sz="1505"/>
          </a:p>
        </p:txBody>
      </p:sp>
      <p:sp>
        <p:nvSpPr>
          <p:cNvPr id="72" name="!!rect-7lb"/>
          <p:cNvSpPr/>
          <p:nvPr/>
        </p:nvSpPr>
        <p:spPr>
          <a:xfrm>
            <a:off x="8521700" y="660400"/>
            <a:ext cx="2933700" cy="6121400"/>
          </a:xfrm>
          <a:prstGeom prst="roundRect">
            <a:avLst>
              <a:gd name="adj" fmla="val 18020"/>
            </a:avLst>
          </a:prstGeom>
          <a:solidFill>
            <a:srgbClr val="0B1A26">
              <a:alpha val="30000"/>
            </a:srgbClr>
          </a:solidFill>
          <a:ln>
            <a:noFill/>
          </a:ln>
          <a:effectLst>
            <a:softEdge rad="474980"/>
          </a:effectLst>
        </p:spPr>
      </p:sp>
      <p:sp>
        <p:nvSpPr>
          <p:cNvPr id="73" name="!!rect-7lc"/>
          <p:cNvSpPr/>
          <p:nvPr/>
        </p:nvSpPr>
        <p:spPr>
          <a:xfrm>
            <a:off x="8591550" y="527050"/>
            <a:ext cx="2794000" cy="5829300"/>
          </a:xfrm>
          <a:prstGeom prst="roundRect">
            <a:avLst>
              <a:gd name="adj" fmla="val 16825"/>
            </a:avLst>
          </a:prstGeom>
          <a:solidFill>
            <a:srgbClr val="0B1A26">
              <a:alpha val="16000"/>
            </a:srgbClr>
          </a:solidFill>
          <a:ln>
            <a:noFill/>
          </a:ln>
          <a:effectLst>
            <a:softEdge rad="125730"/>
          </a:effectLst>
        </p:spPr>
      </p:sp>
      <p:sp>
        <p:nvSpPr>
          <p:cNvPr id="74" name="!!rect-7ld"/>
          <p:cNvSpPr/>
          <p:nvPr/>
        </p:nvSpPr>
        <p:spPr>
          <a:xfrm>
            <a:off x="8590280" y="1676400"/>
            <a:ext cx="31750" cy="2159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75" name="!!rect-7le"/>
          <p:cNvSpPr/>
          <p:nvPr/>
        </p:nvSpPr>
        <p:spPr>
          <a:xfrm>
            <a:off x="8590280" y="2108200"/>
            <a:ext cx="31750" cy="4064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76" name="!!rect-7lf"/>
          <p:cNvSpPr/>
          <p:nvPr/>
        </p:nvSpPr>
        <p:spPr>
          <a:xfrm>
            <a:off x="8590280" y="2603500"/>
            <a:ext cx="31750" cy="4064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77" name="!!rect-7lg"/>
          <p:cNvSpPr/>
          <p:nvPr/>
        </p:nvSpPr>
        <p:spPr>
          <a:xfrm>
            <a:off x="11355070" y="2260600"/>
            <a:ext cx="31750" cy="6350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78" name="!!rect-7lh"/>
          <p:cNvSpPr/>
          <p:nvPr/>
        </p:nvSpPr>
        <p:spPr>
          <a:xfrm>
            <a:off x="11357610" y="4114800"/>
            <a:ext cx="25400" cy="419100"/>
          </a:xfrm>
          <a:prstGeom prst="roundRect">
            <a:avLst>
              <a:gd name="adj" fmla="val 50000"/>
            </a:avLst>
          </a:prstGeom>
          <a:solidFill>
            <a:srgbClr val="8795A0"/>
          </a:solidFill>
          <a:ln>
            <a:noFill/>
          </a:ln>
        </p:spPr>
      </p:sp>
      <p:sp>
        <p:nvSpPr>
          <p:cNvPr id="79" name="!!rect-7li"/>
          <p:cNvSpPr/>
          <p:nvPr/>
        </p:nvSpPr>
        <p:spPr>
          <a:xfrm>
            <a:off x="8610600" y="508000"/>
            <a:ext cx="2755900" cy="5753100"/>
          </a:xfrm>
          <a:prstGeom prst="roundRect">
            <a:avLst>
              <a:gd name="adj" fmla="val 16359"/>
            </a:avLst>
          </a:prstGeom>
          <a:gradFill rotWithShape="1">
            <a:gsLst>
              <a:gs pos="0">
                <a:srgbClr val="FBFCFD"/>
              </a:gs>
              <a:gs pos="18000">
                <a:srgbClr val="DDE5EB"/>
              </a:gs>
              <a:gs pos="46000">
                <a:srgbClr val="B4C2CC"/>
              </a:gs>
              <a:gs pos="62000">
                <a:srgbClr val="D3DCE3"/>
              </a:gs>
              <a:gs pos="84000">
                <a:srgbClr val="A9B8C3"/>
              </a:gs>
              <a:gs pos="100000">
                <a:srgbClr val="E8EEF2"/>
              </a:gs>
              <a:gs pos="100000">
                <a:srgbClr val="E8EEF2"/>
              </a:gs>
            </a:gsLst>
            <a:lin ang="3864255" scaled="0"/>
          </a:gradFill>
          <a:ln>
            <a:noFill/>
          </a:ln>
        </p:spPr>
      </p:sp>
      <p:sp>
        <p:nvSpPr>
          <p:cNvPr id="80" name="!!rect-7lj"/>
          <p:cNvSpPr/>
          <p:nvPr/>
        </p:nvSpPr>
        <p:spPr>
          <a:xfrm>
            <a:off x="8614410" y="511810"/>
            <a:ext cx="2748280" cy="5745480"/>
          </a:xfrm>
          <a:prstGeom prst="roundRect">
            <a:avLst>
              <a:gd name="adj" fmla="val 16266"/>
            </a:avLst>
          </a:prstGeom>
          <a:noFill/>
          <a:ln w="7620" cap="flat">
            <a:solidFill>
              <a:srgbClr val="7F8F9B">
                <a:alpha val="55000"/>
              </a:srgbClr>
            </a:solidFill>
            <a:prstDash val="solid"/>
            <a:miter lim="800000"/>
          </a:ln>
        </p:spPr>
      </p:sp>
      <p:sp>
        <p:nvSpPr>
          <p:cNvPr id="81" name="!!rect-7lk"/>
          <p:cNvSpPr/>
          <p:nvPr/>
        </p:nvSpPr>
        <p:spPr>
          <a:xfrm>
            <a:off x="8637270" y="534670"/>
            <a:ext cx="2702560" cy="5699760"/>
          </a:xfrm>
          <a:prstGeom prst="roundRect">
            <a:avLst>
              <a:gd name="adj" fmla="val 15695"/>
            </a:avLst>
          </a:prstGeom>
          <a:noFill/>
          <a:ln w="8890" cap="flat">
            <a:solidFill>
              <a:srgbClr val="FFFFFF">
                <a:alpha val="75000"/>
              </a:srgbClr>
            </a:solidFill>
            <a:prstDash val="solid"/>
            <a:miter lim="800000"/>
          </a:ln>
        </p:spPr>
      </p:sp>
      <p:sp>
        <p:nvSpPr>
          <p:cNvPr id="82" name="!!rect-7ll"/>
          <p:cNvSpPr/>
          <p:nvPr/>
        </p:nvSpPr>
        <p:spPr>
          <a:xfrm>
            <a:off x="8664575" y="561975"/>
            <a:ext cx="2647950" cy="5645150"/>
          </a:xfrm>
          <a:prstGeom prst="roundRect">
            <a:avLst>
              <a:gd name="adj" fmla="val 14988"/>
            </a:avLst>
          </a:prstGeom>
          <a:solidFill>
            <a:srgbClr val="050608"/>
          </a:solidFill>
          <a:ln>
            <a:noFill/>
          </a:ln>
        </p:spPr>
      </p:sp>
      <p:sp>
        <p:nvSpPr>
          <p:cNvPr id="83" name="!!rect-7ln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solidFill>
            <a:srgbClr val="F3F5F7"/>
          </a:solidFill>
          <a:ln>
            <a:noFill/>
          </a:ln>
        </p:spPr>
      </p:sp>
      <p:sp>
        <p:nvSpPr>
          <p:cNvPr id="84" name="!!rect-7lq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solidFill>
            <a:srgbClr val="F3F5F7"/>
          </a:solidFill>
          <a:ln>
            <a:noFill/>
          </a:ln>
        </p:spPr>
      </p:sp>
      <p:sp>
        <p:nvSpPr>
          <p:cNvPr id="85" name="!!path-7ls"/>
          <p:cNvSpPr/>
          <p:nvPr/>
        </p:nvSpPr>
        <p:spPr>
          <a:xfrm>
            <a:off x="8712200" y="609600"/>
            <a:ext cx="2552700" cy="730250"/>
          </a:xfrm>
          <a:custGeom>
            <a:avLst/>
            <a:gdLst/>
            <a:ahLst/>
            <a:cxnLst/>
            <a:rect l="l" t="t" r="r" b="b"/>
            <a:pathLst>
              <a:path w="2552700" h="730250">
                <a:moveTo>
                  <a:pt x="0" y="349250"/>
                </a:moveTo>
                <a:lnTo>
                  <a:pt x="6711" y="281115"/>
                </a:lnTo>
                <a:lnTo>
                  <a:pt x="26585" y="215598"/>
                </a:lnTo>
                <a:lnTo>
                  <a:pt x="58859" y="155217"/>
                </a:lnTo>
                <a:lnTo>
                  <a:pt x="102293" y="102293"/>
                </a:lnTo>
                <a:lnTo>
                  <a:pt x="155217" y="58859"/>
                </a:lnTo>
                <a:lnTo>
                  <a:pt x="215598" y="26585"/>
                </a:lnTo>
                <a:lnTo>
                  <a:pt x="281115" y="6711"/>
                </a:lnTo>
                <a:lnTo>
                  <a:pt x="349250" y="0"/>
                </a:lnTo>
                <a:lnTo>
                  <a:pt x="2203450" y="0"/>
                </a:lnTo>
                <a:lnTo>
                  <a:pt x="2271585" y="6711"/>
                </a:lnTo>
                <a:lnTo>
                  <a:pt x="2337102" y="26585"/>
                </a:lnTo>
                <a:lnTo>
                  <a:pt x="2397483" y="58859"/>
                </a:lnTo>
                <a:lnTo>
                  <a:pt x="2450407" y="102293"/>
                </a:lnTo>
                <a:lnTo>
                  <a:pt x="2493841" y="155217"/>
                </a:lnTo>
                <a:lnTo>
                  <a:pt x="2526115" y="215598"/>
                </a:lnTo>
                <a:lnTo>
                  <a:pt x="2545989" y="281115"/>
                </a:lnTo>
                <a:lnTo>
                  <a:pt x="2552700" y="349250"/>
                </a:lnTo>
                <a:lnTo>
                  <a:pt x="2552700" y="577850"/>
                </a:lnTo>
                <a:lnTo>
                  <a:pt x="2551642" y="602192"/>
                </a:lnTo>
                <a:lnTo>
                  <a:pt x="2548467" y="624417"/>
                </a:lnTo>
                <a:lnTo>
                  <a:pt x="2543175" y="644525"/>
                </a:lnTo>
                <a:lnTo>
                  <a:pt x="2535767" y="662517"/>
                </a:lnTo>
                <a:lnTo>
                  <a:pt x="2526242" y="678392"/>
                </a:lnTo>
                <a:lnTo>
                  <a:pt x="2514600" y="692150"/>
                </a:lnTo>
                <a:lnTo>
                  <a:pt x="2500842" y="703792"/>
                </a:lnTo>
                <a:lnTo>
                  <a:pt x="2484967" y="713317"/>
                </a:lnTo>
                <a:lnTo>
                  <a:pt x="2466975" y="720725"/>
                </a:lnTo>
                <a:lnTo>
                  <a:pt x="2446867" y="726017"/>
                </a:lnTo>
                <a:lnTo>
                  <a:pt x="2424642" y="729192"/>
                </a:lnTo>
                <a:lnTo>
                  <a:pt x="2400300" y="730250"/>
                </a:lnTo>
                <a:lnTo>
                  <a:pt x="152400" y="730250"/>
                </a:lnTo>
                <a:lnTo>
                  <a:pt x="128058" y="729192"/>
                </a:lnTo>
                <a:lnTo>
                  <a:pt x="105833" y="726017"/>
                </a:lnTo>
                <a:lnTo>
                  <a:pt x="85725" y="720725"/>
                </a:lnTo>
                <a:lnTo>
                  <a:pt x="67733" y="713317"/>
                </a:lnTo>
                <a:lnTo>
                  <a:pt x="51858" y="703792"/>
                </a:lnTo>
                <a:lnTo>
                  <a:pt x="38100" y="692150"/>
                </a:lnTo>
                <a:lnTo>
                  <a:pt x="26458" y="678392"/>
                </a:lnTo>
                <a:lnTo>
                  <a:pt x="16933" y="662517"/>
                </a:lnTo>
                <a:lnTo>
                  <a:pt x="9525" y="644525"/>
                </a:lnTo>
                <a:lnTo>
                  <a:pt x="4233" y="624417"/>
                </a:lnTo>
                <a:lnTo>
                  <a:pt x="1058" y="602192"/>
                </a:lnTo>
                <a:lnTo>
                  <a:pt x="0" y="577850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86" name="!!text-7lt" descr="2:25"/>
          <p:cNvSpPr txBox="1"/>
          <p:nvPr/>
        </p:nvSpPr>
        <p:spPr>
          <a:xfrm>
            <a:off x="9020597" y="714883"/>
            <a:ext cx="253790" cy="1563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50" kern="0" dirty="0">
                <a:solidFill>
                  <a:srgbClr val="FFFFFF"/>
                </a:solidFill>
                <a:latin typeface="Noto Sans TC SemiBold"/>
                <a:ea typeface="Noto Sans TC SemiBold"/>
                <a:cs typeface="Noto Sans TC SemiBold"/>
              </a:rPr>
              <a:t>2:25</a:t>
            </a:r>
            <a:endParaRPr lang="zh-TW" sz="850"/>
          </a:p>
        </p:txBody>
      </p:sp>
      <p:sp>
        <p:nvSpPr>
          <p:cNvPr id="87" name="!!rect-7ly"/>
          <p:cNvSpPr/>
          <p:nvPr/>
        </p:nvSpPr>
        <p:spPr>
          <a:xfrm>
            <a:off x="10579100" y="808990"/>
            <a:ext cx="21590" cy="2667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88" name="!!rect-7lz"/>
          <p:cNvSpPr/>
          <p:nvPr/>
        </p:nvSpPr>
        <p:spPr>
          <a:xfrm>
            <a:off x="10612120" y="792480"/>
            <a:ext cx="21590" cy="4318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89" name="!!rect-7m0"/>
          <p:cNvSpPr/>
          <p:nvPr/>
        </p:nvSpPr>
        <p:spPr>
          <a:xfrm>
            <a:off x="10645140" y="775970"/>
            <a:ext cx="21590" cy="5969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90" name="!!rect-7m1"/>
          <p:cNvSpPr/>
          <p:nvPr/>
        </p:nvSpPr>
        <p:spPr>
          <a:xfrm>
            <a:off x="10678160" y="759460"/>
            <a:ext cx="21590" cy="7620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91" name="!!path-7m2"/>
          <p:cNvSpPr/>
          <p:nvPr/>
        </p:nvSpPr>
        <p:spPr>
          <a:xfrm>
            <a:off x="10763250" y="763570"/>
            <a:ext cx="95250" cy="70820"/>
          </a:xfrm>
          <a:custGeom>
            <a:avLst/>
            <a:gdLst/>
            <a:ahLst/>
            <a:cxnLst/>
            <a:rect l="l" t="t" r="r" b="b"/>
            <a:pathLst>
              <a:path w="95250" h="70820">
                <a:moveTo>
                  <a:pt x="47625" y="70820"/>
                </a:moveTo>
                <a:lnTo>
                  <a:pt x="31115" y="51135"/>
                </a:lnTo>
                <a:cubicBezTo>
                  <a:pt x="40714" y="43262"/>
                  <a:pt x="54536" y="43262"/>
                  <a:pt x="64135" y="51135"/>
                </a:cubicBezTo>
                <a:close/>
                <a:moveTo>
                  <a:pt x="0" y="23830"/>
                </a:moveTo>
                <a:cubicBezTo>
                  <a:pt x="27279" y="0"/>
                  <a:pt x="67971" y="0"/>
                  <a:pt x="95250" y="23830"/>
                </a:cubicBezTo>
                <a:lnTo>
                  <a:pt x="83820" y="37165"/>
                </a:lnTo>
                <a:cubicBezTo>
                  <a:pt x="63051" y="19153"/>
                  <a:pt x="32199" y="19153"/>
                  <a:pt x="11430" y="37165"/>
                </a:cubicBezTo>
                <a:close/>
                <a:moveTo>
                  <a:pt x="16510" y="43515"/>
                </a:moveTo>
                <a:cubicBezTo>
                  <a:pt x="34385" y="28089"/>
                  <a:pt x="60865" y="28089"/>
                  <a:pt x="78740" y="43515"/>
                </a:cubicBezTo>
                <a:lnTo>
                  <a:pt x="67310" y="56850"/>
                </a:lnTo>
                <a:cubicBezTo>
                  <a:pt x="55947" y="47238"/>
                  <a:pt x="39303" y="47238"/>
                  <a:pt x="27940" y="5685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92" name="!!rect-7m3"/>
          <p:cNvSpPr/>
          <p:nvPr/>
        </p:nvSpPr>
        <p:spPr>
          <a:xfrm>
            <a:off x="10902950" y="760730"/>
            <a:ext cx="161925" cy="78740"/>
          </a:xfrm>
          <a:prstGeom prst="roundRect">
            <a:avLst>
              <a:gd name="adj" fmla="val 32258"/>
            </a:avLst>
          </a:prstGeom>
          <a:noFill/>
          <a:ln w="6985" cap="flat">
            <a:solidFill>
              <a:srgbClr val="FFFFFF">
                <a:alpha val="38000"/>
              </a:srgbClr>
            </a:solidFill>
            <a:prstDash val="solid"/>
            <a:miter lim="800000"/>
          </a:ln>
        </p:spPr>
      </p:sp>
      <p:sp>
        <p:nvSpPr>
          <p:cNvPr id="93" name="!!rect-7m4"/>
          <p:cNvSpPr/>
          <p:nvPr/>
        </p:nvSpPr>
        <p:spPr>
          <a:xfrm>
            <a:off x="10916285" y="774065"/>
            <a:ext cx="110909" cy="52070"/>
          </a:xfrm>
          <a:prstGeom prst="roundRect">
            <a:avLst>
              <a:gd name="adj" fmla="val 26829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94" name="!!path-7m5"/>
          <p:cNvSpPr/>
          <p:nvPr/>
        </p:nvSpPr>
        <p:spPr>
          <a:xfrm>
            <a:off x="11074400" y="786130"/>
            <a:ext cx="10345" cy="27940"/>
          </a:xfrm>
          <a:custGeom>
            <a:avLst/>
            <a:gdLst/>
            <a:ahLst/>
            <a:cxnLst/>
            <a:rect l="l" t="t" r="r" b="b"/>
            <a:pathLst>
              <a:path w="10345" h="27940">
                <a:moveTo>
                  <a:pt x="0" y="0"/>
                </a:moveTo>
                <a:lnTo>
                  <a:pt x="0" y="27940"/>
                </a:lnTo>
                <a:cubicBezTo>
                  <a:pt x="6146" y="26066"/>
                  <a:pt x="10345" y="20395"/>
                  <a:pt x="10345" y="13970"/>
                </a:cubicBezTo>
                <a:cubicBezTo>
                  <a:pt x="10345" y="7545"/>
                  <a:pt x="6146" y="1874"/>
                  <a:pt x="0" y="0"/>
                </a:cubicBezTo>
                <a:close/>
              </a:path>
            </a:pathLst>
          </a:custGeom>
          <a:solidFill>
            <a:srgbClr val="FFFFFF">
              <a:alpha val="45000"/>
            </a:srgbClr>
          </a:solidFill>
          <a:ln>
            <a:noFill/>
          </a:ln>
        </p:spPr>
      </p:sp>
      <p:sp>
        <p:nvSpPr>
          <p:cNvPr id="95" name="!!path-7m6"/>
          <p:cNvSpPr/>
          <p:nvPr/>
        </p:nvSpPr>
        <p:spPr>
          <a:xfrm>
            <a:off x="8845537" y="1109129"/>
            <a:ext cx="62258" cy="105791"/>
          </a:xfrm>
          <a:custGeom>
            <a:avLst/>
            <a:gdLst/>
            <a:ahLst/>
            <a:cxnLst/>
            <a:rect l="l" t="t" r="r" b="b"/>
            <a:pathLst>
              <a:path w="62258" h="105791">
                <a:moveTo>
                  <a:pt x="62258" y="9363"/>
                </a:moveTo>
                <a:lnTo>
                  <a:pt x="52896" y="0"/>
                </a:lnTo>
                <a:lnTo>
                  <a:pt x="0" y="52896"/>
                </a:lnTo>
                <a:lnTo>
                  <a:pt x="52896" y="105791"/>
                </a:lnTo>
                <a:lnTo>
                  <a:pt x="62258" y="96429"/>
                </a:lnTo>
                <a:lnTo>
                  <a:pt x="18725" y="5289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96" name="!!text-7m7" descr="上架書籍"/>
          <p:cNvSpPr txBox="1"/>
          <p:nvPr/>
        </p:nvSpPr>
        <p:spPr>
          <a:xfrm>
            <a:off x="9759950" y="1070737"/>
            <a:ext cx="491490" cy="16550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1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上架書籍</a:t>
            </a:r>
            <a:endParaRPr lang="zh-TW" sz="900"/>
          </a:p>
        </p:txBody>
      </p:sp>
      <p:sp>
        <p:nvSpPr>
          <p:cNvPr id="97" name="!!text-7mc" descr="書況照片"/>
          <p:cNvSpPr txBox="1"/>
          <p:nvPr/>
        </p:nvSpPr>
        <p:spPr>
          <a:xfrm>
            <a:off x="8839200" y="1466342"/>
            <a:ext cx="354965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kern="0" dirty="0">
                <a:solidFill>
                  <a:srgbClr val="5B6770"/>
                </a:solidFill>
                <a:latin typeface="Noto Sans TC SemiBold"/>
                <a:ea typeface="Noto Sans TC SemiBold"/>
                <a:cs typeface="Noto Sans TC SemiBold"/>
              </a:rPr>
              <a:t>書況照片</a:t>
            </a:r>
            <a:endParaRPr lang="zh-TW" sz="650"/>
          </a:p>
        </p:txBody>
      </p:sp>
      <p:sp>
        <p:nvSpPr>
          <p:cNvPr id="98" name="!!rect-7mi"/>
          <p:cNvSpPr/>
          <p:nvPr/>
        </p:nvSpPr>
        <p:spPr>
          <a:xfrm>
            <a:off x="8813800" y="1638300"/>
            <a:ext cx="723900" cy="723900"/>
          </a:xfrm>
          <a:prstGeom prst="roundRect">
            <a:avLst>
              <a:gd name="adj" fmla="val 12281"/>
            </a:avLst>
          </a:prstGeom>
          <a:solidFill>
            <a:srgbClr val="DDE3E7"/>
          </a:solidFill>
          <a:ln>
            <a:noFill/>
          </a:ln>
        </p:spPr>
      </p:sp>
      <p:sp>
        <p:nvSpPr>
          <p:cNvPr id="99" name="!!rect-7mk"/>
          <p:cNvSpPr/>
          <p:nvPr/>
        </p:nvSpPr>
        <p:spPr>
          <a:xfrm>
            <a:off x="8953500" y="1701800"/>
            <a:ext cx="444500" cy="596900"/>
          </a:xfrm>
          <a:prstGeom prst="roundRect">
            <a:avLst>
              <a:gd name="adj" fmla="val 5714"/>
            </a:avLst>
          </a:prstGeom>
          <a:gradFill rotWithShape="1">
            <a:gsLst>
              <a:gs pos="0">
                <a:srgbClr val="5D856F"/>
              </a:gs>
              <a:gs pos="100000">
                <a:srgbClr val="3F624F"/>
              </a:gs>
            </a:gsLst>
            <a:lin ang="3199539" scaled="0"/>
          </a:gradFill>
          <a:ln>
            <a:noFill/>
          </a:ln>
        </p:spPr>
      </p:sp>
      <p:sp>
        <p:nvSpPr>
          <p:cNvPr id="100" name="!!rect-7ml"/>
          <p:cNvSpPr/>
          <p:nvPr/>
        </p:nvSpPr>
        <p:spPr>
          <a:xfrm>
            <a:off x="8993505" y="1701800"/>
            <a:ext cx="22225" cy="596900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</p:spPr>
      </p:sp>
      <p:sp>
        <p:nvSpPr>
          <p:cNvPr id="101" name="!!rect-7mm"/>
          <p:cNvSpPr/>
          <p:nvPr/>
        </p:nvSpPr>
        <p:spPr>
          <a:xfrm>
            <a:off x="9064625" y="1809242"/>
            <a:ext cx="248920" cy="41783"/>
          </a:xfrm>
          <a:prstGeom prst="roundRect">
            <a:avLst>
              <a:gd name="adj" fmla="val 28571"/>
            </a:avLst>
          </a:prstGeom>
          <a:solidFill>
            <a:srgbClr val="E7D9B8"/>
          </a:solidFill>
          <a:ln>
            <a:noFill/>
          </a:ln>
        </p:spPr>
      </p:sp>
      <p:sp>
        <p:nvSpPr>
          <p:cNvPr id="102" name="!!rect-7mn"/>
          <p:cNvSpPr/>
          <p:nvPr/>
        </p:nvSpPr>
        <p:spPr>
          <a:xfrm>
            <a:off x="9064625" y="1880870"/>
            <a:ext cx="168910" cy="26861"/>
          </a:xfrm>
          <a:prstGeom prst="roundRect">
            <a:avLst>
              <a:gd name="adj" fmla="val 44444"/>
            </a:avLst>
          </a:prstGeom>
          <a:solidFill>
            <a:srgbClr val="E7D9B8">
              <a:alpha val="72000"/>
            </a:srgbClr>
          </a:solidFill>
          <a:ln>
            <a:noFill/>
          </a:ln>
        </p:spPr>
      </p:sp>
      <p:sp>
        <p:nvSpPr>
          <p:cNvPr id="103" name="!!rect-7mo"/>
          <p:cNvSpPr/>
          <p:nvPr/>
        </p:nvSpPr>
        <p:spPr>
          <a:xfrm>
            <a:off x="9064625" y="2179320"/>
            <a:ext cx="124460" cy="23876"/>
          </a:xfrm>
          <a:prstGeom prst="roundRect">
            <a:avLst>
              <a:gd name="adj" fmla="val 50000"/>
            </a:avLst>
          </a:prstGeom>
          <a:solidFill>
            <a:srgbClr val="E7D9B8">
              <a:alpha val="55000"/>
            </a:srgbClr>
          </a:solidFill>
          <a:ln>
            <a:noFill/>
          </a:ln>
        </p:spPr>
      </p:sp>
      <p:sp>
        <p:nvSpPr>
          <p:cNvPr id="104" name="!!rect-7mq"/>
          <p:cNvSpPr/>
          <p:nvPr/>
        </p:nvSpPr>
        <p:spPr>
          <a:xfrm>
            <a:off x="9601200" y="1638300"/>
            <a:ext cx="723900" cy="723900"/>
          </a:xfrm>
          <a:prstGeom prst="roundRect">
            <a:avLst>
              <a:gd name="adj" fmla="val 12281"/>
            </a:avLst>
          </a:prstGeom>
          <a:solidFill>
            <a:srgbClr val="DDE3E7"/>
          </a:solidFill>
          <a:ln>
            <a:noFill/>
          </a:ln>
        </p:spPr>
      </p:sp>
      <p:sp>
        <p:nvSpPr>
          <p:cNvPr id="105" name="!!rect-7ms"/>
          <p:cNvSpPr/>
          <p:nvPr/>
        </p:nvSpPr>
        <p:spPr>
          <a:xfrm>
            <a:off x="9740900" y="1701800"/>
            <a:ext cx="444500" cy="596900"/>
          </a:xfrm>
          <a:prstGeom prst="roundRect">
            <a:avLst>
              <a:gd name="adj" fmla="val 5714"/>
            </a:avLst>
          </a:prstGeom>
          <a:gradFill rotWithShape="1">
            <a:gsLst>
              <a:gs pos="0">
                <a:srgbClr val="69927B"/>
              </a:gs>
              <a:gs pos="100000">
                <a:srgbClr val="4A6D5A"/>
              </a:gs>
            </a:gsLst>
            <a:lin ang="3199539" scaled="0"/>
          </a:gradFill>
          <a:ln>
            <a:noFill/>
          </a:ln>
        </p:spPr>
      </p:sp>
      <p:sp>
        <p:nvSpPr>
          <p:cNvPr id="106" name="!!rect-7mt"/>
          <p:cNvSpPr/>
          <p:nvPr/>
        </p:nvSpPr>
        <p:spPr>
          <a:xfrm>
            <a:off x="9780905" y="1701800"/>
            <a:ext cx="22225" cy="596900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</p:spPr>
      </p:sp>
      <p:sp>
        <p:nvSpPr>
          <p:cNvPr id="107" name="!!rect-7mu"/>
          <p:cNvSpPr/>
          <p:nvPr/>
        </p:nvSpPr>
        <p:spPr>
          <a:xfrm>
            <a:off x="9852025" y="1809242"/>
            <a:ext cx="248920" cy="41783"/>
          </a:xfrm>
          <a:prstGeom prst="roundRect">
            <a:avLst>
              <a:gd name="adj" fmla="val 28571"/>
            </a:avLst>
          </a:prstGeom>
          <a:solidFill>
            <a:srgbClr val="EFE6D0"/>
          </a:solidFill>
          <a:ln>
            <a:noFill/>
          </a:ln>
        </p:spPr>
      </p:sp>
      <p:sp>
        <p:nvSpPr>
          <p:cNvPr id="108" name="!!rect-7mv"/>
          <p:cNvSpPr/>
          <p:nvPr/>
        </p:nvSpPr>
        <p:spPr>
          <a:xfrm>
            <a:off x="9852025" y="1880870"/>
            <a:ext cx="168910" cy="26861"/>
          </a:xfrm>
          <a:prstGeom prst="roundRect">
            <a:avLst>
              <a:gd name="adj" fmla="val 44444"/>
            </a:avLst>
          </a:prstGeom>
          <a:solidFill>
            <a:srgbClr val="EFE6D0">
              <a:alpha val="72000"/>
            </a:srgbClr>
          </a:solidFill>
          <a:ln>
            <a:noFill/>
          </a:ln>
        </p:spPr>
      </p:sp>
      <p:sp>
        <p:nvSpPr>
          <p:cNvPr id="109" name="!!rect-7mw"/>
          <p:cNvSpPr/>
          <p:nvPr/>
        </p:nvSpPr>
        <p:spPr>
          <a:xfrm>
            <a:off x="9852025" y="2179320"/>
            <a:ext cx="124460" cy="23876"/>
          </a:xfrm>
          <a:prstGeom prst="roundRect">
            <a:avLst>
              <a:gd name="adj" fmla="val 50000"/>
            </a:avLst>
          </a:prstGeom>
          <a:solidFill>
            <a:srgbClr val="EFE6D0">
              <a:alpha val="55000"/>
            </a:srgbClr>
          </a:solidFill>
          <a:ln>
            <a:noFill/>
          </a:ln>
        </p:spPr>
      </p:sp>
      <p:sp>
        <p:nvSpPr>
          <p:cNvPr id="110" name="!!rect-7my"/>
          <p:cNvSpPr/>
          <p:nvPr/>
        </p:nvSpPr>
        <p:spPr>
          <a:xfrm>
            <a:off x="10388600" y="1638300"/>
            <a:ext cx="723900" cy="723900"/>
          </a:xfrm>
          <a:prstGeom prst="roundRect">
            <a:avLst>
              <a:gd name="adj" fmla="val 12281"/>
            </a:avLst>
          </a:prstGeom>
          <a:solidFill>
            <a:srgbClr val="DDE3E7"/>
          </a:solidFill>
          <a:ln>
            <a:noFill/>
          </a:ln>
        </p:spPr>
      </p:sp>
      <p:sp>
        <p:nvSpPr>
          <p:cNvPr id="111" name="!!rect-7n0"/>
          <p:cNvSpPr/>
          <p:nvPr/>
        </p:nvSpPr>
        <p:spPr>
          <a:xfrm>
            <a:off x="10528300" y="1701800"/>
            <a:ext cx="444500" cy="596900"/>
          </a:xfrm>
          <a:prstGeom prst="roundRect">
            <a:avLst>
              <a:gd name="adj" fmla="val 5714"/>
            </a:avLst>
          </a:prstGeom>
          <a:gradFill rotWithShape="1">
            <a:gsLst>
              <a:gs pos="0">
                <a:srgbClr val="567B67"/>
              </a:gs>
              <a:gs pos="100000">
                <a:srgbClr val="395948"/>
              </a:gs>
            </a:gsLst>
            <a:lin ang="3199539" scaled="0"/>
          </a:gradFill>
          <a:ln>
            <a:noFill/>
          </a:ln>
        </p:spPr>
      </p:sp>
      <p:sp>
        <p:nvSpPr>
          <p:cNvPr id="112" name="!!rect-7n1"/>
          <p:cNvSpPr/>
          <p:nvPr/>
        </p:nvSpPr>
        <p:spPr>
          <a:xfrm>
            <a:off x="10568305" y="1701800"/>
            <a:ext cx="22225" cy="596900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</p:spPr>
      </p:sp>
      <p:sp>
        <p:nvSpPr>
          <p:cNvPr id="113" name="!!rect-7n2"/>
          <p:cNvSpPr/>
          <p:nvPr/>
        </p:nvSpPr>
        <p:spPr>
          <a:xfrm>
            <a:off x="10639425" y="1809242"/>
            <a:ext cx="248920" cy="41783"/>
          </a:xfrm>
          <a:prstGeom prst="roundRect">
            <a:avLst>
              <a:gd name="adj" fmla="val 28571"/>
            </a:avLst>
          </a:prstGeom>
          <a:solidFill>
            <a:srgbClr val="E2D3B0"/>
          </a:solidFill>
          <a:ln>
            <a:noFill/>
          </a:ln>
        </p:spPr>
      </p:sp>
      <p:sp>
        <p:nvSpPr>
          <p:cNvPr id="114" name="!!rect-7n3"/>
          <p:cNvSpPr/>
          <p:nvPr/>
        </p:nvSpPr>
        <p:spPr>
          <a:xfrm>
            <a:off x="10639425" y="1880870"/>
            <a:ext cx="168910" cy="26861"/>
          </a:xfrm>
          <a:prstGeom prst="roundRect">
            <a:avLst>
              <a:gd name="adj" fmla="val 44444"/>
            </a:avLst>
          </a:prstGeom>
          <a:solidFill>
            <a:srgbClr val="E2D3B0">
              <a:alpha val="72000"/>
            </a:srgbClr>
          </a:solidFill>
          <a:ln>
            <a:noFill/>
          </a:ln>
        </p:spPr>
      </p:sp>
      <p:sp>
        <p:nvSpPr>
          <p:cNvPr id="115" name="!!rect-7n4"/>
          <p:cNvSpPr/>
          <p:nvPr/>
        </p:nvSpPr>
        <p:spPr>
          <a:xfrm>
            <a:off x="10639425" y="2179320"/>
            <a:ext cx="124460" cy="23876"/>
          </a:xfrm>
          <a:prstGeom prst="roundRect">
            <a:avLst>
              <a:gd name="adj" fmla="val 50000"/>
            </a:avLst>
          </a:prstGeom>
          <a:solidFill>
            <a:srgbClr val="E2D3B0">
              <a:alpha val="55000"/>
            </a:srgbClr>
          </a:solidFill>
          <a:ln>
            <a:noFill/>
          </a:ln>
        </p:spPr>
      </p:sp>
      <p:sp>
        <p:nvSpPr>
          <p:cNvPr id="116" name="!!text-7n5" descr="書名"/>
          <p:cNvSpPr txBox="1"/>
          <p:nvPr/>
        </p:nvSpPr>
        <p:spPr>
          <a:xfrm>
            <a:off x="8839200" y="2469642"/>
            <a:ext cx="189865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kern="0" dirty="0">
                <a:solidFill>
                  <a:srgbClr val="5B6770"/>
                </a:solidFill>
                <a:latin typeface="Noto Sans TC SemiBold"/>
                <a:ea typeface="Noto Sans TC SemiBold"/>
                <a:cs typeface="Noto Sans TC SemiBold"/>
              </a:rPr>
              <a:t>書名</a:t>
            </a:r>
            <a:endParaRPr lang="zh-TW" sz="650"/>
          </a:p>
        </p:txBody>
      </p:sp>
      <p:sp>
        <p:nvSpPr>
          <p:cNvPr id="117" name="!!rect-7n8"/>
          <p:cNvSpPr/>
          <p:nvPr/>
        </p:nvSpPr>
        <p:spPr>
          <a:xfrm>
            <a:off x="8813800" y="2628900"/>
            <a:ext cx="2349500" cy="292100"/>
          </a:xfrm>
          <a:prstGeom prst="roundRect">
            <a:avLst>
              <a:gd name="adj" fmla="val 30435"/>
            </a:avLst>
          </a:prstGeom>
          <a:solidFill>
            <a:srgbClr val="FFFFFF"/>
          </a:solidFill>
          <a:ln w="6350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118" name="!!text-7n9" descr="統計學概論"/>
          <p:cNvSpPr txBox="1"/>
          <p:nvPr/>
        </p:nvSpPr>
        <p:spPr>
          <a:xfrm>
            <a:off x="8915400" y="2699385"/>
            <a:ext cx="504825" cy="1379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0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統計學概論</a:t>
            </a:r>
            <a:endParaRPr lang="zh-TW" sz="750"/>
          </a:p>
        </p:txBody>
      </p:sp>
      <p:sp>
        <p:nvSpPr>
          <p:cNvPr id="119" name="!!text-7nf" descr="書況"/>
          <p:cNvSpPr txBox="1"/>
          <p:nvPr/>
        </p:nvSpPr>
        <p:spPr>
          <a:xfrm>
            <a:off x="8839200" y="2926842"/>
            <a:ext cx="189865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kern="0" dirty="0">
                <a:solidFill>
                  <a:srgbClr val="5B6770"/>
                </a:solidFill>
                <a:latin typeface="Noto Sans TC SemiBold"/>
                <a:ea typeface="Noto Sans TC SemiBold"/>
                <a:cs typeface="Noto Sans TC SemiBold"/>
              </a:rPr>
              <a:t>書況</a:t>
            </a:r>
            <a:endParaRPr lang="zh-TW" sz="650"/>
          </a:p>
        </p:txBody>
      </p:sp>
      <p:sp>
        <p:nvSpPr>
          <p:cNvPr id="120" name="!!rect-7ni"/>
          <p:cNvSpPr/>
          <p:nvPr/>
        </p:nvSpPr>
        <p:spPr>
          <a:xfrm>
            <a:off x="8813800" y="3086100"/>
            <a:ext cx="2349500" cy="292100"/>
          </a:xfrm>
          <a:prstGeom prst="roundRect">
            <a:avLst>
              <a:gd name="adj" fmla="val 30435"/>
            </a:avLst>
          </a:prstGeom>
          <a:solidFill>
            <a:srgbClr val="FFFFFF"/>
          </a:solidFill>
          <a:ln w="6350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121" name="!!text-7nj" descr="售價"/>
          <p:cNvSpPr txBox="1"/>
          <p:nvPr/>
        </p:nvSpPr>
        <p:spPr>
          <a:xfrm>
            <a:off x="8839200" y="3384042"/>
            <a:ext cx="189865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kern="0" dirty="0">
                <a:solidFill>
                  <a:srgbClr val="5B6770"/>
                </a:solidFill>
                <a:latin typeface="Noto Sans TC SemiBold"/>
                <a:ea typeface="Noto Sans TC SemiBold"/>
                <a:cs typeface="Noto Sans TC SemiBold"/>
              </a:rPr>
              <a:t>售價</a:t>
            </a:r>
            <a:endParaRPr lang="zh-TW" sz="650"/>
          </a:p>
        </p:txBody>
      </p:sp>
      <p:sp>
        <p:nvSpPr>
          <p:cNvPr id="122" name="!!rect-7nm"/>
          <p:cNvSpPr/>
          <p:nvPr/>
        </p:nvSpPr>
        <p:spPr>
          <a:xfrm>
            <a:off x="8813800" y="3543300"/>
            <a:ext cx="2349500" cy="292100"/>
          </a:xfrm>
          <a:prstGeom prst="roundRect">
            <a:avLst>
              <a:gd name="adj" fmla="val 30435"/>
            </a:avLst>
          </a:prstGeom>
          <a:solidFill>
            <a:srgbClr val="FFFFFF"/>
          </a:solidFill>
          <a:ln w="6350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123" name="!!rect-7nn"/>
          <p:cNvSpPr/>
          <p:nvPr/>
        </p:nvSpPr>
        <p:spPr>
          <a:xfrm>
            <a:off x="8813800" y="3911600"/>
            <a:ext cx="2349500" cy="317500"/>
          </a:xfrm>
          <a:prstGeom prst="roundRect">
            <a:avLst>
              <a:gd name="adj" fmla="val 28000"/>
            </a:avLst>
          </a:prstGeom>
          <a:solidFill>
            <a:srgbClr val="627D8D">
              <a:alpha val="8000"/>
            </a:srgbClr>
          </a:solidFill>
          <a:ln w="6350" cap="flat">
            <a:solidFill>
              <a:srgbClr val="627D8D">
                <a:alpha val="35000"/>
              </a:srgbClr>
            </a:solidFill>
            <a:prstDash val="solid"/>
            <a:miter lim="800000"/>
          </a:ln>
        </p:spPr>
      </p:sp>
      <p:sp>
        <p:nvSpPr>
          <p:cNvPr id="124" name="!!path-7no"/>
          <p:cNvSpPr/>
          <p:nvPr/>
        </p:nvSpPr>
        <p:spPr>
          <a:xfrm>
            <a:off x="8920429" y="4015054"/>
            <a:ext cx="110642" cy="110642"/>
          </a:xfrm>
          <a:custGeom>
            <a:avLst/>
            <a:gdLst/>
            <a:ahLst/>
            <a:cxnLst/>
            <a:rect l="l" t="t" r="r" b="b"/>
            <a:pathLst>
              <a:path w="110642" h="110642">
                <a:moveTo>
                  <a:pt x="90526" y="40234"/>
                </a:moveTo>
                <a:lnTo>
                  <a:pt x="96812" y="26403"/>
                </a:lnTo>
                <a:lnTo>
                  <a:pt x="110642" y="20117"/>
                </a:lnTo>
                <a:lnTo>
                  <a:pt x="96812" y="13830"/>
                </a:lnTo>
                <a:lnTo>
                  <a:pt x="90526" y="0"/>
                </a:lnTo>
                <a:lnTo>
                  <a:pt x="84239" y="13830"/>
                </a:lnTo>
                <a:lnTo>
                  <a:pt x="70409" y="20117"/>
                </a:lnTo>
                <a:lnTo>
                  <a:pt x="84239" y="26403"/>
                </a:lnTo>
                <a:lnTo>
                  <a:pt x="90526" y="40234"/>
                </a:lnTo>
                <a:close/>
                <a:moveTo>
                  <a:pt x="52807" y="42748"/>
                </a:moveTo>
                <a:lnTo>
                  <a:pt x="40234" y="15088"/>
                </a:lnTo>
                <a:lnTo>
                  <a:pt x="27661" y="42748"/>
                </a:lnTo>
                <a:lnTo>
                  <a:pt x="0" y="55321"/>
                </a:lnTo>
                <a:lnTo>
                  <a:pt x="27661" y="67894"/>
                </a:lnTo>
                <a:lnTo>
                  <a:pt x="40234" y="95555"/>
                </a:lnTo>
                <a:lnTo>
                  <a:pt x="52807" y="67894"/>
                </a:lnTo>
                <a:lnTo>
                  <a:pt x="80467" y="55321"/>
                </a:lnTo>
                <a:lnTo>
                  <a:pt x="52807" y="42748"/>
                </a:lnTo>
                <a:close/>
                <a:moveTo>
                  <a:pt x="90526" y="70409"/>
                </a:moveTo>
                <a:lnTo>
                  <a:pt x="84239" y="84239"/>
                </a:lnTo>
                <a:lnTo>
                  <a:pt x="70409" y="90526"/>
                </a:lnTo>
                <a:lnTo>
                  <a:pt x="84239" y="96812"/>
                </a:lnTo>
                <a:lnTo>
                  <a:pt x="90526" y="110642"/>
                </a:lnTo>
                <a:lnTo>
                  <a:pt x="96812" y="96812"/>
                </a:lnTo>
                <a:lnTo>
                  <a:pt x="110642" y="90526"/>
                </a:lnTo>
                <a:lnTo>
                  <a:pt x="96812" y="84239"/>
                </a:lnTo>
                <a:lnTo>
                  <a:pt x="90526" y="70409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125" name="!!text-7np" descr="AI 帶入"/>
          <p:cNvSpPr txBox="1"/>
          <p:nvPr/>
        </p:nvSpPr>
        <p:spPr>
          <a:xfrm>
            <a:off x="9093200" y="3998976"/>
            <a:ext cx="310972" cy="12872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AI 帶入</a:t>
            </a:r>
            <a:endParaRPr lang="zh-TW" sz="700"/>
          </a:p>
        </p:txBody>
      </p:sp>
      <p:sp>
        <p:nvSpPr>
          <p:cNvPr id="126" name="!!rect-7nu"/>
          <p:cNvSpPr/>
          <p:nvPr/>
        </p:nvSpPr>
        <p:spPr>
          <a:xfrm>
            <a:off x="9531350" y="6076950"/>
            <a:ext cx="914400" cy="31750"/>
          </a:xfrm>
          <a:prstGeom prst="roundRect">
            <a:avLst>
              <a:gd name="adj" fmla="val 50000"/>
            </a:avLst>
          </a:prstGeom>
          <a:solidFill>
            <a:srgbClr val="000000">
              <a:alpha val="90000"/>
            </a:srgbClr>
          </a:solidFill>
          <a:ln>
            <a:noFill/>
          </a:ln>
        </p:spPr>
      </p:sp>
      <p:sp>
        <p:nvSpPr>
          <p:cNvPr id="127" name="!!rect-7nv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solidFill>
            <a:srgbClr val="000000">
              <a:alpha val="45000"/>
            </a:srgbClr>
          </a:solidFill>
          <a:ln>
            <a:noFill/>
          </a:ln>
        </p:spPr>
      </p:sp>
      <p:sp>
        <p:nvSpPr>
          <p:cNvPr id="128" name="!!text-7nw" descr="2:25"/>
          <p:cNvSpPr txBox="1"/>
          <p:nvPr/>
        </p:nvSpPr>
        <p:spPr>
          <a:xfrm>
            <a:off x="9020597" y="714883"/>
            <a:ext cx="253790" cy="1563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50" kern="0" dirty="0">
                <a:solidFill>
                  <a:srgbClr val="FFFFFF"/>
                </a:solidFill>
                <a:latin typeface="Noto Sans TC SemiBold"/>
                <a:ea typeface="Noto Sans TC SemiBold"/>
                <a:cs typeface="Noto Sans TC SemiBold"/>
              </a:rPr>
              <a:t>2:25</a:t>
            </a:r>
            <a:endParaRPr lang="zh-TW" sz="850"/>
          </a:p>
        </p:txBody>
      </p:sp>
      <p:sp>
        <p:nvSpPr>
          <p:cNvPr id="129" name="!!rect-7o1"/>
          <p:cNvSpPr/>
          <p:nvPr/>
        </p:nvSpPr>
        <p:spPr>
          <a:xfrm>
            <a:off x="10579100" y="808990"/>
            <a:ext cx="21590" cy="2667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30" name="!!rect-7o2"/>
          <p:cNvSpPr/>
          <p:nvPr/>
        </p:nvSpPr>
        <p:spPr>
          <a:xfrm>
            <a:off x="10612120" y="792480"/>
            <a:ext cx="21590" cy="4318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31" name="!!rect-7o3"/>
          <p:cNvSpPr/>
          <p:nvPr/>
        </p:nvSpPr>
        <p:spPr>
          <a:xfrm>
            <a:off x="10645140" y="775970"/>
            <a:ext cx="21590" cy="5969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32" name="!!rect-7o4"/>
          <p:cNvSpPr/>
          <p:nvPr/>
        </p:nvSpPr>
        <p:spPr>
          <a:xfrm>
            <a:off x="10678160" y="759460"/>
            <a:ext cx="21590" cy="7620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33" name="!!path-7o5"/>
          <p:cNvSpPr/>
          <p:nvPr/>
        </p:nvSpPr>
        <p:spPr>
          <a:xfrm>
            <a:off x="10763250" y="763570"/>
            <a:ext cx="95250" cy="70820"/>
          </a:xfrm>
          <a:custGeom>
            <a:avLst/>
            <a:gdLst/>
            <a:ahLst/>
            <a:cxnLst/>
            <a:rect l="l" t="t" r="r" b="b"/>
            <a:pathLst>
              <a:path w="95250" h="70820">
                <a:moveTo>
                  <a:pt x="47625" y="70820"/>
                </a:moveTo>
                <a:lnTo>
                  <a:pt x="31115" y="51135"/>
                </a:lnTo>
                <a:cubicBezTo>
                  <a:pt x="40714" y="43262"/>
                  <a:pt x="54536" y="43262"/>
                  <a:pt x="64135" y="51135"/>
                </a:cubicBezTo>
                <a:close/>
                <a:moveTo>
                  <a:pt x="0" y="23830"/>
                </a:moveTo>
                <a:cubicBezTo>
                  <a:pt x="27279" y="0"/>
                  <a:pt x="67971" y="0"/>
                  <a:pt x="95250" y="23830"/>
                </a:cubicBezTo>
                <a:lnTo>
                  <a:pt x="83820" y="37165"/>
                </a:lnTo>
                <a:cubicBezTo>
                  <a:pt x="63051" y="19153"/>
                  <a:pt x="32199" y="19153"/>
                  <a:pt x="11430" y="37165"/>
                </a:cubicBezTo>
                <a:close/>
                <a:moveTo>
                  <a:pt x="16510" y="43515"/>
                </a:moveTo>
                <a:cubicBezTo>
                  <a:pt x="34385" y="28089"/>
                  <a:pt x="60865" y="28089"/>
                  <a:pt x="78740" y="43515"/>
                </a:cubicBezTo>
                <a:lnTo>
                  <a:pt x="67310" y="56850"/>
                </a:lnTo>
                <a:cubicBezTo>
                  <a:pt x="55947" y="47238"/>
                  <a:pt x="39303" y="47238"/>
                  <a:pt x="27940" y="5685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34" name="!!rect-7o6"/>
          <p:cNvSpPr/>
          <p:nvPr/>
        </p:nvSpPr>
        <p:spPr>
          <a:xfrm>
            <a:off x="10902950" y="760730"/>
            <a:ext cx="161925" cy="78740"/>
          </a:xfrm>
          <a:prstGeom prst="roundRect">
            <a:avLst>
              <a:gd name="adj" fmla="val 32258"/>
            </a:avLst>
          </a:prstGeom>
          <a:noFill/>
          <a:ln w="6985" cap="flat">
            <a:solidFill>
              <a:srgbClr val="FFFFFF">
                <a:alpha val="38000"/>
              </a:srgbClr>
            </a:solidFill>
            <a:prstDash val="solid"/>
            <a:miter lim="800000"/>
          </a:ln>
        </p:spPr>
      </p:sp>
      <p:sp>
        <p:nvSpPr>
          <p:cNvPr id="135" name="!!rect-7o7"/>
          <p:cNvSpPr/>
          <p:nvPr/>
        </p:nvSpPr>
        <p:spPr>
          <a:xfrm>
            <a:off x="10916285" y="774065"/>
            <a:ext cx="110909" cy="52070"/>
          </a:xfrm>
          <a:prstGeom prst="roundRect">
            <a:avLst>
              <a:gd name="adj" fmla="val 26829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36" name="!!path-7o8"/>
          <p:cNvSpPr/>
          <p:nvPr/>
        </p:nvSpPr>
        <p:spPr>
          <a:xfrm>
            <a:off x="11074400" y="786130"/>
            <a:ext cx="10345" cy="27940"/>
          </a:xfrm>
          <a:custGeom>
            <a:avLst/>
            <a:gdLst/>
            <a:ahLst/>
            <a:cxnLst/>
            <a:rect l="l" t="t" r="r" b="b"/>
            <a:pathLst>
              <a:path w="10345" h="27940">
                <a:moveTo>
                  <a:pt x="0" y="0"/>
                </a:moveTo>
                <a:lnTo>
                  <a:pt x="0" y="27940"/>
                </a:lnTo>
                <a:cubicBezTo>
                  <a:pt x="6146" y="26066"/>
                  <a:pt x="10345" y="20395"/>
                  <a:pt x="10345" y="13970"/>
                </a:cubicBezTo>
                <a:cubicBezTo>
                  <a:pt x="10345" y="7545"/>
                  <a:pt x="6146" y="1874"/>
                  <a:pt x="0" y="0"/>
                </a:cubicBezTo>
                <a:close/>
              </a:path>
            </a:pathLst>
          </a:custGeom>
          <a:solidFill>
            <a:srgbClr val="FFFFFF">
              <a:alpha val="45000"/>
            </a:srgbClr>
          </a:solidFill>
          <a:ln>
            <a:noFill/>
          </a:ln>
        </p:spPr>
      </p:sp>
      <p:sp>
        <p:nvSpPr>
          <p:cNvPr id="137" name="!!path-7oc"/>
          <p:cNvSpPr/>
          <p:nvPr/>
        </p:nvSpPr>
        <p:spPr>
          <a:xfrm>
            <a:off x="8712200" y="4038600"/>
            <a:ext cx="2552700" cy="2120900"/>
          </a:xfrm>
          <a:custGeom>
            <a:avLst/>
            <a:gdLst/>
            <a:ahLst/>
            <a:cxnLst/>
            <a:rect l="l" t="t" r="r" b="b"/>
            <a:pathLst>
              <a:path w="2552700" h="2120900">
                <a:moveTo>
                  <a:pt x="2493841" y="1965683"/>
                </a:moveTo>
                <a:lnTo>
                  <a:pt x="2450407" y="2018607"/>
                </a:lnTo>
                <a:lnTo>
                  <a:pt x="2397483" y="2062041"/>
                </a:lnTo>
                <a:lnTo>
                  <a:pt x="2337102" y="2094315"/>
                </a:lnTo>
                <a:lnTo>
                  <a:pt x="2271585" y="2114189"/>
                </a:lnTo>
                <a:lnTo>
                  <a:pt x="2203450" y="2120900"/>
                </a:lnTo>
                <a:lnTo>
                  <a:pt x="349250" y="2120900"/>
                </a:lnTo>
                <a:lnTo>
                  <a:pt x="281115" y="2114189"/>
                </a:lnTo>
                <a:lnTo>
                  <a:pt x="215598" y="2094315"/>
                </a:lnTo>
                <a:lnTo>
                  <a:pt x="155217" y="2062041"/>
                </a:lnTo>
                <a:lnTo>
                  <a:pt x="102293" y="2018607"/>
                </a:lnTo>
                <a:lnTo>
                  <a:pt x="58859" y="1965683"/>
                </a:lnTo>
                <a:lnTo>
                  <a:pt x="26585" y="1905302"/>
                </a:lnTo>
                <a:lnTo>
                  <a:pt x="6711" y="1839785"/>
                </a:lnTo>
                <a:lnTo>
                  <a:pt x="0" y="1771650"/>
                </a:lnTo>
                <a:lnTo>
                  <a:pt x="0" y="127000"/>
                </a:lnTo>
                <a:lnTo>
                  <a:pt x="882" y="106715"/>
                </a:lnTo>
                <a:lnTo>
                  <a:pt x="3528" y="88194"/>
                </a:lnTo>
                <a:lnTo>
                  <a:pt x="7938" y="71438"/>
                </a:lnTo>
                <a:lnTo>
                  <a:pt x="14111" y="56444"/>
                </a:lnTo>
                <a:lnTo>
                  <a:pt x="22049" y="43215"/>
                </a:lnTo>
                <a:lnTo>
                  <a:pt x="31750" y="31750"/>
                </a:lnTo>
                <a:lnTo>
                  <a:pt x="43215" y="22049"/>
                </a:lnTo>
                <a:lnTo>
                  <a:pt x="56444" y="14111"/>
                </a:lnTo>
                <a:lnTo>
                  <a:pt x="71438" y="7938"/>
                </a:lnTo>
                <a:lnTo>
                  <a:pt x="88194" y="3528"/>
                </a:lnTo>
                <a:lnTo>
                  <a:pt x="106715" y="882"/>
                </a:lnTo>
                <a:lnTo>
                  <a:pt x="127000" y="0"/>
                </a:lnTo>
                <a:lnTo>
                  <a:pt x="2425700" y="0"/>
                </a:lnTo>
                <a:lnTo>
                  <a:pt x="2445985" y="882"/>
                </a:lnTo>
                <a:lnTo>
                  <a:pt x="2464506" y="3528"/>
                </a:lnTo>
                <a:lnTo>
                  <a:pt x="2481263" y="7938"/>
                </a:lnTo>
                <a:lnTo>
                  <a:pt x="2496256" y="14111"/>
                </a:lnTo>
                <a:lnTo>
                  <a:pt x="2509485" y="22049"/>
                </a:lnTo>
                <a:lnTo>
                  <a:pt x="2520950" y="31750"/>
                </a:lnTo>
                <a:lnTo>
                  <a:pt x="2530651" y="43215"/>
                </a:lnTo>
                <a:lnTo>
                  <a:pt x="2538589" y="56444"/>
                </a:lnTo>
                <a:lnTo>
                  <a:pt x="2544763" y="71438"/>
                </a:lnTo>
                <a:lnTo>
                  <a:pt x="2549172" y="88194"/>
                </a:lnTo>
                <a:lnTo>
                  <a:pt x="2551818" y="106715"/>
                </a:lnTo>
                <a:lnTo>
                  <a:pt x="2552700" y="127000"/>
                </a:lnTo>
                <a:lnTo>
                  <a:pt x="2552700" y="1771650"/>
                </a:lnTo>
                <a:lnTo>
                  <a:pt x="2545989" y="1839785"/>
                </a:lnTo>
                <a:lnTo>
                  <a:pt x="2526115" y="190530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38" name="!!rect-7od"/>
          <p:cNvSpPr/>
          <p:nvPr/>
        </p:nvSpPr>
        <p:spPr>
          <a:xfrm>
            <a:off x="9874250" y="4102100"/>
            <a:ext cx="228600" cy="25400"/>
          </a:xfrm>
          <a:prstGeom prst="roundRect">
            <a:avLst>
              <a:gd name="adj" fmla="val 50000"/>
            </a:avLst>
          </a:prstGeom>
          <a:solidFill>
            <a:srgbClr val="E8EBEE"/>
          </a:solidFill>
          <a:ln>
            <a:noFill/>
          </a:ln>
        </p:spPr>
      </p:sp>
      <p:sp>
        <p:nvSpPr>
          <p:cNvPr id="139" name="!!path-7oj"/>
          <p:cNvSpPr/>
          <p:nvPr/>
        </p:nvSpPr>
        <p:spPr>
          <a:xfrm>
            <a:off x="8866889" y="4205989"/>
            <a:ext cx="147823" cy="147823"/>
          </a:xfrm>
          <a:custGeom>
            <a:avLst/>
            <a:gdLst/>
            <a:ahLst/>
            <a:cxnLst/>
            <a:rect l="l" t="t" r="r" b="b"/>
            <a:pathLst>
              <a:path w="147823" h="147823">
                <a:moveTo>
                  <a:pt x="120946" y="53754"/>
                </a:moveTo>
                <a:lnTo>
                  <a:pt x="129345" y="35276"/>
                </a:lnTo>
                <a:lnTo>
                  <a:pt x="147823" y="26877"/>
                </a:lnTo>
                <a:lnTo>
                  <a:pt x="129345" y="18478"/>
                </a:lnTo>
                <a:lnTo>
                  <a:pt x="120946" y="0"/>
                </a:lnTo>
                <a:lnTo>
                  <a:pt x="112547" y="18478"/>
                </a:lnTo>
                <a:lnTo>
                  <a:pt x="94069" y="26877"/>
                </a:lnTo>
                <a:lnTo>
                  <a:pt x="112547" y="35276"/>
                </a:lnTo>
                <a:lnTo>
                  <a:pt x="120946" y="53754"/>
                </a:lnTo>
                <a:close/>
                <a:moveTo>
                  <a:pt x="70552" y="57113"/>
                </a:moveTo>
                <a:lnTo>
                  <a:pt x="53754" y="20158"/>
                </a:lnTo>
                <a:lnTo>
                  <a:pt x="36956" y="57113"/>
                </a:lnTo>
                <a:lnTo>
                  <a:pt x="0" y="73911"/>
                </a:lnTo>
                <a:lnTo>
                  <a:pt x="36956" y="90710"/>
                </a:lnTo>
                <a:lnTo>
                  <a:pt x="53754" y="127665"/>
                </a:lnTo>
                <a:lnTo>
                  <a:pt x="70552" y="90710"/>
                </a:lnTo>
                <a:lnTo>
                  <a:pt x="107508" y="73911"/>
                </a:lnTo>
                <a:lnTo>
                  <a:pt x="70552" y="57113"/>
                </a:lnTo>
                <a:close/>
                <a:moveTo>
                  <a:pt x="120946" y="94069"/>
                </a:moveTo>
                <a:lnTo>
                  <a:pt x="112547" y="112547"/>
                </a:lnTo>
                <a:lnTo>
                  <a:pt x="94069" y="120946"/>
                </a:lnTo>
                <a:lnTo>
                  <a:pt x="112547" y="129345"/>
                </a:lnTo>
                <a:lnTo>
                  <a:pt x="120946" y="147823"/>
                </a:lnTo>
                <a:lnTo>
                  <a:pt x="129345" y="129345"/>
                </a:lnTo>
                <a:lnTo>
                  <a:pt x="147823" y="120946"/>
                </a:lnTo>
                <a:lnTo>
                  <a:pt x="129345" y="112547"/>
                </a:lnTo>
                <a:lnTo>
                  <a:pt x="120946" y="94069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140" name="!!text-7om" descr="AI 分析中"/>
          <p:cNvSpPr txBox="1"/>
          <p:nvPr/>
        </p:nvSpPr>
        <p:spPr>
          <a:xfrm>
            <a:off x="9093200" y="4199128"/>
            <a:ext cx="485559" cy="1563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5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AI 分析中</a:t>
            </a:r>
            <a:endParaRPr lang="zh-TW" sz="850"/>
          </a:p>
        </p:txBody>
      </p:sp>
      <p:sp>
        <p:nvSpPr>
          <p:cNvPr id="141" name="!!circle-7pn"/>
          <p:cNvSpPr/>
          <p:nvPr/>
        </p:nvSpPr>
        <p:spPr>
          <a:xfrm>
            <a:off x="8864600" y="4495800"/>
            <a:ext cx="139700" cy="139700"/>
          </a:xfrm>
          <a:prstGeom prst="ellipse">
            <a:avLst/>
          </a:prstGeom>
          <a:solidFill>
            <a:srgbClr val="2E9E5B"/>
          </a:solidFill>
          <a:ln>
            <a:noFill/>
          </a:ln>
        </p:spPr>
      </p:sp>
      <p:sp>
        <p:nvSpPr>
          <p:cNvPr id="142" name="!!path-7po"/>
          <p:cNvSpPr/>
          <p:nvPr/>
        </p:nvSpPr>
        <p:spPr>
          <a:xfrm>
            <a:off x="8899525" y="4544060"/>
            <a:ext cx="68580" cy="45720"/>
          </a:xfrm>
          <a:custGeom>
            <a:avLst/>
            <a:gdLst/>
            <a:ahLst/>
            <a:cxnLst/>
            <a:rect l="l" t="t" r="r" b="b"/>
            <a:pathLst>
              <a:path w="68580" h="45720" fill="none">
                <a:moveTo>
                  <a:pt x="0" y="21590"/>
                </a:moveTo>
                <a:lnTo>
                  <a:pt x="24130" y="45720"/>
                </a:lnTo>
                <a:lnTo>
                  <a:pt x="68580" y="0"/>
                </a:lnTo>
              </a:path>
            </a:pathLst>
          </a:custGeom>
          <a:noFill/>
          <a:ln w="13970" cap="rnd">
            <a:solidFill>
              <a:srgbClr val="FFFFFF"/>
            </a:solidFill>
            <a:prstDash val="solid"/>
            <a:round/>
          </a:ln>
        </p:spPr>
      </p:sp>
      <p:sp>
        <p:nvSpPr>
          <p:cNvPr id="143" name="!!text-7pr" descr="查詢書籍資料"/>
          <p:cNvSpPr txBox="1"/>
          <p:nvPr/>
        </p:nvSpPr>
        <p:spPr>
          <a:xfrm>
            <a:off x="9080500" y="4486910"/>
            <a:ext cx="600075" cy="1379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0" kern="0" dirty="0">
                <a:solidFill>
                  <a:srgbClr val="151E27"/>
                </a:solidFill>
                <a:latin typeface="Noto Sans TC Medium"/>
                <a:ea typeface="Noto Sans TC Medium"/>
                <a:cs typeface="Noto Sans TC Medium"/>
              </a:rPr>
              <a:t>查詢書籍資料</a:t>
            </a:r>
            <a:endParaRPr lang="zh-TW" sz="750"/>
          </a:p>
        </p:txBody>
      </p:sp>
      <p:sp>
        <p:nvSpPr>
          <p:cNvPr id="144" name="!!circle-7qd"/>
          <p:cNvSpPr/>
          <p:nvPr/>
        </p:nvSpPr>
        <p:spPr>
          <a:xfrm>
            <a:off x="8864600" y="4724400"/>
            <a:ext cx="139700" cy="139700"/>
          </a:xfrm>
          <a:prstGeom prst="ellipse">
            <a:avLst/>
          </a:prstGeom>
          <a:solidFill>
            <a:srgbClr val="2E9E5B"/>
          </a:solidFill>
          <a:ln>
            <a:noFill/>
          </a:ln>
        </p:spPr>
      </p:sp>
      <p:sp>
        <p:nvSpPr>
          <p:cNvPr id="145" name="!!path-7qe"/>
          <p:cNvSpPr/>
          <p:nvPr/>
        </p:nvSpPr>
        <p:spPr>
          <a:xfrm>
            <a:off x="8899525" y="4772660"/>
            <a:ext cx="68580" cy="45720"/>
          </a:xfrm>
          <a:custGeom>
            <a:avLst/>
            <a:gdLst/>
            <a:ahLst/>
            <a:cxnLst/>
            <a:rect l="l" t="t" r="r" b="b"/>
            <a:pathLst>
              <a:path w="68580" h="45720" fill="none">
                <a:moveTo>
                  <a:pt x="0" y="21590"/>
                </a:moveTo>
                <a:lnTo>
                  <a:pt x="24130" y="45720"/>
                </a:lnTo>
                <a:lnTo>
                  <a:pt x="68580" y="0"/>
                </a:lnTo>
              </a:path>
            </a:pathLst>
          </a:custGeom>
          <a:noFill/>
          <a:ln w="13970" cap="rnd">
            <a:solidFill>
              <a:srgbClr val="FFFFFF"/>
            </a:solidFill>
            <a:prstDash val="solid"/>
            <a:round/>
          </a:ln>
        </p:spPr>
      </p:sp>
      <p:sp>
        <p:nvSpPr>
          <p:cNvPr id="146" name="!!text-7qh" descr="搜尋網路資料"/>
          <p:cNvSpPr txBox="1"/>
          <p:nvPr/>
        </p:nvSpPr>
        <p:spPr>
          <a:xfrm>
            <a:off x="9080500" y="4715510"/>
            <a:ext cx="600075" cy="1379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0" kern="0" dirty="0">
                <a:solidFill>
                  <a:srgbClr val="151E27"/>
                </a:solidFill>
                <a:latin typeface="Noto Sans TC Medium"/>
                <a:ea typeface="Noto Sans TC Medium"/>
                <a:cs typeface="Noto Sans TC Medium"/>
              </a:rPr>
              <a:t>搜尋網路資料</a:t>
            </a:r>
            <a:endParaRPr lang="zh-TW" sz="750"/>
          </a:p>
        </p:txBody>
      </p:sp>
      <p:sp>
        <p:nvSpPr>
          <p:cNvPr id="147" name="!!circle-7r3"/>
          <p:cNvSpPr/>
          <p:nvPr/>
        </p:nvSpPr>
        <p:spPr>
          <a:xfrm>
            <a:off x="8864600" y="4953000"/>
            <a:ext cx="139700" cy="139700"/>
          </a:xfrm>
          <a:prstGeom prst="ellipse">
            <a:avLst/>
          </a:prstGeom>
          <a:solidFill>
            <a:srgbClr val="2E9E5B"/>
          </a:solidFill>
          <a:ln>
            <a:noFill/>
          </a:ln>
        </p:spPr>
      </p:sp>
      <p:sp>
        <p:nvSpPr>
          <p:cNvPr id="148" name="!!path-7r4"/>
          <p:cNvSpPr/>
          <p:nvPr/>
        </p:nvSpPr>
        <p:spPr>
          <a:xfrm>
            <a:off x="8899525" y="5001260"/>
            <a:ext cx="68580" cy="45720"/>
          </a:xfrm>
          <a:custGeom>
            <a:avLst/>
            <a:gdLst/>
            <a:ahLst/>
            <a:cxnLst/>
            <a:rect l="l" t="t" r="r" b="b"/>
            <a:pathLst>
              <a:path w="68580" h="45720" fill="none">
                <a:moveTo>
                  <a:pt x="0" y="21590"/>
                </a:moveTo>
                <a:lnTo>
                  <a:pt x="24130" y="45720"/>
                </a:lnTo>
                <a:lnTo>
                  <a:pt x="68580" y="0"/>
                </a:lnTo>
              </a:path>
            </a:pathLst>
          </a:custGeom>
          <a:noFill/>
          <a:ln w="13970" cap="rnd">
            <a:solidFill>
              <a:srgbClr val="FFFFFF"/>
            </a:solidFill>
            <a:prstDash val="solid"/>
            <a:round/>
          </a:ln>
        </p:spPr>
      </p:sp>
      <p:sp>
        <p:nvSpPr>
          <p:cNvPr id="149" name="!!text-7r7" descr="分析照片"/>
          <p:cNvSpPr txBox="1"/>
          <p:nvPr/>
        </p:nvSpPr>
        <p:spPr>
          <a:xfrm>
            <a:off x="9080500" y="4944110"/>
            <a:ext cx="409575" cy="1379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0" kern="0" dirty="0">
                <a:solidFill>
                  <a:srgbClr val="151E27"/>
                </a:solidFill>
                <a:latin typeface="Noto Sans TC Medium"/>
                <a:ea typeface="Noto Sans TC Medium"/>
                <a:cs typeface="Noto Sans TC Medium"/>
              </a:rPr>
              <a:t>分析照片</a:t>
            </a:r>
            <a:endParaRPr lang="zh-TW" sz="750"/>
          </a:p>
        </p:txBody>
      </p:sp>
      <p:sp>
        <p:nvSpPr>
          <p:cNvPr id="150" name="!!circle-7rh"/>
          <p:cNvSpPr/>
          <p:nvPr/>
        </p:nvSpPr>
        <p:spPr>
          <a:xfrm>
            <a:off x="8886825" y="5203825"/>
            <a:ext cx="95250" cy="95250"/>
          </a:xfrm>
          <a:prstGeom prst="ellipse">
            <a:avLst/>
          </a:prstGeom>
          <a:noFill/>
          <a:ln w="13970" cap="flat">
            <a:solidFill>
              <a:srgbClr val="627D8D">
                <a:alpha val="14000"/>
              </a:srgbClr>
            </a:solidFill>
            <a:prstDash val="solid"/>
            <a:miter lim="800000"/>
          </a:ln>
        </p:spPr>
      </p:sp>
      <p:sp>
        <p:nvSpPr>
          <p:cNvPr id="151" name="!!circle-7rk"/>
          <p:cNvSpPr/>
          <p:nvPr/>
        </p:nvSpPr>
        <p:spPr>
          <a:xfrm>
            <a:off x="8880701" y="5197701"/>
            <a:ext cx="107498" cy="107498"/>
          </a:xfrm>
          <a:custGeom>
            <a:avLst/>
            <a:gdLst/>
            <a:ahLst/>
            <a:cxnLst/>
            <a:rect l="l" t="t" r="r" b="b"/>
            <a:pathLst>
              <a:path w="107498" h="107498" fill="none">
                <a:moveTo>
                  <a:pt x="70038" y="98502"/>
                </a:moveTo>
                <a:cubicBezTo>
                  <a:pt x="45322" y="107498"/>
                  <a:pt x="17993" y="94755"/>
                  <a:pt x="8996" y="70038"/>
                </a:cubicBezTo>
                <a:cubicBezTo>
                  <a:pt x="0" y="45322"/>
                  <a:pt x="12743" y="17993"/>
                  <a:pt x="37460" y="8996"/>
                </a:cubicBezTo>
                <a:cubicBezTo>
                  <a:pt x="62176" y="0"/>
                  <a:pt x="89505" y="12743"/>
                  <a:pt x="98502" y="37460"/>
                </a:cubicBezTo>
                <a:cubicBezTo>
                  <a:pt x="107498" y="62176"/>
                  <a:pt x="94755" y="89505"/>
                  <a:pt x="70038" y="98502"/>
                </a:cubicBezTo>
                <a:close/>
              </a:path>
            </a:pathLst>
          </a:custGeom>
          <a:noFill/>
          <a:ln w="13970" cap="rnd">
            <a:solidFill>
              <a:srgbClr val="627D8D"/>
            </a:solidFill>
            <a:custDash>
              <a:ds d="599773" sp="2142000"/>
            </a:custDash>
            <a:miter lim="800000"/>
          </a:ln>
        </p:spPr>
      </p:sp>
      <p:sp>
        <p:nvSpPr>
          <p:cNvPr id="152" name="!!text-7rv" descr="判斷分類、書況與售價"/>
          <p:cNvSpPr txBox="1"/>
          <p:nvPr/>
        </p:nvSpPr>
        <p:spPr>
          <a:xfrm>
            <a:off x="9080500" y="5172710"/>
            <a:ext cx="981075" cy="1379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0" kern="0" dirty="0">
                <a:solidFill>
                  <a:srgbClr val="151E27"/>
                </a:solidFill>
                <a:latin typeface="Noto Sans TC Medium"/>
                <a:ea typeface="Noto Sans TC Medium"/>
                <a:cs typeface="Noto Sans TC Medium"/>
              </a:rPr>
              <a:t>判斷分類、書況與售價</a:t>
            </a:r>
            <a:endParaRPr lang="zh-TW" sz="750"/>
          </a:p>
        </p:txBody>
      </p:sp>
      <p:sp>
        <p:nvSpPr>
          <p:cNvPr id="153" name="!!rect-7s6"/>
          <p:cNvSpPr/>
          <p:nvPr/>
        </p:nvSpPr>
        <p:spPr>
          <a:xfrm>
            <a:off x="8864600" y="5626100"/>
            <a:ext cx="2247900" cy="292100"/>
          </a:xfrm>
          <a:prstGeom prst="roundRect">
            <a:avLst>
              <a:gd name="adj" fmla="val 30435"/>
            </a:avLst>
          </a:prstGeom>
          <a:solidFill>
            <a:srgbClr val="F3F5F7"/>
          </a:solidFill>
          <a:ln>
            <a:noFill/>
          </a:ln>
        </p:spPr>
      </p:sp>
      <p:sp>
        <p:nvSpPr>
          <p:cNvPr id="154" name="!!text-7s7" descr="取消"/>
          <p:cNvSpPr txBox="1"/>
          <p:nvPr/>
        </p:nvSpPr>
        <p:spPr>
          <a:xfrm>
            <a:off x="9893300" y="5699760"/>
            <a:ext cx="219075" cy="1379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0" kern="0" dirty="0">
                <a:solidFill>
                  <a:srgbClr val="5B6770"/>
                </a:solidFill>
                <a:latin typeface="Noto Sans TC SemiBold"/>
                <a:ea typeface="Noto Sans TC SemiBold"/>
                <a:cs typeface="Noto Sans TC SemiBold"/>
              </a:rPr>
              <a:t>取消</a:t>
            </a:r>
            <a:endParaRPr lang="zh-TW" sz="750"/>
          </a:p>
        </p:txBody>
      </p:sp>
      <p:sp>
        <p:nvSpPr>
          <p:cNvPr id="155" name="!!rect-7zr"/>
          <p:cNvSpPr/>
          <p:nvPr/>
        </p:nvSpPr>
        <p:spPr>
          <a:xfrm>
            <a:off x="9531350" y="6076950"/>
            <a:ext cx="914400" cy="31750"/>
          </a:xfrm>
          <a:prstGeom prst="roundRect">
            <a:avLst>
              <a:gd name="adj" fmla="val 50000"/>
            </a:avLst>
          </a:prstGeom>
          <a:solidFill>
            <a:srgbClr val="000000">
              <a:alpha val="90000"/>
            </a:srgbClr>
          </a:solidFill>
          <a:ln>
            <a:noFill/>
          </a:ln>
        </p:spPr>
      </p:sp>
      <p:sp>
        <p:nvSpPr>
          <p:cNvPr id="156" name="!!rect-8qh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10000"/>
                </a:srgbClr>
              </a:gs>
              <a:gs pos="30762">
                <a:srgbClr val="FFFFFF">
                  <a:alpha val="2000"/>
                </a:srgbClr>
              </a:gs>
              <a:gs pos="31723">
                <a:srgbClr val="FFFFFF">
                  <a:alpha val="0"/>
                </a:srgbClr>
              </a:gs>
              <a:gs pos="9613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4329186" scaled="0"/>
          </a:gradFill>
          <a:ln>
            <a:noFill/>
          </a:ln>
        </p:spPr>
      </p:sp>
      <p:sp>
        <p:nvSpPr>
          <p:cNvPr id="157" name="!!rect-8qk"/>
          <p:cNvSpPr/>
          <p:nvPr/>
        </p:nvSpPr>
        <p:spPr>
          <a:xfrm>
            <a:off x="9728200" y="679450"/>
            <a:ext cx="520700" cy="23495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</p:spPr>
      </p:sp>
      <p:sp>
        <p:nvSpPr>
          <p:cNvPr id="158" name="!!circle-8ql"/>
          <p:cNvSpPr/>
          <p:nvPr/>
        </p:nvSpPr>
        <p:spPr>
          <a:xfrm>
            <a:off x="10088880" y="757555"/>
            <a:ext cx="78740" cy="78740"/>
          </a:xfrm>
          <a:prstGeom prst="ellipse">
            <a:avLst/>
          </a:prstGeom>
          <a:solidFill>
            <a:srgbClr val="0A0F16"/>
          </a:solidFill>
          <a:ln>
            <a:noFill/>
          </a:ln>
        </p:spPr>
      </p:sp>
      <p:sp>
        <p:nvSpPr>
          <p:cNvPr id="159" name="!!circle-8qm"/>
          <p:cNvSpPr/>
          <p:nvPr/>
        </p:nvSpPr>
        <p:spPr>
          <a:xfrm>
            <a:off x="10107930" y="776605"/>
            <a:ext cx="40640" cy="40640"/>
          </a:xfrm>
          <a:prstGeom prst="ellipse">
            <a:avLst/>
          </a:prstGeom>
          <a:solidFill>
            <a:srgbClr val="111B28"/>
          </a:solidFill>
          <a:ln>
            <a:noFill/>
          </a:ln>
        </p:spPr>
      </p:sp>
      <p:sp>
        <p:nvSpPr>
          <p:cNvPr id="160" name="!!circle-8qn"/>
          <p:cNvSpPr/>
          <p:nvPr/>
        </p:nvSpPr>
        <p:spPr>
          <a:xfrm>
            <a:off x="10130155" y="781685"/>
            <a:ext cx="13970" cy="13970"/>
          </a:xfrm>
          <a:prstGeom prst="ellipse">
            <a:avLst/>
          </a:prstGeom>
          <a:solidFill>
            <a:srgbClr val="3A5070">
              <a:alpha val="80000"/>
            </a:srgbClr>
          </a:solidFill>
          <a:ln>
            <a:noFill/>
          </a:ln>
        </p:spPr>
      </p:sp>
      <p:sp>
        <p:nvSpPr>
          <p:cNvPr id="161" name="!!path-9ic"/>
          <p:cNvSpPr/>
          <p:nvPr/>
        </p:nvSpPr>
        <p:spPr>
          <a:xfrm>
            <a:off x="381000" y="306527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62" name="!!path-9id"/>
          <p:cNvSpPr/>
          <p:nvPr/>
        </p:nvSpPr>
        <p:spPr>
          <a:xfrm>
            <a:off x="381000" y="308153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63" name="!!path-9ie"/>
          <p:cNvSpPr/>
          <p:nvPr/>
        </p:nvSpPr>
        <p:spPr>
          <a:xfrm>
            <a:off x="381000" y="309778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64" name="!!path-9if"/>
          <p:cNvSpPr/>
          <p:nvPr/>
        </p:nvSpPr>
        <p:spPr>
          <a:xfrm>
            <a:off x="381000" y="311404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65" name="!!path-9ig"/>
          <p:cNvSpPr/>
          <p:nvPr/>
        </p:nvSpPr>
        <p:spPr>
          <a:xfrm>
            <a:off x="381000" y="313030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66" name="!!path-9ih"/>
          <p:cNvSpPr/>
          <p:nvPr/>
        </p:nvSpPr>
        <p:spPr>
          <a:xfrm>
            <a:off x="381000" y="314655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67" name="!!path-9ii"/>
          <p:cNvSpPr/>
          <p:nvPr/>
        </p:nvSpPr>
        <p:spPr>
          <a:xfrm>
            <a:off x="381000" y="316281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68" name="!!path-9ij"/>
          <p:cNvSpPr/>
          <p:nvPr/>
        </p:nvSpPr>
        <p:spPr>
          <a:xfrm>
            <a:off x="381000" y="317906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69" name="!!path-9ik"/>
          <p:cNvSpPr/>
          <p:nvPr/>
        </p:nvSpPr>
        <p:spPr>
          <a:xfrm>
            <a:off x="419608" y="269342"/>
            <a:ext cx="128422" cy="122936"/>
          </a:xfrm>
          <a:custGeom>
            <a:avLst/>
            <a:gdLst/>
            <a:ahLst/>
            <a:cxnLst/>
            <a:rect l="l" t="t" r="r" b="b"/>
            <a:pathLst>
              <a:path w="128422" h="122936">
                <a:moveTo>
                  <a:pt x="0" y="17678"/>
                </a:moveTo>
                <a:lnTo>
                  <a:pt x="8128" y="5080"/>
                </a:lnTo>
                <a:cubicBezTo>
                  <a:pt x="32512" y="0"/>
                  <a:pt x="73152" y="7112"/>
                  <a:pt x="101600" y="26416"/>
                </a:cubicBezTo>
                <a:cubicBezTo>
                  <a:pt x="116840" y="37186"/>
                  <a:pt x="124968" y="49784"/>
                  <a:pt x="128422" y="62992"/>
                </a:cubicBezTo>
                <a:lnTo>
                  <a:pt x="128422" y="122936"/>
                </a:lnTo>
                <a:lnTo>
                  <a:pt x="0" y="1229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70" name="!!path-9il"/>
          <p:cNvSpPr/>
          <p:nvPr/>
        </p:nvSpPr>
        <p:spPr>
          <a:xfrm>
            <a:off x="419608" y="269342"/>
            <a:ext cx="128422" cy="62992"/>
          </a:xfrm>
          <a:custGeom>
            <a:avLst/>
            <a:gdLst/>
            <a:ahLst/>
            <a:cxnLst/>
            <a:rect l="l" t="t" r="r" b="b"/>
            <a:pathLst>
              <a:path w="128422" h="62992" fill="none">
                <a:moveTo>
                  <a:pt x="128422" y="62992"/>
                </a:moveTo>
                <a:cubicBezTo>
                  <a:pt x="124968" y="49784"/>
                  <a:pt x="116840" y="37186"/>
                  <a:pt x="101600" y="26416"/>
                </a:cubicBezTo>
                <a:cubicBezTo>
                  <a:pt x="73152" y="7112"/>
                  <a:pt x="32512" y="0"/>
                  <a:pt x="8128" y="5080"/>
                </a:cubicBezTo>
                <a:lnTo>
                  <a:pt x="0" y="1767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71" name="!!path-9im"/>
          <p:cNvSpPr/>
          <p:nvPr/>
        </p:nvSpPr>
        <p:spPr>
          <a:xfrm>
            <a:off x="407010" y="281534"/>
            <a:ext cx="141021" cy="110744"/>
          </a:xfrm>
          <a:custGeom>
            <a:avLst/>
            <a:gdLst/>
            <a:ahLst/>
            <a:cxnLst/>
            <a:rect l="l" t="t" r="r" b="b"/>
            <a:pathLst>
              <a:path w="141021" h="110744">
                <a:moveTo>
                  <a:pt x="0" y="22352"/>
                </a:moveTo>
                <a:lnTo>
                  <a:pt x="6502" y="6502"/>
                </a:lnTo>
                <a:cubicBezTo>
                  <a:pt x="36982" y="0"/>
                  <a:pt x="79654" y="7112"/>
                  <a:pt x="110134" y="25400"/>
                </a:cubicBezTo>
                <a:cubicBezTo>
                  <a:pt x="126390" y="35154"/>
                  <a:pt x="136550" y="49784"/>
                  <a:pt x="141021" y="62992"/>
                </a:cubicBezTo>
                <a:lnTo>
                  <a:pt x="141021" y="110744"/>
                </a:lnTo>
                <a:lnTo>
                  <a:pt x="0" y="110744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72" name="!!path-9in"/>
          <p:cNvSpPr/>
          <p:nvPr/>
        </p:nvSpPr>
        <p:spPr>
          <a:xfrm>
            <a:off x="407010" y="281534"/>
            <a:ext cx="141021" cy="62992"/>
          </a:xfrm>
          <a:custGeom>
            <a:avLst/>
            <a:gdLst/>
            <a:ahLst/>
            <a:cxnLst/>
            <a:rect l="l" t="t" r="r" b="b"/>
            <a:pathLst>
              <a:path w="141021" h="62992" fill="none">
                <a:moveTo>
                  <a:pt x="141021" y="62992"/>
                </a:moveTo>
                <a:cubicBezTo>
                  <a:pt x="136550" y="49784"/>
                  <a:pt x="126390" y="35154"/>
                  <a:pt x="110134" y="25400"/>
                </a:cubicBezTo>
                <a:cubicBezTo>
                  <a:pt x="79654" y="7112"/>
                  <a:pt x="36982" y="0"/>
                  <a:pt x="6502" y="6502"/>
                </a:cubicBezTo>
                <a:lnTo>
                  <a:pt x="0" y="22352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73" name="!!path-9io"/>
          <p:cNvSpPr/>
          <p:nvPr/>
        </p:nvSpPr>
        <p:spPr>
          <a:xfrm>
            <a:off x="395834" y="294742"/>
            <a:ext cx="151790" cy="97536"/>
          </a:xfrm>
          <a:custGeom>
            <a:avLst/>
            <a:gdLst/>
            <a:ahLst/>
            <a:cxnLst/>
            <a:rect l="l" t="t" r="r" b="b"/>
            <a:pathLst>
              <a:path w="151790" h="97536">
                <a:moveTo>
                  <a:pt x="0" y="23165"/>
                </a:moveTo>
                <a:lnTo>
                  <a:pt x="3861" y="12598"/>
                </a:lnTo>
                <a:cubicBezTo>
                  <a:pt x="37998" y="0"/>
                  <a:pt x="84734" y="5080"/>
                  <a:pt x="117246" y="21946"/>
                </a:cubicBezTo>
                <a:cubicBezTo>
                  <a:pt x="135534" y="31496"/>
                  <a:pt x="146710" y="43688"/>
                  <a:pt x="151790" y="55270"/>
                </a:cubicBezTo>
                <a:lnTo>
                  <a:pt x="151790" y="97536"/>
                </a:lnTo>
                <a:lnTo>
                  <a:pt x="0" y="975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74" name="!!path-9ip"/>
          <p:cNvSpPr/>
          <p:nvPr/>
        </p:nvSpPr>
        <p:spPr>
          <a:xfrm>
            <a:off x="395834" y="294742"/>
            <a:ext cx="151790" cy="55270"/>
          </a:xfrm>
          <a:custGeom>
            <a:avLst/>
            <a:gdLst/>
            <a:ahLst/>
            <a:cxnLst/>
            <a:rect l="l" t="t" r="r" b="b"/>
            <a:pathLst>
              <a:path w="151790" h="55270" fill="none">
                <a:moveTo>
                  <a:pt x="151790" y="55270"/>
                </a:moveTo>
                <a:cubicBezTo>
                  <a:pt x="146710" y="43688"/>
                  <a:pt x="135534" y="31496"/>
                  <a:pt x="117246" y="21946"/>
                </a:cubicBezTo>
                <a:cubicBezTo>
                  <a:pt x="84734" y="5080"/>
                  <a:pt x="37998" y="0"/>
                  <a:pt x="3861" y="12598"/>
                </a:cubicBezTo>
                <a:lnTo>
                  <a:pt x="0" y="23165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75" name="!!path-9iq"/>
          <p:cNvSpPr/>
          <p:nvPr/>
        </p:nvSpPr>
        <p:spPr>
          <a:xfrm>
            <a:off x="548234" y="264262"/>
            <a:ext cx="120294" cy="128016"/>
          </a:xfrm>
          <a:custGeom>
            <a:avLst/>
            <a:gdLst/>
            <a:ahLst/>
            <a:cxnLst/>
            <a:rect l="l" t="t" r="r" b="b"/>
            <a:pathLst>
              <a:path w="120294" h="128016">
                <a:moveTo>
                  <a:pt x="120294" y="18288"/>
                </a:moveTo>
                <a:lnTo>
                  <a:pt x="113589" y="4470"/>
                </a:lnTo>
                <a:cubicBezTo>
                  <a:pt x="86766" y="0"/>
                  <a:pt x="44094" y="10160"/>
                  <a:pt x="17678" y="30480"/>
                </a:cubicBezTo>
                <a:cubicBezTo>
                  <a:pt x="6502" y="39624"/>
                  <a:pt x="1422" y="52832"/>
                  <a:pt x="0" y="67056"/>
                </a:cubicBezTo>
                <a:lnTo>
                  <a:pt x="0" y="128016"/>
                </a:lnTo>
                <a:lnTo>
                  <a:pt x="120294" y="12801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76" name="!!path-9ir"/>
          <p:cNvSpPr/>
          <p:nvPr/>
        </p:nvSpPr>
        <p:spPr>
          <a:xfrm>
            <a:off x="548234" y="264262"/>
            <a:ext cx="120294" cy="67056"/>
          </a:xfrm>
          <a:custGeom>
            <a:avLst/>
            <a:gdLst/>
            <a:ahLst/>
            <a:cxnLst/>
            <a:rect l="l" t="t" r="r" b="b"/>
            <a:pathLst>
              <a:path w="120294" h="67056" fill="none">
                <a:moveTo>
                  <a:pt x="0" y="67056"/>
                </a:moveTo>
                <a:cubicBezTo>
                  <a:pt x="1422" y="52832"/>
                  <a:pt x="6502" y="39624"/>
                  <a:pt x="17678" y="30480"/>
                </a:cubicBezTo>
                <a:cubicBezTo>
                  <a:pt x="44094" y="10160"/>
                  <a:pt x="86766" y="0"/>
                  <a:pt x="113589" y="4470"/>
                </a:cubicBezTo>
                <a:lnTo>
                  <a:pt x="120294" y="1828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77" name="!!path-9is"/>
          <p:cNvSpPr/>
          <p:nvPr/>
        </p:nvSpPr>
        <p:spPr>
          <a:xfrm>
            <a:off x="548437" y="279502"/>
            <a:ext cx="133299" cy="112776"/>
          </a:xfrm>
          <a:custGeom>
            <a:avLst/>
            <a:gdLst/>
            <a:ahLst/>
            <a:cxnLst/>
            <a:rect l="l" t="t" r="r" b="b"/>
            <a:pathLst>
              <a:path w="133299" h="112776">
                <a:moveTo>
                  <a:pt x="133299" y="19710"/>
                </a:moveTo>
                <a:lnTo>
                  <a:pt x="127203" y="3048"/>
                </a:lnTo>
                <a:cubicBezTo>
                  <a:pt x="94691" y="0"/>
                  <a:pt x="54051" y="11176"/>
                  <a:pt x="27635" y="30683"/>
                </a:cubicBezTo>
                <a:cubicBezTo>
                  <a:pt x="13411" y="41250"/>
                  <a:pt x="4267" y="53848"/>
                  <a:pt x="0" y="65024"/>
                </a:cubicBezTo>
                <a:lnTo>
                  <a:pt x="0" y="112776"/>
                </a:lnTo>
                <a:lnTo>
                  <a:pt x="133299" y="11277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78" name="!!path-9it"/>
          <p:cNvSpPr/>
          <p:nvPr/>
        </p:nvSpPr>
        <p:spPr>
          <a:xfrm>
            <a:off x="548437" y="279502"/>
            <a:ext cx="133299" cy="65024"/>
          </a:xfrm>
          <a:custGeom>
            <a:avLst/>
            <a:gdLst/>
            <a:ahLst/>
            <a:cxnLst/>
            <a:rect l="l" t="t" r="r" b="b"/>
            <a:pathLst>
              <a:path w="133299" h="65024" fill="none">
                <a:moveTo>
                  <a:pt x="0" y="65024"/>
                </a:moveTo>
                <a:cubicBezTo>
                  <a:pt x="4267" y="53848"/>
                  <a:pt x="13411" y="41250"/>
                  <a:pt x="27635" y="30683"/>
                </a:cubicBezTo>
                <a:cubicBezTo>
                  <a:pt x="54051" y="11176"/>
                  <a:pt x="94691" y="0"/>
                  <a:pt x="127203" y="3048"/>
                </a:cubicBezTo>
                <a:lnTo>
                  <a:pt x="133299" y="19710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79" name="!!path-9iu"/>
          <p:cNvSpPr/>
          <p:nvPr/>
        </p:nvSpPr>
        <p:spPr>
          <a:xfrm>
            <a:off x="548843" y="293726"/>
            <a:ext cx="142646" cy="98552"/>
          </a:xfrm>
          <a:custGeom>
            <a:avLst/>
            <a:gdLst/>
            <a:ahLst/>
            <a:cxnLst/>
            <a:rect l="l" t="t" r="r" b="b"/>
            <a:pathLst>
              <a:path w="142646" h="98552">
                <a:moveTo>
                  <a:pt x="142646" y="18898"/>
                </a:moveTo>
                <a:lnTo>
                  <a:pt x="139802" y="8738"/>
                </a:lnTo>
                <a:cubicBezTo>
                  <a:pt x="106477" y="0"/>
                  <a:pt x="63805" y="5080"/>
                  <a:pt x="35357" y="19304"/>
                </a:cubicBezTo>
                <a:cubicBezTo>
                  <a:pt x="17069" y="28448"/>
                  <a:pt x="5893" y="42672"/>
                  <a:pt x="0" y="56286"/>
                </a:cubicBezTo>
                <a:lnTo>
                  <a:pt x="0" y="98552"/>
                </a:lnTo>
                <a:lnTo>
                  <a:pt x="142646" y="98552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80" name="!!path-9iv"/>
          <p:cNvSpPr/>
          <p:nvPr/>
        </p:nvSpPr>
        <p:spPr>
          <a:xfrm>
            <a:off x="548843" y="293726"/>
            <a:ext cx="142646" cy="56286"/>
          </a:xfrm>
          <a:custGeom>
            <a:avLst/>
            <a:gdLst/>
            <a:ahLst/>
            <a:cxnLst/>
            <a:rect l="l" t="t" r="r" b="b"/>
            <a:pathLst>
              <a:path w="142646" h="56286" fill="none">
                <a:moveTo>
                  <a:pt x="0" y="56286"/>
                </a:moveTo>
                <a:cubicBezTo>
                  <a:pt x="5893" y="42672"/>
                  <a:pt x="17069" y="28448"/>
                  <a:pt x="35357" y="19304"/>
                </a:cubicBezTo>
                <a:cubicBezTo>
                  <a:pt x="63805" y="5080"/>
                  <a:pt x="106477" y="0"/>
                  <a:pt x="139802" y="8738"/>
                </a:cubicBezTo>
                <a:lnTo>
                  <a:pt x="142646" y="1889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81" name="!!path-9iw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627D8D"/>
              </a:gs>
              <a:gs pos="21794">
                <a:srgbClr val="627D8D"/>
              </a:gs>
              <a:gs pos="55376">
                <a:srgbClr val="627D8D"/>
              </a:gs>
              <a:gs pos="96421">
                <a:srgbClr val="98ABB7"/>
              </a:gs>
              <a:gs pos="100000">
                <a:srgbClr val="98ABB7"/>
              </a:gs>
            </a:gsLst>
            <a:lin ang="1983350" scaled="0"/>
          </a:gradFill>
          <a:ln>
            <a:noFill/>
          </a:ln>
        </p:spPr>
      </p:sp>
      <p:sp>
        <p:nvSpPr>
          <p:cNvPr id="182" name="!!path-9ix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0000"/>
                </a:srgbClr>
              </a:gs>
              <a:gs pos="4764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83333" t="79291" r="16667" b="20709"/>
            </a:path>
          </a:gradFill>
          <a:ln>
            <a:noFill/>
          </a:ln>
        </p:spPr>
      </p:sp>
      <p:sp>
        <p:nvSpPr>
          <p:cNvPr id="183" name="!!line-9iy"/>
          <p:cNvSpPr/>
          <p:nvPr/>
        </p:nvSpPr>
        <p:spPr>
          <a:xfrm>
            <a:off x="549046" y="363017"/>
            <a:ext cx="1" cy="153619"/>
          </a:xfrm>
          <a:custGeom>
            <a:avLst/>
            <a:gdLst/>
            <a:ahLst/>
            <a:cxnLst/>
            <a:rect l="l" t="t" r="r" b="b"/>
            <a:pathLst>
              <a:path w="1" h="153619">
                <a:moveTo>
                  <a:pt x="0" y="0"/>
                </a:moveTo>
                <a:lnTo>
                  <a:pt x="0" y="153619"/>
                </a:lnTo>
              </a:path>
            </a:pathLst>
          </a:custGeom>
          <a:solidFill>
            <a:srgbClr val="000000"/>
          </a:solidFill>
          <a:ln w="6909" cap="rnd">
            <a:solidFill>
              <a:srgbClr val="C9D3D9"/>
            </a:solidFill>
            <a:prstDash val="solid"/>
            <a:miter lim="800000"/>
          </a:ln>
        </p:spPr>
      </p:sp>
      <p:sp>
        <p:nvSpPr>
          <p:cNvPr id="184" name="!!path-9iz"/>
          <p:cNvSpPr/>
          <p:nvPr/>
        </p:nvSpPr>
        <p:spPr>
          <a:xfrm>
            <a:off x="657962" y="442062"/>
            <a:ext cx="25400" cy="37998"/>
          </a:xfrm>
          <a:custGeom>
            <a:avLst/>
            <a:gdLst/>
            <a:ahLst/>
            <a:cxnLst/>
            <a:rect l="l" t="t" r="r" b="b"/>
            <a:pathLst>
              <a:path w="25400" h="37998">
                <a:moveTo>
                  <a:pt x="0" y="2642"/>
                </a:moveTo>
                <a:lnTo>
                  <a:pt x="15240" y="0"/>
                </a:lnTo>
                <a:lnTo>
                  <a:pt x="25400" y="37186"/>
                </a:lnTo>
                <a:lnTo>
                  <a:pt x="7518" y="37998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 w="1016" cap="flat">
            <a:solidFill>
              <a:srgbClr val="FFFFFF">
                <a:alpha val="55000"/>
              </a:srgbClr>
            </a:solidFill>
            <a:prstDash val="solid"/>
            <a:round/>
          </a:ln>
        </p:spPr>
      </p:sp>
      <p:sp>
        <p:nvSpPr>
          <p:cNvPr id="185" name="!!text-9j0" descr="救「舊」我的書"/>
          <p:cNvSpPr txBox="1"/>
          <p:nvPr/>
        </p:nvSpPr>
        <p:spPr>
          <a:xfrm>
            <a:off x="805879" y="251460"/>
            <a:ext cx="1120140" cy="25745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400" b="1" kern="0" spc="-70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救</a:t>
            </a:r>
            <a:r>
              <a:rPr lang="zh-TW" altLang="en-US" sz="14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「舊</a:t>
            </a:r>
            <a:r>
              <a:rPr lang="zh-TW" altLang="en-US" sz="1400" b="1" kern="0" spc="-70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」</a:t>
            </a:r>
            <a:r>
              <a:rPr lang="zh-TW" altLang="en-US" sz="14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我的書</a:t>
            </a:r>
            <a:endParaRPr lang="zh-TW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fast" p14:dur="800" advTm="300">
        <p159:morph option="byObject"/>
      </p:transition>
    </mc:Choice>
    <mc:Fallback>
      <p:transition spd="fast" advTm="300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66.5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rect-1q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7"/>
          </a:solidFill>
          <a:ln>
            <a:noFill/>
          </a:ln>
        </p:spPr>
      </p:sp>
      <p:sp>
        <p:nvSpPr>
          <p:cNvPr id="3" name="!!ellipse-1q2"/>
          <p:cNvSpPr/>
          <p:nvPr/>
        </p:nvSpPr>
        <p:spPr>
          <a:xfrm>
            <a:off x="-889000" y="-952500"/>
            <a:ext cx="13970000" cy="7874000"/>
          </a:xfrm>
          <a:prstGeom prst="ellipse">
            <a:avLst/>
          </a:prstGeom>
          <a:gradFill rotWithShape="1">
            <a:gsLst>
              <a:gs pos="0">
                <a:srgbClr val="FFFFFF">
                  <a:alpha val="95000"/>
                </a:srgbClr>
              </a:gs>
              <a:gs pos="40865">
                <a:srgbClr val="FFFFFF">
                  <a:alpha val="35000"/>
                </a:srgbClr>
              </a:gs>
              <a:gs pos="68108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!!rect-1q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P1"/>
            <a:srcRect/>
            <a:tile tx="38258" ty="14523" sx="16667" sy="16667" flip="none" algn="tl"/>
          </a:blipFill>
          <a:ln>
            <a:noFill/>
          </a:ln>
        </p:spPr>
      </p:sp>
      <p:sp>
        <p:nvSpPr>
          <p:cNvPr id="5" name="!!circle-1qv"/>
          <p:cNvSpPr/>
          <p:nvPr/>
        </p:nvSpPr>
        <p:spPr>
          <a:xfrm>
            <a:off x="7523619" y="6370403"/>
            <a:ext cx="1551610" cy="1551610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" name="!!circle-1qy"/>
          <p:cNvSpPr/>
          <p:nvPr/>
        </p:nvSpPr>
        <p:spPr>
          <a:xfrm>
            <a:off x="11068462" y="1083609"/>
            <a:ext cx="2674569" cy="2674569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7" name="!!circle-1r1"/>
          <p:cNvSpPr/>
          <p:nvPr/>
        </p:nvSpPr>
        <p:spPr>
          <a:xfrm>
            <a:off x="8292914" y="5618995"/>
            <a:ext cx="905370" cy="905370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8" name="!!rect-1sh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5F7">
                  <a:alpha val="0"/>
                </a:srgbClr>
              </a:gs>
              <a:gs pos="20428">
                <a:srgbClr val="F3F5F7">
                  <a:alpha val="0"/>
                </a:srgbClr>
              </a:gs>
              <a:gs pos="66730">
                <a:srgbClr val="F3F5F7"/>
              </a:gs>
              <a:gs pos="100000">
                <a:srgbClr val="F3F5F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9" name="!!circle-1sj"/>
          <p:cNvSpPr/>
          <p:nvPr/>
        </p:nvSpPr>
        <p:spPr>
          <a:xfrm>
            <a:off x="106597" y="199285"/>
            <a:ext cx="50038" cy="50038"/>
          </a:xfrm>
          <a:prstGeom prst="ellipse">
            <a:avLst/>
          </a:prstGeom>
          <a:solidFill>
            <a:srgbClr val="627D8D">
              <a:alpha val="25400"/>
            </a:srgbClr>
          </a:solidFill>
          <a:ln>
            <a:noFill/>
          </a:ln>
        </p:spPr>
      </p:sp>
      <p:sp>
        <p:nvSpPr>
          <p:cNvPr id="10" name="!!circle-1sm"/>
          <p:cNvSpPr/>
          <p:nvPr/>
        </p:nvSpPr>
        <p:spPr>
          <a:xfrm>
            <a:off x="5625910" y="1488642"/>
            <a:ext cx="36055" cy="36055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11" name="!!circle-1sp"/>
          <p:cNvSpPr/>
          <p:nvPr/>
        </p:nvSpPr>
        <p:spPr>
          <a:xfrm>
            <a:off x="9307715" y="3396007"/>
            <a:ext cx="24295" cy="24295"/>
          </a:xfrm>
          <a:prstGeom prst="ellipse">
            <a:avLst/>
          </a:prstGeom>
          <a:solidFill>
            <a:srgbClr val="627D8D">
              <a:alpha val="18100"/>
            </a:srgbClr>
          </a:solidFill>
          <a:ln>
            <a:noFill/>
          </a:ln>
        </p:spPr>
      </p:sp>
      <p:sp>
        <p:nvSpPr>
          <p:cNvPr id="12" name="!!circle-1ss"/>
          <p:cNvSpPr/>
          <p:nvPr/>
        </p:nvSpPr>
        <p:spPr>
          <a:xfrm>
            <a:off x="3558063" y="6570770"/>
            <a:ext cx="25959" cy="25959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13" name="!!circle-1sv"/>
          <p:cNvSpPr/>
          <p:nvPr/>
        </p:nvSpPr>
        <p:spPr>
          <a:xfrm>
            <a:off x="1915939" y="1881685"/>
            <a:ext cx="35878" cy="35878"/>
          </a:xfrm>
          <a:prstGeom prst="ellipse">
            <a:avLst/>
          </a:prstGeom>
          <a:solidFill>
            <a:srgbClr val="627D8D">
              <a:alpha val="26800"/>
            </a:srgbClr>
          </a:solidFill>
          <a:ln>
            <a:noFill/>
          </a:ln>
        </p:spPr>
      </p:sp>
      <p:sp>
        <p:nvSpPr>
          <p:cNvPr id="14" name="!!circle-1sy"/>
          <p:cNvSpPr/>
          <p:nvPr/>
        </p:nvSpPr>
        <p:spPr>
          <a:xfrm>
            <a:off x="6780152" y="4018222"/>
            <a:ext cx="40234" cy="40234"/>
          </a:xfrm>
          <a:prstGeom prst="ellipse">
            <a:avLst/>
          </a:prstGeom>
          <a:solidFill>
            <a:srgbClr val="627D8D">
              <a:alpha val="31300"/>
            </a:srgbClr>
          </a:solidFill>
          <a:ln>
            <a:noFill/>
          </a:ln>
        </p:spPr>
      </p:sp>
      <p:sp>
        <p:nvSpPr>
          <p:cNvPr id="15" name="!!circle-1t1"/>
          <p:cNvSpPr/>
          <p:nvPr/>
        </p:nvSpPr>
        <p:spPr>
          <a:xfrm>
            <a:off x="10022365" y="84348"/>
            <a:ext cx="23559" cy="23559"/>
          </a:xfrm>
          <a:prstGeom prst="ellipse">
            <a:avLst/>
          </a:prstGeom>
          <a:solidFill>
            <a:srgbClr val="627D8D">
              <a:alpha val="17900"/>
            </a:srgbClr>
          </a:solidFill>
          <a:ln>
            <a:noFill/>
          </a:ln>
        </p:spPr>
      </p:sp>
      <p:sp>
        <p:nvSpPr>
          <p:cNvPr id="16" name="!!circle-1t4"/>
          <p:cNvSpPr/>
          <p:nvPr/>
        </p:nvSpPr>
        <p:spPr>
          <a:xfrm>
            <a:off x="1111573" y="5063852"/>
            <a:ext cx="29959" cy="29959"/>
          </a:xfrm>
          <a:prstGeom prst="ellipse">
            <a:avLst/>
          </a:prstGeom>
          <a:solidFill>
            <a:srgbClr val="627D8D">
              <a:alpha val="19400"/>
            </a:srgbClr>
          </a:solidFill>
          <a:ln>
            <a:noFill/>
          </a:ln>
        </p:spPr>
      </p:sp>
      <p:sp>
        <p:nvSpPr>
          <p:cNvPr id="17" name="!!circle-1t7"/>
          <p:cNvSpPr/>
          <p:nvPr/>
        </p:nvSpPr>
        <p:spPr>
          <a:xfrm>
            <a:off x="8517024" y="4595189"/>
            <a:ext cx="28702" cy="28702"/>
          </a:xfrm>
          <a:prstGeom prst="ellipse">
            <a:avLst/>
          </a:prstGeom>
          <a:solidFill>
            <a:srgbClr val="627D8D">
              <a:alpha val="17800"/>
            </a:srgbClr>
          </a:solidFill>
          <a:ln>
            <a:noFill/>
          </a:ln>
        </p:spPr>
      </p:sp>
      <p:sp>
        <p:nvSpPr>
          <p:cNvPr id="18" name="!!circle-1ta"/>
          <p:cNvSpPr/>
          <p:nvPr/>
        </p:nvSpPr>
        <p:spPr>
          <a:xfrm>
            <a:off x="11066136" y="2041903"/>
            <a:ext cx="24066" cy="24066"/>
          </a:xfrm>
          <a:prstGeom prst="ellipse">
            <a:avLst/>
          </a:prstGeom>
          <a:solidFill>
            <a:srgbClr val="627D8D">
              <a:alpha val="23900"/>
            </a:srgbClr>
          </a:solidFill>
          <a:ln>
            <a:noFill/>
          </a:ln>
        </p:spPr>
      </p:sp>
      <p:sp>
        <p:nvSpPr>
          <p:cNvPr id="19" name="!!circle-1td"/>
          <p:cNvSpPr/>
          <p:nvPr/>
        </p:nvSpPr>
        <p:spPr>
          <a:xfrm>
            <a:off x="8373759" y="6068831"/>
            <a:ext cx="35865" cy="35865"/>
          </a:xfrm>
          <a:prstGeom prst="ellipse">
            <a:avLst/>
          </a:prstGeom>
          <a:solidFill>
            <a:srgbClr val="627D8D">
              <a:alpha val="28200"/>
            </a:srgbClr>
          </a:solidFill>
          <a:ln>
            <a:noFill/>
          </a:ln>
        </p:spPr>
      </p:sp>
      <p:sp>
        <p:nvSpPr>
          <p:cNvPr id="20" name="!!circle-1tg"/>
          <p:cNvSpPr/>
          <p:nvPr/>
        </p:nvSpPr>
        <p:spPr>
          <a:xfrm>
            <a:off x="1447013" y="3310995"/>
            <a:ext cx="39218" cy="39218"/>
          </a:xfrm>
          <a:prstGeom prst="ellipse">
            <a:avLst/>
          </a:prstGeom>
          <a:solidFill>
            <a:srgbClr val="627D8D">
              <a:alpha val="29600"/>
            </a:srgbClr>
          </a:solidFill>
          <a:ln>
            <a:noFill/>
          </a:ln>
        </p:spPr>
      </p:sp>
      <p:sp>
        <p:nvSpPr>
          <p:cNvPr id="21" name="!!circle-1tj"/>
          <p:cNvSpPr/>
          <p:nvPr/>
        </p:nvSpPr>
        <p:spPr>
          <a:xfrm>
            <a:off x="7162036" y="6315030"/>
            <a:ext cx="49733" cy="49733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2" name="!!circle-1tm"/>
          <p:cNvSpPr/>
          <p:nvPr/>
        </p:nvSpPr>
        <p:spPr>
          <a:xfrm>
            <a:off x="6327086" y="1973447"/>
            <a:ext cx="41694" cy="41694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3" name="!!circle-1tp"/>
          <p:cNvSpPr/>
          <p:nvPr/>
        </p:nvSpPr>
        <p:spPr>
          <a:xfrm>
            <a:off x="6787765" y="5377678"/>
            <a:ext cx="31979" cy="31979"/>
          </a:xfrm>
          <a:prstGeom prst="ellipse">
            <a:avLst/>
          </a:prstGeom>
          <a:solidFill>
            <a:srgbClr val="627D8D">
              <a:alpha val="24100"/>
            </a:srgbClr>
          </a:solidFill>
          <a:ln>
            <a:noFill/>
          </a:ln>
        </p:spPr>
      </p:sp>
      <p:sp>
        <p:nvSpPr>
          <p:cNvPr id="24" name="!!circle-1ts"/>
          <p:cNvSpPr/>
          <p:nvPr/>
        </p:nvSpPr>
        <p:spPr>
          <a:xfrm>
            <a:off x="3838660" y="1315539"/>
            <a:ext cx="18085" cy="18085"/>
          </a:xfrm>
          <a:prstGeom prst="ellipse">
            <a:avLst/>
          </a:prstGeom>
          <a:solidFill>
            <a:srgbClr val="627D8D">
              <a:alpha val="10500"/>
            </a:srgbClr>
          </a:solidFill>
          <a:ln>
            <a:noFill/>
          </a:ln>
        </p:spPr>
      </p:sp>
      <p:sp>
        <p:nvSpPr>
          <p:cNvPr id="25" name="!!circle-1ty"/>
          <p:cNvSpPr/>
          <p:nvPr/>
        </p:nvSpPr>
        <p:spPr>
          <a:xfrm>
            <a:off x="3408462" y="6519484"/>
            <a:ext cx="39243" cy="39243"/>
          </a:xfrm>
          <a:prstGeom prst="ellipse">
            <a:avLst/>
          </a:prstGeom>
          <a:solidFill>
            <a:srgbClr val="627D8D">
              <a:alpha val="27700"/>
            </a:srgbClr>
          </a:solidFill>
          <a:ln>
            <a:noFill/>
          </a:ln>
        </p:spPr>
      </p:sp>
      <p:sp>
        <p:nvSpPr>
          <p:cNvPr id="26" name="!!circle-1u1"/>
          <p:cNvSpPr/>
          <p:nvPr/>
        </p:nvSpPr>
        <p:spPr>
          <a:xfrm>
            <a:off x="1666025" y="6684971"/>
            <a:ext cx="34519" cy="34519"/>
          </a:xfrm>
          <a:prstGeom prst="ellipse">
            <a:avLst/>
          </a:prstGeom>
          <a:solidFill>
            <a:srgbClr val="627D8D">
              <a:alpha val="22500"/>
            </a:srgbClr>
          </a:solidFill>
          <a:ln>
            <a:noFill/>
          </a:ln>
        </p:spPr>
      </p:sp>
      <p:sp>
        <p:nvSpPr>
          <p:cNvPr id="27" name="!!circle-1u4"/>
          <p:cNvSpPr/>
          <p:nvPr/>
        </p:nvSpPr>
        <p:spPr>
          <a:xfrm>
            <a:off x="2602894" y="5323399"/>
            <a:ext cx="46228" cy="46228"/>
          </a:xfrm>
          <a:prstGeom prst="ellipse">
            <a:avLst/>
          </a:prstGeom>
          <a:solidFill>
            <a:srgbClr val="627D8D">
              <a:alpha val="26200"/>
            </a:srgbClr>
          </a:solidFill>
          <a:ln>
            <a:noFill/>
          </a:ln>
        </p:spPr>
      </p:sp>
      <p:sp>
        <p:nvSpPr>
          <p:cNvPr id="28" name="!!circle-1u7"/>
          <p:cNvSpPr/>
          <p:nvPr/>
        </p:nvSpPr>
        <p:spPr>
          <a:xfrm>
            <a:off x="7413900" y="4893794"/>
            <a:ext cx="49327" cy="49327"/>
          </a:xfrm>
          <a:prstGeom prst="ellipse">
            <a:avLst/>
          </a:prstGeom>
          <a:solidFill>
            <a:srgbClr val="627D8D">
              <a:alpha val="20800"/>
            </a:srgbClr>
          </a:solidFill>
          <a:ln>
            <a:noFill/>
          </a:ln>
        </p:spPr>
      </p:sp>
      <p:sp>
        <p:nvSpPr>
          <p:cNvPr id="29" name="!!circle-1ua"/>
          <p:cNvSpPr/>
          <p:nvPr/>
        </p:nvSpPr>
        <p:spPr>
          <a:xfrm>
            <a:off x="9691935" y="5653810"/>
            <a:ext cx="24054" cy="24054"/>
          </a:xfrm>
          <a:prstGeom prst="ellipse">
            <a:avLst/>
          </a:prstGeom>
          <a:solidFill>
            <a:srgbClr val="627D8D">
              <a:alpha val="22200"/>
            </a:srgbClr>
          </a:solidFill>
          <a:ln>
            <a:noFill/>
          </a:ln>
        </p:spPr>
      </p:sp>
      <p:sp>
        <p:nvSpPr>
          <p:cNvPr id="30" name="!!circle-1ud"/>
          <p:cNvSpPr/>
          <p:nvPr/>
        </p:nvSpPr>
        <p:spPr>
          <a:xfrm>
            <a:off x="2122638" y="1584378"/>
            <a:ext cx="32271" cy="32271"/>
          </a:xfrm>
          <a:prstGeom prst="ellipse">
            <a:avLst/>
          </a:prstGeom>
          <a:solidFill>
            <a:srgbClr val="627D8D">
              <a:alpha val="20500"/>
            </a:srgbClr>
          </a:solidFill>
          <a:ln>
            <a:noFill/>
          </a:ln>
        </p:spPr>
      </p:sp>
      <p:sp>
        <p:nvSpPr>
          <p:cNvPr id="31" name="!!circle-1uj"/>
          <p:cNvSpPr/>
          <p:nvPr/>
        </p:nvSpPr>
        <p:spPr>
          <a:xfrm>
            <a:off x="2093399" y="2595965"/>
            <a:ext cx="34252" cy="34252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32" name="!!circle-1um"/>
          <p:cNvSpPr/>
          <p:nvPr/>
        </p:nvSpPr>
        <p:spPr>
          <a:xfrm>
            <a:off x="9617881" y="4586531"/>
            <a:ext cx="44196" cy="44196"/>
          </a:xfrm>
          <a:prstGeom prst="ellipse">
            <a:avLst/>
          </a:prstGeom>
          <a:solidFill>
            <a:srgbClr val="627D8D">
              <a:alpha val="21700"/>
            </a:srgbClr>
          </a:solidFill>
          <a:ln>
            <a:noFill/>
          </a:ln>
        </p:spPr>
      </p:sp>
      <p:sp>
        <p:nvSpPr>
          <p:cNvPr id="33" name="!!circle-1up"/>
          <p:cNvSpPr/>
          <p:nvPr/>
        </p:nvSpPr>
        <p:spPr>
          <a:xfrm>
            <a:off x="6812990" y="1892364"/>
            <a:ext cx="35192" cy="35192"/>
          </a:xfrm>
          <a:prstGeom prst="ellipse">
            <a:avLst/>
          </a:prstGeom>
          <a:solidFill>
            <a:srgbClr val="627D8D">
              <a:alpha val="27100"/>
            </a:srgbClr>
          </a:solidFill>
          <a:ln>
            <a:noFill/>
          </a:ln>
        </p:spPr>
      </p:sp>
      <p:sp>
        <p:nvSpPr>
          <p:cNvPr id="34" name="!!circle-1us"/>
          <p:cNvSpPr/>
          <p:nvPr/>
        </p:nvSpPr>
        <p:spPr>
          <a:xfrm>
            <a:off x="10108511" y="5490461"/>
            <a:ext cx="43358" cy="43358"/>
          </a:xfrm>
          <a:prstGeom prst="ellipse">
            <a:avLst/>
          </a:prstGeom>
          <a:solidFill>
            <a:srgbClr val="627D8D">
              <a:alpha val="19500"/>
            </a:srgbClr>
          </a:solidFill>
          <a:ln>
            <a:noFill/>
          </a:ln>
        </p:spPr>
      </p:sp>
      <p:sp>
        <p:nvSpPr>
          <p:cNvPr id="35" name="!!circle-1uv"/>
          <p:cNvSpPr/>
          <p:nvPr/>
        </p:nvSpPr>
        <p:spPr>
          <a:xfrm>
            <a:off x="3103167" y="2288734"/>
            <a:ext cx="33528" cy="33528"/>
          </a:xfrm>
          <a:prstGeom prst="ellipse">
            <a:avLst/>
          </a:prstGeom>
          <a:solidFill>
            <a:srgbClr val="627D8D">
              <a:alpha val="28300"/>
            </a:srgbClr>
          </a:solidFill>
          <a:ln>
            <a:noFill/>
          </a:ln>
        </p:spPr>
      </p:sp>
      <p:sp>
        <p:nvSpPr>
          <p:cNvPr id="36" name="!!circle-1uy"/>
          <p:cNvSpPr/>
          <p:nvPr/>
        </p:nvSpPr>
        <p:spPr>
          <a:xfrm>
            <a:off x="6751824" y="2830715"/>
            <a:ext cx="28956" cy="28956"/>
          </a:xfrm>
          <a:prstGeom prst="ellipse">
            <a:avLst/>
          </a:prstGeom>
          <a:solidFill>
            <a:srgbClr val="627D8D">
              <a:alpha val="21800"/>
            </a:srgbClr>
          </a:solidFill>
          <a:ln>
            <a:noFill/>
          </a:ln>
        </p:spPr>
      </p:sp>
      <p:sp>
        <p:nvSpPr>
          <p:cNvPr id="37" name="!!circle-1v1"/>
          <p:cNvSpPr/>
          <p:nvPr/>
        </p:nvSpPr>
        <p:spPr>
          <a:xfrm>
            <a:off x="6977398" y="6558740"/>
            <a:ext cx="45555" cy="45555"/>
          </a:xfrm>
          <a:prstGeom prst="ellipse">
            <a:avLst/>
          </a:prstGeom>
          <a:solidFill>
            <a:srgbClr val="627D8D">
              <a:alpha val="20900"/>
            </a:srgbClr>
          </a:solidFill>
          <a:ln>
            <a:noFill/>
          </a:ln>
        </p:spPr>
      </p:sp>
      <p:sp>
        <p:nvSpPr>
          <p:cNvPr id="38" name="!!circle-1v4"/>
          <p:cNvSpPr/>
          <p:nvPr/>
        </p:nvSpPr>
        <p:spPr>
          <a:xfrm>
            <a:off x="11318996" y="3515708"/>
            <a:ext cx="39484" cy="39484"/>
          </a:xfrm>
          <a:prstGeom prst="ellipse">
            <a:avLst/>
          </a:prstGeom>
          <a:solidFill>
            <a:srgbClr val="627D8D">
              <a:alpha val="13600"/>
            </a:srgbClr>
          </a:solidFill>
          <a:ln>
            <a:noFill/>
          </a:ln>
        </p:spPr>
      </p:sp>
      <p:sp>
        <p:nvSpPr>
          <p:cNvPr id="39" name="!!circle-1v7"/>
          <p:cNvSpPr/>
          <p:nvPr/>
        </p:nvSpPr>
        <p:spPr>
          <a:xfrm>
            <a:off x="7439916" y="5755943"/>
            <a:ext cx="30455" cy="30455"/>
          </a:xfrm>
          <a:prstGeom prst="ellipse">
            <a:avLst/>
          </a:prstGeom>
          <a:solidFill>
            <a:srgbClr val="627D8D">
              <a:alpha val="16500"/>
            </a:srgbClr>
          </a:solidFill>
          <a:ln>
            <a:noFill/>
          </a:ln>
        </p:spPr>
      </p:sp>
      <p:sp>
        <p:nvSpPr>
          <p:cNvPr id="40" name="!!circle-1va"/>
          <p:cNvSpPr/>
          <p:nvPr/>
        </p:nvSpPr>
        <p:spPr>
          <a:xfrm>
            <a:off x="8937834" y="6507252"/>
            <a:ext cx="28257" cy="28257"/>
          </a:xfrm>
          <a:prstGeom prst="ellipse">
            <a:avLst/>
          </a:prstGeom>
          <a:solidFill>
            <a:srgbClr val="627D8D">
              <a:alpha val="15700"/>
            </a:srgbClr>
          </a:solidFill>
          <a:ln>
            <a:noFill/>
          </a:ln>
        </p:spPr>
      </p:sp>
      <p:sp>
        <p:nvSpPr>
          <p:cNvPr id="41" name="!!circle-1vd"/>
          <p:cNvSpPr/>
          <p:nvPr/>
        </p:nvSpPr>
        <p:spPr>
          <a:xfrm>
            <a:off x="11325663" y="5223992"/>
            <a:ext cx="45149" cy="45149"/>
          </a:xfrm>
          <a:prstGeom prst="ellipse">
            <a:avLst/>
          </a:prstGeom>
          <a:solidFill>
            <a:srgbClr val="627D8D">
              <a:alpha val="31200"/>
            </a:srgbClr>
          </a:solidFill>
          <a:ln>
            <a:noFill/>
          </a:ln>
        </p:spPr>
      </p:sp>
      <p:sp>
        <p:nvSpPr>
          <p:cNvPr id="42" name="!!circle-1vg"/>
          <p:cNvSpPr/>
          <p:nvPr/>
        </p:nvSpPr>
        <p:spPr>
          <a:xfrm>
            <a:off x="3444536" y="3420599"/>
            <a:ext cx="30696" cy="30696"/>
          </a:xfrm>
          <a:prstGeom prst="ellipse">
            <a:avLst/>
          </a:prstGeom>
          <a:solidFill>
            <a:srgbClr val="627D8D">
              <a:alpha val="25700"/>
            </a:srgbClr>
          </a:solidFill>
          <a:ln>
            <a:noFill/>
          </a:ln>
        </p:spPr>
      </p:sp>
      <p:sp>
        <p:nvSpPr>
          <p:cNvPr id="43" name="!!circle-1vj"/>
          <p:cNvSpPr/>
          <p:nvPr/>
        </p:nvSpPr>
        <p:spPr>
          <a:xfrm>
            <a:off x="8824845" y="3970095"/>
            <a:ext cx="37401" cy="37401"/>
          </a:xfrm>
          <a:prstGeom prst="ellipse">
            <a:avLst/>
          </a:prstGeom>
          <a:solidFill>
            <a:srgbClr val="627D8D">
              <a:alpha val="16000"/>
            </a:srgbClr>
          </a:solidFill>
          <a:ln>
            <a:noFill/>
          </a:ln>
        </p:spPr>
      </p:sp>
      <p:sp>
        <p:nvSpPr>
          <p:cNvPr id="44" name="!!circle-1vm"/>
          <p:cNvSpPr/>
          <p:nvPr/>
        </p:nvSpPr>
        <p:spPr>
          <a:xfrm>
            <a:off x="1733694" y="4731010"/>
            <a:ext cx="33096" cy="33096"/>
          </a:xfrm>
          <a:prstGeom prst="ellipse">
            <a:avLst/>
          </a:prstGeom>
          <a:solidFill>
            <a:srgbClr val="627D8D">
              <a:alpha val="22300"/>
            </a:srgbClr>
          </a:solidFill>
          <a:ln>
            <a:noFill/>
          </a:ln>
        </p:spPr>
      </p:sp>
      <p:sp>
        <p:nvSpPr>
          <p:cNvPr id="45" name="!!circle-1vp"/>
          <p:cNvSpPr/>
          <p:nvPr/>
        </p:nvSpPr>
        <p:spPr>
          <a:xfrm>
            <a:off x="11596224" y="839552"/>
            <a:ext cx="21145" cy="21145"/>
          </a:xfrm>
          <a:prstGeom prst="ellipse">
            <a:avLst/>
          </a:prstGeom>
          <a:solidFill>
            <a:srgbClr val="627D8D">
              <a:alpha val="16300"/>
            </a:srgbClr>
          </a:solidFill>
          <a:ln>
            <a:noFill/>
          </a:ln>
        </p:spPr>
      </p:sp>
      <p:sp>
        <p:nvSpPr>
          <p:cNvPr id="46" name="!!circle-1vs"/>
          <p:cNvSpPr/>
          <p:nvPr/>
        </p:nvSpPr>
        <p:spPr>
          <a:xfrm>
            <a:off x="11076971" y="5717837"/>
            <a:ext cx="35281" cy="35281"/>
          </a:xfrm>
          <a:prstGeom prst="ellipse">
            <a:avLst/>
          </a:prstGeom>
          <a:solidFill>
            <a:srgbClr val="627D8D">
              <a:alpha val="30000"/>
            </a:srgbClr>
          </a:solidFill>
          <a:ln>
            <a:noFill/>
          </a:ln>
        </p:spPr>
      </p:sp>
      <p:sp>
        <p:nvSpPr>
          <p:cNvPr id="47" name="!!path-369"/>
          <p:cNvSpPr/>
          <p:nvPr/>
        </p:nvSpPr>
        <p:spPr>
          <a:xfrm>
            <a:off x="5610383" y="4565386"/>
            <a:ext cx="7605912" cy="3788365"/>
          </a:xfrm>
          <a:custGeom>
            <a:avLst/>
            <a:gdLst/>
            <a:ahLst/>
            <a:cxnLst/>
            <a:rect l="l" t="t" r="r" b="b"/>
            <a:pathLst>
              <a:path w="7605912" h="3788365" fill="none">
                <a:moveTo>
                  <a:pt x="7605912" y="3788365"/>
                </a:moveTo>
                <a:quadBezTo>
                  <a:pt x="4403675" y="688112"/>
                  <a:pt x="0" y="0"/>
                </a:quadBezTo>
              </a:path>
            </a:pathLst>
          </a:custGeom>
          <a:noFill/>
          <a:ln w="32131" cap="rnd">
            <a:solidFill>
              <a:srgbClr val="627D8D">
                <a:alpha val="7800"/>
              </a:srgbClr>
            </a:solidFill>
            <a:prstDash val="solid"/>
            <a:round/>
          </a:ln>
        </p:spPr>
      </p:sp>
      <p:sp>
        <p:nvSpPr>
          <p:cNvPr id="48" name="!!circle-36c"/>
          <p:cNvSpPr/>
          <p:nvPr/>
        </p:nvSpPr>
        <p:spPr>
          <a:xfrm>
            <a:off x="6535800" y="4659849"/>
            <a:ext cx="205639" cy="205639"/>
          </a:xfrm>
          <a:prstGeom prst="ellipse">
            <a:avLst/>
          </a:prstGeom>
          <a:gradFill rotWithShape="1">
            <a:gsLst>
              <a:gs pos="0">
                <a:srgbClr val="FFFFFF">
                  <a:alpha val="14727"/>
                </a:srgbClr>
              </a:gs>
              <a:gs pos="28284">
                <a:srgbClr val="627D8D">
                  <a:alpha val="7364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9" name="!!circle-36f"/>
          <p:cNvSpPr/>
          <p:nvPr/>
        </p:nvSpPr>
        <p:spPr>
          <a:xfrm>
            <a:off x="9256974" y="5583864"/>
            <a:ext cx="205639" cy="205639"/>
          </a:xfrm>
          <a:prstGeom prst="ellipse">
            <a:avLst/>
          </a:prstGeom>
          <a:gradFill rotWithShape="1">
            <a:gsLst>
              <a:gs pos="0">
                <a:srgbClr val="FFFFFF">
                  <a:alpha val="24300"/>
                </a:srgbClr>
              </a:gs>
              <a:gs pos="28284">
                <a:srgbClr val="627D8D">
                  <a:alpha val="1215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0" name="!!circle-3as"/>
          <p:cNvSpPr/>
          <p:nvPr/>
        </p:nvSpPr>
        <p:spPr>
          <a:xfrm>
            <a:off x="10212547" y="4628221"/>
            <a:ext cx="8883590" cy="8883590"/>
          </a:xfrm>
          <a:prstGeom prst="ellipse">
            <a:avLst/>
          </a:prstGeom>
          <a:gradFill rotWithShape="1">
            <a:gsLst>
              <a:gs pos="0">
                <a:srgbClr val="627D8D">
                  <a:alpha val="220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1" name="!!circle-3aw"/>
          <p:cNvSpPr/>
          <p:nvPr/>
        </p:nvSpPr>
        <p:spPr>
          <a:xfrm>
            <a:off x="12414833" y="6830507"/>
            <a:ext cx="4479019" cy="4479019"/>
          </a:xfrm>
          <a:custGeom>
            <a:avLst/>
            <a:gdLst/>
            <a:ahLst/>
            <a:cxnLst/>
            <a:rect l="l" t="t" r="r" b="b"/>
            <a:pathLst>
              <a:path w="4479019" h="4479019" fill="none">
                <a:moveTo>
                  <a:pt x="743790" y="892758"/>
                </a:moveTo>
                <a:cubicBezTo>
                  <a:pt x="1487581" y="66695"/>
                  <a:pt x="2760198" y="0"/>
                  <a:pt x="3586261" y="743790"/>
                </a:cubicBezTo>
                <a:cubicBezTo>
                  <a:pt x="4412324" y="1487581"/>
                  <a:pt x="4479019" y="2760198"/>
                  <a:pt x="3735228" y="3586261"/>
                </a:cubicBezTo>
                <a:cubicBezTo>
                  <a:pt x="2991438" y="4412324"/>
                  <a:pt x="1718821" y="4479019"/>
                  <a:pt x="892758" y="3735228"/>
                </a:cubicBezTo>
                <a:cubicBezTo>
                  <a:pt x="66695" y="2991438"/>
                  <a:pt x="0" y="1718821"/>
                  <a:pt x="743790" y="892758"/>
                </a:cubicBezTo>
                <a:close/>
              </a:path>
            </a:pathLst>
          </a:custGeom>
          <a:noFill/>
          <a:ln w="30846" cap="rnd">
            <a:solidFill>
              <a:srgbClr val="627D8D">
                <a:alpha val="34000"/>
              </a:srgbClr>
            </a:solidFill>
            <a:custDash>
              <a:ds d="4500000" sp="1500000"/>
            </a:custDash>
            <a:miter lim="800000"/>
          </a:ln>
        </p:spPr>
      </p:sp>
      <p:sp>
        <p:nvSpPr>
          <p:cNvPr id="52" name="!!circle-3b0"/>
          <p:cNvSpPr/>
          <p:nvPr/>
        </p:nvSpPr>
        <p:spPr>
          <a:xfrm>
            <a:off x="11565448" y="5981123"/>
            <a:ext cx="6177788" cy="6177788"/>
          </a:xfrm>
          <a:custGeom>
            <a:avLst/>
            <a:gdLst/>
            <a:ahLst/>
            <a:cxnLst/>
            <a:rect l="l" t="t" r="r" b="b"/>
            <a:pathLst>
              <a:path w="6177788" h="6177788" fill="none">
                <a:moveTo>
                  <a:pt x="662518" y="1889299"/>
                </a:moveTo>
                <a:cubicBezTo>
                  <a:pt x="1325036" y="549248"/>
                  <a:pt x="2948438" y="0"/>
                  <a:pt x="4288489" y="662518"/>
                </a:cubicBezTo>
                <a:cubicBezTo>
                  <a:pt x="5628539" y="1325036"/>
                  <a:pt x="6177788" y="2948438"/>
                  <a:pt x="5515270" y="4288489"/>
                </a:cubicBezTo>
                <a:cubicBezTo>
                  <a:pt x="4852752" y="5628539"/>
                  <a:pt x="3229349" y="6177788"/>
                  <a:pt x="1889299" y="5515270"/>
                </a:cubicBezTo>
                <a:cubicBezTo>
                  <a:pt x="549248" y="4852752"/>
                  <a:pt x="0" y="3229349"/>
                  <a:pt x="662518" y="1889299"/>
                </a:cubicBezTo>
                <a:close/>
              </a:path>
            </a:pathLst>
          </a:custGeom>
          <a:noFill/>
          <a:ln w="21592" cap="rnd">
            <a:solidFill>
              <a:srgbClr val="627D8D">
                <a:alpha val="27000"/>
              </a:srgbClr>
            </a:solidFill>
            <a:custDash>
              <a:ds d="142857" sp="714286"/>
            </a:custDash>
            <a:miter lim="800000"/>
          </a:ln>
        </p:spPr>
      </p:sp>
      <p:sp>
        <p:nvSpPr>
          <p:cNvPr id="53" name="!!circle-3b4"/>
          <p:cNvSpPr/>
          <p:nvPr/>
        </p:nvSpPr>
        <p:spPr>
          <a:xfrm>
            <a:off x="10691283" y="5106957"/>
            <a:ext cx="7926119" cy="7926119"/>
          </a:xfrm>
          <a:custGeom>
            <a:avLst/>
            <a:gdLst/>
            <a:ahLst/>
            <a:cxnLst/>
            <a:rect l="l" t="t" r="r" b="b"/>
            <a:pathLst>
              <a:path w="7926119" h="7926119" fill="none">
                <a:moveTo>
                  <a:pt x="2359141" y="7040299"/>
                </a:moveTo>
                <a:cubicBezTo>
                  <a:pt x="659629" y="6154480"/>
                  <a:pt x="0" y="4058654"/>
                  <a:pt x="885819" y="2359141"/>
                </a:cubicBezTo>
                <a:cubicBezTo>
                  <a:pt x="1771639" y="659629"/>
                  <a:pt x="3867465" y="0"/>
                  <a:pt x="5566977" y="885819"/>
                </a:cubicBezTo>
                <a:cubicBezTo>
                  <a:pt x="7266490" y="1771639"/>
                  <a:pt x="7926119" y="3867465"/>
                  <a:pt x="7040299" y="5566977"/>
                </a:cubicBezTo>
                <a:cubicBezTo>
                  <a:pt x="6154480" y="7266490"/>
                  <a:pt x="4058654" y="7926119"/>
                  <a:pt x="2359141" y="7040299"/>
                </a:cubicBezTo>
                <a:close/>
              </a:path>
            </a:pathLst>
          </a:custGeom>
          <a:noFill/>
          <a:ln w="21592" cap="rnd">
            <a:solidFill>
              <a:srgbClr val="627D8D">
                <a:alpha val="20000"/>
              </a:srgbClr>
            </a:solidFill>
            <a:custDash>
              <a:ds d="2857143" sp="1285714"/>
              <a:ds d="285714" sp="1285714"/>
            </a:custDash>
            <a:miter lim="800000"/>
          </a:ln>
        </p:spPr>
      </p:sp>
      <p:sp>
        <p:nvSpPr>
          <p:cNvPr id="54" name="!!rect-3h6"/>
          <p:cNvSpPr/>
          <p:nvPr/>
        </p:nvSpPr>
        <p:spPr>
          <a:xfrm>
            <a:off x="2836543" y="2174695"/>
            <a:ext cx="2184911" cy="2878941"/>
          </a:xfrm>
          <a:prstGeom prst="roundRect">
            <a:avLst>
              <a:gd name="adj" fmla="val 6494"/>
            </a:avLst>
          </a:prstGeom>
          <a:solidFill>
            <a:srgbClr val="0B1A26">
              <a:alpha val="12000"/>
            </a:srgbClr>
          </a:solidFill>
          <a:ln>
            <a:noFill/>
          </a:ln>
          <a:effectLst>
            <a:softEdge rad="226203"/>
          </a:effectLst>
        </p:spPr>
      </p:sp>
      <p:sp>
        <p:nvSpPr>
          <p:cNvPr id="55" name="!!rect-3h7"/>
          <p:cNvSpPr/>
          <p:nvPr/>
        </p:nvSpPr>
        <p:spPr>
          <a:xfrm>
            <a:off x="2900805" y="2187547"/>
            <a:ext cx="2056387" cy="2699007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426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56" name="!!rect-3h9"/>
          <p:cNvSpPr/>
          <p:nvPr/>
        </p:nvSpPr>
        <p:spPr>
          <a:xfrm>
            <a:off x="2900805" y="2187547"/>
            <a:ext cx="2056387" cy="2699007"/>
          </a:xfrm>
          <a:custGeom>
            <a:avLst/>
            <a:gdLst/>
            <a:ahLst/>
            <a:cxnLst/>
            <a:rect l="l" t="t" r="r" b="b"/>
            <a:pathLst>
              <a:path w="2056387" h="2699007">
                <a:moveTo>
                  <a:pt x="128524" y="0"/>
                </a:moveTo>
                <a:lnTo>
                  <a:pt x="1927862" y="0"/>
                </a:lnTo>
                <a:cubicBezTo>
                  <a:pt x="1998844" y="0"/>
                  <a:pt x="2056387" y="57542"/>
                  <a:pt x="2056387" y="128524"/>
                </a:cubicBezTo>
                <a:lnTo>
                  <a:pt x="2056387" y="2570483"/>
                </a:lnTo>
                <a:cubicBezTo>
                  <a:pt x="2056387" y="2641465"/>
                  <a:pt x="1998844" y="2699007"/>
                  <a:pt x="1927862" y="2699007"/>
                </a:cubicBezTo>
                <a:lnTo>
                  <a:pt x="128524" y="2699007"/>
                </a:lnTo>
                <a:cubicBezTo>
                  <a:pt x="57542" y="2699007"/>
                  <a:pt x="0" y="2641465"/>
                  <a:pt x="0" y="2570483"/>
                </a:cubicBezTo>
                <a:lnTo>
                  <a:pt x="0" y="128524"/>
                </a:lnTo>
                <a:cubicBezTo>
                  <a:pt x="0" y="57542"/>
                  <a:pt x="57542" y="0"/>
                  <a:pt x="128524" y="0"/>
                </a:cubicBezTo>
                <a:close/>
              </a:path>
            </a:pathLst>
          </a:custGeom>
          <a:solidFill>
            <a:srgbClr val="DDE3E7"/>
          </a:solidFill>
          <a:ln>
            <a:noFill/>
          </a:ln>
        </p:spPr>
      </p:sp>
      <p:sp>
        <p:nvSpPr>
          <p:cNvPr id="57" name="!!ellipse-3ha"/>
          <p:cNvSpPr/>
          <p:nvPr/>
        </p:nvSpPr>
        <p:spPr>
          <a:xfrm>
            <a:off x="3157853" y="4526687"/>
            <a:ext cx="1670814" cy="205639"/>
          </a:xfrm>
          <a:prstGeom prst="ellipse">
            <a:avLst/>
          </a:prstGeom>
          <a:solidFill>
            <a:srgbClr val="0B1A26">
              <a:alpha val="18000"/>
            </a:srgbClr>
          </a:solidFill>
          <a:ln>
            <a:noFill/>
          </a:ln>
        </p:spPr>
      </p:sp>
      <p:sp>
        <p:nvSpPr>
          <p:cNvPr id="58" name="!!rect-3hc"/>
          <p:cNvSpPr/>
          <p:nvPr/>
        </p:nvSpPr>
        <p:spPr>
          <a:xfrm>
            <a:off x="3286377" y="2598825"/>
            <a:ext cx="1285242" cy="1863600"/>
          </a:xfrm>
          <a:prstGeom prst="roundRect">
            <a:avLst>
              <a:gd name="adj" fmla="val 3000"/>
            </a:avLst>
          </a:prstGeom>
          <a:gradFill rotWithShape="1">
            <a:gsLst>
              <a:gs pos="0">
                <a:srgbClr val="5D856F"/>
              </a:gs>
              <a:gs pos="100000">
                <a:srgbClr val="3F624F"/>
              </a:gs>
              <a:gs pos="100000">
                <a:srgbClr val="3F624F"/>
              </a:gs>
            </a:gsLst>
            <a:lin ang="3324463" scaled="0"/>
          </a:gradFill>
          <a:ln>
            <a:noFill/>
          </a:ln>
        </p:spPr>
      </p:sp>
      <p:sp>
        <p:nvSpPr>
          <p:cNvPr id="59" name="!!rect-3hd"/>
          <p:cNvSpPr/>
          <p:nvPr/>
        </p:nvSpPr>
        <p:spPr>
          <a:xfrm>
            <a:off x="3402049" y="2598825"/>
            <a:ext cx="64262" cy="1863600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</p:spPr>
      </p:sp>
      <p:sp>
        <p:nvSpPr>
          <p:cNvPr id="60" name="!!rect-3he"/>
          <p:cNvSpPr/>
          <p:nvPr/>
        </p:nvSpPr>
        <p:spPr>
          <a:xfrm>
            <a:off x="3607688" y="2934273"/>
            <a:ext cx="719735" cy="130452"/>
          </a:xfrm>
          <a:prstGeom prst="roundRect">
            <a:avLst>
              <a:gd name="adj" fmla="val 28571"/>
            </a:avLst>
          </a:prstGeom>
          <a:solidFill>
            <a:srgbClr val="E7D9B8"/>
          </a:solidFill>
          <a:ln>
            <a:noFill/>
          </a:ln>
        </p:spPr>
      </p:sp>
      <p:sp>
        <p:nvSpPr>
          <p:cNvPr id="61" name="!!rect-3hf"/>
          <p:cNvSpPr/>
          <p:nvPr/>
        </p:nvSpPr>
        <p:spPr>
          <a:xfrm>
            <a:off x="3607688" y="3157905"/>
            <a:ext cx="488392" cy="83862"/>
          </a:xfrm>
          <a:prstGeom prst="roundRect">
            <a:avLst>
              <a:gd name="adj" fmla="val 44444"/>
            </a:avLst>
          </a:prstGeom>
          <a:solidFill>
            <a:srgbClr val="E7D9B8">
              <a:alpha val="72000"/>
            </a:srgbClr>
          </a:solidFill>
          <a:ln>
            <a:noFill/>
          </a:ln>
        </p:spPr>
      </p:sp>
      <p:sp>
        <p:nvSpPr>
          <p:cNvPr id="62" name="!!rect-3hg"/>
          <p:cNvSpPr/>
          <p:nvPr/>
        </p:nvSpPr>
        <p:spPr>
          <a:xfrm>
            <a:off x="3607688" y="4089705"/>
            <a:ext cx="359868" cy="74544"/>
          </a:xfrm>
          <a:prstGeom prst="roundRect">
            <a:avLst>
              <a:gd name="adj" fmla="val 50000"/>
            </a:avLst>
          </a:prstGeom>
          <a:solidFill>
            <a:srgbClr val="E7D9B8">
              <a:alpha val="55000"/>
            </a:srgbClr>
          </a:solidFill>
          <a:ln>
            <a:noFill/>
          </a:ln>
        </p:spPr>
      </p:sp>
      <p:sp>
        <p:nvSpPr>
          <p:cNvPr id="63" name="!!path-3hh"/>
          <p:cNvSpPr/>
          <p:nvPr/>
        </p:nvSpPr>
        <p:spPr>
          <a:xfrm>
            <a:off x="4481652" y="2598825"/>
            <a:ext cx="89967" cy="89967"/>
          </a:xfrm>
          <a:custGeom>
            <a:avLst/>
            <a:gdLst/>
            <a:ahLst/>
            <a:cxnLst/>
            <a:rect l="l" t="t" r="r" b="b"/>
            <a:pathLst>
              <a:path w="89967" h="89967">
                <a:moveTo>
                  <a:pt x="0" y="0"/>
                </a:moveTo>
                <a:lnTo>
                  <a:pt x="89967" y="0"/>
                </a:lnTo>
                <a:lnTo>
                  <a:pt x="89967" y="89967"/>
                </a:ln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</p:sp>
      <p:sp>
        <p:nvSpPr>
          <p:cNvPr id="64" name="!!text-3hn" descr="書況照片"/>
          <p:cNvSpPr txBox="1"/>
          <p:nvPr/>
        </p:nvSpPr>
        <p:spPr>
          <a:xfrm>
            <a:off x="3042181" y="2263634"/>
            <a:ext cx="718450" cy="241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16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書況照片</a:t>
            </a:r>
            <a:endParaRPr lang="zh-TW" sz="1316"/>
          </a:p>
        </p:txBody>
      </p:sp>
      <p:sp>
        <p:nvSpPr>
          <p:cNvPr id="65" name="!!path-3hs"/>
          <p:cNvSpPr/>
          <p:nvPr/>
        </p:nvSpPr>
        <p:spPr>
          <a:xfrm>
            <a:off x="4650880" y="2318218"/>
            <a:ext cx="149988" cy="134989"/>
          </a:xfrm>
          <a:custGeom>
            <a:avLst/>
            <a:gdLst/>
            <a:ahLst/>
            <a:cxnLst/>
            <a:rect l="l" t="t" r="r" b="b"/>
            <a:pathLst>
              <a:path w="149988" h="134989">
                <a:moveTo>
                  <a:pt x="52496" y="0"/>
                </a:moveTo>
                <a:lnTo>
                  <a:pt x="38772" y="14999"/>
                </a:lnTo>
                <a:lnTo>
                  <a:pt x="14999" y="14999"/>
                </a:lnTo>
                <a:cubicBezTo>
                  <a:pt x="6749" y="14999"/>
                  <a:pt x="0" y="21748"/>
                  <a:pt x="0" y="29998"/>
                </a:cubicBezTo>
                <a:lnTo>
                  <a:pt x="0" y="119990"/>
                </a:lnTo>
                <a:cubicBezTo>
                  <a:pt x="0" y="128239"/>
                  <a:pt x="6749" y="134989"/>
                  <a:pt x="14999" y="134989"/>
                </a:cubicBezTo>
                <a:lnTo>
                  <a:pt x="134989" y="134989"/>
                </a:lnTo>
                <a:cubicBezTo>
                  <a:pt x="143238" y="134989"/>
                  <a:pt x="149988" y="128239"/>
                  <a:pt x="149988" y="119990"/>
                </a:cubicBezTo>
                <a:lnTo>
                  <a:pt x="149988" y="29998"/>
                </a:lnTo>
                <a:cubicBezTo>
                  <a:pt x="149988" y="21748"/>
                  <a:pt x="143238" y="14999"/>
                  <a:pt x="134989" y="14999"/>
                </a:cubicBezTo>
                <a:lnTo>
                  <a:pt x="111216" y="14999"/>
                </a:lnTo>
                <a:lnTo>
                  <a:pt x="97492" y="0"/>
                </a:lnTo>
                <a:lnTo>
                  <a:pt x="52496" y="0"/>
                </a:lnTo>
                <a:close/>
                <a:moveTo>
                  <a:pt x="74994" y="112491"/>
                </a:moveTo>
                <a:cubicBezTo>
                  <a:pt x="54296" y="112491"/>
                  <a:pt x="37497" y="95692"/>
                  <a:pt x="37497" y="74994"/>
                </a:cubicBezTo>
                <a:cubicBezTo>
                  <a:pt x="37497" y="54296"/>
                  <a:pt x="54296" y="37497"/>
                  <a:pt x="74994" y="37497"/>
                </a:cubicBezTo>
                <a:cubicBezTo>
                  <a:pt x="95692" y="37497"/>
                  <a:pt x="112491" y="54296"/>
                  <a:pt x="112491" y="74994"/>
                </a:cubicBezTo>
                <a:cubicBezTo>
                  <a:pt x="112491" y="95692"/>
                  <a:pt x="95692" y="112491"/>
                  <a:pt x="74994" y="112491"/>
                </a:cubicBezTo>
                <a:close/>
                <a:moveTo>
                  <a:pt x="74994" y="50996"/>
                </a:moveTo>
                <a:cubicBezTo>
                  <a:pt x="66420" y="50996"/>
                  <a:pt x="58498" y="55570"/>
                  <a:pt x="54211" y="62995"/>
                </a:cubicBezTo>
                <a:cubicBezTo>
                  <a:pt x="49924" y="70420"/>
                  <a:pt x="49924" y="79568"/>
                  <a:pt x="54211" y="86993"/>
                </a:cubicBezTo>
                <a:cubicBezTo>
                  <a:pt x="58498" y="94418"/>
                  <a:pt x="66420" y="98992"/>
                  <a:pt x="74994" y="98992"/>
                </a:cubicBezTo>
                <a:cubicBezTo>
                  <a:pt x="83568" y="98992"/>
                  <a:pt x="91490" y="94418"/>
                  <a:pt x="95777" y="86993"/>
                </a:cubicBezTo>
                <a:cubicBezTo>
                  <a:pt x="100064" y="79568"/>
                  <a:pt x="100064" y="70420"/>
                  <a:pt x="95777" y="62995"/>
                </a:cubicBezTo>
                <a:cubicBezTo>
                  <a:pt x="91490" y="55570"/>
                  <a:pt x="83568" y="50996"/>
                  <a:pt x="74994" y="50996"/>
                </a:cubicBezTo>
                <a:close/>
              </a:path>
            </a:pathLst>
          </a:custGeom>
          <a:solidFill>
            <a:srgbClr val="5B6770"/>
          </a:solidFill>
          <a:ln>
            <a:noFill/>
          </a:ln>
        </p:spPr>
      </p:sp>
      <p:sp>
        <p:nvSpPr>
          <p:cNvPr id="66" name="!!rect-3hv"/>
          <p:cNvSpPr/>
          <p:nvPr/>
        </p:nvSpPr>
        <p:spPr>
          <a:xfrm>
            <a:off x="4327423" y="2547415"/>
            <a:ext cx="359868" cy="359868"/>
          </a:xfrm>
          <a:custGeom>
            <a:avLst/>
            <a:gdLst/>
            <a:ahLst/>
            <a:cxnLst/>
            <a:rect l="l" t="t" r="r" b="b"/>
            <a:pathLst>
              <a:path w="359868" h="359868">
                <a:moveTo>
                  <a:pt x="51410" y="0"/>
                </a:moveTo>
                <a:lnTo>
                  <a:pt x="308458" y="0"/>
                </a:lnTo>
                <a:cubicBezTo>
                  <a:pt x="336851" y="0"/>
                  <a:pt x="359868" y="23017"/>
                  <a:pt x="359868" y="51410"/>
                </a:cubicBezTo>
                <a:lnTo>
                  <a:pt x="359868" y="308458"/>
                </a:lnTo>
                <a:cubicBezTo>
                  <a:pt x="359868" y="336851"/>
                  <a:pt x="336851" y="359868"/>
                  <a:pt x="308458" y="359868"/>
                </a:cubicBezTo>
                <a:lnTo>
                  <a:pt x="51410" y="359868"/>
                </a:lnTo>
                <a:cubicBezTo>
                  <a:pt x="23017" y="359868"/>
                  <a:pt x="0" y="336851"/>
                  <a:pt x="0" y="308458"/>
                </a:cubicBezTo>
                <a:lnTo>
                  <a:pt x="0" y="51410"/>
                </a:lnTo>
                <a:cubicBezTo>
                  <a:pt x="0" y="23017"/>
                  <a:pt x="23017" y="0"/>
                  <a:pt x="51410" y="0"/>
                </a:cubicBezTo>
                <a:close/>
              </a:path>
            </a:pathLst>
          </a:custGeom>
          <a:solidFill>
            <a:srgbClr val="627D8D">
              <a:alpha val="8000"/>
            </a:srgbClr>
          </a:solidFill>
          <a:ln w="16066" cap="flat">
            <a:solidFill>
              <a:srgbClr val="627D8D"/>
            </a:solidFill>
            <a:custDash>
              <a:ds d="320000" sp="240000"/>
            </a:custDash>
            <a:miter lim="800000"/>
          </a:ln>
        </p:spPr>
      </p:sp>
      <p:sp>
        <p:nvSpPr>
          <p:cNvPr id="67" name="!!path-3hy"/>
          <p:cNvSpPr/>
          <p:nvPr/>
        </p:nvSpPr>
        <p:spPr>
          <a:xfrm>
            <a:off x="4687291" y="2727349"/>
            <a:ext cx="411277" cy="1"/>
          </a:xfrm>
          <a:custGeom>
            <a:avLst/>
            <a:gdLst/>
            <a:ahLst/>
            <a:cxnLst/>
            <a:rect l="l" t="t" r="r" b="b"/>
            <a:pathLst>
              <a:path w="411277" h="1" fill="none">
                <a:moveTo>
                  <a:pt x="0" y="0"/>
                </a:moveTo>
                <a:lnTo>
                  <a:pt x="411277" y="0"/>
                </a:lnTo>
              </a:path>
            </a:pathLst>
          </a:custGeom>
          <a:noFill/>
          <a:ln w="12852" cap="rnd">
            <a:solidFill>
              <a:srgbClr val="627D8D"/>
            </a:solidFill>
            <a:prstDash val="solid"/>
            <a:round/>
          </a:ln>
        </p:spPr>
      </p:sp>
      <p:sp>
        <p:nvSpPr>
          <p:cNvPr id="68" name="!!rect-3i7"/>
          <p:cNvSpPr/>
          <p:nvPr/>
        </p:nvSpPr>
        <p:spPr>
          <a:xfrm>
            <a:off x="5098568" y="2566694"/>
            <a:ext cx="1321228" cy="424130"/>
          </a:xfrm>
          <a:prstGeom prst="roundRect">
            <a:avLst>
              <a:gd name="adj" fmla="val 50000"/>
            </a:avLst>
          </a:prstGeom>
          <a:solidFill>
            <a:srgbClr val="0B1A26">
              <a:alpha val="10000"/>
            </a:srgbClr>
          </a:solidFill>
          <a:ln>
            <a:noFill/>
          </a:ln>
          <a:effectLst>
            <a:softEdge rad="98964"/>
          </a:effectLst>
        </p:spPr>
      </p:sp>
      <p:sp>
        <p:nvSpPr>
          <p:cNvPr id="69" name="!!rect-3i8"/>
          <p:cNvSpPr/>
          <p:nvPr/>
        </p:nvSpPr>
        <p:spPr>
          <a:xfrm>
            <a:off x="5124273" y="2560267"/>
            <a:ext cx="1269819" cy="33416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711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70" name="!!text-3i9" descr="邊角輕微磨損"/>
          <p:cNvSpPr txBox="1"/>
          <p:nvPr/>
        </p:nvSpPr>
        <p:spPr>
          <a:xfrm>
            <a:off x="5257938" y="2593683"/>
            <a:ext cx="1052613" cy="241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16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邊角輕微磨損</a:t>
            </a:r>
            <a:endParaRPr lang="zh-TW" sz="1316"/>
          </a:p>
        </p:txBody>
      </p:sp>
      <p:sp>
        <p:nvSpPr>
          <p:cNvPr id="71" name="!!rect-3ii"/>
          <p:cNvSpPr/>
          <p:nvPr/>
        </p:nvSpPr>
        <p:spPr>
          <a:xfrm>
            <a:off x="3350639" y="3434232"/>
            <a:ext cx="1156717" cy="963931"/>
          </a:xfrm>
          <a:custGeom>
            <a:avLst/>
            <a:gdLst/>
            <a:ahLst/>
            <a:cxnLst/>
            <a:rect l="l" t="t" r="r" b="b"/>
            <a:pathLst>
              <a:path w="1156717" h="963931">
                <a:moveTo>
                  <a:pt x="51410" y="0"/>
                </a:moveTo>
                <a:lnTo>
                  <a:pt x="1105308" y="0"/>
                </a:lnTo>
                <a:cubicBezTo>
                  <a:pt x="1133701" y="0"/>
                  <a:pt x="1156717" y="23017"/>
                  <a:pt x="1156717" y="51410"/>
                </a:cubicBezTo>
                <a:lnTo>
                  <a:pt x="1156717" y="912522"/>
                </a:lnTo>
                <a:cubicBezTo>
                  <a:pt x="1156717" y="940914"/>
                  <a:pt x="1133701" y="963931"/>
                  <a:pt x="1105308" y="963931"/>
                </a:cubicBezTo>
                <a:lnTo>
                  <a:pt x="51410" y="963931"/>
                </a:lnTo>
                <a:cubicBezTo>
                  <a:pt x="23017" y="963931"/>
                  <a:pt x="0" y="940914"/>
                  <a:pt x="0" y="912522"/>
                </a:cubicBezTo>
                <a:lnTo>
                  <a:pt x="0" y="51410"/>
                </a:lnTo>
                <a:cubicBezTo>
                  <a:pt x="0" y="23017"/>
                  <a:pt x="23017" y="0"/>
                  <a:pt x="51410" y="0"/>
                </a:cubicBezTo>
                <a:close/>
              </a:path>
            </a:pathLst>
          </a:custGeom>
          <a:solidFill>
            <a:srgbClr val="627D8D">
              <a:alpha val="8000"/>
            </a:srgbClr>
          </a:solidFill>
          <a:ln w="16066" cap="flat">
            <a:solidFill>
              <a:srgbClr val="627D8D"/>
            </a:solidFill>
            <a:custDash>
              <a:ds d="320000" sp="240000"/>
            </a:custDash>
            <a:miter lim="800000"/>
          </a:ln>
        </p:spPr>
      </p:sp>
      <p:sp>
        <p:nvSpPr>
          <p:cNvPr id="72" name="!!path-3il"/>
          <p:cNvSpPr/>
          <p:nvPr/>
        </p:nvSpPr>
        <p:spPr>
          <a:xfrm>
            <a:off x="4507357" y="3916197"/>
            <a:ext cx="591211" cy="1"/>
          </a:xfrm>
          <a:custGeom>
            <a:avLst/>
            <a:gdLst/>
            <a:ahLst/>
            <a:cxnLst/>
            <a:rect l="l" t="t" r="r" b="b"/>
            <a:pathLst>
              <a:path w="591211" h="1" fill="none">
                <a:moveTo>
                  <a:pt x="0" y="0"/>
                </a:moveTo>
                <a:lnTo>
                  <a:pt x="591211" y="0"/>
                </a:lnTo>
              </a:path>
            </a:pathLst>
          </a:custGeom>
          <a:noFill/>
          <a:ln w="12852" cap="rnd">
            <a:solidFill>
              <a:srgbClr val="627D8D"/>
            </a:solidFill>
            <a:prstDash val="solid"/>
            <a:round/>
          </a:ln>
        </p:spPr>
      </p:sp>
      <p:sp>
        <p:nvSpPr>
          <p:cNvPr id="73" name="!!rect-3iu"/>
          <p:cNvSpPr/>
          <p:nvPr/>
        </p:nvSpPr>
        <p:spPr>
          <a:xfrm>
            <a:off x="5098568" y="3755542"/>
            <a:ext cx="1321228" cy="424130"/>
          </a:xfrm>
          <a:prstGeom prst="roundRect">
            <a:avLst>
              <a:gd name="adj" fmla="val 50000"/>
            </a:avLst>
          </a:prstGeom>
          <a:solidFill>
            <a:srgbClr val="0B1A26">
              <a:alpha val="10000"/>
            </a:srgbClr>
          </a:solidFill>
          <a:ln>
            <a:noFill/>
          </a:ln>
          <a:effectLst>
            <a:softEdge rad="98964"/>
          </a:effectLst>
        </p:spPr>
      </p:sp>
      <p:sp>
        <p:nvSpPr>
          <p:cNvPr id="74" name="!!rect-3iv"/>
          <p:cNvSpPr/>
          <p:nvPr/>
        </p:nvSpPr>
        <p:spPr>
          <a:xfrm>
            <a:off x="5124273" y="3749116"/>
            <a:ext cx="1269819" cy="33416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711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75" name="!!text-3iw" descr="無劃線與摺痕"/>
          <p:cNvSpPr txBox="1"/>
          <p:nvPr/>
        </p:nvSpPr>
        <p:spPr>
          <a:xfrm>
            <a:off x="5257938" y="3782532"/>
            <a:ext cx="1052613" cy="241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16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無劃線與摺痕</a:t>
            </a:r>
            <a:endParaRPr lang="zh-TW" sz="1316"/>
          </a:p>
        </p:txBody>
      </p:sp>
      <p:sp>
        <p:nvSpPr>
          <p:cNvPr id="76" name="!!rect-3j9"/>
          <p:cNvSpPr/>
          <p:nvPr/>
        </p:nvSpPr>
        <p:spPr>
          <a:xfrm>
            <a:off x="2875100" y="5227144"/>
            <a:ext cx="1555142" cy="424130"/>
          </a:xfrm>
          <a:prstGeom prst="roundRect">
            <a:avLst>
              <a:gd name="adj" fmla="val 50000"/>
            </a:avLst>
          </a:prstGeom>
          <a:solidFill>
            <a:srgbClr val="0B1A26">
              <a:alpha val="10000"/>
            </a:srgbClr>
          </a:solidFill>
          <a:ln>
            <a:noFill/>
          </a:ln>
          <a:effectLst>
            <a:softEdge rad="98964"/>
          </a:effectLst>
        </p:spPr>
      </p:sp>
      <p:sp>
        <p:nvSpPr>
          <p:cNvPr id="77" name="!!rect-3ja"/>
          <p:cNvSpPr/>
          <p:nvPr/>
        </p:nvSpPr>
        <p:spPr>
          <a:xfrm>
            <a:off x="2900805" y="5220717"/>
            <a:ext cx="1503733" cy="33416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711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78" name="!!path-3jb"/>
          <p:cNvSpPr/>
          <p:nvPr/>
        </p:nvSpPr>
        <p:spPr>
          <a:xfrm>
            <a:off x="3049096" y="5314707"/>
            <a:ext cx="146260" cy="146260"/>
          </a:xfrm>
          <a:custGeom>
            <a:avLst/>
            <a:gdLst/>
            <a:ahLst/>
            <a:cxnLst/>
            <a:rect l="l" t="t" r="r" b="b"/>
            <a:pathLst>
              <a:path w="146260" h="146260">
                <a:moveTo>
                  <a:pt x="73130" y="0"/>
                </a:moveTo>
                <a:cubicBezTo>
                  <a:pt x="32762" y="0"/>
                  <a:pt x="0" y="32762"/>
                  <a:pt x="0" y="73130"/>
                </a:cubicBezTo>
                <a:cubicBezTo>
                  <a:pt x="0" y="113498"/>
                  <a:pt x="32762" y="146260"/>
                  <a:pt x="73130" y="146260"/>
                </a:cubicBezTo>
                <a:cubicBezTo>
                  <a:pt x="113498" y="146260"/>
                  <a:pt x="146260" y="113498"/>
                  <a:pt x="146260" y="73130"/>
                </a:cubicBezTo>
                <a:cubicBezTo>
                  <a:pt x="146260" y="32762"/>
                  <a:pt x="113498" y="0"/>
                  <a:pt x="73130" y="0"/>
                </a:cubicBezTo>
                <a:close/>
                <a:moveTo>
                  <a:pt x="58504" y="109695"/>
                </a:moveTo>
                <a:lnTo>
                  <a:pt x="21939" y="73130"/>
                </a:lnTo>
                <a:lnTo>
                  <a:pt x="32250" y="62819"/>
                </a:lnTo>
                <a:lnTo>
                  <a:pt x="58504" y="89000"/>
                </a:lnTo>
                <a:lnTo>
                  <a:pt x="114010" y="33494"/>
                </a:lnTo>
                <a:lnTo>
                  <a:pt x="124321" y="43878"/>
                </a:lnTo>
                <a:lnTo>
                  <a:pt x="58504" y="109695"/>
                </a:lnTo>
                <a:close/>
              </a:path>
            </a:pathLst>
          </a:custGeom>
          <a:solidFill>
            <a:srgbClr val="66BB6A"/>
          </a:solidFill>
          <a:ln>
            <a:noFill/>
          </a:ln>
        </p:spPr>
      </p:sp>
      <p:sp>
        <p:nvSpPr>
          <p:cNvPr id="79" name="!!text-3jc" descr="書況｜近全新"/>
          <p:cNvSpPr txBox="1"/>
          <p:nvPr/>
        </p:nvSpPr>
        <p:spPr>
          <a:xfrm>
            <a:off x="3268384" y="5254134"/>
            <a:ext cx="1052613" cy="241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16" b="1" kern="0" dirty="0">
                <a:solidFill>
                  <a:srgbClr val="66BB6A"/>
                </a:solidFill>
                <a:latin typeface="Noto Sans TC"/>
                <a:ea typeface="Noto Sans TC"/>
                <a:cs typeface="Noto Sans TC"/>
              </a:rPr>
              <a:t>書況｜近全新</a:t>
            </a:r>
            <a:endParaRPr lang="zh-TW" sz="1316"/>
          </a:p>
        </p:txBody>
      </p:sp>
      <p:sp>
        <p:nvSpPr>
          <p:cNvPr id="80" name="!!rect-3jp"/>
          <p:cNvSpPr/>
          <p:nvPr/>
        </p:nvSpPr>
        <p:spPr>
          <a:xfrm>
            <a:off x="2875100" y="5754093"/>
            <a:ext cx="3071908" cy="424130"/>
          </a:xfrm>
          <a:prstGeom prst="roundRect">
            <a:avLst>
              <a:gd name="adj" fmla="val 50000"/>
            </a:avLst>
          </a:prstGeom>
          <a:solidFill>
            <a:srgbClr val="0B1A26">
              <a:alpha val="10000"/>
            </a:srgbClr>
          </a:solidFill>
          <a:ln>
            <a:noFill/>
          </a:ln>
          <a:effectLst>
            <a:softEdge rad="98964"/>
          </a:effectLst>
        </p:spPr>
      </p:sp>
      <p:sp>
        <p:nvSpPr>
          <p:cNvPr id="81" name="!!rect-3jq"/>
          <p:cNvSpPr/>
          <p:nvPr/>
        </p:nvSpPr>
        <p:spPr>
          <a:xfrm>
            <a:off x="2900805" y="5747667"/>
            <a:ext cx="3020498" cy="33416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711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82" name="!!path-3jr"/>
          <p:cNvSpPr/>
          <p:nvPr/>
        </p:nvSpPr>
        <p:spPr>
          <a:xfrm>
            <a:off x="3049096" y="5841656"/>
            <a:ext cx="146260" cy="146260"/>
          </a:xfrm>
          <a:custGeom>
            <a:avLst/>
            <a:gdLst/>
            <a:ahLst/>
            <a:cxnLst/>
            <a:rect l="l" t="t" r="r" b="b"/>
            <a:pathLst>
              <a:path w="146260" h="146260">
                <a:moveTo>
                  <a:pt x="141946" y="70059"/>
                </a:moveTo>
                <a:lnTo>
                  <a:pt x="76129" y="4242"/>
                </a:lnTo>
                <a:cubicBezTo>
                  <a:pt x="73496" y="1609"/>
                  <a:pt x="69839" y="0"/>
                  <a:pt x="65817" y="0"/>
                </a:cubicBezTo>
                <a:lnTo>
                  <a:pt x="14626" y="0"/>
                </a:lnTo>
                <a:cubicBezTo>
                  <a:pt x="6582" y="0"/>
                  <a:pt x="0" y="6582"/>
                  <a:pt x="0" y="14626"/>
                </a:cubicBezTo>
                <a:lnTo>
                  <a:pt x="0" y="65817"/>
                </a:lnTo>
                <a:cubicBezTo>
                  <a:pt x="0" y="69839"/>
                  <a:pt x="1609" y="73496"/>
                  <a:pt x="4315" y="76202"/>
                </a:cubicBezTo>
                <a:lnTo>
                  <a:pt x="70132" y="142019"/>
                </a:lnTo>
                <a:cubicBezTo>
                  <a:pt x="72765" y="144652"/>
                  <a:pt x="76421" y="146260"/>
                  <a:pt x="80443" y="146260"/>
                </a:cubicBezTo>
                <a:cubicBezTo>
                  <a:pt x="84465" y="146260"/>
                  <a:pt x="88122" y="144652"/>
                  <a:pt x="90755" y="141946"/>
                </a:cubicBezTo>
                <a:lnTo>
                  <a:pt x="141946" y="90755"/>
                </a:lnTo>
                <a:cubicBezTo>
                  <a:pt x="144652" y="88122"/>
                  <a:pt x="146260" y="84465"/>
                  <a:pt x="146260" y="80443"/>
                </a:cubicBezTo>
                <a:cubicBezTo>
                  <a:pt x="146260" y="76421"/>
                  <a:pt x="144579" y="72691"/>
                  <a:pt x="141946" y="70059"/>
                </a:cubicBezTo>
                <a:close/>
                <a:moveTo>
                  <a:pt x="25596" y="36565"/>
                </a:moveTo>
                <a:cubicBezTo>
                  <a:pt x="19526" y="36565"/>
                  <a:pt x="14626" y="31665"/>
                  <a:pt x="14626" y="25596"/>
                </a:cubicBezTo>
                <a:cubicBezTo>
                  <a:pt x="14626" y="19526"/>
                  <a:pt x="19526" y="14626"/>
                  <a:pt x="25596" y="14626"/>
                </a:cubicBezTo>
                <a:cubicBezTo>
                  <a:pt x="31665" y="14626"/>
                  <a:pt x="36565" y="19526"/>
                  <a:pt x="36565" y="25596"/>
                </a:cubicBezTo>
                <a:cubicBezTo>
                  <a:pt x="36565" y="31665"/>
                  <a:pt x="31665" y="36565"/>
                  <a:pt x="25596" y="36565"/>
                </a:cubicBez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83" name="!!text-3js" descr="建議售價 $280・區間 $240–$320"/>
          <p:cNvSpPr txBox="1"/>
          <p:nvPr/>
        </p:nvSpPr>
        <p:spPr>
          <a:xfrm>
            <a:off x="3268384" y="5781083"/>
            <a:ext cx="2569378" cy="241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16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建議售價 $280・區間 $240–$320</a:t>
            </a:r>
            <a:endParaRPr lang="zh-TW" sz="1316"/>
          </a:p>
        </p:txBody>
      </p:sp>
      <p:sp>
        <p:nvSpPr>
          <p:cNvPr id="84" name="!!text-3ki" descr="AI 上架輔助"/>
          <p:cNvSpPr txBox="1"/>
          <p:nvPr/>
        </p:nvSpPr>
        <p:spPr>
          <a:xfrm>
            <a:off x="664484" y="594876"/>
            <a:ext cx="958996" cy="22332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14" b="1" kern="0" spc="146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A</a:t>
            </a:r>
            <a:r>
              <a:rPr lang="zh-TW" altLang="en-US" sz="1214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I</a:t>
            </a:r>
            <a:r>
              <a:rPr lang="zh-TW" altLang="en-US" sz="1214" b="1" kern="0" spc="291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 </a:t>
            </a:r>
            <a:r>
              <a:rPr lang="zh-TW" altLang="en-US" sz="1214" b="1" kern="0" spc="146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上架輔</a:t>
            </a:r>
            <a:r>
              <a:rPr lang="zh-TW" altLang="en-US" sz="1214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助</a:t>
            </a:r>
            <a:endParaRPr lang="zh-TW" sz="1214"/>
          </a:p>
        </p:txBody>
      </p:sp>
      <p:sp>
        <p:nvSpPr>
          <p:cNvPr id="85" name="!!text-3ku" descr="拍張照片，AI 判斷書況與售價"/>
          <p:cNvSpPr txBox="1"/>
          <p:nvPr/>
        </p:nvSpPr>
        <p:spPr>
          <a:xfrm>
            <a:off x="664484" y="866833"/>
            <a:ext cx="6032976" cy="66997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3643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拍張照</a:t>
            </a:r>
            <a:r>
              <a:rPr lang="zh-TW" altLang="en-US" sz="3643" kern="0" spc="-1093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片</a:t>
            </a:r>
            <a:r>
              <a:rPr lang="zh-TW" altLang="en-US" sz="3643" kern="0" spc="-656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，</a:t>
            </a:r>
            <a:r>
              <a:rPr lang="zh-TW" altLang="en-US" sz="3643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AI 判斷書況與售價</a:t>
            </a:r>
            <a:endParaRPr lang="zh-TW" sz="3643"/>
          </a:p>
        </p:txBody>
      </p:sp>
      <p:sp>
        <p:nvSpPr>
          <p:cNvPr id="86" name="!!text-3ld" descr="依 ISBN 查詢書目與網路資料，附上建議售價區間與資料來源。"/>
          <p:cNvSpPr txBox="1"/>
          <p:nvPr/>
        </p:nvSpPr>
        <p:spPr>
          <a:xfrm>
            <a:off x="664484" y="1591195"/>
            <a:ext cx="5411124" cy="27915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518" kern="0" dirty="0">
                <a:solidFill>
                  <a:srgbClr val="3F4A54"/>
                </a:solidFill>
                <a:latin typeface="Noto Sans TC Medium"/>
                <a:ea typeface="Noto Sans TC Medium"/>
                <a:cs typeface="Noto Sans TC Medium"/>
              </a:rPr>
              <a:t>依 ISBN 查詢書目與網路資料，附上建議售價區間與資料來源。</a:t>
            </a:r>
            <a:endParaRPr lang="zh-TW" sz="1518"/>
          </a:p>
        </p:txBody>
      </p:sp>
      <p:sp>
        <p:nvSpPr>
          <p:cNvPr id="87" name="!!rect-7lb"/>
          <p:cNvSpPr/>
          <p:nvPr/>
        </p:nvSpPr>
        <p:spPr>
          <a:xfrm>
            <a:off x="8521700" y="660400"/>
            <a:ext cx="2933700" cy="6121400"/>
          </a:xfrm>
          <a:prstGeom prst="roundRect">
            <a:avLst>
              <a:gd name="adj" fmla="val 18020"/>
            </a:avLst>
          </a:prstGeom>
          <a:solidFill>
            <a:srgbClr val="0B1A26">
              <a:alpha val="30000"/>
            </a:srgbClr>
          </a:solidFill>
          <a:ln>
            <a:noFill/>
          </a:ln>
          <a:effectLst>
            <a:softEdge rad="474980"/>
          </a:effectLst>
        </p:spPr>
      </p:sp>
      <p:sp>
        <p:nvSpPr>
          <p:cNvPr id="88" name="!!rect-7lc"/>
          <p:cNvSpPr/>
          <p:nvPr/>
        </p:nvSpPr>
        <p:spPr>
          <a:xfrm>
            <a:off x="8591550" y="527050"/>
            <a:ext cx="2794000" cy="5829300"/>
          </a:xfrm>
          <a:prstGeom prst="roundRect">
            <a:avLst>
              <a:gd name="adj" fmla="val 16825"/>
            </a:avLst>
          </a:prstGeom>
          <a:solidFill>
            <a:srgbClr val="0B1A26">
              <a:alpha val="16000"/>
            </a:srgbClr>
          </a:solidFill>
          <a:ln>
            <a:noFill/>
          </a:ln>
          <a:effectLst>
            <a:softEdge rad="125730"/>
          </a:effectLst>
        </p:spPr>
      </p:sp>
      <p:sp>
        <p:nvSpPr>
          <p:cNvPr id="89" name="!!rect-7ld"/>
          <p:cNvSpPr/>
          <p:nvPr/>
        </p:nvSpPr>
        <p:spPr>
          <a:xfrm>
            <a:off x="8590280" y="1676400"/>
            <a:ext cx="31750" cy="2159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90" name="!!rect-7le"/>
          <p:cNvSpPr/>
          <p:nvPr/>
        </p:nvSpPr>
        <p:spPr>
          <a:xfrm>
            <a:off x="8590280" y="2108200"/>
            <a:ext cx="31750" cy="4064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91" name="!!rect-7lf"/>
          <p:cNvSpPr/>
          <p:nvPr/>
        </p:nvSpPr>
        <p:spPr>
          <a:xfrm>
            <a:off x="8590280" y="2603500"/>
            <a:ext cx="31750" cy="4064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92" name="!!rect-7lg"/>
          <p:cNvSpPr/>
          <p:nvPr/>
        </p:nvSpPr>
        <p:spPr>
          <a:xfrm>
            <a:off x="11355070" y="2260600"/>
            <a:ext cx="31750" cy="6350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93" name="!!rect-7lh"/>
          <p:cNvSpPr/>
          <p:nvPr/>
        </p:nvSpPr>
        <p:spPr>
          <a:xfrm>
            <a:off x="11357610" y="4114800"/>
            <a:ext cx="25400" cy="419100"/>
          </a:xfrm>
          <a:prstGeom prst="roundRect">
            <a:avLst>
              <a:gd name="adj" fmla="val 50000"/>
            </a:avLst>
          </a:prstGeom>
          <a:solidFill>
            <a:srgbClr val="8795A0"/>
          </a:solidFill>
          <a:ln>
            <a:noFill/>
          </a:ln>
        </p:spPr>
      </p:sp>
      <p:sp>
        <p:nvSpPr>
          <p:cNvPr id="94" name="!!rect-7li"/>
          <p:cNvSpPr/>
          <p:nvPr/>
        </p:nvSpPr>
        <p:spPr>
          <a:xfrm>
            <a:off x="8610600" y="508000"/>
            <a:ext cx="2755900" cy="5753100"/>
          </a:xfrm>
          <a:prstGeom prst="roundRect">
            <a:avLst>
              <a:gd name="adj" fmla="val 16359"/>
            </a:avLst>
          </a:prstGeom>
          <a:gradFill rotWithShape="1">
            <a:gsLst>
              <a:gs pos="0">
                <a:srgbClr val="FBFCFD"/>
              </a:gs>
              <a:gs pos="18000">
                <a:srgbClr val="DDE5EB"/>
              </a:gs>
              <a:gs pos="46000">
                <a:srgbClr val="B4C2CC"/>
              </a:gs>
              <a:gs pos="62000">
                <a:srgbClr val="D3DCE3"/>
              </a:gs>
              <a:gs pos="84000">
                <a:srgbClr val="A9B8C3"/>
              </a:gs>
              <a:gs pos="100000">
                <a:srgbClr val="E8EEF2"/>
              </a:gs>
              <a:gs pos="100000">
                <a:srgbClr val="E8EEF2"/>
              </a:gs>
            </a:gsLst>
            <a:lin ang="3864255" scaled="0"/>
          </a:gradFill>
          <a:ln>
            <a:noFill/>
          </a:ln>
        </p:spPr>
      </p:sp>
      <p:sp>
        <p:nvSpPr>
          <p:cNvPr id="95" name="!!rect-7lj"/>
          <p:cNvSpPr/>
          <p:nvPr/>
        </p:nvSpPr>
        <p:spPr>
          <a:xfrm>
            <a:off x="8614410" y="511810"/>
            <a:ext cx="2748280" cy="5745480"/>
          </a:xfrm>
          <a:prstGeom prst="roundRect">
            <a:avLst>
              <a:gd name="adj" fmla="val 16266"/>
            </a:avLst>
          </a:prstGeom>
          <a:noFill/>
          <a:ln w="7620" cap="flat">
            <a:solidFill>
              <a:srgbClr val="7F8F9B">
                <a:alpha val="55000"/>
              </a:srgbClr>
            </a:solidFill>
            <a:prstDash val="solid"/>
            <a:miter lim="800000"/>
          </a:ln>
        </p:spPr>
      </p:sp>
      <p:sp>
        <p:nvSpPr>
          <p:cNvPr id="96" name="!!rect-7lk"/>
          <p:cNvSpPr/>
          <p:nvPr/>
        </p:nvSpPr>
        <p:spPr>
          <a:xfrm>
            <a:off x="8637270" y="534670"/>
            <a:ext cx="2702560" cy="5699760"/>
          </a:xfrm>
          <a:prstGeom prst="roundRect">
            <a:avLst>
              <a:gd name="adj" fmla="val 15695"/>
            </a:avLst>
          </a:prstGeom>
          <a:noFill/>
          <a:ln w="8890" cap="flat">
            <a:solidFill>
              <a:srgbClr val="FFFFFF">
                <a:alpha val="75000"/>
              </a:srgbClr>
            </a:solidFill>
            <a:prstDash val="solid"/>
            <a:miter lim="800000"/>
          </a:ln>
        </p:spPr>
      </p:sp>
      <p:sp>
        <p:nvSpPr>
          <p:cNvPr id="97" name="!!rect-7ll"/>
          <p:cNvSpPr/>
          <p:nvPr/>
        </p:nvSpPr>
        <p:spPr>
          <a:xfrm>
            <a:off x="8664575" y="561975"/>
            <a:ext cx="2647950" cy="5645150"/>
          </a:xfrm>
          <a:prstGeom prst="roundRect">
            <a:avLst>
              <a:gd name="adj" fmla="val 14988"/>
            </a:avLst>
          </a:prstGeom>
          <a:solidFill>
            <a:srgbClr val="050608"/>
          </a:solidFill>
          <a:ln>
            <a:noFill/>
          </a:ln>
        </p:spPr>
      </p:sp>
      <p:sp>
        <p:nvSpPr>
          <p:cNvPr id="98" name="!!rect-7ln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solidFill>
            <a:srgbClr val="F3F5F7"/>
          </a:solidFill>
          <a:ln>
            <a:noFill/>
          </a:ln>
        </p:spPr>
      </p:sp>
      <p:sp>
        <p:nvSpPr>
          <p:cNvPr id="99" name="!!rect-7lq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solidFill>
            <a:srgbClr val="F3F5F7"/>
          </a:solidFill>
          <a:ln>
            <a:noFill/>
          </a:ln>
        </p:spPr>
      </p:sp>
      <p:sp>
        <p:nvSpPr>
          <p:cNvPr id="100" name="!!path-7ls"/>
          <p:cNvSpPr/>
          <p:nvPr/>
        </p:nvSpPr>
        <p:spPr>
          <a:xfrm>
            <a:off x="8712200" y="609600"/>
            <a:ext cx="2552700" cy="730250"/>
          </a:xfrm>
          <a:custGeom>
            <a:avLst/>
            <a:gdLst/>
            <a:ahLst/>
            <a:cxnLst/>
            <a:rect l="l" t="t" r="r" b="b"/>
            <a:pathLst>
              <a:path w="2552700" h="730250">
                <a:moveTo>
                  <a:pt x="0" y="349250"/>
                </a:moveTo>
                <a:lnTo>
                  <a:pt x="6711" y="281115"/>
                </a:lnTo>
                <a:lnTo>
                  <a:pt x="26585" y="215598"/>
                </a:lnTo>
                <a:lnTo>
                  <a:pt x="58859" y="155217"/>
                </a:lnTo>
                <a:lnTo>
                  <a:pt x="102293" y="102293"/>
                </a:lnTo>
                <a:lnTo>
                  <a:pt x="155217" y="58859"/>
                </a:lnTo>
                <a:lnTo>
                  <a:pt x="215598" y="26585"/>
                </a:lnTo>
                <a:lnTo>
                  <a:pt x="281115" y="6711"/>
                </a:lnTo>
                <a:lnTo>
                  <a:pt x="349250" y="0"/>
                </a:lnTo>
                <a:lnTo>
                  <a:pt x="2203450" y="0"/>
                </a:lnTo>
                <a:lnTo>
                  <a:pt x="2271585" y="6711"/>
                </a:lnTo>
                <a:lnTo>
                  <a:pt x="2337102" y="26585"/>
                </a:lnTo>
                <a:lnTo>
                  <a:pt x="2397483" y="58859"/>
                </a:lnTo>
                <a:lnTo>
                  <a:pt x="2450407" y="102293"/>
                </a:lnTo>
                <a:lnTo>
                  <a:pt x="2493841" y="155217"/>
                </a:lnTo>
                <a:lnTo>
                  <a:pt x="2526115" y="215598"/>
                </a:lnTo>
                <a:lnTo>
                  <a:pt x="2545989" y="281115"/>
                </a:lnTo>
                <a:lnTo>
                  <a:pt x="2552700" y="349250"/>
                </a:lnTo>
                <a:lnTo>
                  <a:pt x="2552700" y="577850"/>
                </a:lnTo>
                <a:lnTo>
                  <a:pt x="2551642" y="602192"/>
                </a:lnTo>
                <a:lnTo>
                  <a:pt x="2548467" y="624417"/>
                </a:lnTo>
                <a:lnTo>
                  <a:pt x="2543175" y="644525"/>
                </a:lnTo>
                <a:lnTo>
                  <a:pt x="2535767" y="662517"/>
                </a:lnTo>
                <a:lnTo>
                  <a:pt x="2526242" y="678392"/>
                </a:lnTo>
                <a:lnTo>
                  <a:pt x="2514600" y="692150"/>
                </a:lnTo>
                <a:lnTo>
                  <a:pt x="2500842" y="703792"/>
                </a:lnTo>
                <a:lnTo>
                  <a:pt x="2484967" y="713317"/>
                </a:lnTo>
                <a:lnTo>
                  <a:pt x="2466975" y="720725"/>
                </a:lnTo>
                <a:lnTo>
                  <a:pt x="2446867" y="726017"/>
                </a:lnTo>
                <a:lnTo>
                  <a:pt x="2424642" y="729192"/>
                </a:lnTo>
                <a:lnTo>
                  <a:pt x="2400300" y="730250"/>
                </a:lnTo>
                <a:lnTo>
                  <a:pt x="152400" y="730250"/>
                </a:lnTo>
                <a:lnTo>
                  <a:pt x="128058" y="729192"/>
                </a:lnTo>
                <a:lnTo>
                  <a:pt x="105833" y="726017"/>
                </a:lnTo>
                <a:lnTo>
                  <a:pt x="85725" y="720725"/>
                </a:lnTo>
                <a:lnTo>
                  <a:pt x="67733" y="713317"/>
                </a:lnTo>
                <a:lnTo>
                  <a:pt x="51858" y="703792"/>
                </a:lnTo>
                <a:lnTo>
                  <a:pt x="38100" y="692150"/>
                </a:lnTo>
                <a:lnTo>
                  <a:pt x="26458" y="678392"/>
                </a:lnTo>
                <a:lnTo>
                  <a:pt x="16933" y="662517"/>
                </a:lnTo>
                <a:lnTo>
                  <a:pt x="9525" y="644525"/>
                </a:lnTo>
                <a:lnTo>
                  <a:pt x="4233" y="624417"/>
                </a:lnTo>
                <a:lnTo>
                  <a:pt x="1058" y="602192"/>
                </a:lnTo>
                <a:lnTo>
                  <a:pt x="0" y="577850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101" name="!!text-7lt" descr="2:25"/>
          <p:cNvSpPr txBox="1"/>
          <p:nvPr/>
        </p:nvSpPr>
        <p:spPr>
          <a:xfrm>
            <a:off x="9020597" y="714883"/>
            <a:ext cx="253790" cy="1563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50" kern="0" dirty="0">
                <a:solidFill>
                  <a:srgbClr val="FFFFFF"/>
                </a:solidFill>
                <a:latin typeface="Noto Sans TC SemiBold"/>
                <a:ea typeface="Noto Sans TC SemiBold"/>
                <a:cs typeface="Noto Sans TC SemiBold"/>
              </a:rPr>
              <a:t>2:25</a:t>
            </a:r>
            <a:endParaRPr lang="zh-TW" sz="850"/>
          </a:p>
        </p:txBody>
      </p:sp>
      <p:sp>
        <p:nvSpPr>
          <p:cNvPr id="102" name="!!rect-7ly"/>
          <p:cNvSpPr/>
          <p:nvPr/>
        </p:nvSpPr>
        <p:spPr>
          <a:xfrm>
            <a:off x="10579100" y="808990"/>
            <a:ext cx="21590" cy="2667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03" name="!!rect-7lz"/>
          <p:cNvSpPr/>
          <p:nvPr/>
        </p:nvSpPr>
        <p:spPr>
          <a:xfrm>
            <a:off x="10612120" y="792480"/>
            <a:ext cx="21590" cy="4318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04" name="!!rect-7m0"/>
          <p:cNvSpPr/>
          <p:nvPr/>
        </p:nvSpPr>
        <p:spPr>
          <a:xfrm>
            <a:off x="10645140" y="775970"/>
            <a:ext cx="21590" cy="5969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05" name="!!rect-7m1"/>
          <p:cNvSpPr/>
          <p:nvPr/>
        </p:nvSpPr>
        <p:spPr>
          <a:xfrm>
            <a:off x="10678160" y="759460"/>
            <a:ext cx="21590" cy="7620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06" name="!!path-7m2"/>
          <p:cNvSpPr/>
          <p:nvPr/>
        </p:nvSpPr>
        <p:spPr>
          <a:xfrm>
            <a:off x="10763250" y="763570"/>
            <a:ext cx="95250" cy="70820"/>
          </a:xfrm>
          <a:custGeom>
            <a:avLst/>
            <a:gdLst/>
            <a:ahLst/>
            <a:cxnLst/>
            <a:rect l="l" t="t" r="r" b="b"/>
            <a:pathLst>
              <a:path w="95250" h="70820">
                <a:moveTo>
                  <a:pt x="47625" y="70820"/>
                </a:moveTo>
                <a:lnTo>
                  <a:pt x="31115" y="51135"/>
                </a:lnTo>
                <a:cubicBezTo>
                  <a:pt x="40714" y="43262"/>
                  <a:pt x="54536" y="43262"/>
                  <a:pt x="64135" y="51135"/>
                </a:cubicBezTo>
                <a:close/>
                <a:moveTo>
                  <a:pt x="0" y="23830"/>
                </a:moveTo>
                <a:cubicBezTo>
                  <a:pt x="27279" y="0"/>
                  <a:pt x="67971" y="0"/>
                  <a:pt x="95250" y="23830"/>
                </a:cubicBezTo>
                <a:lnTo>
                  <a:pt x="83820" y="37165"/>
                </a:lnTo>
                <a:cubicBezTo>
                  <a:pt x="63051" y="19153"/>
                  <a:pt x="32199" y="19153"/>
                  <a:pt x="11430" y="37165"/>
                </a:cubicBezTo>
                <a:close/>
                <a:moveTo>
                  <a:pt x="16510" y="43515"/>
                </a:moveTo>
                <a:cubicBezTo>
                  <a:pt x="34385" y="28089"/>
                  <a:pt x="60865" y="28089"/>
                  <a:pt x="78740" y="43515"/>
                </a:cubicBezTo>
                <a:lnTo>
                  <a:pt x="67310" y="56850"/>
                </a:lnTo>
                <a:cubicBezTo>
                  <a:pt x="55947" y="47238"/>
                  <a:pt x="39303" y="47238"/>
                  <a:pt x="27940" y="5685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07" name="!!rect-7m3"/>
          <p:cNvSpPr/>
          <p:nvPr/>
        </p:nvSpPr>
        <p:spPr>
          <a:xfrm>
            <a:off x="10902950" y="760730"/>
            <a:ext cx="161925" cy="78740"/>
          </a:xfrm>
          <a:prstGeom prst="roundRect">
            <a:avLst>
              <a:gd name="adj" fmla="val 32258"/>
            </a:avLst>
          </a:prstGeom>
          <a:noFill/>
          <a:ln w="6985" cap="flat">
            <a:solidFill>
              <a:srgbClr val="FFFFFF">
                <a:alpha val="38000"/>
              </a:srgbClr>
            </a:solidFill>
            <a:prstDash val="solid"/>
            <a:miter lim="800000"/>
          </a:ln>
        </p:spPr>
      </p:sp>
      <p:sp>
        <p:nvSpPr>
          <p:cNvPr id="108" name="!!rect-7m4"/>
          <p:cNvSpPr/>
          <p:nvPr/>
        </p:nvSpPr>
        <p:spPr>
          <a:xfrm>
            <a:off x="10916285" y="774065"/>
            <a:ext cx="110909" cy="52070"/>
          </a:xfrm>
          <a:prstGeom prst="roundRect">
            <a:avLst>
              <a:gd name="adj" fmla="val 26829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09" name="!!path-7m5"/>
          <p:cNvSpPr/>
          <p:nvPr/>
        </p:nvSpPr>
        <p:spPr>
          <a:xfrm>
            <a:off x="11074400" y="786130"/>
            <a:ext cx="10345" cy="27940"/>
          </a:xfrm>
          <a:custGeom>
            <a:avLst/>
            <a:gdLst/>
            <a:ahLst/>
            <a:cxnLst/>
            <a:rect l="l" t="t" r="r" b="b"/>
            <a:pathLst>
              <a:path w="10345" h="27940">
                <a:moveTo>
                  <a:pt x="0" y="0"/>
                </a:moveTo>
                <a:lnTo>
                  <a:pt x="0" y="27940"/>
                </a:lnTo>
                <a:cubicBezTo>
                  <a:pt x="6146" y="26066"/>
                  <a:pt x="10345" y="20395"/>
                  <a:pt x="10345" y="13970"/>
                </a:cubicBezTo>
                <a:cubicBezTo>
                  <a:pt x="10345" y="7545"/>
                  <a:pt x="6146" y="1874"/>
                  <a:pt x="0" y="0"/>
                </a:cubicBezTo>
                <a:close/>
              </a:path>
            </a:pathLst>
          </a:custGeom>
          <a:solidFill>
            <a:srgbClr val="FFFFFF">
              <a:alpha val="45000"/>
            </a:srgbClr>
          </a:solidFill>
          <a:ln>
            <a:noFill/>
          </a:ln>
        </p:spPr>
      </p:sp>
      <p:sp>
        <p:nvSpPr>
          <p:cNvPr id="110" name="!!path-7m6"/>
          <p:cNvSpPr/>
          <p:nvPr/>
        </p:nvSpPr>
        <p:spPr>
          <a:xfrm>
            <a:off x="8845537" y="1109129"/>
            <a:ext cx="62258" cy="105791"/>
          </a:xfrm>
          <a:custGeom>
            <a:avLst/>
            <a:gdLst/>
            <a:ahLst/>
            <a:cxnLst/>
            <a:rect l="l" t="t" r="r" b="b"/>
            <a:pathLst>
              <a:path w="62258" h="105791">
                <a:moveTo>
                  <a:pt x="62258" y="9363"/>
                </a:moveTo>
                <a:lnTo>
                  <a:pt x="52896" y="0"/>
                </a:lnTo>
                <a:lnTo>
                  <a:pt x="0" y="52896"/>
                </a:lnTo>
                <a:lnTo>
                  <a:pt x="52896" y="105791"/>
                </a:lnTo>
                <a:lnTo>
                  <a:pt x="62258" y="96429"/>
                </a:lnTo>
                <a:lnTo>
                  <a:pt x="18725" y="5289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11" name="!!text-7m7" descr="上架書籍"/>
          <p:cNvSpPr txBox="1"/>
          <p:nvPr/>
        </p:nvSpPr>
        <p:spPr>
          <a:xfrm>
            <a:off x="9759950" y="1070737"/>
            <a:ext cx="491490" cy="16550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1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上架書籍</a:t>
            </a:r>
            <a:endParaRPr lang="zh-TW" sz="900"/>
          </a:p>
        </p:txBody>
      </p:sp>
      <p:sp>
        <p:nvSpPr>
          <p:cNvPr id="112" name="!!text-7mc" descr="書況照片"/>
          <p:cNvSpPr txBox="1"/>
          <p:nvPr/>
        </p:nvSpPr>
        <p:spPr>
          <a:xfrm>
            <a:off x="8839200" y="1466342"/>
            <a:ext cx="354965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kern="0" dirty="0">
                <a:solidFill>
                  <a:srgbClr val="5B6770"/>
                </a:solidFill>
                <a:latin typeface="Noto Sans TC SemiBold"/>
                <a:ea typeface="Noto Sans TC SemiBold"/>
                <a:cs typeface="Noto Sans TC SemiBold"/>
              </a:rPr>
              <a:t>書況照片</a:t>
            </a:r>
            <a:endParaRPr lang="zh-TW" sz="650"/>
          </a:p>
        </p:txBody>
      </p:sp>
      <p:sp>
        <p:nvSpPr>
          <p:cNvPr id="113" name="!!rect-7mi"/>
          <p:cNvSpPr/>
          <p:nvPr/>
        </p:nvSpPr>
        <p:spPr>
          <a:xfrm>
            <a:off x="8813800" y="1638300"/>
            <a:ext cx="723900" cy="723900"/>
          </a:xfrm>
          <a:prstGeom prst="roundRect">
            <a:avLst>
              <a:gd name="adj" fmla="val 12281"/>
            </a:avLst>
          </a:prstGeom>
          <a:solidFill>
            <a:srgbClr val="DDE3E7"/>
          </a:solidFill>
          <a:ln>
            <a:noFill/>
          </a:ln>
        </p:spPr>
      </p:sp>
      <p:sp>
        <p:nvSpPr>
          <p:cNvPr id="114" name="!!rect-7mk"/>
          <p:cNvSpPr/>
          <p:nvPr/>
        </p:nvSpPr>
        <p:spPr>
          <a:xfrm>
            <a:off x="8953500" y="1701800"/>
            <a:ext cx="444500" cy="596900"/>
          </a:xfrm>
          <a:prstGeom prst="roundRect">
            <a:avLst>
              <a:gd name="adj" fmla="val 5714"/>
            </a:avLst>
          </a:prstGeom>
          <a:gradFill rotWithShape="1">
            <a:gsLst>
              <a:gs pos="0">
                <a:srgbClr val="5D856F"/>
              </a:gs>
              <a:gs pos="100000">
                <a:srgbClr val="3F624F"/>
              </a:gs>
            </a:gsLst>
            <a:lin ang="3199539" scaled="0"/>
          </a:gradFill>
          <a:ln>
            <a:noFill/>
          </a:ln>
        </p:spPr>
      </p:sp>
      <p:sp>
        <p:nvSpPr>
          <p:cNvPr id="115" name="!!rect-7ml"/>
          <p:cNvSpPr/>
          <p:nvPr/>
        </p:nvSpPr>
        <p:spPr>
          <a:xfrm>
            <a:off x="8993505" y="1701800"/>
            <a:ext cx="22225" cy="596900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</p:spPr>
      </p:sp>
      <p:sp>
        <p:nvSpPr>
          <p:cNvPr id="116" name="!!rect-7mm"/>
          <p:cNvSpPr/>
          <p:nvPr/>
        </p:nvSpPr>
        <p:spPr>
          <a:xfrm>
            <a:off x="9064625" y="1809242"/>
            <a:ext cx="248920" cy="41783"/>
          </a:xfrm>
          <a:prstGeom prst="roundRect">
            <a:avLst>
              <a:gd name="adj" fmla="val 28571"/>
            </a:avLst>
          </a:prstGeom>
          <a:solidFill>
            <a:srgbClr val="E7D9B8"/>
          </a:solidFill>
          <a:ln>
            <a:noFill/>
          </a:ln>
        </p:spPr>
      </p:sp>
      <p:sp>
        <p:nvSpPr>
          <p:cNvPr id="117" name="!!rect-7mn"/>
          <p:cNvSpPr/>
          <p:nvPr/>
        </p:nvSpPr>
        <p:spPr>
          <a:xfrm>
            <a:off x="9064625" y="1880870"/>
            <a:ext cx="168910" cy="26861"/>
          </a:xfrm>
          <a:prstGeom prst="roundRect">
            <a:avLst>
              <a:gd name="adj" fmla="val 44444"/>
            </a:avLst>
          </a:prstGeom>
          <a:solidFill>
            <a:srgbClr val="E7D9B8">
              <a:alpha val="72000"/>
            </a:srgbClr>
          </a:solidFill>
          <a:ln>
            <a:noFill/>
          </a:ln>
        </p:spPr>
      </p:sp>
      <p:sp>
        <p:nvSpPr>
          <p:cNvPr id="118" name="!!rect-7mo"/>
          <p:cNvSpPr/>
          <p:nvPr/>
        </p:nvSpPr>
        <p:spPr>
          <a:xfrm>
            <a:off x="9064625" y="2179320"/>
            <a:ext cx="124460" cy="23876"/>
          </a:xfrm>
          <a:prstGeom prst="roundRect">
            <a:avLst>
              <a:gd name="adj" fmla="val 50000"/>
            </a:avLst>
          </a:prstGeom>
          <a:solidFill>
            <a:srgbClr val="E7D9B8">
              <a:alpha val="55000"/>
            </a:srgbClr>
          </a:solidFill>
          <a:ln>
            <a:noFill/>
          </a:ln>
        </p:spPr>
      </p:sp>
      <p:sp>
        <p:nvSpPr>
          <p:cNvPr id="119" name="!!rect-7mq"/>
          <p:cNvSpPr/>
          <p:nvPr/>
        </p:nvSpPr>
        <p:spPr>
          <a:xfrm>
            <a:off x="9601200" y="1638300"/>
            <a:ext cx="723900" cy="723900"/>
          </a:xfrm>
          <a:prstGeom prst="roundRect">
            <a:avLst>
              <a:gd name="adj" fmla="val 12281"/>
            </a:avLst>
          </a:prstGeom>
          <a:solidFill>
            <a:srgbClr val="DDE3E7"/>
          </a:solidFill>
          <a:ln>
            <a:noFill/>
          </a:ln>
        </p:spPr>
      </p:sp>
      <p:sp>
        <p:nvSpPr>
          <p:cNvPr id="120" name="!!rect-7ms"/>
          <p:cNvSpPr/>
          <p:nvPr/>
        </p:nvSpPr>
        <p:spPr>
          <a:xfrm>
            <a:off x="9740900" y="1701800"/>
            <a:ext cx="444500" cy="596900"/>
          </a:xfrm>
          <a:prstGeom prst="roundRect">
            <a:avLst>
              <a:gd name="adj" fmla="val 5714"/>
            </a:avLst>
          </a:prstGeom>
          <a:gradFill rotWithShape="1">
            <a:gsLst>
              <a:gs pos="0">
                <a:srgbClr val="69927B"/>
              </a:gs>
              <a:gs pos="100000">
                <a:srgbClr val="4A6D5A"/>
              </a:gs>
            </a:gsLst>
            <a:lin ang="3199539" scaled="0"/>
          </a:gradFill>
          <a:ln>
            <a:noFill/>
          </a:ln>
        </p:spPr>
      </p:sp>
      <p:sp>
        <p:nvSpPr>
          <p:cNvPr id="121" name="!!rect-7mt"/>
          <p:cNvSpPr/>
          <p:nvPr/>
        </p:nvSpPr>
        <p:spPr>
          <a:xfrm>
            <a:off x="9780905" y="1701800"/>
            <a:ext cx="22225" cy="596900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</p:spPr>
      </p:sp>
      <p:sp>
        <p:nvSpPr>
          <p:cNvPr id="122" name="!!rect-7mu"/>
          <p:cNvSpPr/>
          <p:nvPr/>
        </p:nvSpPr>
        <p:spPr>
          <a:xfrm>
            <a:off x="9852025" y="1809242"/>
            <a:ext cx="248920" cy="41783"/>
          </a:xfrm>
          <a:prstGeom prst="roundRect">
            <a:avLst>
              <a:gd name="adj" fmla="val 28571"/>
            </a:avLst>
          </a:prstGeom>
          <a:solidFill>
            <a:srgbClr val="EFE6D0"/>
          </a:solidFill>
          <a:ln>
            <a:noFill/>
          </a:ln>
        </p:spPr>
      </p:sp>
      <p:sp>
        <p:nvSpPr>
          <p:cNvPr id="123" name="!!rect-7mv"/>
          <p:cNvSpPr/>
          <p:nvPr/>
        </p:nvSpPr>
        <p:spPr>
          <a:xfrm>
            <a:off x="9852025" y="1880870"/>
            <a:ext cx="168910" cy="26861"/>
          </a:xfrm>
          <a:prstGeom prst="roundRect">
            <a:avLst>
              <a:gd name="adj" fmla="val 44444"/>
            </a:avLst>
          </a:prstGeom>
          <a:solidFill>
            <a:srgbClr val="EFE6D0">
              <a:alpha val="72000"/>
            </a:srgbClr>
          </a:solidFill>
          <a:ln>
            <a:noFill/>
          </a:ln>
        </p:spPr>
      </p:sp>
      <p:sp>
        <p:nvSpPr>
          <p:cNvPr id="124" name="!!rect-7mw"/>
          <p:cNvSpPr/>
          <p:nvPr/>
        </p:nvSpPr>
        <p:spPr>
          <a:xfrm>
            <a:off x="9852025" y="2179320"/>
            <a:ext cx="124460" cy="23876"/>
          </a:xfrm>
          <a:prstGeom prst="roundRect">
            <a:avLst>
              <a:gd name="adj" fmla="val 50000"/>
            </a:avLst>
          </a:prstGeom>
          <a:solidFill>
            <a:srgbClr val="EFE6D0">
              <a:alpha val="55000"/>
            </a:srgbClr>
          </a:solidFill>
          <a:ln>
            <a:noFill/>
          </a:ln>
        </p:spPr>
      </p:sp>
      <p:sp>
        <p:nvSpPr>
          <p:cNvPr id="125" name="!!rect-7my"/>
          <p:cNvSpPr/>
          <p:nvPr/>
        </p:nvSpPr>
        <p:spPr>
          <a:xfrm>
            <a:off x="10388600" y="1638300"/>
            <a:ext cx="723900" cy="723900"/>
          </a:xfrm>
          <a:prstGeom prst="roundRect">
            <a:avLst>
              <a:gd name="adj" fmla="val 12281"/>
            </a:avLst>
          </a:prstGeom>
          <a:solidFill>
            <a:srgbClr val="DDE3E7"/>
          </a:solidFill>
          <a:ln>
            <a:noFill/>
          </a:ln>
        </p:spPr>
      </p:sp>
      <p:sp>
        <p:nvSpPr>
          <p:cNvPr id="126" name="!!rect-7n0"/>
          <p:cNvSpPr/>
          <p:nvPr/>
        </p:nvSpPr>
        <p:spPr>
          <a:xfrm>
            <a:off x="10528300" y="1701800"/>
            <a:ext cx="444500" cy="596900"/>
          </a:xfrm>
          <a:prstGeom prst="roundRect">
            <a:avLst>
              <a:gd name="adj" fmla="val 5714"/>
            </a:avLst>
          </a:prstGeom>
          <a:gradFill rotWithShape="1">
            <a:gsLst>
              <a:gs pos="0">
                <a:srgbClr val="567B67"/>
              </a:gs>
              <a:gs pos="100000">
                <a:srgbClr val="395948"/>
              </a:gs>
            </a:gsLst>
            <a:lin ang="3199539" scaled="0"/>
          </a:gradFill>
          <a:ln>
            <a:noFill/>
          </a:ln>
        </p:spPr>
      </p:sp>
      <p:sp>
        <p:nvSpPr>
          <p:cNvPr id="127" name="!!rect-7n1"/>
          <p:cNvSpPr/>
          <p:nvPr/>
        </p:nvSpPr>
        <p:spPr>
          <a:xfrm>
            <a:off x="10568305" y="1701800"/>
            <a:ext cx="22225" cy="596900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</p:spPr>
      </p:sp>
      <p:sp>
        <p:nvSpPr>
          <p:cNvPr id="128" name="!!rect-7n2"/>
          <p:cNvSpPr/>
          <p:nvPr/>
        </p:nvSpPr>
        <p:spPr>
          <a:xfrm>
            <a:off x="10639425" y="1809242"/>
            <a:ext cx="248920" cy="41783"/>
          </a:xfrm>
          <a:prstGeom prst="roundRect">
            <a:avLst>
              <a:gd name="adj" fmla="val 28571"/>
            </a:avLst>
          </a:prstGeom>
          <a:solidFill>
            <a:srgbClr val="E2D3B0"/>
          </a:solidFill>
          <a:ln>
            <a:noFill/>
          </a:ln>
        </p:spPr>
      </p:sp>
      <p:sp>
        <p:nvSpPr>
          <p:cNvPr id="129" name="!!rect-7n3"/>
          <p:cNvSpPr/>
          <p:nvPr/>
        </p:nvSpPr>
        <p:spPr>
          <a:xfrm>
            <a:off x="10639425" y="1880870"/>
            <a:ext cx="168910" cy="26861"/>
          </a:xfrm>
          <a:prstGeom prst="roundRect">
            <a:avLst>
              <a:gd name="adj" fmla="val 44444"/>
            </a:avLst>
          </a:prstGeom>
          <a:solidFill>
            <a:srgbClr val="E2D3B0">
              <a:alpha val="72000"/>
            </a:srgbClr>
          </a:solidFill>
          <a:ln>
            <a:noFill/>
          </a:ln>
        </p:spPr>
      </p:sp>
      <p:sp>
        <p:nvSpPr>
          <p:cNvPr id="130" name="!!rect-7n4"/>
          <p:cNvSpPr/>
          <p:nvPr/>
        </p:nvSpPr>
        <p:spPr>
          <a:xfrm>
            <a:off x="10639425" y="2179320"/>
            <a:ext cx="124460" cy="23876"/>
          </a:xfrm>
          <a:prstGeom prst="roundRect">
            <a:avLst>
              <a:gd name="adj" fmla="val 50000"/>
            </a:avLst>
          </a:prstGeom>
          <a:solidFill>
            <a:srgbClr val="E2D3B0">
              <a:alpha val="55000"/>
            </a:srgbClr>
          </a:solidFill>
          <a:ln>
            <a:noFill/>
          </a:ln>
        </p:spPr>
      </p:sp>
      <p:sp>
        <p:nvSpPr>
          <p:cNvPr id="131" name="!!text-7n5" descr="書名"/>
          <p:cNvSpPr txBox="1"/>
          <p:nvPr/>
        </p:nvSpPr>
        <p:spPr>
          <a:xfrm>
            <a:off x="8839200" y="2469642"/>
            <a:ext cx="189865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kern="0" dirty="0">
                <a:solidFill>
                  <a:srgbClr val="5B6770"/>
                </a:solidFill>
                <a:latin typeface="Noto Sans TC SemiBold"/>
                <a:ea typeface="Noto Sans TC SemiBold"/>
                <a:cs typeface="Noto Sans TC SemiBold"/>
              </a:rPr>
              <a:t>書名</a:t>
            </a:r>
            <a:endParaRPr lang="zh-TW" sz="650"/>
          </a:p>
        </p:txBody>
      </p:sp>
      <p:sp>
        <p:nvSpPr>
          <p:cNvPr id="132" name="!!rect-7n8"/>
          <p:cNvSpPr/>
          <p:nvPr/>
        </p:nvSpPr>
        <p:spPr>
          <a:xfrm>
            <a:off x="8813800" y="2628900"/>
            <a:ext cx="2349500" cy="292100"/>
          </a:xfrm>
          <a:prstGeom prst="roundRect">
            <a:avLst>
              <a:gd name="adj" fmla="val 30435"/>
            </a:avLst>
          </a:prstGeom>
          <a:solidFill>
            <a:srgbClr val="FFFFFF"/>
          </a:solidFill>
          <a:ln w="6350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133" name="!!text-7n9" descr="統計學概論"/>
          <p:cNvSpPr txBox="1"/>
          <p:nvPr/>
        </p:nvSpPr>
        <p:spPr>
          <a:xfrm>
            <a:off x="8915400" y="2699385"/>
            <a:ext cx="504825" cy="1379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0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統計學概論</a:t>
            </a:r>
            <a:endParaRPr lang="zh-TW" sz="750"/>
          </a:p>
        </p:txBody>
      </p:sp>
      <p:sp>
        <p:nvSpPr>
          <p:cNvPr id="134" name="!!text-7nf" descr="書況"/>
          <p:cNvSpPr txBox="1"/>
          <p:nvPr/>
        </p:nvSpPr>
        <p:spPr>
          <a:xfrm>
            <a:off x="8839200" y="2926842"/>
            <a:ext cx="189865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kern="0" dirty="0">
                <a:solidFill>
                  <a:srgbClr val="5B6770"/>
                </a:solidFill>
                <a:latin typeface="Noto Sans TC SemiBold"/>
                <a:ea typeface="Noto Sans TC SemiBold"/>
                <a:cs typeface="Noto Sans TC SemiBold"/>
              </a:rPr>
              <a:t>書況</a:t>
            </a:r>
            <a:endParaRPr lang="zh-TW" sz="650"/>
          </a:p>
        </p:txBody>
      </p:sp>
      <p:sp>
        <p:nvSpPr>
          <p:cNvPr id="135" name="!!rect-7ni"/>
          <p:cNvSpPr/>
          <p:nvPr/>
        </p:nvSpPr>
        <p:spPr>
          <a:xfrm>
            <a:off x="8813800" y="3086100"/>
            <a:ext cx="2349500" cy="292100"/>
          </a:xfrm>
          <a:prstGeom prst="roundRect">
            <a:avLst>
              <a:gd name="adj" fmla="val 30435"/>
            </a:avLst>
          </a:prstGeom>
          <a:solidFill>
            <a:srgbClr val="FFFFFF"/>
          </a:solidFill>
          <a:ln w="6350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136" name="!!text-7nj" descr="售價"/>
          <p:cNvSpPr txBox="1"/>
          <p:nvPr/>
        </p:nvSpPr>
        <p:spPr>
          <a:xfrm>
            <a:off x="8839200" y="3384042"/>
            <a:ext cx="189865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kern="0" dirty="0">
                <a:solidFill>
                  <a:srgbClr val="5B6770"/>
                </a:solidFill>
                <a:latin typeface="Noto Sans TC SemiBold"/>
                <a:ea typeface="Noto Sans TC SemiBold"/>
                <a:cs typeface="Noto Sans TC SemiBold"/>
              </a:rPr>
              <a:t>售價</a:t>
            </a:r>
            <a:endParaRPr lang="zh-TW" sz="650"/>
          </a:p>
        </p:txBody>
      </p:sp>
      <p:sp>
        <p:nvSpPr>
          <p:cNvPr id="137" name="!!rect-7nm"/>
          <p:cNvSpPr/>
          <p:nvPr/>
        </p:nvSpPr>
        <p:spPr>
          <a:xfrm>
            <a:off x="8813800" y="3543300"/>
            <a:ext cx="2349500" cy="292100"/>
          </a:xfrm>
          <a:prstGeom prst="roundRect">
            <a:avLst>
              <a:gd name="adj" fmla="val 30435"/>
            </a:avLst>
          </a:prstGeom>
          <a:solidFill>
            <a:srgbClr val="FFFFFF"/>
          </a:solidFill>
          <a:ln w="6350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138" name="!!rect-7nn"/>
          <p:cNvSpPr/>
          <p:nvPr/>
        </p:nvSpPr>
        <p:spPr>
          <a:xfrm>
            <a:off x="8813800" y="3911600"/>
            <a:ext cx="2349500" cy="317500"/>
          </a:xfrm>
          <a:prstGeom prst="roundRect">
            <a:avLst>
              <a:gd name="adj" fmla="val 28000"/>
            </a:avLst>
          </a:prstGeom>
          <a:solidFill>
            <a:srgbClr val="627D8D">
              <a:alpha val="8000"/>
            </a:srgbClr>
          </a:solidFill>
          <a:ln w="6350" cap="flat">
            <a:solidFill>
              <a:srgbClr val="627D8D">
                <a:alpha val="35000"/>
              </a:srgbClr>
            </a:solidFill>
            <a:prstDash val="solid"/>
            <a:miter lim="800000"/>
          </a:ln>
        </p:spPr>
      </p:sp>
      <p:sp>
        <p:nvSpPr>
          <p:cNvPr id="139" name="!!path-7no"/>
          <p:cNvSpPr/>
          <p:nvPr/>
        </p:nvSpPr>
        <p:spPr>
          <a:xfrm>
            <a:off x="8920429" y="4015054"/>
            <a:ext cx="110642" cy="110642"/>
          </a:xfrm>
          <a:custGeom>
            <a:avLst/>
            <a:gdLst/>
            <a:ahLst/>
            <a:cxnLst/>
            <a:rect l="l" t="t" r="r" b="b"/>
            <a:pathLst>
              <a:path w="110642" h="110642">
                <a:moveTo>
                  <a:pt x="90526" y="40234"/>
                </a:moveTo>
                <a:lnTo>
                  <a:pt x="96812" y="26403"/>
                </a:lnTo>
                <a:lnTo>
                  <a:pt x="110642" y="20117"/>
                </a:lnTo>
                <a:lnTo>
                  <a:pt x="96812" y="13830"/>
                </a:lnTo>
                <a:lnTo>
                  <a:pt x="90526" y="0"/>
                </a:lnTo>
                <a:lnTo>
                  <a:pt x="84239" y="13830"/>
                </a:lnTo>
                <a:lnTo>
                  <a:pt x="70409" y="20117"/>
                </a:lnTo>
                <a:lnTo>
                  <a:pt x="84239" y="26403"/>
                </a:lnTo>
                <a:lnTo>
                  <a:pt x="90526" y="40234"/>
                </a:lnTo>
                <a:close/>
                <a:moveTo>
                  <a:pt x="52807" y="42748"/>
                </a:moveTo>
                <a:lnTo>
                  <a:pt x="40234" y="15088"/>
                </a:lnTo>
                <a:lnTo>
                  <a:pt x="27661" y="42748"/>
                </a:lnTo>
                <a:lnTo>
                  <a:pt x="0" y="55321"/>
                </a:lnTo>
                <a:lnTo>
                  <a:pt x="27661" y="67894"/>
                </a:lnTo>
                <a:lnTo>
                  <a:pt x="40234" y="95555"/>
                </a:lnTo>
                <a:lnTo>
                  <a:pt x="52807" y="67894"/>
                </a:lnTo>
                <a:lnTo>
                  <a:pt x="80467" y="55321"/>
                </a:lnTo>
                <a:lnTo>
                  <a:pt x="52807" y="42748"/>
                </a:lnTo>
                <a:close/>
                <a:moveTo>
                  <a:pt x="90526" y="70409"/>
                </a:moveTo>
                <a:lnTo>
                  <a:pt x="84239" y="84239"/>
                </a:lnTo>
                <a:lnTo>
                  <a:pt x="70409" y="90526"/>
                </a:lnTo>
                <a:lnTo>
                  <a:pt x="84239" y="96812"/>
                </a:lnTo>
                <a:lnTo>
                  <a:pt x="90526" y="110642"/>
                </a:lnTo>
                <a:lnTo>
                  <a:pt x="96812" y="96812"/>
                </a:lnTo>
                <a:lnTo>
                  <a:pt x="110642" y="90526"/>
                </a:lnTo>
                <a:lnTo>
                  <a:pt x="96812" y="84239"/>
                </a:lnTo>
                <a:lnTo>
                  <a:pt x="90526" y="70409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140" name="!!text-7np" descr="AI 帶入"/>
          <p:cNvSpPr txBox="1"/>
          <p:nvPr/>
        </p:nvSpPr>
        <p:spPr>
          <a:xfrm>
            <a:off x="9093200" y="3998976"/>
            <a:ext cx="310972" cy="12872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AI 帶入</a:t>
            </a:r>
            <a:endParaRPr lang="zh-TW" sz="700"/>
          </a:p>
        </p:txBody>
      </p:sp>
      <p:sp>
        <p:nvSpPr>
          <p:cNvPr id="141" name="!!rect-7nu"/>
          <p:cNvSpPr/>
          <p:nvPr/>
        </p:nvSpPr>
        <p:spPr>
          <a:xfrm>
            <a:off x="9531350" y="6076950"/>
            <a:ext cx="914400" cy="31750"/>
          </a:xfrm>
          <a:prstGeom prst="roundRect">
            <a:avLst>
              <a:gd name="adj" fmla="val 50000"/>
            </a:avLst>
          </a:prstGeom>
          <a:solidFill>
            <a:srgbClr val="000000">
              <a:alpha val="90000"/>
            </a:srgbClr>
          </a:solidFill>
          <a:ln>
            <a:noFill/>
          </a:ln>
        </p:spPr>
      </p:sp>
      <p:sp>
        <p:nvSpPr>
          <p:cNvPr id="142" name="!!rect-7nv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solidFill>
            <a:srgbClr val="000000">
              <a:alpha val="45000"/>
            </a:srgbClr>
          </a:solidFill>
          <a:ln>
            <a:noFill/>
          </a:ln>
        </p:spPr>
      </p:sp>
      <p:sp>
        <p:nvSpPr>
          <p:cNvPr id="143" name="!!text-7nw" descr="2:25"/>
          <p:cNvSpPr txBox="1"/>
          <p:nvPr/>
        </p:nvSpPr>
        <p:spPr>
          <a:xfrm>
            <a:off x="9020597" y="714883"/>
            <a:ext cx="253790" cy="1563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50" kern="0" dirty="0">
                <a:solidFill>
                  <a:srgbClr val="FFFFFF"/>
                </a:solidFill>
                <a:latin typeface="Noto Sans TC SemiBold"/>
                <a:ea typeface="Noto Sans TC SemiBold"/>
                <a:cs typeface="Noto Sans TC SemiBold"/>
              </a:rPr>
              <a:t>2:25</a:t>
            </a:r>
            <a:endParaRPr lang="zh-TW" sz="850"/>
          </a:p>
        </p:txBody>
      </p:sp>
      <p:sp>
        <p:nvSpPr>
          <p:cNvPr id="144" name="!!rect-7o1"/>
          <p:cNvSpPr/>
          <p:nvPr/>
        </p:nvSpPr>
        <p:spPr>
          <a:xfrm>
            <a:off x="10579100" y="808990"/>
            <a:ext cx="21590" cy="2667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45" name="!!rect-7o2"/>
          <p:cNvSpPr/>
          <p:nvPr/>
        </p:nvSpPr>
        <p:spPr>
          <a:xfrm>
            <a:off x="10612120" y="792480"/>
            <a:ext cx="21590" cy="4318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46" name="!!rect-7o3"/>
          <p:cNvSpPr/>
          <p:nvPr/>
        </p:nvSpPr>
        <p:spPr>
          <a:xfrm>
            <a:off x="10645140" y="775970"/>
            <a:ext cx="21590" cy="5969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47" name="!!rect-7o4"/>
          <p:cNvSpPr/>
          <p:nvPr/>
        </p:nvSpPr>
        <p:spPr>
          <a:xfrm>
            <a:off x="10678160" y="759460"/>
            <a:ext cx="21590" cy="7620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48" name="!!path-7o5"/>
          <p:cNvSpPr/>
          <p:nvPr/>
        </p:nvSpPr>
        <p:spPr>
          <a:xfrm>
            <a:off x="10763250" y="763570"/>
            <a:ext cx="95250" cy="70820"/>
          </a:xfrm>
          <a:custGeom>
            <a:avLst/>
            <a:gdLst/>
            <a:ahLst/>
            <a:cxnLst/>
            <a:rect l="l" t="t" r="r" b="b"/>
            <a:pathLst>
              <a:path w="95250" h="70820">
                <a:moveTo>
                  <a:pt x="47625" y="70820"/>
                </a:moveTo>
                <a:lnTo>
                  <a:pt x="31115" y="51135"/>
                </a:lnTo>
                <a:cubicBezTo>
                  <a:pt x="40714" y="43262"/>
                  <a:pt x="54536" y="43262"/>
                  <a:pt x="64135" y="51135"/>
                </a:cubicBezTo>
                <a:close/>
                <a:moveTo>
                  <a:pt x="0" y="23830"/>
                </a:moveTo>
                <a:cubicBezTo>
                  <a:pt x="27279" y="0"/>
                  <a:pt x="67971" y="0"/>
                  <a:pt x="95250" y="23830"/>
                </a:cubicBezTo>
                <a:lnTo>
                  <a:pt x="83820" y="37165"/>
                </a:lnTo>
                <a:cubicBezTo>
                  <a:pt x="63051" y="19153"/>
                  <a:pt x="32199" y="19153"/>
                  <a:pt x="11430" y="37165"/>
                </a:cubicBezTo>
                <a:close/>
                <a:moveTo>
                  <a:pt x="16510" y="43515"/>
                </a:moveTo>
                <a:cubicBezTo>
                  <a:pt x="34385" y="28089"/>
                  <a:pt x="60865" y="28089"/>
                  <a:pt x="78740" y="43515"/>
                </a:cubicBezTo>
                <a:lnTo>
                  <a:pt x="67310" y="56850"/>
                </a:lnTo>
                <a:cubicBezTo>
                  <a:pt x="55947" y="47238"/>
                  <a:pt x="39303" y="47238"/>
                  <a:pt x="27940" y="5685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49" name="!!rect-7o6"/>
          <p:cNvSpPr/>
          <p:nvPr/>
        </p:nvSpPr>
        <p:spPr>
          <a:xfrm>
            <a:off x="10902950" y="760730"/>
            <a:ext cx="161925" cy="78740"/>
          </a:xfrm>
          <a:prstGeom prst="roundRect">
            <a:avLst>
              <a:gd name="adj" fmla="val 32258"/>
            </a:avLst>
          </a:prstGeom>
          <a:noFill/>
          <a:ln w="6985" cap="flat">
            <a:solidFill>
              <a:srgbClr val="FFFFFF">
                <a:alpha val="38000"/>
              </a:srgbClr>
            </a:solidFill>
            <a:prstDash val="solid"/>
            <a:miter lim="800000"/>
          </a:ln>
        </p:spPr>
      </p:sp>
      <p:sp>
        <p:nvSpPr>
          <p:cNvPr id="150" name="!!rect-7o7"/>
          <p:cNvSpPr/>
          <p:nvPr/>
        </p:nvSpPr>
        <p:spPr>
          <a:xfrm>
            <a:off x="10916285" y="774065"/>
            <a:ext cx="110909" cy="52070"/>
          </a:xfrm>
          <a:prstGeom prst="roundRect">
            <a:avLst>
              <a:gd name="adj" fmla="val 26829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51" name="!!path-7o8"/>
          <p:cNvSpPr/>
          <p:nvPr/>
        </p:nvSpPr>
        <p:spPr>
          <a:xfrm>
            <a:off x="11074400" y="786130"/>
            <a:ext cx="10345" cy="27940"/>
          </a:xfrm>
          <a:custGeom>
            <a:avLst/>
            <a:gdLst/>
            <a:ahLst/>
            <a:cxnLst/>
            <a:rect l="l" t="t" r="r" b="b"/>
            <a:pathLst>
              <a:path w="10345" h="27940">
                <a:moveTo>
                  <a:pt x="0" y="0"/>
                </a:moveTo>
                <a:lnTo>
                  <a:pt x="0" y="27940"/>
                </a:lnTo>
                <a:cubicBezTo>
                  <a:pt x="6146" y="26066"/>
                  <a:pt x="10345" y="20395"/>
                  <a:pt x="10345" y="13970"/>
                </a:cubicBezTo>
                <a:cubicBezTo>
                  <a:pt x="10345" y="7545"/>
                  <a:pt x="6146" y="1874"/>
                  <a:pt x="0" y="0"/>
                </a:cubicBezTo>
                <a:close/>
              </a:path>
            </a:pathLst>
          </a:custGeom>
          <a:solidFill>
            <a:srgbClr val="FFFFFF">
              <a:alpha val="45000"/>
            </a:srgbClr>
          </a:solidFill>
          <a:ln>
            <a:noFill/>
          </a:ln>
        </p:spPr>
      </p:sp>
      <p:sp>
        <p:nvSpPr>
          <p:cNvPr id="152" name="!!path-7oc"/>
          <p:cNvSpPr/>
          <p:nvPr/>
        </p:nvSpPr>
        <p:spPr>
          <a:xfrm>
            <a:off x="8712200" y="1358900"/>
            <a:ext cx="2552700" cy="4800600"/>
          </a:xfrm>
          <a:custGeom>
            <a:avLst/>
            <a:gdLst/>
            <a:ahLst/>
            <a:cxnLst/>
            <a:rect l="l" t="t" r="r" b="b"/>
            <a:pathLst>
              <a:path w="2552700" h="4800600">
                <a:moveTo>
                  <a:pt x="2493841" y="4645383"/>
                </a:moveTo>
                <a:lnTo>
                  <a:pt x="2450407" y="4698307"/>
                </a:lnTo>
                <a:lnTo>
                  <a:pt x="2397483" y="4741741"/>
                </a:lnTo>
                <a:lnTo>
                  <a:pt x="2337102" y="4774015"/>
                </a:lnTo>
                <a:lnTo>
                  <a:pt x="2271585" y="4793889"/>
                </a:lnTo>
                <a:lnTo>
                  <a:pt x="2203450" y="4800600"/>
                </a:lnTo>
                <a:lnTo>
                  <a:pt x="349250" y="4800600"/>
                </a:lnTo>
                <a:lnTo>
                  <a:pt x="281115" y="4793889"/>
                </a:lnTo>
                <a:lnTo>
                  <a:pt x="215598" y="4774015"/>
                </a:lnTo>
                <a:lnTo>
                  <a:pt x="155217" y="4741741"/>
                </a:lnTo>
                <a:lnTo>
                  <a:pt x="102293" y="4698307"/>
                </a:lnTo>
                <a:lnTo>
                  <a:pt x="58859" y="4645383"/>
                </a:lnTo>
                <a:lnTo>
                  <a:pt x="26585" y="4585002"/>
                </a:lnTo>
                <a:lnTo>
                  <a:pt x="6711" y="4519485"/>
                </a:lnTo>
                <a:lnTo>
                  <a:pt x="0" y="4451350"/>
                </a:lnTo>
                <a:lnTo>
                  <a:pt x="0" y="127000"/>
                </a:lnTo>
                <a:lnTo>
                  <a:pt x="882" y="106715"/>
                </a:lnTo>
                <a:lnTo>
                  <a:pt x="3528" y="88194"/>
                </a:lnTo>
                <a:lnTo>
                  <a:pt x="7938" y="71438"/>
                </a:lnTo>
                <a:lnTo>
                  <a:pt x="14111" y="56444"/>
                </a:lnTo>
                <a:lnTo>
                  <a:pt x="22049" y="43215"/>
                </a:lnTo>
                <a:lnTo>
                  <a:pt x="31750" y="31750"/>
                </a:lnTo>
                <a:lnTo>
                  <a:pt x="43215" y="22049"/>
                </a:lnTo>
                <a:lnTo>
                  <a:pt x="56444" y="14111"/>
                </a:lnTo>
                <a:lnTo>
                  <a:pt x="71438" y="7938"/>
                </a:lnTo>
                <a:lnTo>
                  <a:pt x="88194" y="3528"/>
                </a:lnTo>
                <a:lnTo>
                  <a:pt x="106715" y="882"/>
                </a:lnTo>
                <a:lnTo>
                  <a:pt x="127000" y="0"/>
                </a:lnTo>
                <a:lnTo>
                  <a:pt x="2425700" y="0"/>
                </a:lnTo>
                <a:lnTo>
                  <a:pt x="2445985" y="882"/>
                </a:lnTo>
                <a:lnTo>
                  <a:pt x="2464506" y="3528"/>
                </a:lnTo>
                <a:lnTo>
                  <a:pt x="2481263" y="7938"/>
                </a:lnTo>
                <a:lnTo>
                  <a:pt x="2496256" y="14111"/>
                </a:lnTo>
                <a:lnTo>
                  <a:pt x="2509485" y="22049"/>
                </a:lnTo>
                <a:lnTo>
                  <a:pt x="2520950" y="31750"/>
                </a:lnTo>
                <a:lnTo>
                  <a:pt x="2530651" y="43215"/>
                </a:lnTo>
                <a:lnTo>
                  <a:pt x="2538589" y="56444"/>
                </a:lnTo>
                <a:lnTo>
                  <a:pt x="2544763" y="71438"/>
                </a:lnTo>
                <a:lnTo>
                  <a:pt x="2549172" y="88194"/>
                </a:lnTo>
                <a:lnTo>
                  <a:pt x="2551818" y="106715"/>
                </a:lnTo>
                <a:lnTo>
                  <a:pt x="2552700" y="127000"/>
                </a:lnTo>
                <a:lnTo>
                  <a:pt x="2552700" y="4451350"/>
                </a:lnTo>
                <a:lnTo>
                  <a:pt x="2545989" y="4519485"/>
                </a:lnTo>
                <a:lnTo>
                  <a:pt x="2526115" y="458500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53" name="!!rect-7od"/>
          <p:cNvSpPr/>
          <p:nvPr/>
        </p:nvSpPr>
        <p:spPr>
          <a:xfrm>
            <a:off x="9874250" y="1422400"/>
            <a:ext cx="228600" cy="25400"/>
          </a:xfrm>
          <a:prstGeom prst="roundRect">
            <a:avLst>
              <a:gd name="adj" fmla="val 50000"/>
            </a:avLst>
          </a:prstGeom>
          <a:solidFill>
            <a:srgbClr val="E8EBEE"/>
          </a:solidFill>
          <a:ln>
            <a:noFill/>
          </a:ln>
        </p:spPr>
      </p:sp>
      <p:sp>
        <p:nvSpPr>
          <p:cNvPr id="154" name="!!path-7oj"/>
          <p:cNvSpPr/>
          <p:nvPr/>
        </p:nvSpPr>
        <p:spPr>
          <a:xfrm>
            <a:off x="8870950" y="1530350"/>
            <a:ext cx="139700" cy="139700"/>
          </a:xfrm>
          <a:custGeom>
            <a:avLst/>
            <a:gdLst/>
            <a:ahLst/>
            <a:cxnLst/>
            <a:rect l="l" t="t" r="r" b="b"/>
            <a:pathLst>
              <a:path w="139700" h="139700">
                <a:moveTo>
                  <a:pt x="114300" y="50800"/>
                </a:moveTo>
                <a:lnTo>
                  <a:pt x="122238" y="33338"/>
                </a:lnTo>
                <a:lnTo>
                  <a:pt x="139700" y="25400"/>
                </a:lnTo>
                <a:lnTo>
                  <a:pt x="122238" y="17463"/>
                </a:lnTo>
                <a:lnTo>
                  <a:pt x="114300" y="0"/>
                </a:lnTo>
                <a:lnTo>
                  <a:pt x="106363" y="17463"/>
                </a:lnTo>
                <a:lnTo>
                  <a:pt x="88900" y="25400"/>
                </a:lnTo>
                <a:lnTo>
                  <a:pt x="106363" y="33338"/>
                </a:lnTo>
                <a:lnTo>
                  <a:pt x="114300" y="50800"/>
                </a:lnTo>
                <a:close/>
                <a:moveTo>
                  <a:pt x="66675" y="53975"/>
                </a:moveTo>
                <a:lnTo>
                  <a:pt x="50800" y="19050"/>
                </a:lnTo>
                <a:lnTo>
                  <a:pt x="34925" y="53975"/>
                </a:lnTo>
                <a:lnTo>
                  <a:pt x="0" y="69850"/>
                </a:lnTo>
                <a:lnTo>
                  <a:pt x="34925" y="85725"/>
                </a:lnTo>
                <a:lnTo>
                  <a:pt x="50800" y="120650"/>
                </a:lnTo>
                <a:lnTo>
                  <a:pt x="66675" y="85725"/>
                </a:lnTo>
                <a:lnTo>
                  <a:pt x="101600" y="69850"/>
                </a:lnTo>
                <a:lnTo>
                  <a:pt x="66675" y="53975"/>
                </a:lnTo>
                <a:close/>
                <a:moveTo>
                  <a:pt x="114300" y="88900"/>
                </a:moveTo>
                <a:lnTo>
                  <a:pt x="106363" y="106363"/>
                </a:lnTo>
                <a:lnTo>
                  <a:pt x="88900" y="114300"/>
                </a:lnTo>
                <a:lnTo>
                  <a:pt x="106363" y="122238"/>
                </a:lnTo>
                <a:lnTo>
                  <a:pt x="114300" y="139700"/>
                </a:lnTo>
                <a:lnTo>
                  <a:pt x="122238" y="122238"/>
                </a:lnTo>
                <a:lnTo>
                  <a:pt x="139700" y="114300"/>
                </a:lnTo>
                <a:lnTo>
                  <a:pt x="122238" y="106363"/>
                </a:lnTo>
                <a:lnTo>
                  <a:pt x="114300" y="88900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155" name="!!text-7p1" descr="AI 建議"/>
          <p:cNvSpPr txBox="1"/>
          <p:nvPr/>
        </p:nvSpPr>
        <p:spPr>
          <a:xfrm>
            <a:off x="9093200" y="1519428"/>
            <a:ext cx="377609" cy="1563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5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AI 建議</a:t>
            </a:r>
            <a:endParaRPr lang="zh-TW" sz="850"/>
          </a:p>
        </p:txBody>
      </p:sp>
      <p:sp>
        <p:nvSpPr>
          <p:cNvPr id="156" name="!!text-7se" descr="書籍資料"/>
          <p:cNvSpPr txBox="1"/>
          <p:nvPr/>
        </p:nvSpPr>
        <p:spPr>
          <a:xfrm>
            <a:off x="8839200" y="1733042"/>
            <a:ext cx="364871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b="1" kern="0" spc="26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書籍資</a:t>
            </a:r>
            <a:r>
              <a:rPr lang="zh-TW" altLang="en-US" sz="650" b="1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料</a:t>
            </a:r>
            <a:endParaRPr lang="zh-TW" sz="650"/>
          </a:p>
        </p:txBody>
      </p:sp>
      <p:sp>
        <p:nvSpPr>
          <p:cNvPr id="157" name="!!rect-7sn"/>
          <p:cNvSpPr/>
          <p:nvPr/>
        </p:nvSpPr>
        <p:spPr>
          <a:xfrm>
            <a:off x="8813800" y="1905000"/>
            <a:ext cx="2349500" cy="304800"/>
          </a:xfrm>
          <a:prstGeom prst="roundRect">
            <a:avLst>
              <a:gd name="adj" fmla="val 29167"/>
            </a:avLst>
          </a:prstGeom>
          <a:solidFill>
            <a:srgbClr val="FAFBFC"/>
          </a:solidFill>
          <a:ln w="6350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158" name="!!rect-7so"/>
          <p:cNvSpPr/>
          <p:nvPr/>
        </p:nvSpPr>
        <p:spPr>
          <a:xfrm>
            <a:off x="8902700" y="1993900"/>
            <a:ext cx="114300" cy="114300"/>
          </a:xfrm>
          <a:prstGeom prst="roundRect">
            <a:avLst>
              <a:gd name="adj" fmla="val 27778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159" name="!!path-7sp"/>
          <p:cNvSpPr/>
          <p:nvPr/>
        </p:nvSpPr>
        <p:spPr>
          <a:xfrm>
            <a:off x="8928100" y="2032000"/>
            <a:ext cx="64770" cy="43180"/>
          </a:xfrm>
          <a:custGeom>
            <a:avLst/>
            <a:gdLst/>
            <a:ahLst/>
            <a:cxnLst/>
            <a:rect l="l" t="t" r="r" b="b"/>
            <a:pathLst>
              <a:path w="64770" h="43180" fill="none">
                <a:moveTo>
                  <a:pt x="0" y="20320"/>
                </a:moveTo>
                <a:lnTo>
                  <a:pt x="22860" y="43180"/>
                </a:lnTo>
                <a:lnTo>
                  <a:pt x="64770" y="0"/>
                </a:lnTo>
              </a:path>
            </a:pathLst>
          </a:custGeom>
          <a:noFill/>
          <a:ln w="12700" cap="rnd">
            <a:solidFill>
              <a:srgbClr val="FFFFFF"/>
            </a:solidFill>
            <a:prstDash val="solid"/>
            <a:round/>
          </a:ln>
        </p:spPr>
      </p:sp>
      <p:sp>
        <p:nvSpPr>
          <p:cNvPr id="160" name="!!text-7sq" descr="作者"/>
          <p:cNvSpPr txBox="1"/>
          <p:nvPr/>
        </p:nvSpPr>
        <p:spPr>
          <a:xfrm>
            <a:off x="9093200" y="1993392"/>
            <a:ext cx="189865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kern="0" dirty="0">
                <a:solidFill>
                  <a:srgbClr val="5B6770"/>
                </a:solidFill>
                <a:latin typeface="Noto Sans TC SemiBold"/>
                <a:ea typeface="Noto Sans TC SemiBold"/>
                <a:cs typeface="Noto Sans TC SemiBold"/>
              </a:rPr>
              <a:t>作者</a:t>
            </a:r>
            <a:endParaRPr lang="zh-TW" sz="650"/>
          </a:p>
        </p:txBody>
      </p:sp>
      <p:sp>
        <p:nvSpPr>
          <p:cNvPr id="161" name="!!text-7st" descr="林志明"/>
          <p:cNvSpPr txBox="1"/>
          <p:nvPr/>
        </p:nvSpPr>
        <p:spPr>
          <a:xfrm>
            <a:off x="9525000" y="1978660"/>
            <a:ext cx="314325" cy="1379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0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林志明</a:t>
            </a:r>
            <a:endParaRPr lang="zh-TW" sz="750"/>
          </a:p>
        </p:txBody>
      </p:sp>
      <p:sp>
        <p:nvSpPr>
          <p:cNvPr id="162" name="!!rect-7sy"/>
          <p:cNvSpPr/>
          <p:nvPr/>
        </p:nvSpPr>
        <p:spPr>
          <a:xfrm>
            <a:off x="10566400" y="1993900"/>
            <a:ext cx="571690" cy="101600"/>
          </a:xfrm>
          <a:prstGeom prst="roundRect">
            <a:avLst>
              <a:gd name="adj" fmla="val 31250"/>
            </a:avLst>
          </a:prstGeom>
          <a:solidFill>
            <a:srgbClr val="5B6770">
              <a:alpha val="12000"/>
            </a:srgbClr>
          </a:solidFill>
          <a:ln>
            <a:noFill/>
          </a:ln>
        </p:spPr>
      </p:sp>
      <p:sp>
        <p:nvSpPr>
          <p:cNvPr id="163" name="!!text-7sz" descr="依 ISBN 書目補齊"/>
          <p:cNvSpPr txBox="1"/>
          <p:nvPr/>
        </p:nvSpPr>
        <p:spPr>
          <a:xfrm>
            <a:off x="10604500" y="1993265"/>
            <a:ext cx="514541" cy="9194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500" kern="0" dirty="0">
                <a:solidFill>
                  <a:srgbClr val="5B6770"/>
                </a:solidFill>
                <a:latin typeface="Noto Sans TC SemiBold"/>
                <a:ea typeface="Noto Sans TC SemiBold"/>
                <a:cs typeface="Noto Sans TC SemiBold"/>
              </a:rPr>
              <a:t>依 ISBN 書目補齊</a:t>
            </a:r>
            <a:endParaRPr lang="zh-TW" sz="500"/>
          </a:p>
        </p:txBody>
      </p:sp>
      <p:sp>
        <p:nvSpPr>
          <p:cNvPr id="164" name="!!rect-7td"/>
          <p:cNvSpPr/>
          <p:nvPr/>
        </p:nvSpPr>
        <p:spPr>
          <a:xfrm>
            <a:off x="8813800" y="2260600"/>
            <a:ext cx="2349500" cy="304800"/>
          </a:xfrm>
          <a:prstGeom prst="roundRect">
            <a:avLst>
              <a:gd name="adj" fmla="val 29167"/>
            </a:avLst>
          </a:prstGeom>
          <a:solidFill>
            <a:srgbClr val="FAFBFC"/>
          </a:solidFill>
          <a:ln w="6350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165" name="!!rect-7te"/>
          <p:cNvSpPr/>
          <p:nvPr/>
        </p:nvSpPr>
        <p:spPr>
          <a:xfrm>
            <a:off x="8902700" y="2349500"/>
            <a:ext cx="114300" cy="114300"/>
          </a:xfrm>
          <a:prstGeom prst="roundRect">
            <a:avLst>
              <a:gd name="adj" fmla="val 27778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166" name="!!path-7tf"/>
          <p:cNvSpPr/>
          <p:nvPr/>
        </p:nvSpPr>
        <p:spPr>
          <a:xfrm>
            <a:off x="8928100" y="2387600"/>
            <a:ext cx="64770" cy="43180"/>
          </a:xfrm>
          <a:custGeom>
            <a:avLst/>
            <a:gdLst/>
            <a:ahLst/>
            <a:cxnLst/>
            <a:rect l="l" t="t" r="r" b="b"/>
            <a:pathLst>
              <a:path w="64770" h="43180" fill="none">
                <a:moveTo>
                  <a:pt x="0" y="20320"/>
                </a:moveTo>
                <a:lnTo>
                  <a:pt x="22860" y="43180"/>
                </a:lnTo>
                <a:lnTo>
                  <a:pt x="64770" y="0"/>
                </a:lnTo>
              </a:path>
            </a:pathLst>
          </a:custGeom>
          <a:noFill/>
          <a:ln w="12700" cap="rnd">
            <a:solidFill>
              <a:srgbClr val="FFFFFF"/>
            </a:solidFill>
            <a:prstDash val="solid"/>
            <a:round/>
          </a:ln>
        </p:spPr>
      </p:sp>
      <p:sp>
        <p:nvSpPr>
          <p:cNvPr id="167" name="!!text-7tg" descr="出版社"/>
          <p:cNvSpPr txBox="1"/>
          <p:nvPr/>
        </p:nvSpPr>
        <p:spPr>
          <a:xfrm>
            <a:off x="9093200" y="2348992"/>
            <a:ext cx="272415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kern="0" dirty="0">
                <a:solidFill>
                  <a:srgbClr val="5B6770"/>
                </a:solidFill>
                <a:latin typeface="Noto Sans TC SemiBold"/>
                <a:ea typeface="Noto Sans TC SemiBold"/>
                <a:cs typeface="Noto Sans TC SemiBold"/>
              </a:rPr>
              <a:t>出版社</a:t>
            </a:r>
            <a:endParaRPr lang="zh-TW" sz="650"/>
          </a:p>
        </p:txBody>
      </p:sp>
      <p:sp>
        <p:nvSpPr>
          <p:cNvPr id="168" name="!!text-7tk" descr="智識出版"/>
          <p:cNvSpPr txBox="1"/>
          <p:nvPr/>
        </p:nvSpPr>
        <p:spPr>
          <a:xfrm>
            <a:off x="9525000" y="2334260"/>
            <a:ext cx="409575" cy="1379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0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智識出版</a:t>
            </a:r>
            <a:endParaRPr lang="zh-TW" sz="750"/>
          </a:p>
        </p:txBody>
      </p:sp>
      <p:sp>
        <p:nvSpPr>
          <p:cNvPr id="169" name="!!rect-7tq"/>
          <p:cNvSpPr/>
          <p:nvPr/>
        </p:nvSpPr>
        <p:spPr>
          <a:xfrm>
            <a:off x="10566400" y="2349500"/>
            <a:ext cx="571690" cy="101600"/>
          </a:xfrm>
          <a:prstGeom prst="roundRect">
            <a:avLst>
              <a:gd name="adj" fmla="val 31250"/>
            </a:avLst>
          </a:prstGeom>
          <a:solidFill>
            <a:srgbClr val="5B6770">
              <a:alpha val="12000"/>
            </a:srgbClr>
          </a:solidFill>
          <a:ln>
            <a:noFill/>
          </a:ln>
        </p:spPr>
      </p:sp>
      <p:sp>
        <p:nvSpPr>
          <p:cNvPr id="170" name="!!text-7tr" descr="依 ISBN 書目補齊"/>
          <p:cNvSpPr txBox="1"/>
          <p:nvPr/>
        </p:nvSpPr>
        <p:spPr>
          <a:xfrm>
            <a:off x="10604500" y="2348865"/>
            <a:ext cx="514541" cy="9194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500" kern="0" dirty="0">
                <a:solidFill>
                  <a:srgbClr val="5B6770"/>
                </a:solidFill>
                <a:latin typeface="Noto Sans TC SemiBold"/>
                <a:ea typeface="Noto Sans TC SemiBold"/>
                <a:cs typeface="Noto Sans TC SemiBold"/>
              </a:rPr>
              <a:t>依 ISBN 書目補齊</a:t>
            </a:r>
            <a:endParaRPr lang="zh-TW" sz="500"/>
          </a:p>
        </p:txBody>
      </p:sp>
      <p:sp>
        <p:nvSpPr>
          <p:cNvPr id="171" name="!!rect-7u5"/>
          <p:cNvSpPr/>
          <p:nvPr/>
        </p:nvSpPr>
        <p:spPr>
          <a:xfrm>
            <a:off x="8813800" y="2616200"/>
            <a:ext cx="2349500" cy="304800"/>
          </a:xfrm>
          <a:prstGeom prst="roundRect">
            <a:avLst>
              <a:gd name="adj" fmla="val 29167"/>
            </a:avLst>
          </a:prstGeom>
          <a:solidFill>
            <a:srgbClr val="FAFBFC"/>
          </a:solidFill>
          <a:ln w="6350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172" name="!!rect-7u6"/>
          <p:cNvSpPr/>
          <p:nvPr/>
        </p:nvSpPr>
        <p:spPr>
          <a:xfrm>
            <a:off x="8902700" y="2705100"/>
            <a:ext cx="114300" cy="114300"/>
          </a:xfrm>
          <a:prstGeom prst="roundRect">
            <a:avLst>
              <a:gd name="adj" fmla="val 27778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173" name="!!path-7u7"/>
          <p:cNvSpPr/>
          <p:nvPr/>
        </p:nvSpPr>
        <p:spPr>
          <a:xfrm>
            <a:off x="8928100" y="2743200"/>
            <a:ext cx="64770" cy="43180"/>
          </a:xfrm>
          <a:custGeom>
            <a:avLst/>
            <a:gdLst/>
            <a:ahLst/>
            <a:cxnLst/>
            <a:rect l="l" t="t" r="r" b="b"/>
            <a:pathLst>
              <a:path w="64770" h="43180" fill="none">
                <a:moveTo>
                  <a:pt x="0" y="20320"/>
                </a:moveTo>
                <a:lnTo>
                  <a:pt x="22860" y="43180"/>
                </a:lnTo>
                <a:lnTo>
                  <a:pt x="64770" y="0"/>
                </a:lnTo>
              </a:path>
            </a:pathLst>
          </a:custGeom>
          <a:noFill/>
          <a:ln w="12700" cap="rnd">
            <a:solidFill>
              <a:srgbClr val="FFFFFF"/>
            </a:solidFill>
            <a:prstDash val="solid"/>
            <a:round/>
          </a:ln>
        </p:spPr>
      </p:sp>
      <p:sp>
        <p:nvSpPr>
          <p:cNvPr id="174" name="!!text-7u8" descr="出版日期"/>
          <p:cNvSpPr txBox="1"/>
          <p:nvPr/>
        </p:nvSpPr>
        <p:spPr>
          <a:xfrm>
            <a:off x="9093200" y="2704592"/>
            <a:ext cx="354965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kern="0" dirty="0">
                <a:solidFill>
                  <a:srgbClr val="5B6770"/>
                </a:solidFill>
                <a:latin typeface="Noto Sans TC SemiBold"/>
                <a:ea typeface="Noto Sans TC SemiBold"/>
                <a:cs typeface="Noto Sans TC SemiBold"/>
              </a:rPr>
              <a:t>出版日期</a:t>
            </a:r>
            <a:endParaRPr lang="zh-TW" sz="650"/>
          </a:p>
        </p:txBody>
      </p:sp>
      <p:sp>
        <p:nvSpPr>
          <p:cNvPr id="175" name="!!text-7ud" descr="2022 年 2 月"/>
          <p:cNvSpPr txBox="1"/>
          <p:nvPr/>
        </p:nvSpPr>
        <p:spPr>
          <a:xfrm>
            <a:off x="9525000" y="2689860"/>
            <a:ext cx="559880" cy="1379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0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2022 年 2 月</a:t>
            </a:r>
            <a:endParaRPr lang="zh-TW" sz="750"/>
          </a:p>
        </p:txBody>
      </p:sp>
      <p:sp>
        <p:nvSpPr>
          <p:cNvPr id="176" name="!!rect-7um"/>
          <p:cNvSpPr/>
          <p:nvPr/>
        </p:nvSpPr>
        <p:spPr>
          <a:xfrm>
            <a:off x="10566400" y="2705100"/>
            <a:ext cx="571690" cy="101600"/>
          </a:xfrm>
          <a:prstGeom prst="roundRect">
            <a:avLst>
              <a:gd name="adj" fmla="val 31250"/>
            </a:avLst>
          </a:prstGeom>
          <a:solidFill>
            <a:srgbClr val="5B6770">
              <a:alpha val="12000"/>
            </a:srgbClr>
          </a:solidFill>
          <a:ln>
            <a:noFill/>
          </a:ln>
        </p:spPr>
      </p:sp>
      <p:sp>
        <p:nvSpPr>
          <p:cNvPr id="177" name="!!text-7un" descr="依 ISBN 書目補齊"/>
          <p:cNvSpPr txBox="1"/>
          <p:nvPr/>
        </p:nvSpPr>
        <p:spPr>
          <a:xfrm>
            <a:off x="10604500" y="2704465"/>
            <a:ext cx="514541" cy="9194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500" kern="0" dirty="0">
                <a:solidFill>
                  <a:srgbClr val="5B6770"/>
                </a:solidFill>
                <a:latin typeface="Noto Sans TC SemiBold"/>
                <a:ea typeface="Noto Sans TC SemiBold"/>
                <a:cs typeface="Noto Sans TC SemiBold"/>
              </a:rPr>
              <a:t>依 ISBN 書目補齊</a:t>
            </a:r>
            <a:endParaRPr lang="zh-TW" sz="500"/>
          </a:p>
        </p:txBody>
      </p:sp>
      <p:sp>
        <p:nvSpPr>
          <p:cNvPr id="178" name="!!text-7v1" descr="分類"/>
          <p:cNvSpPr txBox="1"/>
          <p:nvPr/>
        </p:nvSpPr>
        <p:spPr>
          <a:xfrm>
            <a:off x="8839200" y="2964942"/>
            <a:ext cx="193167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b="1" kern="0" spc="26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分</a:t>
            </a:r>
            <a:r>
              <a:rPr lang="zh-TW" altLang="en-US" sz="650" b="1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類</a:t>
            </a:r>
            <a:endParaRPr lang="zh-TW" sz="650"/>
          </a:p>
        </p:txBody>
      </p:sp>
      <p:sp>
        <p:nvSpPr>
          <p:cNvPr id="179" name="!!rect-7v8"/>
          <p:cNvSpPr/>
          <p:nvPr/>
        </p:nvSpPr>
        <p:spPr>
          <a:xfrm>
            <a:off x="8813800" y="3136900"/>
            <a:ext cx="2349500" cy="292100"/>
          </a:xfrm>
          <a:prstGeom prst="roundRect">
            <a:avLst>
              <a:gd name="adj" fmla="val 30435"/>
            </a:avLst>
          </a:prstGeom>
          <a:solidFill>
            <a:srgbClr val="FAFBFC"/>
          </a:solidFill>
          <a:ln w="6350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180" name="!!rect-7v9"/>
          <p:cNvSpPr/>
          <p:nvPr/>
        </p:nvSpPr>
        <p:spPr>
          <a:xfrm>
            <a:off x="8902700" y="3225800"/>
            <a:ext cx="114300" cy="114300"/>
          </a:xfrm>
          <a:prstGeom prst="roundRect">
            <a:avLst>
              <a:gd name="adj" fmla="val 27778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181" name="!!path-7va"/>
          <p:cNvSpPr/>
          <p:nvPr/>
        </p:nvSpPr>
        <p:spPr>
          <a:xfrm>
            <a:off x="8928100" y="3263900"/>
            <a:ext cx="64770" cy="43180"/>
          </a:xfrm>
          <a:custGeom>
            <a:avLst/>
            <a:gdLst/>
            <a:ahLst/>
            <a:cxnLst/>
            <a:rect l="l" t="t" r="r" b="b"/>
            <a:pathLst>
              <a:path w="64770" h="43180" fill="none">
                <a:moveTo>
                  <a:pt x="0" y="20320"/>
                </a:moveTo>
                <a:lnTo>
                  <a:pt x="22860" y="43180"/>
                </a:lnTo>
                <a:lnTo>
                  <a:pt x="64770" y="0"/>
                </a:lnTo>
              </a:path>
            </a:pathLst>
          </a:custGeom>
          <a:noFill/>
          <a:ln w="12700" cap="rnd">
            <a:solidFill>
              <a:srgbClr val="FFFFFF"/>
            </a:solidFill>
            <a:prstDash val="solid"/>
            <a:round/>
          </a:ln>
        </p:spPr>
      </p:sp>
      <p:sp>
        <p:nvSpPr>
          <p:cNvPr id="182" name="!!text-7vb" descr="統計學"/>
          <p:cNvSpPr txBox="1"/>
          <p:nvPr/>
        </p:nvSpPr>
        <p:spPr>
          <a:xfrm>
            <a:off x="9093200" y="3204210"/>
            <a:ext cx="314325" cy="1379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0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統計學</a:t>
            </a:r>
            <a:endParaRPr lang="zh-TW" sz="750"/>
          </a:p>
        </p:txBody>
      </p:sp>
      <p:sp>
        <p:nvSpPr>
          <p:cNvPr id="183" name="!!text-7vj" descr="書況"/>
          <p:cNvSpPr txBox="1"/>
          <p:nvPr/>
        </p:nvSpPr>
        <p:spPr>
          <a:xfrm>
            <a:off x="8839200" y="3472942"/>
            <a:ext cx="193167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b="1" kern="0" spc="26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書</a:t>
            </a:r>
            <a:r>
              <a:rPr lang="zh-TW" altLang="en-US" sz="650" b="1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況</a:t>
            </a:r>
            <a:endParaRPr lang="zh-TW" sz="650"/>
          </a:p>
        </p:txBody>
      </p:sp>
      <p:sp>
        <p:nvSpPr>
          <p:cNvPr id="184" name="!!rect-7vq"/>
          <p:cNvSpPr/>
          <p:nvPr/>
        </p:nvSpPr>
        <p:spPr>
          <a:xfrm>
            <a:off x="8813800" y="3644900"/>
            <a:ext cx="2349500" cy="584200"/>
          </a:xfrm>
          <a:prstGeom prst="roundRect">
            <a:avLst>
              <a:gd name="adj" fmla="val 15217"/>
            </a:avLst>
          </a:prstGeom>
          <a:solidFill>
            <a:srgbClr val="FAFBFC"/>
          </a:solidFill>
          <a:ln w="6350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185" name="!!rect-7vr"/>
          <p:cNvSpPr/>
          <p:nvPr/>
        </p:nvSpPr>
        <p:spPr>
          <a:xfrm>
            <a:off x="8902700" y="3733800"/>
            <a:ext cx="114300" cy="114300"/>
          </a:xfrm>
          <a:prstGeom prst="roundRect">
            <a:avLst>
              <a:gd name="adj" fmla="val 27778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186" name="!!path-7vs"/>
          <p:cNvSpPr/>
          <p:nvPr/>
        </p:nvSpPr>
        <p:spPr>
          <a:xfrm>
            <a:off x="8928100" y="3771900"/>
            <a:ext cx="64770" cy="43180"/>
          </a:xfrm>
          <a:custGeom>
            <a:avLst/>
            <a:gdLst/>
            <a:ahLst/>
            <a:cxnLst/>
            <a:rect l="l" t="t" r="r" b="b"/>
            <a:pathLst>
              <a:path w="64770" h="43180" fill="none">
                <a:moveTo>
                  <a:pt x="0" y="20320"/>
                </a:moveTo>
                <a:lnTo>
                  <a:pt x="22860" y="43180"/>
                </a:lnTo>
                <a:lnTo>
                  <a:pt x="64770" y="0"/>
                </a:lnTo>
              </a:path>
            </a:pathLst>
          </a:custGeom>
          <a:noFill/>
          <a:ln w="12700" cap="rnd">
            <a:solidFill>
              <a:srgbClr val="FFFFFF"/>
            </a:solidFill>
            <a:prstDash val="solid"/>
            <a:round/>
          </a:ln>
        </p:spPr>
      </p:sp>
      <p:sp>
        <p:nvSpPr>
          <p:cNvPr id="187" name="!!text-7vt" descr="近全新"/>
          <p:cNvSpPr txBox="1"/>
          <p:nvPr/>
        </p:nvSpPr>
        <p:spPr>
          <a:xfrm>
            <a:off x="9093200" y="3717544"/>
            <a:ext cx="335280" cy="14711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00" b="1" kern="0" dirty="0">
                <a:solidFill>
                  <a:srgbClr val="66BB6A"/>
                </a:solidFill>
                <a:latin typeface="Noto Sans TC"/>
                <a:ea typeface="Noto Sans TC"/>
                <a:cs typeface="Noto Sans TC"/>
              </a:rPr>
              <a:t>近全新</a:t>
            </a:r>
            <a:endParaRPr lang="zh-TW" sz="800"/>
          </a:p>
        </p:txBody>
      </p:sp>
      <p:sp>
        <p:nvSpPr>
          <p:cNvPr id="188" name="!!text-7vx" descr="・書頁無劃線與摺痕"/>
          <p:cNvSpPr txBox="1"/>
          <p:nvPr/>
        </p:nvSpPr>
        <p:spPr>
          <a:xfrm>
            <a:off x="9093200" y="3898392"/>
            <a:ext cx="767715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・書頁無劃線與摺痕</a:t>
            </a:r>
            <a:endParaRPr lang="zh-TW" sz="650"/>
          </a:p>
        </p:txBody>
      </p:sp>
      <p:sp>
        <p:nvSpPr>
          <p:cNvPr id="189" name="!!text-7w7" descr="・封面邊角輕微磨損"/>
          <p:cNvSpPr txBox="1"/>
          <p:nvPr/>
        </p:nvSpPr>
        <p:spPr>
          <a:xfrm>
            <a:off x="9093200" y="4025392"/>
            <a:ext cx="767715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・封面邊角輕微磨損</a:t>
            </a:r>
            <a:endParaRPr lang="zh-TW" sz="650"/>
          </a:p>
        </p:txBody>
      </p:sp>
      <p:sp>
        <p:nvSpPr>
          <p:cNvPr id="190" name="!!text-7wl" descr="建議售價"/>
          <p:cNvSpPr txBox="1"/>
          <p:nvPr/>
        </p:nvSpPr>
        <p:spPr>
          <a:xfrm>
            <a:off x="8839200" y="4273042"/>
            <a:ext cx="364871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b="1" kern="0" spc="26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建議售</a:t>
            </a:r>
            <a:r>
              <a:rPr lang="zh-TW" altLang="en-US" sz="650" b="1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價</a:t>
            </a:r>
            <a:endParaRPr lang="zh-TW" sz="650"/>
          </a:p>
        </p:txBody>
      </p:sp>
      <p:sp>
        <p:nvSpPr>
          <p:cNvPr id="191" name="!!rect-7wu"/>
          <p:cNvSpPr/>
          <p:nvPr/>
        </p:nvSpPr>
        <p:spPr>
          <a:xfrm>
            <a:off x="8813800" y="4445000"/>
            <a:ext cx="2349500" cy="444500"/>
          </a:xfrm>
          <a:prstGeom prst="roundRect">
            <a:avLst>
              <a:gd name="adj" fmla="val 20000"/>
            </a:avLst>
          </a:prstGeom>
          <a:solidFill>
            <a:srgbClr val="FAFBFC"/>
          </a:solidFill>
          <a:ln w="6350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192" name="!!rect-7wv"/>
          <p:cNvSpPr/>
          <p:nvPr/>
        </p:nvSpPr>
        <p:spPr>
          <a:xfrm>
            <a:off x="8902700" y="4533900"/>
            <a:ext cx="114300" cy="114300"/>
          </a:xfrm>
          <a:prstGeom prst="roundRect">
            <a:avLst>
              <a:gd name="adj" fmla="val 27778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193" name="!!path-7ww"/>
          <p:cNvSpPr/>
          <p:nvPr/>
        </p:nvSpPr>
        <p:spPr>
          <a:xfrm>
            <a:off x="8928100" y="4572000"/>
            <a:ext cx="64770" cy="43180"/>
          </a:xfrm>
          <a:custGeom>
            <a:avLst/>
            <a:gdLst/>
            <a:ahLst/>
            <a:cxnLst/>
            <a:rect l="l" t="t" r="r" b="b"/>
            <a:pathLst>
              <a:path w="64770" h="43180" fill="none">
                <a:moveTo>
                  <a:pt x="0" y="20320"/>
                </a:moveTo>
                <a:lnTo>
                  <a:pt x="22860" y="43180"/>
                </a:lnTo>
                <a:lnTo>
                  <a:pt x="64770" y="0"/>
                </a:lnTo>
              </a:path>
            </a:pathLst>
          </a:custGeom>
          <a:noFill/>
          <a:ln w="12700" cap="rnd">
            <a:solidFill>
              <a:srgbClr val="FFFFFF"/>
            </a:solidFill>
            <a:prstDash val="solid"/>
            <a:round/>
          </a:ln>
        </p:spPr>
      </p:sp>
      <p:sp>
        <p:nvSpPr>
          <p:cNvPr id="194" name="!!text-7wx" descr="$280"/>
          <p:cNvSpPr txBox="1"/>
          <p:nvPr/>
        </p:nvSpPr>
        <p:spPr>
          <a:xfrm>
            <a:off x="9093200" y="4500880"/>
            <a:ext cx="342392" cy="18389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kern="0" dirty="0">
                <a:solidFill>
                  <a:srgbClr val="627D8D"/>
                </a:solidFill>
                <a:latin typeface="Noto Sans TC ExtraBold"/>
                <a:ea typeface="Noto Sans TC ExtraBold"/>
                <a:cs typeface="Noto Sans TC ExtraBold"/>
              </a:rPr>
              <a:t>$280</a:t>
            </a:r>
            <a:endParaRPr lang="zh-TW" sz="1000"/>
          </a:p>
        </p:txBody>
      </p:sp>
      <p:sp>
        <p:nvSpPr>
          <p:cNvPr id="195" name="!!text-7x2" descr="建議區間 $240–$320・定價 $620"/>
          <p:cNvSpPr txBox="1"/>
          <p:nvPr/>
        </p:nvSpPr>
        <p:spPr>
          <a:xfrm>
            <a:off x="9093200" y="4698492"/>
            <a:ext cx="1233627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建議區間 $240–$320・定價 $620</a:t>
            </a:r>
            <a:endParaRPr lang="zh-TW" sz="650"/>
          </a:p>
        </p:txBody>
      </p:sp>
      <p:sp>
        <p:nvSpPr>
          <p:cNvPr id="196" name="!!text-7xr" descr="資料來源"/>
          <p:cNvSpPr txBox="1"/>
          <p:nvPr/>
        </p:nvSpPr>
        <p:spPr>
          <a:xfrm>
            <a:off x="8839200" y="4933442"/>
            <a:ext cx="364871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b="1" kern="0" spc="26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資料來</a:t>
            </a:r>
            <a:r>
              <a:rPr lang="zh-TW" altLang="en-US" sz="650" b="1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源</a:t>
            </a:r>
            <a:endParaRPr lang="zh-TW" sz="650"/>
          </a:p>
        </p:txBody>
      </p:sp>
      <p:sp>
        <p:nvSpPr>
          <p:cNvPr id="197" name="!!path-7y0"/>
          <p:cNvSpPr/>
          <p:nvPr/>
        </p:nvSpPr>
        <p:spPr>
          <a:xfrm>
            <a:off x="8860371" y="5147748"/>
            <a:ext cx="84709" cy="42355"/>
          </a:xfrm>
          <a:custGeom>
            <a:avLst/>
            <a:gdLst/>
            <a:ahLst/>
            <a:cxnLst/>
            <a:rect l="l" t="t" r="r" b="b"/>
            <a:pathLst>
              <a:path w="84709" h="42355">
                <a:moveTo>
                  <a:pt x="8047" y="21177"/>
                </a:moveTo>
                <a:cubicBezTo>
                  <a:pt x="8047" y="13935"/>
                  <a:pt x="13935" y="8047"/>
                  <a:pt x="21177" y="8047"/>
                </a:cubicBezTo>
                <a:lnTo>
                  <a:pt x="38119" y="8047"/>
                </a:lnTo>
                <a:lnTo>
                  <a:pt x="38119" y="0"/>
                </a:lnTo>
                <a:lnTo>
                  <a:pt x="21177" y="0"/>
                </a:lnTo>
                <a:cubicBezTo>
                  <a:pt x="9487" y="0"/>
                  <a:pt x="0" y="9487"/>
                  <a:pt x="0" y="21177"/>
                </a:cubicBezTo>
                <a:cubicBezTo>
                  <a:pt x="0" y="32867"/>
                  <a:pt x="9487" y="42355"/>
                  <a:pt x="21177" y="42355"/>
                </a:cubicBezTo>
                <a:lnTo>
                  <a:pt x="38119" y="42355"/>
                </a:lnTo>
                <a:lnTo>
                  <a:pt x="38119" y="34307"/>
                </a:lnTo>
                <a:lnTo>
                  <a:pt x="21177" y="34307"/>
                </a:lnTo>
                <a:cubicBezTo>
                  <a:pt x="13935" y="34307"/>
                  <a:pt x="8047" y="28420"/>
                  <a:pt x="8047" y="21177"/>
                </a:cubicBezTo>
                <a:close/>
                <a:moveTo>
                  <a:pt x="25413" y="25413"/>
                </a:moveTo>
                <a:lnTo>
                  <a:pt x="59296" y="25413"/>
                </a:lnTo>
                <a:lnTo>
                  <a:pt x="59296" y="16942"/>
                </a:lnTo>
                <a:lnTo>
                  <a:pt x="25413" y="16942"/>
                </a:lnTo>
                <a:lnTo>
                  <a:pt x="25413" y="25413"/>
                </a:lnTo>
                <a:close/>
                <a:moveTo>
                  <a:pt x="63532" y="0"/>
                </a:moveTo>
                <a:lnTo>
                  <a:pt x="46590" y="0"/>
                </a:lnTo>
                <a:lnTo>
                  <a:pt x="46590" y="8047"/>
                </a:lnTo>
                <a:lnTo>
                  <a:pt x="63532" y="8047"/>
                </a:lnTo>
                <a:cubicBezTo>
                  <a:pt x="70774" y="8047"/>
                  <a:pt x="76662" y="13935"/>
                  <a:pt x="76662" y="21177"/>
                </a:cubicBezTo>
                <a:cubicBezTo>
                  <a:pt x="76662" y="28420"/>
                  <a:pt x="70774" y="34307"/>
                  <a:pt x="63532" y="34307"/>
                </a:cubicBezTo>
                <a:lnTo>
                  <a:pt x="46590" y="34307"/>
                </a:lnTo>
                <a:lnTo>
                  <a:pt x="46590" y="42355"/>
                </a:lnTo>
                <a:lnTo>
                  <a:pt x="63532" y="42355"/>
                </a:lnTo>
                <a:cubicBezTo>
                  <a:pt x="75222" y="42355"/>
                  <a:pt x="84709" y="32867"/>
                  <a:pt x="84709" y="21177"/>
                </a:cubicBezTo>
                <a:cubicBezTo>
                  <a:pt x="84709" y="9487"/>
                  <a:pt x="75222" y="0"/>
                  <a:pt x="63532" y="0"/>
                </a:cubicBezTo>
                <a:close/>
              </a:path>
            </a:pathLst>
          </a:custGeom>
          <a:solidFill>
            <a:srgbClr val="BDBDBD"/>
          </a:solidFill>
          <a:ln>
            <a:noFill/>
          </a:ln>
        </p:spPr>
      </p:sp>
      <p:sp>
        <p:nvSpPr>
          <p:cNvPr id="198" name="!!text-7y1" descr="Google Books"/>
          <p:cNvSpPr txBox="1"/>
          <p:nvPr/>
        </p:nvSpPr>
        <p:spPr>
          <a:xfrm>
            <a:off x="9004300" y="5104892"/>
            <a:ext cx="554406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Google Books</a:t>
            </a:r>
            <a:endParaRPr lang="zh-TW" sz="650"/>
          </a:p>
        </p:txBody>
      </p:sp>
      <p:sp>
        <p:nvSpPr>
          <p:cNvPr id="199" name="!!path-7yd"/>
          <p:cNvSpPr/>
          <p:nvPr/>
        </p:nvSpPr>
        <p:spPr>
          <a:xfrm>
            <a:off x="11034706" y="5135556"/>
            <a:ext cx="66637" cy="66637"/>
          </a:xfrm>
          <a:custGeom>
            <a:avLst/>
            <a:gdLst/>
            <a:ahLst/>
            <a:cxnLst/>
            <a:rect l="l" t="t" r="r" b="b"/>
            <a:pathLst>
              <a:path w="66637" h="66637">
                <a:moveTo>
                  <a:pt x="59233" y="59233"/>
                </a:moveTo>
                <a:lnTo>
                  <a:pt x="7404" y="59233"/>
                </a:lnTo>
                <a:lnTo>
                  <a:pt x="7404" y="7404"/>
                </a:lnTo>
                <a:lnTo>
                  <a:pt x="33318" y="7404"/>
                </a:lnTo>
                <a:lnTo>
                  <a:pt x="33318" y="0"/>
                </a:lnTo>
                <a:lnTo>
                  <a:pt x="7404" y="0"/>
                </a:lnTo>
                <a:cubicBezTo>
                  <a:pt x="3295" y="0"/>
                  <a:pt x="0" y="3332"/>
                  <a:pt x="0" y="7404"/>
                </a:cubicBezTo>
                <a:lnTo>
                  <a:pt x="0" y="59233"/>
                </a:lnTo>
                <a:cubicBezTo>
                  <a:pt x="0" y="63305"/>
                  <a:pt x="3295" y="66637"/>
                  <a:pt x="7404" y="66637"/>
                </a:cubicBezTo>
                <a:lnTo>
                  <a:pt x="59233" y="66637"/>
                </a:lnTo>
                <a:cubicBezTo>
                  <a:pt x="63305" y="66637"/>
                  <a:pt x="66637" y="63305"/>
                  <a:pt x="66637" y="59233"/>
                </a:cubicBezTo>
                <a:lnTo>
                  <a:pt x="66637" y="33318"/>
                </a:lnTo>
                <a:lnTo>
                  <a:pt x="59233" y="33318"/>
                </a:lnTo>
                <a:lnTo>
                  <a:pt x="59233" y="59233"/>
                </a:lnTo>
                <a:close/>
                <a:moveTo>
                  <a:pt x="40723" y="0"/>
                </a:moveTo>
                <a:lnTo>
                  <a:pt x="40723" y="7404"/>
                </a:lnTo>
                <a:lnTo>
                  <a:pt x="54013" y="7404"/>
                </a:lnTo>
                <a:lnTo>
                  <a:pt x="17622" y="43795"/>
                </a:lnTo>
                <a:lnTo>
                  <a:pt x="22842" y="49015"/>
                </a:lnTo>
                <a:lnTo>
                  <a:pt x="59233" y="12624"/>
                </a:lnTo>
                <a:lnTo>
                  <a:pt x="59233" y="25914"/>
                </a:lnTo>
                <a:lnTo>
                  <a:pt x="66637" y="25914"/>
                </a:lnTo>
                <a:lnTo>
                  <a:pt x="66637" y="0"/>
                </a:lnTo>
                <a:lnTo>
                  <a:pt x="40723" y="0"/>
                </a:lnTo>
                <a:close/>
              </a:path>
            </a:pathLst>
          </a:custGeom>
          <a:solidFill>
            <a:srgbClr val="BDBDBD"/>
          </a:solidFill>
          <a:ln>
            <a:noFill/>
          </a:ln>
        </p:spPr>
      </p:sp>
      <p:sp>
        <p:nvSpPr>
          <p:cNvPr id="200" name="!!path-7yi"/>
          <p:cNvSpPr/>
          <p:nvPr/>
        </p:nvSpPr>
        <p:spPr>
          <a:xfrm>
            <a:off x="8860371" y="5312848"/>
            <a:ext cx="84709" cy="42355"/>
          </a:xfrm>
          <a:custGeom>
            <a:avLst/>
            <a:gdLst/>
            <a:ahLst/>
            <a:cxnLst/>
            <a:rect l="l" t="t" r="r" b="b"/>
            <a:pathLst>
              <a:path w="84709" h="42355">
                <a:moveTo>
                  <a:pt x="8047" y="21177"/>
                </a:moveTo>
                <a:cubicBezTo>
                  <a:pt x="8047" y="13935"/>
                  <a:pt x="13935" y="8047"/>
                  <a:pt x="21177" y="8047"/>
                </a:cubicBezTo>
                <a:lnTo>
                  <a:pt x="38119" y="8047"/>
                </a:lnTo>
                <a:lnTo>
                  <a:pt x="38119" y="0"/>
                </a:lnTo>
                <a:lnTo>
                  <a:pt x="21177" y="0"/>
                </a:lnTo>
                <a:cubicBezTo>
                  <a:pt x="9487" y="0"/>
                  <a:pt x="0" y="9487"/>
                  <a:pt x="0" y="21177"/>
                </a:cubicBezTo>
                <a:cubicBezTo>
                  <a:pt x="0" y="32867"/>
                  <a:pt x="9487" y="42355"/>
                  <a:pt x="21177" y="42355"/>
                </a:cubicBezTo>
                <a:lnTo>
                  <a:pt x="38119" y="42355"/>
                </a:lnTo>
                <a:lnTo>
                  <a:pt x="38119" y="34307"/>
                </a:lnTo>
                <a:lnTo>
                  <a:pt x="21177" y="34307"/>
                </a:lnTo>
                <a:cubicBezTo>
                  <a:pt x="13935" y="34307"/>
                  <a:pt x="8047" y="28420"/>
                  <a:pt x="8047" y="21177"/>
                </a:cubicBezTo>
                <a:close/>
                <a:moveTo>
                  <a:pt x="25413" y="25413"/>
                </a:moveTo>
                <a:lnTo>
                  <a:pt x="59296" y="25413"/>
                </a:lnTo>
                <a:lnTo>
                  <a:pt x="59296" y="16942"/>
                </a:lnTo>
                <a:lnTo>
                  <a:pt x="25413" y="16942"/>
                </a:lnTo>
                <a:lnTo>
                  <a:pt x="25413" y="25413"/>
                </a:lnTo>
                <a:close/>
                <a:moveTo>
                  <a:pt x="63532" y="0"/>
                </a:moveTo>
                <a:lnTo>
                  <a:pt x="46590" y="0"/>
                </a:lnTo>
                <a:lnTo>
                  <a:pt x="46590" y="8047"/>
                </a:lnTo>
                <a:lnTo>
                  <a:pt x="63532" y="8047"/>
                </a:lnTo>
                <a:cubicBezTo>
                  <a:pt x="70774" y="8047"/>
                  <a:pt x="76662" y="13935"/>
                  <a:pt x="76662" y="21177"/>
                </a:cubicBezTo>
                <a:cubicBezTo>
                  <a:pt x="76662" y="28420"/>
                  <a:pt x="70774" y="34307"/>
                  <a:pt x="63532" y="34307"/>
                </a:cubicBezTo>
                <a:lnTo>
                  <a:pt x="46590" y="34307"/>
                </a:lnTo>
                <a:lnTo>
                  <a:pt x="46590" y="42355"/>
                </a:lnTo>
                <a:lnTo>
                  <a:pt x="63532" y="42355"/>
                </a:lnTo>
                <a:cubicBezTo>
                  <a:pt x="75222" y="42355"/>
                  <a:pt x="84709" y="32867"/>
                  <a:pt x="84709" y="21177"/>
                </a:cubicBezTo>
                <a:cubicBezTo>
                  <a:pt x="84709" y="9487"/>
                  <a:pt x="75222" y="0"/>
                  <a:pt x="63532" y="0"/>
                </a:cubicBezTo>
                <a:close/>
              </a:path>
            </a:pathLst>
          </a:custGeom>
          <a:solidFill>
            <a:srgbClr val="BDBDBD"/>
          </a:solidFill>
          <a:ln>
            <a:noFill/>
          </a:ln>
        </p:spPr>
      </p:sp>
      <p:sp>
        <p:nvSpPr>
          <p:cNvPr id="201" name="!!text-7yj" descr="Open Library"/>
          <p:cNvSpPr txBox="1"/>
          <p:nvPr/>
        </p:nvSpPr>
        <p:spPr>
          <a:xfrm>
            <a:off x="9004300" y="5269992"/>
            <a:ext cx="523615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Open Lib</a:t>
            </a:r>
            <a:r>
              <a:rPr lang="zh-TW" altLang="en-US" sz="650" kern="0" spc="-19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r</a:t>
            </a:r>
            <a:r>
              <a:rPr lang="zh-TW" altLang="en-US" sz="650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a</a:t>
            </a:r>
            <a:r>
              <a:rPr lang="zh-TW" altLang="en-US" sz="650" kern="0" spc="17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r</a:t>
            </a:r>
            <a:r>
              <a:rPr lang="zh-TW" altLang="en-US" sz="650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y</a:t>
            </a:r>
            <a:endParaRPr lang="zh-TW" sz="650"/>
          </a:p>
        </p:txBody>
      </p:sp>
      <p:sp>
        <p:nvSpPr>
          <p:cNvPr id="202" name="!!path-7yv"/>
          <p:cNvSpPr/>
          <p:nvPr/>
        </p:nvSpPr>
        <p:spPr>
          <a:xfrm>
            <a:off x="11034706" y="5300656"/>
            <a:ext cx="66637" cy="66637"/>
          </a:xfrm>
          <a:custGeom>
            <a:avLst/>
            <a:gdLst/>
            <a:ahLst/>
            <a:cxnLst/>
            <a:rect l="l" t="t" r="r" b="b"/>
            <a:pathLst>
              <a:path w="66637" h="66637">
                <a:moveTo>
                  <a:pt x="59233" y="59233"/>
                </a:moveTo>
                <a:lnTo>
                  <a:pt x="7404" y="59233"/>
                </a:lnTo>
                <a:lnTo>
                  <a:pt x="7404" y="7404"/>
                </a:lnTo>
                <a:lnTo>
                  <a:pt x="33318" y="7404"/>
                </a:lnTo>
                <a:lnTo>
                  <a:pt x="33318" y="0"/>
                </a:lnTo>
                <a:lnTo>
                  <a:pt x="7404" y="0"/>
                </a:lnTo>
                <a:cubicBezTo>
                  <a:pt x="3295" y="0"/>
                  <a:pt x="0" y="3332"/>
                  <a:pt x="0" y="7404"/>
                </a:cubicBezTo>
                <a:lnTo>
                  <a:pt x="0" y="59233"/>
                </a:lnTo>
                <a:cubicBezTo>
                  <a:pt x="0" y="63305"/>
                  <a:pt x="3295" y="66637"/>
                  <a:pt x="7404" y="66637"/>
                </a:cubicBezTo>
                <a:lnTo>
                  <a:pt x="59233" y="66637"/>
                </a:lnTo>
                <a:cubicBezTo>
                  <a:pt x="63305" y="66637"/>
                  <a:pt x="66637" y="63305"/>
                  <a:pt x="66637" y="59233"/>
                </a:cubicBezTo>
                <a:lnTo>
                  <a:pt x="66637" y="33318"/>
                </a:lnTo>
                <a:lnTo>
                  <a:pt x="59233" y="33318"/>
                </a:lnTo>
                <a:lnTo>
                  <a:pt x="59233" y="59233"/>
                </a:lnTo>
                <a:close/>
                <a:moveTo>
                  <a:pt x="40723" y="0"/>
                </a:moveTo>
                <a:lnTo>
                  <a:pt x="40723" y="7404"/>
                </a:lnTo>
                <a:lnTo>
                  <a:pt x="54013" y="7404"/>
                </a:lnTo>
                <a:lnTo>
                  <a:pt x="17622" y="43795"/>
                </a:lnTo>
                <a:lnTo>
                  <a:pt x="22842" y="49015"/>
                </a:lnTo>
                <a:lnTo>
                  <a:pt x="59233" y="12624"/>
                </a:lnTo>
                <a:lnTo>
                  <a:pt x="59233" y="25914"/>
                </a:lnTo>
                <a:lnTo>
                  <a:pt x="66637" y="25914"/>
                </a:lnTo>
                <a:lnTo>
                  <a:pt x="66637" y="0"/>
                </a:lnTo>
                <a:lnTo>
                  <a:pt x="40723" y="0"/>
                </a:lnTo>
                <a:close/>
              </a:path>
            </a:pathLst>
          </a:custGeom>
          <a:solidFill>
            <a:srgbClr val="BDBDBD"/>
          </a:solidFill>
          <a:ln>
            <a:noFill/>
          </a:ln>
        </p:spPr>
      </p:sp>
      <p:sp>
        <p:nvSpPr>
          <p:cNvPr id="203" name="!!rect-7z0"/>
          <p:cNvSpPr/>
          <p:nvPr/>
        </p:nvSpPr>
        <p:spPr>
          <a:xfrm>
            <a:off x="8712200" y="5461000"/>
            <a:ext cx="2552700" cy="6350"/>
          </a:xfrm>
          <a:prstGeom prst="rect">
            <a:avLst/>
          </a:prstGeom>
          <a:solidFill>
            <a:srgbClr val="E8EBEE"/>
          </a:solidFill>
          <a:ln>
            <a:noFill/>
          </a:ln>
        </p:spPr>
      </p:sp>
      <p:sp>
        <p:nvSpPr>
          <p:cNvPr id="204" name="!!rect-7z1"/>
          <p:cNvSpPr/>
          <p:nvPr/>
        </p:nvSpPr>
        <p:spPr>
          <a:xfrm>
            <a:off x="8813800" y="5524500"/>
            <a:ext cx="749300" cy="292100"/>
          </a:xfrm>
          <a:prstGeom prst="roundRect">
            <a:avLst>
              <a:gd name="adj" fmla="val 30435"/>
            </a:avLst>
          </a:prstGeom>
          <a:solidFill>
            <a:srgbClr val="F3F5F7"/>
          </a:solidFill>
          <a:ln>
            <a:noFill/>
          </a:ln>
        </p:spPr>
      </p:sp>
      <p:sp>
        <p:nvSpPr>
          <p:cNvPr id="205" name="!!text-7z2" descr="取消"/>
          <p:cNvSpPr txBox="1"/>
          <p:nvPr/>
        </p:nvSpPr>
        <p:spPr>
          <a:xfrm>
            <a:off x="9093200" y="5598160"/>
            <a:ext cx="219075" cy="1379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0" kern="0" dirty="0">
                <a:solidFill>
                  <a:srgbClr val="5B6770"/>
                </a:solidFill>
                <a:latin typeface="Noto Sans TC SemiBold"/>
                <a:ea typeface="Noto Sans TC SemiBold"/>
                <a:cs typeface="Noto Sans TC SemiBold"/>
              </a:rPr>
              <a:t>取消</a:t>
            </a:r>
            <a:endParaRPr lang="zh-TW" sz="750"/>
          </a:p>
        </p:txBody>
      </p:sp>
      <p:sp>
        <p:nvSpPr>
          <p:cNvPr id="206" name="!!rect-7za"/>
          <p:cNvSpPr/>
          <p:nvPr/>
        </p:nvSpPr>
        <p:spPr>
          <a:xfrm>
            <a:off x="9626600" y="5518150"/>
            <a:ext cx="1536700" cy="304800"/>
          </a:xfrm>
          <a:prstGeom prst="roundRect">
            <a:avLst>
              <a:gd name="adj" fmla="val 29167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207" name="!!text-7zb" descr="套用 5 項"/>
          <p:cNvSpPr txBox="1"/>
          <p:nvPr/>
        </p:nvSpPr>
        <p:spPr>
          <a:xfrm>
            <a:off x="10189515" y="5590794"/>
            <a:ext cx="441350" cy="14711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00" b="1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套用 5 項</a:t>
            </a:r>
            <a:endParaRPr lang="zh-TW" sz="800"/>
          </a:p>
        </p:txBody>
      </p:sp>
      <p:sp>
        <p:nvSpPr>
          <p:cNvPr id="208" name="!!rect-7zr"/>
          <p:cNvSpPr/>
          <p:nvPr/>
        </p:nvSpPr>
        <p:spPr>
          <a:xfrm>
            <a:off x="9531350" y="6076950"/>
            <a:ext cx="914400" cy="31750"/>
          </a:xfrm>
          <a:prstGeom prst="roundRect">
            <a:avLst>
              <a:gd name="adj" fmla="val 50000"/>
            </a:avLst>
          </a:prstGeom>
          <a:solidFill>
            <a:srgbClr val="000000">
              <a:alpha val="90000"/>
            </a:srgbClr>
          </a:solidFill>
          <a:ln>
            <a:noFill/>
          </a:ln>
        </p:spPr>
      </p:sp>
      <p:sp>
        <p:nvSpPr>
          <p:cNvPr id="209" name="!!rect-8qh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10000"/>
                </a:srgbClr>
              </a:gs>
              <a:gs pos="30762">
                <a:srgbClr val="FFFFFF">
                  <a:alpha val="2000"/>
                </a:srgbClr>
              </a:gs>
              <a:gs pos="31723">
                <a:srgbClr val="FFFFFF">
                  <a:alpha val="0"/>
                </a:srgbClr>
              </a:gs>
              <a:gs pos="9613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4329186" scaled="0"/>
          </a:gradFill>
          <a:ln>
            <a:noFill/>
          </a:ln>
        </p:spPr>
      </p:sp>
      <p:sp>
        <p:nvSpPr>
          <p:cNvPr id="210" name="!!rect-8qk"/>
          <p:cNvSpPr/>
          <p:nvPr/>
        </p:nvSpPr>
        <p:spPr>
          <a:xfrm>
            <a:off x="9728200" y="679450"/>
            <a:ext cx="520700" cy="23495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</p:spPr>
      </p:sp>
      <p:sp>
        <p:nvSpPr>
          <p:cNvPr id="211" name="!!circle-8ql"/>
          <p:cNvSpPr/>
          <p:nvPr/>
        </p:nvSpPr>
        <p:spPr>
          <a:xfrm>
            <a:off x="10088880" y="757555"/>
            <a:ext cx="78740" cy="78740"/>
          </a:xfrm>
          <a:prstGeom prst="ellipse">
            <a:avLst/>
          </a:prstGeom>
          <a:solidFill>
            <a:srgbClr val="0A0F16"/>
          </a:solidFill>
          <a:ln>
            <a:noFill/>
          </a:ln>
        </p:spPr>
      </p:sp>
      <p:sp>
        <p:nvSpPr>
          <p:cNvPr id="212" name="!!circle-8qm"/>
          <p:cNvSpPr/>
          <p:nvPr/>
        </p:nvSpPr>
        <p:spPr>
          <a:xfrm>
            <a:off x="10107930" y="776605"/>
            <a:ext cx="40640" cy="40640"/>
          </a:xfrm>
          <a:prstGeom prst="ellipse">
            <a:avLst/>
          </a:prstGeom>
          <a:solidFill>
            <a:srgbClr val="111B28"/>
          </a:solidFill>
          <a:ln>
            <a:noFill/>
          </a:ln>
        </p:spPr>
      </p:sp>
      <p:sp>
        <p:nvSpPr>
          <p:cNvPr id="213" name="!!circle-8qn"/>
          <p:cNvSpPr/>
          <p:nvPr/>
        </p:nvSpPr>
        <p:spPr>
          <a:xfrm>
            <a:off x="10130155" y="781685"/>
            <a:ext cx="13970" cy="13970"/>
          </a:xfrm>
          <a:prstGeom prst="ellipse">
            <a:avLst/>
          </a:prstGeom>
          <a:solidFill>
            <a:srgbClr val="3A5070">
              <a:alpha val="80000"/>
            </a:srgbClr>
          </a:solidFill>
          <a:ln>
            <a:noFill/>
          </a:ln>
        </p:spPr>
      </p:sp>
      <p:sp>
        <p:nvSpPr>
          <p:cNvPr id="214" name="!!path-9ic"/>
          <p:cNvSpPr/>
          <p:nvPr/>
        </p:nvSpPr>
        <p:spPr>
          <a:xfrm>
            <a:off x="381000" y="306527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215" name="!!path-9id"/>
          <p:cNvSpPr/>
          <p:nvPr/>
        </p:nvSpPr>
        <p:spPr>
          <a:xfrm>
            <a:off x="381000" y="308153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216" name="!!path-9ie"/>
          <p:cNvSpPr/>
          <p:nvPr/>
        </p:nvSpPr>
        <p:spPr>
          <a:xfrm>
            <a:off x="381000" y="309778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217" name="!!path-9if"/>
          <p:cNvSpPr/>
          <p:nvPr/>
        </p:nvSpPr>
        <p:spPr>
          <a:xfrm>
            <a:off x="381000" y="311404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218" name="!!path-9ig"/>
          <p:cNvSpPr/>
          <p:nvPr/>
        </p:nvSpPr>
        <p:spPr>
          <a:xfrm>
            <a:off x="381000" y="313030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219" name="!!path-9ih"/>
          <p:cNvSpPr/>
          <p:nvPr/>
        </p:nvSpPr>
        <p:spPr>
          <a:xfrm>
            <a:off x="381000" y="314655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220" name="!!path-9ii"/>
          <p:cNvSpPr/>
          <p:nvPr/>
        </p:nvSpPr>
        <p:spPr>
          <a:xfrm>
            <a:off x="381000" y="316281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221" name="!!path-9ij"/>
          <p:cNvSpPr/>
          <p:nvPr/>
        </p:nvSpPr>
        <p:spPr>
          <a:xfrm>
            <a:off x="381000" y="317906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222" name="!!path-9ik"/>
          <p:cNvSpPr/>
          <p:nvPr/>
        </p:nvSpPr>
        <p:spPr>
          <a:xfrm>
            <a:off x="419608" y="269342"/>
            <a:ext cx="128422" cy="122936"/>
          </a:xfrm>
          <a:custGeom>
            <a:avLst/>
            <a:gdLst/>
            <a:ahLst/>
            <a:cxnLst/>
            <a:rect l="l" t="t" r="r" b="b"/>
            <a:pathLst>
              <a:path w="128422" h="122936">
                <a:moveTo>
                  <a:pt x="0" y="17678"/>
                </a:moveTo>
                <a:lnTo>
                  <a:pt x="8128" y="5080"/>
                </a:lnTo>
                <a:cubicBezTo>
                  <a:pt x="32512" y="0"/>
                  <a:pt x="73152" y="7112"/>
                  <a:pt x="101600" y="26416"/>
                </a:cubicBezTo>
                <a:cubicBezTo>
                  <a:pt x="116840" y="37186"/>
                  <a:pt x="124968" y="49784"/>
                  <a:pt x="128422" y="62992"/>
                </a:cubicBezTo>
                <a:lnTo>
                  <a:pt x="128422" y="122936"/>
                </a:lnTo>
                <a:lnTo>
                  <a:pt x="0" y="1229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223" name="!!path-9il"/>
          <p:cNvSpPr/>
          <p:nvPr/>
        </p:nvSpPr>
        <p:spPr>
          <a:xfrm>
            <a:off x="419608" y="269342"/>
            <a:ext cx="128422" cy="62992"/>
          </a:xfrm>
          <a:custGeom>
            <a:avLst/>
            <a:gdLst/>
            <a:ahLst/>
            <a:cxnLst/>
            <a:rect l="l" t="t" r="r" b="b"/>
            <a:pathLst>
              <a:path w="128422" h="62992" fill="none">
                <a:moveTo>
                  <a:pt x="128422" y="62992"/>
                </a:moveTo>
                <a:cubicBezTo>
                  <a:pt x="124968" y="49784"/>
                  <a:pt x="116840" y="37186"/>
                  <a:pt x="101600" y="26416"/>
                </a:cubicBezTo>
                <a:cubicBezTo>
                  <a:pt x="73152" y="7112"/>
                  <a:pt x="32512" y="0"/>
                  <a:pt x="8128" y="5080"/>
                </a:cubicBezTo>
                <a:lnTo>
                  <a:pt x="0" y="1767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224" name="!!path-9im"/>
          <p:cNvSpPr/>
          <p:nvPr/>
        </p:nvSpPr>
        <p:spPr>
          <a:xfrm>
            <a:off x="407010" y="281534"/>
            <a:ext cx="141021" cy="110744"/>
          </a:xfrm>
          <a:custGeom>
            <a:avLst/>
            <a:gdLst/>
            <a:ahLst/>
            <a:cxnLst/>
            <a:rect l="l" t="t" r="r" b="b"/>
            <a:pathLst>
              <a:path w="141021" h="110744">
                <a:moveTo>
                  <a:pt x="0" y="22352"/>
                </a:moveTo>
                <a:lnTo>
                  <a:pt x="6502" y="6502"/>
                </a:lnTo>
                <a:cubicBezTo>
                  <a:pt x="36982" y="0"/>
                  <a:pt x="79654" y="7112"/>
                  <a:pt x="110134" y="25400"/>
                </a:cubicBezTo>
                <a:cubicBezTo>
                  <a:pt x="126390" y="35154"/>
                  <a:pt x="136550" y="49784"/>
                  <a:pt x="141021" y="62992"/>
                </a:cubicBezTo>
                <a:lnTo>
                  <a:pt x="141021" y="110744"/>
                </a:lnTo>
                <a:lnTo>
                  <a:pt x="0" y="110744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225" name="!!path-9in"/>
          <p:cNvSpPr/>
          <p:nvPr/>
        </p:nvSpPr>
        <p:spPr>
          <a:xfrm>
            <a:off x="407010" y="281534"/>
            <a:ext cx="141021" cy="62992"/>
          </a:xfrm>
          <a:custGeom>
            <a:avLst/>
            <a:gdLst/>
            <a:ahLst/>
            <a:cxnLst/>
            <a:rect l="l" t="t" r="r" b="b"/>
            <a:pathLst>
              <a:path w="141021" h="62992" fill="none">
                <a:moveTo>
                  <a:pt x="141021" y="62992"/>
                </a:moveTo>
                <a:cubicBezTo>
                  <a:pt x="136550" y="49784"/>
                  <a:pt x="126390" y="35154"/>
                  <a:pt x="110134" y="25400"/>
                </a:cubicBezTo>
                <a:cubicBezTo>
                  <a:pt x="79654" y="7112"/>
                  <a:pt x="36982" y="0"/>
                  <a:pt x="6502" y="6502"/>
                </a:cubicBezTo>
                <a:lnTo>
                  <a:pt x="0" y="22352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226" name="!!path-9io"/>
          <p:cNvSpPr/>
          <p:nvPr/>
        </p:nvSpPr>
        <p:spPr>
          <a:xfrm>
            <a:off x="395834" y="294742"/>
            <a:ext cx="151790" cy="97536"/>
          </a:xfrm>
          <a:custGeom>
            <a:avLst/>
            <a:gdLst/>
            <a:ahLst/>
            <a:cxnLst/>
            <a:rect l="l" t="t" r="r" b="b"/>
            <a:pathLst>
              <a:path w="151790" h="97536">
                <a:moveTo>
                  <a:pt x="0" y="23165"/>
                </a:moveTo>
                <a:lnTo>
                  <a:pt x="3861" y="12598"/>
                </a:lnTo>
                <a:cubicBezTo>
                  <a:pt x="37998" y="0"/>
                  <a:pt x="84734" y="5080"/>
                  <a:pt x="117246" y="21946"/>
                </a:cubicBezTo>
                <a:cubicBezTo>
                  <a:pt x="135534" y="31496"/>
                  <a:pt x="146710" y="43688"/>
                  <a:pt x="151790" y="55270"/>
                </a:cubicBezTo>
                <a:lnTo>
                  <a:pt x="151790" y="97536"/>
                </a:lnTo>
                <a:lnTo>
                  <a:pt x="0" y="975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227" name="!!path-9ip"/>
          <p:cNvSpPr/>
          <p:nvPr/>
        </p:nvSpPr>
        <p:spPr>
          <a:xfrm>
            <a:off x="395834" y="294742"/>
            <a:ext cx="151790" cy="55270"/>
          </a:xfrm>
          <a:custGeom>
            <a:avLst/>
            <a:gdLst/>
            <a:ahLst/>
            <a:cxnLst/>
            <a:rect l="l" t="t" r="r" b="b"/>
            <a:pathLst>
              <a:path w="151790" h="55270" fill="none">
                <a:moveTo>
                  <a:pt x="151790" y="55270"/>
                </a:moveTo>
                <a:cubicBezTo>
                  <a:pt x="146710" y="43688"/>
                  <a:pt x="135534" y="31496"/>
                  <a:pt x="117246" y="21946"/>
                </a:cubicBezTo>
                <a:cubicBezTo>
                  <a:pt x="84734" y="5080"/>
                  <a:pt x="37998" y="0"/>
                  <a:pt x="3861" y="12598"/>
                </a:cubicBezTo>
                <a:lnTo>
                  <a:pt x="0" y="23165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228" name="!!path-9iq"/>
          <p:cNvSpPr/>
          <p:nvPr/>
        </p:nvSpPr>
        <p:spPr>
          <a:xfrm>
            <a:off x="548234" y="264262"/>
            <a:ext cx="120294" cy="128016"/>
          </a:xfrm>
          <a:custGeom>
            <a:avLst/>
            <a:gdLst/>
            <a:ahLst/>
            <a:cxnLst/>
            <a:rect l="l" t="t" r="r" b="b"/>
            <a:pathLst>
              <a:path w="120294" h="128016">
                <a:moveTo>
                  <a:pt x="120294" y="18288"/>
                </a:moveTo>
                <a:lnTo>
                  <a:pt x="113589" y="4470"/>
                </a:lnTo>
                <a:cubicBezTo>
                  <a:pt x="86766" y="0"/>
                  <a:pt x="44094" y="10160"/>
                  <a:pt x="17678" y="30480"/>
                </a:cubicBezTo>
                <a:cubicBezTo>
                  <a:pt x="6502" y="39624"/>
                  <a:pt x="1422" y="52832"/>
                  <a:pt x="0" y="67056"/>
                </a:cubicBezTo>
                <a:lnTo>
                  <a:pt x="0" y="128016"/>
                </a:lnTo>
                <a:lnTo>
                  <a:pt x="120294" y="12801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229" name="!!path-9ir"/>
          <p:cNvSpPr/>
          <p:nvPr/>
        </p:nvSpPr>
        <p:spPr>
          <a:xfrm>
            <a:off x="548234" y="264262"/>
            <a:ext cx="120294" cy="67056"/>
          </a:xfrm>
          <a:custGeom>
            <a:avLst/>
            <a:gdLst/>
            <a:ahLst/>
            <a:cxnLst/>
            <a:rect l="l" t="t" r="r" b="b"/>
            <a:pathLst>
              <a:path w="120294" h="67056" fill="none">
                <a:moveTo>
                  <a:pt x="0" y="67056"/>
                </a:moveTo>
                <a:cubicBezTo>
                  <a:pt x="1422" y="52832"/>
                  <a:pt x="6502" y="39624"/>
                  <a:pt x="17678" y="30480"/>
                </a:cubicBezTo>
                <a:cubicBezTo>
                  <a:pt x="44094" y="10160"/>
                  <a:pt x="86766" y="0"/>
                  <a:pt x="113589" y="4470"/>
                </a:cubicBezTo>
                <a:lnTo>
                  <a:pt x="120294" y="1828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230" name="!!path-9is"/>
          <p:cNvSpPr/>
          <p:nvPr/>
        </p:nvSpPr>
        <p:spPr>
          <a:xfrm>
            <a:off x="548437" y="279502"/>
            <a:ext cx="133299" cy="112776"/>
          </a:xfrm>
          <a:custGeom>
            <a:avLst/>
            <a:gdLst/>
            <a:ahLst/>
            <a:cxnLst/>
            <a:rect l="l" t="t" r="r" b="b"/>
            <a:pathLst>
              <a:path w="133299" h="112776">
                <a:moveTo>
                  <a:pt x="133299" y="19710"/>
                </a:moveTo>
                <a:lnTo>
                  <a:pt x="127203" y="3048"/>
                </a:lnTo>
                <a:cubicBezTo>
                  <a:pt x="94691" y="0"/>
                  <a:pt x="54051" y="11176"/>
                  <a:pt x="27635" y="30683"/>
                </a:cubicBezTo>
                <a:cubicBezTo>
                  <a:pt x="13411" y="41250"/>
                  <a:pt x="4267" y="53848"/>
                  <a:pt x="0" y="65024"/>
                </a:cubicBezTo>
                <a:lnTo>
                  <a:pt x="0" y="112776"/>
                </a:lnTo>
                <a:lnTo>
                  <a:pt x="133299" y="11277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231" name="!!path-9it"/>
          <p:cNvSpPr/>
          <p:nvPr/>
        </p:nvSpPr>
        <p:spPr>
          <a:xfrm>
            <a:off x="548437" y="279502"/>
            <a:ext cx="133299" cy="65024"/>
          </a:xfrm>
          <a:custGeom>
            <a:avLst/>
            <a:gdLst/>
            <a:ahLst/>
            <a:cxnLst/>
            <a:rect l="l" t="t" r="r" b="b"/>
            <a:pathLst>
              <a:path w="133299" h="65024" fill="none">
                <a:moveTo>
                  <a:pt x="0" y="65024"/>
                </a:moveTo>
                <a:cubicBezTo>
                  <a:pt x="4267" y="53848"/>
                  <a:pt x="13411" y="41250"/>
                  <a:pt x="27635" y="30683"/>
                </a:cubicBezTo>
                <a:cubicBezTo>
                  <a:pt x="54051" y="11176"/>
                  <a:pt x="94691" y="0"/>
                  <a:pt x="127203" y="3048"/>
                </a:cubicBezTo>
                <a:lnTo>
                  <a:pt x="133299" y="19710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232" name="!!path-9iu"/>
          <p:cNvSpPr/>
          <p:nvPr/>
        </p:nvSpPr>
        <p:spPr>
          <a:xfrm>
            <a:off x="548843" y="293726"/>
            <a:ext cx="142646" cy="98552"/>
          </a:xfrm>
          <a:custGeom>
            <a:avLst/>
            <a:gdLst/>
            <a:ahLst/>
            <a:cxnLst/>
            <a:rect l="l" t="t" r="r" b="b"/>
            <a:pathLst>
              <a:path w="142646" h="98552">
                <a:moveTo>
                  <a:pt x="142646" y="18898"/>
                </a:moveTo>
                <a:lnTo>
                  <a:pt x="139802" y="8738"/>
                </a:lnTo>
                <a:cubicBezTo>
                  <a:pt x="106477" y="0"/>
                  <a:pt x="63805" y="5080"/>
                  <a:pt x="35357" y="19304"/>
                </a:cubicBezTo>
                <a:cubicBezTo>
                  <a:pt x="17069" y="28448"/>
                  <a:pt x="5893" y="42672"/>
                  <a:pt x="0" y="56286"/>
                </a:cubicBezTo>
                <a:lnTo>
                  <a:pt x="0" y="98552"/>
                </a:lnTo>
                <a:lnTo>
                  <a:pt x="142646" y="98552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233" name="!!path-9iv"/>
          <p:cNvSpPr/>
          <p:nvPr/>
        </p:nvSpPr>
        <p:spPr>
          <a:xfrm>
            <a:off x="548843" y="293726"/>
            <a:ext cx="142646" cy="56286"/>
          </a:xfrm>
          <a:custGeom>
            <a:avLst/>
            <a:gdLst/>
            <a:ahLst/>
            <a:cxnLst/>
            <a:rect l="l" t="t" r="r" b="b"/>
            <a:pathLst>
              <a:path w="142646" h="56286" fill="none">
                <a:moveTo>
                  <a:pt x="0" y="56286"/>
                </a:moveTo>
                <a:cubicBezTo>
                  <a:pt x="5893" y="42672"/>
                  <a:pt x="17069" y="28448"/>
                  <a:pt x="35357" y="19304"/>
                </a:cubicBezTo>
                <a:cubicBezTo>
                  <a:pt x="63805" y="5080"/>
                  <a:pt x="106477" y="0"/>
                  <a:pt x="139802" y="8738"/>
                </a:cubicBezTo>
                <a:lnTo>
                  <a:pt x="142646" y="1889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234" name="!!path-9iw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627D8D"/>
              </a:gs>
              <a:gs pos="21794">
                <a:srgbClr val="627D8D"/>
              </a:gs>
              <a:gs pos="55376">
                <a:srgbClr val="627D8D"/>
              </a:gs>
              <a:gs pos="96421">
                <a:srgbClr val="98ABB7"/>
              </a:gs>
              <a:gs pos="100000">
                <a:srgbClr val="98ABB7"/>
              </a:gs>
            </a:gsLst>
            <a:lin ang="1983350" scaled="0"/>
          </a:gradFill>
          <a:ln>
            <a:noFill/>
          </a:ln>
        </p:spPr>
      </p:sp>
      <p:sp>
        <p:nvSpPr>
          <p:cNvPr id="235" name="!!path-9ix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0000"/>
                </a:srgbClr>
              </a:gs>
              <a:gs pos="4764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83333" t="79291" r="16667" b="20709"/>
            </a:path>
          </a:gradFill>
          <a:ln>
            <a:noFill/>
          </a:ln>
        </p:spPr>
      </p:sp>
      <p:sp>
        <p:nvSpPr>
          <p:cNvPr id="236" name="!!line-9iy"/>
          <p:cNvSpPr/>
          <p:nvPr/>
        </p:nvSpPr>
        <p:spPr>
          <a:xfrm>
            <a:off x="549046" y="363017"/>
            <a:ext cx="1" cy="153619"/>
          </a:xfrm>
          <a:custGeom>
            <a:avLst/>
            <a:gdLst/>
            <a:ahLst/>
            <a:cxnLst/>
            <a:rect l="l" t="t" r="r" b="b"/>
            <a:pathLst>
              <a:path w="1" h="153619">
                <a:moveTo>
                  <a:pt x="0" y="0"/>
                </a:moveTo>
                <a:lnTo>
                  <a:pt x="0" y="153619"/>
                </a:lnTo>
              </a:path>
            </a:pathLst>
          </a:custGeom>
          <a:solidFill>
            <a:srgbClr val="000000"/>
          </a:solidFill>
          <a:ln w="6909" cap="rnd">
            <a:solidFill>
              <a:srgbClr val="C9D3D9"/>
            </a:solidFill>
            <a:prstDash val="solid"/>
            <a:miter lim="800000"/>
          </a:ln>
        </p:spPr>
      </p:sp>
      <p:sp>
        <p:nvSpPr>
          <p:cNvPr id="237" name="!!path-9iz"/>
          <p:cNvSpPr/>
          <p:nvPr/>
        </p:nvSpPr>
        <p:spPr>
          <a:xfrm>
            <a:off x="657962" y="442062"/>
            <a:ext cx="25400" cy="37998"/>
          </a:xfrm>
          <a:custGeom>
            <a:avLst/>
            <a:gdLst/>
            <a:ahLst/>
            <a:cxnLst/>
            <a:rect l="l" t="t" r="r" b="b"/>
            <a:pathLst>
              <a:path w="25400" h="37998">
                <a:moveTo>
                  <a:pt x="0" y="2642"/>
                </a:moveTo>
                <a:lnTo>
                  <a:pt x="15240" y="0"/>
                </a:lnTo>
                <a:lnTo>
                  <a:pt x="25400" y="37186"/>
                </a:lnTo>
                <a:lnTo>
                  <a:pt x="7518" y="37998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 w="1016" cap="flat">
            <a:solidFill>
              <a:srgbClr val="FFFFFF">
                <a:alpha val="55000"/>
              </a:srgbClr>
            </a:solidFill>
            <a:prstDash val="solid"/>
            <a:round/>
          </a:ln>
        </p:spPr>
      </p:sp>
      <p:sp>
        <p:nvSpPr>
          <p:cNvPr id="238" name="!!text-9j0" descr="救「舊」我的書"/>
          <p:cNvSpPr txBox="1"/>
          <p:nvPr/>
        </p:nvSpPr>
        <p:spPr>
          <a:xfrm>
            <a:off x="805879" y="251460"/>
            <a:ext cx="1120140" cy="25745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400" b="1" kern="0" spc="-70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救</a:t>
            </a:r>
            <a:r>
              <a:rPr lang="zh-TW" altLang="en-US" sz="14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「舊</a:t>
            </a:r>
            <a:r>
              <a:rPr lang="zh-TW" altLang="en-US" sz="1400" b="1" kern="0" spc="-70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」</a:t>
            </a:r>
            <a:r>
              <a:rPr lang="zh-TW" altLang="en-US" sz="14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我的書</a:t>
            </a:r>
            <a:endParaRPr lang="zh-TW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fast" p14:dur="2100" advTm="0">
        <p159:morph option="byObject"/>
      </p:transition>
    </mc:Choice>
    <mc:Fallback>
      <p:transition spd="fast" advTm="0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67.5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rect-1q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7"/>
          </a:solidFill>
          <a:ln>
            <a:noFill/>
          </a:ln>
        </p:spPr>
      </p:sp>
      <p:sp>
        <p:nvSpPr>
          <p:cNvPr id="3" name="!!ellipse-1q2"/>
          <p:cNvSpPr/>
          <p:nvPr/>
        </p:nvSpPr>
        <p:spPr>
          <a:xfrm>
            <a:off x="-889000" y="-952500"/>
            <a:ext cx="13970000" cy="7874000"/>
          </a:xfrm>
          <a:prstGeom prst="ellipse">
            <a:avLst/>
          </a:prstGeom>
          <a:gradFill rotWithShape="1">
            <a:gsLst>
              <a:gs pos="0">
                <a:srgbClr val="FFFFFF">
                  <a:alpha val="95000"/>
                </a:srgbClr>
              </a:gs>
              <a:gs pos="40865">
                <a:srgbClr val="FFFFFF">
                  <a:alpha val="35000"/>
                </a:srgbClr>
              </a:gs>
              <a:gs pos="68108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!!rect-1q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P1"/>
            <a:srcRect/>
            <a:tile tx="30556" ty="17818" sx="16667" sy="16667" flip="none" algn="tl"/>
          </a:blipFill>
          <a:ln>
            <a:noFill/>
          </a:ln>
        </p:spPr>
      </p:sp>
      <p:sp>
        <p:nvSpPr>
          <p:cNvPr id="5" name="!!circle-1qv"/>
          <p:cNvSpPr/>
          <p:nvPr/>
        </p:nvSpPr>
        <p:spPr>
          <a:xfrm>
            <a:off x="7502233" y="6379540"/>
            <a:ext cx="1551610" cy="1551610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" name="!!circle-1qy"/>
          <p:cNvSpPr/>
          <p:nvPr/>
        </p:nvSpPr>
        <p:spPr>
          <a:xfrm>
            <a:off x="11047077" y="1092746"/>
            <a:ext cx="2674569" cy="2674569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7" name="!!circle-1r1"/>
          <p:cNvSpPr/>
          <p:nvPr/>
        </p:nvSpPr>
        <p:spPr>
          <a:xfrm>
            <a:off x="8271529" y="5628132"/>
            <a:ext cx="905370" cy="905370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8" name="!!rect-1sh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5F7">
                  <a:alpha val="0"/>
                </a:srgbClr>
              </a:gs>
              <a:gs pos="20428">
                <a:srgbClr val="F3F5F7">
                  <a:alpha val="0"/>
                </a:srgbClr>
              </a:gs>
              <a:gs pos="66730">
                <a:srgbClr val="F3F5F7"/>
              </a:gs>
              <a:gs pos="100000">
                <a:srgbClr val="F3F5F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9" name="!!circle-1sj"/>
          <p:cNvSpPr/>
          <p:nvPr/>
        </p:nvSpPr>
        <p:spPr>
          <a:xfrm>
            <a:off x="106299" y="193889"/>
            <a:ext cx="50038" cy="50038"/>
          </a:xfrm>
          <a:prstGeom prst="ellipse">
            <a:avLst/>
          </a:prstGeom>
          <a:solidFill>
            <a:srgbClr val="627D8D">
              <a:alpha val="25400"/>
            </a:srgbClr>
          </a:solidFill>
          <a:ln>
            <a:noFill/>
          </a:ln>
        </p:spPr>
      </p:sp>
      <p:sp>
        <p:nvSpPr>
          <p:cNvPr id="10" name="!!circle-1sm"/>
          <p:cNvSpPr/>
          <p:nvPr/>
        </p:nvSpPr>
        <p:spPr>
          <a:xfrm>
            <a:off x="5624824" y="1484910"/>
            <a:ext cx="36055" cy="36055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11" name="!!circle-1sp"/>
          <p:cNvSpPr/>
          <p:nvPr/>
        </p:nvSpPr>
        <p:spPr>
          <a:xfrm>
            <a:off x="9307824" y="3392051"/>
            <a:ext cx="24295" cy="24295"/>
          </a:xfrm>
          <a:prstGeom prst="ellipse">
            <a:avLst/>
          </a:prstGeom>
          <a:solidFill>
            <a:srgbClr val="627D8D">
              <a:alpha val="18100"/>
            </a:srgbClr>
          </a:solidFill>
          <a:ln>
            <a:noFill/>
          </a:ln>
        </p:spPr>
      </p:sp>
      <p:sp>
        <p:nvSpPr>
          <p:cNvPr id="12" name="!!circle-1ss"/>
          <p:cNvSpPr/>
          <p:nvPr/>
        </p:nvSpPr>
        <p:spPr>
          <a:xfrm>
            <a:off x="3556938" y="6567462"/>
            <a:ext cx="25959" cy="25959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13" name="!!circle-1sv"/>
          <p:cNvSpPr/>
          <p:nvPr/>
        </p:nvSpPr>
        <p:spPr>
          <a:xfrm>
            <a:off x="1917243" y="1879110"/>
            <a:ext cx="35878" cy="35878"/>
          </a:xfrm>
          <a:prstGeom prst="ellipse">
            <a:avLst/>
          </a:prstGeom>
          <a:solidFill>
            <a:srgbClr val="627D8D">
              <a:alpha val="26800"/>
            </a:srgbClr>
          </a:solidFill>
          <a:ln>
            <a:noFill/>
          </a:ln>
        </p:spPr>
      </p:sp>
      <p:sp>
        <p:nvSpPr>
          <p:cNvPr id="14" name="!!circle-1sy"/>
          <p:cNvSpPr/>
          <p:nvPr/>
        </p:nvSpPr>
        <p:spPr>
          <a:xfrm>
            <a:off x="6781482" y="4012176"/>
            <a:ext cx="40234" cy="40234"/>
          </a:xfrm>
          <a:prstGeom prst="ellipse">
            <a:avLst/>
          </a:prstGeom>
          <a:solidFill>
            <a:srgbClr val="627D8D">
              <a:alpha val="31300"/>
            </a:srgbClr>
          </a:solidFill>
          <a:ln>
            <a:noFill/>
          </a:ln>
        </p:spPr>
      </p:sp>
      <p:sp>
        <p:nvSpPr>
          <p:cNvPr id="15" name="!!circle-1t1"/>
          <p:cNvSpPr/>
          <p:nvPr/>
        </p:nvSpPr>
        <p:spPr>
          <a:xfrm>
            <a:off x="10020851" y="79559"/>
            <a:ext cx="23559" cy="23559"/>
          </a:xfrm>
          <a:prstGeom prst="ellipse">
            <a:avLst/>
          </a:prstGeom>
          <a:solidFill>
            <a:srgbClr val="627D8D">
              <a:alpha val="17900"/>
            </a:srgbClr>
          </a:solidFill>
          <a:ln>
            <a:noFill/>
          </a:ln>
        </p:spPr>
      </p:sp>
      <p:sp>
        <p:nvSpPr>
          <p:cNvPr id="16" name="!!circle-1t4"/>
          <p:cNvSpPr/>
          <p:nvPr/>
        </p:nvSpPr>
        <p:spPr>
          <a:xfrm>
            <a:off x="1112981" y="5058789"/>
            <a:ext cx="29959" cy="29959"/>
          </a:xfrm>
          <a:prstGeom prst="ellipse">
            <a:avLst/>
          </a:prstGeom>
          <a:solidFill>
            <a:srgbClr val="627D8D">
              <a:alpha val="19400"/>
            </a:srgbClr>
          </a:solidFill>
          <a:ln>
            <a:noFill/>
          </a:ln>
        </p:spPr>
      </p:sp>
      <p:sp>
        <p:nvSpPr>
          <p:cNvPr id="17" name="!!circle-1t7"/>
          <p:cNvSpPr/>
          <p:nvPr/>
        </p:nvSpPr>
        <p:spPr>
          <a:xfrm>
            <a:off x="8515867" y="4592209"/>
            <a:ext cx="28702" cy="28702"/>
          </a:xfrm>
          <a:prstGeom prst="ellipse">
            <a:avLst/>
          </a:prstGeom>
          <a:solidFill>
            <a:srgbClr val="627D8D">
              <a:alpha val="17800"/>
            </a:srgbClr>
          </a:solidFill>
          <a:ln>
            <a:noFill/>
          </a:ln>
        </p:spPr>
      </p:sp>
      <p:sp>
        <p:nvSpPr>
          <p:cNvPr id="18" name="!!circle-1ta"/>
          <p:cNvSpPr/>
          <p:nvPr/>
        </p:nvSpPr>
        <p:spPr>
          <a:xfrm>
            <a:off x="11064696" y="2037673"/>
            <a:ext cx="24066" cy="24066"/>
          </a:xfrm>
          <a:prstGeom prst="ellipse">
            <a:avLst/>
          </a:prstGeom>
          <a:solidFill>
            <a:srgbClr val="627D8D">
              <a:alpha val="23900"/>
            </a:srgbClr>
          </a:solidFill>
          <a:ln>
            <a:noFill/>
          </a:ln>
        </p:spPr>
      </p:sp>
      <p:sp>
        <p:nvSpPr>
          <p:cNvPr id="19" name="!!circle-1td"/>
          <p:cNvSpPr/>
          <p:nvPr/>
        </p:nvSpPr>
        <p:spPr>
          <a:xfrm>
            <a:off x="8375084" y="6062590"/>
            <a:ext cx="35865" cy="35865"/>
          </a:xfrm>
          <a:prstGeom prst="ellipse">
            <a:avLst/>
          </a:prstGeom>
          <a:solidFill>
            <a:srgbClr val="627D8D">
              <a:alpha val="28200"/>
            </a:srgbClr>
          </a:solidFill>
          <a:ln>
            <a:noFill/>
          </a:ln>
        </p:spPr>
      </p:sp>
      <p:sp>
        <p:nvSpPr>
          <p:cNvPr id="20" name="!!circle-1tg"/>
          <p:cNvSpPr/>
          <p:nvPr/>
        </p:nvSpPr>
        <p:spPr>
          <a:xfrm>
            <a:off x="1448080" y="3302827"/>
            <a:ext cx="39218" cy="39218"/>
          </a:xfrm>
          <a:prstGeom prst="ellipse">
            <a:avLst/>
          </a:prstGeom>
          <a:solidFill>
            <a:srgbClr val="627D8D">
              <a:alpha val="29600"/>
            </a:srgbClr>
          </a:solidFill>
          <a:ln>
            <a:noFill/>
          </a:ln>
        </p:spPr>
      </p:sp>
      <p:sp>
        <p:nvSpPr>
          <p:cNvPr id="21" name="!!circle-1tj"/>
          <p:cNvSpPr/>
          <p:nvPr/>
        </p:nvSpPr>
        <p:spPr>
          <a:xfrm>
            <a:off x="7160476" y="6307759"/>
            <a:ext cx="49733" cy="49733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2" name="!!circle-1tm"/>
          <p:cNvSpPr/>
          <p:nvPr/>
        </p:nvSpPr>
        <p:spPr>
          <a:xfrm>
            <a:off x="6328591" y="1966574"/>
            <a:ext cx="41694" cy="41694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3" name="!!circle-1tp"/>
          <p:cNvSpPr/>
          <p:nvPr/>
        </p:nvSpPr>
        <p:spPr>
          <a:xfrm>
            <a:off x="6787928" y="5370912"/>
            <a:ext cx="31979" cy="31979"/>
          </a:xfrm>
          <a:prstGeom prst="ellipse">
            <a:avLst/>
          </a:prstGeom>
          <a:solidFill>
            <a:srgbClr val="627D8D">
              <a:alpha val="24100"/>
            </a:srgbClr>
          </a:solidFill>
          <a:ln>
            <a:noFill/>
          </a:ln>
        </p:spPr>
      </p:sp>
      <p:sp>
        <p:nvSpPr>
          <p:cNvPr id="24" name="!!circle-1ts"/>
          <p:cNvSpPr/>
          <p:nvPr/>
        </p:nvSpPr>
        <p:spPr>
          <a:xfrm>
            <a:off x="3839712" y="1307479"/>
            <a:ext cx="18085" cy="18085"/>
          </a:xfrm>
          <a:prstGeom prst="ellipse">
            <a:avLst/>
          </a:prstGeom>
          <a:solidFill>
            <a:srgbClr val="627D8D">
              <a:alpha val="10500"/>
            </a:srgbClr>
          </a:solidFill>
          <a:ln>
            <a:noFill/>
          </a:ln>
        </p:spPr>
      </p:sp>
      <p:sp>
        <p:nvSpPr>
          <p:cNvPr id="25" name="!!circle-1ty"/>
          <p:cNvSpPr/>
          <p:nvPr/>
        </p:nvSpPr>
        <p:spPr>
          <a:xfrm>
            <a:off x="3409504" y="6513437"/>
            <a:ext cx="39243" cy="39243"/>
          </a:xfrm>
          <a:prstGeom prst="ellipse">
            <a:avLst/>
          </a:prstGeom>
          <a:solidFill>
            <a:srgbClr val="627D8D">
              <a:alpha val="27700"/>
            </a:srgbClr>
          </a:solidFill>
          <a:ln>
            <a:noFill/>
          </a:ln>
        </p:spPr>
      </p:sp>
      <p:sp>
        <p:nvSpPr>
          <p:cNvPr id="26" name="!!circle-1u1"/>
          <p:cNvSpPr/>
          <p:nvPr/>
        </p:nvSpPr>
        <p:spPr>
          <a:xfrm>
            <a:off x="1665698" y="6681851"/>
            <a:ext cx="34519" cy="34519"/>
          </a:xfrm>
          <a:prstGeom prst="ellipse">
            <a:avLst/>
          </a:prstGeom>
          <a:solidFill>
            <a:srgbClr val="627D8D">
              <a:alpha val="22500"/>
            </a:srgbClr>
          </a:solidFill>
          <a:ln>
            <a:noFill/>
          </a:ln>
        </p:spPr>
      </p:sp>
      <p:sp>
        <p:nvSpPr>
          <p:cNvPr id="27" name="!!circle-1u4"/>
          <p:cNvSpPr/>
          <p:nvPr/>
        </p:nvSpPr>
        <p:spPr>
          <a:xfrm>
            <a:off x="2604441" y="5317138"/>
            <a:ext cx="46228" cy="46228"/>
          </a:xfrm>
          <a:prstGeom prst="ellipse">
            <a:avLst/>
          </a:prstGeom>
          <a:solidFill>
            <a:srgbClr val="627D8D">
              <a:alpha val="26200"/>
            </a:srgbClr>
          </a:solidFill>
          <a:ln>
            <a:noFill/>
          </a:ln>
        </p:spPr>
      </p:sp>
      <p:sp>
        <p:nvSpPr>
          <p:cNvPr id="28" name="!!circle-1u7"/>
          <p:cNvSpPr/>
          <p:nvPr/>
        </p:nvSpPr>
        <p:spPr>
          <a:xfrm>
            <a:off x="7414165" y="4890239"/>
            <a:ext cx="49327" cy="49327"/>
          </a:xfrm>
          <a:prstGeom prst="ellipse">
            <a:avLst/>
          </a:prstGeom>
          <a:solidFill>
            <a:srgbClr val="627D8D">
              <a:alpha val="20800"/>
            </a:srgbClr>
          </a:solidFill>
          <a:ln>
            <a:noFill/>
          </a:ln>
        </p:spPr>
      </p:sp>
      <p:sp>
        <p:nvSpPr>
          <p:cNvPr id="29" name="!!circle-1ua"/>
          <p:cNvSpPr/>
          <p:nvPr/>
        </p:nvSpPr>
        <p:spPr>
          <a:xfrm>
            <a:off x="9692016" y="5648690"/>
            <a:ext cx="24054" cy="24054"/>
          </a:xfrm>
          <a:prstGeom prst="ellipse">
            <a:avLst/>
          </a:prstGeom>
          <a:solidFill>
            <a:srgbClr val="627D8D">
              <a:alpha val="22200"/>
            </a:srgbClr>
          </a:solidFill>
          <a:ln>
            <a:noFill/>
          </a:ln>
        </p:spPr>
      </p:sp>
      <p:sp>
        <p:nvSpPr>
          <p:cNvPr id="30" name="!!circle-1ud"/>
          <p:cNvSpPr/>
          <p:nvPr/>
        </p:nvSpPr>
        <p:spPr>
          <a:xfrm>
            <a:off x="2121070" y="1581195"/>
            <a:ext cx="32271" cy="32271"/>
          </a:xfrm>
          <a:prstGeom prst="ellipse">
            <a:avLst/>
          </a:prstGeom>
          <a:solidFill>
            <a:srgbClr val="627D8D">
              <a:alpha val="20500"/>
            </a:srgbClr>
          </a:solidFill>
          <a:ln>
            <a:noFill/>
          </a:ln>
        </p:spPr>
      </p:sp>
      <p:sp>
        <p:nvSpPr>
          <p:cNvPr id="31" name="!!circle-1uj"/>
          <p:cNvSpPr/>
          <p:nvPr/>
        </p:nvSpPr>
        <p:spPr>
          <a:xfrm>
            <a:off x="2092958" y="2591536"/>
            <a:ext cx="34252" cy="34252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32" name="!!circle-1um"/>
          <p:cNvSpPr/>
          <p:nvPr/>
        </p:nvSpPr>
        <p:spPr>
          <a:xfrm>
            <a:off x="9617603" y="4579387"/>
            <a:ext cx="44196" cy="44196"/>
          </a:xfrm>
          <a:prstGeom prst="ellipse">
            <a:avLst/>
          </a:prstGeom>
          <a:solidFill>
            <a:srgbClr val="627D8D">
              <a:alpha val="21700"/>
            </a:srgbClr>
          </a:solidFill>
          <a:ln>
            <a:noFill/>
          </a:ln>
        </p:spPr>
      </p:sp>
      <p:sp>
        <p:nvSpPr>
          <p:cNvPr id="33" name="!!circle-1up"/>
          <p:cNvSpPr/>
          <p:nvPr/>
        </p:nvSpPr>
        <p:spPr>
          <a:xfrm>
            <a:off x="6812208" y="1889755"/>
            <a:ext cx="35192" cy="35192"/>
          </a:xfrm>
          <a:prstGeom prst="ellipse">
            <a:avLst/>
          </a:prstGeom>
          <a:solidFill>
            <a:srgbClr val="627D8D">
              <a:alpha val="27100"/>
            </a:srgbClr>
          </a:solidFill>
          <a:ln>
            <a:noFill/>
          </a:ln>
        </p:spPr>
      </p:sp>
      <p:sp>
        <p:nvSpPr>
          <p:cNvPr id="34" name="!!circle-1us"/>
          <p:cNvSpPr/>
          <p:nvPr/>
        </p:nvSpPr>
        <p:spPr>
          <a:xfrm>
            <a:off x="10109838" y="5486104"/>
            <a:ext cx="43358" cy="43358"/>
          </a:xfrm>
          <a:prstGeom prst="ellipse">
            <a:avLst/>
          </a:prstGeom>
          <a:solidFill>
            <a:srgbClr val="627D8D">
              <a:alpha val="19500"/>
            </a:srgbClr>
          </a:solidFill>
          <a:ln>
            <a:noFill/>
          </a:ln>
        </p:spPr>
      </p:sp>
      <p:sp>
        <p:nvSpPr>
          <p:cNvPr id="35" name="!!circle-1uv"/>
          <p:cNvSpPr/>
          <p:nvPr/>
        </p:nvSpPr>
        <p:spPr>
          <a:xfrm>
            <a:off x="3104665" y="2284079"/>
            <a:ext cx="33528" cy="33528"/>
          </a:xfrm>
          <a:prstGeom prst="ellipse">
            <a:avLst/>
          </a:prstGeom>
          <a:solidFill>
            <a:srgbClr val="627D8D">
              <a:alpha val="28300"/>
            </a:srgbClr>
          </a:solidFill>
          <a:ln>
            <a:noFill/>
          </a:ln>
        </p:spPr>
      </p:sp>
      <p:sp>
        <p:nvSpPr>
          <p:cNvPr id="36" name="!!circle-1uy"/>
          <p:cNvSpPr/>
          <p:nvPr/>
        </p:nvSpPr>
        <p:spPr>
          <a:xfrm>
            <a:off x="6753037" y="2826760"/>
            <a:ext cx="28956" cy="28956"/>
          </a:xfrm>
          <a:prstGeom prst="ellipse">
            <a:avLst/>
          </a:prstGeom>
          <a:solidFill>
            <a:srgbClr val="627D8D">
              <a:alpha val="21800"/>
            </a:srgbClr>
          </a:solidFill>
          <a:ln>
            <a:noFill/>
          </a:ln>
        </p:spPr>
      </p:sp>
      <p:sp>
        <p:nvSpPr>
          <p:cNvPr id="37" name="!!circle-1v1"/>
          <p:cNvSpPr/>
          <p:nvPr/>
        </p:nvSpPr>
        <p:spPr>
          <a:xfrm>
            <a:off x="6978022" y="6553878"/>
            <a:ext cx="45555" cy="45555"/>
          </a:xfrm>
          <a:prstGeom prst="ellipse">
            <a:avLst/>
          </a:prstGeom>
          <a:solidFill>
            <a:srgbClr val="627D8D">
              <a:alpha val="20900"/>
            </a:srgbClr>
          </a:solidFill>
          <a:ln>
            <a:noFill/>
          </a:ln>
        </p:spPr>
      </p:sp>
      <p:sp>
        <p:nvSpPr>
          <p:cNvPr id="38" name="!!circle-1v4"/>
          <p:cNvSpPr/>
          <p:nvPr/>
        </p:nvSpPr>
        <p:spPr>
          <a:xfrm>
            <a:off x="11318651" y="3509227"/>
            <a:ext cx="39484" cy="39484"/>
          </a:xfrm>
          <a:prstGeom prst="ellipse">
            <a:avLst/>
          </a:prstGeom>
          <a:solidFill>
            <a:srgbClr val="627D8D">
              <a:alpha val="13600"/>
            </a:srgbClr>
          </a:solidFill>
          <a:ln>
            <a:noFill/>
          </a:ln>
        </p:spPr>
      </p:sp>
      <p:sp>
        <p:nvSpPr>
          <p:cNvPr id="39" name="!!circle-1v7"/>
          <p:cNvSpPr/>
          <p:nvPr/>
        </p:nvSpPr>
        <p:spPr>
          <a:xfrm>
            <a:off x="7440495" y="5753267"/>
            <a:ext cx="30455" cy="30455"/>
          </a:xfrm>
          <a:prstGeom prst="ellipse">
            <a:avLst/>
          </a:prstGeom>
          <a:solidFill>
            <a:srgbClr val="627D8D">
              <a:alpha val="16500"/>
            </a:srgbClr>
          </a:solidFill>
          <a:ln>
            <a:noFill/>
          </a:ln>
        </p:spPr>
      </p:sp>
      <p:sp>
        <p:nvSpPr>
          <p:cNvPr id="40" name="!!circle-1va"/>
          <p:cNvSpPr/>
          <p:nvPr/>
        </p:nvSpPr>
        <p:spPr>
          <a:xfrm>
            <a:off x="8938530" y="6504722"/>
            <a:ext cx="28257" cy="28257"/>
          </a:xfrm>
          <a:prstGeom prst="ellipse">
            <a:avLst/>
          </a:prstGeom>
          <a:solidFill>
            <a:srgbClr val="627D8D">
              <a:alpha val="15700"/>
            </a:srgbClr>
          </a:solidFill>
          <a:ln>
            <a:noFill/>
          </a:ln>
        </p:spPr>
      </p:sp>
      <p:sp>
        <p:nvSpPr>
          <p:cNvPr id="41" name="!!circle-1vd"/>
          <p:cNvSpPr/>
          <p:nvPr/>
        </p:nvSpPr>
        <p:spPr>
          <a:xfrm>
            <a:off x="11327174" y="5220458"/>
            <a:ext cx="45149" cy="45149"/>
          </a:xfrm>
          <a:prstGeom prst="ellipse">
            <a:avLst/>
          </a:prstGeom>
          <a:solidFill>
            <a:srgbClr val="627D8D">
              <a:alpha val="31200"/>
            </a:srgbClr>
          </a:solidFill>
          <a:ln>
            <a:noFill/>
          </a:ln>
        </p:spPr>
      </p:sp>
      <p:sp>
        <p:nvSpPr>
          <p:cNvPr id="42" name="!!circle-1vg"/>
          <p:cNvSpPr/>
          <p:nvPr/>
        </p:nvSpPr>
        <p:spPr>
          <a:xfrm>
            <a:off x="3444926" y="3413696"/>
            <a:ext cx="30696" cy="30696"/>
          </a:xfrm>
          <a:prstGeom prst="ellipse">
            <a:avLst/>
          </a:prstGeom>
          <a:solidFill>
            <a:srgbClr val="627D8D">
              <a:alpha val="25700"/>
            </a:srgbClr>
          </a:solidFill>
          <a:ln>
            <a:noFill/>
          </a:ln>
        </p:spPr>
      </p:sp>
      <p:sp>
        <p:nvSpPr>
          <p:cNvPr id="43" name="!!circle-1vj"/>
          <p:cNvSpPr/>
          <p:nvPr/>
        </p:nvSpPr>
        <p:spPr>
          <a:xfrm>
            <a:off x="8824791" y="3962739"/>
            <a:ext cx="37401" cy="37401"/>
          </a:xfrm>
          <a:prstGeom prst="ellipse">
            <a:avLst/>
          </a:prstGeom>
          <a:solidFill>
            <a:srgbClr val="627D8D">
              <a:alpha val="16000"/>
            </a:srgbClr>
          </a:solidFill>
          <a:ln>
            <a:noFill/>
          </a:ln>
        </p:spPr>
      </p:sp>
      <p:sp>
        <p:nvSpPr>
          <p:cNvPr id="44" name="!!circle-1vm"/>
          <p:cNvSpPr/>
          <p:nvPr/>
        </p:nvSpPr>
        <p:spPr>
          <a:xfrm>
            <a:off x="1734919" y="4725426"/>
            <a:ext cx="33096" cy="33096"/>
          </a:xfrm>
          <a:prstGeom prst="ellipse">
            <a:avLst/>
          </a:prstGeom>
          <a:solidFill>
            <a:srgbClr val="627D8D">
              <a:alpha val="22300"/>
            </a:srgbClr>
          </a:solidFill>
          <a:ln>
            <a:noFill/>
          </a:ln>
        </p:spPr>
      </p:sp>
      <p:sp>
        <p:nvSpPr>
          <p:cNvPr id="45" name="!!circle-1vp"/>
          <p:cNvSpPr/>
          <p:nvPr/>
        </p:nvSpPr>
        <p:spPr>
          <a:xfrm>
            <a:off x="11595886" y="834141"/>
            <a:ext cx="21145" cy="21145"/>
          </a:xfrm>
          <a:prstGeom prst="ellipse">
            <a:avLst/>
          </a:prstGeom>
          <a:solidFill>
            <a:srgbClr val="627D8D">
              <a:alpha val="16300"/>
            </a:srgbClr>
          </a:solidFill>
          <a:ln>
            <a:noFill/>
          </a:ln>
        </p:spPr>
      </p:sp>
      <p:sp>
        <p:nvSpPr>
          <p:cNvPr id="46" name="!!circle-1vs"/>
          <p:cNvSpPr/>
          <p:nvPr/>
        </p:nvSpPr>
        <p:spPr>
          <a:xfrm>
            <a:off x="11076949" y="5713973"/>
            <a:ext cx="35281" cy="35281"/>
          </a:xfrm>
          <a:prstGeom prst="ellipse">
            <a:avLst/>
          </a:prstGeom>
          <a:solidFill>
            <a:srgbClr val="627D8D">
              <a:alpha val="30000"/>
            </a:srgbClr>
          </a:solidFill>
          <a:ln>
            <a:noFill/>
          </a:ln>
        </p:spPr>
      </p:sp>
      <p:sp>
        <p:nvSpPr>
          <p:cNvPr id="47" name="!!path-369"/>
          <p:cNvSpPr/>
          <p:nvPr/>
        </p:nvSpPr>
        <p:spPr>
          <a:xfrm>
            <a:off x="5614361" y="4567367"/>
            <a:ext cx="7635966" cy="3803334"/>
          </a:xfrm>
          <a:custGeom>
            <a:avLst/>
            <a:gdLst/>
            <a:ahLst/>
            <a:cxnLst/>
            <a:rect l="l" t="t" r="r" b="b"/>
            <a:pathLst>
              <a:path w="7635966" h="3803334" fill="none">
                <a:moveTo>
                  <a:pt x="7635966" y="3803334"/>
                </a:moveTo>
                <a:quadBezTo>
                  <a:pt x="4421075" y="690831"/>
                  <a:pt x="0" y="0"/>
                </a:quadBezTo>
              </a:path>
            </a:pathLst>
          </a:custGeom>
          <a:noFill/>
          <a:ln w="32258" cap="rnd">
            <a:solidFill>
              <a:srgbClr val="627D8D">
                <a:alpha val="7800"/>
              </a:srgbClr>
            </a:solidFill>
            <a:prstDash val="solid"/>
            <a:round/>
          </a:ln>
        </p:spPr>
      </p:sp>
      <p:sp>
        <p:nvSpPr>
          <p:cNvPr id="48" name="!!circle-36f"/>
          <p:cNvSpPr/>
          <p:nvPr/>
        </p:nvSpPr>
        <p:spPr>
          <a:xfrm>
            <a:off x="6799346" y="4723155"/>
            <a:ext cx="206451" cy="206451"/>
          </a:xfrm>
          <a:prstGeom prst="ellipse">
            <a:avLst/>
          </a:prstGeom>
          <a:gradFill rotWithShape="1">
            <a:gsLst>
              <a:gs pos="0">
                <a:srgbClr val="FFFFFF">
                  <a:alpha val="18409"/>
                </a:srgbClr>
              </a:gs>
              <a:gs pos="28284">
                <a:srgbClr val="627D8D">
                  <a:alpha val="9205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9" name="!!circle-36i"/>
          <p:cNvSpPr/>
          <p:nvPr/>
        </p:nvSpPr>
        <p:spPr>
          <a:xfrm>
            <a:off x="9512802" y="5702402"/>
            <a:ext cx="206451" cy="206451"/>
          </a:xfrm>
          <a:prstGeom prst="ellipse">
            <a:avLst/>
          </a:prstGeom>
          <a:gradFill rotWithShape="1">
            <a:gsLst>
              <a:gs pos="0">
                <a:srgbClr val="FFFFFF">
                  <a:alpha val="24300"/>
                </a:srgbClr>
              </a:gs>
              <a:gs pos="28284">
                <a:srgbClr val="627D8D">
                  <a:alpha val="1215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0" name="!!circle-3as"/>
          <p:cNvSpPr/>
          <p:nvPr/>
        </p:nvSpPr>
        <p:spPr>
          <a:xfrm>
            <a:off x="10234709" y="4630451"/>
            <a:ext cx="8918692" cy="8918692"/>
          </a:xfrm>
          <a:prstGeom prst="ellipse">
            <a:avLst/>
          </a:prstGeom>
          <a:gradFill rotWithShape="1">
            <a:gsLst>
              <a:gs pos="0">
                <a:srgbClr val="627D8D">
                  <a:alpha val="220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1" name="!!circle-3aw"/>
          <p:cNvSpPr/>
          <p:nvPr/>
        </p:nvSpPr>
        <p:spPr>
          <a:xfrm>
            <a:off x="12386019" y="6781761"/>
            <a:ext cx="4616072" cy="4616072"/>
          </a:xfrm>
          <a:custGeom>
            <a:avLst/>
            <a:gdLst/>
            <a:ahLst/>
            <a:cxnLst/>
            <a:rect l="l" t="t" r="r" b="b"/>
            <a:pathLst>
              <a:path w="4616072" h="4616072" fill="none">
                <a:moveTo>
                  <a:pt x="1359402" y="523916"/>
                </a:moveTo>
                <a:cubicBezTo>
                  <a:pt x="2344744" y="0"/>
                  <a:pt x="3568240" y="374060"/>
                  <a:pt x="4092156" y="1359402"/>
                </a:cubicBezTo>
                <a:cubicBezTo>
                  <a:pt x="4616072" y="2344744"/>
                  <a:pt x="4242013" y="3568240"/>
                  <a:pt x="3256670" y="4092156"/>
                </a:cubicBezTo>
                <a:cubicBezTo>
                  <a:pt x="2271328" y="4616072"/>
                  <a:pt x="1047832" y="4242013"/>
                  <a:pt x="523916" y="3256670"/>
                </a:cubicBezTo>
                <a:cubicBezTo>
                  <a:pt x="0" y="2271328"/>
                  <a:pt x="374060" y="1047832"/>
                  <a:pt x="1359402" y="523916"/>
                </a:cubicBezTo>
                <a:close/>
              </a:path>
            </a:pathLst>
          </a:custGeom>
          <a:noFill/>
          <a:ln w="30968" cap="rnd">
            <a:solidFill>
              <a:srgbClr val="627D8D">
                <a:alpha val="34000"/>
              </a:srgbClr>
            </a:solidFill>
            <a:custDash>
              <a:ds d="4500000" sp="1500000"/>
            </a:custDash>
            <a:miter lim="800000"/>
          </a:ln>
        </p:spPr>
      </p:sp>
      <p:sp>
        <p:nvSpPr>
          <p:cNvPr id="52" name="!!circle-3b0"/>
          <p:cNvSpPr/>
          <p:nvPr/>
        </p:nvSpPr>
        <p:spPr>
          <a:xfrm>
            <a:off x="11716814" y="6112556"/>
            <a:ext cx="5954482" cy="5954482"/>
          </a:xfrm>
          <a:custGeom>
            <a:avLst/>
            <a:gdLst/>
            <a:ahLst/>
            <a:cxnLst/>
            <a:rect l="l" t="t" r="r" b="b"/>
            <a:pathLst>
              <a:path w="5954482" h="5954482" fill="none">
                <a:moveTo>
                  <a:pt x="323846" y="2390865"/>
                </a:moveTo>
                <a:cubicBezTo>
                  <a:pt x="647692" y="925436"/>
                  <a:pt x="2098187" y="0"/>
                  <a:pt x="3563616" y="323846"/>
                </a:cubicBezTo>
                <a:cubicBezTo>
                  <a:pt x="5029046" y="647692"/>
                  <a:pt x="5954482" y="2098187"/>
                  <a:pt x="5630636" y="3563616"/>
                </a:cubicBezTo>
                <a:cubicBezTo>
                  <a:pt x="5306789" y="5029046"/>
                  <a:pt x="3856295" y="5954482"/>
                  <a:pt x="2390865" y="5630636"/>
                </a:cubicBezTo>
                <a:cubicBezTo>
                  <a:pt x="925436" y="5306789"/>
                  <a:pt x="0" y="3856295"/>
                  <a:pt x="323846" y="2390865"/>
                </a:cubicBezTo>
                <a:close/>
              </a:path>
            </a:pathLst>
          </a:custGeom>
          <a:noFill/>
          <a:ln w="21677" cap="rnd">
            <a:solidFill>
              <a:srgbClr val="627D8D">
                <a:alpha val="27000"/>
              </a:srgbClr>
            </a:solidFill>
            <a:custDash>
              <a:ds d="142857" sp="714286"/>
            </a:custDash>
            <a:miter lim="800000"/>
          </a:ln>
        </p:spPr>
      </p:sp>
      <p:sp>
        <p:nvSpPr>
          <p:cNvPr id="53" name="!!circle-3b4"/>
          <p:cNvSpPr/>
          <p:nvPr/>
        </p:nvSpPr>
        <p:spPr>
          <a:xfrm>
            <a:off x="10765447" y="5161188"/>
            <a:ext cx="7857217" cy="7857217"/>
          </a:xfrm>
          <a:custGeom>
            <a:avLst/>
            <a:gdLst/>
            <a:ahLst/>
            <a:cxnLst/>
            <a:rect l="l" t="t" r="r" b="b"/>
            <a:pathLst>
              <a:path w="7857217" h="7857217" fill="none">
                <a:moveTo>
                  <a:pt x="1778095" y="6669521"/>
                </a:moveTo>
                <a:cubicBezTo>
                  <a:pt x="264331" y="5481825"/>
                  <a:pt x="0" y="3291859"/>
                  <a:pt x="1187696" y="1778095"/>
                </a:cubicBezTo>
                <a:cubicBezTo>
                  <a:pt x="2375392" y="264331"/>
                  <a:pt x="4565358" y="0"/>
                  <a:pt x="6079122" y="1187696"/>
                </a:cubicBezTo>
                <a:cubicBezTo>
                  <a:pt x="7592886" y="2375392"/>
                  <a:pt x="7857217" y="4565358"/>
                  <a:pt x="6669521" y="6079122"/>
                </a:cubicBezTo>
                <a:cubicBezTo>
                  <a:pt x="5481825" y="7592886"/>
                  <a:pt x="3291859" y="7857217"/>
                  <a:pt x="1778095" y="6669521"/>
                </a:cubicBezTo>
                <a:close/>
              </a:path>
            </a:pathLst>
          </a:custGeom>
          <a:noFill/>
          <a:ln w="21677" cap="rnd">
            <a:solidFill>
              <a:srgbClr val="627D8D">
                <a:alpha val="20000"/>
              </a:srgbClr>
            </a:solidFill>
            <a:custDash>
              <a:ds d="2857143" sp="1285714"/>
              <a:ds d="285714" sp="1285714"/>
            </a:custDash>
            <a:miter lim="800000"/>
          </a:ln>
        </p:spPr>
      </p:sp>
      <p:sp>
        <p:nvSpPr>
          <p:cNvPr id="54" name="!!rect-3h6"/>
          <p:cNvSpPr/>
          <p:nvPr/>
        </p:nvSpPr>
        <p:spPr>
          <a:xfrm>
            <a:off x="2829560" y="2167230"/>
            <a:ext cx="2193544" cy="2890317"/>
          </a:xfrm>
          <a:prstGeom prst="roundRect">
            <a:avLst>
              <a:gd name="adj" fmla="val 6494"/>
            </a:avLst>
          </a:prstGeom>
          <a:solidFill>
            <a:srgbClr val="0B1A26">
              <a:alpha val="12000"/>
            </a:srgbClr>
          </a:solidFill>
          <a:ln>
            <a:noFill/>
          </a:ln>
          <a:effectLst>
            <a:softEdge rad="227096"/>
          </a:effectLst>
        </p:spPr>
      </p:sp>
      <p:sp>
        <p:nvSpPr>
          <p:cNvPr id="55" name="!!rect-3h7"/>
          <p:cNvSpPr/>
          <p:nvPr/>
        </p:nvSpPr>
        <p:spPr>
          <a:xfrm>
            <a:off x="2894076" y="2180133"/>
            <a:ext cx="2064512" cy="270967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452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56" name="!!rect-3h9"/>
          <p:cNvSpPr/>
          <p:nvPr/>
        </p:nvSpPr>
        <p:spPr>
          <a:xfrm>
            <a:off x="2894076" y="2180133"/>
            <a:ext cx="2064512" cy="2709672"/>
          </a:xfrm>
          <a:custGeom>
            <a:avLst/>
            <a:gdLst/>
            <a:ahLst/>
            <a:cxnLst/>
            <a:rect l="l" t="t" r="r" b="b"/>
            <a:pathLst>
              <a:path w="2064512" h="2709672">
                <a:moveTo>
                  <a:pt x="129032" y="0"/>
                </a:moveTo>
                <a:lnTo>
                  <a:pt x="1935480" y="0"/>
                </a:lnTo>
                <a:cubicBezTo>
                  <a:pt x="2006742" y="0"/>
                  <a:pt x="2064512" y="57770"/>
                  <a:pt x="2064512" y="129032"/>
                </a:cubicBezTo>
                <a:lnTo>
                  <a:pt x="2064512" y="2580640"/>
                </a:lnTo>
                <a:cubicBezTo>
                  <a:pt x="2064512" y="2651902"/>
                  <a:pt x="2006742" y="2709672"/>
                  <a:pt x="1935480" y="2709672"/>
                </a:cubicBezTo>
                <a:lnTo>
                  <a:pt x="129032" y="2709672"/>
                </a:lnTo>
                <a:cubicBezTo>
                  <a:pt x="57770" y="2709672"/>
                  <a:pt x="0" y="2651902"/>
                  <a:pt x="0" y="2580640"/>
                </a:cubicBezTo>
                <a:lnTo>
                  <a:pt x="0" y="129032"/>
                </a:lnTo>
                <a:cubicBezTo>
                  <a:pt x="0" y="57770"/>
                  <a:pt x="57770" y="0"/>
                  <a:pt x="129032" y="0"/>
                </a:cubicBezTo>
                <a:close/>
              </a:path>
            </a:pathLst>
          </a:custGeom>
          <a:solidFill>
            <a:srgbClr val="DDE3E7"/>
          </a:solidFill>
          <a:ln>
            <a:noFill/>
          </a:ln>
        </p:spPr>
      </p:sp>
      <p:sp>
        <p:nvSpPr>
          <p:cNvPr id="57" name="!!ellipse-3ha"/>
          <p:cNvSpPr/>
          <p:nvPr/>
        </p:nvSpPr>
        <p:spPr>
          <a:xfrm>
            <a:off x="3152140" y="4528515"/>
            <a:ext cx="1677416" cy="206451"/>
          </a:xfrm>
          <a:prstGeom prst="ellipse">
            <a:avLst/>
          </a:prstGeom>
          <a:solidFill>
            <a:srgbClr val="0B1A26">
              <a:alpha val="18000"/>
            </a:srgbClr>
          </a:solidFill>
          <a:ln>
            <a:noFill/>
          </a:ln>
        </p:spPr>
      </p:sp>
      <p:sp>
        <p:nvSpPr>
          <p:cNvPr id="58" name="!!rect-3hc"/>
          <p:cNvSpPr/>
          <p:nvPr/>
        </p:nvSpPr>
        <p:spPr>
          <a:xfrm>
            <a:off x="3281172" y="2593035"/>
            <a:ext cx="1290320" cy="1870964"/>
          </a:xfrm>
          <a:prstGeom prst="roundRect">
            <a:avLst>
              <a:gd name="adj" fmla="val 3000"/>
            </a:avLst>
          </a:prstGeom>
          <a:gradFill rotWithShape="1">
            <a:gsLst>
              <a:gs pos="0">
                <a:srgbClr val="5D856F"/>
              </a:gs>
              <a:gs pos="100000">
                <a:srgbClr val="3F624F"/>
              </a:gs>
            </a:gsLst>
            <a:lin ang="3324463" scaled="0"/>
          </a:gradFill>
          <a:ln>
            <a:noFill/>
          </a:ln>
        </p:spPr>
      </p:sp>
      <p:sp>
        <p:nvSpPr>
          <p:cNvPr id="59" name="!!rect-3hd"/>
          <p:cNvSpPr/>
          <p:nvPr/>
        </p:nvSpPr>
        <p:spPr>
          <a:xfrm>
            <a:off x="3397301" y="2593035"/>
            <a:ext cx="64516" cy="1870964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</p:spPr>
      </p:sp>
      <p:sp>
        <p:nvSpPr>
          <p:cNvPr id="60" name="!!rect-3he"/>
          <p:cNvSpPr/>
          <p:nvPr/>
        </p:nvSpPr>
        <p:spPr>
          <a:xfrm>
            <a:off x="3603752" y="2929809"/>
            <a:ext cx="722579" cy="130967"/>
          </a:xfrm>
          <a:prstGeom prst="roundRect">
            <a:avLst>
              <a:gd name="adj" fmla="val 28571"/>
            </a:avLst>
          </a:prstGeom>
          <a:solidFill>
            <a:srgbClr val="E7D9B8"/>
          </a:solidFill>
          <a:ln>
            <a:noFill/>
          </a:ln>
        </p:spPr>
      </p:sp>
      <p:sp>
        <p:nvSpPr>
          <p:cNvPr id="61" name="!!rect-3hf"/>
          <p:cNvSpPr/>
          <p:nvPr/>
        </p:nvSpPr>
        <p:spPr>
          <a:xfrm>
            <a:off x="3603752" y="3154324"/>
            <a:ext cx="490322" cy="84193"/>
          </a:xfrm>
          <a:prstGeom prst="roundRect">
            <a:avLst>
              <a:gd name="adj" fmla="val 44444"/>
            </a:avLst>
          </a:prstGeom>
          <a:solidFill>
            <a:srgbClr val="E7D9B8">
              <a:alpha val="72000"/>
            </a:srgbClr>
          </a:solidFill>
          <a:ln>
            <a:noFill/>
          </a:ln>
        </p:spPr>
      </p:sp>
      <p:sp>
        <p:nvSpPr>
          <p:cNvPr id="62" name="!!rect-3hg"/>
          <p:cNvSpPr/>
          <p:nvPr/>
        </p:nvSpPr>
        <p:spPr>
          <a:xfrm>
            <a:off x="3603752" y="4089806"/>
            <a:ext cx="361290" cy="74839"/>
          </a:xfrm>
          <a:prstGeom prst="roundRect">
            <a:avLst>
              <a:gd name="adj" fmla="val 50000"/>
            </a:avLst>
          </a:prstGeom>
          <a:solidFill>
            <a:srgbClr val="E7D9B8">
              <a:alpha val="55000"/>
            </a:srgbClr>
          </a:solidFill>
          <a:ln>
            <a:noFill/>
          </a:ln>
        </p:spPr>
      </p:sp>
      <p:sp>
        <p:nvSpPr>
          <p:cNvPr id="63" name="!!path-3hh"/>
          <p:cNvSpPr/>
          <p:nvPr/>
        </p:nvSpPr>
        <p:spPr>
          <a:xfrm>
            <a:off x="4481170" y="2593035"/>
            <a:ext cx="90322" cy="90322"/>
          </a:xfrm>
          <a:custGeom>
            <a:avLst/>
            <a:gdLst/>
            <a:ahLst/>
            <a:cxnLst/>
            <a:rect l="l" t="t" r="r" b="b"/>
            <a:pathLst>
              <a:path w="90322" h="90322">
                <a:moveTo>
                  <a:pt x="0" y="0"/>
                </a:moveTo>
                <a:lnTo>
                  <a:pt x="90322" y="0"/>
                </a:lnTo>
                <a:lnTo>
                  <a:pt x="90322" y="90322"/>
                </a:ln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</p:sp>
      <p:sp>
        <p:nvSpPr>
          <p:cNvPr id="64" name="!!text-3hn" descr="書況照片"/>
          <p:cNvSpPr txBox="1"/>
          <p:nvPr/>
        </p:nvSpPr>
        <p:spPr>
          <a:xfrm>
            <a:off x="3036011" y="2256520"/>
            <a:ext cx="721289" cy="2428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21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書況照片</a:t>
            </a:r>
            <a:endParaRPr lang="zh-TW" sz="1321"/>
          </a:p>
        </p:txBody>
      </p:sp>
      <p:sp>
        <p:nvSpPr>
          <p:cNvPr id="65" name="!!path-3hs"/>
          <p:cNvSpPr/>
          <p:nvPr/>
        </p:nvSpPr>
        <p:spPr>
          <a:xfrm>
            <a:off x="4651066" y="2311320"/>
            <a:ext cx="150580" cy="135522"/>
          </a:xfrm>
          <a:custGeom>
            <a:avLst/>
            <a:gdLst/>
            <a:ahLst/>
            <a:cxnLst/>
            <a:rect l="l" t="t" r="r" b="b"/>
            <a:pathLst>
              <a:path w="150580" h="135522">
                <a:moveTo>
                  <a:pt x="52703" y="0"/>
                </a:moveTo>
                <a:lnTo>
                  <a:pt x="38925" y="15058"/>
                </a:lnTo>
                <a:lnTo>
                  <a:pt x="15058" y="15058"/>
                </a:lnTo>
                <a:cubicBezTo>
                  <a:pt x="6776" y="15058"/>
                  <a:pt x="0" y="21834"/>
                  <a:pt x="0" y="30116"/>
                </a:cubicBezTo>
                <a:lnTo>
                  <a:pt x="0" y="120464"/>
                </a:lnTo>
                <a:cubicBezTo>
                  <a:pt x="0" y="128746"/>
                  <a:pt x="6776" y="135522"/>
                  <a:pt x="15058" y="135522"/>
                </a:cubicBezTo>
                <a:lnTo>
                  <a:pt x="135522" y="135522"/>
                </a:lnTo>
                <a:cubicBezTo>
                  <a:pt x="143804" y="135522"/>
                  <a:pt x="150580" y="128746"/>
                  <a:pt x="150580" y="120464"/>
                </a:cubicBezTo>
                <a:lnTo>
                  <a:pt x="150580" y="30116"/>
                </a:lnTo>
                <a:cubicBezTo>
                  <a:pt x="150580" y="21834"/>
                  <a:pt x="143804" y="15058"/>
                  <a:pt x="135522" y="15058"/>
                </a:cubicBezTo>
                <a:lnTo>
                  <a:pt x="111655" y="15058"/>
                </a:lnTo>
                <a:lnTo>
                  <a:pt x="97877" y="0"/>
                </a:lnTo>
                <a:lnTo>
                  <a:pt x="52703" y="0"/>
                </a:lnTo>
                <a:close/>
                <a:moveTo>
                  <a:pt x="75290" y="112935"/>
                </a:moveTo>
                <a:cubicBezTo>
                  <a:pt x="54510" y="112935"/>
                  <a:pt x="37645" y="96070"/>
                  <a:pt x="37645" y="75290"/>
                </a:cubicBezTo>
                <a:cubicBezTo>
                  <a:pt x="37645" y="54510"/>
                  <a:pt x="54510" y="37645"/>
                  <a:pt x="75290" y="37645"/>
                </a:cubicBezTo>
                <a:cubicBezTo>
                  <a:pt x="96070" y="37645"/>
                  <a:pt x="112935" y="54510"/>
                  <a:pt x="112935" y="75290"/>
                </a:cubicBezTo>
                <a:cubicBezTo>
                  <a:pt x="112935" y="96070"/>
                  <a:pt x="96070" y="112935"/>
                  <a:pt x="75290" y="112935"/>
                </a:cubicBezTo>
                <a:close/>
                <a:moveTo>
                  <a:pt x="75290" y="51197"/>
                </a:moveTo>
                <a:cubicBezTo>
                  <a:pt x="66683" y="51197"/>
                  <a:pt x="58729" y="55789"/>
                  <a:pt x="54425" y="63244"/>
                </a:cubicBezTo>
                <a:cubicBezTo>
                  <a:pt x="50121" y="70698"/>
                  <a:pt x="50121" y="79882"/>
                  <a:pt x="54425" y="87337"/>
                </a:cubicBezTo>
                <a:cubicBezTo>
                  <a:pt x="58729" y="94791"/>
                  <a:pt x="66683" y="99383"/>
                  <a:pt x="75290" y="99383"/>
                </a:cubicBezTo>
                <a:cubicBezTo>
                  <a:pt x="83898" y="99383"/>
                  <a:pt x="91851" y="94791"/>
                  <a:pt x="96155" y="87337"/>
                </a:cubicBezTo>
                <a:cubicBezTo>
                  <a:pt x="100459" y="79882"/>
                  <a:pt x="100459" y="70698"/>
                  <a:pt x="96155" y="63244"/>
                </a:cubicBezTo>
                <a:cubicBezTo>
                  <a:pt x="91851" y="55789"/>
                  <a:pt x="83898" y="51197"/>
                  <a:pt x="75290" y="51197"/>
                </a:cubicBezTo>
                <a:close/>
              </a:path>
            </a:pathLst>
          </a:custGeom>
          <a:solidFill>
            <a:srgbClr val="5B6770"/>
          </a:solidFill>
          <a:ln>
            <a:noFill/>
          </a:ln>
        </p:spPr>
      </p:sp>
      <p:sp>
        <p:nvSpPr>
          <p:cNvPr id="66" name="!!rect-3hv"/>
          <p:cNvSpPr/>
          <p:nvPr/>
        </p:nvSpPr>
        <p:spPr>
          <a:xfrm>
            <a:off x="4326331" y="2541422"/>
            <a:ext cx="361290" cy="361290"/>
          </a:xfrm>
          <a:custGeom>
            <a:avLst/>
            <a:gdLst/>
            <a:ahLst/>
            <a:cxnLst/>
            <a:rect l="l" t="t" r="r" b="b"/>
            <a:pathLst>
              <a:path w="361290" h="361290">
                <a:moveTo>
                  <a:pt x="51613" y="0"/>
                </a:moveTo>
                <a:lnTo>
                  <a:pt x="309677" y="0"/>
                </a:lnTo>
                <a:cubicBezTo>
                  <a:pt x="338182" y="0"/>
                  <a:pt x="361290" y="23108"/>
                  <a:pt x="361290" y="51613"/>
                </a:cubicBezTo>
                <a:lnTo>
                  <a:pt x="361290" y="309677"/>
                </a:lnTo>
                <a:cubicBezTo>
                  <a:pt x="361290" y="338182"/>
                  <a:pt x="338182" y="361290"/>
                  <a:pt x="309677" y="361290"/>
                </a:cubicBezTo>
                <a:lnTo>
                  <a:pt x="51613" y="361290"/>
                </a:lnTo>
                <a:cubicBezTo>
                  <a:pt x="23108" y="361290"/>
                  <a:pt x="0" y="338182"/>
                  <a:pt x="0" y="309677"/>
                </a:cubicBezTo>
                <a:lnTo>
                  <a:pt x="0" y="51613"/>
                </a:lnTo>
                <a:cubicBezTo>
                  <a:pt x="0" y="23108"/>
                  <a:pt x="23108" y="0"/>
                  <a:pt x="51613" y="0"/>
                </a:cubicBezTo>
                <a:close/>
              </a:path>
            </a:pathLst>
          </a:custGeom>
          <a:solidFill>
            <a:srgbClr val="627D8D">
              <a:alpha val="8000"/>
            </a:srgbClr>
          </a:solidFill>
          <a:ln w="16129" cap="flat">
            <a:solidFill>
              <a:srgbClr val="627D8D"/>
            </a:solidFill>
            <a:custDash>
              <a:ds d="320000" sp="240000"/>
            </a:custDash>
            <a:miter lim="800000"/>
          </a:ln>
        </p:spPr>
      </p:sp>
      <p:sp>
        <p:nvSpPr>
          <p:cNvPr id="67" name="!!path-3hy"/>
          <p:cNvSpPr/>
          <p:nvPr/>
        </p:nvSpPr>
        <p:spPr>
          <a:xfrm>
            <a:off x="4687621" y="2722067"/>
            <a:ext cx="412902" cy="1"/>
          </a:xfrm>
          <a:custGeom>
            <a:avLst/>
            <a:gdLst/>
            <a:ahLst/>
            <a:cxnLst/>
            <a:rect l="l" t="t" r="r" b="b"/>
            <a:pathLst>
              <a:path w="412902" h="1" fill="none">
                <a:moveTo>
                  <a:pt x="0" y="0"/>
                </a:moveTo>
                <a:lnTo>
                  <a:pt x="412902" y="0"/>
                </a:lnTo>
              </a:path>
            </a:pathLst>
          </a:custGeom>
          <a:noFill/>
          <a:ln w="12903" cap="rnd">
            <a:solidFill>
              <a:srgbClr val="627D8D"/>
            </a:solidFill>
            <a:prstDash val="solid"/>
            <a:round/>
          </a:ln>
        </p:spPr>
      </p:sp>
      <p:sp>
        <p:nvSpPr>
          <p:cNvPr id="68" name="!!rect-3i7"/>
          <p:cNvSpPr/>
          <p:nvPr/>
        </p:nvSpPr>
        <p:spPr>
          <a:xfrm>
            <a:off x="5100523" y="2560777"/>
            <a:ext cx="1326449" cy="425806"/>
          </a:xfrm>
          <a:prstGeom prst="roundRect">
            <a:avLst>
              <a:gd name="adj" fmla="val 50000"/>
            </a:avLst>
          </a:prstGeom>
          <a:solidFill>
            <a:srgbClr val="0B1A26">
              <a:alpha val="10000"/>
            </a:srgbClr>
          </a:solidFill>
          <a:ln>
            <a:noFill/>
          </a:ln>
          <a:effectLst>
            <a:softEdge rad="99355"/>
          </a:effectLst>
        </p:spPr>
      </p:sp>
      <p:sp>
        <p:nvSpPr>
          <p:cNvPr id="69" name="!!rect-3i8"/>
          <p:cNvSpPr/>
          <p:nvPr/>
        </p:nvSpPr>
        <p:spPr>
          <a:xfrm>
            <a:off x="5126330" y="2554326"/>
            <a:ext cx="1274836" cy="33548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742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70" name="!!text-3i9" descr="邊角輕微磨損"/>
          <p:cNvSpPr txBox="1"/>
          <p:nvPr/>
        </p:nvSpPr>
        <p:spPr>
          <a:xfrm>
            <a:off x="5260523" y="2587874"/>
            <a:ext cx="1056772" cy="2428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21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邊角輕微磨損</a:t>
            </a:r>
            <a:endParaRPr lang="zh-TW" sz="1321"/>
          </a:p>
        </p:txBody>
      </p:sp>
      <p:sp>
        <p:nvSpPr>
          <p:cNvPr id="71" name="!!rect-3ii"/>
          <p:cNvSpPr/>
          <p:nvPr/>
        </p:nvSpPr>
        <p:spPr>
          <a:xfrm>
            <a:off x="3345688" y="3431743"/>
            <a:ext cx="1161288" cy="967740"/>
          </a:xfrm>
          <a:custGeom>
            <a:avLst/>
            <a:gdLst/>
            <a:ahLst/>
            <a:cxnLst/>
            <a:rect l="l" t="t" r="r" b="b"/>
            <a:pathLst>
              <a:path w="1161288" h="967740">
                <a:moveTo>
                  <a:pt x="51613" y="0"/>
                </a:moveTo>
                <a:lnTo>
                  <a:pt x="1109675" y="0"/>
                </a:lnTo>
                <a:cubicBezTo>
                  <a:pt x="1138180" y="0"/>
                  <a:pt x="1161288" y="23108"/>
                  <a:pt x="1161288" y="51613"/>
                </a:cubicBezTo>
                <a:lnTo>
                  <a:pt x="1161288" y="916127"/>
                </a:lnTo>
                <a:cubicBezTo>
                  <a:pt x="1161288" y="944632"/>
                  <a:pt x="1138180" y="967740"/>
                  <a:pt x="1109675" y="967740"/>
                </a:cubicBezTo>
                <a:lnTo>
                  <a:pt x="51613" y="967740"/>
                </a:lnTo>
                <a:cubicBezTo>
                  <a:pt x="23108" y="967740"/>
                  <a:pt x="0" y="944632"/>
                  <a:pt x="0" y="916127"/>
                </a:cubicBezTo>
                <a:lnTo>
                  <a:pt x="0" y="51613"/>
                </a:lnTo>
                <a:cubicBezTo>
                  <a:pt x="0" y="23108"/>
                  <a:pt x="23108" y="0"/>
                  <a:pt x="51613" y="0"/>
                </a:cubicBezTo>
                <a:close/>
              </a:path>
            </a:pathLst>
          </a:custGeom>
          <a:solidFill>
            <a:srgbClr val="627D8D">
              <a:alpha val="8000"/>
            </a:srgbClr>
          </a:solidFill>
          <a:ln w="16129" cap="flat">
            <a:solidFill>
              <a:srgbClr val="627D8D"/>
            </a:solidFill>
            <a:custDash>
              <a:ds d="320000" sp="240000"/>
            </a:custDash>
            <a:miter lim="800000"/>
          </a:ln>
        </p:spPr>
      </p:sp>
      <p:sp>
        <p:nvSpPr>
          <p:cNvPr id="72" name="!!path-3il"/>
          <p:cNvSpPr/>
          <p:nvPr/>
        </p:nvSpPr>
        <p:spPr>
          <a:xfrm>
            <a:off x="4506976" y="3915613"/>
            <a:ext cx="593547" cy="1"/>
          </a:xfrm>
          <a:custGeom>
            <a:avLst/>
            <a:gdLst/>
            <a:ahLst/>
            <a:cxnLst/>
            <a:rect l="l" t="t" r="r" b="b"/>
            <a:pathLst>
              <a:path w="593547" h="1" fill="none">
                <a:moveTo>
                  <a:pt x="0" y="0"/>
                </a:moveTo>
                <a:lnTo>
                  <a:pt x="593547" y="0"/>
                </a:lnTo>
              </a:path>
            </a:pathLst>
          </a:custGeom>
          <a:noFill/>
          <a:ln w="12903" cap="rnd">
            <a:solidFill>
              <a:srgbClr val="627D8D"/>
            </a:solidFill>
            <a:prstDash val="solid"/>
            <a:round/>
          </a:ln>
        </p:spPr>
      </p:sp>
      <p:sp>
        <p:nvSpPr>
          <p:cNvPr id="73" name="!!rect-3iu"/>
          <p:cNvSpPr/>
          <p:nvPr/>
        </p:nvSpPr>
        <p:spPr>
          <a:xfrm>
            <a:off x="5100523" y="3754323"/>
            <a:ext cx="1326449" cy="425806"/>
          </a:xfrm>
          <a:prstGeom prst="roundRect">
            <a:avLst>
              <a:gd name="adj" fmla="val 50000"/>
            </a:avLst>
          </a:prstGeom>
          <a:solidFill>
            <a:srgbClr val="0B1A26">
              <a:alpha val="10000"/>
            </a:srgbClr>
          </a:solidFill>
          <a:ln>
            <a:noFill/>
          </a:ln>
          <a:effectLst>
            <a:softEdge rad="99355"/>
          </a:effectLst>
        </p:spPr>
      </p:sp>
      <p:sp>
        <p:nvSpPr>
          <p:cNvPr id="74" name="!!rect-3iv"/>
          <p:cNvSpPr/>
          <p:nvPr/>
        </p:nvSpPr>
        <p:spPr>
          <a:xfrm>
            <a:off x="5126330" y="3747872"/>
            <a:ext cx="1274836" cy="33548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742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75" name="!!text-3iw" descr="無劃線與摺痕"/>
          <p:cNvSpPr txBox="1"/>
          <p:nvPr/>
        </p:nvSpPr>
        <p:spPr>
          <a:xfrm>
            <a:off x="5260523" y="3781420"/>
            <a:ext cx="1056772" cy="2428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21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無劃線與摺痕</a:t>
            </a:r>
            <a:endParaRPr lang="zh-TW" sz="1321"/>
          </a:p>
        </p:txBody>
      </p:sp>
      <p:sp>
        <p:nvSpPr>
          <p:cNvPr id="76" name="!!rect-3j9"/>
          <p:cNvSpPr/>
          <p:nvPr/>
        </p:nvSpPr>
        <p:spPr>
          <a:xfrm>
            <a:off x="2868270" y="5231740"/>
            <a:ext cx="1561287" cy="425806"/>
          </a:xfrm>
          <a:prstGeom prst="roundRect">
            <a:avLst>
              <a:gd name="adj" fmla="val 50000"/>
            </a:avLst>
          </a:prstGeom>
          <a:solidFill>
            <a:srgbClr val="0B1A26">
              <a:alpha val="10000"/>
            </a:srgbClr>
          </a:solidFill>
          <a:ln>
            <a:noFill/>
          </a:ln>
          <a:effectLst>
            <a:softEdge rad="99355"/>
          </a:effectLst>
        </p:spPr>
      </p:sp>
      <p:sp>
        <p:nvSpPr>
          <p:cNvPr id="77" name="!!rect-3ja"/>
          <p:cNvSpPr/>
          <p:nvPr/>
        </p:nvSpPr>
        <p:spPr>
          <a:xfrm>
            <a:off x="2894076" y="5225288"/>
            <a:ext cx="1509674" cy="33548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742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78" name="!!path-3jb"/>
          <p:cNvSpPr/>
          <p:nvPr/>
        </p:nvSpPr>
        <p:spPr>
          <a:xfrm>
            <a:off x="3042953" y="5319649"/>
            <a:ext cx="146838" cy="146838"/>
          </a:xfrm>
          <a:custGeom>
            <a:avLst/>
            <a:gdLst/>
            <a:ahLst/>
            <a:cxnLst/>
            <a:rect l="l" t="t" r="r" b="b"/>
            <a:pathLst>
              <a:path w="146838" h="146838">
                <a:moveTo>
                  <a:pt x="73419" y="0"/>
                </a:moveTo>
                <a:cubicBezTo>
                  <a:pt x="32892" y="0"/>
                  <a:pt x="0" y="32892"/>
                  <a:pt x="0" y="73419"/>
                </a:cubicBezTo>
                <a:cubicBezTo>
                  <a:pt x="0" y="113947"/>
                  <a:pt x="32892" y="146838"/>
                  <a:pt x="73419" y="146838"/>
                </a:cubicBezTo>
                <a:cubicBezTo>
                  <a:pt x="113947" y="146838"/>
                  <a:pt x="146838" y="113947"/>
                  <a:pt x="146838" y="73419"/>
                </a:cubicBezTo>
                <a:cubicBezTo>
                  <a:pt x="146838" y="32892"/>
                  <a:pt x="113947" y="0"/>
                  <a:pt x="73419" y="0"/>
                </a:cubicBezTo>
                <a:close/>
                <a:moveTo>
                  <a:pt x="58735" y="110129"/>
                </a:moveTo>
                <a:lnTo>
                  <a:pt x="22026" y="73419"/>
                </a:lnTo>
                <a:lnTo>
                  <a:pt x="32378" y="63067"/>
                </a:lnTo>
                <a:lnTo>
                  <a:pt x="58735" y="89351"/>
                </a:lnTo>
                <a:lnTo>
                  <a:pt x="114461" y="33626"/>
                </a:lnTo>
                <a:lnTo>
                  <a:pt x="124813" y="44052"/>
                </a:lnTo>
                <a:lnTo>
                  <a:pt x="58735" y="110129"/>
                </a:lnTo>
                <a:close/>
              </a:path>
            </a:pathLst>
          </a:custGeom>
          <a:solidFill>
            <a:srgbClr val="66BB6A"/>
          </a:solidFill>
          <a:ln>
            <a:noFill/>
          </a:ln>
        </p:spPr>
      </p:sp>
      <p:sp>
        <p:nvSpPr>
          <p:cNvPr id="79" name="!!text-3jc" descr="書況｜近全新"/>
          <p:cNvSpPr txBox="1"/>
          <p:nvPr/>
        </p:nvSpPr>
        <p:spPr>
          <a:xfrm>
            <a:off x="3263108" y="5258836"/>
            <a:ext cx="1056772" cy="2428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21" b="1" kern="0" dirty="0">
                <a:solidFill>
                  <a:srgbClr val="66BB6A"/>
                </a:solidFill>
                <a:latin typeface="Noto Sans TC"/>
                <a:ea typeface="Noto Sans TC"/>
                <a:cs typeface="Noto Sans TC"/>
              </a:rPr>
              <a:t>書況｜近全新</a:t>
            </a:r>
            <a:endParaRPr lang="zh-TW" sz="1321"/>
          </a:p>
        </p:txBody>
      </p:sp>
      <p:sp>
        <p:nvSpPr>
          <p:cNvPr id="80" name="!!rect-3jp"/>
          <p:cNvSpPr/>
          <p:nvPr/>
        </p:nvSpPr>
        <p:spPr>
          <a:xfrm>
            <a:off x="2868270" y="5760771"/>
            <a:ext cx="3084046" cy="425806"/>
          </a:xfrm>
          <a:prstGeom prst="roundRect">
            <a:avLst>
              <a:gd name="adj" fmla="val 50000"/>
            </a:avLst>
          </a:prstGeom>
          <a:solidFill>
            <a:srgbClr val="0B1A26">
              <a:alpha val="10000"/>
            </a:srgbClr>
          </a:solidFill>
          <a:ln>
            <a:noFill/>
          </a:ln>
          <a:effectLst>
            <a:softEdge rad="99355"/>
          </a:effectLst>
        </p:spPr>
      </p:sp>
      <p:sp>
        <p:nvSpPr>
          <p:cNvPr id="81" name="!!rect-3jq"/>
          <p:cNvSpPr/>
          <p:nvPr/>
        </p:nvSpPr>
        <p:spPr>
          <a:xfrm>
            <a:off x="2894076" y="5754319"/>
            <a:ext cx="3032433" cy="33548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742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82" name="!!path-3jr"/>
          <p:cNvSpPr/>
          <p:nvPr/>
        </p:nvSpPr>
        <p:spPr>
          <a:xfrm>
            <a:off x="3042953" y="5848680"/>
            <a:ext cx="146838" cy="146838"/>
          </a:xfrm>
          <a:custGeom>
            <a:avLst/>
            <a:gdLst/>
            <a:ahLst/>
            <a:cxnLst/>
            <a:rect l="l" t="t" r="r" b="b"/>
            <a:pathLst>
              <a:path w="146838" h="146838">
                <a:moveTo>
                  <a:pt x="142507" y="70336"/>
                </a:moveTo>
                <a:lnTo>
                  <a:pt x="76429" y="4258"/>
                </a:lnTo>
                <a:cubicBezTo>
                  <a:pt x="73786" y="1615"/>
                  <a:pt x="70115" y="0"/>
                  <a:pt x="66077" y="0"/>
                </a:cubicBezTo>
                <a:lnTo>
                  <a:pt x="14684" y="0"/>
                </a:lnTo>
                <a:cubicBezTo>
                  <a:pt x="6608" y="0"/>
                  <a:pt x="0" y="6608"/>
                  <a:pt x="0" y="14684"/>
                </a:cubicBezTo>
                <a:lnTo>
                  <a:pt x="0" y="66077"/>
                </a:lnTo>
                <a:cubicBezTo>
                  <a:pt x="0" y="70115"/>
                  <a:pt x="1615" y="73786"/>
                  <a:pt x="4332" y="76503"/>
                </a:cubicBezTo>
                <a:lnTo>
                  <a:pt x="70409" y="142580"/>
                </a:lnTo>
                <a:cubicBezTo>
                  <a:pt x="73052" y="145223"/>
                  <a:pt x="76723" y="146838"/>
                  <a:pt x="80761" y="146838"/>
                </a:cubicBezTo>
                <a:cubicBezTo>
                  <a:pt x="84799" y="146838"/>
                  <a:pt x="88470" y="145223"/>
                  <a:pt x="91113" y="142507"/>
                </a:cubicBezTo>
                <a:lnTo>
                  <a:pt x="142507" y="91113"/>
                </a:lnTo>
                <a:cubicBezTo>
                  <a:pt x="145223" y="88470"/>
                  <a:pt x="146838" y="84799"/>
                  <a:pt x="146838" y="80761"/>
                </a:cubicBezTo>
                <a:cubicBezTo>
                  <a:pt x="146838" y="76723"/>
                  <a:pt x="145150" y="72979"/>
                  <a:pt x="142507" y="70336"/>
                </a:cubicBezTo>
                <a:close/>
                <a:moveTo>
                  <a:pt x="25697" y="36710"/>
                </a:moveTo>
                <a:cubicBezTo>
                  <a:pt x="19603" y="36710"/>
                  <a:pt x="14684" y="31791"/>
                  <a:pt x="14684" y="25697"/>
                </a:cubicBezTo>
                <a:cubicBezTo>
                  <a:pt x="14684" y="19603"/>
                  <a:pt x="19603" y="14684"/>
                  <a:pt x="25697" y="14684"/>
                </a:cubicBezTo>
                <a:cubicBezTo>
                  <a:pt x="31791" y="14684"/>
                  <a:pt x="36710" y="19603"/>
                  <a:pt x="36710" y="25697"/>
                </a:cubicBezTo>
                <a:cubicBezTo>
                  <a:pt x="36710" y="31791"/>
                  <a:pt x="31791" y="36710"/>
                  <a:pt x="25697" y="36710"/>
                </a:cubicBez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83" name="!!text-3js" descr="建議售價 $280・區間 $240–$320"/>
          <p:cNvSpPr txBox="1"/>
          <p:nvPr/>
        </p:nvSpPr>
        <p:spPr>
          <a:xfrm>
            <a:off x="3263108" y="5787867"/>
            <a:ext cx="2579530" cy="2428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21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建議售價 $280・區間 $240–$320</a:t>
            </a:r>
            <a:endParaRPr lang="zh-TW" sz="1321"/>
          </a:p>
        </p:txBody>
      </p:sp>
      <p:sp>
        <p:nvSpPr>
          <p:cNvPr id="84" name="!!text-3ki" descr="AI 上架輔助"/>
          <p:cNvSpPr txBox="1"/>
          <p:nvPr/>
        </p:nvSpPr>
        <p:spPr>
          <a:xfrm>
            <a:off x="648919" y="581168"/>
            <a:ext cx="962785" cy="22420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19" b="1" kern="0" spc="146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A</a:t>
            </a:r>
            <a:r>
              <a:rPr lang="zh-TW" altLang="en-US" sz="1219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I</a:t>
            </a:r>
            <a:r>
              <a:rPr lang="zh-TW" altLang="en-US" sz="1219" b="1" kern="0" spc="293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 </a:t>
            </a:r>
            <a:r>
              <a:rPr lang="zh-TW" altLang="en-US" sz="1219" b="1" kern="0" spc="146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上架輔</a:t>
            </a:r>
            <a:r>
              <a:rPr lang="zh-TW" altLang="en-US" sz="1219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助</a:t>
            </a:r>
            <a:endParaRPr lang="zh-TW" sz="1219"/>
          </a:p>
        </p:txBody>
      </p:sp>
      <p:sp>
        <p:nvSpPr>
          <p:cNvPr id="85" name="!!text-3ku" descr="拍張照片，AI 判斷書況與售價"/>
          <p:cNvSpPr txBox="1"/>
          <p:nvPr/>
        </p:nvSpPr>
        <p:spPr>
          <a:xfrm>
            <a:off x="648919" y="854200"/>
            <a:ext cx="6056814" cy="67261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3658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拍張照</a:t>
            </a:r>
            <a:r>
              <a:rPr lang="zh-TW" altLang="en-US" sz="3658" kern="0" spc="-1097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片</a:t>
            </a:r>
            <a:r>
              <a:rPr lang="zh-TW" altLang="en-US" sz="3658" kern="0" spc="-658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，</a:t>
            </a:r>
            <a:r>
              <a:rPr lang="zh-TW" altLang="en-US" sz="3658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AI 判斷書況與售價</a:t>
            </a:r>
            <a:endParaRPr lang="zh-TW" sz="3658"/>
          </a:p>
        </p:txBody>
      </p:sp>
      <p:sp>
        <p:nvSpPr>
          <p:cNvPr id="86" name="!!text-3ld" descr="依 ISBN 查詢書目與網路資料，附上建議售價區間與資料來源。"/>
          <p:cNvSpPr txBox="1"/>
          <p:nvPr/>
        </p:nvSpPr>
        <p:spPr>
          <a:xfrm>
            <a:off x="648919" y="1581424"/>
            <a:ext cx="5432506" cy="28025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524" kern="0" dirty="0">
                <a:solidFill>
                  <a:srgbClr val="3F4A54"/>
                </a:solidFill>
                <a:latin typeface="Noto Sans TC Medium"/>
                <a:ea typeface="Noto Sans TC Medium"/>
                <a:cs typeface="Noto Sans TC Medium"/>
              </a:rPr>
              <a:t>依 ISBN 查詢書目與網路資料，附上建議售價區間與資料來源。</a:t>
            </a:r>
            <a:endParaRPr lang="zh-TW" sz="1524"/>
          </a:p>
        </p:txBody>
      </p:sp>
      <p:sp>
        <p:nvSpPr>
          <p:cNvPr id="87" name="!!rect-7lb"/>
          <p:cNvSpPr/>
          <p:nvPr/>
        </p:nvSpPr>
        <p:spPr>
          <a:xfrm>
            <a:off x="8521700" y="660400"/>
            <a:ext cx="2933700" cy="6121400"/>
          </a:xfrm>
          <a:prstGeom prst="roundRect">
            <a:avLst>
              <a:gd name="adj" fmla="val 18020"/>
            </a:avLst>
          </a:prstGeom>
          <a:solidFill>
            <a:srgbClr val="0B1A26">
              <a:alpha val="30000"/>
            </a:srgbClr>
          </a:solidFill>
          <a:ln>
            <a:noFill/>
          </a:ln>
          <a:effectLst>
            <a:softEdge rad="474980"/>
          </a:effectLst>
        </p:spPr>
      </p:sp>
      <p:sp>
        <p:nvSpPr>
          <p:cNvPr id="88" name="!!rect-7lc"/>
          <p:cNvSpPr/>
          <p:nvPr/>
        </p:nvSpPr>
        <p:spPr>
          <a:xfrm>
            <a:off x="8591550" y="527050"/>
            <a:ext cx="2794000" cy="5829300"/>
          </a:xfrm>
          <a:prstGeom prst="roundRect">
            <a:avLst>
              <a:gd name="adj" fmla="val 16825"/>
            </a:avLst>
          </a:prstGeom>
          <a:solidFill>
            <a:srgbClr val="0B1A26">
              <a:alpha val="16000"/>
            </a:srgbClr>
          </a:solidFill>
          <a:ln>
            <a:noFill/>
          </a:ln>
          <a:effectLst>
            <a:softEdge rad="125730"/>
          </a:effectLst>
        </p:spPr>
      </p:sp>
      <p:sp>
        <p:nvSpPr>
          <p:cNvPr id="89" name="!!rect-7ld"/>
          <p:cNvSpPr/>
          <p:nvPr/>
        </p:nvSpPr>
        <p:spPr>
          <a:xfrm>
            <a:off x="8590280" y="1676400"/>
            <a:ext cx="31750" cy="2159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90" name="!!rect-7le"/>
          <p:cNvSpPr/>
          <p:nvPr/>
        </p:nvSpPr>
        <p:spPr>
          <a:xfrm>
            <a:off x="8590280" y="2108200"/>
            <a:ext cx="31750" cy="4064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91" name="!!rect-7lf"/>
          <p:cNvSpPr/>
          <p:nvPr/>
        </p:nvSpPr>
        <p:spPr>
          <a:xfrm>
            <a:off x="8590280" y="2603500"/>
            <a:ext cx="31750" cy="4064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92" name="!!rect-7lg"/>
          <p:cNvSpPr/>
          <p:nvPr/>
        </p:nvSpPr>
        <p:spPr>
          <a:xfrm>
            <a:off x="11355070" y="2260600"/>
            <a:ext cx="31750" cy="6350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93" name="!!rect-7lh"/>
          <p:cNvSpPr/>
          <p:nvPr/>
        </p:nvSpPr>
        <p:spPr>
          <a:xfrm>
            <a:off x="11357610" y="4114800"/>
            <a:ext cx="25400" cy="419100"/>
          </a:xfrm>
          <a:prstGeom prst="roundRect">
            <a:avLst>
              <a:gd name="adj" fmla="val 50000"/>
            </a:avLst>
          </a:prstGeom>
          <a:solidFill>
            <a:srgbClr val="8795A0"/>
          </a:solidFill>
          <a:ln>
            <a:noFill/>
          </a:ln>
        </p:spPr>
      </p:sp>
      <p:sp>
        <p:nvSpPr>
          <p:cNvPr id="94" name="!!rect-7li"/>
          <p:cNvSpPr/>
          <p:nvPr/>
        </p:nvSpPr>
        <p:spPr>
          <a:xfrm>
            <a:off x="8610600" y="508000"/>
            <a:ext cx="2755900" cy="5753100"/>
          </a:xfrm>
          <a:prstGeom prst="roundRect">
            <a:avLst>
              <a:gd name="adj" fmla="val 16359"/>
            </a:avLst>
          </a:prstGeom>
          <a:gradFill rotWithShape="1">
            <a:gsLst>
              <a:gs pos="0">
                <a:srgbClr val="FBFCFD"/>
              </a:gs>
              <a:gs pos="18000">
                <a:srgbClr val="DDE5EB"/>
              </a:gs>
              <a:gs pos="46000">
                <a:srgbClr val="B4C2CC"/>
              </a:gs>
              <a:gs pos="62000">
                <a:srgbClr val="D3DCE3"/>
              </a:gs>
              <a:gs pos="84000">
                <a:srgbClr val="A9B8C3"/>
              </a:gs>
              <a:gs pos="100000">
                <a:srgbClr val="E8EEF2"/>
              </a:gs>
              <a:gs pos="100000">
                <a:srgbClr val="E8EEF2"/>
              </a:gs>
            </a:gsLst>
            <a:lin ang="3864255" scaled="0"/>
          </a:gradFill>
          <a:ln>
            <a:noFill/>
          </a:ln>
        </p:spPr>
      </p:sp>
      <p:sp>
        <p:nvSpPr>
          <p:cNvPr id="95" name="!!rect-7lj"/>
          <p:cNvSpPr/>
          <p:nvPr/>
        </p:nvSpPr>
        <p:spPr>
          <a:xfrm>
            <a:off x="8614410" y="511810"/>
            <a:ext cx="2748280" cy="5745480"/>
          </a:xfrm>
          <a:prstGeom prst="roundRect">
            <a:avLst>
              <a:gd name="adj" fmla="val 16266"/>
            </a:avLst>
          </a:prstGeom>
          <a:noFill/>
          <a:ln w="7620" cap="flat">
            <a:solidFill>
              <a:srgbClr val="7F8F9B">
                <a:alpha val="55000"/>
              </a:srgbClr>
            </a:solidFill>
            <a:prstDash val="solid"/>
            <a:miter lim="800000"/>
          </a:ln>
        </p:spPr>
      </p:sp>
      <p:sp>
        <p:nvSpPr>
          <p:cNvPr id="96" name="!!rect-7lk"/>
          <p:cNvSpPr/>
          <p:nvPr/>
        </p:nvSpPr>
        <p:spPr>
          <a:xfrm>
            <a:off x="8637270" y="534670"/>
            <a:ext cx="2702560" cy="5699760"/>
          </a:xfrm>
          <a:prstGeom prst="roundRect">
            <a:avLst>
              <a:gd name="adj" fmla="val 15695"/>
            </a:avLst>
          </a:prstGeom>
          <a:noFill/>
          <a:ln w="8890" cap="flat">
            <a:solidFill>
              <a:srgbClr val="FFFFFF">
                <a:alpha val="75000"/>
              </a:srgbClr>
            </a:solidFill>
            <a:prstDash val="solid"/>
            <a:miter lim="800000"/>
          </a:ln>
        </p:spPr>
      </p:sp>
      <p:sp>
        <p:nvSpPr>
          <p:cNvPr id="97" name="!!rect-7ll"/>
          <p:cNvSpPr/>
          <p:nvPr/>
        </p:nvSpPr>
        <p:spPr>
          <a:xfrm>
            <a:off x="8664575" y="561975"/>
            <a:ext cx="2647950" cy="5645150"/>
          </a:xfrm>
          <a:prstGeom prst="roundRect">
            <a:avLst>
              <a:gd name="adj" fmla="val 14988"/>
            </a:avLst>
          </a:prstGeom>
          <a:solidFill>
            <a:srgbClr val="050608"/>
          </a:solidFill>
          <a:ln>
            <a:noFill/>
          </a:ln>
        </p:spPr>
      </p:sp>
      <p:sp>
        <p:nvSpPr>
          <p:cNvPr id="98" name="!!rect-7ln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solidFill>
            <a:srgbClr val="F3F5F7"/>
          </a:solidFill>
          <a:ln>
            <a:noFill/>
          </a:ln>
        </p:spPr>
      </p:sp>
      <p:sp>
        <p:nvSpPr>
          <p:cNvPr id="99" name="!!rect-7lq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solidFill>
            <a:srgbClr val="F3F5F7"/>
          </a:solidFill>
          <a:ln>
            <a:noFill/>
          </a:ln>
        </p:spPr>
      </p:sp>
      <p:sp>
        <p:nvSpPr>
          <p:cNvPr id="100" name="!!path-7ls"/>
          <p:cNvSpPr/>
          <p:nvPr/>
        </p:nvSpPr>
        <p:spPr>
          <a:xfrm>
            <a:off x="8712200" y="609600"/>
            <a:ext cx="2552700" cy="730250"/>
          </a:xfrm>
          <a:custGeom>
            <a:avLst/>
            <a:gdLst/>
            <a:ahLst/>
            <a:cxnLst/>
            <a:rect l="l" t="t" r="r" b="b"/>
            <a:pathLst>
              <a:path w="2552700" h="730250">
                <a:moveTo>
                  <a:pt x="0" y="349250"/>
                </a:moveTo>
                <a:lnTo>
                  <a:pt x="6711" y="281115"/>
                </a:lnTo>
                <a:lnTo>
                  <a:pt x="26585" y="215598"/>
                </a:lnTo>
                <a:lnTo>
                  <a:pt x="58859" y="155217"/>
                </a:lnTo>
                <a:lnTo>
                  <a:pt x="102293" y="102293"/>
                </a:lnTo>
                <a:lnTo>
                  <a:pt x="155217" y="58859"/>
                </a:lnTo>
                <a:lnTo>
                  <a:pt x="215598" y="26585"/>
                </a:lnTo>
                <a:lnTo>
                  <a:pt x="281115" y="6711"/>
                </a:lnTo>
                <a:lnTo>
                  <a:pt x="349250" y="0"/>
                </a:lnTo>
                <a:lnTo>
                  <a:pt x="2203450" y="0"/>
                </a:lnTo>
                <a:lnTo>
                  <a:pt x="2271585" y="6711"/>
                </a:lnTo>
                <a:lnTo>
                  <a:pt x="2337102" y="26585"/>
                </a:lnTo>
                <a:lnTo>
                  <a:pt x="2397483" y="58859"/>
                </a:lnTo>
                <a:lnTo>
                  <a:pt x="2450407" y="102293"/>
                </a:lnTo>
                <a:lnTo>
                  <a:pt x="2493841" y="155217"/>
                </a:lnTo>
                <a:lnTo>
                  <a:pt x="2526115" y="215598"/>
                </a:lnTo>
                <a:lnTo>
                  <a:pt x="2545989" y="281115"/>
                </a:lnTo>
                <a:lnTo>
                  <a:pt x="2552700" y="349250"/>
                </a:lnTo>
                <a:lnTo>
                  <a:pt x="2552700" y="577850"/>
                </a:lnTo>
                <a:lnTo>
                  <a:pt x="2551642" y="602192"/>
                </a:lnTo>
                <a:lnTo>
                  <a:pt x="2548467" y="624417"/>
                </a:lnTo>
                <a:lnTo>
                  <a:pt x="2543175" y="644525"/>
                </a:lnTo>
                <a:lnTo>
                  <a:pt x="2535767" y="662517"/>
                </a:lnTo>
                <a:lnTo>
                  <a:pt x="2526242" y="678392"/>
                </a:lnTo>
                <a:lnTo>
                  <a:pt x="2514600" y="692150"/>
                </a:lnTo>
                <a:lnTo>
                  <a:pt x="2500842" y="703792"/>
                </a:lnTo>
                <a:lnTo>
                  <a:pt x="2484967" y="713317"/>
                </a:lnTo>
                <a:lnTo>
                  <a:pt x="2466975" y="720725"/>
                </a:lnTo>
                <a:lnTo>
                  <a:pt x="2446867" y="726017"/>
                </a:lnTo>
                <a:lnTo>
                  <a:pt x="2424642" y="729192"/>
                </a:lnTo>
                <a:lnTo>
                  <a:pt x="2400300" y="730250"/>
                </a:lnTo>
                <a:lnTo>
                  <a:pt x="152400" y="730250"/>
                </a:lnTo>
                <a:lnTo>
                  <a:pt x="128058" y="729192"/>
                </a:lnTo>
                <a:lnTo>
                  <a:pt x="105833" y="726017"/>
                </a:lnTo>
                <a:lnTo>
                  <a:pt x="85725" y="720725"/>
                </a:lnTo>
                <a:lnTo>
                  <a:pt x="67733" y="713317"/>
                </a:lnTo>
                <a:lnTo>
                  <a:pt x="51858" y="703792"/>
                </a:lnTo>
                <a:lnTo>
                  <a:pt x="38100" y="692150"/>
                </a:lnTo>
                <a:lnTo>
                  <a:pt x="26458" y="678392"/>
                </a:lnTo>
                <a:lnTo>
                  <a:pt x="16933" y="662517"/>
                </a:lnTo>
                <a:lnTo>
                  <a:pt x="9525" y="644525"/>
                </a:lnTo>
                <a:lnTo>
                  <a:pt x="4233" y="624417"/>
                </a:lnTo>
                <a:lnTo>
                  <a:pt x="1058" y="602192"/>
                </a:lnTo>
                <a:lnTo>
                  <a:pt x="0" y="577850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101" name="!!text-7lt" descr="2:25"/>
          <p:cNvSpPr txBox="1"/>
          <p:nvPr/>
        </p:nvSpPr>
        <p:spPr>
          <a:xfrm>
            <a:off x="9020597" y="714883"/>
            <a:ext cx="253790" cy="1563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50" kern="0" dirty="0">
                <a:solidFill>
                  <a:srgbClr val="FFFFFF"/>
                </a:solidFill>
                <a:latin typeface="Noto Sans TC SemiBold"/>
                <a:ea typeface="Noto Sans TC SemiBold"/>
                <a:cs typeface="Noto Sans TC SemiBold"/>
              </a:rPr>
              <a:t>2:25</a:t>
            </a:r>
            <a:endParaRPr lang="zh-TW" sz="850"/>
          </a:p>
        </p:txBody>
      </p:sp>
      <p:sp>
        <p:nvSpPr>
          <p:cNvPr id="102" name="!!rect-7ly"/>
          <p:cNvSpPr/>
          <p:nvPr/>
        </p:nvSpPr>
        <p:spPr>
          <a:xfrm>
            <a:off x="10579100" y="808990"/>
            <a:ext cx="21590" cy="2667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03" name="!!rect-7lz"/>
          <p:cNvSpPr/>
          <p:nvPr/>
        </p:nvSpPr>
        <p:spPr>
          <a:xfrm>
            <a:off x="10612120" y="792480"/>
            <a:ext cx="21590" cy="4318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04" name="!!rect-7m0"/>
          <p:cNvSpPr/>
          <p:nvPr/>
        </p:nvSpPr>
        <p:spPr>
          <a:xfrm>
            <a:off x="10645140" y="775970"/>
            <a:ext cx="21590" cy="5969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05" name="!!rect-7m1"/>
          <p:cNvSpPr/>
          <p:nvPr/>
        </p:nvSpPr>
        <p:spPr>
          <a:xfrm>
            <a:off x="10678160" y="759460"/>
            <a:ext cx="21590" cy="7620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06" name="!!path-7m2"/>
          <p:cNvSpPr/>
          <p:nvPr/>
        </p:nvSpPr>
        <p:spPr>
          <a:xfrm>
            <a:off x="10763250" y="763570"/>
            <a:ext cx="95250" cy="70820"/>
          </a:xfrm>
          <a:custGeom>
            <a:avLst/>
            <a:gdLst/>
            <a:ahLst/>
            <a:cxnLst/>
            <a:rect l="l" t="t" r="r" b="b"/>
            <a:pathLst>
              <a:path w="95250" h="70820">
                <a:moveTo>
                  <a:pt x="47625" y="70820"/>
                </a:moveTo>
                <a:lnTo>
                  <a:pt x="31115" y="51135"/>
                </a:lnTo>
                <a:cubicBezTo>
                  <a:pt x="40714" y="43262"/>
                  <a:pt x="54536" y="43262"/>
                  <a:pt x="64135" y="51135"/>
                </a:cubicBezTo>
                <a:close/>
                <a:moveTo>
                  <a:pt x="0" y="23830"/>
                </a:moveTo>
                <a:cubicBezTo>
                  <a:pt x="27279" y="0"/>
                  <a:pt x="67971" y="0"/>
                  <a:pt x="95250" y="23830"/>
                </a:cubicBezTo>
                <a:lnTo>
                  <a:pt x="83820" y="37165"/>
                </a:lnTo>
                <a:cubicBezTo>
                  <a:pt x="63051" y="19153"/>
                  <a:pt x="32199" y="19153"/>
                  <a:pt x="11430" y="37165"/>
                </a:cubicBezTo>
                <a:close/>
                <a:moveTo>
                  <a:pt x="16510" y="43515"/>
                </a:moveTo>
                <a:cubicBezTo>
                  <a:pt x="34385" y="28089"/>
                  <a:pt x="60865" y="28089"/>
                  <a:pt x="78740" y="43515"/>
                </a:cubicBezTo>
                <a:lnTo>
                  <a:pt x="67310" y="56850"/>
                </a:lnTo>
                <a:cubicBezTo>
                  <a:pt x="55947" y="47238"/>
                  <a:pt x="39303" y="47238"/>
                  <a:pt x="27940" y="5685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07" name="!!rect-7m3"/>
          <p:cNvSpPr/>
          <p:nvPr/>
        </p:nvSpPr>
        <p:spPr>
          <a:xfrm>
            <a:off x="10902950" y="760730"/>
            <a:ext cx="161925" cy="78740"/>
          </a:xfrm>
          <a:prstGeom prst="roundRect">
            <a:avLst>
              <a:gd name="adj" fmla="val 32258"/>
            </a:avLst>
          </a:prstGeom>
          <a:noFill/>
          <a:ln w="6985" cap="flat">
            <a:solidFill>
              <a:srgbClr val="FFFFFF">
                <a:alpha val="38000"/>
              </a:srgbClr>
            </a:solidFill>
            <a:prstDash val="solid"/>
            <a:miter lim="800000"/>
          </a:ln>
        </p:spPr>
      </p:sp>
      <p:sp>
        <p:nvSpPr>
          <p:cNvPr id="108" name="!!rect-7m4"/>
          <p:cNvSpPr/>
          <p:nvPr/>
        </p:nvSpPr>
        <p:spPr>
          <a:xfrm>
            <a:off x="10916285" y="774065"/>
            <a:ext cx="110909" cy="52070"/>
          </a:xfrm>
          <a:prstGeom prst="roundRect">
            <a:avLst>
              <a:gd name="adj" fmla="val 26829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09" name="!!path-7m5"/>
          <p:cNvSpPr/>
          <p:nvPr/>
        </p:nvSpPr>
        <p:spPr>
          <a:xfrm>
            <a:off x="11074400" y="786130"/>
            <a:ext cx="10345" cy="27940"/>
          </a:xfrm>
          <a:custGeom>
            <a:avLst/>
            <a:gdLst/>
            <a:ahLst/>
            <a:cxnLst/>
            <a:rect l="l" t="t" r="r" b="b"/>
            <a:pathLst>
              <a:path w="10345" h="27940">
                <a:moveTo>
                  <a:pt x="0" y="0"/>
                </a:moveTo>
                <a:lnTo>
                  <a:pt x="0" y="27940"/>
                </a:lnTo>
                <a:cubicBezTo>
                  <a:pt x="6146" y="26066"/>
                  <a:pt x="10345" y="20395"/>
                  <a:pt x="10345" y="13970"/>
                </a:cubicBezTo>
                <a:cubicBezTo>
                  <a:pt x="10345" y="7545"/>
                  <a:pt x="6146" y="1874"/>
                  <a:pt x="0" y="0"/>
                </a:cubicBezTo>
                <a:close/>
              </a:path>
            </a:pathLst>
          </a:custGeom>
          <a:solidFill>
            <a:srgbClr val="FFFFFF">
              <a:alpha val="45000"/>
            </a:srgbClr>
          </a:solidFill>
          <a:ln>
            <a:noFill/>
          </a:ln>
        </p:spPr>
      </p:sp>
      <p:sp>
        <p:nvSpPr>
          <p:cNvPr id="110" name="!!path-7m6"/>
          <p:cNvSpPr/>
          <p:nvPr/>
        </p:nvSpPr>
        <p:spPr>
          <a:xfrm>
            <a:off x="8845537" y="1109129"/>
            <a:ext cx="62258" cy="105791"/>
          </a:xfrm>
          <a:custGeom>
            <a:avLst/>
            <a:gdLst/>
            <a:ahLst/>
            <a:cxnLst/>
            <a:rect l="l" t="t" r="r" b="b"/>
            <a:pathLst>
              <a:path w="62258" h="105791">
                <a:moveTo>
                  <a:pt x="62258" y="9363"/>
                </a:moveTo>
                <a:lnTo>
                  <a:pt x="52896" y="0"/>
                </a:lnTo>
                <a:lnTo>
                  <a:pt x="0" y="52896"/>
                </a:lnTo>
                <a:lnTo>
                  <a:pt x="52896" y="105791"/>
                </a:lnTo>
                <a:lnTo>
                  <a:pt x="62258" y="96429"/>
                </a:lnTo>
                <a:lnTo>
                  <a:pt x="18725" y="5289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11" name="!!text-7m7" descr="上架書籍"/>
          <p:cNvSpPr txBox="1"/>
          <p:nvPr/>
        </p:nvSpPr>
        <p:spPr>
          <a:xfrm>
            <a:off x="9759950" y="1070737"/>
            <a:ext cx="491490" cy="16550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1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上架書籍</a:t>
            </a:r>
            <a:endParaRPr lang="zh-TW" sz="900"/>
          </a:p>
        </p:txBody>
      </p:sp>
      <p:sp>
        <p:nvSpPr>
          <p:cNvPr id="112" name="!!text-7mc" descr="書況照片"/>
          <p:cNvSpPr txBox="1"/>
          <p:nvPr/>
        </p:nvSpPr>
        <p:spPr>
          <a:xfrm>
            <a:off x="8839200" y="1466342"/>
            <a:ext cx="354965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kern="0" dirty="0">
                <a:solidFill>
                  <a:srgbClr val="5B6770"/>
                </a:solidFill>
                <a:latin typeface="Noto Sans TC SemiBold"/>
                <a:ea typeface="Noto Sans TC SemiBold"/>
                <a:cs typeface="Noto Sans TC SemiBold"/>
              </a:rPr>
              <a:t>書況照片</a:t>
            </a:r>
            <a:endParaRPr lang="zh-TW" sz="650"/>
          </a:p>
        </p:txBody>
      </p:sp>
      <p:sp>
        <p:nvSpPr>
          <p:cNvPr id="113" name="!!rect-7mi"/>
          <p:cNvSpPr/>
          <p:nvPr/>
        </p:nvSpPr>
        <p:spPr>
          <a:xfrm>
            <a:off x="8813800" y="1638300"/>
            <a:ext cx="723900" cy="723900"/>
          </a:xfrm>
          <a:prstGeom prst="roundRect">
            <a:avLst>
              <a:gd name="adj" fmla="val 12281"/>
            </a:avLst>
          </a:prstGeom>
          <a:solidFill>
            <a:srgbClr val="DDE3E7"/>
          </a:solidFill>
          <a:ln>
            <a:noFill/>
          </a:ln>
        </p:spPr>
      </p:sp>
      <p:sp>
        <p:nvSpPr>
          <p:cNvPr id="114" name="!!rect-7mk"/>
          <p:cNvSpPr/>
          <p:nvPr/>
        </p:nvSpPr>
        <p:spPr>
          <a:xfrm>
            <a:off x="8953500" y="1701800"/>
            <a:ext cx="444500" cy="596900"/>
          </a:xfrm>
          <a:prstGeom prst="roundRect">
            <a:avLst>
              <a:gd name="adj" fmla="val 5714"/>
            </a:avLst>
          </a:prstGeom>
          <a:gradFill rotWithShape="1">
            <a:gsLst>
              <a:gs pos="0">
                <a:srgbClr val="5D856F"/>
              </a:gs>
              <a:gs pos="100000">
                <a:srgbClr val="3F624F"/>
              </a:gs>
            </a:gsLst>
            <a:lin ang="3199539" scaled="0"/>
          </a:gradFill>
          <a:ln>
            <a:noFill/>
          </a:ln>
        </p:spPr>
      </p:sp>
      <p:sp>
        <p:nvSpPr>
          <p:cNvPr id="115" name="!!rect-7ml"/>
          <p:cNvSpPr/>
          <p:nvPr/>
        </p:nvSpPr>
        <p:spPr>
          <a:xfrm>
            <a:off x="8993505" y="1701800"/>
            <a:ext cx="22225" cy="596900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</p:spPr>
      </p:sp>
      <p:sp>
        <p:nvSpPr>
          <p:cNvPr id="116" name="!!rect-7mm"/>
          <p:cNvSpPr/>
          <p:nvPr/>
        </p:nvSpPr>
        <p:spPr>
          <a:xfrm>
            <a:off x="9064625" y="1809242"/>
            <a:ext cx="248920" cy="41783"/>
          </a:xfrm>
          <a:prstGeom prst="roundRect">
            <a:avLst>
              <a:gd name="adj" fmla="val 28571"/>
            </a:avLst>
          </a:prstGeom>
          <a:solidFill>
            <a:srgbClr val="E7D9B8"/>
          </a:solidFill>
          <a:ln>
            <a:noFill/>
          </a:ln>
        </p:spPr>
      </p:sp>
      <p:sp>
        <p:nvSpPr>
          <p:cNvPr id="117" name="!!rect-7mn"/>
          <p:cNvSpPr/>
          <p:nvPr/>
        </p:nvSpPr>
        <p:spPr>
          <a:xfrm>
            <a:off x="9064625" y="1880870"/>
            <a:ext cx="168910" cy="26861"/>
          </a:xfrm>
          <a:prstGeom prst="roundRect">
            <a:avLst>
              <a:gd name="adj" fmla="val 44444"/>
            </a:avLst>
          </a:prstGeom>
          <a:solidFill>
            <a:srgbClr val="E7D9B8">
              <a:alpha val="72000"/>
            </a:srgbClr>
          </a:solidFill>
          <a:ln>
            <a:noFill/>
          </a:ln>
        </p:spPr>
      </p:sp>
      <p:sp>
        <p:nvSpPr>
          <p:cNvPr id="118" name="!!rect-7mo"/>
          <p:cNvSpPr/>
          <p:nvPr/>
        </p:nvSpPr>
        <p:spPr>
          <a:xfrm>
            <a:off x="9064625" y="2179320"/>
            <a:ext cx="124460" cy="23876"/>
          </a:xfrm>
          <a:prstGeom prst="roundRect">
            <a:avLst>
              <a:gd name="adj" fmla="val 50000"/>
            </a:avLst>
          </a:prstGeom>
          <a:solidFill>
            <a:srgbClr val="E7D9B8">
              <a:alpha val="55000"/>
            </a:srgbClr>
          </a:solidFill>
          <a:ln>
            <a:noFill/>
          </a:ln>
        </p:spPr>
      </p:sp>
      <p:sp>
        <p:nvSpPr>
          <p:cNvPr id="119" name="!!rect-7mq"/>
          <p:cNvSpPr/>
          <p:nvPr/>
        </p:nvSpPr>
        <p:spPr>
          <a:xfrm>
            <a:off x="9601200" y="1638300"/>
            <a:ext cx="723900" cy="723900"/>
          </a:xfrm>
          <a:prstGeom prst="roundRect">
            <a:avLst>
              <a:gd name="adj" fmla="val 12281"/>
            </a:avLst>
          </a:prstGeom>
          <a:solidFill>
            <a:srgbClr val="DDE3E7"/>
          </a:solidFill>
          <a:ln>
            <a:noFill/>
          </a:ln>
        </p:spPr>
      </p:sp>
      <p:sp>
        <p:nvSpPr>
          <p:cNvPr id="120" name="!!rect-7ms"/>
          <p:cNvSpPr/>
          <p:nvPr/>
        </p:nvSpPr>
        <p:spPr>
          <a:xfrm>
            <a:off x="9740900" y="1701800"/>
            <a:ext cx="444500" cy="596900"/>
          </a:xfrm>
          <a:prstGeom prst="roundRect">
            <a:avLst>
              <a:gd name="adj" fmla="val 5714"/>
            </a:avLst>
          </a:prstGeom>
          <a:gradFill rotWithShape="1">
            <a:gsLst>
              <a:gs pos="0">
                <a:srgbClr val="69927B"/>
              </a:gs>
              <a:gs pos="100000">
                <a:srgbClr val="4A6D5A"/>
              </a:gs>
            </a:gsLst>
            <a:lin ang="3199539" scaled="0"/>
          </a:gradFill>
          <a:ln>
            <a:noFill/>
          </a:ln>
        </p:spPr>
      </p:sp>
      <p:sp>
        <p:nvSpPr>
          <p:cNvPr id="121" name="!!rect-7mt"/>
          <p:cNvSpPr/>
          <p:nvPr/>
        </p:nvSpPr>
        <p:spPr>
          <a:xfrm>
            <a:off x="9780905" y="1701800"/>
            <a:ext cx="22225" cy="596900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</p:spPr>
      </p:sp>
      <p:sp>
        <p:nvSpPr>
          <p:cNvPr id="122" name="!!rect-7mu"/>
          <p:cNvSpPr/>
          <p:nvPr/>
        </p:nvSpPr>
        <p:spPr>
          <a:xfrm>
            <a:off x="9852025" y="1809242"/>
            <a:ext cx="248920" cy="41783"/>
          </a:xfrm>
          <a:prstGeom prst="roundRect">
            <a:avLst>
              <a:gd name="adj" fmla="val 28571"/>
            </a:avLst>
          </a:prstGeom>
          <a:solidFill>
            <a:srgbClr val="EFE6D0"/>
          </a:solidFill>
          <a:ln>
            <a:noFill/>
          </a:ln>
        </p:spPr>
      </p:sp>
      <p:sp>
        <p:nvSpPr>
          <p:cNvPr id="123" name="!!rect-7mv"/>
          <p:cNvSpPr/>
          <p:nvPr/>
        </p:nvSpPr>
        <p:spPr>
          <a:xfrm>
            <a:off x="9852025" y="1880870"/>
            <a:ext cx="168910" cy="26861"/>
          </a:xfrm>
          <a:prstGeom prst="roundRect">
            <a:avLst>
              <a:gd name="adj" fmla="val 44444"/>
            </a:avLst>
          </a:prstGeom>
          <a:solidFill>
            <a:srgbClr val="EFE6D0">
              <a:alpha val="72000"/>
            </a:srgbClr>
          </a:solidFill>
          <a:ln>
            <a:noFill/>
          </a:ln>
        </p:spPr>
      </p:sp>
      <p:sp>
        <p:nvSpPr>
          <p:cNvPr id="124" name="!!rect-7mw"/>
          <p:cNvSpPr/>
          <p:nvPr/>
        </p:nvSpPr>
        <p:spPr>
          <a:xfrm>
            <a:off x="9852025" y="2179320"/>
            <a:ext cx="124460" cy="23876"/>
          </a:xfrm>
          <a:prstGeom prst="roundRect">
            <a:avLst>
              <a:gd name="adj" fmla="val 50000"/>
            </a:avLst>
          </a:prstGeom>
          <a:solidFill>
            <a:srgbClr val="EFE6D0">
              <a:alpha val="55000"/>
            </a:srgbClr>
          </a:solidFill>
          <a:ln>
            <a:noFill/>
          </a:ln>
        </p:spPr>
      </p:sp>
      <p:sp>
        <p:nvSpPr>
          <p:cNvPr id="125" name="!!rect-7my"/>
          <p:cNvSpPr/>
          <p:nvPr/>
        </p:nvSpPr>
        <p:spPr>
          <a:xfrm>
            <a:off x="10388600" y="1638300"/>
            <a:ext cx="723900" cy="723900"/>
          </a:xfrm>
          <a:prstGeom prst="roundRect">
            <a:avLst>
              <a:gd name="adj" fmla="val 12281"/>
            </a:avLst>
          </a:prstGeom>
          <a:solidFill>
            <a:srgbClr val="DDE3E7"/>
          </a:solidFill>
          <a:ln>
            <a:noFill/>
          </a:ln>
        </p:spPr>
      </p:sp>
      <p:sp>
        <p:nvSpPr>
          <p:cNvPr id="126" name="!!rect-7n0"/>
          <p:cNvSpPr/>
          <p:nvPr/>
        </p:nvSpPr>
        <p:spPr>
          <a:xfrm>
            <a:off x="10528300" y="1701800"/>
            <a:ext cx="444500" cy="596900"/>
          </a:xfrm>
          <a:prstGeom prst="roundRect">
            <a:avLst>
              <a:gd name="adj" fmla="val 5714"/>
            </a:avLst>
          </a:prstGeom>
          <a:gradFill rotWithShape="1">
            <a:gsLst>
              <a:gs pos="0">
                <a:srgbClr val="567B67"/>
              </a:gs>
              <a:gs pos="100000">
                <a:srgbClr val="395948"/>
              </a:gs>
            </a:gsLst>
            <a:lin ang="3199539" scaled="0"/>
          </a:gradFill>
          <a:ln>
            <a:noFill/>
          </a:ln>
        </p:spPr>
      </p:sp>
      <p:sp>
        <p:nvSpPr>
          <p:cNvPr id="127" name="!!rect-7n1"/>
          <p:cNvSpPr/>
          <p:nvPr/>
        </p:nvSpPr>
        <p:spPr>
          <a:xfrm>
            <a:off x="10568305" y="1701800"/>
            <a:ext cx="22225" cy="596900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</p:spPr>
      </p:sp>
      <p:sp>
        <p:nvSpPr>
          <p:cNvPr id="128" name="!!rect-7n2"/>
          <p:cNvSpPr/>
          <p:nvPr/>
        </p:nvSpPr>
        <p:spPr>
          <a:xfrm>
            <a:off x="10639425" y="1809242"/>
            <a:ext cx="248920" cy="41783"/>
          </a:xfrm>
          <a:prstGeom prst="roundRect">
            <a:avLst>
              <a:gd name="adj" fmla="val 28571"/>
            </a:avLst>
          </a:prstGeom>
          <a:solidFill>
            <a:srgbClr val="E2D3B0"/>
          </a:solidFill>
          <a:ln>
            <a:noFill/>
          </a:ln>
        </p:spPr>
      </p:sp>
      <p:sp>
        <p:nvSpPr>
          <p:cNvPr id="129" name="!!rect-7n3"/>
          <p:cNvSpPr/>
          <p:nvPr/>
        </p:nvSpPr>
        <p:spPr>
          <a:xfrm>
            <a:off x="10639425" y="1880870"/>
            <a:ext cx="168910" cy="26861"/>
          </a:xfrm>
          <a:prstGeom prst="roundRect">
            <a:avLst>
              <a:gd name="adj" fmla="val 44444"/>
            </a:avLst>
          </a:prstGeom>
          <a:solidFill>
            <a:srgbClr val="E2D3B0">
              <a:alpha val="72000"/>
            </a:srgbClr>
          </a:solidFill>
          <a:ln>
            <a:noFill/>
          </a:ln>
        </p:spPr>
      </p:sp>
      <p:sp>
        <p:nvSpPr>
          <p:cNvPr id="130" name="!!rect-7n4"/>
          <p:cNvSpPr/>
          <p:nvPr/>
        </p:nvSpPr>
        <p:spPr>
          <a:xfrm>
            <a:off x="10639425" y="2179320"/>
            <a:ext cx="124460" cy="23876"/>
          </a:xfrm>
          <a:prstGeom prst="roundRect">
            <a:avLst>
              <a:gd name="adj" fmla="val 50000"/>
            </a:avLst>
          </a:prstGeom>
          <a:solidFill>
            <a:srgbClr val="E2D3B0">
              <a:alpha val="55000"/>
            </a:srgbClr>
          </a:solidFill>
          <a:ln>
            <a:noFill/>
          </a:ln>
        </p:spPr>
      </p:sp>
      <p:sp>
        <p:nvSpPr>
          <p:cNvPr id="131" name="!!text-7n5" descr="書名"/>
          <p:cNvSpPr txBox="1"/>
          <p:nvPr/>
        </p:nvSpPr>
        <p:spPr>
          <a:xfrm>
            <a:off x="8839200" y="2469642"/>
            <a:ext cx="189865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kern="0" dirty="0">
                <a:solidFill>
                  <a:srgbClr val="5B6770"/>
                </a:solidFill>
                <a:latin typeface="Noto Sans TC SemiBold"/>
                <a:ea typeface="Noto Sans TC SemiBold"/>
                <a:cs typeface="Noto Sans TC SemiBold"/>
              </a:rPr>
              <a:t>書名</a:t>
            </a:r>
            <a:endParaRPr lang="zh-TW" sz="650"/>
          </a:p>
        </p:txBody>
      </p:sp>
      <p:sp>
        <p:nvSpPr>
          <p:cNvPr id="132" name="!!rect-7n8"/>
          <p:cNvSpPr/>
          <p:nvPr/>
        </p:nvSpPr>
        <p:spPr>
          <a:xfrm>
            <a:off x="8813800" y="2628900"/>
            <a:ext cx="2349500" cy="292100"/>
          </a:xfrm>
          <a:prstGeom prst="roundRect">
            <a:avLst>
              <a:gd name="adj" fmla="val 30435"/>
            </a:avLst>
          </a:prstGeom>
          <a:solidFill>
            <a:srgbClr val="FFFFFF"/>
          </a:solidFill>
          <a:ln w="6350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133" name="!!text-7n9" descr="統計學概論"/>
          <p:cNvSpPr txBox="1"/>
          <p:nvPr/>
        </p:nvSpPr>
        <p:spPr>
          <a:xfrm>
            <a:off x="8915400" y="2699385"/>
            <a:ext cx="504825" cy="1379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0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統計學概論</a:t>
            </a:r>
            <a:endParaRPr lang="zh-TW" sz="750"/>
          </a:p>
        </p:txBody>
      </p:sp>
      <p:sp>
        <p:nvSpPr>
          <p:cNvPr id="134" name="!!text-7nf" descr="書況"/>
          <p:cNvSpPr txBox="1"/>
          <p:nvPr/>
        </p:nvSpPr>
        <p:spPr>
          <a:xfrm>
            <a:off x="8839200" y="2926842"/>
            <a:ext cx="189865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kern="0" dirty="0">
                <a:solidFill>
                  <a:srgbClr val="5B6770"/>
                </a:solidFill>
                <a:latin typeface="Noto Sans TC SemiBold"/>
                <a:ea typeface="Noto Sans TC SemiBold"/>
                <a:cs typeface="Noto Sans TC SemiBold"/>
              </a:rPr>
              <a:t>書況</a:t>
            </a:r>
            <a:endParaRPr lang="zh-TW" sz="650"/>
          </a:p>
        </p:txBody>
      </p:sp>
      <p:sp>
        <p:nvSpPr>
          <p:cNvPr id="135" name="!!rect-7ni"/>
          <p:cNvSpPr/>
          <p:nvPr/>
        </p:nvSpPr>
        <p:spPr>
          <a:xfrm>
            <a:off x="8813800" y="3086100"/>
            <a:ext cx="2349500" cy="292100"/>
          </a:xfrm>
          <a:prstGeom prst="roundRect">
            <a:avLst>
              <a:gd name="adj" fmla="val 30435"/>
            </a:avLst>
          </a:prstGeom>
          <a:solidFill>
            <a:srgbClr val="FFFFFF"/>
          </a:solidFill>
          <a:ln w="6350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136" name="!!text-7nj" descr="售價"/>
          <p:cNvSpPr txBox="1"/>
          <p:nvPr/>
        </p:nvSpPr>
        <p:spPr>
          <a:xfrm>
            <a:off x="8839200" y="3384042"/>
            <a:ext cx="189865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kern="0" dirty="0">
                <a:solidFill>
                  <a:srgbClr val="5B6770"/>
                </a:solidFill>
                <a:latin typeface="Noto Sans TC SemiBold"/>
                <a:ea typeface="Noto Sans TC SemiBold"/>
                <a:cs typeface="Noto Sans TC SemiBold"/>
              </a:rPr>
              <a:t>售價</a:t>
            </a:r>
            <a:endParaRPr lang="zh-TW" sz="650"/>
          </a:p>
        </p:txBody>
      </p:sp>
      <p:sp>
        <p:nvSpPr>
          <p:cNvPr id="137" name="!!rect-7nm"/>
          <p:cNvSpPr/>
          <p:nvPr/>
        </p:nvSpPr>
        <p:spPr>
          <a:xfrm>
            <a:off x="8813800" y="3543300"/>
            <a:ext cx="2349500" cy="292100"/>
          </a:xfrm>
          <a:prstGeom prst="roundRect">
            <a:avLst>
              <a:gd name="adj" fmla="val 30435"/>
            </a:avLst>
          </a:prstGeom>
          <a:solidFill>
            <a:srgbClr val="FFFFFF"/>
          </a:solidFill>
          <a:ln w="6350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138" name="!!rect-7nn"/>
          <p:cNvSpPr/>
          <p:nvPr/>
        </p:nvSpPr>
        <p:spPr>
          <a:xfrm>
            <a:off x="8813800" y="3911600"/>
            <a:ext cx="2349500" cy="317500"/>
          </a:xfrm>
          <a:prstGeom prst="roundRect">
            <a:avLst>
              <a:gd name="adj" fmla="val 28000"/>
            </a:avLst>
          </a:prstGeom>
          <a:solidFill>
            <a:srgbClr val="627D8D">
              <a:alpha val="8000"/>
            </a:srgbClr>
          </a:solidFill>
          <a:ln w="6350" cap="flat">
            <a:solidFill>
              <a:srgbClr val="627D8D">
                <a:alpha val="35000"/>
              </a:srgbClr>
            </a:solidFill>
            <a:prstDash val="solid"/>
            <a:miter lim="800000"/>
          </a:ln>
        </p:spPr>
      </p:sp>
      <p:sp>
        <p:nvSpPr>
          <p:cNvPr id="139" name="!!path-7no"/>
          <p:cNvSpPr/>
          <p:nvPr/>
        </p:nvSpPr>
        <p:spPr>
          <a:xfrm>
            <a:off x="8920429" y="4015054"/>
            <a:ext cx="110642" cy="110642"/>
          </a:xfrm>
          <a:custGeom>
            <a:avLst/>
            <a:gdLst/>
            <a:ahLst/>
            <a:cxnLst/>
            <a:rect l="l" t="t" r="r" b="b"/>
            <a:pathLst>
              <a:path w="110642" h="110642">
                <a:moveTo>
                  <a:pt x="90526" y="40234"/>
                </a:moveTo>
                <a:lnTo>
                  <a:pt x="96812" y="26403"/>
                </a:lnTo>
                <a:lnTo>
                  <a:pt x="110642" y="20117"/>
                </a:lnTo>
                <a:lnTo>
                  <a:pt x="96812" y="13830"/>
                </a:lnTo>
                <a:lnTo>
                  <a:pt x="90526" y="0"/>
                </a:lnTo>
                <a:lnTo>
                  <a:pt x="84239" y="13830"/>
                </a:lnTo>
                <a:lnTo>
                  <a:pt x="70409" y="20117"/>
                </a:lnTo>
                <a:lnTo>
                  <a:pt x="84239" y="26403"/>
                </a:lnTo>
                <a:lnTo>
                  <a:pt x="90526" y="40234"/>
                </a:lnTo>
                <a:close/>
                <a:moveTo>
                  <a:pt x="52807" y="42748"/>
                </a:moveTo>
                <a:lnTo>
                  <a:pt x="40234" y="15088"/>
                </a:lnTo>
                <a:lnTo>
                  <a:pt x="27661" y="42748"/>
                </a:lnTo>
                <a:lnTo>
                  <a:pt x="0" y="55321"/>
                </a:lnTo>
                <a:lnTo>
                  <a:pt x="27661" y="67894"/>
                </a:lnTo>
                <a:lnTo>
                  <a:pt x="40234" y="95555"/>
                </a:lnTo>
                <a:lnTo>
                  <a:pt x="52807" y="67894"/>
                </a:lnTo>
                <a:lnTo>
                  <a:pt x="80467" y="55321"/>
                </a:lnTo>
                <a:lnTo>
                  <a:pt x="52807" y="42748"/>
                </a:lnTo>
                <a:close/>
                <a:moveTo>
                  <a:pt x="90526" y="70409"/>
                </a:moveTo>
                <a:lnTo>
                  <a:pt x="84239" y="84239"/>
                </a:lnTo>
                <a:lnTo>
                  <a:pt x="70409" y="90526"/>
                </a:lnTo>
                <a:lnTo>
                  <a:pt x="84239" y="96812"/>
                </a:lnTo>
                <a:lnTo>
                  <a:pt x="90526" y="110642"/>
                </a:lnTo>
                <a:lnTo>
                  <a:pt x="96812" y="96812"/>
                </a:lnTo>
                <a:lnTo>
                  <a:pt x="110642" y="90526"/>
                </a:lnTo>
                <a:lnTo>
                  <a:pt x="96812" y="84239"/>
                </a:lnTo>
                <a:lnTo>
                  <a:pt x="90526" y="70409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140" name="!!text-7np" descr="AI 帶入"/>
          <p:cNvSpPr txBox="1"/>
          <p:nvPr/>
        </p:nvSpPr>
        <p:spPr>
          <a:xfrm>
            <a:off x="9093200" y="3998976"/>
            <a:ext cx="310972" cy="12872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AI 帶入</a:t>
            </a:r>
            <a:endParaRPr lang="zh-TW" sz="700"/>
          </a:p>
        </p:txBody>
      </p:sp>
      <p:sp>
        <p:nvSpPr>
          <p:cNvPr id="141" name="!!rect-7nu"/>
          <p:cNvSpPr/>
          <p:nvPr/>
        </p:nvSpPr>
        <p:spPr>
          <a:xfrm>
            <a:off x="9531350" y="6076950"/>
            <a:ext cx="914400" cy="31750"/>
          </a:xfrm>
          <a:prstGeom prst="roundRect">
            <a:avLst>
              <a:gd name="adj" fmla="val 50000"/>
            </a:avLst>
          </a:prstGeom>
          <a:solidFill>
            <a:srgbClr val="000000">
              <a:alpha val="90000"/>
            </a:srgbClr>
          </a:solidFill>
          <a:ln>
            <a:noFill/>
          </a:ln>
        </p:spPr>
      </p:sp>
      <p:sp>
        <p:nvSpPr>
          <p:cNvPr id="142" name="!!rect-7nv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solidFill>
            <a:srgbClr val="000000">
              <a:alpha val="45000"/>
            </a:srgbClr>
          </a:solidFill>
          <a:ln>
            <a:noFill/>
          </a:ln>
        </p:spPr>
      </p:sp>
      <p:sp>
        <p:nvSpPr>
          <p:cNvPr id="143" name="!!text-7nw" descr="2:25"/>
          <p:cNvSpPr txBox="1"/>
          <p:nvPr/>
        </p:nvSpPr>
        <p:spPr>
          <a:xfrm>
            <a:off x="9020597" y="714883"/>
            <a:ext cx="253790" cy="1563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50" kern="0" dirty="0">
                <a:solidFill>
                  <a:srgbClr val="FFFFFF"/>
                </a:solidFill>
                <a:latin typeface="Noto Sans TC SemiBold"/>
                <a:ea typeface="Noto Sans TC SemiBold"/>
                <a:cs typeface="Noto Sans TC SemiBold"/>
              </a:rPr>
              <a:t>2:25</a:t>
            </a:r>
            <a:endParaRPr lang="zh-TW" sz="850"/>
          </a:p>
        </p:txBody>
      </p:sp>
      <p:sp>
        <p:nvSpPr>
          <p:cNvPr id="144" name="!!rect-7o1"/>
          <p:cNvSpPr/>
          <p:nvPr/>
        </p:nvSpPr>
        <p:spPr>
          <a:xfrm>
            <a:off x="10579100" y="808990"/>
            <a:ext cx="21590" cy="2667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45" name="!!rect-7o2"/>
          <p:cNvSpPr/>
          <p:nvPr/>
        </p:nvSpPr>
        <p:spPr>
          <a:xfrm>
            <a:off x="10612120" y="792480"/>
            <a:ext cx="21590" cy="4318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46" name="!!rect-7o3"/>
          <p:cNvSpPr/>
          <p:nvPr/>
        </p:nvSpPr>
        <p:spPr>
          <a:xfrm>
            <a:off x="10645140" y="775970"/>
            <a:ext cx="21590" cy="5969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47" name="!!rect-7o4"/>
          <p:cNvSpPr/>
          <p:nvPr/>
        </p:nvSpPr>
        <p:spPr>
          <a:xfrm>
            <a:off x="10678160" y="759460"/>
            <a:ext cx="21590" cy="7620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48" name="!!path-7o5"/>
          <p:cNvSpPr/>
          <p:nvPr/>
        </p:nvSpPr>
        <p:spPr>
          <a:xfrm>
            <a:off x="10763250" y="763570"/>
            <a:ext cx="95250" cy="70820"/>
          </a:xfrm>
          <a:custGeom>
            <a:avLst/>
            <a:gdLst/>
            <a:ahLst/>
            <a:cxnLst/>
            <a:rect l="l" t="t" r="r" b="b"/>
            <a:pathLst>
              <a:path w="95250" h="70820">
                <a:moveTo>
                  <a:pt x="47625" y="70820"/>
                </a:moveTo>
                <a:lnTo>
                  <a:pt x="31115" y="51135"/>
                </a:lnTo>
                <a:cubicBezTo>
                  <a:pt x="40714" y="43262"/>
                  <a:pt x="54536" y="43262"/>
                  <a:pt x="64135" y="51135"/>
                </a:cubicBezTo>
                <a:close/>
                <a:moveTo>
                  <a:pt x="0" y="23830"/>
                </a:moveTo>
                <a:cubicBezTo>
                  <a:pt x="27279" y="0"/>
                  <a:pt x="67971" y="0"/>
                  <a:pt x="95250" y="23830"/>
                </a:cubicBezTo>
                <a:lnTo>
                  <a:pt x="83820" y="37165"/>
                </a:lnTo>
                <a:cubicBezTo>
                  <a:pt x="63051" y="19153"/>
                  <a:pt x="32199" y="19153"/>
                  <a:pt x="11430" y="37165"/>
                </a:cubicBezTo>
                <a:close/>
                <a:moveTo>
                  <a:pt x="16510" y="43515"/>
                </a:moveTo>
                <a:cubicBezTo>
                  <a:pt x="34385" y="28089"/>
                  <a:pt x="60865" y="28089"/>
                  <a:pt x="78740" y="43515"/>
                </a:cubicBezTo>
                <a:lnTo>
                  <a:pt x="67310" y="56850"/>
                </a:lnTo>
                <a:cubicBezTo>
                  <a:pt x="55947" y="47238"/>
                  <a:pt x="39303" y="47238"/>
                  <a:pt x="27940" y="5685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49" name="!!rect-7o6"/>
          <p:cNvSpPr/>
          <p:nvPr/>
        </p:nvSpPr>
        <p:spPr>
          <a:xfrm>
            <a:off x="10902950" y="760730"/>
            <a:ext cx="161925" cy="78740"/>
          </a:xfrm>
          <a:prstGeom prst="roundRect">
            <a:avLst>
              <a:gd name="adj" fmla="val 32258"/>
            </a:avLst>
          </a:prstGeom>
          <a:noFill/>
          <a:ln w="6985" cap="flat">
            <a:solidFill>
              <a:srgbClr val="FFFFFF">
                <a:alpha val="38000"/>
              </a:srgbClr>
            </a:solidFill>
            <a:prstDash val="solid"/>
            <a:miter lim="800000"/>
          </a:ln>
        </p:spPr>
      </p:sp>
      <p:sp>
        <p:nvSpPr>
          <p:cNvPr id="150" name="!!rect-7o7"/>
          <p:cNvSpPr/>
          <p:nvPr/>
        </p:nvSpPr>
        <p:spPr>
          <a:xfrm>
            <a:off x="10916285" y="774065"/>
            <a:ext cx="110909" cy="52070"/>
          </a:xfrm>
          <a:prstGeom prst="roundRect">
            <a:avLst>
              <a:gd name="adj" fmla="val 26829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51" name="!!path-7o8"/>
          <p:cNvSpPr/>
          <p:nvPr/>
        </p:nvSpPr>
        <p:spPr>
          <a:xfrm>
            <a:off x="11074400" y="786130"/>
            <a:ext cx="10345" cy="27940"/>
          </a:xfrm>
          <a:custGeom>
            <a:avLst/>
            <a:gdLst/>
            <a:ahLst/>
            <a:cxnLst/>
            <a:rect l="l" t="t" r="r" b="b"/>
            <a:pathLst>
              <a:path w="10345" h="27940">
                <a:moveTo>
                  <a:pt x="0" y="0"/>
                </a:moveTo>
                <a:lnTo>
                  <a:pt x="0" y="27940"/>
                </a:lnTo>
                <a:cubicBezTo>
                  <a:pt x="6146" y="26066"/>
                  <a:pt x="10345" y="20395"/>
                  <a:pt x="10345" y="13970"/>
                </a:cubicBezTo>
                <a:cubicBezTo>
                  <a:pt x="10345" y="7545"/>
                  <a:pt x="6146" y="1874"/>
                  <a:pt x="0" y="0"/>
                </a:cubicBezTo>
                <a:close/>
              </a:path>
            </a:pathLst>
          </a:custGeom>
          <a:solidFill>
            <a:srgbClr val="FFFFFF">
              <a:alpha val="45000"/>
            </a:srgbClr>
          </a:solidFill>
          <a:ln>
            <a:noFill/>
          </a:ln>
        </p:spPr>
      </p:sp>
      <p:sp>
        <p:nvSpPr>
          <p:cNvPr id="152" name="!!path-7oc"/>
          <p:cNvSpPr/>
          <p:nvPr/>
        </p:nvSpPr>
        <p:spPr>
          <a:xfrm>
            <a:off x="8712200" y="1358900"/>
            <a:ext cx="2552700" cy="4800600"/>
          </a:xfrm>
          <a:custGeom>
            <a:avLst/>
            <a:gdLst/>
            <a:ahLst/>
            <a:cxnLst/>
            <a:rect l="l" t="t" r="r" b="b"/>
            <a:pathLst>
              <a:path w="2552700" h="4800600">
                <a:moveTo>
                  <a:pt x="2493841" y="4645383"/>
                </a:moveTo>
                <a:lnTo>
                  <a:pt x="2450407" y="4698307"/>
                </a:lnTo>
                <a:lnTo>
                  <a:pt x="2397483" y="4741741"/>
                </a:lnTo>
                <a:lnTo>
                  <a:pt x="2337102" y="4774015"/>
                </a:lnTo>
                <a:lnTo>
                  <a:pt x="2271585" y="4793889"/>
                </a:lnTo>
                <a:lnTo>
                  <a:pt x="2203450" y="4800600"/>
                </a:lnTo>
                <a:lnTo>
                  <a:pt x="349250" y="4800600"/>
                </a:lnTo>
                <a:lnTo>
                  <a:pt x="281115" y="4793889"/>
                </a:lnTo>
                <a:lnTo>
                  <a:pt x="215598" y="4774015"/>
                </a:lnTo>
                <a:lnTo>
                  <a:pt x="155217" y="4741741"/>
                </a:lnTo>
                <a:lnTo>
                  <a:pt x="102293" y="4698307"/>
                </a:lnTo>
                <a:lnTo>
                  <a:pt x="58859" y="4645383"/>
                </a:lnTo>
                <a:lnTo>
                  <a:pt x="26585" y="4585002"/>
                </a:lnTo>
                <a:lnTo>
                  <a:pt x="6711" y="4519485"/>
                </a:lnTo>
                <a:lnTo>
                  <a:pt x="0" y="4451350"/>
                </a:lnTo>
                <a:lnTo>
                  <a:pt x="0" y="127000"/>
                </a:lnTo>
                <a:lnTo>
                  <a:pt x="882" y="106715"/>
                </a:lnTo>
                <a:lnTo>
                  <a:pt x="3528" y="88194"/>
                </a:lnTo>
                <a:lnTo>
                  <a:pt x="7938" y="71438"/>
                </a:lnTo>
                <a:lnTo>
                  <a:pt x="14111" y="56444"/>
                </a:lnTo>
                <a:lnTo>
                  <a:pt x="22049" y="43215"/>
                </a:lnTo>
                <a:lnTo>
                  <a:pt x="31750" y="31750"/>
                </a:lnTo>
                <a:lnTo>
                  <a:pt x="43215" y="22049"/>
                </a:lnTo>
                <a:lnTo>
                  <a:pt x="56444" y="14111"/>
                </a:lnTo>
                <a:lnTo>
                  <a:pt x="71438" y="7938"/>
                </a:lnTo>
                <a:lnTo>
                  <a:pt x="88194" y="3528"/>
                </a:lnTo>
                <a:lnTo>
                  <a:pt x="106715" y="882"/>
                </a:lnTo>
                <a:lnTo>
                  <a:pt x="127000" y="0"/>
                </a:lnTo>
                <a:lnTo>
                  <a:pt x="2425700" y="0"/>
                </a:lnTo>
                <a:lnTo>
                  <a:pt x="2445985" y="882"/>
                </a:lnTo>
                <a:lnTo>
                  <a:pt x="2464506" y="3528"/>
                </a:lnTo>
                <a:lnTo>
                  <a:pt x="2481263" y="7938"/>
                </a:lnTo>
                <a:lnTo>
                  <a:pt x="2496256" y="14111"/>
                </a:lnTo>
                <a:lnTo>
                  <a:pt x="2509485" y="22049"/>
                </a:lnTo>
                <a:lnTo>
                  <a:pt x="2520950" y="31750"/>
                </a:lnTo>
                <a:lnTo>
                  <a:pt x="2530651" y="43215"/>
                </a:lnTo>
                <a:lnTo>
                  <a:pt x="2538589" y="56444"/>
                </a:lnTo>
                <a:lnTo>
                  <a:pt x="2544763" y="71438"/>
                </a:lnTo>
                <a:lnTo>
                  <a:pt x="2549172" y="88194"/>
                </a:lnTo>
                <a:lnTo>
                  <a:pt x="2551818" y="106715"/>
                </a:lnTo>
                <a:lnTo>
                  <a:pt x="2552700" y="127000"/>
                </a:lnTo>
                <a:lnTo>
                  <a:pt x="2552700" y="4451350"/>
                </a:lnTo>
                <a:lnTo>
                  <a:pt x="2545989" y="4519485"/>
                </a:lnTo>
                <a:lnTo>
                  <a:pt x="2526115" y="458500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53" name="!!rect-7od"/>
          <p:cNvSpPr/>
          <p:nvPr/>
        </p:nvSpPr>
        <p:spPr>
          <a:xfrm>
            <a:off x="9874250" y="1422400"/>
            <a:ext cx="228600" cy="25400"/>
          </a:xfrm>
          <a:prstGeom prst="roundRect">
            <a:avLst>
              <a:gd name="adj" fmla="val 50000"/>
            </a:avLst>
          </a:prstGeom>
          <a:solidFill>
            <a:srgbClr val="E8EBEE"/>
          </a:solidFill>
          <a:ln>
            <a:noFill/>
          </a:ln>
        </p:spPr>
      </p:sp>
      <p:sp>
        <p:nvSpPr>
          <p:cNvPr id="154" name="!!path-7oj"/>
          <p:cNvSpPr/>
          <p:nvPr/>
        </p:nvSpPr>
        <p:spPr>
          <a:xfrm>
            <a:off x="8870950" y="1530350"/>
            <a:ext cx="139700" cy="139700"/>
          </a:xfrm>
          <a:custGeom>
            <a:avLst/>
            <a:gdLst/>
            <a:ahLst/>
            <a:cxnLst/>
            <a:rect l="l" t="t" r="r" b="b"/>
            <a:pathLst>
              <a:path w="139700" h="139700">
                <a:moveTo>
                  <a:pt x="114300" y="50800"/>
                </a:moveTo>
                <a:lnTo>
                  <a:pt x="122238" y="33338"/>
                </a:lnTo>
                <a:lnTo>
                  <a:pt x="139700" y="25400"/>
                </a:lnTo>
                <a:lnTo>
                  <a:pt x="122238" y="17463"/>
                </a:lnTo>
                <a:lnTo>
                  <a:pt x="114300" y="0"/>
                </a:lnTo>
                <a:lnTo>
                  <a:pt x="106363" y="17463"/>
                </a:lnTo>
                <a:lnTo>
                  <a:pt x="88900" y="25400"/>
                </a:lnTo>
                <a:lnTo>
                  <a:pt x="106363" y="33338"/>
                </a:lnTo>
                <a:lnTo>
                  <a:pt x="114300" y="50800"/>
                </a:lnTo>
                <a:close/>
                <a:moveTo>
                  <a:pt x="66675" y="53975"/>
                </a:moveTo>
                <a:lnTo>
                  <a:pt x="50800" y="19050"/>
                </a:lnTo>
                <a:lnTo>
                  <a:pt x="34925" y="53975"/>
                </a:lnTo>
                <a:lnTo>
                  <a:pt x="0" y="69850"/>
                </a:lnTo>
                <a:lnTo>
                  <a:pt x="34925" y="85725"/>
                </a:lnTo>
                <a:lnTo>
                  <a:pt x="50800" y="120650"/>
                </a:lnTo>
                <a:lnTo>
                  <a:pt x="66675" y="85725"/>
                </a:lnTo>
                <a:lnTo>
                  <a:pt x="101600" y="69850"/>
                </a:lnTo>
                <a:lnTo>
                  <a:pt x="66675" y="53975"/>
                </a:lnTo>
                <a:close/>
                <a:moveTo>
                  <a:pt x="114300" y="88900"/>
                </a:moveTo>
                <a:lnTo>
                  <a:pt x="106363" y="106363"/>
                </a:lnTo>
                <a:lnTo>
                  <a:pt x="88900" y="114300"/>
                </a:lnTo>
                <a:lnTo>
                  <a:pt x="106363" y="122238"/>
                </a:lnTo>
                <a:lnTo>
                  <a:pt x="114300" y="139700"/>
                </a:lnTo>
                <a:lnTo>
                  <a:pt x="122238" y="122238"/>
                </a:lnTo>
                <a:lnTo>
                  <a:pt x="139700" y="114300"/>
                </a:lnTo>
                <a:lnTo>
                  <a:pt x="122238" y="106363"/>
                </a:lnTo>
                <a:lnTo>
                  <a:pt x="114300" y="88900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155" name="!!text-7p1" descr="AI 建議"/>
          <p:cNvSpPr txBox="1"/>
          <p:nvPr/>
        </p:nvSpPr>
        <p:spPr>
          <a:xfrm>
            <a:off x="9093200" y="1519428"/>
            <a:ext cx="377609" cy="1563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5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AI 建議</a:t>
            </a:r>
            <a:endParaRPr lang="zh-TW" sz="850"/>
          </a:p>
        </p:txBody>
      </p:sp>
      <p:sp>
        <p:nvSpPr>
          <p:cNvPr id="156" name="!!text-7se" descr="書籍資料"/>
          <p:cNvSpPr txBox="1"/>
          <p:nvPr/>
        </p:nvSpPr>
        <p:spPr>
          <a:xfrm>
            <a:off x="8839200" y="1733042"/>
            <a:ext cx="364871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b="1" kern="0" spc="26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書籍資</a:t>
            </a:r>
            <a:r>
              <a:rPr lang="zh-TW" altLang="en-US" sz="650" b="1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料</a:t>
            </a:r>
            <a:endParaRPr lang="zh-TW" sz="650"/>
          </a:p>
        </p:txBody>
      </p:sp>
      <p:sp>
        <p:nvSpPr>
          <p:cNvPr id="157" name="!!rect-7sn"/>
          <p:cNvSpPr/>
          <p:nvPr/>
        </p:nvSpPr>
        <p:spPr>
          <a:xfrm>
            <a:off x="8813800" y="1905000"/>
            <a:ext cx="2349500" cy="304800"/>
          </a:xfrm>
          <a:prstGeom prst="roundRect">
            <a:avLst>
              <a:gd name="adj" fmla="val 29167"/>
            </a:avLst>
          </a:prstGeom>
          <a:solidFill>
            <a:srgbClr val="FAFBFC"/>
          </a:solidFill>
          <a:ln w="6350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158" name="!!rect-7so"/>
          <p:cNvSpPr/>
          <p:nvPr/>
        </p:nvSpPr>
        <p:spPr>
          <a:xfrm>
            <a:off x="8902700" y="1993900"/>
            <a:ext cx="114300" cy="114300"/>
          </a:xfrm>
          <a:prstGeom prst="roundRect">
            <a:avLst>
              <a:gd name="adj" fmla="val 27778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159" name="!!path-7sp"/>
          <p:cNvSpPr/>
          <p:nvPr/>
        </p:nvSpPr>
        <p:spPr>
          <a:xfrm>
            <a:off x="8928100" y="2032000"/>
            <a:ext cx="64770" cy="43180"/>
          </a:xfrm>
          <a:custGeom>
            <a:avLst/>
            <a:gdLst/>
            <a:ahLst/>
            <a:cxnLst/>
            <a:rect l="l" t="t" r="r" b="b"/>
            <a:pathLst>
              <a:path w="64770" h="43180" fill="none">
                <a:moveTo>
                  <a:pt x="0" y="20320"/>
                </a:moveTo>
                <a:lnTo>
                  <a:pt x="22860" y="43180"/>
                </a:lnTo>
                <a:lnTo>
                  <a:pt x="64770" y="0"/>
                </a:lnTo>
              </a:path>
            </a:pathLst>
          </a:custGeom>
          <a:noFill/>
          <a:ln w="12700" cap="rnd">
            <a:solidFill>
              <a:srgbClr val="FFFFFF"/>
            </a:solidFill>
            <a:prstDash val="solid"/>
            <a:round/>
          </a:ln>
        </p:spPr>
      </p:sp>
      <p:sp>
        <p:nvSpPr>
          <p:cNvPr id="160" name="!!text-7sq" descr="作者"/>
          <p:cNvSpPr txBox="1"/>
          <p:nvPr/>
        </p:nvSpPr>
        <p:spPr>
          <a:xfrm>
            <a:off x="9093200" y="1993392"/>
            <a:ext cx="189865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kern="0" dirty="0">
                <a:solidFill>
                  <a:srgbClr val="5B6770"/>
                </a:solidFill>
                <a:latin typeface="Noto Sans TC SemiBold"/>
                <a:ea typeface="Noto Sans TC SemiBold"/>
                <a:cs typeface="Noto Sans TC SemiBold"/>
              </a:rPr>
              <a:t>作者</a:t>
            </a:r>
            <a:endParaRPr lang="zh-TW" sz="650"/>
          </a:p>
        </p:txBody>
      </p:sp>
      <p:sp>
        <p:nvSpPr>
          <p:cNvPr id="161" name="!!text-7st" descr="林志明"/>
          <p:cNvSpPr txBox="1"/>
          <p:nvPr/>
        </p:nvSpPr>
        <p:spPr>
          <a:xfrm>
            <a:off x="9525000" y="1978660"/>
            <a:ext cx="314325" cy="1379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0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林志明</a:t>
            </a:r>
            <a:endParaRPr lang="zh-TW" sz="750"/>
          </a:p>
        </p:txBody>
      </p:sp>
      <p:sp>
        <p:nvSpPr>
          <p:cNvPr id="162" name="!!rect-7sy"/>
          <p:cNvSpPr/>
          <p:nvPr/>
        </p:nvSpPr>
        <p:spPr>
          <a:xfrm>
            <a:off x="10566400" y="1993900"/>
            <a:ext cx="571690" cy="101600"/>
          </a:xfrm>
          <a:prstGeom prst="roundRect">
            <a:avLst>
              <a:gd name="adj" fmla="val 31250"/>
            </a:avLst>
          </a:prstGeom>
          <a:solidFill>
            <a:srgbClr val="5B6770">
              <a:alpha val="12000"/>
            </a:srgbClr>
          </a:solidFill>
          <a:ln>
            <a:noFill/>
          </a:ln>
        </p:spPr>
      </p:sp>
      <p:sp>
        <p:nvSpPr>
          <p:cNvPr id="163" name="!!text-7sz" descr="依 ISBN 書目補齊"/>
          <p:cNvSpPr txBox="1"/>
          <p:nvPr/>
        </p:nvSpPr>
        <p:spPr>
          <a:xfrm>
            <a:off x="10604500" y="1993265"/>
            <a:ext cx="514541" cy="9194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500" kern="0" dirty="0">
                <a:solidFill>
                  <a:srgbClr val="5B6770"/>
                </a:solidFill>
                <a:latin typeface="Noto Sans TC SemiBold"/>
                <a:ea typeface="Noto Sans TC SemiBold"/>
                <a:cs typeface="Noto Sans TC SemiBold"/>
              </a:rPr>
              <a:t>依 ISBN 書目補齊</a:t>
            </a:r>
            <a:endParaRPr lang="zh-TW" sz="500"/>
          </a:p>
        </p:txBody>
      </p:sp>
      <p:sp>
        <p:nvSpPr>
          <p:cNvPr id="164" name="!!rect-7td"/>
          <p:cNvSpPr/>
          <p:nvPr/>
        </p:nvSpPr>
        <p:spPr>
          <a:xfrm>
            <a:off x="8813800" y="2260600"/>
            <a:ext cx="2349500" cy="304800"/>
          </a:xfrm>
          <a:prstGeom prst="roundRect">
            <a:avLst>
              <a:gd name="adj" fmla="val 29167"/>
            </a:avLst>
          </a:prstGeom>
          <a:solidFill>
            <a:srgbClr val="FAFBFC"/>
          </a:solidFill>
          <a:ln w="6350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165" name="!!rect-7te"/>
          <p:cNvSpPr/>
          <p:nvPr/>
        </p:nvSpPr>
        <p:spPr>
          <a:xfrm>
            <a:off x="8902700" y="2349500"/>
            <a:ext cx="114300" cy="114300"/>
          </a:xfrm>
          <a:prstGeom prst="roundRect">
            <a:avLst>
              <a:gd name="adj" fmla="val 27778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166" name="!!path-7tf"/>
          <p:cNvSpPr/>
          <p:nvPr/>
        </p:nvSpPr>
        <p:spPr>
          <a:xfrm>
            <a:off x="8928100" y="2387600"/>
            <a:ext cx="64770" cy="43180"/>
          </a:xfrm>
          <a:custGeom>
            <a:avLst/>
            <a:gdLst/>
            <a:ahLst/>
            <a:cxnLst/>
            <a:rect l="l" t="t" r="r" b="b"/>
            <a:pathLst>
              <a:path w="64770" h="43180" fill="none">
                <a:moveTo>
                  <a:pt x="0" y="20320"/>
                </a:moveTo>
                <a:lnTo>
                  <a:pt x="22860" y="43180"/>
                </a:lnTo>
                <a:lnTo>
                  <a:pt x="64770" y="0"/>
                </a:lnTo>
              </a:path>
            </a:pathLst>
          </a:custGeom>
          <a:noFill/>
          <a:ln w="12700" cap="rnd">
            <a:solidFill>
              <a:srgbClr val="FFFFFF"/>
            </a:solidFill>
            <a:prstDash val="solid"/>
            <a:round/>
          </a:ln>
        </p:spPr>
      </p:sp>
      <p:sp>
        <p:nvSpPr>
          <p:cNvPr id="167" name="!!text-7tg" descr="出版社"/>
          <p:cNvSpPr txBox="1"/>
          <p:nvPr/>
        </p:nvSpPr>
        <p:spPr>
          <a:xfrm>
            <a:off x="9093200" y="2348992"/>
            <a:ext cx="272415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kern="0" dirty="0">
                <a:solidFill>
                  <a:srgbClr val="5B6770"/>
                </a:solidFill>
                <a:latin typeface="Noto Sans TC SemiBold"/>
                <a:ea typeface="Noto Sans TC SemiBold"/>
                <a:cs typeface="Noto Sans TC SemiBold"/>
              </a:rPr>
              <a:t>出版社</a:t>
            </a:r>
            <a:endParaRPr lang="zh-TW" sz="650"/>
          </a:p>
        </p:txBody>
      </p:sp>
      <p:sp>
        <p:nvSpPr>
          <p:cNvPr id="168" name="!!text-7tk" descr="智識出版"/>
          <p:cNvSpPr txBox="1"/>
          <p:nvPr/>
        </p:nvSpPr>
        <p:spPr>
          <a:xfrm>
            <a:off x="9525000" y="2334260"/>
            <a:ext cx="409575" cy="1379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0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智識出版</a:t>
            </a:r>
            <a:endParaRPr lang="zh-TW" sz="750"/>
          </a:p>
        </p:txBody>
      </p:sp>
      <p:sp>
        <p:nvSpPr>
          <p:cNvPr id="169" name="!!rect-7tq"/>
          <p:cNvSpPr/>
          <p:nvPr/>
        </p:nvSpPr>
        <p:spPr>
          <a:xfrm>
            <a:off x="10566400" y="2349500"/>
            <a:ext cx="571690" cy="101600"/>
          </a:xfrm>
          <a:prstGeom prst="roundRect">
            <a:avLst>
              <a:gd name="adj" fmla="val 31250"/>
            </a:avLst>
          </a:prstGeom>
          <a:solidFill>
            <a:srgbClr val="5B6770">
              <a:alpha val="12000"/>
            </a:srgbClr>
          </a:solidFill>
          <a:ln>
            <a:noFill/>
          </a:ln>
        </p:spPr>
      </p:sp>
      <p:sp>
        <p:nvSpPr>
          <p:cNvPr id="170" name="!!text-7tr" descr="依 ISBN 書目補齊"/>
          <p:cNvSpPr txBox="1"/>
          <p:nvPr/>
        </p:nvSpPr>
        <p:spPr>
          <a:xfrm>
            <a:off x="10604500" y="2348865"/>
            <a:ext cx="514541" cy="9194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500" kern="0" dirty="0">
                <a:solidFill>
                  <a:srgbClr val="5B6770"/>
                </a:solidFill>
                <a:latin typeface="Noto Sans TC SemiBold"/>
                <a:ea typeface="Noto Sans TC SemiBold"/>
                <a:cs typeface="Noto Sans TC SemiBold"/>
              </a:rPr>
              <a:t>依 ISBN 書目補齊</a:t>
            </a:r>
            <a:endParaRPr lang="zh-TW" sz="500"/>
          </a:p>
        </p:txBody>
      </p:sp>
      <p:sp>
        <p:nvSpPr>
          <p:cNvPr id="171" name="!!rect-7u5"/>
          <p:cNvSpPr/>
          <p:nvPr/>
        </p:nvSpPr>
        <p:spPr>
          <a:xfrm>
            <a:off x="8813800" y="2616200"/>
            <a:ext cx="2349500" cy="304800"/>
          </a:xfrm>
          <a:prstGeom prst="roundRect">
            <a:avLst>
              <a:gd name="adj" fmla="val 29167"/>
            </a:avLst>
          </a:prstGeom>
          <a:solidFill>
            <a:srgbClr val="FAFBFC"/>
          </a:solidFill>
          <a:ln w="6350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172" name="!!rect-7u6"/>
          <p:cNvSpPr/>
          <p:nvPr/>
        </p:nvSpPr>
        <p:spPr>
          <a:xfrm>
            <a:off x="8902700" y="2705100"/>
            <a:ext cx="114300" cy="114300"/>
          </a:xfrm>
          <a:prstGeom prst="roundRect">
            <a:avLst>
              <a:gd name="adj" fmla="val 27778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173" name="!!path-7u7"/>
          <p:cNvSpPr/>
          <p:nvPr/>
        </p:nvSpPr>
        <p:spPr>
          <a:xfrm>
            <a:off x="8928100" y="2743200"/>
            <a:ext cx="64770" cy="43180"/>
          </a:xfrm>
          <a:custGeom>
            <a:avLst/>
            <a:gdLst/>
            <a:ahLst/>
            <a:cxnLst/>
            <a:rect l="l" t="t" r="r" b="b"/>
            <a:pathLst>
              <a:path w="64770" h="43180" fill="none">
                <a:moveTo>
                  <a:pt x="0" y="20320"/>
                </a:moveTo>
                <a:lnTo>
                  <a:pt x="22860" y="43180"/>
                </a:lnTo>
                <a:lnTo>
                  <a:pt x="64770" y="0"/>
                </a:lnTo>
              </a:path>
            </a:pathLst>
          </a:custGeom>
          <a:noFill/>
          <a:ln w="12700" cap="rnd">
            <a:solidFill>
              <a:srgbClr val="FFFFFF"/>
            </a:solidFill>
            <a:prstDash val="solid"/>
            <a:round/>
          </a:ln>
        </p:spPr>
      </p:sp>
      <p:sp>
        <p:nvSpPr>
          <p:cNvPr id="174" name="!!text-7u8" descr="出版日期"/>
          <p:cNvSpPr txBox="1"/>
          <p:nvPr/>
        </p:nvSpPr>
        <p:spPr>
          <a:xfrm>
            <a:off x="9093200" y="2704592"/>
            <a:ext cx="354965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kern="0" dirty="0">
                <a:solidFill>
                  <a:srgbClr val="5B6770"/>
                </a:solidFill>
                <a:latin typeface="Noto Sans TC SemiBold"/>
                <a:ea typeface="Noto Sans TC SemiBold"/>
                <a:cs typeface="Noto Sans TC SemiBold"/>
              </a:rPr>
              <a:t>出版日期</a:t>
            </a:r>
            <a:endParaRPr lang="zh-TW" sz="650"/>
          </a:p>
        </p:txBody>
      </p:sp>
      <p:sp>
        <p:nvSpPr>
          <p:cNvPr id="175" name="!!text-7ud" descr="2022 年 2 月"/>
          <p:cNvSpPr txBox="1"/>
          <p:nvPr/>
        </p:nvSpPr>
        <p:spPr>
          <a:xfrm>
            <a:off x="9525000" y="2689860"/>
            <a:ext cx="559880" cy="1379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0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2022 年 2 月</a:t>
            </a:r>
            <a:endParaRPr lang="zh-TW" sz="750"/>
          </a:p>
        </p:txBody>
      </p:sp>
      <p:sp>
        <p:nvSpPr>
          <p:cNvPr id="176" name="!!rect-7um"/>
          <p:cNvSpPr/>
          <p:nvPr/>
        </p:nvSpPr>
        <p:spPr>
          <a:xfrm>
            <a:off x="10566400" y="2705100"/>
            <a:ext cx="571690" cy="101600"/>
          </a:xfrm>
          <a:prstGeom prst="roundRect">
            <a:avLst>
              <a:gd name="adj" fmla="val 31250"/>
            </a:avLst>
          </a:prstGeom>
          <a:solidFill>
            <a:srgbClr val="5B6770">
              <a:alpha val="12000"/>
            </a:srgbClr>
          </a:solidFill>
          <a:ln>
            <a:noFill/>
          </a:ln>
        </p:spPr>
      </p:sp>
      <p:sp>
        <p:nvSpPr>
          <p:cNvPr id="177" name="!!text-7un" descr="依 ISBN 書目補齊"/>
          <p:cNvSpPr txBox="1"/>
          <p:nvPr/>
        </p:nvSpPr>
        <p:spPr>
          <a:xfrm>
            <a:off x="10604500" y="2704465"/>
            <a:ext cx="514541" cy="9194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500" kern="0" dirty="0">
                <a:solidFill>
                  <a:srgbClr val="5B6770"/>
                </a:solidFill>
                <a:latin typeface="Noto Sans TC SemiBold"/>
                <a:ea typeface="Noto Sans TC SemiBold"/>
                <a:cs typeface="Noto Sans TC SemiBold"/>
              </a:rPr>
              <a:t>依 ISBN 書目補齊</a:t>
            </a:r>
            <a:endParaRPr lang="zh-TW" sz="500"/>
          </a:p>
        </p:txBody>
      </p:sp>
      <p:sp>
        <p:nvSpPr>
          <p:cNvPr id="178" name="!!text-7v1" descr="分類"/>
          <p:cNvSpPr txBox="1"/>
          <p:nvPr/>
        </p:nvSpPr>
        <p:spPr>
          <a:xfrm>
            <a:off x="8839200" y="2964942"/>
            <a:ext cx="193167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b="1" kern="0" spc="26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分</a:t>
            </a:r>
            <a:r>
              <a:rPr lang="zh-TW" altLang="en-US" sz="650" b="1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類</a:t>
            </a:r>
            <a:endParaRPr lang="zh-TW" sz="650"/>
          </a:p>
        </p:txBody>
      </p:sp>
      <p:sp>
        <p:nvSpPr>
          <p:cNvPr id="179" name="!!rect-7v8"/>
          <p:cNvSpPr/>
          <p:nvPr/>
        </p:nvSpPr>
        <p:spPr>
          <a:xfrm>
            <a:off x="8813800" y="3136900"/>
            <a:ext cx="2349500" cy="292100"/>
          </a:xfrm>
          <a:prstGeom prst="roundRect">
            <a:avLst>
              <a:gd name="adj" fmla="val 30435"/>
            </a:avLst>
          </a:prstGeom>
          <a:solidFill>
            <a:srgbClr val="FAFBFC"/>
          </a:solidFill>
          <a:ln w="6350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180" name="!!rect-7v9"/>
          <p:cNvSpPr/>
          <p:nvPr/>
        </p:nvSpPr>
        <p:spPr>
          <a:xfrm>
            <a:off x="8902700" y="3225800"/>
            <a:ext cx="114300" cy="114300"/>
          </a:xfrm>
          <a:prstGeom prst="roundRect">
            <a:avLst>
              <a:gd name="adj" fmla="val 27778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181" name="!!path-7va"/>
          <p:cNvSpPr/>
          <p:nvPr/>
        </p:nvSpPr>
        <p:spPr>
          <a:xfrm>
            <a:off x="8928100" y="3263900"/>
            <a:ext cx="64770" cy="43180"/>
          </a:xfrm>
          <a:custGeom>
            <a:avLst/>
            <a:gdLst/>
            <a:ahLst/>
            <a:cxnLst/>
            <a:rect l="l" t="t" r="r" b="b"/>
            <a:pathLst>
              <a:path w="64770" h="43180" fill="none">
                <a:moveTo>
                  <a:pt x="0" y="20320"/>
                </a:moveTo>
                <a:lnTo>
                  <a:pt x="22860" y="43180"/>
                </a:lnTo>
                <a:lnTo>
                  <a:pt x="64770" y="0"/>
                </a:lnTo>
              </a:path>
            </a:pathLst>
          </a:custGeom>
          <a:noFill/>
          <a:ln w="12700" cap="rnd">
            <a:solidFill>
              <a:srgbClr val="FFFFFF"/>
            </a:solidFill>
            <a:prstDash val="solid"/>
            <a:round/>
          </a:ln>
        </p:spPr>
      </p:sp>
      <p:sp>
        <p:nvSpPr>
          <p:cNvPr id="182" name="!!text-7vb" descr="統計學"/>
          <p:cNvSpPr txBox="1"/>
          <p:nvPr/>
        </p:nvSpPr>
        <p:spPr>
          <a:xfrm>
            <a:off x="9093200" y="3204210"/>
            <a:ext cx="314325" cy="1379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0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統計學</a:t>
            </a:r>
            <a:endParaRPr lang="zh-TW" sz="750"/>
          </a:p>
        </p:txBody>
      </p:sp>
      <p:sp>
        <p:nvSpPr>
          <p:cNvPr id="183" name="!!text-7vj" descr="書況"/>
          <p:cNvSpPr txBox="1"/>
          <p:nvPr/>
        </p:nvSpPr>
        <p:spPr>
          <a:xfrm>
            <a:off x="8839200" y="3472942"/>
            <a:ext cx="193167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b="1" kern="0" spc="26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書</a:t>
            </a:r>
            <a:r>
              <a:rPr lang="zh-TW" altLang="en-US" sz="650" b="1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況</a:t>
            </a:r>
            <a:endParaRPr lang="zh-TW" sz="650"/>
          </a:p>
        </p:txBody>
      </p:sp>
      <p:sp>
        <p:nvSpPr>
          <p:cNvPr id="184" name="!!rect-7vq"/>
          <p:cNvSpPr/>
          <p:nvPr/>
        </p:nvSpPr>
        <p:spPr>
          <a:xfrm>
            <a:off x="8813800" y="3644900"/>
            <a:ext cx="2349500" cy="584200"/>
          </a:xfrm>
          <a:prstGeom prst="roundRect">
            <a:avLst>
              <a:gd name="adj" fmla="val 15217"/>
            </a:avLst>
          </a:prstGeom>
          <a:solidFill>
            <a:srgbClr val="FAFBFC"/>
          </a:solidFill>
          <a:ln w="6350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185" name="!!rect-7vr"/>
          <p:cNvSpPr/>
          <p:nvPr/>
        </p:nvSpPr>
        <p:spPr>
          <a:xfrm>
            <a:off x="8902700" y="3733800"/>
            <a:ext cx="114300" cy="114300"/>
          </a:xfrm>
          <a:prstGeom prst="roundRect">
            <a:avLst>
              <a:gd name="adj" fmla="val 27778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186" name="!!path-7vs"/>
          <p:cNvSpPr/>
          <p:nvPr/>
        </p:nvSpPr>
        <p:spPr>
          <a:xfrm>
            <a:off x="8928100" y="3771900"/>
            <a:ext cx="64770" cy="43180"/>
          </a:xfrm>
          <a:custGeom>
            <a:avLst/>
            <a:gdLst/>
            <a:ahLst/>
            <a:cxnLst/>
            <a:rect l="l" t="t" r="r" b="b"/>
            <a:pathLst>
              <a:path w="64770" h="43180" fill="none">
                <a:moveTo>
                  <a:pt x="0" y="20320"/>
                </a:moveTo>
                <a:lnTo>
                  <a:pt x="22860" y="43180"/>
                </a:lnTo>
                <a:lnTo>
                  <a:pt x="64770" y="0"/>
                </a:lnTo>
              </a:path>
            </a:pathLst>
          </a:custGeom>
          <a:noFill/>
          <a:ln w="12700" cap="rnd">
            <a:solidFill>
              <a:srgbClr val="FFFFFF"/>
            </a:solidFill>
            <a:prstDash val="solid"/>
            <a:round/>
          </a:ln>
        </p:spPr>
      </p:sp>
      <p:sp>
        <p:nvSpPr>
          <p:cNvPr id="187" name="!!text-7vt" descr="近全新"/>
          <p:cNvSpPr txBox="1"/>
          <p:nvPr/>
        </p:nvSpPr>
        <p:spPr>
          <a:xfrm>
            <a:off x="9093200" y="3717544"/>
            <a:ext cx="335280" cy="14711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00" b="1" kern="0" dirty="0">
                <a:solidFill>
                  <a:srgbClr val="66BB6A"/>
                </a:solidFill>
                <a:latin typeface="Noto Sans TC"/>
                <a:ea typeface="Noto Sans TC"/>
                <a:cs typeface="Noto Sans TC"/>
              </a:rPr>
              <a:t>近全新</a:t>
            </a:r>
            <a:endParaRPr lang="zh-TW" sz="800"/>
          </a:p>
        </p:txBody>
      </p:sp>
      <p:sp>
        <p:nvSpPr>
          <p:cNvPr id="188" name="!!text-7vx" descr="・書頁無劃線與摺痕"/>
          <p:cNvSpPr txBox="1"/>
          <p:nvPr/>
        </p:nvSpPr>
        <p:spPr>
          <a:xfrm>
            <a:off x="9093200" y="3898392"/>
            <a:ext cx="767715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・書頁無劃線與摺痕</a:t>
            </a:r>
            <a:endParaRPr lang="zh-TW" sz="650"/>
          </a:p>
        </p:txBody>
      </p:sp>
      <p:sp>
        <p:nvSpPr>
          <p:cNvPr id="189" name="!!text-7w7" descr="・封面邊角輕微磨損"/>
          <p:cNvSpPr txBox="1"/>
          <p:nvPr/>
        </p:nvSpPr>
        <p:spPr>
          <a:xfrm>
            <a:off x="9093200" y="4025392"/>
            <a:ext cx="767715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・封面邊角輕微磨損</a:t>
            </a:r>
            <a:endParaRPr lang="zh-TW" sz="650"/>
          </a:p>
        </p:txBody>
      </p:sp>
      <p:sp>
        <p:nvSpPr>
          <p:cNvPr id="190" name="!!text-7wl" descr="建議售價"/>
          <p:cNvSpPr txBox="1"/>
          <p:nvPr/>
        </p:nvSpPr>
        <p:spPr>
          <a:xfrm>
            <a:off x="8839200" y="4273042"/>
            <a:ext cx="364871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b="1" kern="0" spc="26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建議售</a:t>
            </a:r>
            <a:r>
              <a:rPr lang="zh-TW" altLang="en-US" sz="650" b="1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價</a:t>
            </a:r>
            <a:endParaRPr lang="zh-TW" sz="650"/>
          </a:p>
        </p:txBody>
      </p:sp>
      <p:sp>
        <p:nvSpPr>
          <p:cNvPr id="191" name="!!rect-7wu"/>
          <p:cNvSpPr/>
          <p:nvPr/>
        </p:nvSpPr>
        <p:spPr>
          <a:xfrm>
            <a:off x="8813800" y="4445000"/>
            <a:ext cx="2349500" cy="444500"/>
          </a:xfrm>
          <a:prstGeom prst="roundRect">
            <a:avLst>
              <a:gd name="adj" fmla="val 20000"/>
            </a:avLst>
          </a:prstGeom>
          <a:solidFill>
            <a:srgbClr val="FAFBFC"/>
          </a:solidFill>
          <a:ln w="6350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192" name="!!rect-7wv"/>
          <p:cNvSpPr/>
          <p:nvPr/>
        </p:nvSpPr>
        <p:spPr>
          <a:xfrm>
            <a:off x="8902700" y="4533900"/>
            <a:ext cx="114300" cy="114300"/>
          </a:xfrm>
          <a:prstGeom prst="roundRect">
            <a:avLst>
              <a:gd name="adj" fmla="val 27778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193" name="!!path-7ww"/>
          <p:cNvSpPr/>
          <p:nvPr/>
        </p:nvSpPr>
        <p:spPr>
          <a:xfrm>
            <a:off x="8928100" y="4572000"/>
            <a:ext cx="64770" cy="43180"/>
          </a:xfrm>
          <a:custGeom>
            <a:avLst/>
            <a:gdLst/>
            <a:ahLst/>
            <a:cxnLst/>
            <a:rect l="l" t="t" r="r" b="b"/>
            <a:pathLst>
              <a:path w="64770" h="43180" fill="none">
                <a:moveTo>
                  <a:pt x="0" y="20320"/>
                </a:moveTo>
                <a:lnTo>
                  <a:pt x="22860" y="43180"/>
                </a:lnTo>
                <a:lnTo>
                  <a:pt x="64770" y="0"/>
                </a:lnTo>
              </a:path>
            </a:pathLst>
          </a:custGeom>
          <a:noFill/>
          <a:ln w="12700" cap="rnd">
            <a:solidFill>
              <a:srgbClr val="FFFFFF"/>
            </a:solidFill>
            <a:prstDash val="solid"/>
            <a:round/>
          </a:ln>
        </p:spPr>
      </p:sp>
      <p:sp>
        <p:nvSpPr>
          <p:cNvPr id="194" name="!!text-7wx" descr="$280"/>
          <p:cNvSpPr txBox="1"/>
          <p:nvPr/>
        </p:nvSpPr>
        <p:spPr>
          <a:xfrm>
            <a:off x="9093200" y="4500880"/>
            <a:ext cx="342392" cy="18389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kern="0" dirty="0">
                <a:solidFill>
                  <a:srgbClr val="627D8D"/>
                </a:solidFill>
                <a:latin typeface="Noto Sans TC ExtraBold"/>
                <a:ea typeface="Noto Sans TC ExtraBold"/>
                <a:cs typeface="Noto Sans TC ExtraBold"/>
              </a:rPr>
              <a:t>$280</a:t>
            </a:r>
            <a:endParaRPr lang="zh-TW" sz="1000"/>
          </a:p>
        </p:txBody>
      </p:sp>
      <p:sp>
        <p:nvSpPr>
          <p:cNvPr id="195" name="!!text-7x2" descr="建議區間 $240–$320・定價 $620"/>
          <p:cNvSpPr txBox="1"/>
          <p:nvPr/>
        </p:nvSpPr>
        <p:spPr>
          <a:xfrm>
            <a:off x="9093200" y="4698492"/>
            <a:ext cx="1233627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建議區間 $240–$320・定價 $620</a:t>
            </a:r>
            <a:endParaRPr lang="zh-TW" sz="650"/>
          </a:p>
        </p:txBody>
      </p:sp>
      <p:sp>
        <p:nvSpPr>
          <p:cNvPr id="196" name="!!text-7xr" descr="資料來源"/>
          <p:cNvSpPr txBox="1"/>
          <p:nvPr/>
        </p:nvSpPr>
        <p:spPr>
          <a:xfrm>
            <a:off x="8839200" y="4933442"/>
            <a:ext cx="364871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b="1" kern="0" spc="26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資料來</a:t>
            </a:r>
            <a:r>
              <a:rPr lang="zh-TW" altLang="en-US" sz="650" b="1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源</a:t>
            </a:r>
            <a:endParaRPr lang="zh-TW" sz="650"/>
          </a:p>
        </p:txBody>
      </p:sp>
      <p:sp>
        <p:nvSpPr>
          <p:cNvPr id="197" name="!!path-7y0"/>
          <p:cNvSpPr/>
          <p:nvPr/>
        </p:nvSpPr>
        <p:spPr>
          <a:xfrm>
            <a:off x="8860371" y="5147748"/>
            <a:ext cx="84709" cy="42355"/>
          </a:xfrm>
          <a:custGeom>
            <a:avLst/>
            <a:gdLst/>
            <a:ahLst/>
            <a:cxnLst/>
            <a:rect l="l" t="t" r="r" b="b"/>
            <a:pathLst>
              <a:path w="84709" h="42355">
                <a:moveTo>
                  <a:pt x="8047" y="21177"/>
                </a:moveTo>
                <a:cubicBezTo>
                  <a:pt x="8047" y="13935"/>
                  <a:pt x="13935" y="8047"/>
                  <a:pt x="21177" y="8047"/>
                </a:cubicBezTo>
                <a:lnTo>
                  <a:pt x="38119" y="8047"/>
                </a:lnTo>
                <a:lnTo>
                  <a:pt x="38119" y="0"/>
                </a:lnTo>
                <a:lnTo>
                  <a:pt x="21177" y="0"/>
                </a:lnTo>
                <a:cubicBezTo>
                  <a:pt x="9487" y="0"/>
                  <a:pt x="0" y="9487"/>
                  <a:pt x="0" y="21177"/>
                </a:cubicBezTo>
                <a:cubicBezTo>
                  <a:pt x="0" y="32867"/>
                  <a:pt x="9487" y="42355"/>
                  <a:pt x="21177" y="42355"/>
                </a:cubicBezTo>
                <a:lnTo>
                  <a:pt x="38119" y="42355"/>
                </a:lnTo>
                <a:lnTo>
                  <a:pt x="38119" y="34307"/>
                </a:lnTo>
                <a:lnTo>
                  <a:pt x="21177" y="34307"/>
                </a:lnTo>
                <a:cubicBezTo>
                  <a:pt x="13935" y="34307"/>
                  <a:pt x="8047" y="28420"/>
                  <a:pt x="8047" y="21177"/>
                </a:cubicBezTo>
                <a:close/>
                <a:moveTo>
                  <a:pt x="25413" y="25413"/>
                </a:moveTo>
                <a:lnTo>
                  <a:pt x="59296" y="25413"/>
                </a:lnTo>
                <a:lnTo>
                  <a:pt x="59296" y="16942"/>
                </a:lnTo>
                <a:lnTo>
                  <a:pt x="25413" y="16942"/>
                </a:lnTo>
                <a:lnTo>
                  <a:pt x="25413" y="25413"/>
                </a:lnTo>
                <a:close/>
                <a:moveTo>
                  <a:pt x="63532" y="0"/>
                </a:moveTo>
                <a:lnTo>
                  <a:pt x="46590" y="0"/>
                </a:lnTo>
                <a:lnTo>
                  <a:pt x="46590" y="8047"/>
                </a:lnTo>
                <a:lnTo>
                  <a:pt x="63532" y="8047"/>
                </a:lnTo>
                <a:cubicBezTo>
                  <a:pt x="70774" y="8047"/>
                  <a:pt x="76662" y="13935"/>
                  <a:pt x="76662" y="21177"/>
                </a:cubicBezTo>
                <a:cubicBezTo>
                  <a:pt x="76662" y="28420"/>
                  <a:pt x="70774" y="34307"/>
                  <a:pt x="63532" y="34307"/>
                </a:cubicBezTo>
                <a:lnTo>
                  <a:pt x="46590" y="34307"/>
                </a:lnTo>
                <a:lnTo>
                  <a:pt x="46590" y="42355"/>
                </a:lnTo>
                <a:lnTo>
                  <a:pt x="63532" y="42355"/>
                </a:lnTo>
                <a:cubicBezTo>
                  <a:pt x="75222" y="42355"/>
                  <a:pt x="84709" y="32867"/>
                  <a:pt x="84709" y="21177"/>
                </a:cubicBezTo>
                <a:cubicBezTo>
                  <a:pt x="84709" y="9487"/>
                  <a:pt x="75222" y="0"/>
                  <a:pt x="63532" y="0"/>
                </a:cubicBezTo>
                <a:close/>
              </a:path>
            </a:pathLst>
          </a:custGeom>
          <a:solidFill>
            <a:srgbClr val="BDBDBD"/>
          </a:solidFill>
          <a:ln>
            <a:noFill/>
          </a:ln>
        </p:spPr>
      </p:sp>
      <p:sp>
        <p:nvSpPr>
          <p:cNvPr id="198" name="!!text-7y1" descr="Google Books"/>
          <p:cNvSpPr txBox="1"/>
          <p:nvPr/>
        </p:nvSpPr>
        <p:spPr>
          <a:xfrm>
            <a:off x="9004300" y="5104892"/>
            <a:ext cx="554406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Google Books</a:t>
            </a:r>
            <a:endParaRPr lang="zh-TW" sz="650"/>
          </a:p>
        </p:txBody>
      </p:sp>
      <p:sp>
        <p:nvSpPr>
          <p:cNvPr id="199" name="!!path-7yd"/>
          <p:cNvSpPr/>
          <p:nvPr/>
        </p:nvSpPr>
        <p:spPr>
          <a:xfrm>
            <a:off x="11034706" y="5135556"/>
            <a:ext cx="66637" cy="66637"/>
          </a:xfrm>
          <a:custGeom>
            <a:avLst/>
            <a:gdLst/>
            <a:ahLst/>
            <a:cxnLst/>
            <a:rect l="l" t="t" r="r" b="b"/>
            <a:pathLst>
              <a:path w="66637" h="66637">
                <a:moveTo>
                  <a:pt x="59233" y="59233"/>
                </a:moveTo>
                <a:lnTo>
                  <a:pt x="7404" y="59233"/>
                </a:lnTo>
                <a:lnTo>
                  <a:pt x="7404" y="7404"/>
                </a:lnTo>
                <a:lnTo>
                  <a:pt x="33318" y="7404"/>
                </a:lnTo>
                <a:lnTo>
                  <a:pt x="33318" y="0"/>
                </a:lnTo>
                <a:lnTo>
                  <a:pt x="7404" y="0"/>
                </a:lnTo>
                <a:cubicBezTo>
                  <a:pt x="3295" y="0"/>
                  <a:pt x="0" y="3332"/>
                  <a:pt x="0" y="7404"/>
                </a:cubicBezTo>
                <a:lnTo>
                  <a:pt x="0" y="59233"/>
                </a:lnTo>
                <a:cubicBezTo>
                  <a:pt x="0" y="63305"/>
                  <a:pt x="3295" y="66637"/>
                  <a:pt x="7404" y="66637"/>
                </a:cubicBezTo>
                <a:lnTo>
                  <a:pt x="59233" y="66637"/>
                </a:lnTo>
                <a:cubicBezTo>
                  <a:pt x="63305" y="66637"/>
                  <a:pt x="66637" y="63305"/>
                  <a:pt x="66637" y="59233"/>
                </a:cubicBezTo>
                <a:lnTo>
                  <a:pt x="66637" y="33318"/>
                </a:lnTo>
                <a:lnTo>
                  <a:pt x="59233" y="33318"/>
                </a:lnTo>
                <a:lnTo>
                  <a:pt x="59233" y="59233"/>
                </a:lnTo>
                <a:close/>
                <a:moveTo>
                  <a:pt x="40723" y="0"/>
                </a:moveTo>
                <a:lnTo>
                  <a:pt x="40723" y="7404"/>
                </a:lnTo>
                <a:lnTo>
                  <a:pt x="54013" y="7404"/>
                </a:lnTo>
                <a:lnTo>
                  <a:pt x="17622" y="43795"/>
                </a:lnTo>
                <a:lnTo>
                  <a:pt x="22842" y="49015"/>
                </a:lnTo>
                <a:lnTo>
                  <a:pt x="59233" y="12624"/>
                </a:lnTo>
                <a:lnTo>
                  <a:pt x="59233" y="25914"/>
                </a:lnTo>
                <a:lnTo>
                  <a:pt x="66637" y="25914"/>
                </a:lnTo>
                <a:lnTo>
                  <a:pt x="66637" y="0"/>
                </a:lnTo>
                <a:lnTo>
                  <a:pt x="40723" y="0"/>
                </a:lnTo>
                <a:close/>
              </a:path>
            </a:pathLst>
          </a:custGeom>
          <a:solidFill>
            <a:srgbClr val="BDBDBD"/>
          </a:solidFill>
          <a:ln>
            <a:noFill/>
          </a:ln>
        </p:spPr>
      </p:sp>
      <p:sp>
        <p:nvSpPr>
          <p:cNvPr id="200" name="!!path-7yi"/>
          <p:cNvSpPr/>
          <p:nvPr/>
        </p:nvSpPr>
        <p:spPr>
          <a:xfrm>
            <a:off x="8860371" y="5312848"/>
            <a:ext cx="84709" cy="42355"/>
          </a:xfrm>
          <a:custGeom>
            <a:avLst/>
            <a:gdLst/>
            <a:ahLst/>
            <a:cxnLst/>
            <a:rect l="l" t="t" r="r" b="b"/>
            <a:pathLst>
              <a:path w="84709" h="42355">
                <a:moveTo>
                  <a:pt x="8047" y="21177"/>
                </a:moveTo>
                <a:cubicBezTo>
                  <a:pt x="8047" y="13935"/>
                  <a:pt x="13935" y="8047"/>
                  <a:pt x="21177" y="8047"/>
                </a:cubicBezTo>
                <a:lnTo>
                  <a:pt x="38119" y="8047"/>
                </a:lnTo>
                <a:lnTo>
                  <a:pt x="38119" y="0"/>
                </a:lnTo>
                <a:lnTo>
                  <a:pt x="21177" y="0"/>
                </a:lnTo>
                <a:cubicBezTo>
                  <a:pt x="9487" y="0"/>
                  <a:pt x="0" y="9487"/>
                  <a:pt x="0" y="21177"/>
                </a:cubicBezTo>
                <a:cubicBezTo>
                  <a:pt x="0" y="32867"/>
                  <a:pt x="9487" y="42355"/>
                  <a:pt x="21177" y="42355"/>
                </a:cubicBezTo>
                <a:lnTo>
                  <a:pt x="38119" y="42355"/>
                </a:lnTo>
                <a:lnTo>
                  <a:pt x="38119" y="34307"/>
                </a:lnTo>
                <a:lnTo>
                  <a:pt x="21177" y="34307"/>
                </a:lnTo>
                <a:cubicBezTo>
                  <a:pt x="13935" y="34307"/>
                  <a:pt x="8047" y="28420"/>
                  <a:pt x="8047" y="21177"/>
                </a:cubicBezTo>
                <a:close/>
                <a:moveTo>
                  <a:pt x="25413" y="25413"/>
                </a:moveTo>
                <a:lnTo>
                  <a:pt x="59296" y="25413"/>
                </a:lnTo>
                <a:lnTo>
                  <a:pt x="59296" y="16942"/>
                </a:lnTo>
                <a:lnTo>
                  <a:pt x="25413" y="16942"/>
                </a:lnTo>
                <a:lnTo>
                  <a:pt x="25413" y="25413"/>
                </a:lnTo>
                <a:close/>
                <a:moveTo>
                  <a:pt x="63532" y="0"/>
                </a:moveTo>
                <a:lnTo>
                  <a:pt x="46590" y="0"/>
                </a:lnTo>
                <a:lnTo>
                  <a:pt x="46590" y="8047"/>
                </a:lnTo>
                <a:lnTo>
                  <a:pt x="63532" y="8047"/>
                </a:lnTo>
                <a:cubicBezTo>
                  <a:pt x="70774" y="8047"/>
                  <a:pt x="76662" y="13935"/>
                  <a:pt x="76662" y="21177"/>
                </a:cubicBezTo>
                <a:cubicBezTo>
                  <a:pt x="76662" y="28420"/>
                  <a:pt x="70774" y="34307"/>
                  <a:pt x="63532" y="34307"/>
                </a:cubicBezTo>
                <a:lnTo>
                  <a:pt x="46590" y="34307"/>
                </a:lnTo>
                <a:lnTo>
                  <a:pt x="46590" y="42355"/>
                </a:lnTo>
                <a:lnTo>
                  <a:pt x="63532" y="42355"/>
                </a:lnTo>
                <a:cubicBezTo>
                  <a:pt x="75222" y="42355"/>
                  <a:pt x="84709" y="32867"/>
                  <a:pt x="84709" y="21177"/>
                </a:cubicBezTo>
                <a:cubicBezTo>
                  <a:pt x="84709" y="9487"/>
                  <a:pt x="75222" y="0"/>
                  <a:pt x="63532" y="0"/>
                </a:cubicBezTo>
                <a:close/>
              </a:path>
            </a:pathLst>
          </a:custGeom>
          <a:solidFill>
            <a:srgbClr val="BDBDBD"/>
          </a:solidFill>
          <a:ln>
            <a:noFill/>
          </a:ln>
        </p:spPr>
      </p:sp>
      <p:sp>
        <p:nvSpPr>
          <p:cNvPr id="201" name="!!text-7yj" descr="Open Library"/>
          <p:cNvSpPr txBox="1"/>
          <p:nvPr/>
        </p:nvSpPr>
        <p:spPr>
          <a:xfrm>
            <a:off x="9004300" y="5269992"/>
            <a:ext cx="523615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Open Lib</a:t>
            </a:r>
            <a:r>
              <a:rPr lang="zh-TW" altLang="en-US" sz="650" kern="0" spc="-19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r</a:t>
            </a:r>
            <a:r>
              <a:rPr lang="zh-TW" altLang="en-US" sz="650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a</a:t>
            </a:r>
            <a:r>
              <a:rPr lang="zh-TW" altLang="en-US" sz="650" kern="0" spc="17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r</a:t>
            </a:r>
            <a:r>
              <a:rPr lang="zh-TW" altLang="en-US" sz="650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y</a:t>
            </a:r>
            <a:endParaRPr lang="zh-TW" sz="650"/>
          </a:p>
        </p:txBody>
      </p:sp>
      <p:sp>
        <p:nvSpPr>
          <p:cNvPr id="202" name="!!path-7yv"/>
          <p:cNvSpPr/>
          <p:nvPr/>
        </p:nvSpPr>
        <p:spPr>
          <a:xfrm>
            <a:off x="11034706" y="5300656"/>
            <a:ext cx="66637" cy="66637"/>
          </a:xfrm>
          <a:custGeom>
            <a:avLst/>
            <a:gdLst/>
            <a:ahLst/>
            <a:cxnLst/>
            <a:rect l="l" t="t" r="r" b="b"/>
            <a:pathLst>
              <a:path w="66637" h="66637">
                <a:moveTo>
                  <a:pt x="59233" y="59233"/>
                </a:moveTo>
                <a:lnTo>
                  <a:pt x="7404" y="59233"/>
                </a:lnTo>
                <a:lnTo>
                  <a:pt x="7404" y="7404"/>
                </a:lnTo>
                <a:lnTo>
                  <a:pt x="33318" y="7404"/>
                </a:lnTo>
                <a:lnTo>
                  <a:pt x="33318" y="0"/>
                </a:lnTo>
                <a:lnTo>
                  <a:pt x="7404" y="0"/>
                </a:lnTo>
                <a:cubicBezTo>
                  <a:pt x="3295" y="0"/>
                  <a:pt x="0" y="3332"/>
                  <a:pt x="0" y="7404"/>
                </a:cubicBezTo>
                <a:lnTo>
                  <a:pt x="0" y="59233"/>
                </a:lnTo>
                <a:cubicBezTo>
                  <a:pt x="0" y="63305"/>
                  <a:pt x="3295" y="66637"/>
                  <a:pt x="7404" y="66637"/>
                </a:cubicBezTo>
                <a:lnTo>
                  <a:pt x="59233" y="66637"/>
                </a:lnTo>
                <a:cubicBezTo>
                  <a:pt x="63305" y="66637"/>
                  <a:pt x="66637" y="63305"/>
                  <a:pt x="66637" y="59233"/>
                </a:cubicBezTo>
                <a:lnTo>
                  <a:pt x="66637" y="33318"/>
                </a:lnTo>
                <a:lnTo>
                  <a:pt x="59233" y="33318"/>
                </a:lnTo>
                <a:lnTo>
                  <a:pt x="59233" y="59233"/>
                </a:lnTo>
                <a:close/>
                <a:moveTo>
                  <a:pt x="40723" y="0"/>
                </a:moveTo>
                <a:lnTo>
                  <a:pt x="40723" y="7404"/>
                </a:lnTo>
                <a:lnTo>
                  <a:pt x="54013" y="7404"/>
                </a:lnTo>
                <a:lnTo>
                  <a:pt x="17622" y="43795"/>
                </a:lnTo>
                <a:lnTo>
                  <a:pt x="22842" y="49015"/>
                </a:lnTo>
                <a:lnTo>
                  <a:pt x="59233" y="12624"/>
                </a:lnTo>
                <a:lnTo>
                  <a:pt x="59233" y="25914"/>
                </a:lnTo>
                <a:lnTo>
                  <a:pt x="66637" y="25914"/>
                </a:lnTo>
                <a:lnTo>
                  <a:pt x="66637" y="0"/>
                </a:lnTo>
                <a:lnTo>
                  <a:pt x="40723" y="0"/>
                </a:lnTo>
                <a:close/>
              </a:path>
            </a:pathLst>
          </a:custGeom>
          <a:solidFill>
            <a:srgbClr val="BDBDBD"/>
          </a:solidFill>
          <a:ln>
            <a:noFill/>
          </a:ln>
        </p:spPr>
      </p:sp>
      <p:sp>
        <p:nvSpPr>
          <p:cNvPr id="203" name="!!rect-7z0"/>
          <p:cNvSpPr/>
          <p:nvPr/>
        </p:nvSpPr>
        <p:spPr>
          <a:xfrm>
            <a:off x="8712200" y="5461000"/>
            <a:ext cx="2552700" cy="6350"/>
          </a:xfrm>
          <a:prstGeom prst="rect">
            <a:avLst/>
          </a:prstGeom>
          <a:solidFill>
            <a:srgbClr val="E8EBEE"/>
          </a:solidFill>
          <a:ln>
            <a:noFill/>
          </a:ln>
        </p:spPr>
      </p:sp>
      <p:sp>
        <p:nvSpPr>
          <p:cNvPr id="204" name="!!rect-7z1"/>
          <p:cNvSpPr/>
          <p:nvPr/>
        </p:nvSpPr>
        <p:spPr>
          <a:xfrm>
            <a:off x="8813800" y="5524500"/>
            <a:ext cx="749300" cy="292100"/>
          </a:xfrm>
          <a:prstGeom prst="roundRect">
            <a:avLst>
              <a:gd name="adj" fmla="val 30435"/>
            </a:avLst>
          </a:prstGeom>
          <a:solidFill>
            <a:srgbClr val="F3F5F7"/>
          </a:solidFill>
          <a:ln>
            <a:noFill/>
          </a:ln>
        </p:spPr>
      </p:sp>
      <p:sp>
        <p:nvSpPr>
          <p:cNvPr id="205" name="!!text-7z2" descr="取消"/>
          <p:cNvSpPr txBox="1"/>
          <p:nvPr/>
        </p:nvSpPr>
        <p:spPr>
          <a:xfrm>
            <a:off x="9093200" y="5598160"/>
            <a:ext cx="219075" cy="1379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0" kern="0" dirty="0">
                <a:solidFill>
                  <a:srgbClr val="5B6770"/>
                </a:solidFill>
                <a:latin typeface="Noto Sans TC SemiBold"/>
                <a:ea typeface="Noto Sans TC SemiBold"/>
                <a:cs typeface="Noto Sans TC SemiBold"/>
              </a:rPr>
              <a:t>取消</a:t>
            </a:r>
            <a:endParaRPr lang="zh-TW" sz="750"/>
          </a:p>
        </p:txBody>
      </p:sp>
      <p:sp>
        <p:nvSpPr>
          <p:cNvPr id="206" name="!!rect-7za"/>
          <p:cNvSpPr/>
          <p:nvPr/>
        </p:nvSpPr>
        <p:spPr>
          <a:xfrm>
            <a:off x="9626600" y="5518150"/>
            <a:ext cx="1536700" cy="304800"/>
          </a:xfrm>
          <a:prstGeom prst="roundRect">
            <a:avLst>
              <a:gd name="adj" fmla="val 29167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207" name="!!text-7zb" descr="套用 5 項"/>
          <p:cNvSpPr txBox="1"/>
          <p:nvPr/>
        </p:nvSpPr>
        <p:spPr>
          <a:xfrm>
            <a:off x="10189515" y="5590794"/>
            <a:ext cx="441350" cy="14711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00" b="1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套用 5 項</a:t>
            </a:r>
            <a:endParaRPr lang="zh-TW" sz="800"/>
          </a:p>
        </p:txBody>
      </p:sp>
      <p:sp>
        <p:nvSpPr>
          <p:cNvPr id="208" name="!!rect-7zr"/>
          <p:cNvSpPr/>
          <p:nvPr/>
        </p:nvSpPr>
        <p:spPr>
          <a:xfrm>
            <a:off x="9531350" y="6076950"/>
            <a:ext cx="914400" cy="31750"/>
          </a:xfrm>
          <a:prstGeom prst="roundRect">
            <a:avLst>
              <a:gd name="adj" fmla="val 50000"/>
            </a:avLst>
          </a:prstGeom>
          <a:solidFill>
            <a:srgbClr val="000000">
              <a:alpha val="90000"/>
            </a:srgbClr>
          </a:solidFill>
          <a:ln>
            <a:noFill/>
          </a:ln>
        </p:spPr>
      </p:sp>
      <p:sp>
        <p:nvSpPr>
          <p:cNvPr id="209" name="!!rect-8qh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10000"/>
                </a:srgbClr>
              </a:gs>
              <a:gs pos="30762">
                <a:srgbClr val="FFFFFF">
                  <a:alpha val="2000"/>
                </a:srgbClr>
              </a:gs>
              <a:gs pos="31723">
                <a:srgbClr val="FFFFFF">
                  <a:alpha val="0"/>
                </a:srgbClr>
              </a:gs>
              <a:gs pos="9613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4329186" scaled="0"/>
          </a:gradFill>
          <a:ln>
            <a:noFill/>
          </a:ln>
        </p:spPr>
      </p:sp>
      <p:sp>
        <p:nvSpPr>
          <p:cNvPr id="210" name="!!rect-8qk"/>
          <p:cNvSpPr/>
          <p:nvPr/>
        </p:nvSpPr>
        <p:spPr>
          <a:xfrm>
            <a:off x="9728200" y="679450"/>
            <a:ext cx="520700" cy="23495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</p:spPr>
      </p:sp>
      <p:sp>
        <p:nvSpPr>
          <p:cNvPr id="211" name="!!circle-8ql"/>
          <p:cNvSpPr/>
          <p:nvPr/>
        </p:nvSpPr>
        <p:spPr>
          <a:xfrm>
            <a:off x="10088880" y="757555"/>
            <a:ext cx="78740" cy="78740"/>
          </a:xfrm>
          <a:prstGeom prst="ellipse">
            <a:avLst/>
          </a:prstGeom>
          <a:solidFill>
            <a:srgbClr val="0A0F16"/>
          </a:solidFill>
          <a:ln>
            <a:noFill/>
          </a:ln>
        </p:spPr>
      </p:sp>
      <p:sp>
        <p:nvSpPr>
          <p:cNvPr id="212" name="!!circle-8qm"/>
          <p:cNvSpPr/>
          <p:nvPr/>
        </p:nvSpPr>
        <p:spPr>
          <a:xfrm>
            <a:off x="10107930" y="776605"/>
            <a:ext cx="40640" cy="40640"/>
          </a:xfrm>
          <a:prstGeom prst="ellipse">
            <a:avLst/>
          </a:prstGeom>
          <a:solidFill>
            <a:srgbClr val="111B28"/>
          </a:solidFill>
          <a:ln>
            <a:noFill/>
          </a:ln>
        </p:spPr>
      </p:sp>
      <p:sp>
        <p:nvSpPr>
          <p:cNvPr id="213" name="!!circle-8qn"/>
          <p:cNvSpPr/>
          <p:nvPr/>
        </p:nvSpPr>
        <p:spPr>
          <a:xfrm>
            <a:off x="10130155" y="781685"/>
            <a:ext cx="13970" cy="13970"/>
          </a:xfrm>
          <a:prstGeom prst="ellipse">
            <a:avLst/>
          </a:prstGeom>
          <a:solidFill>
            <a:srgbClr val="3A5070">
              <a:alpha val="80000"/>
            </a:srgbClr>
          </a:solidFill>
          <a:ln>
            <a:noFill/>
          </a:ln>
        </p:spPr>
      </p:sp>
      <p:sp>
        <p:nvSpPr>
          <p:cNvPr id="214" name="!!path-9ic"/>
          <p:cNvSpPr/>
          <p:nvPr/>
        </p:nvSpPr>
        <p:spPr>
          <a:xfrm>
            <a:off x="381000" y="306527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215" name="!!path-9id"/>
          <p:cNvSpPr/>
          <p:nvPr/>
        </p:nvSpPr>
        <p:spPr>
          <a:xfrm>
            <a:off x="381000" y="308153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216" name="!!path-9ie"/>
          <p:cNvSpPr/>
          <p:nvPr/>
        </p:nvSpPr>
        <p:spPr>
          <a:xfrm>
            <a:off x="381000" y="309778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217" name="!!path-9if"/>
          <p:cNvSpPr/>
          <p:nvPr/>
        </p:nvSpPr>
        <p:spPr>
          <a:xfrm>
            <a:off x="381000" y="311404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218" name="!!path-9ig"/>
          <p:cNvSpPr/>
          <p:nvPr/>
        </p:nvSpPr>
        <p:spPr>
          <a:xfrm>
            <a:off x="381000" y="313030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219" name="!!path-9ih"/>
          <p:cNvSpPr/>
          <p:nvPr/>
        </p:nvSpPr>
        <p:spPr>
          <a:xfrm>
            <a:off x="381000" y="314655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220" name="!!path-9ii"/>
          <p:cNvSpPr/>
          <p:nvPr/>
        </p:nvSpPr>
        <p:spPr>
          <a:xfrm>
            <a:off x="381000" y="316281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221" name="!!path-9ij"/>
          <p:cNvSpPr/>
          <p:nvPr/>
        </p:nvSpPr>
        <p:spPr>
          <a:xfrm>
            <a:off x="381000" y="317906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222" name="!!path-9ik"/>
          <p:cNvSpPr/>
          <p:nvPr/>
        </p:nvSpPr>
        <p:spPr>
          <a:xfrm>
            <a:off x="419608" y="269342"/>
            <a:ext cx="128422" cy="122936"/>
          </a:xfrm>
          <a:custGeom>
            <a:avLst/>
            <a:gdLst/>
            <a:ahLst/>
            <a:cxnLst/>
            <a:rect l="l" t="t" r="r" b="b"/>
            <a:pathLst>
              <a:path w="128422" h="122936">
                <a:moveTo>
                  <a:pt x="0" y="17678"/>
                </a:moveTo>
                <a:lnTo>
                  <a:pt x="8128" y="5080"/>
                </a:lnTo>
                <a:cubicBezTo>
                  <a:pt x="32512" y="0"/>
                  <a:pt x="73152" y="7112"/>
                  <a:pt x="101600" y="26416"/>
                </a:cubicBezTo>
                <a:cubicBezTo>
                  <a:pt x="116840" y="37186"/>
                  <a:pt x="124968" y="49784"/>
                  <a:pt x="128422" y="62992"/>
                </a:cubicBezTo>
                <a:lnTo>
                  <a:pt x="128422" y="122936"/>
                </a:lnTo>
                <a:lnTo>
                  <a:pt x="0" y="1229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223" name="!!path-9il"/>
          <p:cNvSpPr/>
          <p:nvPr/>
        </p:nvSpPr>
        <p:spPr>
          <a:xfrm>
            <a:off x="419608" y="269342"/>
            <a:ext cx="128422" cy="62992"/>
          </a:xfrm>
          <a:custGeom>
            <a:avLst/>
            <a:gdLst/>
            <a:ahLst/>
            <a:cxnLst/>
            <a:rect l="l" t="t" r="r" b="b"/>
            <a:pathLst>
              <a:path w="128422" h="62992" fill="none">
                <a:moveTo>
                  <a:pt x="128422" y="62992"/>
                </a:moveTo>
                <a:cubicBezTo>
                  <a:pt x="124968" y="49784"/>
                  <a:pt x="116840" y="37186"/>
                  <a:pt x="101600" y="26416"/>
                </a:cubicBezTo>
                <a:cubicBezTo>
                  <a:pt x="73152" y="7112"/>
                  <a:pt x="32512" y="0"/>
                  <a:pt x="8128" y="5080"/>
                </a:cubicBezTo>
                <a:lnTo>
                  <a:pt x="0" y="1767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224" name="!!path-9im"/>
          <p:cNvSpPr/>
          <p:nvPr/>
        </p:nvSpPr>
        <p:spPr>
          <a:xfrm>
            <a:off x="407010" y="281534"/>
            <a:ext cx="141021" cy="110744"/>
          </a:xfrm>
          <a:custGeom>
            <a:avLst/>
            <a:gdLst/>
            <a:ahLst/>
            <a:cxnLst/>
            <a:rect l="l" t="t" r="r" b="b"/>
            <a:pathLst>
              <a:path w="141021" h="110744">
                <a:moveTo>
                  <a:pt x="0" y="22352"/>
                </a:moveTo>
                <a:lnTo>
                  <a:pt x="6502" y="6502"/>
                </a:lnTo>
                <a:cubicBezTo>
                  <a:pt x="36982" y="0"/>
                  <a:pt x="79654" y="7112"/>
                  <a:pt x="110134" y="25400"/>
                </a:cubicBezTo>
                <a:cubicBezTo>
                  <a:pt x="126390" y="35154"/>
                  <a:pt x="136550" y="49784"/>
                  <a:pt x="141021" y="62992"/>
                </a:cubicBezTo>
                <a:lnTo>
                  <a:pt x="141021" y="110744"/>
                </a:lnTo>
                <a:lnTo>
                  <a:pt x="0" y="110744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225" name="!!path-9in"/>
          <p:cNvSpPr/>
          <p:nvPr/>
        </p:nvSpPr>
        <p:spPr>
          <a:xfrm>
            <a:off x="407010" y="281534"/>
            <a:ext cx="141021" cy="62992"/>
          </a:xfrm>
          <a:custGeom>
            <a:avLst/>
            <a:gdLst/>
            <a:ahLst/>
            <a:cxnLst/>
            <a:rect l="l" t="t" r="r" b="b"/>
            <a:pathLst>
              <a:path w="141021" h="62992" fill="none">
                <a:moveTo>
                  <a:pt x="141021" y="62992"/>
                </a:moveTo>
                <a:cubicBezTo>
                  <a:pt x="136550" y="49784"/>
                  <a:pt x="126390" y="35154"/>
                  <a:pt x="110134" y="25400"/>
                </a:cubicBezTo>
                <a:cubicBezTo>
                  <a:pt x="79654" y="7112"/>
                  <a:pt x="36982" y="0"/>
                  <a:pt x="6502" y="6502"/>
                </a:cubicBezTo>
                <a:lnTo>
                  <a:pt x="0" y="22352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226" name="!!path-9io"/>
          <p:cNvSpPr/>
          <p:nvPr/>
        </p:nvSpPr>
        <p:spPr>
          <a:xfrm>
            <a:off x="395834" y="294742"/>
            <a:ext cx="151790" cy="97536"/>
          </a:xfrm>
          <a:custGeom>
            <a:avLst/>
            <a:gdLst/>
            <a:ahLst/>
            <a:cxnLst/>
            <a:rect l="l" t="t" r="r" b="b"/>
            <a:pathLst>
              <a:path w="151790" h="97536">
                <a:moveTo>
                  <a:pt x="0" y="23165"/>
                </a:moveTo>
                <a:lnTo>
                  <a:pt x="3861" y="12598"/>
                </a:lnTo>
                <a:cubicBezTo>
                  <a:pt x="37998" y="0"/>
                  <a:pt x="84734" y="5080"/>
                  <a:pt x="117246" y="21946"/>
                </a:cubicBezTo>
                <a:cubicBezTo>
                  <a:pt x="135534" y="31496"/>
                  <a:pt x="146710" y="43688"/>
                  <a:pt x="151790" y="55270"/>
                </a:cubicBezTo>
                <a:lnTo>
                  <a:pt x="151790" y="97536"/>
                </a:lnTo>
                <a:lnTo>
                  <a:pt x="0" y="975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227" name="!!path-9ip"/>
          <p:cNvSpPr/>
          <p:nvPr/>
        </p:nvSpPr>
        <p:spPr>
          <a:xfrm>
            <a:off x="395834" y="294742"/>
            <a:ext cx="151790" cy="55270"/>
          </a:xfrm>
          <a:custGeom>
            <a:avLst/>
            <a:gdLst/>
            <a:ahLst/>
            <a:cxnLst/>
            <a:rect l="l" t="t" r="r" b="b"/>
            <a:pathLst>
              <a:path w="151790" h="55270" fill="none">
                <a:moveTo>
                  <a:pt x="151790" y="55270"/>
                </a:moveTo>
                <a:cubicBezTo>
                  <a:pt x="146710" y="43688"/>
                  <a:pt x="135534" y="31496"/>
                  <a:pt x="117246" y="21946"/>
                </a:cubicBezTo>
                <a:cubicBezTo>
                  <a:pt x="84734" y="5080"/>
                  <a:pt x="37998" y="0"/>
                  <a:pt x="3861" y="12598"/>
                </a:cubicBezTo>
                <a:lnTo>
                  <a:pt x="0" y="23165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228" name="!!path-9iq"/>
          <p:cNvSpPr/>
          <p:nvPr/>
        </p:nvSpPr>
        <p:spPr>
          <a:xfrm>
            <a:off x="548234" y="264262"/>
            <a:ext cx="120294" cy="128016"/>
          </a:xfrm>
          <a:custGeom>
            <a:avLst/>
            <a:gdLst/>
            <a:ahLst/>
            <a:cxnLst/>
            <a:rect l="l" t="t" r="r" b="b"/>
            <a:pathLst>
              <a:path w="120294" h="128016">
                <a:moveTo>
                  <a:pt x="120294" y="18288"/>
                </a:moveTo>
                <a:lnTo>
                  <a:pt x="113589" y="4470"/>
                </a:lnTo>
                <a:cubicBezTo>
                  <a:pt x="86766" y="0"/>
                  <a:pt x="44094" y="10160"/>
                  <a:pt x="17678" y="30480"/>
                </a:cubicBezTo>
                <a:cubicBezTo>
                  <a:pt x="6502" y="39624"/>
                  <a:pt x="1422" y="52832"/>
                  <a:pt x="0" y="67056"/>
                </a:cubicBezTo>
                <a:lnTo>
                  <a:pt x="0" y="128016"/>
                </a:lnTo>
                <a:lnTo>
                  <a:pt x="120294" y="12801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229" name="!!path-9ir"/>
          <p:cNvSpPr/>
          <p:nvPr/>
        </p:nvSpPr>
        <p:spPr>
          <a:xfrm>
            <a:off x="548234" y="264262"/>
            <a:ext cx="120294" cy="67056"/>
          </a:xfrm>
          <a:custGeom>
            <a:avLst/>
            <a:gdLst/>
            <a:ahLst/>
            <a:cxnLst/>
            <a:rect l="l" t="t" r="r" b="b"/>
            <a:pathLst>
              <a:path w="120294" h="67056" fill="none">
                <a:moveTo>
                  <a:pt x="0" y="67056"/>
                </a:moveTo>
                <a:cubicBezTo>
                  <a:pt x="1422" y="52832"/>
                  <a:pt x="6502" y="39624"/>
                  <a:pt x="17678" y="30480"/>
                </a:cubicBezTo>
                <a:cubicBezTo>
                  <a:pt x="44094" y="10160"/>
                  <a:pt x="86766" y="0"/>
                  <a:pt x="113589" y="4470"/>
                </a:cubicBezTo>
                <a:lnTo>
                  <a:pt x="120294" y="1828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230" name="!!path-9is"/>
          <p:cNvSpPr/>
          <p:nvPr/>
        </p:nvSpPr>
        <p:spPr>
          <a:xfrm>
            <a:off x="548437" y="279502"/>
            <a:ext cx="133299" cy="112776"/>
          </a:xfrm>
          <a:custGeom>
            <a:avLst/>
            <a:gdLst/>
            <a:ahLst/>
            <a:cxnLst/>
            <a:rect l="l" t="t" r="r" b="b"/>
            <a:pathLst>
              <a:path w="133299" h="112776">
                <a:moveTo>
                  <a:pt x="133299" y="19710"/>
                </a:moveTo>
                <a:lnTo>
                  <a:pt x="127203" y="3048"/>
                </a:lnTo>
                <a:cubicBezTo>
                  <a:pt x="94691" y="0"/>
                  <a:pt x="54051" y="11176"/>
                  <a:pt x="27635" y="30683"/>
                </a:cubicBezTo>
                <a:cubicBezTo>
                  <a:pt x="13411" y="41250"/>
                  <a:pt x="4267" y="53848"/>
                  <a:pt x="0" y="65024"/>
                </a:cubicBezTo>
                <a:lnTo>
                  <a:pt x="0" y="112776"/>
                </a:lnTo>
                <a:lnTo>
                  <a:pt x="133299" y="11277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231" name="!!path-9it"/>
          <p:cNvSpPr/>
          <p:nvPr/>
        </p:nvSpPr>
        <p:spPr>
          <a:xfrm>
            <a:off x="548437" y="279502"/>
            <a:ext cx="133299" cy="65024"/>
          </a:xfrm>
          <a:custGeom>
            <a:avLst/>
            <a:gdLst/>
            <a:ahLst/>
            <a:cxnLst/>
            <a:rect l="l" t="t" r="r" b="b"/>
            <a:pathLst>
              <a:path w="133299" h="65024" fill="none">
                <a:moveTo>
                  <a:pt x="0" y="65024"/>
                </a:moveTo>
                <a:cubicBezTo>
                  <a:pt x="4267" y="53848"/>
                  <a:pt x="13411" y="41250"/>
                  <a:pt x="27635" y="30683"/>
                </a:cubicBezTo>
                <a:cubicBezTo>
                  <a:pt x="54051" y="11176"/>
                  <a:pt x="94691" y="0"/>
                  <a:pt x="127203" y="3048"/>
                </a:cubicBezTo>
                <a:lnTo>
                  <a:pt x="133299" y="19710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232" name="!!path-9iu"/>
          <p:cNvSpPr/>
          <p:nvPr/>
        </p:nvSpPr>
        <p:spPr>
          <a:xfrm>
            <a:off x="548843" y="293726"/>
            <a:ext cx="142646" cy="98552"/>
          </a:xfrm>
          <a:custGeom>
            <a:avLst/>
            <a:gdLst/>
            <a:ahLst/>
            <a:cxnLst/>
            <a:rect l="l" t="t" r="r" b="b"/>
            <a:pathLst>
              <a:path w="142646" h="98552">
                <a:moveTo>
                  <a:pt x="142646" y="18898"/>
                </a:moveTo>
                <a:lnTo>
                  <a:pt x="139802" y="8738"/>
                </a:lnTo>
                <a:cubicBezTo>
                  <a:pt x="106477" y="0"/>
                  <a:pt x="63805" y="5080"/>
                  <a:pt x="35357" y="19304"/>
                </a:cubicBezTo>
                <a:cubicBezTo>
                  <a:pt x="17069" y="28448"/>
                  <a:pt x="5893" y="42672"/>
                  <a:pt x="0" y="56286"/>
                </a:cubicBezTo>
                <a:lnTo>
                  <a:pt x="0" y="98552"/>
                </a:lnTo>
                <a:lnTo>
                  <a:pt x="142646" y="98552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233" name="!!path-9iv"/>
          <p:cNvSpPr/>
          <p:nvPr/>
        </p:nvSpPr>
        <p:spPr>
          <a:xfrm>
            <a:off x="548843" y="293726"/>
            <a:ext cx="142646" cy="56286"/>
          </a:xfrm>
          <a:custGeom>
            <a:avLst/>
            <a:gdLst/>
            <a:ahLst/>
            <a:cxnLst/>
            <a:rect l="l" t="t" r="r" b="b"/>
            <a:pathLst>
              <a:path w="142646" h="56286" fill="none">
                <a:moveTo>
                  <a:pt x="0" y="56286"/>
                </a:moveTo>
                <a:cubicBezTo>
                  <a:pt x="5893" y="42672"/>
                  <a:pt x="17069" y="28448"/>
                  <a:pt x="35357" y="19304"/>
                </a:cubicBezTo>
                <a:cubicBezTo>
                  <a:pt x="63805" y="5080"/>
                  <a:pt x="106477" y="0"/>
                  <a:pt x="139802" y="8738"/>
                </a:cubicBezTo>
                <a:lnTo>
                  <a:pt x="142646" y="1889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234" name="!!path-9iw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627D8D"/>
              </a:gs>
              <a:gs pos="21794">
                <a:srgbClr val="627D8D"/>
              </a:gs>
              <a:gs pos="55376">
                <a:srgbClr val="627D8D"/>
              </a:gs>
              <a:gs pos="96421">
                <a:srgbClr val="98ABB7"/>
              </a:gs>
              <a:gs pos="100000">
                <a:srgbClr val="98ABB7"/>
              </a:gs>
            </a:gsLst>
            <a:lin ang="1983350" scaled="0"/>
          </a:gradFill>
          <a:ln>
            <a:noFill/>
          </a:ln>
        </p:spPr>
      </p:sp>
      <p:sp>
        <p:nvSpPr>
          <p:cNvPr id="235" name="!!path-9ix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0000"/>
                </a:srgbClr>
              </a:gs>
              <a:gs pos="4764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83333" t="79291" r="16667" b="20709"/>
            </a:path>
          </a:gradFill>
          <a:ln>
            <a:noFill/>
          </a:ln>
        </p:spPr>
      </p:sp>
      <p:sp>
        <p:nvSpPr>
          <p:cNvPr id="236" name="!!line-9iy"/>
          <p:cNvSpPr/>
          <p:nvPr/>
        </p:nvSpPr>
        <p:spPr>
          <a:xfrm>
            <a:off x="549046" y="363017"/>
            <a:ext cx="1" cy="153619"/>
          </a:xfrm>
          <a:custGeom>
            <a:avLst/>
            <a:gdLst/>
            <a:ahLst/>
            <a:cxnLst/>
            <a:rect l="l" t="t" r="r" b="b"/>
            <a:pathLst>
              <a:path w="1" h="153619">
                <a:moveTo>
                  <a:pt x="0" y="0"/>
                </a:moveTo>
                <a:lnTo>
                  <a:pt x="0" y="153619"/>
                </a:lnTo>
              </a:path>
            </a:pathLst>
          </a:custGeom>
          <a:solidFill>
            <a:srgbClr val="000000"/>
          </a:solidFill>
          <a:ln w="6909" cap="rnd">
            <a:solidFill>
              <a:srgbClr val="C9D3D9"/>
            </a:solidFill>
            <a:prstDash val="solid"/>
            <a:miter lim="800000"/>
          </a:ln>
        </p:spPr>
      </p:sp>
      <p:sp>
        <p:nvSpPr>
          <p:cNvPr id="237" name="!!path-9iz"/>
          <p:cNvSpPr/>
          <p:nvPr/>
        </p:nvSpPr>
        <p:spPr>
          <a:xfrm>
            <a:off x="657962" y="442062"/>
            <a:ext cx="25400" cy="37998"/>
          </a:xfrm>
          <a:custGeom>
            <a:avLst/>
            <a:gdLst/>
            <a:ahLst/>
            <a:cxnLst/>
            <a:rect l="l" t="t" r="r" b="b"/>
            <a:pathLst>
              <a:path w="25400" h="37998">
                <a:moveTo>
                  <a:pt x="0" y="2642"/>
                </a:moveTo>
                <a:lnTo>
                  <a:pt x="15240" y="0"/>
                </a:lnTo>
                <a:lnTo>
                  <a:pt x="25400" y="37186"/>
                </a:lnTo>
                <a:lnTo>
                  <a:pt x="7518" y="37998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 w="1016" cap="flat">
            <a:solidFill>
              <a:srgbClr val="FFFFFF">
                <a:alpha val="55000"/>
              </a:srgbClr>
            </a:solidFill>
            <a:prstDash val="solid"/>
            <a:round/>
          </a:ln>
        </p:spPr>
      </p:sp>
      <p:sp>
        <p:nvSpPr>
          <p:cNvPr id="238" name="!!text-9j0" descr="救「舊」我的書"/>
          <p:cNvSpPr txBox="1"/>
          <p:nvPr/>
        </p:nvSpPr>
        <p:spPr>
          <a:xfrm>
            <a:off x="805879" y="251460"/>
            <a:ext cx="1120140" cy="25745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400" b="1" kern="0" spc="-70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救</a:t>
            </a:r>
            <a:r>
              <a:rPr lang="zh-TW" altLang="en-US" sz="14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「舊</a:t>
            </a:r>
            <a:r>
              <a:rPr lang="zh-TW" altLang="en-US" sz="1400" b="1" kern="0" spc="-70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」</a:t>
            </a:r>
            <a:r>
              <a:rPr lang="zh-TW" altLang="en-US" sz="14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我的書</a:t>
            </a:r>
            <a:endParaRPr lang="zh-TW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fast" p14:dur="1000" advTm="0">
        <p159:morph option="byObject"/>
      </p:transition>
    </mc:Choice>
    <mc:Fallback>
      <p:transition spd="fast" advTm="0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68.5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rect-1q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7"/>
          </a:solidFill>
          <a:ln>
            <a:noFill/>
          </a:ln>
        </p:spPr>
      </p:sp>
      <p:sp>
        <p:nvSpPr>
          <p:cNvPr id="3" name="!!ellipse-1q2"/>
          <p:cNvSpPr/>
          <p:nvPr/>
        </p:nvSpPr>
        <p:spPr>
          <a:xfrm>
            <a:off x="-889000" y="-952500"/>
            <a:ext cx="13970000" cy="7874000"/>
          </a:xfrm>
          <a:prstGeom prst="ellipse">
            <a:avLst/>
          </a:prstGeom>
          <a:gradFill rotWithShape="1">
            <a:gsLst>
              <a:gs pos="0">
                <a:srgbClr val="FFFFFF">
                  <a:alpha val="95000"/>
                </a:srgbClr>
              </a:gs>
              <a:gs pos="40865">
                <a:srgbClr val="FFFFFF">
                  <a:alpha val="35000"/>
                </a:srgbClr>
              </a:gs>
              <a:gs pos="68108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!!rect-1q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P1"/>
            <a:srcRect/>
            <a:tile tx="25184" ty="20110" sx="16667" sy="16667" flip="none" algn="tl"/>
          </a:blipFill>
          <a:ln>
            <a:noFill/>
          </a:ln>
        </p:spPr>
      </p:sp>
      <p:sp>
        <p:nvSpPr>
          <p:cNvPr id="5" name="!!circle-1qv"/>
          <p:cNvSpPr/>
          <p:nvPr/>
        </p:nvSpPr>
        <p:spPr>
          <a:xfrm>
            <a:off x="7487318" y="6385915"/>
            <a:ext cx="1551610" cy="1551610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" name="!!circle-1qy"/>
          <p:cNvSpPr/>
          <p:nvPr/>
        </p:nvSpPr>
        <p:spPr>
          <a:xfrm>
            <a:off x="11032161" y="1099121"/>
            <a:ext cx="2674569" cy="2674569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7" name="!!circle-1r1"/>
          <p:cNvSpPr/>
          <p:nvPr/>
        </p:nvSpPr>
        <p:spPr>
          <a:xfrm>
            <a:off x="8256613" y="5634507"/>
            <a:ext cx="905370" cy="905370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8" name="!!rect-1sh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5F7">
                  <a:alpha val="0"/>
                </a:srgbClr>
              </a:gs>
              <a:gs pos="20428">
                <a:srgbClr val="F3F5F7">
                  <a:alpha val="0"/>
                </a:srgbClr>
              </a:gs>
              <a:gs pos="66730">
                <a:srgbClr val="F3F5F7"/>
              </a:gs>
              <a:gs pos="100000">
                <a:srgbClr val="F3F5F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9" name="!!circle-1sj"/>
          <p:cNvSpPr/>
          <p:nvPr/>
        </p:nvSpPr>
        <p:spPr>
          <a:xfrm>
            <a:off x="105999" y="188454"/>
            <a:ext cx="50038" cy="50038"/>
          </a:xfrm>
          <a:prstGeom prst="ellipse">
            <a:avLst/>
          </a:prstGeom>
          <a:solidFill>
            <a:srgbClr val="627D8D">
              <a:alpha val="25400"/>
            </a:srgbClr>
          </a:solidFill>
          <a:ln>
            <a:noFill/>
          </a:ln>
        </p:spPr>
      </p:sp>
      <p:sp>
        <p:nvSpPr>
          <p:cNvPr id="10" name="!!circle-1sm"/>
          <p:cNvSpPr/>
          <p:nvPr/>
        </p:nvSpPr>
        <p:spPr>
          <a:xfrm>
            <a:off x="5623731" y="1481151"/>
            <a:ext cx="36055" cy="36055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11" name="!!circle-1sp"/>
          <p:cNvSpPr/>
          <p:nvPr/>
        </p:nvSpPr>
        <p:spPr>
          <a:xfrm>
            <a:off x="9307935" y="3388067"/>
            <a:ext cx="24295" cy="24295"/>
          </a:xfrm>
          <a:prstGeom prst="ellipse">
            <a:avLst/>
          </a:prstGeom>
          <a:solidFill>
            <a:srgbClr val="627D8D">
              <a:alpha val="18100"/>
            </a:srgbClr>
          </a:solidFill>
          <a:ln>
            <a:noFill/>
          </a:ln>
        </p:spPr>
      </p:sp>
      <p:sp>
        <p:nvSpPr>
          <p:cNvPr id="12" name="!!circle-1ss"/>
          <p:cNvSpPr/>
          <p:nvPr/>
        </p:nvSpPr>
        <p:spPr>
          <a:xfrm>
            <a:off x="3555805" y="6564128"/>
            <a:ext cx="25959" cy="25959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13" name="!!circle-1sv"/>
          <p:cNvSpPr/>
          <p:nvPr/>
        </p:nvSpPr>
        <p:spPr>
          <a:xfrm>
            <a:off x="1918556" y="1876517"/>
            <a:ext cx="35878" cy="35878"/>
          </a:xfrm>
          <a:prstGeom prst="ellipse">
            <a:avLst/>
          </a:prstGeom>
          <a:solidFill>
            <a:srgbClr val="627D8D">
              <a:alpha val="26800"/>
            </a:srgbClr>
          </a:solidFill>
          <a:ln>
            <a:noFill/>
          </a:ln>
        </p:spPr>
      </p:sp>
      <p:sp>
        <p:nvSpPr>
          <p:cNvPr id="14" name="!!circle-1sy"/>
          <p:cNvSpPr/>
          <p:nvPr/>
        </p:nvSpPr>
        <p:spPr>
          <a:xfrm>
            <a:off x="6782821" y="4006086"/>
            <a:ext cx="40234" cy="40234"/>
          </a:xfrm>
          <a:prstGeom prst="ellipse">
            <a:avLst/>
          </a:prstGeom>
          <a:solidFill>
            <a:srgbClr val="627D8D">
              <a:alpha val="31300"/>
            </a:srgbClr>
          </a:solidFill>
          <a:ln>
            <a:noFill/>
          </a:ln>
        </p:spPr>
      </p:sp>
      <p:sp>
        <p:nvSpPr>
          <p:cNvPr id="15" name="!!circle-1t1"/>
          <p:cNvSpPr/>
          <p:nvPr/>
        </p:nvSpPr>
        <p:spPr>
          <a:xfrm>
            <a:off x="10019325" y="74734"/>
            <a:ext cx="23559" cy="23559"/>
          </a:xfrm>
          <a:prstGeom prst="ellipse">
            <a:avLst/>
          </a:prstGeom>
          <a:solidFill>
            <a:srgbClr val="627D8D">
              <a:alpha val="17900"/>
            </a:srgbClr>
          </a:solidFill>
          <a:ln>
            <a:noFill/>
          </a:ln>
        </p:spPr>
      </p:sp>
      <p:sp>
        <p:nvSpPr>
          <p:cNvPr id="16" name="!!circle-1t4"/>
          <p:cNvSpPr/>
          <p:nvPr/>
        </p:nvSpPr>
        <p:spPr>
          <a:xfrm>
            <a:off x="1114400" y="5053689"/>
            <a:ext cx="29959" cy="29959"/>
          </a:xfrm>
          <a:prstGeom prst="ellipse">
            <a:avLst/>
          </a:prstGeom>
          <a:solidFill>
            <a:srgbClr val="627D8D">
              <a:alpha val="19400"/>
            </a:srgbClr>
          </a:solidFill>
          <a:ln>
            <a:noFill/>
          </a:ln>
        </p:spPr>
      </p:sp>
      <p:sp>
        <p:nvSpPr>
          <p:cNvPr id="17" name="!!circle-1t7"/>
          <p:cNvSpPr/>
          <p:nvPr/>
        </p:nvSpPr>
        <p:spPr>
          <a:xfrm>
            <a:off x="8514701" y="4589206"/>
            <a:ext cx="28702" cy="28702"/>
          </a:xfrm>
          <a:prstGeom prst="ellipse">
            <a:avLst/>
          </a:prstGeom>
          <a:solidFill>
            <a:srgbClr val="627D8D">
              <a:alpha val="17800"/>
            </a:srgbClr>
          </a:solidFill>
          <a:ln>
            <a:noFill/>
          </a:ln>
        </p:spPr>
      </p:sp>
      <p:sp>
        <p:nvSpPr>
          <p:cNvPr id="18" name="!!circle-1ta"/>
          <p:cNvSpPr/>
          <p:nvPr/>
        </p:nvSpPr>
        <p:spPr>
          <a:xfrm>
            <a:off x="11063244" y="2033412"/>
            <a:ext cx="24066" cy="24066"/>
          </a:xfrm>
          <a:prstGeom prst="ellipse">
            <a:avLst/>
          </a:prstGeom>
          <a:solidFill>
            <a:srgbClr val="627D8D">
              <a:alpha val="23900"/>
            </a:srgbClr>
          </a:solidFill>
          <a:ln>
            <a:noFill/>
          </a:ln>
        </p:spPr>
      </p:sp>
      <p:sp>
        <p:nvSpPr>
          <p:cNvPr id="19" name="!!circle-1td"/>
          <p:cNvSpPr/>
          <p:nvPr/>
        </p:nvSpPr>
        <p:spPr>
          <a:xfrm>
            <a:off x="8376419" y="6056304"/>
            <a:ext cx="35865" cy="35865"/>
          </a:xfrm>
          <a:prstGeom prst="ellipse">
            <a:avLst/>
          </a:prstGeom>
          <a:solidFill>
            <a:srgbClr val="627D8D">
              <a:alpha val="28200"/>
            </a:srgbClr>
          </a:solidFill>
          <a:ln>
            <a:noFill/>
          </a:ln>
        </p:spPr>
      </p:sp>
      <p:sp>
        <p:nvSpPr>
          <p:cNvPr id="20" name="!!circle-1tg"/>
          <p:cNvSpPr/>
          <p:nvPr/>
        </p:nvSpPr>
        <p:spPr>
          <a:xfrm>
            <a:off x="1449155" y="3294599"/>
            <a:ext cx="39218" cy="39218"/>
          </a:xfrm>
          <a:prstGeom prst="ellipse">
            <a:avLst/>
          </a:prstGeom>
          <a:solidFill>
            <a:srgbClr val="627D8D">
              <a:alpha val="29600"/>
            </a:srgbClr>
          </a:solidFill>
          <a:ln>
            <a:noFill/>
          </a:ln>
        </p:spPr>
      </p:sp>
      <p:sp>
        <p:nvSpPr>
          <p:cNvPr id="21" name="!!circle-1tj"/>
          <p:cNvSpPr/>
          <p:nvPr/>
        </p:nvSpPr>
        <p:spPr>
          <a:xfrm>
            <a:off x="7158904" y="6300434"/>
            <a:ext cx="49733" cy="49733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2" name="!!circle-1tm"/>
          <p:cNvSpPr/>
          <p:nvPr/>
        </p:nvSpPr>
        <p:spPr>
          <a:xfrm>
            <a:off x="6330108" y="1959650"/>
            <a:ext cx="41694" cy="41694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3" name="!!circle-1tp"/>
          <p:cNvSpPr/>
          <p:nvPr/>
        </p:nvSpPr>
        <p:spPr>
          <a:xfrm>
            <a:off x="6788092" y="5364095"/>
            <a:ext cx="31979" cy="31979"/>
          </a:xfrm>
          <a:prstGeom prst="ellipse">
            <a:avLst/>
          </a:prstGeom>
          <a:solidFill>
            <a:srgbClr val="627D8D">
              <a:alpha val="24100"/>
            </a:srgbClr>
          </a:solidFill>
          <a:ln>
            <a:noFill/>
          </a:ln>
        </p:spPr>
      </p:sp>
      <p:sp>
        <p:nvSpPr>
          <p:cNvPr id="24" name="!!circle-1ts"/>
          <p:cNvSpPr/>
          <p:nvPr/>
        </p:nvSpPr>
        <p:spPr>
          <a:xfrm>
            <a:off x="3840772" y="1299360"/>
            <a:ext cx="18085" cy="18085"/>
          </a:xfrm>
          <a:prstGeom prst="ellipse">
            <a:avLst/>
          </a:prstGeom>
          <a:solidFill>
            <a:srgbClr val="627D8D">
              <a:alpha val="10500"/>
            </a:srgbClr>
          </a:solidFill>
          <a:ln>
            <a:noFill/>
          </a:ln>
        </p:spPr>
      </p:sp>
      <p:sp>
        <p:nvSpPr>
          <p:cNvPr id="25" name="!!circle-1ty"/>
          <p:cNvSpPr/>
          <p:nvPr/>
        </p:nvSpPr>
        <p:spPr>
          <a:xfrm>
            <a:off x="3410554" y="6507347"/>
            <a:ext cx="39243" cy="39243"/>
          </a:xfrm>
          <a:prstGeom prst="ellipse">
            <a:avLst/>
          </a:prstGeom>
          <a:solidFill>
            <a:srgbClr val="627D8D">
              <a:alpha val="27700"/>
            </a:srgbClr>
          </a:solidFill>
          <a:ln>
            <a:noFill/>
          </a:ln>
        </p:spPr>
      </p:sp>
      <p:sp>
        <p:nvSpPr>
          <p:cNvPr id="26" name="!!circle-1u1"/>
          <p:cNvSpPr/>
          <p:nvPr/>
        </p:nvSpPr>
        <p:spPr>
          <a:xfrm>
            <a:off x="1665368" y="6678708"/>
            <a:ext cx="34519" cy="34519"/>
          </a:xfrm>
          <a:prstGeom prst="ellipse">
            <a:avLst/>
          </a:prstGeom>
          <a:solidFill>
            <a:srgbClr val="627D8D">
              <a:alpha val="22500"/>
            </a:srgbClr>
          </a:solidFill>
          <a:ln>
            <a:noFill/>
          </a:ln>
        </p:spPr>
      </p:sp>
      <p:sp>
        <p:nvSpPr>
          <p:cNvPr id="27" name="!!circle-1u4"/>
          <p:cNvSpPr/>
          <p:nvPr/>
        </p:nvSpPr>
        <p:spPr>
          <a:xfrm>
            <a:off x="2606000" y="5310831"/>
            <a:ext cx="46228" cy="46228"/>
          </a:xfrm>
          <a:prstGeom prst="ellipse">
            <a:avLst/>
          </a:prstGeom>
          <a:solidFill>
            <a:srgbClr val="627D8D">
              <a:alpha val="26200"/>
            </a:srgbClr>
          </a:solidFill>
          <a:ln>
            <a:noFill/>
          </a:ln>
        </p:spPr>
      </p:sp>
      <p:sp>
        <p:nvSpPr>
          <p:cNvPr id="28" name="!!circle-1u7"/>
          <p:cNvSpPr/>
          <p:nvPr/>
        </p:nvSpPr>
        <p:spPr>
          <a:xfrm>
            <a:off x="7414432" y="4886658"/>
            <a:ext cx="49327" cy="49327"/>
          </a:xfrm>
          <a:prstGeom prst="ellipse">
            <a:avLst/>
          </a:prstGeom>
          <a:solidFill>
            <a:srgbClr val="627D8D">
              <a:alpha val="20800"/>
            </a:srgbClr>
          </a:solidFill>
          <a:ln>
            <a:noFill/>
          </a:ln>
        </p:spPr>
      </p:sp>
      <p:sp>
        <p:nvSpPr>
          <p:cNvPr id="29" name="!!circle-1ua"/>
          <p:cNvSpPr/>
          <p:nvPr/>
        </p:nvSpPr>
        <p:spPr>
          <a:xfrm>
            <a:off x="9692098" y="5643533"/>
            <a:ext cx="24054" cy="24054"/>
          </a:xfrm>
          <a:prstGeom prst="ellipse">
            <a:avLst/>
          </a:prstGeom>
          <a:solidFill>
            <a:srgbClr val="627D8D">
              <a:alpha val="22200"/>
            </a:srgbClr>
          </a:solidFill>
          <a:ln>
            <a:noFill/>
          </a:ln>
        </p:spPr>
      </p:sp>
      <p:sp>
        <p:nvSpPr>
          <p:cNvPr id="30" name="!!circle-1ud"/>
          <p:cNvSpPr/>
          <p:nvPr/>
        </p:nvSpPr>
        <p:spPr>
          <a:xfrm>
            <a:off x="2119491" y="1577989"/>
            <a:ext cx="32271" cy="32271"/>
          </a:xfrm>
          <a:prstGeom prst="ellipse">
            <a:avLst/>
          </a:prstGeom>
          <a:solidFill>
            <a:srgbClr val="627D8D">
              <a:alpha val="20500"/>
            </a:srgbClr>
          </a:solidFill>
          <a:ln>
            <a:noFill/>
          </a:ln>
        </p:spPr>
      </p:sp>
      <p:sp>
        <p:nvSpPr>
          <p:cNvPr id="31" name="!!circle-1uj"/>
          <p:cNvSpPr/>
          <p:nvPr/>
        </p:nvSpPr>
        <p:spPr>
          <a:xfrm>
            <a:off x="2092512" y="2587074"/>
            <a:ext cx="34252" cy="34252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32" name="!!circle-1um"/>
          <p:cNvSpPr/>
          <p:nvPr/>
        </p:nvSpPr>
        <p:spPr>
          <a:xfrm>
            <a:off x="9617324" y="4572190"/>
            <a:ext cx="44196" cy="44196"/>
          </a:xfrm>
          <a:prstGeom prst="ellipse">
            <a:avLst/>
          </a:prstGeom>
          <a:solidFill>
            <a:srgbClr val="627D8D">
              <a:alpha val="21700"/>
            </a:srgbClr>
          </a:solidFill>
          <a:ln>
            <a:noFill/>
          </a:ln>
        </p:spPr>
      </p:sp>
      <p:sp>
        <p:nvSpPr>
          <p:cNvPr id="33" name="!!circle-1up"/>
          <p:cNvSpPr/>
          <p:nvPr/>
        </p:nvSpPr>
        <p:spPr>
          <a:xfrm>
            <a:off x="6811420" y="1887126"/>
            <a:ext cx="35192" cy="35192"/>
          </a:xfrm>
          <a:prstGeom prst="ellipse">
            <a:avLst/>
          </a:prstGeom>
          <a:solidFill>
            <a:srgbClr val="627D8D">
              <a:alpha val="27100"/>
            </a:srgbClr>
          </a:solidFill>
          <a:ln>
            <a:noFill/>
          </a:ln>
        </p:spPr>
      </p:sp>
      <p:sp>
        <p:nvSpPr>
          <p:cNvPr id="34" name="!!circle-1us"/>
          <p:cNvSpPr/>
          <p:nvPr/>
        </p:nvSpPr>
        <p:spPr>
          <a:xfrm>
            <a:off x="10111174" y="5481714"/>
            <a:ext cx="43358" cy="43358"/>
          </a:xfrm>
          <a:prstGeom prst="ellipse">
            <a:avLst/>
          </a:prstGeom>
          <a:solidFill>
            <a:srgbClr val="627D8D">
              <a:alpha val="19500"/>
            </a:srgbClr>
          </a:solidFill>
          <a:ln>
            <a:noFill/>
          </a:ln>
        </p:spPr>
      </p:sp>
      <p:sp>
        <p:nvSpPr>
          <p:cNvPr id="35" name="!!circle-1uv"/>
          <p:cNvSpPr/>
          <p:nvPr/>
        </p:nvSpPr>
        <p:spPr>
          <a:xfrm>
            <a:off x="3106174" y="2279389"/>
            <a:ext cx="33528" cy="33528"/>
          </a:xfrm>
          <a:prstGeom prst="ellipse">
            <a:avLst/>
          </a:prstGeom>
          <a:solidFill>
            <a:srgbClr val="627D8D">
              <a:alpha val="28300"/>
            </a:srgbClr>
          </a:solidFill>
          <a:ln>
            <a:noFill/>
          </a:ln>
        </p:spPr>
      </p:sp>
      <p:sp>
        <p:nvSpPr>
          <p:cNvPr id="36" name="!!circle-1uy"/>
          <p:cNvSpPr/>
          <p:nvPr/>
        </p:nvSpPr>
        <p:spPr>
          <a:xfrm>
            <a:off x="6754259" y="2822775"/>
            <a:ext cx="28956" cy="28956"/>
          </a:xfrm>
          <a:prstGeom prst="ellipse">
            <a:avLst/>
          </a:prstGeom>
          <a:solidFill>
            <a:srgbClr val="627D8D">
              <a:alpha val="21800"/>
            </a:srgbClr>
          </a:solidFill>
          <a:ln>
            <a:noFill/>
          </a:ln>
        </p:spPr>
      </p:sp>
      <p:sp>
        <p:nvSpPr>
          <p:cNvPr id="37" name="!!circle-1v1"/>
          <p:cNvSpPr/>
          <p:nvPr/>
        </p:nvSpPr>
        <p:spPr>
          <a:xfrm>
            <a:off x="6978650" y="6548981"/>
            <a:ext cx="45555" cy="45555"/>
          </a:xfrm>
          <a:prstGeom prst="ellipse">
            <a:avLst/>
          </a:prstGeom>
          <a:solidFill>
            <a:srgbClr val="627D8D">
              <a:alpha val="20900"/>
            </a:srgbClr>
          </a:solidFill>
          <a:ln>
            <a:noFill/>
          </a:ln>
        </p:spPr>
      </p:sp>
      <p:sp>
        <p:nvSpPr>
          <p:cNvPr id="38" name="!!circle-1v4"/>
          <p:cNvSpPr/>
          <p:nvPr/>
        </p:nvSpPr>
        <p:spPr>
          <a:xfrm>
            <a:off x="11318304" y="3502698"/>
            <a:ext cx="39484" cy="39484"/>
          </a:xfrm>
          <a:prstGeom prst="ellipse">
            <a:avLst/>
          </a:prstGeom>
          <a:solidFill>
            <a:srgbClr val="627D8D">
              <a:alpha val="13600"/>
            </a:srgbClr>
          </a:solidFill>
          <a:ln>
            <a:noFill/>
          </a:ln>
        </p:spPr>
      </p:sp>
      <p:sp>
        <p:nvSpPr>
          <p:cNvPr id="39" name="!!circle-1v7"/>
          <p:cNvSpPr/>
          <p:nvPr/>
        </p:nvSpPr>
        <p:spPr>
          <a:xfrm>
            <a:off x="7441078" y="5750572"/>
            <a:ext cx="30455" cy="30455"/>
          </a:xfrm>
          <a:prstGeom prst="ellipse">
            <a:avLst/>
          </a:prstGeom>
          <a:solidFill>
            <a:srgbClr val="627D8D">
              <a:alpha val="16500"/>
            </a:srgbClr>
          </a:solidFill>
          <a:ln>
            <a:noFill/>
          </a:ln>
        </p:spPr>
      </p:sp>
      <p:sp>
        <p:nvSpPr>
          <p:cNvPr id="40" name="!!circle-1va"/>
          <p:cNvSpPr/>
          <p:nvPr/>
        </p:nvSpPr>
        <p:spPr>
          <a:xfrm>
            <a:off x="8939231" y="6502174"/>
            <a:ext cx="28257" cy="28257"/>
          </a:xfrm>
          <a:prstGeom prst="ellipse">
            <a:avLst/>
          </a:prstGeom>
          <a:solidFill>
            <a:srgbClr val="627D8D">
              <a:alpha val="15700"/>
            </a:srgbClr>
          </a:solidFill>
          <a:ln>
            <a:noFill/>
          </a:ln>
        </p:spPr>
      </p:sp>
      <p:sp>
        <p:nvSpPr>
          <p:cNvPr id="41" name="!!circle-1vd"/>
          <p:cNvSpPr/>
          <p:nvPr/>
        </p:nvSpPr>
        <p:spPr>
          <a:xfrm>
            <a:off x="11328697" y="5216898"/>
            <a:ext cx="45149" cy="45149"/>
          </a:xfrm>
          <a:prstGeom prst="ellipse">
            <a:avLst/>
          </a:prstGeom>
          <a:solidFill>
            <a:srgbClr val="627D8D">
              <a:alpha val="31200"/>
            </a:srgbClr>
          </a:solidFill>
          <a:ln>
            <a:noFill/>
          </a:ln>
        </p:spPr>
      </p:sp>
      <p:sp>
        <p:nvSpPr>
          <p:cNvPr id="42" name="!!circle-1vg"/>
          <p:cNvSpPr/>
          <p:nvPr/>
        </p:nvSpPr>
        <p:spPr>
          <a:xfrm>
            <a:off x="3445320" y="3406743"/>
            <a:ext cx="30696" cy="30696"/>
          </a:xfrm>
          <a:prstGeom prst="ellipse">
            <a:avLst/>
          </a:prstGeom>
          <a:solidFill>
            <a:srgbClr val="627D8D">
              <a:alpha val="25700"/>
            </a:srgbClr>
          </a:solidFill>
          <a:ln>
            <a:noFill/>
          </a:ln>
        </p:spPr>
      </p:sp>
      <p:sp>
        <p:nvSpPr>
          <p:cNvPr id="43" name="!!circle-1vj"/>
          <p:cNvSpPr/>
          <p:nvPr/>
        </p:nvSpPr>
        <p:spPr>
          <a:xfrm>
            <a:off x="8824735" y="3955328"/>
            <a:ext cx="37401" cy="37401"/>
          </a:xfrm>
          <a:prstGeom prst="ellipse">
            <a:avLst/>
          </a:prstGeom>
          <a:solidFill>
            <a:srgbClr val="627D8D">
              <a:alpha val="16000"/>
            </a:srgbClr>
          </a:solidFill>
          <a:ln>
            <a:noFill/>
          </a:ln>
        </p:spPr>
      </p:sp>
      <p:sp>
        <p:nvSpPr>
          <p:cNvPr id="44" name="!!circle-1vm"/>
          <p:cNvSpPr/>
          <p:nvPr/>
        </p:nvSpPr>
        <p:spPr>
          <a:xfrm>
            <a:off x="1736152" y="4719800"/>
            <a:ext cx="33096" cy="33096"/>
          </a:xfrm>
          <a:prstGeom prst="ellipse">
            <a:avLst/>
          </a:prstGeom>
          <a:solidFill>
            <a:srgbClr val="627D8D">
              <a:alpha val="22300"/>
            </a:srgbClr>
          </a:solidFill>
          <a:ln>
            <a:noFill/>
          </a:ln>
        </p:spPr>
      </p:sp>
      <p:sp>
        <p:nvSpPr>
          <p:cNvPr id="45" name="!!circle-1vp"/>
          <p:cNvSpPr/>
          <p:nvPr/>
        </p:nvSpPr>
        <p:spPr>
          <a:xfrm>
            <a:off x="11595545" y="828689"/>
            <a:ext cx="21145" cy="21145"/>
          </a:xfrm>
          <a:prstGeom prst="ellipse">
            <a:avLst/>
          </a:prstGeom>
          <a:solidFill>
            <a:srgbClr val="627D8D">
              <a:alpha val="16300"/>
            </a:srgbClr>
          </a:solidFill>
          <a:ln>
            <a:noFill/>
          </a:ln>
        </p:spPr>
      </p:sp>
      <p:sp>
        <p:nvSpPr>
          <p:cNvPr id="46" name="!!circle-1vs"/>
          <p:cNvSpPr/>
          <p:nvPr/>
        </p:nvSpPr>
        <p:spPr>
          <a:xfrm>
            <a:off x="11076927" y="5710081"/>
            <a:ext cx="35281" cy="35281"/>
          </a:xfrm>
          <a:prstGeom prst="ellipse">
            <a:avLst/>
          </a:prstGeom>
          <a:solidFill>
            <a:srgbClr val="627D8D">
              <a:alpha val="30000"/>
            </a:srgbClr>
          </a:solidFill>
          <a:ln>
            <a:noFill/>
          </a:ln>
        </p:spPr>
      </p:sp>
      <p:sp>
        <p:nvSpPr>
          <p:cNvPr id="47" name="!!path-369"/>
          <p:cNvSpPr/>
          <p:nvPr/>
        </p:nvSpPr>
        <p:spPr>
          <a:xfrm>
            <a:off x="5617345" y="4568853"/>
            <a:ext cx="7658513" cy="3814565"/>
          </a:xfrm>
          <a:custGeom>
            <a:avLst/>
            <a:gdLst/>
            <a:ahLst/>
            <a:cxnLst/>
            <a:rect l="l" t="t" r="r" b="b"/>
            <a:pathLst>
              <a:path w="7658513" h="3814565" fill="none">
                <a:moveTo>
                  <a:pt x="7658513" y="3814565"/>
                </a:moveTo>
                <a:quadBezTo>
                  <a:pt x="4434130" y="692871"/>
                  <a:pt x="0" y="0"/>
                </a:quadBezTo>
              </a:path>
            </a:pathLst>
          </a:custGeom>
          <a:noFill/>
          <a:ln w="32353" cap="rnd">
            <a:solidFill>
              <a:srgbClr val="627D8D">
                <a:alpha val="7800"/>
              </a:srgbClr>
            </a:solidFill>
            <a:prstDash val="solid"/>
            <a:round/>
          </a:ln>
        </p:spPr>
      </p:sp>
      <p:sp>
        <p:nvSpPr>
          <p:cNvPr id="48" name="!!circle-36c"/>
          <p:cNvSpPr/>
          <p:nvPr/>
        </p:nvSpPr>
        <p:spPr>
          <a:xfrm>
            <a:off x="9763146" y="5824712"/>
            <a:ext cx="207061" cy="207061"/>
          </a:xfrm>
          <a:prstGeom prst="ellipse">
            <a:avLst/>
          </a:prstGeom>
          <a:gradFill rotWithShape="1">
            <a:gsLst>
              <a:gs pos="0">
                <a:srgbClr val="FFFFFF">
                  <a:alpha val="24300"/>
                </a:srgbClr>
              </a:gs>
              <a:gs pos="28284">
                <a:srgbClr val="627D8D">
                  <a:alpha val="1215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9" name="!!circle-36i"/>
          <p:cNvSpPr/>
          <p:nvPr/>
        </p:nvSpPr>
        <p:spPr>
          <a:xfrm>
            <a:off x="7060793" y="4790744"/>
            <a:ext cx="207061" cy="207061"/>
          </a:xfrm>
          <a:prstGeom prst="ellipse">
            <a:avLst/>
          </a:prstGeom>
          <a:gradFill rotWithShape="1">
            <a:gsLst>
              <a:gs pos="0">
                <a:srgbClr val="FFFFFF">
                  <a:alpha val="22091"/>
                </a:srgbClr>
              </a:gs>
              <a:gs pos="28284">
                <a:srgbClr val="627D8D">
                  <a:alpha val="11045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0" name="!!circle-3as"/>
          <p:cNvSpPr/>
          <p:nvPr/>
        </p:nvSpPr>
        <p:spPr>
          <a:xfrm>
            <a:off x="10251336" y="4632123"/>
            <a:ext cx="8945027" cy="8945027"/>
          </a:xfrm>
          <a:prstGeom prst="ellipse">
            <a:avLst/>
          </a:prstGeom>
          <a:gradFill rotWithShape="1">
            <a:gsLst>
              <a:gs pos="0">
                <a:srgbClr val="627D8D">
                  <a:alpha val="220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1" name="!!circle-3b0"/>
          <p:cNvSpPr/>
          <p:nvPr/>
        </p:nvSpPr>
        <p:spPr>
          <a:xfrm>
            <a:off x="11962836" y="6343623"/>
            <a:ext cx="5522028" cy="5522028"/>
          </a:xfrm>
          <a:custGeom>
            <a:avLst/>
            <a:gdLst/>
            <a:ahLst/>
            <a:cxnLst/>
            <a:rect l="l" t="t" r="r" b="b"/>
            <a:pathLst>
              <a:path w="5522028" h="5522028" fill="none">
                <a:moveTo>
                  <a:pt x="36372" y="2826871"/>
                </a:moveTo>
                <a:cubicBezTo>
                  <a:pt x="0" y="1322092"/>
                  <a:pt x="1190379" y="72743"/>
                  <a:pt x="2695157" y="36372"/>
                </a:cubicBezTo>
                <a:cubicBezTo>
                  <a:pt x="4199936" y="0"/>
                  <a:pt x="5449284" y="1190379"/>
                  <a:pt x="5485656" y="2695157"/>
                </a:cubicBezTo>
                <a:cubicBezTo>
                  <a:pt x="5522028" y="4199936"/>
                  <a:pt x="4331649" y="5449284"/>
                  <a:pt x="2826871" y="5485656"/>
                </a:cubicBezTo>
                <a:cubicBezTo>
                  <a:pt x="1322092" y="5522028"/>
                  <a:pt x="72743" y="4331649"/>
                  <a:pt x="36372" y="2826871"/>
                </a:cubicBezTo>
                <a:close/>
              </a:path>
            </a:pathLst>
          </a:custGeom>
          <a:noFill/>
          <a:ln w="21741" cap="rnd">
            <a:solidFill>
              <a:srgbClr val="627D8D">
                <a:alpha val="27000"/>
              </a:srgbClr>
            </a:solidFill>
            <a:custDash>
              <a:ds d="142857" sp="714286"/>
            </a:custDash>
            <a:miter lim="800000"/>
          </a:ln>
        </p:spPr>
      </p:sp>
      <p:sp>
        <p:nvSpPr>
          <p:cNvPr id="52" name="!!circle-3b4"/>
          <p:cNvSpPr/>
          <p:nvPr/>
        </p:nvSpPr>
        <p:spPr>
          <a:xfrm>
            <a:off x="10825082" y="5205869"/>
            <a:ext cx="7797535" cy="7797535"/>
          </a:xfrm>
          <a:custGeom>
            <a:avLst/>
            <a:gdLst/>
            <a:ahLst/>
            <a:cxnLst/>
            <a:rect l="l" t="t" r="r" b="b"/>
            <a:pathLst>
              <a:path w="7797535" h="7797535" fill="none">
                <a:moveTo>
                  <a:pt x="1273500" y="6204644"/>
                </a:moveTo>
                <a:cubicBezTo>
                  <a:pt x="0" y="4754748"/>
                  <a:pt x="142996" y="2547000"/>
                  <a:pt x="1592892" y="1273500"/>
                </a:cubicBezTo>
                <a:cubicBezTo>
                  <a:pt x="3042787" y="0"/>
                  <a:pt x="5250535" y="142996"/>
                  <a:pt x="6524035" y="1592892"/>
                </a:cubicBezTo>
                <a:cubicBezTo>
                  <a:pt x="7797535" y="3042787"/>
                  <a:pt x="7654539" y="5250535"/>
                  <a:pt x="6204644" y="6524035"/>
                </a:cubicBezTo>
                <a:cubicBezTo>
                  <a:pt x="4754748" y="7797535"/>
                  <a:pt x="2547000" y="7654539"/>
                  <a:pt x="1273500" y="6204644"/>
                </a:cubicBezTo>
                <a:close/>
              </a:path>
            </a:pathLst>
          </a:custGeom>
          <a:noFill/>
          <a:ln w="21741" cap="rnd">
            <a:solidFill>
              <a:srgbClr val="627D8D">
                <a:alpha val="20000"/>
              </a:srgbClr>
            </a:solidFill>
            <a:custDash>
              <a:ds d="2857143" sp="1285714"/>
              <a:ds d="285714" sp="1285714"/>
            </a:custDash>
            <a:miter lim="800000"/>
          </a:ln>
        </p:spPr>
      </p:sp>
      <p:sp>
        <p:nvSpPr>
          <p:cNvPr id="53" name="!!rect-3h6"/>
          <p:cNvSpPr/>
          <p:nvPr/>
        </p:nvSpPr>
        <p:spPr>
          <a:xfrm>
            <a:off x="2824321" y="2161629"/>
            <a:ext cx="2200021" cy="2898851"/>
          </a:xfrm>
          <a:prstGeom prst="roundRect">
            <a:avLst>
              <a:gd name="adj" fmla="val 6494"/>
            </a:avLst>
          </a:prstGeom>
          <a:solidFill>
            <a:srgbClr val="0B1A26">
              <a:alpha val="12000"/>
            </a:srgbClr>
          </a:solidFill>
          <a:ln>
            <a:noFill/>
          </a:ln>
          <a:effectLst>
            <a:softEdge rad="227767"/>
          </a:effectLst>
        </p:spPr>
      </p:sp>
      <p:sp>
        <p:nvSpPr>
          <p:cNvPr id="54" name="!!rect-3h7"/>
          <p:cNvSpPr/>
          <p:nvPr/>
        </p:nvSpPr>
        <p:spPr>
          <a:xfrm>
            <a:off x="2889028" y="2174570"/>
            <a:ext cx="2070608" cy="2717673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471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55" name="!!rect-3h9"/>
          <p:cNvSpPr/>
          <p:nvPr/>
        </p:nvSpPr>
        <p:spPr>
          <a:xfrm>
            <a:off x="2889028" y="2174570"/>
            <a:ext cx="2070608" cy="2717673"/>
          </a:xfrm>
          <a:custGeom>
            <a:avLst/>
            <a:gdLst/>
            <a:ahLst/>
            <a:cxnLst/>
            <a:rect l="l" t="t" r="r" b="b"/>
            <a:pathLst>
              <a:path w="2070608" h="2717673">
                <a:moveTo>
                  <a:pt x="129413" y="0"/>
                </a:moveTo>
                <a:lnTo>
                  <a:pt x="1941195" y="0"/>
                </a:lnTo>
                <a:cubicBezTo>
                  <a:pt x="2012668" y="0"/>
                  <a:pt x="2070608" y="57940"/>
                  <a:pt x="2070608" y="129413"/>
                </a:cubicBezTo>
                <a:lnTo>
                  <a:pt x="2070608" y="2588260"/>
                </a:lnTo>
                <a:cubicBezTo>
                  <a:pt x="2070608" y="2659733"/>
                  <a:pt x="2012668" y="2717673"/>
                  <a:pt x="1941195" y="2717673"/>
                </a:cubicBezTo>
                <a:lnTo>
                  <a:pt x="129413" y="2717673"/>
                </a:lnTo>
                <a:cubicBezTo>
                  <a:pt x="57940" y="2717673"/>
                  <a:pt x="0" y="2659733"/>
                  <a:pt x="0" y="2588260"/>
                </a:cubicBezTo>
                <a:lnTo>
                  <a:pt x="0" y="129413"/>
                </a:lnTo>
                <a:cubicBezTo>
                  <a:pt x="0" y="57940"/>
                  <a:pt x="57940" y="0"/>
                  <a:pt x="129413" y="0"/>
                </a:cubicBezTo>
                <a:close/>
              </a:path>
            </a:pathLst>
          </a:custGeom>
          <a:solidFill>
            <a:srgbClr val="DDE3E7"/>
          </a:solidFill>
          <a:ln>
            <a:noFill/>
          </a:ln>
        </p:spPr>
      </p:sp>
      <p:sp>
        <p:nvSpPr>
          <p:cNvPr id="56" name="!!ellipse-3ha"/>
          <p:cNvSpPr/>
          <p:nvPr/>
        </p:nvSpPr>
        <p:spPr>
          <a:xfrm>
            <a:off x="3147854" y="4529887"/>
            <a:ext cx="1682369" cy="207061"/>
          </a:xfrm>
          <a:prstGeom prst="ellipse">
            <a:avLst/>
          </a:prstGeom>
          <a:solidFill>
            <a:srgbClr val="0B1A26">
              <a:alpha val="18000"/>
            </a:srgbClr>
          </a:solidFill>
          <a:ln>
            <a:noFill/>
          </a:ln>
        </p:spPr>
      </p:sp>
      <p:sp>
        <p:nvSpPr>
          <p:cNvPr id="57" name="!!rect-3hc"/>
          <p:cNvSpPr/>
          <p:nvPr/>
        </p:nvSpPr>
        <p:spPr>
          <a:xfrm>
            <a:off x="3277267" y="2588692"/>
            <a:ext cx="1294130" cy="1876489"/>
          </a:xfrm>
          <a:prstGeom prst="roundRect">
            <a:avLst>
              <a:gd name="adj" fmla="val 3000"/>
            </a:avLst>
          </a:prstGeom>
          <a:gradFill rotWithShape="1">
            <a:gsLst>
              <a:gs pos="0">
                <a:srgbClr val="5D856F"/>
              </a:gs>
              <a:gs pos="100000">
                <a:srgbClr val="3F624F"/>
              </a:gs>
              <a:gs pos="100000">
                <a:srgbClr val="3F624F"/>
              </a:gs>
            </a:gsLst>
            <a:lin ang="3324463" scaled="0"/>
          </a:gradFill>
          <a:ln>
            <a:noFill/>
          </a:ln>
        </p:spPr>
      </p:sp>
      <p:sp>
        <p:nvSpPr>
          <p:cNvPr id="58" name="!!rect-3hd"/>
          <p:cNvSpPr/>
          <p:nvPr/>
        </p:nvSpPr>
        <p:spPr>
          <a:xfrm>
            <a:off x="3393738" y="2588692"/>
            <a:ext cx="64707" cy="1876489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</p:spPr>
      </p:sp>
      <p:sp>
        <p:nvSpPr>
          <p:cNvPr id="59" name="!!rect-3he"/>
          <p:cNvSpPr/>
          <p:nvPr/>
        </p:nvSpPr>
        <p:spPr>
          <a:xfrm>
            <a:off x="3600799" y="2926460"/>
            <a:ext cx="724713" cy="131354"/>
          </a:xfrm>
          <a:prstGeom prst="roundRect">
            <a:avLst>
              <a:gd name="adj" fmla="val 28571"/>
            </a:avLst>
          </a:prstGeom>
          <a:solidFill>
            <a:srgbClr val="E7D9B8"/>
          </a:solidFill>
          <a:ln>
            <a:noFill/>
          </a:ln>
        </p:spPr>
      </p:sp>
      <p:sp>
        <p:nvSpPr>
          <p:cNvPr id="60" name="!!rect-3hf"/>
          <p:cNvSpPr/>
          <p:nvPr/>
        </p:nvSpPr>
        <p:spPr>
          <a:xfrm>
            <a:off x="3600799" y="3151638"/>
            <a:ext cx="491769" cy="84442"/>
          </a:xfrm>
          <a:prstGeom prst="roundRect">
            <a:avLst>
              <a:gd name="adj" fmla="val 44444"/>
            </a:avLst>
          </a:prstGeom>
          <a:solidFill>
            <a:srgbClr val="E7D9B8">
              <a:alpha val="72000"/>
            </a:srgbClr>
          </a:solidFill>
          <a:ln>
            <a:noFill/>
          </a:ln>
        </p:spPr>
      </p:sp>
      <p:sp>
        <p:nvSpPr>
          <p:cNvPr id="61" name="!!rect-3hg"/>
          <p:cNvSpPr/>
          <p:nvPr/>
        </p:nvSpPr>
        <p:spPr>
          <a:xfrm>
            <a:off x="3600799" y="4089883"/>
            <a:ext cx="362356" cy="75060"/>
          </a:xfrm>
          <a:prstGeom prst="roundRect">
            <a:avLst>
              <a:gd name="adj" fmla="val 50000"/>
            </a:avLst>
          </a:prstGeom>
          <a:solidFill>
            <a:srgbClr val="E7D9B8">
              <a:alpha val="55000"/>
            </a:srgbClr>
          </a:solidFill>
          <a:ln>
            <a:noFill/>
          </a:ln>
        </p:spPr>
      </p:sp>
      <p:sp>
        <p:nvSpPr>
          <p:cNvPr id="62" name="!!path-3hh"/>
          <p:cNvSpPr/>
          <p:nvPr/>
        </p:nvSpPr>
        <p:spPr>
          <a:xfrm>
            <a:off x="4480808" y="2588692"/>
            <a:ext cx="90589" cy="90589"/>
          </a:xfrm>
          <a:custGeom>
            <a:avLst/>
            <a:gdLst/>
            <a:ahLst/>
            <a:cxnLst/>
            <a:rect l="l" t="t" r="r" b="b"/>
            <a:pathLst>
              <a:path w="90589" h="90589">
                <a:moveTo>
                  <a:pt x="0" y="0"/>
                </a:moveTo>
                <a:lnTo>
                  <a:pt x="90589" y="0"/>
                </a:lnTo>
                <a:lnTo>
                  <a:pt x="90589" y="90589"/>
                </a:ln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</p:sp>
      <p:sp>
        <p:nvSpPr>
          <p:cNvPr id="63" name="!!text-3hn" descr="書況照片"/>
          <p:cNvSpPr txBox="1"/>
          <p:nvPr/>
        </p:nvSpPr>
        <p:spPr>
          <a:xfrm>
            <a:off x="3031382" y="2251183"/>
            <a:ext cx="723419" cy="24360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25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書況照片</a:t>
            </a:r>
            <a:endParaRPr lang="zh-TW" sz="1325"/>
          </a:p>
        </p:txBody>
      </p:sp>
      <p:sp>
        <p:nvSpPr>
          <p:cNvPr id="64" name="!!path-3hs"/>
          <p:cNvSpPr/>
          <p:nvPr/>
        </p:nvSpPr>
        <p:spPr>
          <a:xfrm>
            <a:off x="4651206" y="2306144"/>
            <a:ext cx="151025" cy="135922"/>
          </a:xfrm>
          <a:custGeom>
            <a:avLst/>
            <a:gdLst/>
            <a:ahLst/>
            <a:cxnLst/>
            <a:rect l="l" t="t" r="r" b="b"/>
            <a:pathLst>
              <a:path w="151025" h="135922">
                <a:moveTo>
                  <a:pt x="52859" y="0"/>
                </a:moveTo>
                <a:lnTo>
                  <a:pt x="39040" y="15102"/>
                </a:lnTo>
                <a:lnTo>
                  <a:pt x="15102" y="15102"/>
                </a:lnTo>
                <a:cubicBezTo>
                  <a:pt x="6796" y="15102"/>
                  <a:pt x="0" y="21899"/>
                  <a:pt x="0" y="30205"/>
                </a:cubicBezTo>
                <a:lnTo>
                  <a:pt x="0" y="120820"/>
                </a:lnTo>
                <a:cubicBezTo>
                  <a:pt x="0" y="129126"/>
                  <a:pt x="6796" y="135922"/>
                  <a:pt x="15102" y="135922"/>
                </a:cubicBezTo>
                <a:lnTo>
                  <a:pt x="135922" y="135922"/>
                </a:lnTo>
                <a:cubicBezTo>
                  <a:pt x="144229" y="135922"/>
                  <a:pt x="151025" y="129126"/>
                  <a:pt x="151025" y="120820"/>
                </a:cubicBezTo>
                <a:lnTo>
                  <a:pt x="151025" y="30205"/>
                </a:lnTo>
                <a:cubicBezTo>
                  <a:pt x="151025" y="21899"/>
                  <a:pt x="144229" y="15102"/>
                  <a:pt x="135922" y="15102"/>
                </a:cubicBezTo>
                <a:lnTo>
                  <a:pt x="111985" y="15102"/>
                </a:lnTo>
                <a:lnTo>
                  <a:pt x="98166" y="0"/>
                </a:lnTo>
                <a:lnTo>
                  <a:pt x="52859" y="0"/>
                </a:lnTo>
                <a:close/>
                <a:moveTo>
                  <a:pt x="75512" y="113269"/>
                </a:moveTo>
                <a:cubicBezTo>
                  <a:pt x="54671" y="113269"/>
                  <a:pt x="37756" y="96354"/>
                  <a:pt x="37756" y="75512"/>
                </a:cubicBezTo>
                <a:cubicBezTo>
                  <a:pt x="37756" y="54671"/>
                  <a:pt x="54671" y="37756"/>
                  <a:pt x="75512" y="37756"/>
                </a:cubicBezTo>
                <a:cubicBezTo>
                  <a:pt x="96354" y="37756"/>
                  <a:pt x="113269" y="54671"/>
                  <a:pt x="113269" y="75512"/>
                </a:cubicBezTo>
                <a:cubicBezTo>
                  <a:pt x="113269" y="96354"/>
                  <a:pt x="96354" y="113269"/>
                  <a:pt x="75512" y="113269"/>
                </a:cubicBezTo>
                <a:close/>
                <a:moveTo>
                  <a:pt x="75512" y="51348"/>
                </a:moveTo>
                <a:cubicBezTo>
                  <a:pt x="66880" y="51348"/>
                  <a:pt x="58902" y="55954"/>
                  <a:pt x="54586" y="63430"/>
                </a:cubicBezTo>
                <a:cubicBezTo>
                  <a:pt x="50269" y="70907"/>
                  <a:pt x="50269" y="80118"/>
                  <a:pt x="54586" y="87594"/>
                </a:cubicBezTo>
                <a:cubicBezTo>
                  <a:pt x="58902" y="95071"/>
                  <a:pt x="66880" y="99676"/>
                  <a:pt x="75512" y="99676"/>
                </a:cubicBezTo>
                <a:cubicBezTo>
                  <a:pt x="84145" y="99676"/>
                  <a:pt x="92123" y="95071"/>
                  <a:pt x="96439" y="87594"/>
                </a:cubicBezTo>
                <a:cubicBezTo>
                  <a:pt x="100756" y="80118"/>
                  <a:pt x="100756" y="70907"/>
                  <a:pt x="96439" y="63430"/>
                </a:cubicBezTo>
                <a:cubicBezTo>
                  <a:pt x="92123" y="55954"/>
                  <a:pt x="84145" y="51348"/>
                  <a:pt x="75512" y="51348"/>
                </a:cubicBezTo>
                <a:close/>
              </a:path>
            </a:pathLst>
          </a:custGeom>
          <a:solidFill>
            <a:srgbClr val="5B6770"/>
          </a:solidFill>
          <a:ln>
            <a:noFill/>
          </a:ln>
        </p:spPr>
      </p:sp>
      <p:sp>
        <p:nvSpPr>
          <p:cNvPr id="65" name="!!rect-3hv"/>
          <p:cNvSpPr/>
          <p:nvPr/>
        </p:nvSpPr>
        <p:spPr>
          <a:xfrm>
            <a:off x="4325512" y="2536927"/>
            <a:ext cx="362356" cy="362356"/>
          </a:xfrm>
          <a:custGeom>
            <a:avLst/>
            <a:gdLst/>
            <a:ahLst/>
            <a:cxnLst/>
            <a:rect l="l" t="t" r="r" b="b"/>
            <a:pathLst>
              <a:path w="362356" h="362356">
                <a:moveTo>
                  <a:pt x="51765" y="0"/>
                </a:moveTo>
                <a:lnTo>
                  <a:pt x="310591" y="0"/>
                </a:lnTo>
                <a:cubicBezTo>
                  <a:pt x="339180" y="0"/>
                  <a:pt x="362356" y="23176"/>
                  <a:pt x="362356" y="51765"/>
                </a:cubicBezTo>
                <a:lnTo>
                  <a:pt x="362356" y="310591"/>
                </a:lnTo>
                <a:cubicBezTo>
                  <a:pt x="362356" y="339180"/>
                  <a:pt x="339180" y="362356"/>
                  <a:pt x="310591" y="362356"/>
                </a:cubicBezTo>
                <a:lnTo>
                  <a:pt x="51765" y="362356"/>
                </a:lnTo>
                <a:cubicBezTo>
                  <a:pt x="23176" y="362356"/>
                  <a:pt x="0" y="339180"/>
                  <a:pt x="0" y="310591"/>
                </a:cubicBezTo>
                <a:lnTo>
                  <a:pt x="0" y="51765"/>
                </a:lnTo>
                <a:cubicBezTo>
                  <a:pt x="0" y="23176"/>
                  <a:pt x="23176" y="0"/>
                  <a:pt x="51765" y="0"/>
                </a:cubicBezTo>
                <a:close/>
              </a:path>
            </a:pathLst>
          </a:custGeom>
          <a:solidFill>
            <a:srgbClr val="627D8D">
              <a:alpha val="8000"/>
            </a:srgbClr>
          </a:solidFill>
          <a:ln w="16177" cap="flat">
            <a:solidFill>
              <a:srgbClr val="627D8D"/>
            </a:solidFill>
            <a:custDash>
              <a:ds d="320000" sp="240000"/>
            </a:custDash>
            <a:miter lim="800000"/>
          </a:ln>
        </p:spPr>
      </p:sp>
      <p:sp>
        <p:nvSpPr>
          <p:cNvPr id="66" name="!!path-3hy"/>
          <p:cNvSpPr/>
          <p:nvPr/>
        </p:nvSpPr>
        <p:spPr>
          <a:xfrm>
            <a:off x="4687868" y="2718105"/>
            <a:ext cx="414122" cy="1"/>
          </a:xfrm>
          <a:custGeom>
            <a:avLst/>
            <a:gdLst/>
            <a:ahLst/>
            <a:cxnLst/>
            <a:rect l="l" t="t" r="r" b="b"/>
            <a:pathLst>
              <a:path w="414122" h="1" fill="none">
                <a:moveTo>
                  <a:pt x="0" y="0"/>
                </a:moveTo>
                <a:lnTo>
                  <a:pt x="414122" y="0"/>
                </a:lnTo>
              </a:path>
            </a:pathLst>
          </a:custGeom>
          <a:noFill/>
          <a:ln w="12941" cap="rnd">
            <a:solidFill>
              <a:srgbClr val="627D8D"/>
            </a:solidFill>
            <a:prstDash val="solid"/>
            <a:round/>
          </a:ln>
        </p:spPr>
      </p:sp>
      <p:sp>
        <p:nvSpPr>
          <p:cNvPr id="67" name="!!rect-3i7"/>
          <p:cNvSpPr/>
          <p:nvPr/>
        </p:nvSpPr>
        <p:spPr>
          <a:xfrm>
            <a:off x="5101990" y="2556338"/>
            <a:ext cx="1330366" cy="427063"/>
          </a:xfrm>
          <a:prstGeom prst="roundRect">
            <a:avLst>
              <a:gd name="adj" fmla="val 50000"/>
            </a:avLst>
          </a:prstGeom>
          <a:solidFill>
            <a:srgbClr val="0B1A26">
              <a:alpha val="10000"/>
            </a:srgbClr>
          </a:solidFill>
          <a:ln>
            <a:noFill/>
          </a:ln>
          <a:effectLst>
            <a:softEdge rad="99648"/>
          </a:effectLst>
        </p:spPr>
      </p:sp>
      <p:sp>
        <p:nvSpPr>
          <p:cNvPr id="68" name="!!rect-3i8"/>
          <p:cNvSpPr/>
          <p:nvPr/>
        </p:nvSpPr>
        <p:spPr>
          <a:xfrm>
            <a:off x="5127873" y="2549868"/>
            <a:ext cx="1278601" cy="33647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765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69" name="!!text-3i9" descr="邊角輕微磨損"/>
          <p:cNvSpPr txBox="1"/>
          <p:nvPr/>
        </p:nvSpPr>
        <p:spPr>
          <a:xfrm>
            <a:off x="5262463" y="2583515"/>
            <a:ext cx="1059893" cy="24360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25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邊角輕微磨損</a:t>
            </a:r>
            <a:endParaRPr lang="zh-TW" sz="1325"/>
          </a:p>
        </p:txBody>
      </p:sp>
      <p:sp>
        <p:nvSpPr>
          <p:cNvPr id="70" name="!!rect-3ii"/>
          <p:cNvSpPr/>
          <p:nvPr/>
        </p:nvSpPr>
        <p:spPr>
          <a:xfrm>
            <a:off x="3341973" y="3429876"/>
            <a:ext cx="1164717" cy="970598"/>
          </a:xfrm>
          <a:custGeom>
            <a:avLst/>
            <a:gdLst/>
            <a:ahLst/>
            <a:cxnLst/>
            <a:rect l="l" t="t" r="r" b="b"/>
            <a:pathLst>
              <a:path w="1164717" h="970598">
                <a:moveTo>
                  <a:pt x="51765" y="0"/>
                </a:moveTo>
                <a:lnTo>
                  <a:pt x="1112952" y="0"/>
                </a:lnTo>
                <a:cubicBezTo>
                  <a:pt x="1141541" y="0"/>
                  <a:pt x="1164717" y="23176"/>
                  <a:pt x="1164717" y="51765"/>
                </a:cubicBezTo>
                <a:lnTo>
                  <a:pt x="1164717" y="918832"/>
                </a:lnTo>
                <a:cubicBezTo>
                  <a:pt x="1164717" y="947421"/>
                  <a:pt x="1141541" y="970598"/>
                  <a:pt x="1112952" y="970598"/>
                </a:cubicBezTo>
                <a:lnTo>
                  <a:pt x="51765" y="970598"/>
                </a:lnTo>
                <a:cubicBezTo>
                  <a:pt x="23176" y="970598"/>
                  <a:pt x="0" y="947421"/>
                  <a:pt x="0" y="918832"/>
                </a:cubicBezTo>
                <a:lnTo>
                  <a:pt x="0" y="51765"/>
                </a:lnTo>
                <a:cubicBezTo>
                  <a:pt x="0" y="23176"/>
                  <a:pt x="23176" y="0"/>
                  <a:pt x="51765" y="0"/>
                </a:cubicBezTo>
                <a:close/>
              </a:path>
            </a:pathLst>
          </a:custGeom>
          <a:solidFill>
            <a:srgbClr val="627D8D">
              <a:alpha val="8000"/>
            </a:srgbClr>
          </a:solidFill>
          <a:ln w="16177" cap="flat">
            <a:solidFill>
              <a:srgbClr val="627D8D"/>
            </a:solidFill>
            <a:custDash>
              <a:ds d="320000" sp="240000"/>
            </a:custDash>
            <a:miter lim="800000"/>
          </a:ln>
        </p:spPr>
      </p:sp>
      <p:sp>
        <p:nvSpPr>
          <p:cNvPr id="71" name="!!path-3il"/>
          <p:cNvSpPr/>
          <p:nvPr/>
        </p:nvSpPr>
        <p:spPr>
          <a:xfrm>
            <a:off x="4506690" y="3915175"/>
            <a:ext cx="595300" cy="1"/>
          </a:xfrm>
          <a:custGeom>
            <a:avLst/>
            <a:gdLst/>
            <a:ahLst/>
            <a:cxnLst/>
            <a:rect l="l" t="t" r="r" b="b"/>
            <a:pathLst>
              <a:path w="595300" h="1" fill="none">
                <a:moveTo>
                  <a:pt x="0" y="0"/>
                </a:moveTo>
                <a:lnTo>
                  <a:pt x="595300" y="0"/>
                </a:lnTo>
              </a:path>
            </a:pathLst>
          </a:custGeom>
          <a:noFill/>
          <a:ln w="12941" cap="rnd">
            <a:solidFill>
              <a:srgbClr val="627D8D"/>
            </a:solidFill>
            <a:prstDash val="solid"/>
            <a:round/>
          </a:ln>
        </p:spPr>
      </p:sp>
      <p:sp>
        <p:nvSpPr>
          <p:cNvPr id="72" name="!!rect-3iu"/>
          <p:cNvSpPr/>
          <p:nvPr/>
        </p:nvSpPr>
        <p:spPr>
          <a:xfrm>
            <a:off x="5101990" y="3753409"/>
            <a:ext cx="1330366" cy="427063"/>
          </a:xfrm>
          <a:prstGeom prst="roundRect">
            <a:avLst>
              <a:gd name="adj" fmla="val 50000"/>
            </a:avLst>
          </a:prstGeom>
          <a:solidFill>
            <a:srgbClr val="0B1A26">
              <a:alpha val="10000"/>
            </a:srgbClr>
          </a:solidFill>
          <a:ln>
            <a:noFill/>
          </a:ln>
          <a:effectLst>
            <a:softEdge rad="99648"/>
          </a:effectLst>
        </p:spPr>
      </p:sp>
      <p:sp>
        <p:nvSpPr>
          <p:cNvPr id="73" name="!!rect-3iv"/>
          <p:cNvSpPr/>
          <p:nvPr/>
        </p:nvSpPr>
        <p:spPr>
          <a:xfrm>
            <a:off x="5127873" y="3746938"/>
            <a:ext cx="1278601" cy="33647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765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74" name="!!text-3iw" descr="無劃線與摺痕"/>
          <p:cNvSpPr txBox="1"/>
          <p:nvPr/>
        </p:nvSpPr>
        <p:spPr>
          <a:xfrm>
            <a:off x="5262463" y="3780585"/>
            <a:ext cx="1059893" cy="24360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25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無劃線與摺痕</a:t>
            </a:r>
            <a:endParaRPr lang="zh-TW" sz="1325"/>
          </a:p>
        </p:txBody>
      </p:sp>
      <p:sp>
        <p:nvSpPr>
          <p:cNvPr id="75" name="!!rect-3j9"/>
          <p:cNvSpPr/>
          <p:nvPr/>
        </p:nvSpPr>
        <p:spPr>
          <a:xfrm>
            <a:off x="2863145" y="5235188"/>
            <a:ext cx="1565897" cy="427063"/>
          </a:xfrm>
          <a:prstGeom prst="roundRect">
            <a:avLst>
              <a:gd name="adj" fmla="val 50000"/>
            </a:avLst>
          </a:prstGeom>
          <a:solidFill>
            <a:srgbClr val="0B1A26">
              <a:alpha val="10000"/>
            </a:srgbClr>
          </a:solidFill>
          <a:ln>
            <a:noFill/>
          </a:ln>
          <a:effectLst>
            <a:softEdge rad="99648"/>
          </a:effectLst>
        </p:spPr>
      </p:sp>
      <p:sp>
        <p:nvSpPr>
          <p:cNvPr id="76" name="!!rect-3ja"/>
          <p:cNvSpPr/>
          <p:nvPr/>
        </p:nvSpPr>
        <p:spPr>
          <a:xfrm>
            <a:off x="2889028" y="5228717"/>
            <a:ext cx="1514132" cy="33647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765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77" name="!!path-3jb"/>
          <p:cNvSpPr/>
          <p:nvPr/>
        </p:nvSpPr>
        <p:spPr>
          <a:xfrm>
            <a:off x="3038344" y="5323357"/>
            <a:ext cx="147272" cy="147272"/>
          </a:xfrm>
          <a:custGeom>
            <a:avLst/>
            <a:gdLst/>
            <a:ahLst/>
            <a:cxnLst/>
            <a:rect l="l" t="t" r="r" b="b"/>
            <a:pathLst>
              <a:path w="147272" h="147272">
                <a:moveTo>
                  <a:pt x="73636" y="0"/>
                </a:moveTo>
                <a:cubicBezTo>
                  <a:pt x="32989" y="0"/>
                  <a:pt x="0" y="32989"/>
                  <a:pt x="0" y="73636"/>
                </a:cubicBezTo>
                <a:cubicBezTo>
                  <a:pt x="0" y="114283"/>
                  <a:pt x="32989" y="147272"/>
                  <a:pt x="73636" y="147272"/>
                </a:cubicBezTo>
                <a:cubicBezTo>
                  <a:pt x="114283" y="147272"/>
                  <a:pt x="147272" y="114283"/>
                  <a:pt x="147272" y="73636"/>
                </a:cubicBezTo>
                <a:cubicBezTo>
                  <a:pt x="147272" y="32989"/>
                  <a:pt x="114283" y="0"/>
                  <a:pt x="73636" y="0"/>
                </a:cubicBezTo>
                <a:close/>
                <a:moveTo>
                  <a:pt x="58909" y="110454"/>
                </a:moveTo>
                <a:lnTo>
                  <a:pt x="22091" y="73636"/>
                </a:lnTo>
                <a:lnTo>
                  <a:pt x="32473" y="63253"/>
                </a:lnTo>
                <a:lnTo>
                  <a:pt x="58909" y="89615"/>
                </a:lnTo>
                <a:lnTo>
                  <a:pt x="114799" y="33725"/>
                </a:lnTo>
                <a:lnTo>
                  <a:pt x="125181" y="44182"/>
                </a:lnTo>
                <a:lnTo>
                  <a:pt x="58909" y="110454"/>
                </a:lnTo>
                <a:close/>
              </a:path>
            </a:pathLst>
          </a:custGeom>
          <a:solidFill>
            <a:srgbClr val="66BB6A"/>
          </a:solidFill>
          <a:ln>
            <a:noFill/>
          </a:ln>
        </p:spPr>
      </p:sp>
      <p:sp>
        <p:nvSpPr>
          <p:cNvPr id="78" name="!!text-3jc" descr="書況｜近全新"/>
          <p:cNvSpPr txBox="1"/>
          <p:nvPr/>
        </p:nvSpPr>
        <p:spPr>
          <a:xfrm>
            <a:off x="3259149" y="5262364"/>
            <a:ext cx="1059893" cy="24360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25" b="1" kern="0" dirty="0">
                <a:solidFill>
                  <a:srgbClr val="66BB6A"/>
                </a:solidFill>
                <a:latin typeface="Noto Sans TC"/>
                <a:ea typeface="Noto Sans TC"/>
                <a:cs typeface="Noto Sans TC"/>
              </a:rPr>
              <a:t>書況｜近全新</a:t>
            </a:r>
            <a:endParaRPr lang="zh-TW" sz="1325"/>
          </a:p>
        </p:txBody>
      </p:sp>
      <p:sp>
        <p:nvSpPr>
          <p:cNvPr id="79" name="!!rect-3jp"/>
          <p:cNvSpPr/>
          <p:nvPr/>
        </p:nvSpPr>
        <p:spPr>
          <a:xfrm>
            <a:off x="2863145" y="5765781"/>
            <a:ext cx="3093152" cy="427063"/>
          </a:xfrm>
          <a:prstGeom prst="roundRect">
            <a:avLst>
              <a:gd name="adj" fmla="val 50000"/>
            </a:avLst>
          </a:prstGeom>
          <a:solidFill>
            <a:srgbClr val="0B1A26">
              <a:alpha val="10000"/>
            </a:srgbClr>
          </a:solidFill>
          <a:ln>
            <a:noFill/>
          </a:ln>
          <a:effectLst>
            <a:softEdge rad="99648"/>
          </a:effectLst>
        </p:spPr>
      </p:sp>
      <p:sp>
        <p:nvSpPr>
          <p:cNvPr id="80" name="!!rect-3jq"/>
          <p:cNvSpPr/>
          <p:nvPr/>
        </p:nvSpPr>
        <p:spPr>
          <a:xfrm>
            <a:off x="2889028" y="5759310"/>
            <a:ext cx="3041387" cy="33647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765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81" name="!!path-3jr"/>
          <p:cNvSpPr/>
          <p:nvPr/>
        </p:nvSpPr>
        <p:spPr>
          <a:xfrm>
            <a:off x="3038344" y="5853950"/>
            <a:ext cx="147272" cy="147272"/>
          </a:xfrm>
          <a:custGeom>
            <a:avLst/>
            <a:gdLst/>
            <a:ahLst/>
            <a:cxnLst/>
            <a:rect l="l" t="t" r="r" b="b"/>
            <a:pathLst>
              <a:path w="147272" h="147272">
                <a:moveTo>
                  <a:pt x="142927" y="70543"/>
                </a:moveTo>
                <a:lnTo>
                  <a:pt x="76655" y="4271"/>
                </a:lnTo>
                <a:cubicBezTo>
                  <a:pt x="74004" y="1620"/>
                  <a:pt x="70322" y="0"/>
                  <a:pt x="66272" y="0"/>
                </a:cubicBezTo>
                <a:lnTo>
                  <a:pt x="14727" y="0"/>
                </a:lnTo>
                <a:cubicBezTo>
                  <a:pt x="6627" y="0"/>
                  <a:pt x="0" y="6627"/>
                  <a:pt x="0" y="14727"/>
                </a:cubicBezTo>
                <a:lnTo>
                  <a:pt x="0" y="66272"/>
                </a:lnTo>
                <a:cubicBezTo>
                  <a:pt x="0" y="70322"/>
                  <a:pt x="1620" y="74004"/>
                  <a:pt x="4345" y="76729"/>
                </a:cubicBezTo>
                <a:lnTo>
                  <a:pt x="70617" y="143001"/>
                </a:lnTo>
                <a:cubicBezTo>
                  <a:pt x="73268" y="145652"/>
                  <a:pt x="76950" y="147272"/>
                  <a:pt x="81000" y="147272"/>
                </a:cubicBezTo>
                <a:cubicBezTo>
                  <a:pt x="85050" y="147272"/>
                  <a:pt x="88731" y="145652"/>
                  <a:pt x="91382" y="142927"/>
                </a:cubicBezTo>
                <a:lnTo>
                  <a:pt x="142927" y="91382"/>
                </a:lnTo>
                <a:cubicBezTo>
                  <a:pt x="145652" y="88731"/>
                  <a:pt x="147272" y="85050"/>
                  <a:pt x="147272" y="81000"/>
                </a:cubicBezTo>
                <a:cubicBezTo>
                  <a:pt x="147272" y="76950"/>
                  <a:pt x="145578" y="73194"/>
                  <a:pt x="142927" y="70543"/>
                </a:cubicBezTo>
                <a:close/>
                <a:moveTo>
                  <a:pt x="25773" y="36818"/>
                </a:moveTo>
                <a:cubicBezTo>
                  <a:pt x="19661" y="36818"/>
                  <a:pt x="14727" y="31884"/>
                  <a:pt x="14727" y="25773"/>
                </a:cubicBezTo>
                <a:cubicBezTo>
                  <a:pt x="14727" y="19661"/>
                  <a:pt x="19661" y="14727"/>
                  <a:pt x="25773" y="14727"/>
                </a:cubicBezTo>
                <a:cubicBezTo>
                  <a:pt x="31884" y="14727"/>
                  <a:pt x="36818" y="19661"/>
                  <a:pt x="36818" y="25773"/>
                </a:cubicBezTo>
                <a:cubicBezTo>
                  <a:pt x="36818" y="31884"/>
                  <a:pt x="31884" y="36818"/>
                  <a:pt x="25773" y="36818"/>
                </a:cubicBez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82" name="!!text-3js" descr="建議售價 $280・區間 $240–$320"/>
          <p:cNvSpPr txBox="1"/>
          <p:nvPr/>
        </p:nvSpPr>
        <p:spPr>
          <a:xfrm>
            <a:off x="3259149" y="5792958"/>
            <a:ext cx="2587147" cy="24360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25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建議售價 $280・區間 $240–$320</a:t>
            </a:r>
            <a:endParaRPr lang="zh-TW" sz="1325"/>
          </a:p>
        </p:txBody>
      </p:sp>
      <p:sp>
        <p:nvSpPr>
          <p:cNvPr id="83" name="!!text-3ki" descr="AI 上架輔助"/>
          <p:cNvSpPr txBox="1"/>
          <p:nvPr/>
        </p:nvSpPr>
        <p:spPr>
          <a:xfrm>
            <a:off x="637241" y="570884"/>
            <a:ext cx="965628" cy="22486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23" b="1" kern="0" spc="147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A</a:t>
            </a:r>
            <a:r>
              <a:rPr lang="zh-TW" altLang="en-US" sz="1223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I</a:t>
            </a:r>
            <a:r>
              <a:rPr lang="zh-TW" altLang="en-US" sz="1223" b="1" kern="0" spc="293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 </a:t>
            </a:r>
            <a:r>
              <a:rPr lang="zh-TW" altLang="en-US" sz="1223" b="1" kern="0" spc="147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上架輔</a:t>
            </a:r>
            <a:r>
              <a:rPr lang="zh-TW" altLang="en-US" sz="1223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助</a:t>
            </a:r>
            <a:endParaRPr lang="zh-TW" sz="1223"/>
          </a:p>
        </p:txBody>
      </p:sp>
      <p:sp>
        <p:nvSpPr>
          <p:cNvPr id="84" name="!!text-3ku" descr="拍張照片，AI 判斷書況與售價"/>
          <p:cNvSpPr txBox="1"/>
          <p:nvPr/>
        </p:nvSpPr>
        <p:spPr>
          <a:xfrm>
            <a:off x="637241" y="844722"/>
            <a:ext cx="6074699" cy="67460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3668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拍張照</a:t>
            </a:r>
            <a:r>
              <a:rPr lang="zh-TW" altLang="en-US" sz="3668" kern="0" spc="-1101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片</a:t>
            </a:r>
            <a:r>
              <a:rPr lang="zh-TW" altLang="en-US" sz="3668" kern="0" spc="-66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，</a:t>
            </a:r>
            <a:r>
              <a:rPr lang="zh-TW" altLang="en-US" sz="3668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AI 判斷書況與售價</a:t>
            </a:r>
            <a:endParaRPr lang="zh-TW" sz="3668"/>
          </a:p>
        </p:txBody>
      </p:sp>
      <p:sp>
        <p:nvSpPr>
          <p:cNvPr id="85" name="!!text-3ld" descr="依 ISBN 查詢書目與網路資料，附上建議售價區間與資料來源。"/>
          <p:cNvSpPr txBox="1"/>
          <p:nvPr/>
        </p:nvSpPr>
        <p:spPr>
          <a:xfrm>
            <a:off x="637241" y="1574094"/>
            <a:ext cx="5448547" cy="28108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529" kern="0" dirty="0">
                <a:solidFill>
                  <a:srgbClr val="3F4A54"/>
                </a:solidFill>
                <a:latin typeface="Noto Sans TC Medium"/>
                <a:ea typeface="Noto Sans TC Medium"/>
                <a:cs typeface="Noto Sans TC Medium"/>
              </a:rPr>
              <a:t>依 ISBN 查詢書目與網路資料，附上建議售價區間與資料來源。</a:t>
            </a:r>
            <a:endParaRPr lang="zh-TW" sz="1529"/>
          </a:p>
        </p:txBody>
      </p:sp>
      <p:sp>
        <p:nvSpPr>
          <p:cNvPr id="86" name="!!rect-7lb"/>
          <p:cNvSpPr/>
          <p:nvPr/>
        </p:nvSpPr>
        <p:spPr>
          <a:xfrm>
            <a:off x="8521700" y="660400"/>
            <a:ext cx="2933700" cy="6121400"/>
          </a:xfrm>
          <a:prstGeom prst="roundRect">
            <a:avLst>
              <a:gd name="adj" fmla="val 18020"/>
            </a:avLst>
          </a:prstGeom>
          <a:solidFill>
            <a:srgbClr val="0B1A26">
              <a:alpha val="30000"/>
            </a:srgbClr>
          </a:solidFill>
          <a:ln>
            <a:noFill/>
          </a:ln>
          <a:effectLst>
            <a:softEdge rad="474980"/>
          </a:effectLst>
        </p:spPr>
      </p:sp>
      <p:sp>
        <p:nvSpPr>
          <p:cNvPr id="87" name="!!rect-7lc"/>
          <p:cNvSpPr/>
          <p:nvPr/>
        </p:nvSpPr>
        <p:spPr>
          <a:xfrm>
            <a:off x="8591550" y="527050"/>
            <a:ext cx="2794000" cy="5829300"/>
          </a:xfrm>
          <a:prstGeom prst="roundRect">
            <a:avLst>
              <a:gd name="adj" fmla="val 16825"/>
            </a:avLst>
          </a:prstGeom>
          <a:solidFill>
            <a:srgbClr val="0B1A26">
              <a:alpha val="16000"/>
            </a:srgbClr>
          </a:solidFill>
          <a:ln>
            <a:noFill/>
          </a:ln>
          <a:effectLst>
            <a:softEdge rad="125730"/>
          </a:effectLst>
        </p:spPr>
      </p:sp>
      <p:sp>
        <p:nvSpPr>
          <p:cNvPr id="88" name="!!rect-7ld"/>
          <p:cNvSpPr/>
          <p:nvPr/>
        </p:nvSpPr>
        <p:spPr>
          <a:xfrm>
            <a:off x="8590280" y="1676400"/>
            <a:ext cx="31750" cy="2159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89" name="!!rect-7le"/>
          <p:cNvSpPr/>
          <p:nvPr/>
        </p:nvSpPr>
        <p:spPr>
          <a:xfrm>
            <a:off x="8590280" y="2108200"/>
            <a:ext cx="31750" cy="4064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90" name="!!rect-7lf"/>
          <p:cNvSpPr/>
          <p:nvPr/>
        </p:nvSpPr>
        <p:spPr>
          <a:xfrm>
            <a:off x="8590280" y="2603500"/>
            <a:ext cx="31750" cy="4064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91" name="!!rect-7lg"/>
          <p:cNvSpPr/>
          <p:nvPr/>
        </p:nvSpPr>
        <p:spPr>
          <a:xfrm>
            <a:off x="11355070" y="2260600"/>
            <a:ext cx="31750" cy="6350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92" name="!!rect-7lh"/>
          <p:cNvSpPr/>
          <p:nvPr/>
        </p:nvSpPr>
        <p:spPr>
          <a:xfrm>
            <a:off x="11357610" y="4114800"/>
            <a:ext cx="25400" cy="419100"/>
          </a:xfrm>
          <a:prstGeom prst="roundRect">
            <a:avLst>
              <a:gd name="adj" fmla="val 50000"/>
            </a:avLst>
          </a:prstGeom>
          <a:solidFill>
            <a:srgbClr val="8795A0"/>
          </a:solidFill>
          <a:ln>
            <a:noFill/>
          </a:ln>
        </p:spPr>
      </p:sp>
      <p:sp>
        <p:nvSpPr>
          <p:cNvPr id="93" name="!!rect-7li"/>
          <p:cNvSpPr/>
          <p:nvPr/>
        </p:nvSpPr>
        <p:spPr>
          <a:xfrm>
            <a:off x="8610600" y="508000"/>
            <a:ext cx="2755900" cy="5753100"/>
          </a:xfrm>
          <a:prstGeom prst="roundRect">
            <a:avLst>
              <a:gd name="adj" fmla="val 16359"/>
            </a:avLst>
          </a:prstGeom>
          <a:gradFill rotWithShape="1">
            <a:gsLst>
              <a:gs pos="0">
                <a:srgbClr val="FBFCFD"/>
              </a:gs>
              <a:gs pos="18000">
                <a:srgbClr val="DDE5EB"/>
              </a:gs>
              <a:gs pos="46000">
                <a:srgbClr val="B4C2CC"/>
              </a:gs>
              <a:gs pos="62000">
                <a:srgbClr val="D3DCE3"/>
              </a:gs>
              <a:gs pos="84000">
                <a:srgbClr val="A9B8C3"/>
              </a:gs>
              <a:gs pos="100000">
                <a:srgbClr val="E8EEF2"/>
              </a:gs>
              <a:gs pos="100000">
                <a:srgbClr val="E8EEF2"/>
              </a:gs>
            </a:gsLst>
            <a:lin ang="3864255" scaled="0"/>
          </a:gradFill>
          <a:ln>
            <a:noFill/>
          </a:ln>
        </p:spPr>
      </p:sp>
      <p:sp>
        <p:nvSpPr>
          <p:cNvPr id="94" name="!!rect-7lj"/>
          <p:cNvSpPr/>
          <p:nvPr/>
        </p:nvSpPr>
        <p:spPr>
          <a:xfrm>
            <a:off x="8614410" y="511810"/>
            <a:ext cx="2748280" cy="5745480"/>
          </a:xfrm>
          <a:prstGeom prst="roundRect">
            <a:avLst>
              <a:gd name="adj" fmla="val 16266"/>
            </a:avLst>
          </a:prstGeom>
          <a:noFill/>
          <a:ln w="7620" cap="flat">
            <a:solidFill>
              <a:srgbClr val="7F8F9B">
                <a:alpha val="55000"/>
              </a:srgbClr>
            </a:solidFill>
            <a:prstDash val="solid"/>
            <a:miter lim="800000"/>
          </a:ln>
        </p:spPr>
      </p:sp>
      <p:sp>
        <p:nvSpPr>
          <p:cNvPr id="95" name="!!rect-7lk"/>
          <p:cNvSpPr/>
          <p:nvPr/>
        </p:nvSpPr>
        <p:spPr>
          <a:xfrm>
            <a:off x="8637270" y="534670"/>
            <a:ext cx="2702560" cy="5699760"/>
          </a:xfrm>
          <a:prstGeom prst="roundRect">
            <a:avLst>
              <a:gd name="adj" fmla="val 15695"/>
            </a:avLst>
          </a:prstGeom>
          <a:noFill/>
          <a:ln w="8890" cap="flat">
            <a:solidFill>
              <a:srgbClr val="FFFFFF">
                <a:alpha val="75000"/>
              </a:srgbClr>
            </a:solidFill>
            <a:prstDash val="solid"/>
            <a:miter lim="800000"/>
          </a:ln>
        </p:spPr>
      </p:sp>
      <p:sp>
        <p:nvSpPr>
          <p:cNvPr id="96" name="!!rect-7ll"/>
          <p:cNvSpPr/>
          <p:nvPr/>
        </p:nvSpPr>
        <p:spPr>
          <a:xfrm>
            <a:off x="8664575" y="561975"/>
            <a:ext cx="2647950" cy="5645150"/>
          </a:xfrm>
          <a:prstGeom prst="roundRect">
            <a:avLst>
              <a:gd name="adj" fmla="val 14988"/>
            </a:avLst>
          </a:prstGeom>
          <a:solidFill>
            <a:srgbClr val="050608"/>
          </a:solidFill>
          <a:ln>
            <a:noFill/>
          </a:ln>
        </p:spPr>
      </p:sp>
      <p:sp>
        <p:nvSpPr>
          <p:cNvPr id="97" name="!!rect-7ln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solidFill>
            <a:srgbClr val="F3F5F7"/>
          </a:solidFill>
          <a:ln>
            <a:noFill/>
          </a:ln>
        </p:spPr>
      </p:sp>
      <p:sp>
        <p:nvSpPr>
          <p:cNvPr id="98" name="!!rect-7lq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solidFill>
            <a:srgbClr val="F3F5F7"/>
          </a:solidFill>
          <a:ln>
            <a:noFill/>
          </a:ln>
        </p:spPr>
      </p:sp>
      <p:sp>
        <p:nvSpPr>
          <p:cNvPr id="99" name="!!path-7ls"/>
          <p:cNvSpPr/>
          <p:nvPr/>
        </p:nvSpPr>
        <p:spPr>
          <a:xfrm>
            <a:off x="8712200" y="609600"/>
            <a:ext cx="2552700" cy="730250"/>
          </a:xfrm>
          <a:custGeom>
            <a:avLst/>
            <a:gdLst/>
            <a:ahLst/>
            <a:cxnLst/>
            <a:rect l="l" t="t" r="r" b="b"/>
            <a:pathLst>
              <a:path w="2552700" h="730250">
                <a:moveTo>
                  <a:pt x="0" y="349250"/>
                </a:moveTo>
                <a:lnTo>
                  <a:pt x="6711" y="281115"/>
                </a:lnTo>
                <a:lnTo>
                  <a:pt x="26585" y="215598"/>
                </a:lnTo>
                <a:lnTo>
                  <a:pt x="58859" y="155217"/>
                </a:lnTo>
                <a:lnTo>
                  <a:pt x="102293" y="102293"/>
                </a:lnTo>
                <a:lnTo>
                  <a:pt x="155217" y="58859"/>
                </a:lnTo>
                <a:lnTo>
                  <a:pt x="215598" y="26585"/>
                </a:lnTo>
                <a:lnTo>
                  <a:pt x="281115" y="6711"/>
                </a:lnTo>
                <a:lnTo>
                  <a:pt x="349250" y="0"/>
                </a:lnTo>
                <a:lnTo>
                  <a:pt x="2203450" y="0"/>
                </a:lnTo>
                <a:lnTo>
                  <a:pt x="2271585" y="6711"/>
                </a:lnTo>
                <a:lnTo>
                  <a:pt x="2337102" y="26585"/>
                </a:lnTo>
                <a:lnTo>
                  <a:pt x="2397483" y="58859"/>
                </a:lnTo>
                <a:lnTo>
                  <a:pt x="2450407" y="102293"/>
                </a:lnTo>
                <a:lnTo>
                  <a:pt x="2493841" y="155217"/>
                </a:lnTo>
                <a:lnTo>
                  <a:pt x="2526115" y="215598"/>
                </a:lnTo>
                <a:lnTo>
                  <a:pt x="2545989" y="281115"/>
                </a:lnTo>
                <a:lnTo>
                  <a:pt x="2552700" y="349250"/>
                </a:lnTo>
                <a:lnTo>
                  <a:pt x="2552700" y="577850"/>
                </a:lnTo>
                <a:lnTo>
                  <a:pt x="2551642" y="602192"/>
                </a:lnTo>
                <a:lnTo>
                  <a:pt x="2548467" y="624417"/>
                </a:lnTo>
                <a:lnTo>
                  <a:pt x="2543175" y="644525"/>
                </a:lnTo>
                <a:lnTo>
                  <a:pt x="2535767" y="662517"/>
                </a:lnTo>
                <a:lnTo>
                  <a:pt x="2526242" y="678392"/>
                </a:lnTo>
                <a:lnTo>
                  <a:pt x="2514600" y="692150"/>
                </a:lnTo>
                <a:lnTo>
                  <a:pt x="2500842" y="703792"/>
                </a:lnTo>
                <a:lnTo>
                  <a:pt x="2484967" y="713317"/>
                </a:lnTo>
                <a:lnTo>
                  <a:pt x="2466975" y="720725"/>
                </a:lnTo>
                <a:lnTo>
                  <a:pt x="2446867" y="726017"/>
                </a:lnTo>
                <a:lnTo>
                  <a:pt x="2424642" y="729192"/>
                </a:lnTo>
                <a:lnTo>
                  <a:pt x="2400300" y="730250"/>
                </a:lnTo>
                <a:lnTo>
                  <a:pt x="152400" y="730250"/>
                </a:lnTo>
                <a:lnTo>
                  <a:pt x="128058" y="729192"/>
                </a:lnTo>
                <a:lnTo>
                  <a:pt x="105833" y="726017"/>
                </a:lnTo>
                <a:lnTo>
                  <a:pt x="85725" y="720725"/>
                </a:lnTo>
                <a:lnTo>
                  <a:pt x="67733" y="713317"/>
                </a:lnTo>
                <a:lnTo>
                  <a:pt x="51858" y="703792"/>
                </a:lnTo>
                <a:lnTo>
                  <a:pt x="38100" y="692150"/>
                </a:lnTo>
                <a:lnTo>
                  <a:pt x="26458" y="678392"/>
                </a:lnTo>
                <a:lnTo>
                  <a:pt x="16933" y="662517"/>
                </a:lnTo>
                <a:lnTo>
                  <a:pt x="9525" y="644525"/>
                </a:lnTo>
                <a:lnTo>
                  <a:pt x="4233" y="624417"/>
                </a:lnTo>
                <a:lnTo>
                  <a:pt x="1058" y="602192"/>
                </a:lnTo>
                <a:lnTo>
                  <a:pt x="0" y="577850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100" name="!!text-7lt" descr="2:25"/>
          <p:cNvSpPr txBox="1"/>
          <p:nvPr/>
        </p:nvSpPr>
        <p:spPr>
          <a:xfrm>
            <a:off x="9020597" y="714883"/>
            <a:ext cx="253790" cy="1563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50" kern="0" dirty="0">
                <a:solidFill>
                  <a:srgbClr val="FFFFFF"/>
                </a:solidFill>
                <a:latin typeface="Noto Sans TC SemiBold"/>
                <a:ea typeface="Noto Sans TC SemiBold"/>
                <a:cs typeface="Noto Sans TC SemiBold"/>
              </a:rPr>
              <a:t>2:25</a:t>
            </a:r>
            <a:endParaRPr lang="zh-TW" sz="850"/>
          </a:p>
        </p:txBody>
      </p:sp>
      <p:sp>
        <p:nvSpPr>
          <p:cNvPr id="101" name="!!rect-7ly"/>
          <p:cNvSpPr/>
          <p:nvPr/>
        </p:nvSpPr>
        <p:spPr>
          <a:xfrm>
            <a:off x="10579100" y="808990"/>
            <a:ext cx="21590" cy="2667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02" name="!!rect-7lz"/>
          <p:cNvSpPr/>
          <p:nvPr/>
        </p:nvSpPr>
        <p:spPr>
          <a:xfrm>
            <a:off x="10612120" y="792480"/>
            <a:ext cx="21590" cy="4318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03" name="!!rect-7m0"/>
          <p:cNvSpPr/>
          <p:nvPr/>
        </p:nvSpPr>
        <p:spPr>
          <a:xfrm>
            <a:off x="10645140" y="775970"/>
            <a:ext cx="21590" cy="5969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04" name="!!rect-7m1"/>
          <p:cNvSpPr/>
          <p:nvPr/>
        </p:nvSpPr>
        <p:spPr>
          <a:xfrm>
            <a:off x="10678160" y="759460"/>
            <a:ext cx="21590" cy="7620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05" name="!!path-7m2"/>
          <p:cNvSpPr/>
          <p:nvPr/>
        </p:nvSpPr>
        <p:spPr>
          <a:xfrm>
            <a:off x="10763250" y="763570"/>
            <a:ext cx="95250" cy="70820"/>
          </a:xfrm>
          <a:custGeom>
            <a:avLst/>
            <a:gdLst/>
            <a:ahLst/>
            <a:cxnLst/>
            <a:rect l="l" t="t" r="r" b="b"/>
            <a:pathLst>
              <a:path w="95250" h="70820">
                <a:moveTo>
                  <a:pt x="47625" y="70820"/>
                </a:moveTo>
                <a:lnTo>
                  <a:pt x="31115" y="51135"/>
                </a:lnTo>
                <a:cubicBezTo>
                  <a:pt x="40714" y="43262"/>
                  <a:pt x="54536" y="43262"/>
                  <a:pt x="64135" y="51135"/>
                </a:cubicBezTo>
                <a:close/>
                <a:moveTo>
                  <a:pt x="0" y="23830"/>
                </a:moveTo>
                <a:cubicBezTo>
                  <a:pt x="27279" y="0"/>
                  <a:pt x="67971" y="0"/>
                  <a:pt x="95250" y="23830"/>
                </a:cubicBezTo>
                <a:lnTo>
                  <a:pt x="83820" y="37165"/>
                </a:lnTo>
                <a:cubicBezTo>
                  <a:pt x="63051" y="19153"/>
                  <a:pt x="32199" y="19153"/>
                  <a:pt x="11430" y="37165"/>
                </a:cubicBezTo>
                <a:close/>
                <a:moveTo>
                  <a:pt x="16510" y="43515"/>
                </a:moveTo>
                <a:cubicBezTo>
                  <a:pt x="34385" y="28089"/>
                  <a:pt x="60865" y="28089"/>
                  <a:pt x="78740" y="43515"/>
                </a:cubicBezTo>
                <a:lnTo>
                  <a:pt x="67310" y="56850"/>
                </a:lnTo>
                <a:cubicBezTo>
                  <a:pt x="55947" y="47238"/>
                  <a:pt x="39303" y="47238"/>
                  <a:pt x="27940" y="5685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06" name="!!rect-7m3"/>
          <p:cNvSpPr/>
          <p:nvPr/>
        </p:nvSpPr>
        <p:spPr>
          <a:xfrm>
            <a:off x="10902950" y="760730"/>
            <a:ext cx="161925" cy="78740"/>
          </a:xfrm>
          <a:prstGeom prst="roundRect">
            <a:avLst>
              <a:gd name="adj" fmla="val 32258"/>
            </a:avLst>
          </a:prstGeom>
          <a:noFill/>
          <a:ln w="6985" cap="flat">
            <a:solidFill>
              <a:srgbClr val="FFFFFF">
                <a:alpha val="38000"/>
              </a:srgbClr>
            </a:solidFill>
            <a:prstDash val="solid"/>
            <a:miter lim="800000"/>
          </a:ln>
        </p:spPr>
      </p:sp>
      <p:sp>
        <p:nvSpPr>
          <p:cNvPr id="107" name="!!rect-7m4"/>
          <p:cNvSpPr/>
          <p:nvPr/>
        </p:nvSpPr>
        <p:spPr>
          <a:xfrm>
            <a:off x="10916285" y="774065"/>
            <a:ext cx="110909" cy="52070"/>
          </a:xfrm>
          <a:prstGeom prst="roundRect">
            <a:avLst>
              <a:gd name="adj" fmla="val 26829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08" name="!!path-7m5"/>
          <p:cNvSpPr/>
          <p:nvPr/>
        </p:nvSpPr>
        <p:spPr>
          <a:xfrm>
            <a:off x="11074400" y="786130"/>
            <a:ext cx="10345" cy="27940"/>
          </a:xfrm>
          <a:custGeom>
            <a:avLst/>
            <a:gdLst/>
            <a:ahLst/>
            <a:cxnLst/>
            <a:rect l="l" t="t" r="r" b="b"/>
            <a:pathLst>
              <a:path w="10345" h="27940">
                <a:moveTo>
                  <a:pt x="0" y="0"/>
                </a:moveTo>
                <a:lnTo>
                  <a:pt x="0" y="27940"/>
                </a:lnTo>
                <a:cubicBezTo>
                  <a:pt x="6146" y="26066"/>
                  <a:pt x="10345" y="20395"/>
                  <a:pt x="10345" y="13970"/>
                </a:cubicBezTo>
                <a:cubicBezTo>
                  <a:pt x="10345" y="7545"/>
                  <a:pt x="6146" y="1874"/>
                  <a:pt x="0" y="0"/>
                </a:cubicBezTo>
                <a:close/>
              </a:path>
            </a:pathLst>
          </a:custGeom>
          <a:solidFill>
            <a:srgbClr val="FFFFFF">
              <a:alpha val="45000"/>
            </a:srgbClr>
          </a:solidFill>
          <a:ln>
            <a:noFill/>
          </a:ln>
        </p:spPr>
      </p:sp>
      <p:sp>
        <p:nvSpPr>
          <p:cNvPr id="109" name="!!path-7m6"/>
          <p:cNvSpPr/>
          <p:nvPr/>
        </p:nvSpPr>
        <p:spPr>
          <a:xfrm>
            <a:off x="8845537" y="1109129"/>
            <a:ext cx="62258" cy="105791"/>
          </a:xfrm>
          <a:custGeom>
            <a:avLst/>
            <a:gdLst/>
            <a:ahLst/>
            <a:cxnLst/>
            <a:rect l="l" t="t" r="r" b="b"/>
            <a:pathLst>
              <a:path w="62258" h="105791">
                <a:moveTo>
                  <a:pt x="62258" y="9363"/>
                </a:moveTo>
                <a:lnTo>
                  <a:pt x="52896" y="0"/>
                </a:lnTo>
                <a:lnTo>
                  <a:pt x="0" y="52896"/>
                </a:lnTo>
                <a:lnTo>
                  <a:pt x="52896" y="105791"/>
                </a:lnTo>
                <a:lnTo>
                  <a:pt x="62258" y="96429"/>
                </a:lnTo>
                <a:lnTo>
                  <a:pt x="18725" y="5289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10" name="!!text-7m7" descr="上架書籍"/>
          <p:cNvSpPr txBox="1"/>
          <p:nvPr/>
        </p:nvSpPr>
        <p:spPr>
          <a:xfrm>
            <a:off x="9759950" y="1070737"/>
            <a:ext cx="491490" cy="16550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1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上架書籍</a:t>
            </a:r>
            <a:endParaRPr lang="zh-TW" sz="900"/>
          </a:p>
        </p:txBody>
      </p:sp>
      <p:sp>
        <p:nvSpPr>
          <p:cNvPr id="111" name="!!text-7mc" descr="書況照片"/>
          <p:cNvSpPr txBox="1"/>
          <p:nvPr/>
        </p:nvSpPr>
        <p:spPr>
          <a:xfrm>
            <a:off x="8839200" y="1466342"/>
            <a:ext cx="354965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kern="0" dirty="0">
                <a:solidFill>
                  <a:srgbClr val="5B6770"/>
                </a:solidFill>
                <a:latin typeface="Noto Sans TC SemiBold"/>
                <a:ea typeface="Noto Sans TC SemiBold"/>
                <a:cs typeface="Noto Sans TC SemiBold"/>
              </a:rPr>
              <a:t>書況照片</a:t>
            </a:r>
            <a:endParaRPr lang="zh-TW" sz="650"/>
          </a:p>
        </p:txBody>
      </p:sp>
      <p:sp>
        <p:nvSpPr>
          <p:cNvPr id="112" name="!!rect-7mi"/>
          <p:cNvSpPr/>
          <p:nvPr/>
        </p:nvSpPr>
        <p:spPr>
          <a:xfrm>
            <a:off x="8813800" y="1638300"/>
            <a:ext cx="723900" cy="723900"/>
          </a:xfrm>
          <a:prstGeom prst="roundRect">
            <a:avLst>
              <a:gd name="adj" fmla="val 12281"/>
            </a:avLst>
          </a:prstGeom>
          <a:solidFill>
            <a:srgbClr val="DDE3E7"/>
          </a:solidFill>
          <a:ln>
            <a:noFill/>
          </a:ln>
        </p:spPr>
      </p:sp>
      <p:sp>
        <p:nvSpPr>
          <p:cNvPr id="113" name="!!rect-7mk"/>
          <p:cNvSpPr/>
          <p:nvPr/>
        </p:nvSpPr>
        <p:spPr>
          <a:xfrm>
            <a:off x="8953500" y="1701800"/>
            <a:ext cx="444500" cy="596900"/>
          </a:xfrm>
          <a:prstGeom prst="roundRect">
            <a:avLst>
              <a:gd name="adj" fmla="val 5714"/>
            </a:avLst>
          </a:prstGeom>
          <a:gradFill rotWithShape="1">
            <a:gsLst>
              <a:gs pos="0">
                <a:srgbClr val="5D856F"/>
              </a:gs>
              <a:gs pos="100000">
                <a:srgbClr val="3F624F"/>
              </a:gs>
            </a:gsLst>
            <a:lin ang="3199539" scaled="0"/>
          </a:gradFill>
          <a:ln>
            <a:noFill/>
          </a:ln>
        </p:spPr>
      </p:sp>
      <p:sp>
        <p:nvSpPr>
          <p:cNvPr id="114" name="!!rect-7ml"/>
          <p:cNvSpPr/>
          <p:nvPr/>
        </p:nvSpPr>
        <p:spPr>
          <a:xfrm>
            <a:off x="8993505" y="1701800"/>
            <a:ext cx="22225" cy="596900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</p:spPr>
      </p:sp>
      <p:sp>
        <p:nvSpPr>
          <p:cNvPr id="115" name="!!rect-7mm"/>
          <p:cNvSpPr/>
          <p:nvPr/>
        </p:nvSpPr>
        <p:spPr>
          <a:xfrm>
            <a:off x="9064625" y="1809242"/>
            <a:ext cx="248920" cy="41783"/>
          </a:xfrm>
          <a:prstGeom prst="roundRect">
            <a:avLst>
              <a:gd name="adj" fmla="val 28571"/>
            </a:avLst>
          </a:prstGeom>
          <a:solidFill>
            <a:srgbClr val="E7D9B8"/>
          </a:solidFill>
          <a:ln>
            <a:noFill/>
          </a:ln>
        </p:spPr>
      </p:sp>
      <p:sp>
        <p:nvSpPr>
          <p:cNvPr id="116" name="!!rect-7mn"/>
          <p:cNvSpPr/>
          <p:nvPr/>
        </p:nvSpPr>
        <p:spPr>
          <a:xfrm>
            <a:off x="9064625" y="1880870"/>
            <a:ext cx="168910" cy="26861"/>
          </a:xfrm>
          <a:prstGeom prst="roundRect">
            <a:avLst>
              <a:gd name="adj" fmla="val 44444"/>
            </a:avLst>
          </a:prstGeom>
          <a:solidFill>
            <a:srgbClr val="E7D9B8">
              <a:alpha val="72000"/>
            </a:srgbClr>
          </a:solidFill>
          <a:ln>
            <a:noFill/>
          </a:ln>
        </p:spPr>
      </p:sp>
      <p:sp>
        <p:nvSpPr>
          <p:cNvPr id="117" name="!!rect-7mo"/>
          <p:cNvSpPr/>
          <p:nvPr/>
        </p:nvSpPr>
        <p:spPr>
          <a:xfrm>
            <a:off x="9064625" y="2179320"/>
            <a:ext cx="124460" cy="23876"/>
          </a:xfrm>
          <a:prstGeom prst="roundRect">
            <a:avLst>
              <a:gd name="adj" fmla="val 50000"/>
            </a:avLst>
          </a:prstGeom>
          <a:solidFill>
            <a:srgbClr val="E7D9B8">
              <a:alpha val="55000"/>
            </a:srgbClr>
          </a:solidFill>
          <a:ln>
            <a:noFill/>
          </a:ln>
        </p:spPr>
      </p:sp>
      <p:sp>
        <p:nvSpPr>
          <p:cNvPr id="118" name="!!rect-7mq"/>
          <p:cNvSpPr/>
          <p:nvPr/>
        </p:nvSpPr>
        <p:spPr>
          <a:xfrm>
            <a:off x="9601200" y="1638300"/>
            <a:ext cx="723900" cy="723900"/>
          </a:xfrm>
          <a:prstGeom prst="roundRect">
            <a:avLst>
              <a:gd name="adj" fmla="val 12281"/>
            </a:avLst>
          </a:prstGeom>
          <a:solidFill>
            <a:srgbClr val="DDE3E7"/>
          </a:solidFill>
          <a:ln>
            <a:noFill/>
          </a:ln>
        </p:spPr>
      </p:sp>
      <p:sp>
        <p:nvSpPr>
          <p:cNvPr id="119" name="!!rect-7ms"/>
          <p:cNvSpPr/>
          <p:nvPr/>
        </p:nvSpPr>
        <p:spPr>
          <a:xfrm>
            <a:off x="9740900" y="1701800"/>
            <a:ext cx="444500" cy="596900"/>
          </a:xfrm>
          <a:prstGeom prst="roundRect">
            <a:avLst>
              <a:gd name="adj" fmla="val 5714"/>
            </a:avLst>
          </a:prstGeom>
          <a:gradFill rotWithShape="1">
            <a:gsLst>
              <a:gs pos="0">
                <a:srgbClr val="69927B"/>
              </a:gs>
              <a:gs pos="100000">
                <a:srgbClr val="4A6D5A"/>
              </a:gs>
            </a:gsLst>
            <a:lin ang="3199539" scaled="0"/>
          </a:gradFill>
          <a:ln>
            <a:noFill/>
          </a:ln>
        </p:spPr>
      </p:sp>
      <p:sp>
        <p:nvSpPr>
          <p:cNvPr id="120" name="!!rect-7mt"/>
          <p:cNvSpPr/>
          <p:nvPr/>
        </p:nvSpPr>
        <p:spPr>
          <a:xfrm>
            <a:off x="9780905" y="1701800"/>
            <a:ext cx="22225" cy="596900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</p:spPr>
      </p:sp>
      <p:sp>
        <p:nvSpPr>
          <p:cNvPr id="121" name="!!rect-7mu"/>
          <p:cNvSpPr/>
          <p:nvPr/>
        </p:nvSpPr>
        <p:spPr>
          <a:xfrm>
            <a:off x="9852025" y="1809242"/>
            <a:ext cx="248920" cy="41783"/>
          </a:xfrm>
          <a:prstGeom prst="roundRect">
            <a:avLst>
              <a:gd name="adj" fmla="val 28571"/>
            </a:avLst>
          </a:prstGeom>
          <a:solidFill>
            <a:srgbClr val="EFE6D0"/>
          </a:solidFill>
          <a:ln>
            <a:noFill/>
          </a:ln>
        </p:spPr>
      </p:sp>
      <p:sp>
        <p:nvSpPr>
          <p:cNvPr id="122" name="!!rect-7mv"/>
          <p:cNvSpPr/>
          <p:nvPr/>
        </p:nvSpPr>
        <p:spPr>
          <a:xfrm>
            <a:off x="9852025" y="1880870"/>
            <a:ext cx="168910" cy="26861"/>
          </a:xfrm>
          <a:prstGeom prst="roundRect">
            <a:avLst>
              <a:gd name="adj" fmla="val 44444"/>
            </a:avLst>
          </a:prstGeom>
          <a:solidFill>
            <a:srgbClr val="EFE6D0">
              <a:alpha val="72000"/>
            </a:srgbClr>
          </a:solidFill>
          <a:ln>
            <a:noFill/>
          </a:ln>
        </p:spPr>
      </p:sp>
      <p:sp>
        <p:nvSpPr>
          <p:cNvPr id="123" name="!!rect-7mw"/>
          <p:cNvSpPr/>
          <p:nvPr/>
        </p:nvSpPr>
        <p:spPr>
          <a:xfrm>
            <a:off x="9852025" y="2179320"/>
            <a:ext cx="124460" cy="23876"/>
          </a:xfrm>
          <a:prstGeom prst="roundRect">
            <a:avLst>
              <a:gd name="adj" fmla="val 50000"/>
            </a:avLst>
          </a:prstGeom>
          <a:solidFill>
            <a:srgbClr val="EFE6D0">
              <a:alpha val="55000"/>
            </a:srgbClr>
          </a:solidFill>
          <a:ln>
            <a:noFill/>
          </a:ln>
        </p:spPr>
      </p:sp>
      <p:sp>
        <p:nvSpPr>
          <p:cNvPr id="124" name="!!rect-7my"/>
          <p:cNvSpPr/>
          <p:nvPr/>
        </p:nvSpPr>
        <p:spPr>
          <a:xfrm>
            <a:off x="10388600" y="1638300"/>
            <a:ext cx="723900" cy="723900"/>
          </a:xfrm>
          <a:prstGeom prst="roundRect">
            <a:avLst>
              <a:gd name="adj" fmla="val 12281"/>
            </a:avLst>
          </a:prstGeom>
          <a:solidFill>
            <a:srgbClr val="DDE3E7"/>
          </a:solidFill>
          <a:ln>
            <a:noFill/>
          </a:ln>
        </p:spPr>
      </p:sp>
      <p:sp>
        <p:nvSpPr>
          <p:cNvPr id="125" name="!!rect-7n0"/>
          <p:cNvSpPr/>
          <p:nvPr/>
        </p:nvSpPr>
        <p:spPr>
          <a:xfrm>
            <a:off x="10528300" y="1701800"/>
            <a:ext cx="444500" cy="596900"/>
          </a:xfrm>
          <a:prstGeom prst="roundRect">
            <a:avLst>
              <a:gd name="adj" fmla="val 5714"/>
            </a:avLst>
          </a:prstGeom>
          <a:gradFill rotWithShape="1">
            <a:gsLst>
              <a:gs pos="0">
                <a:srgbClr val="567B67"/>
              </a:gs>
              <a:gs pos="100000">
                <a:srgbClr val="395948"/>
              </a:gs>
            </a:gsLst>
            <a:lin ang="3199539" scaled="0"/>
          </a:gradFill>
          <a:ln>
            <a:noFill/>
          </a:ln>
        </p:spPr>
      </p:sp>
      <p:sp>
        <p:nvSpPr>
          <p:cNvPr id="126" name="!!rect-7n1"/>
          <p:cNvSpPr/>
          <p:nvPr/>
        </p:nvSpPr>
        <p:spPr>
          <a:xfrm>
            <a:off x="10568305" y="1701800"/>
            <a:ext cx="22225" cy="596900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</p:spPr>
      </p:sp>
      <p:sp>
        <p:nvSpPr>
          <p:cNvPr id="127" name="!!rect-7n2"/>
          <p:cNvSpPr/>
          <p:nvPr/>
        </p:nvSpPr>
        <p:spPr>
          <a:xfrm>
            <a:off x="10639425" y="1809242"/>
            <a:ext cx="248920" cy="41783"/>
          </a:xfrm>
          <a:prstGeom prst="roundRect">
            <a:avLst>
              <a:gd name="adj" fmla="val 28571"/>
            </a:avLst>
          </a:prstGeom>
          <a:solidFill>
            <a:srgbClr val="E2D3B0"/>
          </a:solidFill>
          <a:ln>
            <a:noFill/>
          </a:ln>
        </p:spPr>
      </p:sp>
      <p:sp>
        <p:nvSpPr>
          <p:cNvPr id="128" name="!!rect-7n3"/>
          <p:cNvSpPr/>
          <p:nvPr/>
        </p:nvSpPr>
        <p:spPr>
          <a:xfrm>
            <a:off x="10639425" y="1880870"/>
            <a:ext cx="168910" cy="26861"/>
          </a:xfrm>
          <a:prstGeom prst="roundRect">
            <a:avLst>
              <a:gd name="adj" fmla="val 44444"/>
            </a:avLst>
          </a:prstGeom>
          <a:solidFill>
            <a:srgbClr val="E2D3B0">
              <a:alpha val="72000"/>
            </a:srgbClr>
          </a:solidFill>
          <a:ln>
            <a:noFill/>
          </a:ln>
        </p:spPr>
      </p:sp>
      <p:sp>
        <p:nvSpPr>
          <p:cNvPr id="129" name="!!rect-7n4"/>
          <p:cNvSpPr/>
          <p:nvPr/>
        </p:nvSpPr>
        <p:spPr>
          <a:xfrm>
            <a:off x="10639425" y="2179320"/>
            <a:ext cx="124460" cy="23876"/>
          </a:xfrm>
          <a:prstGeom prst="roundRect">
            <a:avLst>
              <a:gd name="adj" fmla="val 50000"/>
            </a:avLst>
          </a:prstGeom>
          <a:solidFill>
            <a:srgbClr val="E2D3B0">
              <a:alpha val="55000"/>
            </a:srgbClr>
          </a:solidFill>
          <a:ln>
            <a:noFill/>
          </a:ln>
        </p:spPr>
      </p:sp>
      <p:sp>
        <p:nvSpPr>
          <p:cNvPr id="130" name="!!text-7n5" descr="書名"/>
          <p:cNvSpPr txBox="1"/>
          <p:nvPr/>
        </p:nvSpPr>
        <p:spPr>
          <a:xfrm>
            <a:off x="8839200" y="2469642"/>
            <a:ext cx="189865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kern="0" dirty="0">
                <a:solidFill>
                  <a:srgbClr val="5B6770"/>
                </a:solidFill>
                <a:latin typeface="Noto Sans TC SemiBold"/>
                <a:ea typeface="Noto Sans TC SemiBold"/>
                <a:cs typeface="Noto Sans TC SemiBold"/>
              </a:rPr>
              <a:t>書名</a:t>
            </a:r>
            <a:endParaRPr lang="zh-TW" sz="650"/>
          </a:p>
        </p:txBody>
      </p:sp>
      <p:sp>
        <p:nvSpPr>
          <p:cNvPr id="131" name="!!rect-7n8"/>
          <p:cNvSpPr/>
          <p:nvPr/>
        </p:nvSpPr>
        <p:spPr>
          <a:xfrm>
            <a:off x="8813800" y="2628900"/>
            <a:ext cx="2349500" cy="292100"/>
          </a:xfrm>
          <a:prstGeom prst="roundRect">
            <a:avLst>
              <a:gd name="adj" fmla="val 30435"/>
            </a:avLst>
          </a:prstGeom>
          <a:solidFill>
            <a:srgbClr val="FFFFFF"/>
          </a:solidFill>
          <a:ln w="6350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132" name="!!text-7n9" descr="統計學概論"/>
          <p:cNvSpPr txBox="1"/>
          <p:nvPr/>
        </p:nvSpPr>
        <p:spPr>
          <a:xfrm>
            <a:off x="8915400" y="2699385"/>
            <a:ext cx="504825" cy="1379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0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統計學概論</a:t>
            </a:r>
            <a:endParaRPr lang="zh-TW" sz="750"/>
          </a:p>
        </p:txBody>
      </p:sp>
      <p:sp>
        <p:nvSpPr>
          <p:cNvPr id="133" name="!!text-7nf" descr="書況"/>
          <p:cNvSpPr txBox="1"/>
          <p:nvPr/>
        </p:nvSpPr>
        <p:spPr>
          <a:xfrm>
            <a:off x="8839200" y="2926842"/>
            <a:ext cx="189865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kern="0" dirty="0">
                <a:solidFill>
                  <a:srgbClr val="5B6770"/>
                </a:solidFill>
                <a:latin typeface="Noto Sans TC SemiBold"/>
                <a:ea typeface="Noto Sans TC SemiBold"/>
                <a:cs typeface="Noto Sans TC SemiBold"/>
              </a:rPr>
              <a:t>書況</a:t>
            </a:r>
            <a:endParaRPr lang="zh-TW" sz="650"/>
          </a:p>
        </p:txBody>
      </p:sp>
      <p:sp>
        <p:nvSpPr>
          <p:cNvPr id="134" name="!!rect-7ni"/>
          <p:cNvSpPr/>
          <p:nvPr/>
        </p:nvSpPr>
        <p:spPr>
          <a:xfrm>
            <a:off x="8813800" y="3086100"/>
            <a:ext cx="2349500" cy="292100"/>
          </a:xfrm>
          <a:prstGeom prst="roundRect">
            <a:avLst>
              <a:gd name="adj" fmla="val 30435"/>
            </a:avLst>
          </a:prstGeom>
          <a:solidFill>
            <a:srgbClr val="FFFFFF"/>
          </a:solidFill>
          <a:ln w="6350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135" name="!!text-7nj" descr="售價"/>
          <p:cNvSpPr txBox="1"/>
          <p:nvPr/>
        </p:nvSpPr>
        <p:spPr>
          <a:xfrm>
            <a:off x="8839200" y="3384042"/>
            <a:ext cx="189865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kern="0" dirty="0">
                <a:solidFill>
                  <a:srgbClr val="5B6770"/>
                </a:solidFill>
                <a:latin typeface="Noto Sans TC SemiBold"/>
                <a:ea typeface="Noto Sans TC SemiBold"/>
                <a:cs typeface="Noto Sans TC SemiBold"/>
              </a:rPr>
              <a:t>售價</a:t>
            </a:r>
            <a:endParaRPr lang="zh-TW" sz="650"/>
          </a:p>
        </p:txBody>
      </p:sp>
      <p:sp>
        <p:nvSpPr>
          <p:cNvPr id="136" name="!!rect-7nm"/>
          <p:cNvSpPr/>
          <p:nvPr/>
        </p:nvSpPr>
        <p:spPr>
          <a:xfrm>
            <a:off x="8813800" y="3543300"/>
            <a:ext cx="2349500" cy="292100"/>
          </a:xfrm>
          <a:prstGeom prst="roundRect">
            <a:avLst>
              <a:gd name="adj" fmla="val 30435"/>
            </a:avLst>
          </a:prstGeom>
          <a:solidFill>
            <a:srgbClr val="FFFFFF"/>
          </a:solidFill>
          <a:ln w="6350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137" name="!!rect-7nn"/>
          <p:cNvSpPr/>
          <p:nvPr/>
        </p:nvSpPr>
        <p:spPr>
          <a:xfrm>
            <a:off x="8813800" y="3911600"/>
            <a:ext cx="2349500" cy="317500"/>
          </a:xfrm>
          <a:prstGeom prst="roundRect">
            <a:avLst>
              <a:gd name="adj" fmla="val 28000"/>
            </a:avLst>
          </a:prstGeom>
          <a:solidFill>
            <a:srgbClr val="627D8D">
              <a:alpha val="8000"/>
            </a:srgbClr>
          </a:solidFill>
          <a:ln w="6350" cap="flat">
            <a:solidFill>
              <a:srgbClr val="627D8D">
                <a:alpha val="35000"/>
              </a:srgbClr>
            </a:solidFill>
            <a:prstDash val="solid"/>
            <a:miter lim="800000"/>
          </a:ln>
        </p:spPr>
      </p:sp>
      <p:sp>
        <p:nvSpPr>
          <p:cNvPr id="138" name="!!path-7no"/>
          <p:cNvSpPr/>
          <p:nvPr/>
        </p:nvSpPr>
        <p:spPr>
          <a:xfrm>
            <a:off x="8920429" y="4015054"/>
            <a:ext cx="110642" cy="110642"/>
          </a:xfrm>
          <a:custGeom>
            <a:avLst/>
            <a:gdLst/>
            <a:ahLst/>
            <a:cxnLst/>
            <a:rect l="l" t="t" r="r" b="b"/>
            <a:pathLst>
              <a:path w="110642" h="110642">
                <a:moveTo>
                  <a:pt x="90526" y="40234"/>
                </a:moveTo>
                <a:lnTo>
                  <a:pt x="96812" y="26403"/>
                </a:lnTo>
                <a:lnTo>
                  <a:pt x="110642" y="20117"/>
                </a:lnTo>
                <a:lnTo>
                  <a:pt x="96812" y="13830"/>
                </a:lnTo>
                <a:lnTo>
                  <a:pt x="90526" y="0"/>
                </a:lnTo>
                <a:lnTo>
                  <a:pt x="84239" y="13830"/>
                </a:lnTo>
                <a:lnTo>
                  <a:pt x="70409" y="20117"/>
                </a:lnTo>
                <a:lnTo>
                  <a:pt x="84239" y="26403"/>
                </a:lnTo>
                <a:lnTo>
                  <a:pt x="90526" y="40234"/>
                </a:lnTo>
                <a:close/>
                <a:moveTo>
                  <a:pt x="52807" y="42748"/>
                </a:moveTo>
                <a:lnTo>
                  <a:pt x="40234" y="15088"/>
                </a:lnTo>
                <a:lnTo>
                  <a:pt x="27661" y="42748"/>
                </a:lnTo>
                <a:lnTo>
                  <a:pt x="0" y="55321"/>
                </a:lnTo>
                <a:lnTo>
                  <a:pt x="27661" y="67894"/>
                </a:lnTo>
                <a:lnTo>
                  <a:pt x="40234" y="95555"/>
                </a:lnTo>
                <a:lnTo>
                  <a:pt x="52807" y="67894"/>
                </a:lnTo>
                <a:lnTo>
                  <a:pt x="80467" y="55321"/>
                </a:lnTo>
                <a:lnTo>
                  <a:pt x="52807" y="42748"/>
                </a:lnTo>
                <a:close/>
                <a:moveTo>
                  <a:pt x="90526" y="70409"/>
                </a:moveTo>
                <a:lnTo>
                  <a:pt x="84239" y="84239"/>
                </a:lnTo>
                <a:lnTo>
                  <a:pt x="70409" y="90526"/>
                </a:lnTo>
                <a:lnTo>
                  <a:pt x="84239" y="96812"/>
                </a:lnTo>
                <a:lnTo>
                  <a:pt x="90526" y="110642"/>
                </a:lnTo>
                <a:lnTo>
                  <a:pt x="96812" y="96812"/>
                </a:lnTo>
                <a:lnTo>
                  <a:pt x="110642" y="90526"/>
                </a:lnTo>
                <a:lnTo>
                  <a:pt x="96812" y="84239"/>
                </a:lnTo>
                <a:lnTo>
                  <a:pt x="90526" y="70409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139" name="!!text-7np" descr="AI 帶入"/>
          <p:cNvSpPr txBox="1"/>
          <p:nvPr/>
        </p:nvSpPr>
        <p:spPr>
          <a:xfrm>
            <a:off x="9093200" y="3998976"/>
            <a:ext cx="310972" cy="12872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AI 帶入</a:t>
            </a:r>
            <a:endParaRPr lang="zh-TW" sz="700"/>
          </a:p>
        </p:txBody>
      </p:sp>
      <p:sp>
        <p:nvSpPr>
          <p:cNvPr id="140" name="!!rect-7nu"/>
          <p:cNvSpPr/>
          <p:nvPr/>
        </p:nvSpPr>
        <p:spPr>
          <a:xfrm>
            <a:off x="9531350" y="6076950"/>
            <a:ext cx="914400" cy="31750"/>
          </a:xfrm>
          <a:prstGeom prst="roundRect">
            <a:avLst>
              <a:gd name="adj" fmla="val 50000"/>
            </a:avLst>
          </a:prstGeom>
          <a:solidFill>
            <a:srgbClr val="000000">
              <a:alpha val="90000"/>
            </a:srgbClr>
          </a:solidFill>
          <a:ln>
            <a:noFill/>
          </a:ln>
        </p:spPr>
      </p:sp>
      <p:sp>
        <p:nvSpPr>
          <p:cNvPr id="141" name="!!rect-7nv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solidFill>
            <a:srgbClr val="000000">
              <a:alpha val="45000"/>
            </a:srgbClr>
          </a:solidFill>
          <a:ln>
            <a:noFill/>
          </a:ln>
        </p:spPr>
      </p:sp>
      <p:sp>
        <p:nvSpPr>
          <p:cNvPr id="142" name="!!text-7nw" descr="2:25"/>
          <p:cNvSpPr txBox="1"/>
          <p:nvPr/>
        </p:nvSpPr>
        <p:spPr>
          <a:xfrm>
            <a:off x="9020597" y="714883"/>
            <a:ext cx="253790" cy="1563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50" kern="0" dirty="0">
                <a:solidFill>
                  <a:srgbClr val="FFFFFF"/>
                </a:solidFill>
                <a:latin typeface="Noto Sans TC SemiBold"/>
                <a:ea typeface="Noto Sans TC SemiBold"/>
                <a:cs typeface="Noto Sans TC SemiBold"/>
              </a:rPr>
              <a:t>2:25</a:t>
            </a:r>
            <a:endParaRPr lang="zh-TW" sz="850"/>
          </a:p>
        </p:txBody>
      </p:sp>
      <p:sp>
        <p:nvSpPr>
          <p:cNvPr id="143" name="!!rect-7o1"/>
          <p:cNvSpPr/>
          <p:nvPr/>
        </p:nvSpPr>
        <p:spPr>
          <a:xfrm>
            <a:off x="10579100" y="808990"/>
            <a:ext cx="21590" cy="2667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44" name="!!rect-7o2"/>
          <p:cNvSpPr/>
          <p:nvPr/>
        </p:nvSpPr>
        <p:spPr>
          <a:xfrm>
            <a:off x="10612120" y="792480"/>
            <a:ext cx="21590" cy="4318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45" name="!!rect-7o3"/>
          <p:cNvSpPr/>
          <p:nvPr/>
        </p:nvSpPr>
        <p:spPr>
          <a:xfrm>
            <a:off x="10645140" y="775970"/>
            <a:ext cx="21590" cy="5969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46" name="!!rect-7o4"/>
          <p:cNvSpPr/>
          <p:nvPr/>
        </p:nvSpPr>
        <p:spPr>
          <a:xfrm>
            <a:off x="10678160" y="759460"/>
            <a:ext cx="21590" cy="7620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47" name="!!path-7o5"/>
          <p:cNvSpPr/>
          <p:nvPr/>
        </p:nvSpPr>
        <p:spPr>
          <a:xfrm>
            <a:off x="10763250" y="763570"/>
            <a:ext cx="95250" cy="70820"/>
          </a:xfrm>
          <a:custGeom>
            <a:avLst/>
            <a:gdLst/>
            <a:ahLst/>
            <a:cxnLst/>
            <a:rect l="l" t="t" r="r" b="b"/>
            <a:pathLst>
              <a:path w="95250" h="70820">
                <a:moveTo>
                  <a:pt x="47625" y="70820"/>
                </a:moveTo>
                <a:lnTo>
                  <a:pt x="31115" y="51135"/>
                </a:lnTo>
                <a:cubicBezTo>
                  <a:pt x="40714" y="43262"/>
                  <a:pt x="54536" y="43262"/>
                  <a:pt x="64135" y="51135"/>
                </a:cubicBezTo>
                <a:close/>
                <a:moveTo>
                  <a:pt x="0" y="23830"/>
                </a:moveTo>
                <a:cubicBezTo>
                  <a:pt x="27279" y="0"/>
                  <a:pt x="67971" y="0"/>
                  <a:pt x="95250" y="23830"/>
                </a:cubicBezTo>
                <a:lnTo>
                  <a:pt x="83820" y="37165"/>
                </a:lnTo>
                <a:cubicBezTo>
                  <a:pt x="63051" y="19153"/>
                  <a:pt x="32199" y="19153"/>
                  <a:pt x="11430" y="37165"/>
                </a:cubicBezTo>
                <a:close/>
                <a:moveTo>
                  <a:pt x="16510" y="43515"/>
                </a:moveTo>
                <a:cubicBezTo>
                  <a:pt x="34385" y="28089"/>
                  <a:pt x="60865" y="28089"/>
                  <a:pt x="78740" y="43515"/>
                </a:cubicBezTo>
                <a:lnTo>
                  <a:pt x="67310" y="56850"/>
                </a:lnTo>
                <a:cubicBezTo>
                  <a:pt x="55947" y="47238"/>
                  <a:pt x="39303" y="47238"/>
                  <a:pt x="27940" y="5685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48" name="!!rect-7o6"/>
          <p:cNvSpPr/>
          <p:nvPr/>
        </p:nvSpPr>
        <p:spPr>
          <a:xfrm>
            <a:off x="10902950" y="760730"/>
            <a:ext cx="161925" cy="78740"/>
          </a:xfrm>
          <a:prstGeom prst="roundRect">
            <a:avLst>
              <a:gd name="adj" fmla="val 32258"/>
            </a:avLst>
          </a:prstGeom>
          <a:noFill/>
          <a:ln w="6985" cap="flat">
            <a:solidFill>
              <a:srgbClr val="FFFFFF">
                <a:alpha val="38000"/>
              </a:srgbClr>
            </a:solidFill>
            <a:prstDash val="solid"/>
            <a:miter lim="800000"/>
          </a:ln>
        </p:spPr>
      </p:sp>
      <p:sp>
        <p:nvSpPr>
          <p:cNvPr id="149" name="!!rect-7o7"/>
          <p:cNvSpPr/>
          <p:nvPr/>
        </p:nvSpPr>
        <p:spPr>
          <a:xfrm>
            <a:off x="10916285" y="774065"/>
            <a:ext cx="110909" cy="52070"/>
          </a:xfrm>
          <a:prstGeom prst="roundRect">
            <a:avLst>
              <a:gd name="adj" fmla="val 26829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50" name="!!path-7o8"/>
          <p:cNvSpPr/>
          <p:nvPr/>
        </p:nvSpPr>
        <p:spPr>
          <a:xfrm>
            <a:off x="11074400" y="786130"/>
            <a:ext cx="10345" cy="27940"/>
          </a:xfrm>
          <a:custGeom>
            <a:avLst/>
            <a:gdLst/>
            <a:ahLst/>
            <a:cxnLst/>
            <a:rect l="l" t="t" r="r" b="b"/>
            <a:pathLst>
              <a:path w="10345" h="27940">
                <a:moveTo>
                  <a:pt x="0" y="0"/>
                </a:moveTo>
                <a:lnTo>
                  <a:pt x="0" y="27940"/>
                </a:lnTo>
                <a:cubicBezTo>
                  <a:pt x="6146" y="26066"/>
                  <a:pt x="10345" y="20395"/>
                  <a:pt x="10345" y="13970"/>
                </a:cubicBezTo>
                <a:cubicBezTo>
                  <a:pt x="10345" y="7545"/>
                  <a:pt x="6146" y="1874"/>
                  <a:pt x="0" y="0"/>
                </a:cubicBezTo>
                <a:close/>
              </a:path>
            </a:pathLst>
          </a:custGeom>
          <a:solidFill>
            <a:srgbClr val="FFFFFF">
              <a:alpha val="45000"/>
            </a:srgbClr>
          </a:solidFill>
          <a:ln>
            <a:noFill/>
          </a:ln>
        </p:spPr>
      </p:sp>
      <p:sp>
        <p:nvSpPr>
          <p:cNvPr id="151" name="!!path-7oc"/>
          <p:cNvSpPr/>
          <p:nvPr/>
        </p:nvSpPr>
        <p:spPr>
          <a:xfrm>
            <a:off x="8712200" y="1358900"/>
            <a:ext cx="2552700" cy="4800600"/>
          </a:xfrm>
          <a:custGeom>
            <a:avLst/>
            <a:gdLst/>
            <a:ahLst/>
            <a:cxnLst/>
            <a:rect l="l" t="t" r="r" b="b"/>
            <a:pathLst>
              <a:path w="2552700" h="4800600">
                <a:moveTo>
                  <a:pt x="2493841" y="4645383"/>
                </a:moveTo>
                <a:lnTo>
                  <a:pt x="2450407" y="4698307"/>
                </a:lnTo>
                <a:lnTo>
                  <a:pt x="2397483" y="4741741"/>
                </a:lnTo>
                <a:lnTo>
                  <a:pt x="2337102" y="4774015"/>
                </a:lnTo>
                <a:lnTo>
                  <a:pt x="2271585" y="4793889"/>
                </a:lnTo>
                <a:lnTo>
                  <a:pt x="2203450" y="4800600"/>
                </a:lnTo>
                <a:lnTo>
                  <a:pt x="349250" y="4800600"/>
                </a:lnTo>
                <a:lnTo>
                  <a:pt x="281115" y="4793889"/>
                </a:lnTo>
                <a:lnTo>
                  <a:pt x="215598" y="4774015"/>
                </a:lnTo>
                <a:lnTo>
                  <a:pt x="155217" y="4741741"/>
                </a:lnTo>
                <a:lnTo>
                  <a:pt x="102293" y="4698307"/>
                </a:lnTo>
                <a:lnTo>
                  <a:pt x="58859" y="4645383"/>
                </a:lnTo>
                <a:lnTo>
                  <a:pt x="26585" y="4585002"/>
                </a:lnTo>
                <a:lnTo>
                  <a:pt x="6711" y="4519485"/>
                </a:lnTo>
                <a:lnTo>
                  <a:pt x="0" y="4451350"/>
                </a:lnTo>
                <a:lnTo>
                  <a:pt x="0" y="127000"/>
                </a:lnTo>
                <a:lnTo>
                  <a:pt x="882" y="106715"/>
                </a:lnTo>
                <a:lnTo>
                  <a:pt x="3528" y="88194"/>
                </a:lnTo>
                <a:lnTo>
                  <a:pt x="7938" y="71438"/>
                </a:lnTo>
                <a:lnTo>
                  <a:pt x="14111" y="56444"/>
                </a:lnTo>
                <a:lnTo>
                  <a:pt x="22049" y="43215"/>
                </a:lnTo>
                <a:lnTo>
                  <a:pt x="31750" y="31750"/>
                </a:lnTo>
                <a:lnTo>
                  <a:pt x="43215" y="22049"/>
                </a:lnTo>
                <a:lnTo>
                  <a:pt x="56444" y="14111"/>
                </a:lnTo>
                <a:lnTo>
                  <a:pt x="71438" y="7938"/>
                </a:lnTo>
                <a:lnTo>
                  <a:pt x="88194" y="3528"/>
                </a:lnTo>
                <a:lnTo>
                  <a:pt x="106715" y="882"/>
                </a:lnTo>
                <a:lnTo>
                  <a:pt x="127000" y="0"/>
                </a:lnTo>
                <a:lnTo>
                  <a:pt x="2425700" y="0"/>
                </a:lnTo>
                <a:lnTo>
                  <a:pt x="2445985" y="882"/>
                </a:lnTo>
                <a:lnTo>
                  <a:pt x="2464506" y="3528"/>
                </a:lnTo>
                <a:lnTo>
                  <a:pt x="2481263" y="7938"/>
                </a:lnTo>
                <a:lnTo>
                  <a:pt x="2496256" y="14111"/>
                </a:lnTo>
                <a:lnTo>
                  <a:pt x="2509485" y="22049"/>
                </a:lnTo>
                <a:lnTo>
                  <a:pt x="2520950" y="31750"/>
                </a:lnTo>
                <a:lnTo>
                  <a:pt x="2530651" y="43215"/>
                </a:lnTo>
                <a:lnTo>
                  <a:pt x="2538589" y="56444"/>
                </a:lnTo>
                <a:lnTo>
                  <a:pt x="2544763" y="71438"/>
                </a:lnTo>
                <a:lnTo>
                  <a:pt x="2549172" y="88194"/>
                </a:lnTo>
                <a:lnTo>
                  <a:pt x="2551818" y="106715"/>
                </a:lnTo>
                <a:lnTo>
                  <a:pt x="2552700" y="127000"/>
                </a:lnTo>
                <a:lnTo>
                  <a:pt x="2552700" y="4451350"/>
                </a:lnTo>
                <a:lnTo>
                  <a:pt x="2545989" y="4519485"/>
                </a:lnTo>
                <a:lnTo>
                  <a:pt x="2526115" y="458500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52" name="!!rect-7od"/>
          <p:cNvSpPr/>
          <p:nvPr/>
        </p:nvSpPr>
        <p:spPr>
          <a:xfrm>
            <a:off x="9874250" y="1422400"/>
            <a:ext cx="228600" cy="25400"/>
          </a:xfrm>
          <a:prstGeom prst="roundRect">
            <a:avLst>
              <a:gd name="adj" fmla="val 50000"/>
            </a:avLst>
          </a:prstGeom>
          <a:solidFill>
            <a:srgbClr val="E8EBEE"/>
          </a:solidFill>
          <a:ln>
            <a:noFill/>
          </a:ln>
        </p:spPr>
      </p:sp>
      <p:sp>
        <p:nvSpPr>
          <p:cNvPr id="153" name="!!path-7oj"/>
          <p:cNvSpPr/>
          <p:nvPr/>
        </p:nvSpPr>
        <p:spPr>
          <a:xfrm>
            <a:off x="8870950" y="1530350"/>
            <a:ext cx="139700" cy="139700"/>
          </a:xfrm>
          <a:custGeom>
            <a:avLst/>
            <a:gdLst/>
            <a:ahLst/>
            <a:cxnLst/>
            <a:rect l="l" t="t" r="r" b="b"/>
            <a:pathLst>
              <a:path w="139700" h="139700">
                <a:moveTo>
                  <a:pt x="114300" y="50800"/>
                </a:moveTo>
                <a:lnTo>
                  <a:pt x="122238" y="33338"/>
                </a:lnTo>
                <a:lnTo>
                  <a:pt x="139700" y="25400"/>
                </a:lnTo>
                <a:lnTo>
                  <a:pt x="122238" y="17463"/>
                </a:lnTo>
                <a:lnTo>
                  <a:pt x="114300" y="0"/>
                </a:lnTo>
                <a:lnTo>
                  <a:pt x="106363" y="17463"/>
                </a:lnTo>
                <a:lnTo>
                  <a:pt x="88900" y="25400"/>
                </a:lnTo>
                <a:lnTo>
                  <a:pt x="106363" y="33338"/>
                </a:lnTo>
                <a:lnTo>
                  <a:pt x="114300" y="50800"/>
                </a:lnTo>
                <a:close/>
                <a:moveTo>
                  <a:pt x="66675" y="53975"/>
                </a:moveTo>
                <a:lnTo>
                  <a:pt x="50800" y="19050"/>
                </a:lnTo>
                <a:lnTo>
                  <a:pt x="34925" y="53975"/>
                </a:lnTo>
                <a:lnTo>
                  <a:pt x="0" y="69850"/>
                </a:lnTo>
                <a:lnTo>
                  <a:pt x="34925" y="85725"/>
                </a:lnTo>
                <a:lnTo>
                  <a:pt x="50800" y="120650"/>
                </a:lnTo>
                <a:lnTo>
                  <a:pt x="66675" y="85725"/>
                </a:lnTo>
                <a:lnTo>
                  <a:pt x="101600" y="69850"/>
                </a:lnTo>
                <a:lnTo>
                  <a:pt x="66675" y="53975"/>
                </a:lnTo>
                <a:close/>
                <a:moveTo>
                  <a:pt x="114300" y="88900"/>
                </a:moveTo>
                <a:lnTo>
                  <a:pt x="106363" y="106363"/>
                </a:lnTo>
                <a:lnTo>
                  <a:pt x="88900" y="114300"/>
                </a:lnTo>
                <a:lnTo>
                  <a:pt x="106363" y="122238"/>
                </a:lnTo>
                <a:lnTo>
                  <a:pt x="114300" y="139700"/>
                </a:lnTo>
                <a:lnTo>
                  <a:pt x="122238" y="122238"/>
                </a:lnTo>
                <a:lnTo>
                  <a:pt x="139700" y="114300"/>
                </a:lnTo>
                <a:lnTo>
                  <a:pt x="122238" y="106363"/>
                </a:lnTo>
                <a:lnTo>
                  <a:pt x="114300" y="88900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154" name="!!text-7p1" descr="AI 建議"/>
          <p:cNvSpPr txBox="1"/>
          <p:nvPr/>
        </p:nvSpPr>
        <p:spPr>
          <a:xfrm>
            <a:off x="9093200" y="1519428"/>
            <a:ext cx="377609" cy="1563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5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AI 建議</a:t>
            </a:r>
            <a:endParaRPr lang="zh-TW" sz="850"/>
          </a:p>
        </p:txBody>
      </p:sp>
      <p:sp>
        <p:nvSpPr>
          <p:cNvPr id="155" name="!!text-7se" descr="書籍資料"/>
          <p:cNvSpPr txBox="1"/>
          <p:nvPr/>
        </p:nvSpPr>
        <p:spPr>
          <a:xfrm>
            <a:off x="8839200" y="1733042"/>
            <a:ext cx="364871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b="1" kern="0" spc="26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書籍資</a:t>
            </a:r>
            <a:r>
              <a:rPr lang="zh-TW" altLang="en-US" sz="650" b="1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料</a:t>
            </a:r>
            <a:endParaRPr lang="zh-TW" sz="650"/>
          </a:p>
        </p:txBody>
      </p:sp>
      <p:sp>
        <p:nvSpPr>
          <p:cNvPr id="156" name="!!rect-7sn"/>
          <p:cNvSpPr/>
          <p:nvPr/>
        </p:nvSpPr>
        <p:spPr>
          <a:xfrm>
            <a:off x="8813800" y="1905000"/>
            <a:ext cx="2349500" cy="304800"/>
          </a:xfrm>
          <a:prstGeom prst="roundRect">
            <a:avLst>
              <a:gd name="adj" fmla="val 29167"/>
            </a:avLst>
          </a:prstGeom>
          <a:solidFill>
            <a:srgbClr val="FAFBFC"/>
          </a:solidFill>
          <a:ln w="6350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157" name="!!rect-7so"/>
          <p:cNvSpPr/>
          <p:nvPr/>
        </p:nvSpPr>
        <p:spPr>
          <a:xfrm>
            <a:off x="8902700" y="1993900"/>
            <a:ext cx="114300" cy="114300"/>
          </a:xfrm>
          <a:prstGeom prst="roundRect">
            <a:avLst>
              <a:gd name="adj" fmla="val 27778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158" name="!!path-7sp"/>
          <p:cNvSpPr/>
          <p:nvPr/>
        </p:nvSpPr>
        <p:spPr>
          <a:xfrm>
            <a:off x="8928100" y="2032000"/>
            <a:ext cx="64770" cy="43180"/>
          </a:xfrm>
          <a:custGeom>
            <a:avLst/>
            <a:gdLst/>
            <a:ahLst/>
            <a:cxnLst/>
            <a:rect l="l" t="t" r="r" b="b"/>
            <a:pathLst>
              <a:path w="64770" h="43180" fill="none">
                <a:moveTo>
                  <a:pt x="0" y="20320"/>
                </a:moveTo>
                <a:lnTo>
                  <a:pt x="22860" y="43180"/>
                </a:lnTo>
                <a:lnTo>
                  <a:pt x="64770" y="0"/>
                </a:lnTo>
              </a:path>
            </a:pathLst>
          </a:custGeom>
          <a:noFill/>
          <a:ln w="12700" cap="rnd">
            <a:solidFill>
              <a:srgbClr val="FFFFFF"/>
            </a:solidFill>
            <a:prstDash val="solid"/>
            <a:round/>
          </a:ln>
        </p:spPr>
      </p:sp>
      <p:sp>
        <p:nvSpPr>
          <p:cNvPr id="159" name="!!text-7sq" descr="作者"/>
          <p:cNvSpPr txBox="1"/>
          <p:nvPr/>
        </p:nvSpPr>
        <p:spPr>
          <a:xfrm>
            <a:off x="9093200" y="1993392"/>
            <a:ext cx="189865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kern="0" dirty="0">
                <a:solidFill>
                  <a:srgbClr val="5B6770"/>
                </a:solidFill>
                <a:latin typeface="Noto Sans TC SemiBold"/>
                <a:ea typeface="Noto Sans TC SemiBold"/>
                <a:cs typeface="Noto Sans TC SemiBold"/>
              </a:rPr>
              <a:t>作者</a:t>
            </a:r>
            <a:endParaRPr lang="zh-TW" sz="650"/>
          </a:p>
        </p:txBody>
      </p:sp>
      <p:sp>
        <p:nvSpPr>
          <p:cNvPr id="160" name="!!text-7st" descr="林志明"/>
          <p:cNvSpPr txBox="1"/>
          <p:nvPr/>
        </p:nvSpPr>
        <p:spPr>
          <a:xfrm>
            <a:off x="9525000" y="1978660"/>
            <a:ext cx="314325" cy="1379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0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林志明</a:t>
            </a:r>
            <a:endParaRPr lang="zh-TW" sz="750"/>
          </a:p>
        </p:txBody>
      </p:sp>
      <p:sp>
        <p:nvSpPr>
          <p:cNvPr id="161" name="!!rect-7sy"/>
          <p:cNvSpPr/>
          <p:nvPr/>
        </p:nvSpPr>
        <p:spPr>
          <a:xfrm>
            <a:off x="10566400" y="1993900"/>
            <a:ext cx="571690" cy="101600"/>
          </a:xfrm>
          <a:prstGeom prst="roundRect">
            <a:avLst>
              <a:gd name="adj" fmla="val 31250"/>
            </a:avLst>
          </a:prstGeom>
          <a:solidFill>
            <a:srgbClr val="5B6770">
              <a:alpha val="12000"/>
            </a:srgbClr>
          </a:solidFill>
          <a:ln>
            <a:noFill/>
          </a:ln>
        </p:spPr>
      </p:sp>
      <p:sp>
        <p:nvSpPr>
          <p:cNvPr id="162" name="!!text-7sz" descr="依 ISBN 書目補齊"/>
          <p:cNvSpPr txBox="1"/>
          <p:nvPr/>
        </p:nvSpPr>
        <p:spPr>
          <a:xfrm>
            <a:off x="10604500" y="1993265"/>
            <a:ext cx="514541" cy="9194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500" kern="0" dirty="0">
                <a:solidFill>
                  <a:srgbClr val="5B6770"/>
                </a:solidFill>
                <a:latin typeface="Noto Sans TC SemiBold"/>
                <a:ea typeface="Noto Sans TC SemiBold"/>
                <a:cs typeface="Noto Sans TC SemiBold"/>
              </a:rPr>
              <a:t>依 ISBN 書目補齊</a:t>
            </a:r>
            <a:endParaRPr lang="zh-TW" sz="500"/>
          </a:p>
        </p:txBody>
      </p:sp>
      <p:sp>
        <p:nvSpPr>
          <p:cNvPr id="163" name="!!rect-7td"/>
          <p:cNvSpPr/>
          <p:nvPr/>
        </p:nvSpPr>
        <p:spPr>
          <a:xfrm>
            <a:off x="8813800" y="2260600"/>
            <a:ext cx="2349500" cy="304800"/>
          </a:xfrm>
          <a:prstGeom prst="roundRect">
            <a:avLst>
              <a:gd name="adj" fmla="val 29167"/>
            </a:avLst>
          </a:prstGeom>
          <a:solidFill>
            <a:srgbClr val="FAFBFC"/>
          </a:solidFill>
          <a:ln w="6350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164" name="!!rect-7te"/>
          <p:cNvSpPr/>
          <p:nvPr/>
        </p:nvSpPr>
        <p:spPr>
          <a:xfrm>
            <a:off x="8902700" y="2349500"/>
            <a:ext cx="114300" cy="114300"/>
          </a:xfrm>
          <a:prstGeom prst="roundRect">
            <a:avLst>
              <a:gd name="adj" fmla="val 27778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165" name="!!path-7tf"/>
          <p:cNvSpPr/>
          <p:nvPr/>
        </p:nvSpPr>
        <p:spPr>
          <a:xfrm>
            <a:off x="8928100" y="2387600"/>
            <a:ext cx="64770" cy="43180"/>
          </a:xfrm>
          <a:custGeom>
            <a:avLst/>
            <a:gdLst/>
            <a:ahLst/>
            <a:cxnLst/>
            <a:rect l="l" t="t" r="r" b="b"/>
            <a:pathLst>
              <a:path w="64770" h="43180" fill="none">
                <a:moveTo>
                  <a:pt x="0" y="20320"/>
                </a:moveTo>
                <a:lnTo>
                  <a:pt x="22860" y="43180"/>
                </a:lnTo>
                <a:lnTo>
                  <a:pt x="64770" y="0"/>
                </a:lnTo>
              </a:path>
            </a:pathLst>
          </a:custGeom>
          <a:noFill/>
          <a:ln w="12700" cap="rnd">
            <a:solidFill>
              <a:srgbClr val="FFFFFF"/>
            </a:solidFill>
            <a:prstDash val="solid"/>
            <a:round/>
          </a:ln>
        </p:spPr>
      </p:sp>
      <p:sp>
        <p:nvSpPr>
          <p:cNvPr id="166" name="!!text-7tg" descr="出版社"/>
          <p:cNvSpPr txBox="1"/>
          <p:nvPr/>
        </p:nvSpPr>
        <p:spPr>
          <a:xfrm>
            <a:off x="9093200" y="2348992"/>
            <a:ext cx="272415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kern="0" dirty="0">
                <a:solidFill>
                  <a:srgbClr val="5B6770"/>
                </a:solidFill>
                <a:latin typeface="Noto Sans TC SemiBold"/>
                <a:ea typeface="Noto Sans TC SemiBold"/>
                <a:cs typeface="Noto Sans TC SemiBold"/>
              </a:rPr>
              <a:t>出版社</a:t>
            </a:r>
            <a:endParaRPr lang="zh-TW" sz="650"/>
          </a:p>
        </p:txBody>
      </p:sp>
      <p:sp>
        <p:nvSpPr>
          <p:cNvPr id="167" name="!!text-7tk" descr="智識出版"/>
          <p:cNvSpPr txBox="1"/>
          <p:nvPr/>
        </p:nvSpPr>
        <p:spPr>
          <a:xfrm>
            <a:off x="9525000" y="2334260"/>
            <a:ext cx="409575" cy="1379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0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智識出版</a:t>
            </a:r>
            <a:endParaRPr lang="zh-TW" sz="750"/>
          </a:p>
        </p:txBody>
      </p:sp>
      <p:sp>
        <p:nvSpPr>
          <p:cNvPr id="168" name="!!rect-7tq"/>
          <p:cNvSpPr/>
          <p:nvPr/>
        </p:nvSpPr>
        <p:spPr>
          <a:xfrm>
            <a:off x="10566400" y="2349500"/>
            <a:ext cx="571690" cy="101600"/>
          </a:xfrm>
          <a:prstGeom prst="roundRect">
            <a:avLst>
              <a:gd name="adj" fmla="val 31250"/>
            </a:avLst>
          </a:prstGeom>
          <a:solidFill>
            <a:srgbClr val="5B6770">
              <a:alpha val="12000"/>
            </a:srgbClr>
          </a:solidFill>
          <a:ln>
            <a:noFill/>
          </a:ln>
        </p:spPr>
      </p:sp>
      <p:sp>
        <p:nvSpPr>
          <p:cNvPr id="169" name="!!text-7tr" descr="依 ISBN 書目補齊"/>
          <p:cNvSpPr txBox="1"/>
          <p:nvPr/>
        </p:nvSpPr>
        <p:spPr>
          <a:xfrm>
            <a:off x="10604500" y="2348865"/>
            <a:ext cx="514541" cy="9194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500" kern="0" dirty="0">
                <a:solidFill>
                  <a:srgbClr val="5B6770"/>
                </a:solidFill>
                <a:latin typeface="Noto Sans TC SemiBold"/>
                <a:ea typeface="Noto Sans TC SemiBold"/>
                <a:cs typeface="Noto Sans TC SemiBold"/>
              </a:rPr>
              <a:t>依 ISBN 書目補齊</a:t>
            </a:r>
            <a:endParaRPr lang="zh-TW" sz="500"/>
          </a:p>
        </p:txBody>
      </p:sp>
      <p:sp>
        <p:nvSpPr>
          <p:cNvPr id="170" name="!!rect-7u5"/>
          <p:cNvSpPr/>
          <p:nvPr/>
        </p:nvSpPr>
        <p:spPr>
          <a:xfrm>
            <a:off x="8813800" y="2616200"/>
            <a:ext cx="2349500" cy="304800"/>
          </a:xfrm>
          <a:prstGeom prst="roundRect">
            <a:avLst>
              <a:gd name="adj" fmla="val 29167"/>
            </a:avLst>
          </a:prstGeom>
          <a:solidFill>
            <a:srgbClr val="FAFBFC"/>
          </a:solidFill>
          <a:ln w="6350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171" name="!!rect-7u6"/>
          <p:cNvSpPr/>
          <p:nvPr/>
        </p:nvSpPr>
        <p:spPr>
          <a:xfrm>
            <a:off x="8902700" y="2705100"/>
            <a:ext cx="114300" cy="114300"/>
          </a:xfrm>
          <a:prstGeom prst="roundRect">
            <a:avLst>
              <a:gd name="adj" fmla="val 27778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172" name="!!path-7u7"/>
          <p:cNvSpPr/>
          <p:nvPr/>
        </p:nvSpPr>
        <p:spPr>
          <a:xfrm>
            <a:off x="8928100" y="2743200"/>
            <a:ext cx="64770" cy="43180"/>
          </a:xfrm>
          <a:custGeom>
            <a:avLst/>
            <a:gdLst/>
            <a:ahLst/>
            <a:cxnLst/>
            <a:rect l="l" t="t" r="r" b="b"/>
            <a:pathLst>
              <a:path w="64770" h="43180" fill="none">
                <a:moveTo>
                  <a:pt x="0" y="20320"/>
                </a:moveTo>
                <a:lnTo>
                  <a:pt x="22860" y="43180"/>
                </a:lnTo>
                <a:lnTo>
                  <a:pt x="64770" y="0"/>
                </a:lnTo>
              </a:path>
            </a:pathLst>
          </a:custGeom>
          <a:noFill/>
          <a:ln w="12700" cap="rnd">
            <a:solidFill>
              <a:srgbClr val="FFFFFF"/>
            </a:solidFill>
            <a:prstDash val="solid"/>
            <a:round/>
          </a:ln>
        </p:spPr>
      </p:sp>
      <p:sp>
        <p:nvSpPr>
          <p:cNvPr id="173" name="!!text-7u8" descr="出版日期"/>
          <p:cNvSpPr txBox="1"/>
          <p:nvPr/>
        </p:nvSpPr>
        <p:spPr>
          <a:xfrm>
            <a:off x="9093200" y="2704592"/>
            <a:ext cx="354965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kern="0" dirty="0">
                <a:solidFill>
                  <a:srgbClr val="5B6770"/>
                </a:solidFill>
                <a:latin typeface="Noto Sans TC SemiBold"/>
                <a:ea typeface="Noto Sans TC SemiBold"/>
                <a:cs typeface="Noto Sans TC SemiBold"/>
              </a:rPr>
              <a:t>出版日期</a:t>
            </a:r>
            <a:endParaRPr lang="zh-TW" sz="650"/>
          </a:p>
        </p:txBody>
      </p:sp>
      <p:sp>
        <p:nvSpPr>
          <p:cNvPr id="174" name="!!text-7ud" descr="2022 年 2 月"/>
          <p:cNvSpPr txBox="1"/>
          <p:nvPr/>
        </p:nvSpPr>
        <p:spPr>
          <a:xfrm>
            <a:off x="9525000" y="2689860"/>
            <a:ext cx="559880" cy="1379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0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2022 年 2 月</a:t>
            </a:r>
            <a:endParaRPr lang="zh-TW" sz="750"/>
          </a:p>
        </p:txBody>
      </p:sp>
      <p:sp>
        <p:nvSpPr>
          <p:cNvPr id="175" name="!!rect-7um"/>
          <p:cNvSpPr/>
          <p:nvPr/>
        </p:nvSpPr>
        <p:spPr>
          <a:xfrm>
            <a:off x="10566400" y="2705100"/>
            <a:ext cx="571690" cy="101600"/>
          </a:xfrm>
          <a:prstGeom prst="roundRect">
            <a:avLst>
              <a:gd name="adj" fmla="val 31250"/>
            </a:avLst>
          </a:prstGeom>
          <a:solidFill>
            <a:srgbClr val="5B6770">
              <a:alpha val="12000"/>
            </a:srgbClr>
          </a:solidFill>
          <a:ln>
            <a:noFill/>
          </a:ln>
        </p:spPr>
      </p:sp>
      <p:sp>
        <p:nvSpPr>
          <p:cNvPr id="176" name="!!text-7un" descr="依 ISBN 書目補齊"/>
          <p:cNvSpPr txBox="1"/>
          <p:nvPr/>
        </p:nvSpPr>
        <p:spPr>
          <a:xfrm>
            <a:off x="10604500" y="2704465"/>
            <a:ext cx="514541" cy="9194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500" kern="0" dirty="0">
                <a:solidFill>
                  <a:srgbClr val="5B6770"/>
                </a:solidFill>
                <a:latin typeface="Noto Sans TC SemiBold"/>
                <a:ea typeface="Noto Sans TC SemiBold"/>
                <a:cs typeface="Noto Sans TC SemiBold"/>
              </a:rPr>
              <a:t>依 ISBN 書目補齊</a:t>
            </a:r>
            <a:endParaRPr lang="zh-TW" sz="500"/>
          </a:p>
        </p:txBody>
      </p:sp>
      <p:sp>
        <p:nvSpPr>
          <p:cNvPr id="177" name="!!text-7v1" descr="分類"/>
          <p:cNvSpPr txBox="1"/>
          <p:nvPr/>
        </p:nvSpPr>
        <p:spPr>
          <a:xfrm>
            <a:off x="8839200" y="2964942"/>
            <a:ext cx="193167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b="1" kern="0" spc="26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分</a:t>
            </a:r>
            <a:r>
              <a:rPr lang="zh-TW" altLang="en-US" sz="650" b="1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類</a:t>
            </a:r>
            <a:endParaRPr lang="zh-TW" sz="650"/>
          </a:p>
        </p:txBody>
      </p:sp>
      <p:sp>
        <p:nvSpPr>
          <p:cNvPr id="178" name="!!rect-7v8"/>
          <p:cNvSpPr/>
          <p:nvPr/>
        </p:nvSpPr>
        <p:spPr>
          <a:xfrm>
            <a:off x="8813800" y="3136900"/>
            <a:ext cx="2349500" cy="292100"/>
          </a:xfrm>
          <a:prstGeom prst="roundRect">
            <a:avLst>
              <a:gd name="adj" fmla="val 30435"/>
            </a:avLst>
          </a:prstGeom>
          <a:solidFill>
            <a:srgbClr val="FAFBFC"/>
          </a:solidFill>
          <a:ln w="6350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179" name="!!rect-7v9"/>
          <p:cNvSpPr/>
          <p:nvPr/>
        </p:nvSpPr>
        <p:spPr>
          <a:xfrm>
            <a:off x="8902700" y="3225800"/>
            <a:ext cx="114300" cy="114300"/>
          </a:xfrm>
          <a:prstGeom prst="roundRect">
            <a:avLst>
              <a:gd name="adj" fmla="val 27778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180" name="!!path-7va"/>
          <p:cNvSpPr/>
          <p:nvPr/>
        </p:nvSpPr>
        <p:spPr>
          <a:xfrm>
            <a:off x="8928100" y="3263900"/>
            <a:ext cx="64770" cy="43180"/>
          </a:xfrm>
          <a:custGeom>
            <a:avLst/>
            <a:gdLst/>
            <a:ahLst/>
            <a:cxnLst/>
            <a:rect l="l" t="t" r="r" b="b"/>
            <a:pathLst>
              <a:path w="64770" h="43180" fill="none">
                <a:moveTo>
                  <a:pt x="0" y="20320"/>
                </a:moveTo>
                <a:lnTo>
                  <a:pt x="22860" y="43180"/>
                </a:lnTo>
                <a:lnTo>
                  <a:pt x="64770" y="0"/>
                </a:lnTo>
              </a:path>
            </a:pathLst>
          </a:custGeom>
          <a:noFill/>
          <a:ln w="12700" cap="rnd">
            <a:solidFill>
              <a:srgbClr val="FFFFFF"/>
            </a:solidFill>
            <a:prstDash val="solid"/>
            <a:round/>
          </a:ln>
        </p:spPr>
      </p:sp>
      <p:sp>
        <p:nvSpPr>
          <p:cNvPr id="181" name="!!text-7vb" descr="統計學"/>
          <p:cNvSpPr txBox="1"/>
          <p:nvPr/>
        </p:nvSpPr>
        <p:spPr>
          <a:xfrm>
            <a:off x="9093200" y="3204210"/>
            <a:ext cx="314325" cy="1379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0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統計學</a:t>
            </a:r>
            <a:endParaRPr lang="zh-TW" sz="750"/>
          </a:p>
        </p:txBody>
      </p:sp>
      <p:sp>
        <p:nvSpPr>
          <p:cNvPr id="182" name="!!text-7vj" descr="書況"/>
          <p:cNvSpPr txBox="1"/>
          <p:nvPr/>
        </p:nvSpPr>
        <p:spPr>
          <a:xfrm>
            <a:off x="8839200" y="3472942"/>
            <a:ext cx="193167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b="1" kern="0" spc="26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書</a:t>
            </a:r>
            <a:r>
              <a:rPr lang="zh-TW" altLang="en-US" sz="650" b="1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況</a:t>
            </a:r>
            <a:endParaRPr lang="zh-TW" sz="650"/>
          </a:p>
        </p:txBody>
      </p:sp>
      <p:sp>
        <p:nvSpPr>
          <p:cNvPr id="183" name="!!rect-7vq"/>
          <p:cNvSpPr/>
          <p:nvPr/>
        </p:nvSpPr>
        <p:spPr>
          <a:xfrm>
            <a:off x="8813800" y="3644900"/>
            <a:ext cx="2349500" cy="584200"/>
          </a:xfrm>
          <a:prstGeom prst="roundRect">
            <a:avLst>
              <a:gd name="adj" fmla="val 15217"/>
            </a:avLst>
          </a:prstGeom>
          <a:solidFill>
            <a:srgbClr val="FAFBFC"/>
          </a:solidFill>
          <a:ln w="6350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184" name="!!rect-7vr"/>
          <p:cNvSpPr/>
          <p:nvPr/>
        </p:nvSpPr>
        <p:spPr>
          <a:xfrm>
            <a:off x="8902700" y="3733800"/>
            <a:ext cx="114300" cy="114300"/>
          </a:xfrm>
          <a:prstGeom prst="roundRect">
            <a:avLst>
              <a:gd name="adj" fmla="val 27778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185" name="!!path-7vs"/>
          <p:cNvSpPr/>
          <p:nvPr/>
        </p:nvSpPr>
        <p:spPr>
          <a:xfrm>
            <a:off x="8928100" y="3771900"/>
            <a:ext cx="64770" cy="43180"/>
          </a:xfrm>
          <a:custGeom>
            <a:avLst/>
            <a:gdLst/>
            <a:ahLst/>
            <a:cxnLst/>
            <a:rect l="l" t="t" r="r" b="b"/>
            <a:pathLst>
              <a:path w="64770" h="43180" fill="none">
                <a:moveTo>
                  <a:pt x="0" y="20320"/>
                </a:moveTo>
                <a:lnTo>
                  <a:pt x="22860" y="43180"/>
                </a:lnTo>
                <a:lnTo>
                  <a:pt x="64770" y="0"/>
                </a:lnTo>
              </a:path>
            </a:pathLst>
          </a:custGeom>
          <a:noFill/>
          <a:ln w="12700" cap="rnd">
            <a:solidFill>
              <a:srgbClr val="FFFFFF"/>
            </a:solidFill>
            <a:prstDash val="solid"/>
            <a:round/>
          </a:ln>
        </p:spPr>
      </p:sp>
      <p:sp>
        <p:nvSpPr>
          <p:cNvPr id="186" name="!!text-7vt" descr="近全新"/>
          <p:cNvSpPr txBox="1"/>
          <p:nvPr/>
        </p:nvSpPr>
        <p:spPr>
          <a:xfrm>
            <a:off x="9093200" y="3717544"/>
            <a:ext cx="335280" cy="14711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00" b="1" kern="0" dirty="0">
                <a:solidFill>
                  <a:srgbClr val="66BB6A"/>
                </a:solidFill>
                <a:latin typeface="Noto Sans TC"/>
                <a:ea typeface="Noto Sans TC"/>
                <a:cs typeface="Noto Sans TC"/>
              </a:rPr>
              <a:t>近全新</a:t>
            </a:r>
            <a:endParaRPr lang="zh-TW" sz="800"/>
          </a:p>
        </p:txBody>
      </p:sp>
      <p:sp>
        <p:nvSpPr>
          <p:cNvPr id="187" name="!!text-7vx" descr="・書頁無劃線與摺痕"/>
          <p:cNvSpPr txBox="1"/>
          <p:nvPr/>
        </p:nvSpPr>
        <p:spPr>
          <a:xfrm>
            <a:off x="9093200" y="3898392"/>
            <a:ext cx="767715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・書頁無劃線與摺痕</a:t>
            </a:r>
            <a:endParaRPr lang="zh-TW" sz="650"/>
          </a:p>
        </p:txBody>
      </p:sp>
      <p:sp>
        <p:nvSpPr>
          <p:cNvPr id="188" name="!!text-7w7" descr="・封面邊角輕微磨損"/>
          <p:cNvSpPr txBox="1"/>
          <p:nvPr/>
        </p:nvSpPr>
        <p:spPr>
          <a:xfrm>
            <a:off x="9093200" y="4025392"/>
            <a:ext cx="767715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・封面邊角輕微磨損</a:t>
            </a:r>
            <a:endParaRPr lang="zh-TW" sz="650"/>
          </a:p>
        </p:txBody>
      </p:sp>
      <p:sp>
        <p:nvSpPr>
          <p:cNvPr id="189" name="!!text-7wl" descr="建議售價"/>
          <p:cNvSpPr txBox="1"/>
          <p:nvPr/>
        </p:nvSpPr>
        <p:spPr>
          <a:xfrm>
            <a:off x="8839200" y="4273042"/>
            <a:ext cx="364871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b="1" kern="0" spc="26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建議售</a:t>
            </a:r>
            <a:r>
              <a:rPr lang="zh-TW" altLang="en-US" sz="650" b="1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價</a:t>
            </a:r>
            <a:endParaRPr lang="zh-TW" sz="650"/>
          </a:p>
        </p:txBody>
      </p:sp>
      <p:sp>
        <p:nvSpPr>
          <p:cNvPr id="190" name="!!rect-7wu"/>
          <p:cNvSpPr/>
          <p:nvPr/>
        </p:nvSpPr>
        <p:spPr>
          <a:xfrm>
            <a:off x="8813800" y="4445000"/>
            <a:ext cx="2349500" cy="444500"/>
          </a:xfrm>
          <a:prstGeom prst="roundRect">
            <a:avLst>
              <a:gd name="adj" fmla="val 20000"/>
            </a:avLst>
          </a:prstGeom>
          <a:solidFill>
            <a:srgbClr val="FAFBFC"/>
          </a:solidFill>
          <a:ln w="6350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191" name="!!rect-7wv"/>
          <p:cNvSpPr/>
          <p:nvPr/>
        </p:nvSpPr>
        <p:spPr>
          <a:xfrm>
            <a:off x="8902700" y="4533900"/>
            <a:ext cx="114300" cy="114300"/>
          </a:xfrm>
          <a:prstGeom prst="roundRect">
            <a:avLst>
              <a:gd name="adj" fmla="val 27778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192" name="!!path-7ww"/>
          <p:cNvSpPr/>
          <p:nvPr/>
        </p:nvSpPr>
        <p:spPr>
          <a:xfrm>
            <a:off x="8928100" y="4572000"/>
            <a:ext cx="64770" cy="43180"/>
          </a:xfrm>
          <a:custGeom>
            <a:avLst/>
            <a:gdLst/>
            <a:ahLst/>
            <a:cxnLst/>
            <a:rect l="l" t="t" r="r" b="b"/>
            <a:pathLst>
              <a:path w="64770" h="43180" fill="none">
                <a:moveTo>
                  <a:pt x="0" y="20320"/>
                </a:moveTo>
                <a:lnTo>
                  <a:pt x="22860" y="43180"/>
                </a:lnTo>
                <a:lnTo>
                  <a:pt x="64770" y="0"/>
                </a:lnTo>
              </a:path>
            </a:pathLst>
          </a:custGeom>
          <a:noFill/>
          <a:ln w="12700" cap="rnd">
            <a:solidFill>
              <a:srgbClr val="FFFFFF"/>
            </a:solidFill>
            <a:prstDash val="solid"/>
            <a:round/>
          </a:ln>
        </p:spPr>
      </p:sp>
      <p:sp>
        <p:nvSpPr>
          <p:cNvPr id="193" name="!!text-7wx" descr="$280"/>
          <p:cNvSpPr txBox="1"/>
          <p:nvPr/>
        </p:nvSpPr>
        <p:spPr>
          <a:xfrm>
            <a:off x="9093200" y="4500880"/>
            <a:ext cx="342392" cy="18389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kern="0" dirty="0">
                <a:solidFill>
                  <a:srgbClr val="627D8D"/>
                </a:solidFill>
                <a:latin typeface="Noto Sans TC ExtraBold"/>
                <a:ea typeface="Noto Sans TC ExtraBold"/>
                <a:cs typeface="Noto Sans TC ExtraBold"/>
              </a:rPr>
              <a:t>$280</a:t>
            </a:r>
            <a:endParaRPr lang="zh-TW" sz="1000"/>
          </a:p>
        </p:txBody>
      </p:sp>
      <p:sp>
        <p:nvSpPr>
          <p:cNvPr id="194" name="!!text-7x2" descr="建議區間 $240–$320・定價 $620"/>
          <p:cNvSpPr txBox="1"/>
          <p:nvPr/>
        </p:nvSpPr>
        <p:spPr>
          <a:xfrm>
            <a:off x="9093200" y="4698492"/>
            <a:ext cx="1233627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建議區間 $240–$320・定價 $620</a:t>
            </a:r>
            <a:endParaRPr lang="zh-TW" sz="650"/>
          </a:p>
        </p:txBody>
      </p:sp>
      <p:sp>
        <p:nvSpPr>
          <p:cNvPr id="195" name="!!text-7xr" descr="資料來源"/>
          <p:cNvSpPr txBox="1"/>
          <p:nvPr/>
        </p:nvSpPr>
        <p:spPr>
          <a:xfrm>
            <a:off x="8839200" y="4933442"/>
            <a:ext cx="364871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b="1" kern="0" spc="26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資料來</a:t>
            </a:r>
            <a:r>
              <a:rPr lang="zh-TW" altLang="en-US" sz="650" b="1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源</a:t>
            </a:r>
            <a:endParaRPr lang="zh-TW" sz="650"/>
          </a:p>
        </p:txBody>
      </p:sp>
      <p:sp>
        <p:nvSpPr>
          <p:cNvPr id="196" name="!!path-7y0"/>
          <p:cNvSpPr/>
          <p:nvPr/>
        </p:nvSpPr>
        <p:spPr>
          <a:xfrm>
            <a:off x="8860371" y="5147748"/>
            <a:ext cx="84709" cy="42355"/>
          </a:xfrm>
          <a:custGeom>
            <a:avLst/>
            <a:gdLst/>
            <a:ahLst/>
            <a:cxnLst/>
            <a:rect l="l" t="t" r="r" b="b"/>
            <a:pathLst>
              <a:path w="84709" h="42355">
                <a:moveTo>
                  <a:pt x="8047" y="21177"/>
                </a:moveTo>
                <a:cubicBezTo>
                  <a:pt x="8047" y="13935"/>
                  <a:pt x="13935" y="8047"/>
                  <a:pt x="21177" y="8047"/>
                </a:cubicBezTo>
                <a:lnTo>
                  <a:pt x="38119" y="8047"/>
                </a:lnTo>
                <a:lnTo>
                  <a:pt x="38119" y="0"/>
                </a:lnTo>
                <a:lnTo>
                  <a:pt x="21177" y="0"/>
                </a:lnTo>
                <a:cubicBezTo>
                  <a:pt x="9487" y="0"/>
                  <a:pt x="0" y="9487"/>
                  <a:pt x="0" y="21177"/>
                </a:cubicBezTo>
                <a:cubicBezTo>
                  <a:pt x="0" y="32867"/>
                  <a:pt x="9487" y="42355"/>
                  <a:pt x="21177" y="42355"/>
                </a:cubicBezTo>
                <a:lnTo>
                  <a:pt x="38119" y="42355"/>
                </a:lnTo>
                <a:lnTo>
                  <a:pt x="38119" y="34307"/>
                </a:lnTo>
                <a:lnTo>
                  <a:pt x="21177" y="34307"/>
                </a:lnTo>
                <a:cubicBezTo>
                  <a:pt x="13935" y="34307"/>
                  <a:pt x="8047" y="28420"/>
                  <a:pt x="8047" y="21177"/>
                </a:cubicBezTo>
                <a:close/>
                <a:moveTo>
                  <a:pt x="25413" y="25413"/>
                </a:moveTo>
                <a:lnTo>
                  <a:pt x="59296" y="25413"/>
                </a:lnTo>
                <a:lnTo>
                  <a:pt x="59296" y="16942"/>
                </a:lnTo>
                <a:lnTo>
                  <a:pt x="25413" y="16942"/>
                </a:lnTo>
                <a:lnTo>
                  <a:pt x="25413" y="25413"/>
                </a:lnTo>
                <a:close/>
                <a:moveTo>
                  <a:pt x="63532" y="0"/>
                </a:moveTo>
                <a:lnTo>
                  <a:pt x="46590" y="0"/>
                </a:lnTo>
                <a:lnTo>
                  <a:pt x="46590" y="8047"/>
                </a:lnTo>
                <a:lnTo>
                  <a:pt x="63532" y="8047"/>
                </a:lnTo>
                <a:cubicBezTo>
                  <a:pt x="70774" y="8047"/>
                  <a:pt x="76662" y="13935"/>
                  <a:pt x="76662" y="21177"/>
                </a:cubicBezTo>
                <a:cubicBezTo>
                  <a:pt x="76662" y="28420"/>
                  <a:pt x="70774" y="34307"/>
                  <a:pt x="63532" y="34307"/>
                </a:cubicBezTo>
                <a:lnTo>
                  <a:pt x="46590" y="34307"/>
                </a:lnTo>
                <a:lnTo>
                  <a:pt x="46590" y="42355"/>
                </a:lnTo>
                <a:lnTo>
                  <a:pt x="63532" y="42355"/>
                </a:lnTo>
                <a:cubicBezTo>
                  <a:pt x="75222" y="42355"/>
                  <a:pt x="84709" y="32867"/>
                  <a:pt x="84709" y="21177"/>
                </a:cubicBezTo>
                <a:cubicBezTo>
                  <a:pt x="84709" y="9487"/>
                  <a:pt x="75222" y="0"/>
                  <a:pt x="63532" y="0"/>
                </a:cubicBezTo>
                <a:close/>
              </a:path>
            </a:pathLst>
          </a:custGeom>
          <a:solidFill>
            <a:srgbClr val="BDBDBD"/>
          </a:solidFill>
          <a:ln>
            <a:noFill/>
          </a:ln>
        </p:spPr>
      </p:sp>
      <p:sp>
        <p:nvSpPr>
          <p:cNvPr id="197" name="!!text-7y1" descr="Google Books"/>
          <p:cNvSpPr txBox="1"/>
          <p:nvPr/>
        </p:nvSpPr>
        <p:spPr>
          <a:xfrm>
            <a:off x="9004300" y="5104892"/>
            <a:ext cx="554406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Google Books</a:t>
            </a:r>
            <a:endParaRPr lang="zh-TW" sz="650"/>
          </a:p>
        </p:txBody>
      </p:sp>
      <p:sp>
        <p:nvSpPr>
          <p:cNvPr id="198" name="!!path-7yd"/>
          <p:cNvSpPr/>
          <p:nvPr/>
        </p:nvSpPr>
        <p:spPr>
          <a:xfrm>
            <a:off x="11034706" y="5135556"/>
            <a:ext cx="66637" cy="66637"/>
          </a:xfrm>
          <a:custGeom>
            <a:avLst/>
            <a:gdLst/>
            <a:ahLst/>
            <a:cxnLst/>
            <a:rect l="l" t="t" r="r" b="b"/>
            <a:pathLst>
              <a:path w="66637" h="66637">
                <a:moveTo>
                  <a:pt x="59233" y="59233"/>
                </a:moveTo>
                <a:lnTo>
                  <a:pt x="7404" y="59233"/>
                </a:lnTo>
                <a:lnTo>
                  <a:pt x="7404" y="7404"/>
                </a:lnTo>
                <a:lnTo>
                  <a:pt x="33318" y="7404"/>
                </a:lnTo>
                <a:lnTo>
                  <a:pt x="33318" y="0"/>
                </a:lnTo>
                <a:lnTo>
                  <a:pt x="7404" y="0"/>
                </a:lnTo>
                <a:cubicBezTo>
                  <a:pt x="3295" y="0"/>
                  <a:pt x="0" y="3332"/>
                  <a:pt x="0" y="7404"/>
                </a:cubicBezTo>
                <a:lnTo>
                  <a:pt x="0" y="59233"/>
                </a:lnTo>
                <a:cubicBezTo>
                  <a:pt x="0" y="63305"/>
                  <a:pt x="3295" y="66637"/>
                  <a:pt x="7404" y="66637"/>
                </a:cubicBezTo>
                <a:lnTo>
                  <a:pt x="59233" y="66637"/>
                </a:lnTo>
                <a:cubicBezTo>
                  <a:pt x="63305" y="66637"/>
                  <a:pt x="66637" y="63305"/>
                  <a:pt x="66637" y="59233"/>
                </a:cubicBezTo>
                <a:lnTo>
                  <a:pt x="66637" y="33318"/>
                </a:lnTo>
                <a:lnTo>
                  <a:pt x="59233" y="33318"/>
                </a:lnTo>
                <a:lnTo>
                  <a:pt x="59233" y="59233"/>
                </a:lnTo>
                <a:close/>
                <a:moveTo>
                  <a:pt x="40723" y="0"/>
                </a:moveTo>
                <a:lnTo>
                  <a:pt x="40723" y="7404"/>
                </a:lnTo>
                <a:lnTo>
                  <a:pt x="54013" y="7404"/>
                </a:lnTo>
                <a:lnTo>
                  <a:pt x="17622" y="43795"/>
                </a:lnTo>
                <a:lnTo>
                  <a:pt x="22842" y="49015"/>
                </a:lnTo>
                <a:lnTo>
                  <a:pt x="59233" y="12624"/>
                </a:lnTo>
                <a:lnTo>
                  <a:pt x="59233" y="25914"/>
                </a:lnTo>
                <a:lnTo>
                  <a:pt x="66637" y="25914"/>
                </a:lnTo>
                <a:lnTo>
                  <a:pt x="66637" y="0"/>
                </a:lnTo>
                <a:lnTo>
                  <a:pt x="40723" y="0"/>
                </a:lnTo>
                <a:close/>
              </a:path>
            </a:pathLst>
          </a:custGeom>
          <a:solidFill>
            <a:srgbClr val="BDBDBD"/>
          </a:solidFill>
          <a:ln>
            <a:noFill/>
          </a:ln>
        </p:spPr>
      </p:sp>
      <p:sp>
        <p:nvSpPr>
          <p:cNvPr id="199" name="!!path-7yi"/>
          <p:cNvSpPr/>
          <p:nvPr/>
        </p:nvSpPr>
        <p:spPr>
          <a:xfrm>
            <a:off x="8860371" y="5312848"/>
            <a:ext cx="84709" cy="42355"/>
          </a:xfrm>
          <a:custGeom>
            <a:avLst/>
            <a:gdLst/>
            <a:ahLst/>
            <a:cxnLst/>
            <a:rect l="l" t="t" r="r" b="b"/>
            <a:pathLst>
              <a:path w="84709" h="42355">
                <a:moveTo>
                  <a:pt x="8047" y="21177"/>
                </a:moveTo>
                <a:cubicBezTo>
                  <a:pt x="8047" y="13935"/>
                  <a:pt x="13935" y="8047"/>
                  <a:pt x="21177" y="8047"/>
                </a:cubicBezTo>
                <a:lnTo>
                  <a:pt x="38119" y="8047"/>
                </a:lnTo>
                <a:lnTo>
                  <a:pt x="38119" y="0"/>
                </a:lnTo>
                <a:lnTo>
                  <a:pt x="21177" y="0"/>
                </a:lnTo>
                <a:cubicBezTo>
                  <a:pt x="9487" y="0"/>
                  <a:pt x="0" y="9487"/>
                  <a:pt x="0" y="21177"/>
                </a:cubicBezTo>
                <a:cubicBezTo>
                  <a:pt x="0" y="32867"/>
                  <a:pt x="9487" y="42355"/>
                  <a:pt x="21177" y="42355"/>
                </a:cubicBezTo>
                <a:lnTo>
                  <a:pt x="38119" y="42355"/>
                </a:lnTo>
                <a:lnTo>
                  <a:pt x="38119" y="34307"/>
                </a:lnTo>
                <a:lnTo>
                  <a:pt x="21177" y="34307"/>
                </a:lnTo>
                <a:cubicBezTo>
                  <a:pt x="13935" y="34307"/>
                  <a:pt x="8047" y="28420"/>
                  <a:pt x="8047" y="21177"/>
                </a:cubicBezTo>
                <a:close/>
                <a:moveTo>
                  <a:pt x="25413" y="25413"/>
                </a:moveTo>
                <a:lnTo>
                  <a:pt x="59296" y="25413"/>
                </a:lnTo>
                <a:lnTo>
                  <a:pt x="59296" y="16942"/>
                </a:lnTo>
                <a:lnTo>
                  <a:pt x="25413" y="16942"/>
                </a:lnTo>
                <a:lnTo>
                  <a:pt x="25413" y="25413"/>
                </a:lnTo>
                <a:close/>
                <a:moveTo>
                  <a:pt x="63532" y="0"/>
                </a:moveTo>
                <a:lnTo>
                  <a:pt x="46590" y="0"/>
                </a:lnTo>
                <a:lnTo>
                  <a:pt x="46590" y="8047"/>
                </a:lnTo>
                <a:lnTo>
                  <a:pt x="63532" y="8047"/>
                </a:lnTo>
                <a:cubicBezTo>
                  <a:pt x="70774" y="8047"/>
                  <a:pt x="76662" y="13935"/>
                  <a:pt x="76662" y="21177"/>
                </a:cubicBezTo>
                <a:cubicBezTo>
                  <a:pt x="76662" y="28420"/>
                  <a:pt x="70774" y="34307"/>
                  <a:pt x="63532" y="34307"/>
                </a:cubicBezTo>
                <a:lnTo>
                  <a:pt x="46590" y="34307"/>
                </a:lnTo>
                <a:lnTo>
                  <a:pt x="46590" y="42355"/>
                </a:lnTo>
                <a:lnTo>
                  <a:pt x="63532" y="42355"/>
                </a:lnTo>
                <a:cubicBezTo>
                  <a:pt x="75222" y="42355"/>
                  <a:pt x="84709" y="32867"/>
                  <a:pt x="84709" y="21177"/>
                </a:cubicBezTo>
                <a:cubicBezTo>
                  <a:pt x="84709" y="9487"/>
                  <a:pt x="75222" y="0"/>
                  <a:pt x="63532" y="0"/>
                </a:cubicBezTo>
                <a:close/>
              </a:path>
            </a:pathLst>
          </a:custGeom>
          <a:solidFill>
            <a:srgbClr val="BDBDBD"/>
          </a:solidFill>
          <a:ln>
            <a:noFill/>
          </a:ln>
        </p:spPr>
      </p:sp>
      <p:sp>
        <p:nvSpPr>
          <p:cNvPr id="200" name="!!text-7yj" descr="Open Library"/>
          <p:cNvSpPr txBox="1"/>
          <p:nvPr/>
        </p:nvSpPr>
        <p:spPr>
          <a:xfrm>
            <a:off x="9004300" y="5269992"/>
            <a:ext cx="523615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Open Lib</a:t>
            </a:r>
            <a:r>
              <a:rPr lang="zh-TW" altLang="en-US" sz="650" kern="0" spc="-19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r</a:t>
            </a:r>
            <a:r>
              <a:rPr lang="zh-TW" altLang="en-US" sz="650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a</a:t>
            </a:r>
            <a:r>
              <a:rPr lang="zh-TW" altLang="en-US" sz="650" kern="0" spc="17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r</a:t>
            </a:r>
            <a:r>
              <a:rPr lang="zh-TW" altLang="en-US" sz="650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y</a:t>
            </a:r>
            <a:endParaRPr lang="zh-TW" sz="650"/>
          </a:p>
        </p:txBody>
      </p:sp>
      <p:sp>
        <p:nvSpPr>
          <p:cNvPr id="201" name="!!path-7yv"/>
          <p:cNvSpPr/>
          <p:nvPr/>
        </p:nvSpPr>
        <p:spPr>
          <a:xfrm>
            <a:off x="11034706" y="5300656"/>
            <a:ext cx="66637" cy="66637"/>
          </a:xfrm>
          <a:custGeom>
            <a:avLst/>
            <a:gdLst/>
            <a:ahLst/>
            <a:cxnLst/>
            <a:rect l="l" t="t" r="r" b="b"/>
            <a:pathLst>
              <a:path w="66637" h="66637">
                <a:moveTo>
                  <a:pt x="59233" y="59233"/>
                </a:moveTo>
                <a:lnTo>
                  <a:pt x="7404" y="59233"/>
                </a:lnTo>
                <a:lnTo>
                  <a:pt x="7404" y="7404"/>
                </a:lnTo>
                <a:lnTo>
                  <a:pt x="33318" y="7404"/>
                </a:lnTo>
                <a:lnTo>
                  <a:pt x="33318" y="0"/>
                </a:lnTo>
                <a:lnTo>
                  <a:pt x="7404" y="0"/>
                </a:lnTo>
                <a:cubicBezTo>
                  <a:pt x="3295" y="0"/>
                  <a:pt x="0" y="3332"/>
                  <a:pt x="0" y="7404"/>
                </a:cubicBezTo>
                <a:lnTo>
                  <a:pt x="0" y="59233"/>
                </a:lnTo>
                <a:cubicBezTo>
                  <a:pt x="0" y="63305"/>
                  <a:pt x="3295" y="66637"/>
                  <a:pt x="7404" y="66637"/>
                </a:cubicBezTo>
                <a:lnTo>
                  <a:pt x="59233" y="66637"/>
                </a:lnTo>
                <a:cubicBezTo>
                  <a:pt x="63305" y="66637"/>
                  <a:pt x="66637" y="63305"/>
                  <a:pt x="66637" y="59233"/>
                </a:cubicBezTo>
                <a:lnTo>
                  <a:pt x="66637" y="33318"/>
                </a:lnTo>
                <a:lnTo>
                  <a:pt x="59233" y="33318"/>
                </a:lnTo>
                <a:lnTo>
                  <a:pt x="59233" y="59233"/>
                </a:lnTo>
                <a:close/>
                <a:moveTo>
                  <a:pt x="40723" y="0"/>
                </a:moveTo>
                <a:lnTo>
                  <a:pt x="40723" y="7404"/>
                </a:lnTo>
                <a:lnTo>
                  <a:pt x="54013" y="7404"/>
                </a:lnTo>
                <a:lnTo>
                  <a:pt x="17622" y="43795"/>
                </a:lnTo>
                <a:lnTo>
                  <a:pt x="22842" y="49015"/>
                </a:lnTo>
                <a:lnTo>
                  <a:pt x="59233" y="12624"/>
                </a:lnTo>
                <a:lnTo>
                  <a:pt x="59233" y="25914"/>
                </a:lnTo>
                <a:lnTo>
                  <a:pt x="66637" y="25914"/>
                </a:lnTo>
                <a:lnTo>
                  <a:pt x="66637" y="0"/>
                </a:lnTo>
                <a:lnTo>
                  <a:pt x="40723" y="0"/>
                </a:lnTo>
                <a:close/>
              </a:path>
            </a:pathLst>
          </a:custGeom>
          <a:solidFill>
            <a:srgbClr val="BDBDBD"/>
          </a:solidFill>
          <a:ln>
            <a:noFill/>
          </a:ln>
        </p:spPr>
      </p:sp>
      <p:sp>
        <p:nvSpPr>
          <p:cNvPr id="202" name="!!rect-7z0"/>
          <p:cNvSpPr/>
          <p:nvPr/>
        </p:nvSpPr>
        <p:spPr>
          <a:xfrm>
            <a:off x="8712200" y="5461000"/>
            <a:ext cx="2552700" cy="6350"/>
          </a:xfrm>
          <a:prstGeom prst="rect">
            <a:avLst/>
          </a:prstGeom>
          <a:solidFill>
            <a:srgbClr val="E8EBEE"/>
          </a:solidFill>
          <a:ln>
            <a:noFill/>
          </a:ln>
        </p:spPr>
      </p:sp>
      <p:sp>
        <p:nvSpPr>
          <p:cNvPr id="203" name="!!rect-7z1"/>
          <p:cNvSpPr/>
          <p:nvPr/>
        </p:nvSpPr>
        <p:spPr>
          <a:xfrm>
            <a:off x="8813800" y="5524500"/>
            <a:ext cx="749300" cy="292100"/>
          </a:xfrm>
          <a:prstGeom prst="roundRect">
            <a:avLst>
              <a:gd name="adj" fmla="val 30435"/>
            </a:avLst>
          </a:prstGeom>
          <a:solidFill>
            <a:srgbClr val="F3F5F7"/>
          </a:solidFill>
          <a:ln>
            <a:noFill/>
          </a:ln>
        </p:spPr>
      </p:sp>
      <p:sp>
        <p:nvSpPr>
          <p:cNvPr id="204" name="!!text-7z2" descr="取消"/>
          <p:cNvSpPr txBox="1"/>
          <p:nvPr/>
        </p:nvSpPr>
        <p:spPr>
          <a:xfrm>
            <a:off x="9093200" y="5598160"/>
            <a:ext cx="219075" cy="1379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0" kern="0" dirty="0">
                <a:solidFill>
                  <a:srgbClr val="5B6770"/>
                </a:solidFill>
                <a:latin typeface="Noto Sans TC SemiBold"/>
                <a:ea typeface="Noto Sans TC SemiBold"/>
                <a:cs typeface="Noto Sans TC SemiBold"/>
              </a:rPr>
              <a:t>取消</a:t>
            </a:r>
            <a:endParaRPr lang="zh-TW" sz="750"/>
          </a:p>
        </p:txBody>
      </p:sp>
      <p:sp>
        <p:nvSpPr>
          <p:cNvPr id="205" name="!!rect-7za"/>
          <p:cNvSpPr/>
          <p:nvPr/>
        </p:nvSpPr>
        <p:spPr>
          <a:xfrm>
            <a:off x="9626600" y="5518150"/>
            <a:ext cx="1536700" cy="304800"/>
          </a:xfrm>
          <a:prstGeom prst="roundRect">
            <a:avLst>
              <a:gd name="adj" fmla="val 29167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206" name="!!text-7zb" descr="套用 5 項"/>
          <p:cNvSpPr txBox="1"/>
          <p:nvPr/>
        </p:nvSpPr>
        <p:spPr>
          <a:xfrm>
            <a:off x="10189515" y="5590794"/>
            <a:ext cx="441350" cy="14711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00" b="1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套用 5 項</a:t>
            </a:r>
            <a:endParaRPr lang="zh-TW" sz="800"/>
          </a:p>
        </p:txBody>
      </p:sp>
      <p:sp>
        <p:nvSpPr>
          <p:cNvPr id="207" name="!!rect-7zr"/>
          <p:cNvSpPr/>
          <p:nvPr/>
        </p:nvSpPr>
        <p:spPr>
          <a:xfrm>
            <a:off x="9531350" y="6076950"/>
            <a:ext cx="914400" cy="31750"/>
          </a:xfrm>
          <a:prstGeom prst="roundRect">
            <a:avLst>
              <a:gd name="adj" fmla="val 50000"/>
            </a:avLst>
          </a:prstGeom>
          <a:solidFill>
            <a:srgbClr val="000000">
              <a:alpha val="90000"/>
            </a:srgbClr>
          </a:solidFill>
          <a:ln>
            <a:noFill/>
          </a:ln>
        </p:spPr>
      </p:sp>
      <p:sp>
        <p:nvSpPr>
          <p:cNvPr id="208" name="!!rect-8qh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10000"/>
                </a:srgbClr>
              </a:gs>
              <a:gs pos="30762">
                <a:srgbClr val="FFFFFF">
                  <a:alpha val="2000"/>
                </a:srgbClr>
              </a:gs>
              <a:gs pos="31723">
                <a:srgbClr val="FFFFFF">
                  <a:alpha val="0"/>
                </a:srgbClr>
              </a:gs>
              <a:gs pos="9613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4329186" scaled="0"/>
          </a:gradFill>
          <a:ln>
            <a:noFill/>
          </a:ln>
        </p:spPr>
      </p:sp>
      <p:sp>
        <p:nvSpPr>
          <p:cNvPr id="209" name="!!rect-8qk"/>
          <p:cNvSpPr/>
          <p:nvPr/>
        </p:nvSpPr>
        <p:spPr>
          <a:xfrm>
            <a:off x="9728200" y="679450"/>
            <a:ext cx="520700" cy="23495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</p:spPr>
      </p:sp>
      <p:sp>
        <p:nvSpPr>
          <p:cNvPr id="210" name="!!circle-8ql"/>
          <p:cNvSpPr/>
          <p:nvPr/>
        </p:nvSpPr>
        <p:spPr>
          <a:xfrm>
            <a:off x="10088880" y="757555"/>
            <a:ext cx="78740" cy="78740"/>
          </a:xfrm>
          <a:prstGeom prst="ellipse">
            <a:avLst/>
          </a:prstGeom>
          <a:solidFill>
            <a:srgbClr val="0A0F16"/>
          </a:solidFill>
          <a:ln>
            <a:noFill/>
          </a:ln>
        </p:spPr>
      </p:sp>
      <p:sp>
        <p:nvSpPr>
          <p:cNvPr id="211" name="!!circle-8qm"/>
          <p:cNvSpPr/>
          <p:nvPr/>
        </p:nvSpPr>
        <p:spPr>
          <a:xfrm>
            <a:off x="10107930" y="776605"/>
            <a:ext cx="40640" cy="40640"/>
          </a:xfrm>
          <a:prstGeom prst="ellipse">
            <a:avLst/>
          </a:prstGeom>
          <a:solidFill>
            <a:srgbClr val="111B28"/>
          </a:solidFill>
          <a:ln>
            <a:noFill/>
          </a:ln>
        </p:spPr>
      </p:sp>
      <p:sp>
        <p:nvSpPr>
          <p:cNvPr id="212" name="!!circle-8qn"/>
          <p:cNvSpPr/>
          <p:nvPr/>
        </p:nvSpPr>
        <p:spPr>
          <a:xfrm>
            <a:off x="10130155" y="781685"/>
            <a:ext cx="13970" cy="13970"/>
          </a:xfrm>
          <a:prstGeom prst="ellipse">
            <a:avLst/>
          </a:prstGeom>
          <a:solidFill>
            <a:srgbClr val="3A5070">
              <a:alpha val="80000"/>
            </a:srgbClr>
          </a:solidFill>
          <a:ln>
            <a:noFill/>
          </a:ln>
        </p:spPr>
      </p:sp>
      <p:sp>
        <p:nvSpPr>
          <p:cNvPr id="213" name="!!path-9ic"/>
          <p:cNvSpPr/>
          <p:nvPr/>
        </p:nvSpPr>
        <p:spPr>
          <a:xfrm>
            <a:off x="381000" y="306527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214" name="!!path-9id"/>
          <p:cNvSpPr/>
          <p:nvPr/>
        </p:nvSpPr>
        <p:spPr>
          <a:xfrm>
            <a:off x="381000" y="308153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215" name="!!path-9ie"/>
          <p:cNvSpPr/>
          <p:nvPr/>
        </p:nvSpPr>
        <p:spPr>
          <a:xfrm>
            <a:off x="381000" y="309778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216" name="!!path-9if"/>
          <p:cNvSpPr/>
          <p:nvPr/>
        </p:nvSpPr>
        <p:spPr>
          <a:xfrm>
            <a:off x="381000" y="311404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217" name="!!path-9ig"/>
          <p:cNvSpPr/>
          <p:nvPr/>
        </p:nvSpPr>
        <p:spPr>
          <a:xfrm>
            <a:off x="381000" y="313030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218" name="!!path-9ih"/>
          <p:cNvSpPr/>
          <p:nvPr/>
        </p:nvSpPr>
        <p:spPr>
          <a:xfrm>
            <a:off x="381000" y="314655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219" name="!!path-9ii"/>
          <p:cNvSpPr/>
          <p:nvPr/>
        </p:nvSpPr>
        <p:spPr>
          <a:xfrm>
            <a:off x="381000" y="316281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220" name="!!path-9ij"/>
          <p:cNvSpPr/>
          <p:nvPr/>
        </p:nvSpPr>
        <p:spPr>
          <a:xfrm>
            <a:off x="381000" y="317906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221" name="!!path-9ik"/>
          <p:cNvSpPr/>
          <p:nvPr/>
        </p:nvSpPr>
        <p:spPr>
          <a:xfrm>
            <a:off x="419608" y="269342"/>
            <a:ext cx="128422" cy="122936"/>
          </a:xfrm>
          <a:custGeom>
            <a:avLst/>
            <a:gdLst/>
            <a:ahLst/>
            <a:cxnLst/>
            <a:rect l="l" t="t" r="r" b="b"/>
            <a:pathLst>
              <a:path w="128422" h="122936">
                <a:moveTo>
                  <a:pt x="0" y="17678"/>
                </a:moveTo>
                <a:lnTo>
                  <a:pt x="8128" y="5080"/>
                </a:lnTo>
                <a:cubicBezTo>
                  <a:pt x="32512" y="0"/>
                  <a:pt x="73152" y="7112"/>
                  <a:pt x="101600" y="26416"/>
                </a:cubicBezTo>
                <a:cubicBezTo>
                  <a:pt x="116840" y="37186"/>
                  <a:pt x="124968" y="49784"/>
                  <a:pt x="128422" y="62992"/>
                </a:cubicBezTo>
                <a:lnTo>
                  <a:pt x="128422" y="122936"/>
                </a:lnTo>
                <a:lnTo>
                  <a:pt x="0" y="1229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222" name="!!path-9il"/>
          <p:cNvSpPr/>
          <p:nvPr/>
        </p:nvSpPr>
        <p:spPr>
          <a:xfrm>
            <a:off x="419608" y="269342"/>
            <a:ext cx="128422" cy="62992"/>
          </a:xfrm>
          <a:custGeom>
            <a:avLst/>
            <a:gdLst/>
            <a:ahLst/>
            <a:cxnLst/>
            <a:rect l="l" t="t" r="r" b="b"/>
            <a:pathLst>
              <a:path w="128422" h="62992" fill="none">
                <a:moveTo>
                  <a:pt x="128422" y="62992"/>
                </a:moveTo>
                <a:cubicBezTo>
                  <a:pt x="124968" y="49784"/>
                  <a:pt x="116840" y="37186"/>
                  <a:pt x="101600" y="26416"/>
                </a:cubicBezTo>
                <a:cubicBezTo>
                  <a:pt x="73152" y="7112"/>
                  <a:pt x="32512" y="0"/>
                  <a:pt x="8128" y="5080"/>
                </a:cubicBezTo>
                <a:lnTo>
                  <a:pt x="0" y="1767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223" name="!!path-9im"/>
          <p:cNvSpPr/>
          <p:nvPr/>
        </p:nvSpPr>
        <p:spPr>
          <a:xfrm>
            <a:off x="407010" y="281534"/>
            <a:ext cx="141021" cy="110744"/>
          </a:xfrm>
          <a:custGeom>
            <a:avLst/>
            <a:gdLst/>
            <a:ahLst/>
            <a:cxnLst/>
            <a:rect l="l" t="t" r="r" b="b"/>
            <a:pathLst>
              <a:path w="141021" h="110744">
                <a:moveTo>
                  <a:pt x="0" y="22352"/>
                </a:moveTo>
                <a:lnTo>
                  <a:pt x="6502" y="6502"/>
                </a:lnTo>
                <a:cubicBezTo>
                  <a:pt x="36982" y="0"/>
                  <a:pt x="79654" y="7112"/>
                  <a:pt x="110134" y="25400"/>
                </a:cubicBezTo>
                <a:cubicBezTo>
                  <a:pt x="126390" y="35154"/>
                  <a:pt x="136550" y="49784"/>
                  <a:pt x="141021" y="62992"/>
                </a:cubicBezTo>
                <a:lnTo>
                  <a:pt x="141021" y="110744"/>
                </a:lnTo>
                <a:lnTo>
                  <a:pt x="0" y="110744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224" name="!!path-9in"/>
          <p:cNvSpPr/>
          <p:nvPr/>
        </p:nvSpPr>
        <p:spPr>
          <a:xfrm>
            <a:off x="407010" y="281534"/>
            <a:ext cx="141021" cy="62992"/>
          </a:xfrm>
          <a:custGeom>
            <a:avLst/>
            <a:gdLst/>
            <a:ahLst/>
            <a:cxnLst/>
            <a:rect l="l" t="t" r="r" b="b"/>
            <a:pathLst>
              <a:path w="141021" h="62992" fill="none">
                <a:moveTo>
                  <a:pt x="141021" y="62992"/>
                </a:moveTo>
                <a:cubicBezTo>
                  <a:pt x="136550" y="49784"/>
                  <a:pt x="126390" y="35154"/>
                  <a:pt x="110134" y="25400"/>
                </a:cubicBezTo>
                <a:cubicBezTo>
                  <a:pt x="79654" y="7112"/>
                  <a:pt x="36982" y="0"/>
                  <a:pt x="6502" y="6502"/>
                </a:cubicBezTo>
                <a:lnTo>
                  <a:pt x="0" y="22352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225" name="!!path-9io"/>
          <p:cNvSpPr/>
          <p:nvPr/>
        </p:nvSpPr>
        <p:spPr>
          <a:xfrm>
            <a:off x="395834" y="294742"/>
            <a:ext cx="151790" cy="97536"/>
          </a:xfrm>
          <a:custGeom>
            <a:avLst/>
            <a:gdLst/>
            <a:ahLst/>
            <a:cxnLst/>
            <a:rect l="l" t="t" r="r" b="b"/>
            <a:pathLst>
              <a:path w="151790" h="97536">
                <a:moveTo>
                  <a:pt x="0" y="23165"/>
                </a:moveTo>
                <a:lnTo>
                  <a:pt x="3861" y="12598"/>
                </a:lnTo>
                <a:cubicBezTo>
                  <a:pt x="37998" y="0"/>
                  <a:pt x="84734" y="5080"/>
                  <a:pt x="117246" y="21946"/>
                </a:cubicBezTo>
                <a:cubicBezTo>
                  <a:pt x="135534" y="31496"/>
                  <a:pt x="146710" y="43688"/>
                  <a:pt x="151790" y="55270"/>
                </a:cubicBezTo>
                <a:lnTo>
                  <a:pt x="151790" y="97536"/>
                </a:lnTo>
                <a:lnTo>
                  <a:pt x="0" y="975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226" name="!!path-9ip"/>
          <p:cNvSpPr/>
          <p:nvPr/>
        </p:nvSpPr>
        <p:spPr>
          <a:xfrm>
            <a:off x="395834" y="294742"/>
            <a:ext cx="151790" cy="55270"/>
          </a:xfrm>
          <a:custGeom>
            <a:avLst/>
            <a:gdLst/>
            <a:ahLst/>
            <a:cxnLst/>
            <a:rect l="l" t="t" r="r" b="b"/>
            <a:pathLst>
              <a:path w="151790" h="55270" fill="none">
                <a:moveTo>
                  <a:pt x="151790" y="55270"/>
                </a:moveTo>
                <a:cubicBezTo>
                  <a:pt x="146710" y="43688"/>
                  <a:pt x="135534" y="31496"/>
                  <a:pt x="117246" y="21946"/>
                </a:cubicBezTo>
                <a:cubicBezTo>
                  <a:pt x="84734" y="5080"/>
                  <a:pt x="37998" y="0"/>
                  <a:pt x="3861" y="12598"/>
                </a:cubicBezTo>
                <a:lnTo>
                  <a:pt x="0" y="23165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227" name="!!path-9iq"/>
          <p:cNvSpPr/>
          <p:nvPr/>
        </p:nvSpPr>
        <p:spPr>
          <a:xfrm>
            <a:off x="548234" y="264262"/>
            <a:ext cx="120294" cy="128016"/>
          </a:xfrm>
          <a:custGeom>
            <a:avLst/>
            <a:gdLst/>
            <a:ahLst/>
            <a:cxnLst/>
            <a:rect l="l" t="t" r="r" b="b"/>
            <a:pathLst>
              <a:path w="120294" h="128016">
                <a:moveTo>
                  <a:pt x="120294" y="18288"/>
                </a:moveTo>
                <a:lnTo>
                  <a:pt x="113589" y="4470"/>
                </a:lnTo>
                <a:cubicBezTo>
                  <a:pt x="86766" y="0"/>
                  <a:pt x="44094" y="10160"/>
                  <a:pt x="17678" y="30480"/>
                </a:cubicBezTo>
                <a:cubicBezTo>
                  <a:pt x="6502" y="39624"/>
                  <a:pt x="1422" y="52832"/>
                  <a:pt x="0" y="67056"/>
                </a:cubicBezTo>
                <a:lnTo>
                  <a:pt x="0" y="128016"/>
                </a:lnTo>
                <a:lnTo>
                  <a:pt x="120294" y="12801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228" name="!!path-9ir"/>
          <p:cNvSpPr/>
          <p:nvPr/>
        </p:nvSpPr>
        <p:spPr>
          <a:xfrm>
            <a:off x="548234" y="264262"/>
            <a:ext cx="120294" cy="67056"/>
          </a:xfrm>
          <a:custGeom>
            <a:avLst/>
            <a:gdLst/>
            <a:ahLst/>
            <a:cxnLst/>
            <a:rect l="l" t="t" r="r" b="b"/>
            <a:pathLst>
              <a:path w="120294" h="67056" fill="none">
                <a:moveTo>
                  <a:pt x="0" y="67056"/>
                </a:moveTo>
                <a:cubicBezTo>
                  <a:pt x="1422" y="52832"/>
                  <a:pt x="6502" y="39624"/>
                  <a:pt x="17678" y="30480"/>
                </a:cubicBezTo>
                <a:cubicBezTo>
                  <a:pt x="44094" y="10160"/>
                  <a:pt x="86766" y="0"/>
                  <a:pt x="113589" y="4470"/>
                </a:cubicBezTo>
                <a:lnTo>
                  <a:pt x="120294" y="1828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229" name="!!path-9is"/>
          <p:cNvSpPr/>
          <p:nvPr/>
        </p:nvSpPr>
        <p:spPr>
          <a:xfrm>
            <a:off x="548437" y="279502"/>
            <a:ext cx="133299" cy="112776"/>
          </a:xfrm>
          <a:custGeom>
            <a:avLst/>
            <a:gdLst/>
            <a:ahLst/>
            <a:cxnLst/>
            <a:rect l="l" t="t" r="r" b="b"/>
            <a:pathLst>
              <a:path w="133299" h="112776">
                <a:moveTo>
                  <a:pt x="133299" y="19710"/>
                </a:moveTo>
                <a:lnTo>
                  <a:pt x="127203" y="3048"/>
                </a:lnTo>
                <a:cubicBezTo>
                  <a:pt x="94691" y="0"/>
                  <a:pt x="54051" y="11176"/>
                  <a:pt x="27635" y="30683"/>
                </a:cubicBezTo>
                <a:cubicBezTo>
                  <a:pt x="13411" y="41250"/>
                  <a:pt x="4267" y="53848"/>
                  <a:pt x="0" y="65024"/>
                </a:cubicBezTo>
                <a:lnTo>
                  <a:pt x="0" y="112776"/>
                </a:lnTo>
                <a:lnTo>
                  <a:pt x="133299" y="11277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230" name="!!path-9it"/>
          <p:cNvSpPr/>
          <p:nvPr/>
        </p:nvSpPr>
        <p:spPr>
          <a:xfrm>
            <a:off x="548437" y="279502"/>
            <a:ext cx="133299" cy="65024"/>
          </a:xfrm>
          <a:custGeom>
            <a:avLst/>
            <a:gdLst/>
            <a:ahLst/>
            <a:cxnLst/>
            <a:rect l="l" t="t" r="r" b="b"/>
            <a:pathLst>
              <a:path w="133299" h="65024" fill="none">
                <a:moveTo>
                  <a:pt x="0" y="65024"/>
                </a:moveTo>
                <a:cubicBezTo>
                  <a:pt x="4267" y="53848"/>
                  <a:pt x="13411" y="41250"/>
                  <a:pt x="27635" y="30683"/>
                </a:cubicBezTo>
                <a:cubicBezTo>
                  <a:pt x="54051" y="11176"/>
                  <a:pt x="94691" y="0"/>
                  <a:pt x="127203" y="3048"/>
                </a:cubicBezTo>
                <a:lnTo>
                  <a:pt x="133299" y="19710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231" name="!!path-9iu"/>
          <p:cNvSpPr/>
          <p:nvPr/>
        </p:nvSpPr>
        <p:spPr>
          <a:xfrm>
            <a:off x="548843" y="293726"/>
            <a:ext cx="142646" cy="98552"/>
          </a:xfrm>
          <a:custGeom>
            <a:avLst/>
            <a:gdLst/>
            <a:ahLst/>
            <a:cxnLst/>
            <a:rect l="l" t="t" r="r" b="b"/>
            <a:pathLst>
              <a:path w="142646" h="98552">
                <a:moveTo>
                  <a:pt x="142646" y="18898"/>
                </a:moveTo>
                <a:lnTo>
                  <a:pt x="139802" y="8738"/>
                </a:lnTo>
                <a:cubicBezTo>
                  <a:pt x="106477" y="0"/>
                  <a:pt x="63805" y="5080"/>
                  <a:pt x="35357" y="19304"/>
                </a:cubicBezTo>
                <a:cubicBezTo>
                  <a:pt x="17069" y="28448"/>
                  <a:pt x="5893" y="42672"/>
                  <a:pt x="0" y="56286"/>
                </a:cubicBezTo>
                <a:lnTo>
                  <a:pt x="0" y="98552"/>
                </a:lnTo>
                <a:lnTo>
                  <a:pt x="142646" y="98552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232" name="!!path-9iv"/>
          <p:cNvSpPr/>
          <p:nvPr/>
        </p:nvSpPr>
        <p:spPr>
          <a:xfrm>
            <a:off x="548843" y="293726"/>
            <a:ext cx="142646" cy="56286"/>
          </a:xfrm>
          <a:custGeom>
            <a:avLst/>
            <a:gdLst/>
            <a:ahLst/>
            <a:cxnLst/>
            <a:rect l="l" t="t" r="r" b="b"/>
            <a:pathLst>
              <a:path w="142646" h="56286" fill="none">
                <a:moveTo>
                  <a:pt x="0" y="56286"/>
                </a:moveTo>
                <a:cubicBezTo>
                  <a:pt x="5893" y="42672"/>
                  <a:pt x="17069" y="28448"/>
                  <a:pt x="35357" y="19304"/>
                </a:cubicBezTo>
                <a:cubicBezTo>
                  <a:pt x="63805" y="5080"/>
                  <a:pt x="106477" y="0"/>
                  <a:pt x="139802" y="8738"/>
                </a:cubicBezTo>
                <a:lnTo>
                  <a:pt x="142646" y="1889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233" name="!!path-9iw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627D8D"/>
              </a:gs>
              <a:gs pos="21794">
                <a:srgbClr val="627D8D"/>
              </a:gs>
              <a:gs pos="55376">
                <a:srgbClr val="627D8D"/>
              </a:gs>
              <a:gs pos="96421">
                <a:srgbClr val="98ABB7"/>
              </a:gs>
              <a:gs pos="100000">
                <a:srgbClr val="98ABB7"/>
              </a:gs>
            </a:gsLst>
            <a:lin ang="1983350" scaled="0"/>
          </a:gradFill>
          <a:ln>
            <a:noFill/>
          </a:ln>
        </p:spPr>
      </p:sp>
      <p:sp>
        <p:nvSpPr>
          <p:cNvPr id="234" name="!!path-9ix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0000"/>
                </a:srgbClr>
              </a:gs>
              <a:gs pos="4764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83333" t="79291" r="16667" b="20709"/>
            </a:path>
          </a:gradFill>
          <a:ln>
            <a:noFill/>
          </a:ln>
        </p:spPr>
      </p:sp>
      <p:sp>
        <p:nvSpPr>
          <p:cNvPr id="235" name="!!line-9iy"/>
          <p:cNvSpPr/>
          <p:nvPr/>
        </p:nvSpPr>
        <p:spPr>
          <a:xfrm>
            <a:off x="549046" y="363017"/>
            <a:ext cx="1" cy="153619"/>
          </a:xfrm>
          <a:custGeom>
            <a:avLst/>
            <a:gdLst/>
            <a:ahLst/>
            <a:cxnLst/>
            <a:rect l="l" t="t" r="r" b="b"/>
            <a:pathLst>
              <a:path w="1" h="153619">
                <a:moveTo>
                  <a:pt x="0" y="0"/>
                </a:moveTo>
                <a:lnTo>
                  <a:pt x="0" y="153619"/>
                </a:lnTo>
              </a:path>
            </a:pathLst>
          </a:custGeom>
          <a:solidFill>
            <a:srgbClr val="000000"/>
          </a:solidFill>
          <a:ln w="6909" cap="rnd">
            <a:solidFill>
              <a:srgbClr val="C9D3D9"/>
            </a:solidFill>
            <a:prstDash val="solid"/>
            <a:miter lim="800000"/>
          </a:ln>
        </p:spPr>
      </p:sp>
      <p:sp>
        <p:nvSpPr>
          <p:cNvPr id="236" name="!!path-9iz"/>
          <p:cNvSpPr/>
          <p:nvPr/>
        </p:nvSpPr>
        <p:spPr>
          <a:xfrm>
            <a:off x="657962" y="442062"/>
            <a:ext cx="25400" cy="37998"/>
          </a:xfrm>
          <a:custGeom>
            <a:avLst/>
            <a:gdLst/>
            <a:ahLst/>
            <a:cxnLst/>
            <a:rect l="l" t="t" r="r" b="b"/>
            <a:pathLst>
              <a:path w="25400" h="37998">
                <a:moveTo>
                  <a:pt x="0" y="2642"/>
                </a:moveTo>
                <a:lnTo>
                  <a:pt x="15240" y="0"/>
                </a:lnTo>
                <a:lnTo>
                  <a:pt x="25400" y="37186"/>
                </a:lnTo>
                <a:lnTo>
                  <a:pt x="7518" y="37998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 w="1016" cap="flat">
            <a:solidFill>
              <a:srgbClr val="FFFFFF">
                <a:alpha val="55000"/>
              </a:srgbClr>
            </a:solidFill>
            <a:prstDash val="solid"/>
            <a:round/>
          </a:ln>
        </p:spPr>
      </p:sp>
      <p:sp>
        <p:nvSpPr>
          <p:cNvPr id="237" name="!!text-9j0" descr="救「舊」我的書"/>
          <p:cNvSpPr txBox="1"/>
          <p:nvPr/>
        </p:nvSpPr>
        <p:spPr>
          <a:xfrm>
            <a:off x="805879" y="251460"/>
            <a:ext cx="1120140" cy="25745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400" b="1" kern="0" spc="-70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救</a:t>
            </a:r>
            <a:r>
              <a:rPr lang="zh-TW" altLang="en-US" sz="14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「舊</a:t>
            </a:r>
            <a:r>
              <a:rPr lang="zh-TW" altLang="en-US" sz="1400" b="1" kern="0" spc="-70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」</a:t>
            </a:r>
            <a:r>
              <a:rPr lang="zh-TW" altLang="en-US" sz="14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我的書</a:t>
            </a:r>
            <a:endParaRPr lang="zh-TW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fast" p14:dur="1000" advTm="800">
        <p159:morph option="byObject"/>
      </p:transition>
    </mc:Choice>
    <mc:Fallback>
      <p:transition spd="fast" advTm="800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69.8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rect-1q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7"/>
          </a:solidFill>
          <a:ln>
            <a:noFill/>
          </a:ln>
        </p:spPr>
      </p:sp>
      <p:sp>
        <p:nvSpPr>
          <p:cNvPr id="3" name="!!ellipse-1q2"/>
          <p:cNvSpPr/>
          <p:nvPr/>
        </p:nvSpPr>
        <p:spPr>
          <a:xfrm>
            <a:off x="-889000" y="-952500"/>
            <a:ext cx="13970000" cy="7874000"/>
          </a:xfrm>
          <a:prstGeom prst="ellipse">
            <a:avLst/>
          </a:prstGeom>
          <a:gradFill rotWithShape="1">
            <a:gsLst>
              <a:gs pos="0">
                <a:srgbClr val="FFFFFF">
                  <a:alpha val="95000"/>
                </a:srgbClr>
              </a:gs>
              <a:gs pos="40865">
                <a:srgbClr val="FFFFFF">
                  <a:alpha val="35000"/>
                </a:srgbClr>
              </a:gs>
              <a:gs pos="68108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!!rect-1q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P1"/>
            <a:srcRect/>
            <a:tile tx="32861" ty="15017" sx="16667" sy="16667" flip="none" algn="tl"/>
          </a:blipFill>
          <a:ln>
            <a:noFill/>
          </a:ln>
        </p:spPr>
      </p:sp>
      <p:sp>
        <p:nvSpPr>
          <p:cNvPr id="5" name="!!circle-1qv"/>
          <p:cNvSpPr/>
          <p:nvPr/>
        </p:nvSpPr>
        <p:spPr>
          <a:xfrm>
            <a:off x="7508629" y="6371760"/>
            <a:ext cx="1551610" cy="1551610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" name="!!circle-1qy"/>
          <p:cNvSpPr/>
          <p:nvPr/>
        </p:nvSpPr>
        <p:spPr>
          <a:xfrm>
            <a:off x="11053472" y="1084966"/>
            <a:ext cx="2674569" cy="2674569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7" name="!!circle-1r1"/>
          <p:cNvSpPr/>
          <p:nvPr/>
        </p:nvSpPr>
        <p:spPr>
          <a:xfrm>
            <a:off x="8277925" y="5620352"/>
            <a:ext cx="905370" cy="905370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8" name="!!rect-1sh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5F7">
                  <a:alpha val="0"/>
                </a:srgbClr>
              </a:gs>
              <a:gs pos="20428">
                <a:srgbClr val="F3F5F7">
                  <a:alpha val="0"/>
                </a:srgbClr>
              </a:gs>
              <a:gs pos="66730">
                <a:srgbClr val="F3F5F7"/>
              </a:gs>
              <a:gs pos="100000">
                <a:srgbClr val="F3F5F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9" name="!!circle-1sj"/>
          <p:cNvSpPr/>
          <p:nvPr/>
        </p:nvSpPr>
        <p:spPr>
          <a:xfrm>
            <a:off x="105605" y="181330"/>
            <a:ext cx="50038" cy="50038"/>
          </a:xfrm>
          <a:prstGeom prst="ellipse">
            <a:avLst/>
          </a:prstGeom>
          <a:solidFill>
            <a:srgbClr val="627D8D">
              <a:alpha val="25400"/>
            </a:srgbClr>
          </a:solidFill>
          <a:ln>
            <a:noFill/>
          </a:ln>
        </p:spPr>
      </p:sp>
      <p:sp>
        <p:nvSpPr>
          <p:cNvPr id="10" name="!!circle-1sm"/>
          <p:cNvSpPr/>
          <p:nvPr/>
        </p:nvSpPr>
        <p:spPr>
          <a:xfrm>
            <a:off x="5622297" y="1476224"/>
            <a:ext cx="36055" cy="36055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11" name="!!circle-1sp"/>
          <p:cNvSpPr/>
          <p:nvPr/>
        </p:nvSpPr>
        <p:spPr>
          <a:xfrm>
            <a:off x="9308079" y="3382845"/>
            <a:ext cx="24295" cy="24295"/>
          </a:xfrm>
          <a:prstGeom prst="ellipse">
            <a:avLst/>
          </a:prstGeom>
          <a:solidFill>
            <a:srgbClr val="627D8D">
              <a:alpha val="18100"/>
            </a:srgbClr>
          </a:solidFill>
          <a:ln>
            <a:noFill/>
          </a:ln>
        </p:spPr>
      </p:sp>
      <p:sp>
        <p:nvSpPr>
          <p:cNvPr id="12" name="!!circle-1ss"/>
          <p:cNvSpPr/>
          <p:nvPr/>
        </p:nvSpPr>
        <p:spPr>
          <a:xfrm>
            <a:off x="3554320" y="6559761"/>
            <a:ext cx="25959" cy="25959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13" name="!!circle-1sv"/>
          <p:cNvSpPr/>
          <p:nvPr/>
        </p:nvSpPr>
        <p:spPr>
          <a:xfrm>
            <a:off x="1920276" y="1873118"/>
            <a:ext cx="35878" cy="35878"/>
          </a:xfrm>
          <a:prstGeom prst="ellipse">
            <a:avLst/>
          </a:prstGeom>
          <a:solidFill>
            <a:srgbClr val="627D8D">
              <a:alpha val="26800"/>
            </a:srgbClr>
          </a:solidFill>
          <a:ln>
            <a:noFill/>
          </a:ln>
        </p:spPr>
      </p:sp>
      <p:sp>
        <p:nvSpPr>
          <p:cNvPr id="14" name="!!circle-1sy"/>
          <p:cNvSpPr/>
          <p:nvPr/>
        </p:nvSpPr>
        <p:spPr>
          <a:xfrm>
            <a:off x="6784576" y="3998105"/>
            <a:ext cx="40234" cy="40234"/>
          </a:xfrm>
          <a:prstGeom prst="ellipse">
            <a:avLst/>
          </a:prstGeom>
          <a:solidFill>
            <a:srgbClr val="627D8D">
              <a:alpha val="31300"/>
            </a:srgbClr>
          </a:solidFill>
          <a:ln>
            <a:noFill/>
          </a:ln>
        </p:spPr>
      </p:sp>
      <p:sp>
        <p:nvSpPr>
          <p:cNvPr id="15" name="!!circle-1t1"/>
          <p:cNvSpPr/>
          <p:nvPr/>
        </p:nvSpPr>
        <p:spPr>
          <a:xfrm>
            <a:off x="10017326" y="68412"/>
            <a:ext cx="23559" cy="23559"/>
          </a:xfrm>
          <a:prstGeom prst="ellipse">
            <a:avLst/>
          </a:prstGeom>
          <a:solidFill>
            <a:srgbClr val="627D8D">
              <a:alpha val="17900"/>
            </a:srgbClr>
          </a:solidFill>
          <a:ln>
            <a:noFill/>
          </a:ln>
        </p:spPr>
      </p:sp>
      <p:sp>
        <p:nvSpPr>
          <p:cNvPr id="16" name="!!circle-1t4"/>
          <p:cNvSpPr/>
          <p:nvPr/>
        </p:nvSpPr>
        <p:spPr>
          <a:xfrm>
            <a:off x="1116259" y="5047006"/>
            <a:ext cx="29959" cy="29959"/>
          </a:xfrm>
          <a:prstGeom prst="ellipse">
            <a:avLst/>
          </a:prstGeom>
          <a:solidFill>
            <a:srgbClr val="627D8D">
              <a:alpha val="19400"/>
            </a:srgbClr>
          </a:solidFill>
          <a:ln>
            <a:noFill/>
          </a:ln>
        </p:spPr>
      </p:sp>
      <p:sp>
        <p:nvSpPr>
          <p:cNvPr id="17" name="!!circle-1t7"/>
          <p:cNvSpPr/>
          <p:nvPr/>
        </p:nvSpPr>
        <p:spPr>
          <a:xfrm>
            <a:off x="8513173" y="4585272"/>
            <a:ext cx="28702" cy="28702"/>
          </a:xfrm>
          <a:prstGeom prst="ellipse">
            <a:avLst/>
          </a:prstGeom>
          <a:solidFill>
            <a:srgbClr val="627D8D">
              <a:alpha val="17800"/>
            </a:srgbClr>
          </a:solidFill>
          <a:ln>
            <a:noFill/>
          </a:ln>
        </p:spPr>
      </p:sp>
      <p:sp>
        <p:nvSpPr>
          <p:cNvPr id="18" name="!!circle-1ta"/>
          <p:cNvSpPr/>
          <p:nvPr/>
        </p:nvSpPr>
        <p:spPr>
          <a:xfrm>
            <a:off x="11061343" y="2027827"/>
            <a:ext cx="24066" cy="24066"/>
          </a:xfrm>
          <a:prstGeom prst="ellipse">
            <a:avLst/>
          </a:prstGeom>
          <a:solidFill>
            <a:srgbClr val="627D8D">
              <a:alpha val="23900"/>
            </a:srgbClr>
          </a:solidFill>
          <a:ln>
            <a:noFill/>
          </a:ln>
        </p:spPr>
      </p:sp>
      <p:sp>
        <p:nvSpPr>
          <p:cNvPr id="19" name="!!circle-1td"/>
          <p:cNvSpPr/>
          <p:nvPr/>
        </p:nvSpPr>
        <p:spPr>
          <a:xfrm>
            <a:off x="8378169" y="6048065"/>
            <a:ext cx="35865" cy="35865"/>
          </a:xfrm>
          <a:prstGeom prst="ellipse">
            <a:avLst/>
          </a:prstGeom>
          <a:solidFill>
            <a:srgbClr val="627D8D">
              <a:alpha val="28200"/>
            </a:srgbClr>
          </a:solidFill>
          <a:ln>
            <a:noFill/>
          </a:ln>
        </p:spPr>
      </p:sp>
      <p:sp>
        <p:nvSpPr>
          <p:cNvPr id="20" name="!!circle-1tg"/>
          <p:cNvSpPr/>
          <p:nvPr/>
        </p:nvSpPr>
        <p:spPr>
          <a:xfrm>
            <a:off x="1450563" y="3283817"/>
            <a:ext cx="39218" cy="39218"/>
          </a:xfrm>
          <a:prstGeom prst="ellipse">
            <a:avLst/>
          </a:prstGeom>
          <a:solidFill>
            <a:srgbClr val="627D8D">
              <a:alpha val="29600"/>
            </a:srgbClr>
          </a:solidFill>
          <a:ln>
            <a:noFill/>
          </a:ln>
        </p:spPr>
      </p:sp>
      <p:sp>
        <p:nvSpPr>
          <p:cNvPr id="21" name="!!circle-1tj"/>
          <p:cNvSpPr/>
          <p:nvPr/>
        </p:nvSpPr>
        <p:spPr>
          <a:xfrm>
            <a:off x="7156844" y="6290835"/>
            <a:ext cx="49733" cy="49733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2" name="!!circle-1tm"/>
          <p:cNvSpPr/>
          <p:nvPr/>
        </p:nvSpPr>
        <p:spPr>
          <a:xfrm>
            <a:off x="6332095" y="1950577"/>
            <a:ext cx="41694" cy="41694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3" name="!!circle-1tp"/>
          <p:cNvSpPr/>
          <p:nvPr/>
        </p:nvSpPr>
        <p:spPr>
          <a:xfrm>
            <a:off x="6788308" y="5355163"/>
            <a:ext cx="31979" cy="31979"/>
          </a:xfrm>
          <a:prstGeom prst="ellipse">
            <a:avLst/>
          </a:prstGeom>
          <a:solidFill>
            <a:srgbClr val="627D8D">
              <a:alpha val="24100"/>
            </a:srgbClr>
          </a:solidFill>
          <a:ln>
            <a:noFill/>
          </a:ln>
        </p:spPr>
      </p:sp>
      <p:sp>
        <p:nvSpPr>
          <p:cNvPr id="24" name="!!circle-1ts"/>
          <p:cNvSpPr/>
          <p:nvPr/>
        </p:nvSpPr>
        <p:spPr>
          <a:xfrm>
            <a:off x="3842161" y="1288720"/>
            <a:ext cx="18085" cy="18085"/>
          </a:xfrm>
          <a:prstGeom prst="ellipse">
            <a:avLst/>
          </a:prstGeom>
          <a:solidFill>
            <a:srgbClr val="627D8D">
              <a:alpha val="10500"/>
            </a:srgbClr>
          </a:solidFill>
          <a:ln>
            <a:noFill/>
          </a:ln>
        </p:spPr>
      </p:sp>
      <p:sp>
        <p:nvSpPr>
          <p:cNvPr id="25" name="!!circle-1ty"/>
          <p:cNvSpPr/>
          <p:nvPr/>
        </p:nvSpPr>
        <p:spPr>
          <a:xfrm>
            <a:off x="3411929" y="6499366"/>
            <a:ext cx="39243" cy="39243"/>
          </a:xfrm>
          <a:prstGeom prst="ellipse">
            <a:avLst/>
          </a:prstGeom>
          <a:solidFill>
            <a:srgbClr val="627D8D">
              <a:alpha val="27700"/>
            </a:srgbClr>
          </a:solidFill>
          <a:ln>
            <a:noFill/>
          </a:ln>
        </p:spPr>
      </p:sp>
      <p:sp>
        <p:nvSpPr>
          <p:cNvPr id="26" name="!!circle-1u1"/>
          <p:cNvSpPr/>
          <p:nvPr/>
        </p:nvSpPr>
        <p:spPr>
          <a:xfrm>
            <a:off x="1664935" y="6674590"/>
            <a:ext cx="34519" cy="34519"/>
          </a:xfrm>
          <a:prstGeom prst="ellipse">
            <a:avLst/>
          </a:prstGeom>
          <a:solidFill>
            <a:srgbClr val="627D8D">
              <a:alpha val="22500"/>
            </a:srgbClr>
          </a:solidFill>
          <a:ln>
            <a:noFill/>
          </a:ln>
        </p:spPr>
      </p:sp>
      <p:sp>
        <p:nvSpPr>
          <p:cNvPr id="27" name="!!circle-1u4"/>
          <p:cNvSpPr/>
          <p:nvPr/>
        </p:nvSpPr>
        <p:spPr>
          <a:xfrm>
            <a:off x="2608043" y="5302566"/>
            <a:ext cx="46228" cy="46228"/>
          </a:xfrm>
          <a:prstGeom prst="ellipse">
            <a:avLst/>
          </a:prstGeom>
          <a:solidFill>
            <a:srgbClr val="627D8D">
              <a:alpha val="26200"/>
            </a:srgbClr>
          </a:solidFill>
          <a:ln>
            <a:noFill/>
          </a:ln>
        </p:spPr>
      </p:sp>
      <p:sp>
        <p:nvSpPr>
          <p:cNvPr id="28" name="!!circle-1u7"/>
          <p:cNvSpPr/>
          <p:nvPr/>
        </p:nvSpPr>
        <p:spPr>
          <a:xfrm>
            <a:off x="7414782" y="4881965"/>
            <a:ext cx="49327" cy="49327"/>
          </a:xfrm>
          <a:prstGeom prst="ellipse">
            <a:avLst/>
          </a:prstGeom>
          <a:solidFill>
            <a:srgbClr val="627D8D">
              <a:alpha val="20800"/>
            </a:srgbClr>
          </a:solidFill>
          <a:ln>
            <a:noFill/>
          </a:ln>
        </p:spPr>
      </p:sp>
      <p:sp>
        <p:nvSpPr>
          <p:cNvPr id="29" name="!!circle-1ua"/>
          <p:cNvSpPr/>
          <p:nvPr/>
        </p:nvSpPr>
        <p:spPr>
          <a:xfrm>
            <a:off x="9692204" y="5636774"/>
            <a:ext cx="24054" cy="24054"/>
          </a:xfrm>
          <a:prstGeom prst="ellipse">
            <a:avLst/>
          </a:prstGeom>
          <a:solidFill>
            <a:srgbClr val="627D8D">
              <a:alpha val="22200"/>
            </a:srgbClr>
          </a:solidFill>
          <a:ln>
            <a:noFill/>
          </a:ln>
        </p:spPr>
      </p:sp>
      <p:sp>
        <p:nvSpPr>
          <p:cNvPr id="30" name="!!circle-1ud"/>
          <p:cNvSpPr/>
          <p:nvPr/>
        </p:nvSpPr>
        <p:spPr>
          <a:xfrm>
            <a:off x="2117421" y="1573787"/>
            <a:ext cx="32271" cy="32271"/>
          </a:xfrm>
          <a:prstGeom prst="ellipse">
            <a:avLst/>
          </a:prstGeom>
          <a:solidFill>
            <a:srgbClr val="627D8D">
              <a:alpha val="20500"/>
            </a:srgbClr>
          </a:solidFill>
          <a:ln>
            <a:noFill/>
          </a:ln>
        </p:spPr>
      </p:sp>
      <p:sp>
        <p:nvSpPr>
          <p:cNvPr id="31" name="!!circle-1uj"/>
          <p:cNvSpPr/>
          <p:nvPr/>
        </p:nvSpPr>
        <p:spPr>
          <a:xfrm>
            <a:off x="2091929" y="2581227"/>
            <a:ext cx="34252" cy="34252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32" name="!!circle-1um"/>
          <p:cNvSpPr/>
          <p:nvPr/>
        </p:nvSpPr>
        <p:spPr>
          <a:xfrm>
            <a:off x="9616958" y="4562759"/>
            <a:ext cx="44196" cy="44196"/>
          </a:xfrm>
          <a:prstGeom prst="ellipse">
            <a:avLst/>
          </a:prstGeom>
          <a:solidFill>
            <a:srgbClr val="627D8D">
              <a:alpha val="21700"/>
            </a:srgbClr>
          </a:solidFill>
          <a:ln>
            <a:noFill/>
          </a:ln>
        </p:spPr>
      </p:sp>
      <p:sp>
        <p:nvSpPr>
          <p:cNvPr id="33" name="!!circle-1up"/>
          <p:cNvSpPr/>
          <p:nvPr/>
        </p:nvSpPr>
        <p:spPr>
          <a:xfrm>
            <a:off x="6810387" y="1883681"/>
            <a:ext cx="35192" cy="35192"/>
          </a:xfrm>
          <a:prstGeom prst="ellipse">
            <a:avLst/>
          </a:prstGeom>
          <a:solidFill>
            <a:srgbClr val="627D8D">
              <a:alpha val="27100"/>
            </a:srgbClr>
          </a:solidFill>
          <a:ln>
            <a:noFill/>
          </a:ln>
        </p:spPr>
      </p:sp>
      <p:sp>
        <p:nvSpPr>
          <p:cNvPr id="34" name="!!circle-1us"/>
          <p:cNvSpPr/>
          <p:nvPr/>
        </p:nvSpPr>
        <p:spPr>
          <a:xfrm>
            <a:off x="10112926" y="5475962"/>
            <a:ext cx="43358" cy="43358"/>
          </a:xfrm>
          <a:prstGeom prst="ellipse">
            <a:avLst/>
          </a:prstGeom>
          <a:solidFill>
            <a:srgbClr val="627D8D">
              <a:alpha val="19500"/>
            </a:srgbClr>
          </a:solidFill>
          <a:ln>
            <a:noFill/>
          </a:ln>
        </p:spPr>
      </p:sp>
      <p:sp>
        <p:nvSpPr>
          <p:cNvPr id="35" name="!!circle-1uv"/>
          <p:cNvSpPr/>
          <p:nvPr/>
        </p:nvSpPr>
        <p:spPr>
          <a:xfrm>
            <a:off x="3108151" y="2273245"/>
            <a:ext cx="33528" cy="33528"/>
          </a:xfrm>
          <a:prstGeom prst="ellipse">
            <a:avLst/>
          </a:prstGeom>
          <a:solidFill>
            <a:srgbClr val="627D8D">
              <a:alpha val="28300"/>
            </a:srgbClr>
          </a:solidFill>
          <a:ln>
            <a:noFill/>
          </a:ln>
        </p:spPr>
      </p:sp>
      <p:sp>
        <p:nvSpPr>
          <p:cNvPr id="36" name="!!circle-1uy"/>
          <p:cNvSpPr/>
          <p:nvPr/>
        </p:nvSpPr>
        <p:spPr>
          <a:xfrm>
            <a:off x="6755859" y="2817553"/>
            <a:ext cx="28956" cy="28956"/>
          </a:xfrm>
          <a:prstGeom prst="ellipse">
            <a:avLst/>
          </a:prstGeom>
          <a:solidFill>
            <a:srgbClr val="627D8D">
              <a:alpha val="21800"/>
            </a:srgbClr>
          </a:solidFill>
          <a:ln>
            <a:noFill/>
          </a:ln>
        </p:spPr>
      </p:sp>
      <p:sp>
        <p:nvSpPr>
          <p:cNvPr id="37" name="!!circle-1v1"/>
          <p:cNvSpPr/>
          <p:nvPr/>
        </p:nvSpPr>
        <p:spPr>
          <a:xfrm>
            <a:off x="6979474" y="6542563"/>
            <a:ext cx="45555" cy="45555"/>
          </a:xfrm>
          <a:prstGeom prst="ellipse">
            <a:avLst/>
          </a:prstGeom>
          <a:solidFill>
            <a:srgbClr val="627D8D">
              <a:alpha val="20900"/>
            </a:srgbClr>
          </a:solidFill>
          <a:ln>
            <a:noFill/>
          </a:ln>
        </p:spPr>
      </p:sp>
      <p:sp>
        <p:nvSpPr>
          <p:cNvPr id="38" name="!!circle-1v4"/>
          <p:cNvSpPr/>
          <p:nvPr/>
        </p:nvSpPr>
        <p:spPr>
          <a:xfrm>
            <a:off x="11317849" y="3494143"/>
            <a:ext cx="39484" cy="39484"/>
          </a:xfrm>
          <a:prstGeom prst="ellipse">
            <a:avLst/>
          </a:prstGeom>
          <a:solidFill>
            <a:srgbClr val="627D8D">
              <a:alpha val="13600"/>
            </a:srgbClr>
          </a:solidFill>
          <a:ln>
            <a:noFill/>
          </a:ln>
        </p:spPr>
      </p:sp>
      <p:sp>
        <p:nvSpPr>
          <p:cNvPr id="39" name="!!circle-1v7"/>
          <p:cNvSpPr/>
          <p:nvPr/>
        </p:nvSpPr>
        <p:spPr>
          <a:xfrm>
            <a:off x="7441843" y="5747039"/>
            <a:ext cx="30455" cy="30455"/>
          </a:xfrm>
          <a:prstGeom prst="ellipse">
            <a:avLst/>
          </a:prstGeom>
          <a:solidFill>
            <a:srgbClr val="627D8D">
              <a:alpha val="16500"/>
            </a:srgbClr>
          </a:solidFill>
          <a:ln>
            <a:noFill/>
          </a:ln>
        </p:spPr>
      </p:sp>
      <p:sp>
        <p:nvSpPr>
          <p:cNvPr id="40" name="!!circle-1va"/>
          <p:cNvSpPr/>
          <p:nvPr/>
        </p:nvSpPr>
        <p:spPr>
          <a:xfrm>
            <a:off x="8940149" y="6498834"/>
            <a:ext cx="28257" cy="28257"/>
          </a:xfrm>
          <a:prstGeom prst="ellipse">
            <a:avLst/>
          </a:prstGeom>
          <a:solidFill>
            <a:srgbClr val="627D8D">
              <a:alpha val="15700"/>
            </a:srgbClr>
          </a:solidFill>
          <a:ln>
            <a:noFill/>
          </a:ln>
        </p:spPr>
      </p:sp>
      <p:sp>
        <p:nvSpPr>
          <p:cNvPr id="41" name="!!circle-1vd"/>
          <p:cNvSpPr/>
          <p:nvPr/>
        </p:nvSpPr>
        <p:spPr>
          <a:xfrm>
            <a:off x="11330691" y="5212232"/>
            <a:ext cx="45149" cy="45149"/>
          </a:xfrm>
          <a:prstGeom prst="ellipse">
            <a:avLst/>
          </a:prstGeom>
          <a:solidFill>
            <a:srgbClr val="627D8D">
              <a:alpha val="31200"/>
            </a:srgbClr>
          </a:solidFill>
          <a:ln>
            <a:noFill/>
          </a:ln>
        </p:spPr>
      </p:sp>
      <p:sp>
        <p:nvSpPr>
          <p:cNvPr id="42" name="!!circle-1vg"/>
          <p:cNvSpPr/>
          <p:nvPr/>
        </p:nvSpPr>
        <p:spPr>
          <a:xfrm>
            <a:off x="3445835" y="3397631"/>
            <a:ext cx="30696" cy="30696"/>
          </a:xfrm>
          <a:prstGeom prst="ellipse">
            <a:avLst/>
          </a:prstGeom>
          <a:solidFill>
            <a:srgbClr val="627D8D">
              <a:alpha val="25700"/>
            </a:srgbClr>
          </a:solidFill>
          <a:ln>
            <a:noFill/>
          </a:ln>
        </p:spPr>
      </p:sp>
      <p:sp>
        <p:nvSpPr>
          <p:cNvPr id="43" name="!!circle-1vj"/>
          <p:cNvSpPr/>
          <p:nvPr/>
        </p:nvSpPr>
        <p:spPr>
          <a:xfrm>
            <a:off x="8824663" y="3945618"/>
            <a:ext cx="37401" cy="37401"/>
          </a:xfrm>
          <a:prstGeom prst="ellipse">
            <a:avLst/>
          </a:prstGeom>
          <a:solidFill>
            <a:srgbClr val="627D8D">
              <a:alpha val="16000"/>
            </a:srgbClr>
          </a:solidFill>
          <a:ln>
            <a:noFill/>
          </a:ln>
        </p:spPr>
      </p:sp>
      <p:sp>
        <p:nvSpPr>
          <p:cNvPr id="44" name="!!circle-1vm"/>
          <p:cNvSpPr/>
          <p:nvPr/>
        </p:nvSpPr>
        <p:spPr>
          <a:xfrm>
            <a:off x="1737769" y="4712428"/>
            <a:ext cx="33096" cy="33096"/>
          </a:xfrm>
          <a:prstGeom prst="ellipse">
            <a:avLst/>
          </a:prstGeom>
          <a:solidFill>
            <a:srgbClr val="627D8D">
              <a:alpha val="22300"/>
            </a:srgbClr>
          </a:solidFill>
          <a:ln>
            <a:noFill/>
          </a:ln>
        </p:spPr>
      </p:sp>
      <p:sp>
        <p:nvSpPr>
          <p:cNvPr id="45" name="!!circle-1vp"/>
          <p:cNvSpPr/>
          <p:nvPr/>
        </p:nvSpPr>
        <p:spPr>
          <a:xfrm>
            <a:off x="11595098" y="821546"/>
            <a:ext cx="21145" cy="21145"/>
          </a:xfrm>
          <a:prstGeom prst="ellipse">
            <a:avLst/>
          </a:prstGeom>
          <a:solidFill>
            <a:srgbClr val="627D8D">
              <a:alpha val="16300"/>
            </a:srgbClr>
          </a:solidFill>
          <a:ln>
            <a:noFill/>
          </a:ln>
        </p:spPr>
      </p:sp>
      <p:sp>
        <p:nvSpPr>
          <p:cNvPr id="46" name="!!circle-1vs"/>
          <p:cNvSpPr/>
          <p:nvPr/>
        </p:nvSpPr>
        <p:spPr>
          <a:xfrm>
            <a:off x="11076899" y="5704980"/>
            <a:ext cx="35281" cy="35281"/>
          </a:xfrm>
          <a:prstGeom prst="ellipse">
            <a:avLst/>
          </a:prstGeom>
          <a:solidFill>
            <a:srgbClr val="627D8D">
              <a:alpha val="30000"/>
            </a:srgbClr>
          </a:solidFill>
          <a:ln>
            <a:noFill/>
          </a:ln>
        </p:spPr>
      </p:sp>
      <p:sp>
        <p:nvSpPr>
          <p:cNvPr id="47" name="!!path-369"/>
          <p:cNvSpPr/>
          <p:nvPr/>
        </p:nvSpPr>
        <p:spPr>
          <a:xfrm>
            <a:off x="5566564" y="4577303"/>
            <a:ext cx="7597192" cy="3786839"/>
          </a:xfrm>
          <a:custGeom>
            <a:avLst/>
            <a:gdLst/>
            <a:ahLst/>
            <a:cxnLst/>
            <a:rect l="l" t="t" r="r" b="b"/>
            <a:pathLst>
              <a:path w="7597192" h="3786839" fill="none">
                <a:moveTo>
                  <a:pt x="7597192" y="3786839"/>
                </a:moveTo>
                <a:quadBezTo>
                  <a:pt x="4399073" y="688731"/>
                  <a:pt x="0" y="0"/>
                </a:quadBezTo>
              </a:path>
            </a:pathLst>
          </a:custGeom>
          <a:noFill/>
          <a:ln w="32099" cap="rnd">
            <a:solidFill>
              <a:srgbClr val="627D8D">
                <a:alpha val="7800"/>
              </a:srgbClr>
            </a:solidFill>
            <a:prstDash val="solid"/>
            <a:round/>
          </a:ln>
        </p:spPr>
      </p:sp>
      <p:sp>
        <p:nvSpPr>
          <p:cNvPr id="48" name="!!circle-36c"/>
          <p:cNvSpPr/>
          <p:nvPr/>
        </p:nvSpPr>
        <p:spPr>
          <a:xfrm>
            <a:off x="6490973" y="4671958"/>
            <a:ext cx="205467" cy="205467"/>
          </a:xfrm>
          <a:custGeom>
            <a:avLst/>
            <a:gdLst/>
            <a:ahLst/>
            <a:cxnLst/>
            <a:rect l="l" t="t" r="r" b="b"/>
            <a:pathLst>
              <a:path w="205467" h="205467">
                <a:moveTo>
                  <a:pt x="205450" y="102764"/>
                </a:moveTo>
                <a:cubicBezTo>
                  <a:pt x="205433" y="159493"/>
                  <a:pt x="159432" y="205467"/>
                  <a:pt x="102703" y="205450"/>
                </a:cubicBezTo>
                <a:cubicBezTo>
                  <a:pt x="45974" y="205433"/>
                  <a:pt x="0" y="159432"/>
                  <a:pt x="17" y="102703"/>
                </a:cubicBezTo>
                <a:cubicBezTo>
                  <a:pt x="34" y="45974"/>
                  <a:pt x="46035" y="0"/>
                  <a:pt x="102764" y="17"/>
                </a:cubicBezTo>
                <a:cubicBezTo>
                  <a:pt x="159493" y="34"/>
                  <a:pt x="205467" y="46035"/>
                  <a:pt x="205450" y="102764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14728"/>
                </a:srgbClr>
              </a:gs>
              <a:gs pos="28280">
                <a:srgbClr val="627D8D">
                  <a:alpha val="7364"/>
                </a:srgbClr>
              </a:gs>
              <a:gs pos="70699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9" name="!!circle-36f"/>
          <p:cNvSpPr/>
          <p:nvPr/>
        </p:nvSpPr>
        <p:spPr>
          <a:xfrm>
            <a:off x="9209155" y="5595856"/>
            <a:ext cx="205467" cy="205467"/>
          </a:xfrm>
          <a:custGeom>
            <a:avLst/>
            <a:gdLst/>
            <a:ahLst/>
            <a:cxnLst/>
            <a:rect l="l" t="t" r="r" b="b"/>
            <a:pathLst>
              <a:path w="205467" h="205467">
                <a:moveTo>
                  <a:pt x="205450" y="102764"/>
                </a:moveTo>
                <a:cubicBezTo>
                  <a:pt x="205433" y="159493"/>
                  <a:pt x="159432" y="205467"/>
                  <a:pt x="102703" y="205450"/>
                </a:cubicBezTo>
                <a:cubicBezTo>
                  <a:pt x="45974" y="205433"/>
                  <a:pt x="0" y="159432"/>
                  <a:pt x="17" y="102703"/>
                </a:cubicBezTo>
                <a:cubicBezTo>
                  <a:pt x="34" y="45974"/>
                  <a:pt x="46035" y="0"/>
                  <a:pt x="102764" y="17"/>
                </a:cubicBezTo>
                <a:cubicBezTo>
                  <a:pt x="159493" y="34"/>
                  <a:pt x="205467" y="46035"/>
                  <a:pt x="205450" y="102764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24301"/>
                </a:srgbClr>
              </a:gs>
              <a:gs pos="28280">
                <a:srgbClr val="627D8D">
                  <a:alpha val="12150"/>
                </a:srgbClr>
              </a:gs>
              <a:gs pos="70699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0" name="!!circle-3as"/>
          <p:cNvSpPr/>
          <p:nvPr/>
        </p:nvSpPr>
        <p:spPr>
          <a:xfrm>
            <a:off x="10759929" y="5362452"/>
            <a:ext cx="1432071" cy="1495548"/>
          </a:xfrm>
          <a:custGeom>
            <a:avLst/>
            <a:gdLst/>
            <a:ahLst/>
            <a:cxnLst/>
            <a:rect l="l" t="t" r="r" b="b"/>
            <a:pathLst>
              <a:path w="1432071" h="1495548">
                <a:moveTo>
                  <a:pt x="1432071" y="1495548"/>
                </a:moveTo>
                <a:lnTo>
                  <a:pt x="0" y="1495548"/>
                </a:lnTo>
                <a:lnTo>
                  <a:pt x="9360" y="1476908"/>
                </a:lnTo>
                <a:lnTo>
                  <a:pt x="328250" y="1005085"/>
                </a:lnTo>
                <a:lnTo>
                  <a:pt x="703470" y="579047"/>
                </a:lnTo>
                <a:lnTo>
                  <a:pt x="1129730" y="204081"/>
                </a:lnTo>
                <a:lnTo>
                  <a:pt x="1432071" y="0"/>
                </a:lnTo>
                <a:close/>
              </a:path>
            </a:pathLst>
          </a:custGeom>
          <a:gradFill rotWithShape="1">
            <a:gsLst>
              <a:gs pos="0">
                <a:srgbClr val="627D8D">
                  <a:alpha val="22000"/>
                </a:srgbClr>
              </a:gs>
              <a:gs pos="83020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100000" t="100000" r="0" b="0"/>
            </a:path>
          </a:gradFill>
          <a:ln>
            <a:noFill/>
          </a:ln>
        </p:spPr>
      </p:sp>
      <p:sp>
        <p:nvSpPr>
          <p:cNvPr id="51" name="!!circle-3aw"/>
          <p:cNvSpPr/>
          <p:nvPr/>
        </p:nvSpPr>
        <p:spPr>
          <a:xfrm>
            <a:off x="12344602" y="6824567"/>
            <a:ext cx="4511103" cy="4511103"/>
          </a:xfrm>
          <a:custGeom>
            <a:avLst/>
            <a:gdLst/>
            <a:ahLst/>
            <a:cxnLst/>
            <a:rect l="l" t="t" r="r" b="b"/>
            <a:pathLst>
              <a:path w="4511103" h="4511103" fill="none">
                <a:moveTo>
                  <a:pt x="2877455" y="343468"/>
                </a:moveTo>
                <a:cubicBezTo>
                  <a:pt x="3933470" y="686936"/>
                  <a:pt x="4511103" y="1821441"/>
                  <a:pt x="4167635" y="2877455"/>
                </a:cubicBezTo>
                <a:cubicBezTo>
                  <a:pt x="3824167" y="3933470"/>
                  <a:pt x="2689662" y="4511103"/>
                  <a:pt x="1633648" y="4167635"/>
                </a:cubicBezTo>
                <a:cubicBezTo>
                  <a:pt x="577633" y="3824167"/>
                  <a:pt x="0" y="2689662"/>
                  <a:pt x="343468" y="1633648"/>
                </a:cubicBezTo>
                <a:cubicBezTo>
                  <a:pt x="686936" y="577633"/>
                  <a:pt x="1821441" y="0"/>
                  <a:pt x="2877455" y="343468"/>
                </a:cubicBezTo>
                <a:close/>
              </a:path>
            </a:pathLst>
          </a:custGeom>
          <a:noFill/>
          <a:ln w="30815" cap="rnd">
            <a:solidFill>
              <a:srgbClr val="627D8D">
                <a:alpha val="34000"/>
              </a:srgbClr>
            </a:solidFill>
            <a:custDash>
              <a:ds d="4500000" sp="1500000"/>
            </a:custDash>
            <a:miter lim="800000"/>
          </a:ln>
        </p:spPr>
      </p:sp>
      <p:sp>
        <p:nvSpPr>
          <p:cNvPr id="52" name="!!circle-3b0"/>
          <p:cNvSpPr/>
          <p:nvPr/>
        </p:nvSpPr>
        <p:spPr>
          <a:xfrm>
            <a:off x="11553908" y="6033873"/>
            <a:ext cx="6092490" cy="6092490"/>
          </a:xfrm>
          <a:custGeom>
            <a:avLst/>
            <a:gdLst/>
            <a:ahLst/>
            <a:cxnLst/>
            <a:rect l="l" t="t" r="r" b="b"/>
            <a:pathLst>
              <a:path w="6092490" h="6092490" fill="none">
                <a:moveTo>
                  <a:pt x="495249" y="3942973"/>
                </a:moveTo>
                <a:cubicBezTo>
                  <a:pt x="0" y="2534097"/>
                  <a:pt x="740641" y="990498"/>
                  <a:pt x="2149517" y="495249"/>
                </a:cubicBezTo>
                <a:cubicBezTo>
                  <a:pt x="3558394" y="0"/>
                  <a:pt x="5101992" y="740641"/>
                  <a:pt x="5597241" y="2149517"/>
                </a:cubicBezTo>
                <a:cubicBezTo>
                  <a:pt x="6092490" y="3558394"/>
                  <a:pt x="5351849" y="5101992"/>
                  <a:pt x="3942973" y="5597241"/>
                </a:cubicBezTo>
                <a:cubicBezTo>
                  <a:pt x="2534097" y="6092490"/>
                  <a:pt x="990498" y="5351849"/>
                  <a:pt x="495249" y="3942973"/>
                </a:cubicBezTo>
                <a:close/>
              </a:path>
            </a:pathLst>
          </a:custGeom>
          <a:noFill/>
          <a:ln w="21570" cap="rnd">
            <a:solidFill>
              <a:srgbClr val="627D8D">
                <a:alpha val="27000"/>
              </a:srgbClr>
            </a:solidFill>
            <a:custDash>
              <a:ds d="142857" sp="714286"/>
            </a:custDash>
            <a:miter lim="800000"/>
          </a:ln>
        </p:spPr>
      </p:sp>
      <p:sp>
        <p:nvSpPr>
          <p:cNvPr id="53" name="!!circle-3b4"/>
          <p:cNvSpPr/>
          <p:nvPr/>
        </p:nvSpPr>
        <p:spPr>
          <a:xfrm>
            <a:off x="10641081" y="5121045"/>
            <a:ext cx="7918146" cy="7918146"/>
          </a:xfrm>
          <a:custGeom>
            <a:avLst/>
            <a:gdLst/>
            <a:ahLst/>
            <a:cxnLst/>
            <a:rect l="l" t="t" r="r" b="b"/>
            <a:pathLst>
              <a:path w="7918146" h="7918146" fill="none">
                <a:moveTo>
                  <a:pt x="884429" y="5560474"/>
                </a:moveTo>
                <a:cubicBezTo>
                  <a:pt x="0" y="3862395"/>
                  <a:pt x="659593" y="1768859"/>
                  <a:pt x="2357672" y="884429"/>
                </a:cubicBezTo>
                <a:cubicBezTo>
                  <a:pt x="4055751" y="0"/>
                  <a:pt x="6149287" y="659593"/>
                  <a:pt x="7033717" y="2357672"/>
                </a:cubicBezTo>
                <a:cubicBezTo>
                  <a:pt x="7918146" y="4055751"/>
                  <a:pt x="7258553" y="6149287"/>
                  <a:pt x="5560474" y="7033717"/>
                </a:cubicBezTo>
                <a:cubicBezTo>
                  <a:pt x="3862395" y="7918146"/>
                  <a:pt x="1768859" y="7258553"/>
                  <a:pt x="884429" y="5560474"/>
                </a:cubicBezTo>
                <a:close/>
              </a:path>
            </a:pathLst>
          </a:custGeom>
          <a:noFill/>
          <a:ln w="21570" cap="rnd">
            <a:solidFill>
              <a:srgbClr val="627D8D">
                <a:alpha val="20000"/>
              </a:srgbClr>
            </a:solidFill>
            <a:custDash>
              <a:ds d="2857143" sp="1285714"/>
              <a:ds d="285714" sp="1285714"/>
            </a:custDash>
            <a:miter lim="800000"/>
          </a:ln>
        </p:spPr>
      </p:sp>
      <p:sp>
        <p:nvSpPr>
          <p:cNvPr id="54" name="!!text-3ki" descr="AI 上架輔助"/>
          <p:cNvSpPr txBox="1"/>
          <p:nvPr/>
        </p:nvSpPr>
        <p:spPr>
          <a:xfrm>
            <a:off x="626758" y="581961"/>
            <a:ext cx="958038" cy="22310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13" b="1" kern="0" spc="146" dirty="0">
                <a:solidFill>
                  <a:srgbClr val="627D8D">
                    <a:alpha val="46509"/>
                  </a:srgbClr>
                </a:solidFill>
                <a:latin typeface="Noto Sans TC"/>
                <a:ea typeface="Noto Sans TC"/>
                <a:cs typeface="Noto Sans TC"/>
              </a:rPr>
              <a:t>A</a:t>
            </a:r>
            <a:r>
              <a:rPr lang="zh-TW" altLang="en-US" sz="1213" b="1" kern="0" dirty="0">
                <a:solidFill>
                  <a:srgbClr val="627D8D">
                    <a:alpha val="46509"/>
                  </a:srgbClr>
                </a:solidFill>
                <a:latin typeface="Noto Sans TC"/>
                <a:ea typeface="Noto Sans TC"/>
                <a:cs typeface="Noto Sans TC"/>
              </a:rPr>
              <a:t>I</a:t>
            </a:r>
            <a:r>
              <a:rPr lang="zh-TW" altLang="en-US" sz="1213" b="1" kern="0" spc="291" dirty="0">
                <a:solidFill>
                  <a:srgbClr val="627D8D">
                    <a:alpha val="46509"/>
                  </a:srgbClr>
                </a:solidFill>
                <a:latin typeface="Noto Sans TC"/>
                <a:ea typeface="Noto Sans TC"/>
                <a:cs typeface="Noto Sans TC"/>
              </a:rPr>
              <a:t> </a:t>
            </a:r>
            <a:r>
              <a:rPr lang="zh-TW" altLang="en-US" sz="1213" b="1" kern="0" spc="146" dirty="0">
                <a:solidFill>
                  <a:srgbClr val="627D8D">
                    <a:alpha val="46509"/>
                  </a:srgbClr>
                </a:solidFill>
                <a:latin typeface="Noto Sans TC"/>
                <a:ea typeface="Noto Sans TC"/>
                <a:cs typeface="Noto Sans TC"/>
              </a:rPr>
              <a:t>上架輔</a:t>
            </a:r>
            <a:r>
              <a:rPr lang="zh-TW" altLang="en-US" sz="1213" b="1" kern="0" dirty="0">
                <a:solidFill>
                  <a:srgbClr val="627D8D">
                    <a:alpha val="46509"/>
                  </a:srgbClr>
                </a:solidFill>
                <a:latin typeface="Noto Sans TC"/>
                <a:ea typeface="Noto Sans TC"/>
                <a:cs typeface="Noto Sans TC"/>
              </a:rPr>
              <a:t>助</a:t>
            </a:r>
            <a:endParaRPr lang="zh-TW" sz="1213"/>
          </a:p>
        </p:txBody>
      </p:sp>
      <p:sp>
        <p:nvSpPr>
          <p:cNvPr id="55" name="!!text-3ku" descr="拍張照片，AI 判斷書況與售價"/>
          <p:cNvSpPr txBox="1"/>
          <p:nvPr/>
        </p:nvSpPr>
        <p:spPr>
          <a:xfrm>
            <a:off x="626656" y="701936"/>
            <a:ext cx="6026951" cy="66930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3640" kern="0" dirty="0">
                <a:solidFill>
                  <a:srgbClr val="151E27">
                    <a:alpha val="46509"/>
                  </a:srgbClr>
                </a:solidFill>
                <a:latin typeface="Noto Sans TC ExtraBold"/>
                <a:ea typeface="Noto Sans TC ExtraBold"/>
                <a:cs typeface="Noto Sans TC ExtraBold"/>
              </a:rPr>
              <a:t>拍張照</a:t>
            </a:r>
            <a:r>
              <a:rPr lang="zh-TW" altLang="en-US" sz="3640" kern="0" spc="-1092" dirty="0">
                <a:solidFill>
                  <a:srgbClr val="151E27">
                    <a:alpha val="46509"/>
                  </a:srgbClr>
                </a:solidFill>
                <a:latin typeface="Noto Sans TC ExtraBold"/>
                <a:ea typeface="Noto Sans TC ExtraBold"/>
                <a:cs typeface="Noto Sans TC ExtraBold"/>
              </a:rPr>
              <a:t>片</a:t>
            </a:r>
            <a:r>
              <a:rPr lang="zh-TW" altLang="en-US" sz="3640" kern="0" spc="-655" dirty="0">
                <a:solidFill>
                  <a:srgbClr val="151E27">
                    <a:alpha val="46509"/>
                  </a:srgbClr>
                </a:solidFill>
                <a:latin typeface="Noto Sans TC ExtraBold"/>
                <a:ea typeface="Noto Sans TC ExtraBold"/>
                <a:cs typeface="Noto Sans TC ExtraBold"/>
              </a:rPr>
              <a:t>，</a:t>
            </a:r>
            <a:r>
              <a:rPr lang="zh-TW" altLang="en-US" sz="3640" kern="0" dirty="0">
                <a:solidFill>
                  <a:srgbClr val="151E27">
                    <a:alpha val="46509"/>
                  </a:srgbClr>
                </a:solidFill>
                <a:latin typeface="Noto Sans TC ExtraBold"/>
                <a:ea typeface="Noto Sans TC ExtraBold"/>
                <a:cs typeface="Noto Sans TC ExtraBold"/>
              </a:rPr>
              <a:t>AI 判斷書況與售價</a:t>
            </a:r>
            <a:endParaRPr lang="zh-TW" sz="3640"/>
          </a:p>
        </p:txBody>
      </p:sp>
      <p:sp>
        <p:nvSpPr>
          <p:cNvPr id="56" name="!!text-3ld" descr="依 ISBN 查詢書目與網路資料，附上建議售價區間與資料來源。"/>
          <p:cNvSpPr txBox="1"/>
          <p:nvPr/>
        </p:nvSpPr>
        <p:spPr>
          <a:xfrm>
            <a:off x="626455" y="1572451"/>
            <a:ext cx="5405721" cy="27887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516" kern="0" dirty="0">
                <a:solidFill>
                  <a:srgbClr val="3F4A54">
                    <a:alpha val="46509"/>
                  </a:srgbClr>
                </a:solidFill>
                <a:latin typeface="Noto Sans TC Medium"/>
                <a:ea typeface="Noto Sans TC Medium"/>
                <a:cs typeface="Noto Sans TC Medium"/>
              </a:rPr>
              <a:t>依 ISBN 查詢書目與網路資料，附上建議售價區間與資料來源。</a:t>
            </a:r>
            <a:endParaRPr lang="zh-TW" sz="1516"/>
          </a:p>
        </p:txBody>
      </p:sp>
      <p:sp>
        <p:nvSpPr>
          <p:cNvPr id="57" name="!!rect-7lb"/>
          <p:cNvSpPr/>
          <p:nvPr/>
        </p:nvSpPr>
        <p:spPr>
          <a:xfrm>
            <a:off x="8521700" y="660400"/>
            <a:ext cx="2933700" cy="6121400"/>
          </a:xfrm>
          <a:prstGeom prst="roundRect">
            <a:avLst>
              <a:gd name="adj" fmla="val 18020"/>
            </a:avLst>
          </a:prstGeom>
          <a:solidFill>
            <a:srgbClr val="0B1A26">
              <a:alpha val="30000"/>
            </a:srgbClr>
          </a:solidFill>
          <a:ln>
            <a:noFill/>
          </a:ln>
          <a:effectLst>
            <a:softEdge rad="474980"/>
          </a:effectLst>
        </p:spPr>
      </p:sp>
      <p:sp>
        <p:nvSpPr>
          <p:cNvPr id="58" name="!!rect-7lc"/>
          <p:cNvSpPr/>
          <p:nvPr/>
        </p:nvSpPr>
        <p:spPr>
          <a:xfrm>
            <a:off x="8591550" y="527050"/>
            <a:ext cx="2794000" cy="5829300"/>
          </a:xfrm>
          <a:prstGeom prst="roundRect">
            <a:avLst>
              <a:gd name="adj" fmla="val 16825"/>
            </a:avLst>
          </a:prstGeom>
          <a:solidFill>
            <a:srgbClr val="0B1A26">
              <a:alpha val="16000"/>
            </a:srgbClr>
          </a:solidFill>
          <a:ln>
            <a:noFill/>
          </a:ln>
          <a:effectLst>
            <a:softEdge rad="125730"/>
          </a:effectLst>
        </p:spPr>
      </p:sp>
      <p:sp>
        <p:nvSpPr>
          <p:cNvPr id="59" name="!!rect-7ld"/>
          <p:cNvSpPr/>
          <p:nvPr/>
        </p:nvSpPr>
        <p:spPr>
          <a:xfrm>
            <a:off x="8590280" y="1676400"/>
            <a:ext cx="31750" cy="2159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60" name="!!rect-7le"/>
          <p:cNvSpPr/>
          <p:nvPr/>
        </p:nvSpPr>
        <p:spPr>
          <a:xfrm>
            <a:off x="8590280" y="2108200"/>
            <a:ext cx="31750" cy="4064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61" name="!!rect-7lf"/>
          <p:cNvSpPr/>
          <p:nvPr/>
        </p:nvSpPr>
        <p:spPr>
          <a:xfrm>
            <a:off x="8590280" y="2603500"/>
            <a:ext cx="31750" cy="4064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62" name="!!rect-7lg"/>
          <p:cNvSpPr/>
          <p:nvPr/>
        </p:nvSpPr>
        <p:spPr>
          <a:xfrm>
            <a:off x="11355070" y="2260600"/>
            <a:ext cx="31750" cy="6350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63" name="!!rect-7lh"/>
          <p:cNvSpPr/>
          <p:nvPr/>
        </p:nvSpPr>
        <p:spPr>
          <a:xfrm>
            <a:off x="11357610" y="4114800"/>
            <a:ext cx="25400" cy="419100"/>
          </a:xfrm>
          <a:prstGeom prst="roundRect">
            <a:avLst>
              <a:gd name="adj" fmla="val 50000"/>
            </a:avLst>
          </a:prstGeom>
          <a:solidFill>
            <a:srgbClr val="8795A0"/>
          </a:solidFill>
          <a:ln>
            <a:noFill/>
          </a:ln>
        </p:spPr>
      </p:sp>
      <p:sp>
        <p:nvSpPr>
          <p:cNvPr id="64" name="!!rect-7li"/>
          <p:cNvSpPr/>
          <p:nvPr/>
        </p:nvSpPr>
        <p:spPr>
          <a:xfrm>
            <a:off x="8610600" y="508000"/>
            <a:ext cx="2755900" cy="5753100"/>
          </a:xfrm>
          <a:prstGeom prst="roundRect">
            <a:avLst>
              <a:gd name="adj" fmla="val 16359"/>
            </a:avLst>
          </a:prstGeom>
          <a:gradFill rotWithShape="1">
            <a:gsLst>
              <a:gs pos="0">
                <a:srgbClr val="FBFCFD"/>
              </a:gs>
              <a:gs pos="18000">
                <a:srgbClr val="DDE5EB"/>
              </a:gs>
              <a:gs pos="46000">
                <a:srgbClr val="B4C2CC"/>
              </a:gs>
              <a:gs pos="62000">
                <a:srgbClr val="D3DCE3"/>
              </a:gs>
              <a:gs pos="84000">
                <a:srgbClr val="A9B8C3"/>
              </a:gs>
              <a:gs pos="100000">
                <a:srgbClr val="E8EEF2"/>
              </a:gs>
              <a:gs pos="100000">
                <a:srgbClr val="E8EEF2"/>
              </a:gs>
            </a:gsLst>
            <a:lin ang="3864255" scaled="0"/>
          </a:gradFill>
          <a:ln>
            <a:noFill/>
          </a:ln>
        </p:spPr>
      </p:sp>
      <p:sp>
        <p:nvSpPr>
          <p:cNvPr id="65" name="!!rect-7lj"/>
          <p:cNvSpPr/>
          <p:nvPr/>
        </p:nvSpPr>
        <p:spPr>
          <a:xfrm>
            <a:off x="8614410" y="511810"/>
            <a:ext cx="2748280" cy="5745480"/>
          </a:xfrm>
          <a:prstGeom prst="roundRect">
            <a:avLst>
              <a:gd name="adj" fmla="val 16266"/>
            </a:avLst>
          </a:prstGeom>
          <a:noFill/>
          <a:ln w="7620" cap="flat">
            <a:solidFill>
              <a:srgbClr val="7F8F9B">
                <a:alpha val="55000"/>
              </a:srgbClr>
            </a:solidFill>
            <a:prstDash val="solid"/>
            <a:miter lim="800000"/>
          </a:ln>
        </p:spPr>
      </p:sp>
      <p:sp>
        <p:nvSpPr>
          <p:cNvPr id="66" name="!!rect-7lk"/>
          <p:cNvSpPr/>
          <p:nvPr/>
        </p:nvSpPr>
        <p:spPr>
          <a:xfrm>
            <a:off x="8637270" y="534670"/>
            <a:ext cx="2702560" cy="5699760"/>
          </a:xfrm>
          <a:prstGeom prst="roundRect">
            <a:avLst>
              <a:gd name="adj" fmla="val 15695"/>
            </a:avLst>
          </a:prstGeom>
          <a:noFill/>
          <a:ln w="8890" cap="flat">
            <a:solidFill>
              <a:srgbClr val="FFFFFF">
                <a:alpha val="75000"/>
              </a:srgbClr>
            </a:solidFill>
            <a:prstDash val="solid"/>
            <a:miter lim="800000"/>
          </a:ln>
        </p:spPr>
      </p:sp>
      <p:sp>
        <p:nvSpPr>
          <p:cNvPr id="67" name="!!rect-7ll"/>
          <p:cNvSpPr/>
          <p:nvPr/>
        </p:nvSpPr>
        <p:spPr>
          <a:xfrm>
            <a:off x="8664575" y="561975"/>
            <a:ext cx="2647950" cy="5645150"/>
          </a:xfrm>
          <a:prstGeom prst="roundRect">
            <a:avLst>
              <a:gd name="adj" fmla="val 14988"/>
            </a:avLst>
          </a:prstGeom>
          <a:solidFill>
            <a:srgbClr val="050608"/>
          </a:solidFill>
          <a:ln>
            <a:noFill/>
          </a:ln>
        </p:spPr>
      </p:sp>
      <p:sp>
        <p:nvSpPr>
          <p:cNvPr id="68" name="!!rect-7ln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solidFill>
            <a:srgbClr val="F3F5F7"/>
          </a:solidFill>
          <a:ln>
            <a:noFill/>
          </a:ln>
        </p:spPr>
      </p:sp>
      <p:sp>
        <p:nvSpPr>
          <p:cNvPr id="69" name="!!rect-7lq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solidFill>
            <a:srgbClr val="F3F5F7"/>
          </a:solidFill>
          <a:ln>
            <a:noFill/>
          </a:ln>
        </p:spPr>
      </p:sp>
      <p:sp>
        <p:nvSpPr>
          <p:cNvPr id="70" name="!!path-7ls"/>
          <p:cNvSpPr/>
          <p:nvPr/>
        </p:nvSpPr>
        <p:spPr>
          <a:xfrm>
            <a:off x="8712200" y="609600"/>
            <a:ext cx="2552700" cy="730250"/>
          </a:xfrm>
          <a:custGeom>
            <a:avLst/>
            <a:gdLst/>
            <a:ahLst/>
            <a:cxnLst/>
            <a:rect l="l" t="t" r="r" b="b"/>
            <a:pathLst>
              <a:path w="2552700" h="730250">
                <a:moveTo>
                  <a:pt x="0" y="349250"/>
                </a:moveTo>
                <a:lnTo>
                  <a:pt x="6711" y="281115"/>
                </a:lnTo>
                <a:lnTo>
                  <a:pt x="26585" y="215598"/>
                </a:lnTo>
                <a:lnTo>
                  <a:pt x="58859" y="155217"/>
                </a:lnTo>
                <a:lnTo>
                  <a:pt x="102293" y="102293"/>
                </a:lnTo>
                <a:lnTo>
                  <a:pt x="155217" y="58859"/>
                </a:lnTo>
                <a:lnTo>
                  <a:pt x="215598" y="26585"/>
                </a:lnTo>
                <a:lnTo>
                  <a:pt x="281115" y="6711"/>
                </a:lnTo>
                <a:lnTo>
                  <a:pt x="349250" y="0"/>
                </a:lnTo>
                <a:lnTo>
                  <a:pt x="2203450" y="0"/>
                </a:lnTo>
                <a:lnTo>
                  <a:pt x="2271585" y="6711"/>
                </a:lnTo>
                <a:lnTo>
                  <a:pt x="2337102" y="26585"/>
                </a:lnTo>
                <a:lnTo>
                  <a:pt x="2397483" y="58859"/>
                </a:lnTo>
                <a:lnTo>
                  <a:pt x="2450407" y="102293"/>
                </a:lnTo>
                <a:lnTo>
                  <a:pt x="2493841" y="155217"/>
                </a:lnTo>
                <a:lnTo>
                  <a:pt x="2526115" y="215598"/>
                </a:lnTo>
                <a:lnTo>
                  <a:pt x="2545989" y="281115"/>
                </a:lnTo>
                <a:lnTo>
                  <a:pt x="2552700" y="349250"/>
                </a:lnTo>
                <a:lnTo>
                  <a:pt x="2552700" y="577850"/>
                </a:lnTo>
                <a:lnTo>
                  <a:pt x="2551642" y="602192"/>
                </a:lnTo>
                <a:lnTo>
                  <a:pt x="2548467" y="624417"/>
                </a:lnTo>
                <a:lnTo>
                  <a:pt x="2543175" y="644525"/>
                </a:lnTo>
                <a:lnTo>
                  <a:pt x="2535767" y="662517"/>
                </a:lnTo>
                <a:lnTo>
                  <a:pt x="2526242" y="678392"/>
                </a:lnTo>
                <a:lnTo>
                  <a:pt x="2514600" y="692150"/>
                </a:lnTo>
                <a:lnTo>
                  <a:pt x="2500842" y="703792"/>
                </a:lnTo>
                <a:lnTo>
                  <a:pt x="2484967" y="713317"/>
                </a:lnTo>
                <a:lnTo>
                  <a:pt x="2466975" y="720725"/>
                </a:lnTo>
                <a:lnTo>
                  <a:pt x="2446867" y="726017"/>
                </a:lnTo>
                <a:lnTo>
                  <a:pt x="2424642" y="729192"/>
                </a:lnTo>
                <a:lnTo>
                  <a:pt x="2400300" y="730250"/>
                </a:lnTo>
                <a:lnTo>
                  <a:pt x="152400" y="730250"/>
                </a:lnTo>
                <a:lnTo>
                  <a:pt x="128058" y="729192"/>
                </a:lnTo>
                <a:lnTo>
                  <a:pt x="105833" y="726017"/>
                </a:lnTo>
                <a:lnTo>
                  <a:pt x="85725" y="720725"/>
                </a:lnTo>
                <a:lnTo>
                  <a:pt x="67733" y="713317"/>
                </a:lnTo>
                <a:lnTo>
                  <a:pt x="51858" y="703792"/>
                </a:lnTo>
                <a:lnTo>
                  <a:pt x="38100" y="692150"/>
                </a:lnTo>
                <a:lnTo>
                  <a:pt x="26458" y="678392"/>
                </a:lnTo>
                <a:lnTo>
                  <a:pt x="16933" y="662517"/>
                </a:lnTo>
                <a:lnTo>
                  <a:pt x="9525" y="644525"/>
                </a:lnTo>
                <a:lnTo>
                  <a:pt x="4233" y="624417"/>
                </a:lnTo>
                <a:lnTo>
                  <a:pt x="1058" y="602192"/>
                </a:lnTo>
                <a:lnTo>
                  <a:pt x="0" y="577850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71" name="!!text-7lt" descr="2:25"/>
          <p:cNvSpPr txBox="1"/>
          <p:nvPr/>
        </p:nvSpPr>
        <p:spPr>
          <a:xfrm>
            <a:off x="9020597" y="714883"/>
            <a:ext cx="253790" cy="1563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50" kern="0" dirty="0">
                <a:solidFill>
                  <a:srgbClr val="FFFFFF"/>
                </a:solidFill>
                <a:latin typeface="Noto Sans TC SemiBold"/>
                <a:ea typeface="Noto Sans TC SemiBold"/>
                <a:cs typeface="Noto Sans TC SemiBold"/>
              </a:rPr>
              <a:t>2:25</a:t>
            </a:r>
            <a:endParaRPr lang="zh-TW" sz="850"/>
          </a:p>
        </p:txBody>
      </p:sp>
      <p:sp>
        <p:nvSpPr>
          <p:cNvPr id="72" name="!!rect-7ly"/>
          <p:cNvSpPr/>
          <p:nvPr/>
        </p:nvSpPr>
        <p:spPr>
          <a:xfrm>
            <a:off x="10579100" y="808990"/>
            <a:ext cx="21590" cy="2667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73" name="!!rect-7lz"/>
          <p:cNvSpPr/>
          <p:nvPr/>
        </p:nvSpPr>
        <p:spPr>
          <a:xfrm>
            <a:off x="10612120" y="792480"/>
            <a:ext cx="21590" cy="4318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74" name="!!rect-7m0"/>
          <p:cNvSpPr/>
          <p:nvPr/>
        </p:nvSpPr>
        <p:spPr>
          <a:xfrm>
            <a:off x="10645140" y="775970"/>
            <a:ext cx="21590" cy="5969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75" name="!!rect-7m1"/>
          <p:cNvSpPr/>
          <p:nvPr/>
        </p:nvSpPr>
        <p:spPr>
          <a:xfrm>
            <a:off x="10678160" y="759460"/>
            <a:ext cx="21590" cy="7620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76" name="!!path-7m2"/>
          <p:cNvSpPr/>
          <p:nvPr/>
        </p:nvSpPr>
        <p:spPr>
          <a:xfrm>
            <a:off x="10763250" y="763570"/>
            <a:ext cx="95250" cy="70820"/>
          </a:xfrm>
          <a:custGeom>
            <a:avLst/>
            <a:gdLst/>
            <a:ahLst/>
            <a:cxnLst/>
            <a:rect l="l" t="t" r="r" b="b"/>
            <a:pathLst>
              <a:path w="95250" h="70820">
                <a:moveTo>
                  <a:pt x="47625" y="70820"/>
                </a:moveTo>
                <a:lnTo>
                  <a:pt x="31115" y="51135"/>
                </a:lnTo>
                <a:cubicBezTo>
                  <a:pt x="40714" y="43262"/>
                  <a:pt x="54536" y="43262"/>
                  <a:pt x="64135" y="51135"/>
                </a:cubicBezTo>
                <a:close/>
                <a:moveTo>
                  <a:pt x="0" y="23830"/>
                </a:moveTo>
                <a:cubicBezTo>
                  <a:pt x="27279" y="0"/>
                  <a:pt x="67971" y="0"/>
                  <a:pt x="95250" y="23830"/>
                </a:cubicBezTo>
                <a:lnTo>
                  <a:pt x="83820" y="37165"/>
                </a:lnTo>
                <a:cubicBezTo>
                  <a:pt x="63051" y="19153"/>
                  <a:pt x="32199" y="19153"/>
                  <a:pt x="11430" y="37165"/>
                </a:cubicBezTo>
                <a:close/>
                <a:moveTo>
                  <a:pt x="16510" y="43515"/>
                </a:moveTo>
                <a:cubicBezTo>
                  <a:pt x="34385" y="28089"/>
                  <a:pt x="60865" y="28089"/>
                  <a:pt x="78740" y="43515"/>
                </a:cubicBezTo>
                <a:lnTo>
                  <a:pt x="67310" y="56850"/>
                </a:lnTo>
                <a:cubicBezTo>
                  <a:pt x="55947" y="47238"/>
                  <a:pt x="39303" y="47238"/>
                  <a:pt x="27940" y="5685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77" name="!!rect-7m3"/>
          <p:cNvSpPr/>
          <p:nvPr/>
        </p:nvSpPr>
        <p:spPr>
          <a:xfrm>
            <a:off x="10902950" y="760730"/>
            <a:ext cx="161925" cy="78740"/>
          </a:xfrm>
          <a:prstGeom prst="roundRect">
            <a:avLst>
              <a:gd name="adj" fmla="val 32258"/>
            </a:avLst>
          </a:prstGeom>
          <a:noFill/>
          <a:ln w="6985" cap="flat">
            <a:solidFill>
              <a:srgbClr val="FFFFFF">
                <a:alpha val="38000"/>
              </a:srgbClr>
            </a:solidFill>
            <a:prstDash val="solid"/>
            <a:miter lim="800000"/>
          </a:ln>
        </p:spPr>
      </p:sp>
      <p:sp>
        <p:nvSpPr>
          <p:cNvPr id="78" name="!!rect-7m4"/>
          <p:cNvSpPr/>
          <p:nvPr/>
        </p:nvSpPr>
        <p:spPr>
          <a:xfrm>
            <a:off x="10916285" y="774065"/>
            <a:ext cx="110909" cy="52070"/>
          </a:xfrm>
          <a:prstGeom prst="roundRect">
            <a:avLst>
              <a:gd name="adj" fmla="val 26829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79" name="!!path-7m5"/>
          <p:cNvSpPr/>
          <p:nvPr/>
        </p:nvSpPr>
        <p:spPr>
          <a:xfrm>
            <a:off x="11074400" y="786130"/>
            <a:ext cx="10345" cy="27940"/>
          </a:xfrm>
          <a:custGeom>
            <a:avLst/>
            <a:gdLst/>
            <a:ahLst/>
            <a:cxnLst/>
            <a:rect l="l" t="t" r="r" b="b"/>
            <a:pathLst>
              <a:path w="10345" h="27940">
                <a:moveTo>
                  <a:pt x="0" y="0"/>
                </a:moveTo>
                <a:lnTo>
                  <a:pt x="0" y="27940"/>
                </a:lnTo>
                <a:cubicBezTo>
                  <a:pt x="6146" y="26066"/>
                  <a:pt x="10345" y="20395"/>
                  <a:pt x="10345" y="13970"/>
                </a:cubicBezTo>
                <a:cubicBezTo>
                  <a:pt x="10345" y="7545"/>
                  <a:pt x="6146" y="1874"/>
                  <a:pt x="0" y="0"/>
                </a:cubicBezTo>
                <a:close/>
              </a:path>
            </a:pathLst>
          </a:custGeom>
          <a:solidFill>
            <a:srgbClr val="FFFFFF">
              <a:alpha val="45000"/>
            </a:srgbClr>
          </a:solidFill>
          <a:ln>
            <a:noFill/>
          </a:ln>
        </p:spPr>
      </p:sp>
      <p:sp>
        <p:nvSpPr>
          <p:cNvPr id="80" name="!!path-7m6"/>
          <p:cNvSpPr/>
          <p:nvPr/>
        </p:nvSpPr>
        <p:spPr>
          <a:xfrm>
            <a:off x="8845537" y="1109129"/>
            <a:ext cx="62258" cy="105791"/>
          </a:xfrm>
          <a:custGeom>
            <a:avLst/>
            <a:gdLst/>
            <a:ahLst/>
            <a:cxnLst/>
            <a:rect l="l" t="t" r="r" b="b"/>
            <a:pathLst>
              <a:path w="62258" h="105791">
                <a:moveTo>
                  <a:pt x="62258" y="9363"/>
                </a:moveTo>
                <a:lnTo>
                  <a:pt x="52896" y="0"/>
                </a:lnTo>
                <a:lnTo>
                  <a:pt x="0" y="52896"/>
                </a:lnTo>
                <a:lnTo>
                  <a:pt x="52896" y="105791"/>
                </a:lnTo>
                <a:lnTo>
                  <a:pt x="62258" y="96429"/>
                </a:lnTo>
                <a:lnTo>
                  <a:pt x="18725" y="5289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81" name="!!text-7m7" descr="上架書籍"/>
          <p:cNvSpPr txBox="1"/>
          <p:nvPr/>
        </p:nvSpPr>
        <p:spPr>
          <a:xfrm>
            <a:off x="9759950" y="1070737"/>
            <a:ext cx="491490" cy="16550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1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上架書籍</a:t>
            </a:r>
            <a:endParaRPr lang="zh-TW" sz="900"/>
          </a:p>
        </p:txBody>
      </p:sp>
      <p:sp>
        <p:nvSpPr>
          <p:cNvPr id="82" name="!!text-7mc" descr="書況照片"/>
          <p:cNvSpPr txBox="1"/>
          <p:nvPr/>
        </p:nvSpPr>
        <p:spPr>
          <a:xfrm>
            <a:off x="8839200" y="1466342"/>
            <a:ext cx="354965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kern="0" dirty="0">
                <a:solidFill>
                  <a:srgbClr val="5B6770"/>
                </a:solidFill>
                <a:latin typeface="Noto Sans TC SemiBold"/>
                <a:ea typeface="Noto Sans TC SemiBold"/>
                <a:cs typeface="Noto Sans TC SemiBold"/>
              </a:rPr>
              <a:t>書況照片</a:t>
            </a:r>
            <a:endParaRPr lang="zh-TW" sz="650"/>
          </a:p>
        </p:txBody>
      </p:sp>
      <p:sp>
        <p:nvSpPr>
          <p:cNvPr id="83" name="!!rect-7mi"/>
          <p:cNvSpPr/>
          <p:nvPr/>
        </p:nvSpPr>
        <p:spPr>
          <a:xfrm>
            <a:off x="8813800" y="1638300"/>
            <a:ext cx="723900" cy="723900"/>
          </a:xfrm>
          <a:prstGeom prst="roundRect">
            <a:avLst>
              <a:gd name="adj" fmla="val 12281"/>
            </a:avLst>
          </a:prstGeom>
          <a:solidFill>
            <a:srgbClr val="DDE3E7"/>
          </a:solidFill>
          <a:ln>
            <a:noFill/>
          </a:ln>
        </p:spPr>
      </p:sp>
      <p:sp>
        <p:nvSpPr>
          <p:cNvPr id="84" name="!!rect-7mk"/>
          <p:cNvSpPr/>
          <p:nvPr/>
        </p:nvSpPr>
        <p:spPr>
          <a:xfrm>
            <a:off x="8953500" y="1701800"/>
            <a:ext cx="444500" cy="596900"/>
          </a:xfrm>
          <a:prstGeom prst="roundRect">
            <a:avLst>
              <a:gd name="adj" fmla="val 5714"/>
            </a:avLst>
          </a:prstGeom>
          <a:gradFill rotWithShape="1">
            <a:gsLst>
              <a:gs pos="0">
                <a:srgbClr val="5D856F"/>
              </a:gs>
              <a:gs pos="100000">
                <a:srgbClr val="3F624F"/>
              </a:gs>
            </a:gsLst>
            <a:lin ang="3199539" scaled="0"/>
          </a:gradFill>
          <a:ln>
            <a:noFill/>
          </a:ln>
        </p:spPr>
      </p:sp>
      <p:sp>
        <p:nvSpPr>
          <p:cNvPr id="85" name="!!rect-7ml"/>
          <p:cNvSpPr/>
          <p:nvPr/>
        </p:nvSpPr>
        <p:spPr>
          <a:xfrm>
            <a:off x="8993505" y="1701800"/>
            <a:ext cx="22225" cy="596900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</p:spPr>
      </p:sp>
      <p:sp>
        <p:nvSpPr>
          <p:cNvPr id="86" name="!!rect-7mm"/>
          <p:cNvSpPr/>
          <p:nvPr/>
        </p:nvSpPr>
        <p:spPr>
          <a:xfrm>
            <a:off x="9064625" y="1809242"/>
            <a:ext cx="248920" cy="41783"/>
          </a:xfrm>
          <a:prstGeom prst="roundRect">
            <a:avLst>
              <a:gd name="adj" fmla="val 28571"/>
            </a:avLst>
          </a:prstGeom>
          <a:solidFill>
            <a:srgbClr val="E7D9B8"/>
          </a:solidFill>
          <a:ln>
            <a:noFill/>
          </a:ln>
        </p:spPr>
      </p:sp>
      <p:sp>
        <p:nvSpPr>
          <p:cNvPr id="87" name="!!rect-7mn"/>
          <p:cNvSpPr/>
          <p:nvPr/>
        </p:nvSpPr>
        <p:spPr>
          <a:xfrm>
            <a:off x="9064625" y="1880870"/>
            <a:ext cx="168910" cy="26861"/>
          </a:xfrm>
          <a:prstGeom prst="roundRect">
            <a:avLst>
              <a:gd name="adj" fmla="val 44444"/>
            </a:avLst>
          </a:prstGeom>
          <a:solidFill>
            <a:srgbClr val="E7D9B8">
              <a:alpha val="72000"/>
            </a:srgbClr>
          </a:solidFill>
          <a:ln>
            <a:noFill/>
          </a:ln>
        </p:spPr>
      </p:sp>
      <p:sp>
        <p:nvSpPr>
          <p:cNvPr id="88" name="!!rect-7mo"/>
          <p:cNvSpPr/>
          <p:nvPr/>
        </p:nvSpPr>
        <p:spPr>
          <a:xfrm>
            <a:off x="9064625" y="2179320"/>
            <a:ext cx="124460" cy="23876"/>
          </a:xfrm>
          <a:prstGeom prst="roundRect">
            <a:avLst>
              <a:gd name="adj" fmla="val 50000"/>
            </a:avLst>
          </a:prstGeom>
          <a:solidFill>
            <a:srgbClr val="E7D9B8">
              <a:alpha val="55000"/>
            </a:srgbClr>
          </a:solidFill>
          <a:ln>
            <a:noFill/>
          </a:ln>
        </p:spPr>
      </p:sp>
      <p:sp>
        <p:nvSpPr>
          <p:cNvPr id="89" name="!!rect-7mq"/>
          <p:cNvSpPr/>
          <p:nvPr/>
        </p:nvSpPr>
        <p:spPr>
          <a:xfrm>
            <a:off x="9601200" y="1638300"/>
            <a:ext cx="723900" cy="723900"/>
          </a:xfrm>
          <a:prstGeom prst="roundRect">
            <a:avLst>
              <a:gd name="adj" fmla="val 12281"/>
            </a:avLst>
          </a:prstGeom>
          <a:solidFill>
            <a:srgbClr val="DDE3E7"/>
          </a:solidFill>
          <a:ln>
            <a:noFill/>
          </a:ln>
        </p:spPr>
      </p:sp>
      <p:sp>
        <p:nvSpPr>
          <p:cNvPr id="90" name="!!rect-7ms"/>
          <p:cNvSpPr/>
          <p:nvPr/>
        </p:nvSpPr>
        <p:spPr>
          <a:xfrm>
            <a:off x="9740900" y="1701800"/>
            <a:ext cx="444500" cy="596900"/>
          </a:xfrm>
          <a:prstGeom prst="roundRect">
            <a:avLst>
              <a:gd name="adj" fmla="val 5714"/>
            </a:avLst>
          </a:prstGeom>
          <a:gradFill rotWithShape="1">
            <a:gsLst>
              <a:gs pos="0">
                <a:srgbClr val="69927B"/>
              </a:gs>
              <a:gs pos="100000">
                <a:srgbClr val="4A6D5A"/>
              </a:gs>
            </a:gsLst>
            <a:lin ang="3199539" scaled="0"/>
          </a:gradFill>
          <a:ln>
            <a:noFill/>
          </a:ln>
        </p:spPr>
      </p:sp>
      <p:sp>
        <p:nvSpPr>
          <p:cNvPr id="91" name="!!rect-7mt"/>
          <p:cNvSpPr/>
          <p:nvPr/>
        </p:nvSpPr>
        <p:spPr>
          <a:xfrm>
            <a:off x="9780905" y="1701800"/>
            <a:ext cx="22225" cy="596900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</p:spPr>
      </p:sp>
      <p:sp>
        <p:nvSpPr>
          <p:cNvPr id="92" name="!!rect-7mu"/>
          <p:cNvSpPr/>
          <p:nvPr/>
        </p:nvSpPr>
        <p:spPr>
          <a:xfrm>
            <a:off x="9852025" y="1809242"/>
            <a:ext cx="248920" cy="41783"/>
          </a:xfrm>
          <a:prstGeom prst="roundRect">
            <a:avLst>
              <a:gd name="adj" fmla="val 28571"/>
            </a:avLst>
          </a:prstGeom>
          <a:solidFill>
            <a:srgbClr val="EFE6D0"/>
          </a:solidFill>
          <a:ln>
            <a:noFill/>
          </a:ln>
        </p:spPr>
      </p:sp>
      <p:sp>
        <p:nvSpPr>
          <p:cNvPr id="93" name="!!rect-7mv"/>
          <p:cNvSpPr/>
          <p:nvPr/>
        </p:nvSpPr>
        <p:spPr>
          <a:xfrm>
            <a:off x="9852025" y="1880870"/>
            <a:ext cx="168910" cy="26861"/>
          </a:xfrm>
          <a:prstGeom prst="roundRect">
            <a:avLst>
              <a:gd name="adj" fmla="val 44444"/>
            </a:avLst>
          </a:prstGeom>
          <a:solidFill>
            <a:srgbClr val="EFE6D0">
              <a:alpha val="72000"/>
            </a:srgbClr>
          </a:solidFill>
          <a:ln>
            <a:noFill/>
          </a:ln>
        </p:spPr>
      </p:sp>
      <p:sp>
        <p:nvSpPr>
          <p:cNvPr id="94" name="!!rect-7mw"/>
          <p:cNvSpPr/>
          <p:nvPr/>
        </p:nvSpPr>
        <p:spPr>
          <a:xfrm>
            <a:off x="9852025" y="2179320"/>
            <a:ext cx="124460" cy="23876"/>
          </a:xfrm>
          <a:prstGeom prst="roundRect">
            <a:avLst>
              <a:gd name="adj" fmla="val 50000"/>
            </a:avLst>
          </a:prstGeom>
          <a:solidFill>
            <a:srgbClr val="EFE6D0">
              <a:alpha val="55000"/>
            </a:srgbClr>
          </a:solidFill>
          <a:ln>
            <a:noFill/>
          </a:ln>
        </p:spPr>
      </p:sp>
      <p:sp>
        <p:nvSpPr>
          <p:cNvPr id="95" name="!!rect-7my"/>
          <p:cNvSpPr/>
          <p:nvPr/>
        </p:nvSpPr>
        <p:spPr>
          <a:xfrm>
            <a:off x="10388600" y="1638300"/>
            <a:ext cx="723900" cy="723900"/>
          </a:xfrm>
          <a:prstGeom prst="roundRect">
            <a:avLst>
              <a:gd name="adj" fmla="val 12281"/>
            </a:avLst>
          </a:prstGeom>
          <a:solidFill>
            <a:srgbClr val="DDE3E7"/>
          </a:solidFill>
          <a:ln>
            <a:noFill/>
          </a:ln>
        </p:spPr>
      </p:sp>
      <p:sp>
        <p:nvSpPr>
          <p:cNvPr id="96" name="!!rect-7n0"/>
          <p:cNvSpPr/>
          <p:nvPr/>
        </p:nvSpPr>
        <p:spPr>
          <a:xfrm>
            <a:off x="10528300" y="1701800"/>
            <a:ext cx="444500" cy="596900"/>
          </a:xfrm>
          <a:prstGeom prst="roundRect">
            <a:avLst>
              <a:gd name="adj" fmla="val 5714"/>
            </a:avLst>
          </a:prstGeom>
          <a:gradFill rotWithShape="1">
            <a:gsLst>
              <a:gs pos="0">
                <a:srgbClr val="567B67"/>
              </a:gs>
              <a:gs pos="100000">
                <a:srgbClr val="395948"/>
              </a:gs>
            </a:gsLst>
            <a:lin ang="3199539" scaled="0"/>
          </a:gradFill>
          <a:ln>
            <a:noFill/>
          </a:ln>
        </p:spPr>
      </p:sp>
      <p:sp>
        <p:nvSpPr>
          <p:cNvPr id="97" name="!!rect-7n1"/>
          <p:cNvSpPr/>
          <p:nvPr/>
        </p:nvSpPr>
        <p:spPr>
          <a:xfrm>
            <a:off x="10568305" y="1701800"/>
            <a:ext cx="22225" cy="596900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</p:spPr>
      </p:sp>
      <p:sp>
        <p:nvSpPr>
          <p:cNvPr id="98" name="!!rect-7n2"/>
          <p:cNvSpPr/>
          <p:nvPr/>
        </p:nvSpPr>
        <p:spPr>
          <a:xfrm>
            <a:off x="10639425" y="1809242"/>
            <a:ext cx="248920" cy="41783"/>
          </a:xfrm>
          <a:prstGeom prst="roundRect">
            <a:avLst>
              <a:gd name="adj" fmla="val 28571"/>
            </a:avLst>
          </a:prstGeom>
          <a:solidFill>
            <a:srgbClr val="E2D3B0"/>
          </a:solidFill>
          <a:ln>
            <a:noFill/>
          </a:ln>
        </p:spPr>
      </p:sp>
      <p:sp>
        <p:nvSpPr>
          <p:cNvPr id="99" name="!!rect-7n3"/>
          <p:cNvSpPr/>
          <p:nvPr/>
        </p:nvSpPr>
        <p:spPr>
          <a:xfrm>
            <a:off x="10639425" y="1880870"/>
            <a:ext cx="168910" cy="26861"/>
          </a:xfrm>
          <a:prstGeom prst="roundRect">
            <a:avLst>
              <a:gd name="adj" fmla="val 44444"/>
            </a:avLst>
          </a:prstGeom>
          <a:solidFill>
            <a:srgbClr val="E2D3B0">
              <a:alpha val="72000"/>
            </a:srgbClr>
          </a:solidFill>
          <a:ln>
            <a:noFill/>
          </a:ln>
        </p:spPr>
      </p:sp>
      <p:sp>
        <p:nvSpPr>
          <p:cNvPr id="100" name="!!rect-7n4"/>
          <p:cNvSpPr/>
          <p:nvPr/>
        </p:nvSpPr>
        <p:spPr>
          <a:xfrm>
            <a:off x="10639425" y="2179320"/>
            <a:ext cx="124460" cy="23876"/>
          </a:xfrm>
          <a:prstGeom prst="roundRect">
            <a:avLst>
              <a:gd name="adj" fmla="val 50000"/>
            </a:avLst>
          </a:prstGeom>
          <a:solidFill>
            <a:srgbClr val="E2D3B0">
              <a:alpha val="55000"/>
            </a:srgbClr>
          </a:solidFill>
          <a:ln>
            <a:noFill/>
          </a:ln>
        </p:spPr>
      </p:sp>
      <p:sp>
        <p:nvSpPr>
          <p:cNvPr id="101" name="!!text-7n5" descr="書名"/>
          <p:cNvSpPr txBox="1"/>
          <p:nvPr/>
        </p:nvSpPr>
        <p:spPr>
          <a:xfrm>
            <a:off x="8839200" y="2469642"/>
            <a:ext cx="189865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kern="0" dirty="0">
                <a:solidFill>
                  <a:srgbClr val="5B6770"/>
                </a:solidFill>
                <a:latin typeface="Noto Sans TC SemiBold"/>
                <a:ea typeface="Noto Sans TC SemiBold"/>
                <a:cs typeface="Noto Sans TC SemiBold"/>
              </a:rPr>
              <a:t>書名</a:t>
            </a:r>
            <a:endParaRPr lang="zh-TW" sz="650"/>
          </a:p>
        </p:txBody>
      </p:sp>
      <p:sp>
        <p:nvSpPr>
          <p:cNvPr id="102" name="!!rect-7n8"/>
          <p:cNvSpPr/>
          <p:nvPr/>
        </p:nvSpPr>
        <p:spPr>
          <a:xfrm>
            <a:off x="8813800" y="2628900"/>
            <a:ext cx="2349500" cy="292100"/>
          </a:xfrm>
          <a:prstGeom prst="roundRect">
            <a:avLst>
              <a:gd name="adj" fmla="val 30435"/>
            </a:avLst>
          </a:prstGeom>
          <a:solidFill>
            <a:srgbClr val="FFFFFF"/>
          </a:solidFill>
          <a:ln w="6350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103" name="!!text-7n9" descr="統計學概論"/>
          <p:cNvSpPr txBox="1"/>
          <p:nvPr/>
        </p:nvSpPr>
        <p:spPr>
          <a:xfrm>
            <a:off x="8915400" y="2699385"/>
            <a:ext cx="504825" cy="1379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0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統計學概論</a:t>
            </a:r>
            <a:endParaRPr lang="zh-TW" sz="750"/>
          </a:p>
        </p:txBody>
      </p:sp>
      <p:sp>
        <p:nvSpPr>
          <p:cNvPr id="104" name="!!text-7nf" descr="書況"/>
          <p:cNvSpPr txBox="1"/>
          <p:nvPr/>
        </p:nvSpPr>
        <p:spPr>
          <a:xfrm>
            <a:off x="8839200" y="2926842"/>
            <a:ext cx="189865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kern="0" dirty="0">
                <a:solidFill>
                  <a:srgbClr val="5B6770"/>
                </a:solidFill>
                <a:latin typeface="Noto Sans TC SemiBold"/>
                <a:ea typeface="Noto Sans TC SemiBold"/>
                <a:cs typeface="Noto Sans TC SemiBold"/>
              </a:rPr>
              <a:t>書況</a:t>
            </a:r>
            <a:endParaRPr lang="zh-TW" sz="650"/>
          </a:p>
        </p:txBody>
      </p:sp>
      <p:sp>
        <p:nvSpPr>
          <p:cNvPr id="105" name="!!rect-7ni"/>
          <p:cNvSpPr/>
          <p:nvPr/>
        </p:nvSpPr>
        <p:spPr>
          <a:xfrm>
            <a:off x="8813800" y="3086100"/>
            <a:ext cx="2349500" cy="292100"/>
          </a:xfrm>
          <a:prstGeom prst="roundRect">
            <a:avLst>
              <a:gd name="adj" fmla="val 30435"/>
            </a:avLst>
          </a:prstGeom>
          <a:solidFill>
            <a:srgbClr val="FFFFFF"/>
          </a:solidFill>
          <a:ln w="6350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106" name="!!text-7nj" descr="售價"/>
          <p:cNvSpPr txBox="1"/>
          <p:nvPr/>
        </p:nvSpPr>
        <p:spPr>
          <a:xfrm>
            <a:off x="8839200" y="3384042"/>
            <a:ext cx="189865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kern="0" dirty="0">
                <a:solidFill>
                  <a:srgbClr val="5B6770"/>
                </a:solidFill>
                <a:latin typeface="Noto Sans TC SemiBold"/>
                <a:ea typeface="Noto Sans TC SemiBold"/>
                <a:cs typeface="Noto Sans TC SemiBold"/>
              </a:rPr>
              <a:t>售價</a:t>
            </a:r>
            <a:endParaRPr lang="zh-TW" sz="650"/>
          </a:p>
        </p:txBody>
      </p:sp>
      <p:sp>
        <p:nvSpPr>
          <p:cNvPr id="107" name="!!rect-7nm"/>
          <p:cNvSpPr/>
          <p:nvPr/>
        </p:nvSpPr>
        <p:spPr>
          <a:xfrm>
            <a:off x="8813800" y="3543300"/>
            <a:ext cx="2349500" cy="292100"/>
          </a:xfrm>
          <a:prstGeom prst="roundRect">
            <a:avLst>
              <a:gd name="adj" fmla="val 30435"/>
            </a:avLst>
          </a:prstGeom>
          <a:solidFill>
            <a:srgbClr val="FFFFFF"/>
          </a:solidFill>
          <a:ln w="6350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108" name="!!rect-7nn"/>
          <p:cNvSpPr/>
          <p:nvPr/>
        </p:nvSpPr>
        <p:spPr>
          <a:xfrm>
            <a:off x="8813800" y="3911600"/>
            <a:ext cx="2349500" cy="317500"/>
          </a:xfrm>
          <a:prstGeom prst="roundRect">
            <a:avLst>
              <a:gd name="adj" fmla="val 28000"/>
            </a:avLst>
          </a:prstGeom>
          <a:solidFill>
            <a:srgbClr val="627D8D">
              <a:alpha val="8000"/>
            </a:srgbClr>
          </a:solidFill>
          <a:ln w="6350" cap="flat">
            <a:solidFill>
              <a:srgbClr val="627D8D">
                <a:alpha val="35000"/>
              </a:srgbClr>
            </a:solidFill>
            <a:prstDash val="solid"/>
            <a:miter lim="800000"/>
          </a:ln>
        </p:spPr>
      </p:sp>
      <p:sp>
        <p:nvSpPr>
          <p:cNvPr id="109" name="!!path-7no"/>
          <p:cNvSpPr/>
          <p:nvPr/>
        </p:nvSpPr>
        <p:spPr>
          <a:xfrm>
            <a:off x="8920429" y="4015054"/>
            <a:ext cx="110642" cy="110642"/>
          </a:xfrm>
          <a:custGeom>
            <a:avLst/>
            <a:gdLst/>
            <a:ahLst/>
            <a:cxnLst/>
            <a:rect l="l" t="t" r="r" b="b"/>
            <a:pathLst>
              <a:path w="110642" h="110642">
                <a:moveTo>
                  <a:pt x="90526" y="40234"/>
                </a:moveTo>
                <a:lnTo>
                  <a:pt x="96812" y="26403"/>
                </a:lnTo>
                <a:lnTo>
                  <a:pt x="110642" y="20117"/>
                </a:lnTo>
                <a:lnTo>
                  <a:pt x="96812" y="13830"/>
                </a:lnTo>
                <a:lnTo>
                  <a:pt x="90526" y="0"/>
                </a:lnTo>
                <a:lnTo>
                  <a:pt x="84239" y="13830"/>
                </a:lnTo>
                <a:lnTo>
                  <a:pt x="70409" y="20117"/>
                </a:lnTo>
                <a:lnTo>
                  <a:pt x="84239" y="26403"/>
                </a:lnTo>
                <a:lnTo>
                  <a:pt x="90526" y="40234"/>
                </a:lnTo>
                <a:close/>
                <a:moveTo>
                  <a:pt x="52807" y="42748"/>
                </a:moveTo>
                <a:lnTo>
                  <a:pt x="40234" y="15088"/>
                </a:lnTo>
                <a:lnTo>
                  <a:pt x="27661" y="42748"/>
                </a:lnTo>
                <a:lnTo>
                  <a:pt x="0" y="55321"/>
                </a:lnTo>
                <a:lnTo>
                  <a:pt x="27661" y="67894"/>
                </a:lnTo>
                <a:lnTo>
                  <a:pt x="40234" y="95555"/>
                </a:lnTo>
                <a:lnTo>
                  <a:pt x="52807" y="67894"/>
                </a:lnTo>
                <a:lnTo>
                  <a:pt x="80467" y="55321"/>
                </a:lnTo>
                <a:lnTo>
                  <a:pt x="52807" y="42748"/>
                </a:lnTo>
                <a:close/>
                <a:moveTo>
                  <a:pt x="90526" y="70409"/>
                </a:moveTo>
                <a:lnTo>
                  <a:pt x="84239" y="84239"/>
                </a:lnTo>
                <a:lnTo>
                  <a:pt x="70409" y="90526"/>
                </a:lnTo>
                <a:lnTo>
                  <a:pt x="84239" y="96812"/>
                </a:lnTo>
                <a:lnTo>
                  <a:pt x="90526" y="110642"/>
                </a:lnTo>
                <a:lnTo>
                  <a:pt x="96812" y="96812"/>
                </a:lnTo>
                <a:lnTo>
                  <a:pt x="110642" y="90526"/>
                </a:lnTo>
                <a:lnTo>
                  <a:pt x="96812" y="84239"/>
                </a:lnTo>
                <a:lnTo>
                  <a:pt x="90526" y="70409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110" name="!!text-7np" descr="AI 帶入"/>
          <p:cNvSpPr txBox="1"/>
          <p:nvPr/>
        </p:nvSpPr>
        <p:spPr>
          <a:xfrm>
            <a:off x="9093200" y="3998976"/>
            <a:ext cx="310972" cy="12872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AI 帶入</a:t>
            </a:r>
            <a:endParaRPr lang="zh-TW" sz="700"/>
          </a:p>
        </p:txBody>
      </p:sp>
      <p:sp>
        <p:nvSpPr>
          <p:cNvPr id="111" name="!!rect-7nu"/>
          <p:cNvSpPr/>
          <p:nvPr/>
        </p:nvSpPr>
        <p:spPr>
          <a:xfrm>
            <a:off x="9531350" y="6076950"/>
            <a:ext cx="914400" cy="31750"/>
          </a:xfrm>
          <a:prstGeom prst="roundRect">
            <a:avLst>
              <a:gd name="adj" fmla="val 50000"/>
            </a:avLst>
          </a:prstGeom>
          <a:solidFill>
            <a:srgbClr val="000000">
              <a:alpha val="90000"/>
            </a:srgbClr>
          </a:solidFill>
          <a:ln>
            <a:noFill/>
          </a:ln>
        </p:spPr>
      </p:sp>
      <p:sp>
        <p:nvSpPr>
          <p:cNvPr id="112" name="!!rect-7nv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solidFill>
            <a:srgbClr val="000000">
              <a:alpha val="45000"/>
            </a:srgbClr>
          </a:solidFill>
          <a:ln>
            <a:noFill/>
          </a:ln>
        </p:spPr>
      </p:sp>
      <p:sp>
        <p:nvSpPr>
          <p:cNvPr id="113" name="!!text-7nw" descr="2:25"/>
          <p:cNvSpPr txBox="1"/>
          <p:nvPr/>
        </p:nvSpPr>
        <p:spPr>
          <a:xfrm>
            <a:off x="9020597" y="714883"/>
            <a:ext cx="253790" cy="1563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50" kern="0" dirty="0">
                <a:solidFill>
                  <a:srgbClr val="FFFFFF"/>
                </a:solidFill>
                <a:latin typeface="Noto Sans TC SemiBold"/>
                <a:ea typeface="Noto Sans TC SemiBold"/>
                <a:cs typeface="Noto Sans TC SemiBold"/>
              </a:rPr>
              <a:t>2:25</a:t>
            </a:r>
            <a:endParaRPr lang="zh-TW" sz="850"/>
          </a:p>
        </p:txBody>
      </p:sp>
      <p:sp>
        <p:nvSpPr>
          <p:cNvPr id="114" name="!!rect-7o1"/>
          <p:cNvSpPr/>
          <p:nvPr/>
        </p:nvSpPr>
        <p:spPr>
          <a:xfrm>
            <a:off x="10579100" y="808990"/>
            <a:ext cx="21590" cy="2667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15" name="!!rect-7o2"/>
          <p:cNvSpPr/>
          <p:nvPr/>
        </p:nvSpPr>
        <p:spPr>
          <a:xfrm>
            <a:off x="10612120" y="792480"/>
            <a:ext cx="21590" cy="4318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16" name="!!rect-7o3"/>
          <p:cNvSpPr/>
          <p:nvPr/>
        </p:nvSpPr>
        <p:spPr>
          <a:xfrm>
            <a:off x="10645140" y="775970"/>
            <a:ext cx="21590" cy="5969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17" name="!!rect-7o4"/>
          <p:cNvSpPr/>
          <p:nvPr/>
        </p:nvSpPr>
        <p:spPr>
          <a:xfrm>
            <a:off x="10678160" y="759460"/>
            <a:ext cx="21590" cy="7620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18" name="!!path-7o5"/>
          <p:cNvSpPr/>
          <p:nvPr/>
        </p:nvSpPr>
        <p:spPr>
          <a:xfrm>
            <a:off x="10763250" y="763570"/>
            <a:ext cx="95250" cy="70820"/>
          </a:xfrm>
          <a:custGeom>
            <a:avLst/>
            <a:gdLst/>
            <a:ahLst/>
            <a:cxnLst/>
            <a:rect l="l" t="t" r="r" b="b"/>
            <a:pathLst>
              <a:path w="95250" h="70820">
                <a:moveTo>
                  <a:pt x="47625" y="70820"/>
                </a:moveTo>
                <a:lnTo>
                  <a:pt x="31115" y="51135"/>
                </a:lnTo>
                <a:cubicBezTo>
                  <a:pt x="40714" y="43262"/>
                  <a:pt x="54536" y="43262"/>
                  <a:pt x="64135" y="51135"/>
                </a:cubicBezTo>
                <a:close/>
                <a:moveTo>
                  <a:pt x="0" y="23830"/>
                </a:moveTo>
                <a:cubicBezTo>
                  <a:pt x="27279" y="0"/>
                  <a:pt x="67971" y="0"/>
                  <a:pt x="95250" y="23830"/>
                </a:cubicBezTo>
                <a:lnTo>
                  <a:pt x="83820" y="37165"/>
                </a:lnTo>
                <a:cubicBezTo>
                  <a:pt x="63051" y="19153"/>
                  <a:pt x="32199" y="19153"/>
                  <a:pt x="11430" y="37165"/>
                </a:cubicBezTo>
                <a:close/>
                <a:moveTo>
                  <a:pt x="16510" y="43515"/>
                </a:moveTo>
                <a:cubicBezTo>
                  <a:pt x="34385" y="28089"/>
                  <a:pt x="60865" y="28089"/>
                  <a:pt x="78740" y="43515"/>
                </a:cubicBezTo>
                <a:lnTo>
                  <a:pt x="67310" y="56850"/>
                </a:lnTo>
                <a:cubicBezTo>
                  <a:pt x="55947" y="47238"/>
                  <a:pt x="39303" y="47238"/>
                  <a:pt x="27940" y="5685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19" name="!!rect-7o6"/>
          <p:cNvSpPr/>
          <p:nvPr/>
        </p:nvSpPr>
        <p:spPr>
          <a:xfrm>
            <a:off x="10902950" y="760730"/>
            <a:ext cx="161925" cy="78740"/>
          </a:xfrm>
          <a:prstGeom prst="roundRect">
            <a:avLst>
              <a:gd name="adj" fmla="val 32258"/>
            </a:avLst>
          </a:prstGeom>
          <a:noFill/>
          <a:ln w="6985" cap="flat">
            <a:solidFill>
              <a:srgbClr val="FFFFFF">
                <a:alpha val="38000"/>
              </a:srgbClr>
            </a:solidFill>
            <a:prstDash val="solid"/>
            <a:miter lim="800000"/>
          </a:ln>
        </p:spPr>
      </p:sp>
      <p:sp>
        <p:nvSpPr>
          <p:cNvPr id="120" name="!!rect-7o7"/>
          <p:cNvSpPr/>
          <p:nvPr/>
        </p:nvSpPr>
        <p:spPr>
          <a:xfrm>
            <a:off x="10916285" y="774065"/>
            <a:ext cx="110909" cy="52070"/>
          </a:xfrm>
          <a:prstGeom prst="roundRect">
            <a:avLst>
              <a:gd name="adj" fmla="val 26829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21" name="!!path-7o8"/>
          <p:cNvSpPr/>
          <p:nvPr/>
        </p:nvSpPr>
        <p:spPr>
          <a:xfrm>
            <a:off x="11074400" y="786130"/>
            <a:ext cx="10345" cy="27940"/>
          </a:xfrm>
          <a:custGeom>
            <a:avLst/>
            <a:gdLst/>
            <a:ahLst/>
            <a:cxnLst/>
            <a:rect l="l" t="t" r="r" b="b"/>
            <a:pathLst>
              <a:path w="10345" h="27940">
                <a:moveTo>
                  <a:pt x="0" y="0"/>
                </a:moveTo>
                <a:lnTo>
                  <a:pt x="0" y="27940"/>
                </a:lnTo>
                <a:cubicBezTo>
                  <a:pt x="6146" y="26066"/>
                  <a:pt x="10345" y="20395"/>
                  <a:pt x="10345" y="13970"/>
                </a:cubicBezTo>
                <a:cubicBezTo>
                  <a:pt x="10345" y="7545"/>
                  <a:pt x="6146" y="1874"/>
                  <a:pt x="0" y="0"/>
                </a:cubicBezTo>
                <a:close/>
              </a:path>
            </a:pathLst>
          </a:custGeom>
          <a:solidFill>
            <a:srgbClr val="FFFFFF">
              <a:alpha val="45000"/>
            </a:srgbClr>
          </a:solidFill>
          <a:ln>
            <a:noFill/>
          </a:ln>
        </p:spPr>
      </p:sp>
      <p:sp>
        <p:nvSpPr>
          <p:cNvPr id="122" name="!!path-7oc"/>
          <p:cNvSpPr/>
          <p:nvPr/>
        </p:nvSpPr>
        <p:spPr>
          <a:xfrm>
            <a:off x="8712200" y="1358900"/>
            <a:ext cx="2552700" cy="4800600"/>
          </a:xfrm>
          <a:custGeom>
            <a:avLst/>
            <a:gdLst/>
            <a:ahLst/>
            <a:cxnLst/>
            <a:rect l="l" t="t" r="r" b="b"/>
            <a:pathLst>
              <a:path w="2552700" h="4800600">
                <a:moveTo>
                  <a:pt x="2493841" y="4645383"/>
                </a:moveTo>
                <a:lnTo>
                  <a:pt x="2450407" y="4698307"/>
                </a:lnTo>
                <a:lnTo>
                  <a:pt x="2397483" y="4741741"/>
                </a:lnTo>
                <a:lnTo>
                  <a:pt x="2337102" y="4774015"/>
                </a:lnTo>
                <a:lnTo>
                  <a:pt x="2271585" y="4793889"/>
                </a:lnTo>
                <a:lnTo>
                  <a:pt x="2203450" y="4800600"/>
                </a:lnTo>
                <a:lnTo>
                  <a:pt x="349250" y="4800600"/>
                </a:lnTo>
                <a:lnTo>
                  <a:pt x="281115" y="4793889"/>
                </a:lnTo>
                <a:lnTo>
                  <a:pt x="215598" y="4774015"/>
                </a:lnTo>
                <a:lnTo>
                  <a:pt x="155217" y="4741741"/>
                </a:lnTo>
                <a:lnTo>
                  <a:pt x="102293" y="4698307"/>
                </a:lnTo>
                <a:lnTo>
                  <a:pt x="58859" y="4645383"/>
                </a:lnTo>
                <a:lnTo>
                  <a:pt x="26585" y="4585002"/>
                </a:lnTo>
                <a:lnTo>
                  <a:pt x="6711" y="4519485"/>
                </a:lnTo>
                <a:lnTo>
                  <a:pt x="0" y="4451350"/>
                </a:lnTo>
                <a:lnTo>
                  <a:pt x="0" y="127000"/>
                </a:lnTo>
                <a:lnTo>
                  <a:pt x="882" y="106715"/>
                </a:lnTo>
                <a:lnTo>
                  <a:pt x="3528" y="88194"/>
                </a:lnTo>
                <a:lnTo>
                  <a:pt x="7938" y="71438"/>
                </a:lnTo>
                <a:lnTo>
                  <a:pt x="14111" y="56444"/>
                </a:lnTo>
                <a:lnTo>
                  <a:pt x="22049" y="43215"/>
                </a:lnTo>
                <a:lnTo>
                  <a:pt x="31750" y="31750"/>
                </a:lnTo>
                <a:lnTo>
                  <a:pt x="43215" y="22049"/>
                </a:lnTo>
                <a:lnTo>
                  <a:pt x="56444" y="14111"/>
                </a:lnTo>
                <a:lnTo>
                  <a:pt x="71438" y="7938"/>
                </a:lnTo>
                <a:lnTo>
                  <a:pt x="88194" y="3528"/>
                </a:lnTo>
                <a:lnTo>
                  <a:pt x="106715" y="882"/>
                </a:lnTo>
                <a:lnTo>
                  <a:pt x="127000" y="0"/>
                </a:lnTo>
                <a:lnTo>
                  <a:pt x="2425700" y="0"/>
                </a:lnTo>
                <a:lnTo>
                  <a:pt x="2445985" y="882"/>
                </a:lnTo>
                <a:lnTo>
                  <a:pt x="2464506" y="3528"/>
                </a:lnTo>
                <a:lnTo>
                  <a:pt x="2481263" y="7938"/>
                </a:lnTo>
                <a:lnTo>
                  <a:pt x="2496256" y="14111"/>
                </a:lnTo>
                <a:lnTo>
                  <a:pt x="2509485" y="22049"/>
                </a:lnTo>
                <a:lnTo>
                  <a:pt x="2520950" y="31750"/>
                </a:lnTo>
                <a:lnTo>
                  <a:pt x="2530651" y="43215"/>
                </a:lnTo>
                <a:lnTo>
                  <a:pt x="2538589" y="56444"/>
                </a:lnTo>
                <a:lnTo>
                  <a:pt x="2544763" y="71438"/>
                </a:lnTo>
                <a:lnTo>
                  <a:pt x="2549172" y="88194"/>
                </a:lnTo>
                <a:lnTo>
                  <a:pt x="2551818" y="106715"/>
                </a:lnTo>
                <a:lnTo>
                  <a:pt x="2552700" y="127000"/>
                </a:lnTo>
                <a:lnTo>
                  <a:pt x="2552700" y="4451350"/>
                </a:lnTo>
                <a:lnTo>
                  <a:pt x="2545989" y="4519485"/>
                </a:lnTo>
                <a:lnTo>
                  <a:pt x="2526115" y="458500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23" name="!!rect-7od"/>
          <p:cNvSpPr/>
          <p:nvPr/>
        </p:nvSpPr>
        <p:spPr>
          <a:xfrm>
            <a:off x="9874250" y="1422400"/>
            <a:ext cx="228600" cy="25400"/>
          </a:xfrm>
          <a:prstGeom prst="roundRect">
            <a:avLst>
              <a:gd name="adj" fmla="val 50000"/>
            </a:avLst>
          </a:prstGeom>
          <a:solidFill>
            <a:srgbClr val="E8EBEE"/>
          </a:solidFill>
          <a:ln>
            <a:noFill/>
          </a:ln>
        </p:spPr>
      </p:sp>
      <p:sp>
        <p:nvSpPr>
          <p:cNvPr id="124" name="!!path-7oj"/>
          <p:cNvSpPr/>
          <p:nvPr/>
        </p:nvSpPr>
        <p:spPr>
          <a:xfrm>
            <a:off x="8870950" y="1530350"/>
            <a:ext cx="139700" cy="139700"/>
          </a:xfrm>
          <a:custGeom>
            <a:avLst/>
            <a:gdLst/>
            <a:ahLst/>
            <a:cxnLst/>
            <a:rect l="l" t="t" r="r" b="b"/>
            <a:pathLst>
              <a:path w="139700" h="139700">
                <a:moveTo>
                  <a:pt x="114300" y="50800"/>
                </a:moveTo>
                <a:lnTo>
                  <a:pt x="122238" y="33338"/>
                </a:lnTo>
                <a:lnTo>
                  <a:pt x="139700" y="25400"/>
                </a:lnTo>
                <a:lnTo>
                  <a:pt x="122238" y="17463"/>
                </a:lnTo>
                <a:lnTo>
                  <a:pt x="114300" y="0"/>
                </a:lnTo>
                <a:lnTo>
                  <a:pt x="106363" y="17463"/>
                </a:lnTo>
                <a:lnTo>
                  <a:pt x="88900" y="25400"/>
                </a:lnTo>
                <a:lnTo>
                  <a:pt x="106363" y="33338"/>
                </a:lnTo>
                <a:lnTo>
                  <a:pt x="114300" y="50800"/>
                </a:lnTo>
                <a:close/>
                <a:moveTo>
                  <a:pt x="66675" y="53975"/>
                </a:moveTo>
                <a:lnTo>
                  <a:pt x="50800" y="19050"/>
                </a:lnTo>
                <a:lnTo>
                  <a:pt x="34925" y="53975"/>
                </a:lnTo>
                <a:lnTo>
                  <a:pt x="0" y="69850"/>
                </a:lnTo>
                <a:lnTo>
                  <a:pt x="34925" y="85725"/>
                </a:lnTo>
                <a:lnTo>
                  <a:pt x="50800" y="120650"/>
                </a:lnTo>
                <a:lnTo>
                  <a:pt x="66675" y="85725"/>
                </a:lnTo>
                <a:lnTo>
                  <a:pt x="101600" y="69850"/>
                </a:lnTo>
                <a:lnTo>
                  <a:pt x="66675" y="53975"/>
                </a:lnTo>
                <a:close/>
                <a:moveTo>
                  <a:pt x="114300" y="88900"/>
                </a:moveTo>
                <a:lnTo>
                  <a:pt x="106363" y="106363"/>
                </a:lnTo>
                <a:lnTo>
                  <a:pt x="88900" y="114300"/>
                </a:lnTo>
                <a:lnTo>
                  <a:pt x="106363" y="122238"/>
                </a:lnTo>
                <a:lnTo>
                  <a:pt x="114300" y="139700"/>
                </a:lnTo>
                <a:lnTo>
                  <a:pt x="122238" y="122238"/>
                </a:lnTo>
                <a:lnTo>
                  <a:pt x="139700" y="114300"/>
                </a:lnTo>
                <a:lnTo>
                  <a:pt x="122238" y="106363"/>
                </a:lnTo>
                <a:lnTo>
                  <a:pt x="114300" y="88900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125" name="!!text-7p1" descr="AI 建議"/>
          <p:cNvSpPr txBox="1"/>
          <p:nvPr/>
        </p:nvSpPr>
        <p:spPr>
          <a:xfrm>
            <a:off x="9093200" y="1519428"/>
            <a:ext cx="377609" cy="1563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5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AI 建議</a:t>
            </a:r>
            <a:endParaRPr lang="zh-TW" sz="850"/>
          </a:p>
        </p:txBody>
      </p:sp>
      <p:sp>
        <p:nvSpPr>
          <p:cNvPr id="126" name="!!text-7se" descr="書籍資料"/>
          <p:cNvSpPr txBox="1"/>
          <p:nvPr/>
        </p:nvSpPr>
        <p:spPr>
          <a:xfrm>
            <a:off x="8839200" y="1733042"/>
            <a:ext cx="364871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b="1" kern="0" spc="26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書籍資</a:t>
            </a:r>
            <a:r>
              <a:rPr lang="zh-TW" altLang="en-US" sz="650" b="1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料</a:t>
            </a:r>
            <a:endParaRPr lang="zh-TW" sz="650"/>
          </a:p>
        </p:txBody>
      </p:sp>
      <p:sp>
        <p:nvSpPr>
          <p:cNvPr id="127" name="!!rect-7sn"/>
          <p:cNvSpPr/>
          <p:nvPr/>
        </p:nvSpPr>
        <p:spPr>
          <a:xfrm>
            <a:off x="8813800" y="1905000"/>
            <a:ext cx="2349500" cy="304800"/>
          </a:xfrm>
          <a:prstGeom prst="roundRect">
            <a:avLst>
              <a:gd name="adj" fmla="val 29167"/>
            </a:avLst>
          </a:prstGeom>
          <a:solidFill>
            <a:srgbClr val="FAFBFC"/>
          </a:solidFill>
          <a:ln w="6350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128" name="!!rect-7so"/>
          <p:cNvSpPr/>
          <p:nvPr/>
        </p:nvSpPr>
        <p:spPr>
          <a:xfrm>
            <a:off x="8902700" y="1993900"/>
            <a:ext cx="114300" cy="114300"/>
          </a:xfrm>
          <a:prstGeom prst="roundRect">
            <a:avLst>
              <a:gd name="adj" fmla="val 27778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129" name="!!path-7sp"/>
          <p:cNvSpPr/>
          <p:nvPr/>
        </p:nvSpPr>
        <p:spPr>
          <a:xfrm>
            <a:off x="8928100" y="2032000"/>
            <a:ext cx="64770" cy="43180"/>
          </a:xfrm>
          <a:custGeom>
            <a:avLst/>
            <a:gdLst/>
            <a:ahLst/>
            <a:cxnLst/>
            <a:rect l="l" t="t" r="r" b="b"/>
            <a:pathLst>
              <a:path w="64770" h="43180" fill="none">
                <a:moveTo>
                  <a:pt x="0" y="20320"/>
                </a:moveTo>
                <a:lnTo>
                  <a:pt x="22860" y="43180"/>
                </a:lnTo>
                <a:lnTo>
                  <a:pt x="64770" y="0"/>
                </a:lnTo>
              </a:path>
            </a:pathLst>
          </a:custGeom>
          <a:noFill/>
          <a:ln w="12700" cap="rnd">
            <a:solidFill>
              <a:srgbClr val="FFFFFF"/>
            </a:solidFill>
            <a:prstDash val="solid"/>
            <a:round/>
          </a:ln>
        </p:spPr>
      </p:sp>
      <p:sp>
        <p:nvSpPr>
          <p:cNvPr id="130" name="!!text-7sq" descr="作者"/>
          <p:cNvSpPr txBox="1"/>
          <p:nvPr/>
        </p:nvSpPr>
        <p:spPr>
          <a:xfrm>
            <a:off x="9093200" y="1993392"/>
            <a:ext cx="189865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kern="0" dirty="0">
                <a:solidFill>
                  <a:srgbClr val="5B6770"/>
                </a:solidFill>
                <a:latin typeface="Noto Sans TC SemiBold"/>
                <a:ea typeface="Noto Sans TC SemiBold"/>
                <a:cs typeface="Noto Sans TC SemiBold"/>
              </a:rPr>
              <a:t>作者</a:t>
            </a:r>
            <a:endParaRPr lang="zh-TW" sz="650"/>
          </a:p>
        </p:txBody>
      </p:sp>
      <p:sp>
        <p:nvSpPr>
          <p:cNvPr id="131" name="!!text-7st" descr="林志明"/>
          <p:cNvSpPr txBox="1"/>
          <p:nvPr/>
        </p:nvSpPr>
        <p:spPr>
          <a:xfrm>
            <a:off x="9525000" y="1978660"/>
            <a:ext cx="314325" cy="1379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0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林志明</a:t>
            </a:r>
            <a:endParaRPr lang="zh-TW" sz="750"/>
          </a:p>
        </p:txBody>
      </p:sp>
      <p:sp>
        <p:nvSpPr>
          <p:cNvPr id="132" name="!!rect-7sy"/>
          <p:cNvSpPr/>
          <p:nvPr/>
        </p:nvSpPr>
        <p:spPr>
          <a:xfrm>
            <a:off x="10566400" y="1993900"/>
            <a:ext cx="571690" cy="101600"/>
          </a:xfrm>
          <a:prstGeom prst="roundRect">
            <a:avLst>
              <a:gd name="adj" fmla="val 31250"/>
            </a:avLst>
          </a:prstGeom>
          <a:solidFill>
            <a:srgbClr val="5B6770">
              <a:alpha val="12000"/>
            </a:srgbClr>
          </a:solidFill>
          <a:ln>
            <a:noFill/>
          </a:ln>
        </p:spPr>
      </p:sp>
      <p:sp>
        <p:nvSpPr>
          <p:cNvPr id="133" name="!!text-7sz" descr="依 ISBN 書目補齊"/>
          <p:cNvSpPr txBox="1"/>
          <p:nvPr/>
        </p:nvSpPr>
        <p:spPr>
          <a:xfrm>
            <a:off x="10604500" y="1993265"/>
            <a:ext cx="514541" cy="9194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500" kern="0" dirty="0">
                <a:solidFill>
                  <a:srgbClr val="5B6770"/>
                </a:solidFill>
                <a:latin typeface="Noto Sans TC SemiBold"/>
                <a:ea typeface="Noto Sans TC SemiBold"/>
                <a:cs typeface="Noto Sans TC SemiBold"/>
              </a:rPr>
              <a:t>依 ISBN 書目補齊</a:t>
            </a:r>
            <a:endParaRPr lang="zh-TW" sz="500"/>
          </a:p>
        </p:txBody>
      </p:sp>
      <p:sp>
        <p:nvSpPr>
          <p:cNvPr id="134" name="!!rect-7td"/>
          <p:cNvSpPr/>
          <p:nvPr/>
        </p:nvSpPr>
        <p:spPr>
          <a:xfrm>
            <a:off x="8813800" y="2260600"/>
            <a:ext cx="2349500" cy="304800"/>
          </a:xfrm>
          <a:prstGeom prst="roundRect">
            <a:avLst>
              <a:gd name="adj" fmla="val 29167"/>
            </a:avLst>
          </a:prstGeom>
          <a:solidFill>
            <a:srgbClr val="FAFBFC"/>
          </a:solidFill>
          <a:ln w="6350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135" name="!!rect-7te"/>
          <p:cNvSpPr/>
          <p:nvPr/>
        </p:nvSpPr>
        <p:spPr>
          <a:xfrm>
            <a:off x="8902700" y="2349500"/>
            <a:ext cx="114300" cy="114300"/>
          </a:xfrm>
          <a:prstGeom prst="roundRect">
            <a:avLst>
              <a:gd name="adj" fmla="val 27778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136" name="!!path-7tf"/>
          <p:cNvSpPr/>
          <p:nvPr/>
        </p:nvSpPr>
        <p:spPr>
          <a:xfrm>
            <a:off x="8928100" y="2387600"/>
            <a:ext cx="64770" cy="43180"/>
          </a:xfrm>
          <a:custGeom>
            <a:avLst/>
            <a:gdLst/>
            <a:ahLst/>
            <a:cxnLst/>
            <a:rect l="l" t="t" r="r" b="b"/>
            <a:pathLst>
              <a:path w="64770" h="43180" fill="none">
                <a:moveTo>
                  <a:pt x="0" y="20320"/>
                </a:moveTo>
                <a:lnTo>
                  <a:pt x="22860" y="43180"/>
                </a:lnTo>
                <a:lnTo>
                  <a:pt x="64770" y="0"/>
                </a:lnTo>
              </a:path>
            </a:pathLst>
          </a:custGeom>
          <a:noFill/>
          <a:ln w="12700" cap="rnd">
            <a:solidFill>
              <a:srgbClr val="FFFFFF"/>
            </a:solidFill>
            <a:prstDash val="solid"/>
            <a:round/>
          </a:ln>
        </p:spPr>
      </p:sp>
      <p:sp>
        <p:nvSpPr>
          <p:cNvPr id="137" name="!!text-7tg" descr="出版社"/>
          <p:cNvSpPr txBox="1"/>
          <p:nvPr/>
        </p:nvSpPr>
        <p:spPr>
          <a:xfrm>
            <a:off x="9093200" y="2348992"/>
            <a:ext cx="272415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kern="0" dirty="0">
                <a:solidFill>
                  <a:srgbClr val="5B6770"/>
                </a:solidFill>
                <a:latin typeface="Noto Sans TC SemiBold"/>
                <a:ea typeface="Noto Sans TC SemiBold"/>
                <a:cs typeface="Noto Sans TC SemiBold"/>
              </a:rPr>
              <a:t>出版社</a:t>
            </a:r>
            <a:endParaRPr lang="zh-TW" sz="650"/>
          </a:p>
        </p:txBody>
      </p:sp>
      <p:sp>
        <p:nvSpPr>
          <p:cNvPr id="138" name="!!text-7tk" descr="智識出版"/>
          <p:cNvSpPr txBox="1"/>
          <p:nvPr/>
        </p:nvSpPr>
        <p:spPr>
          <a:xfrm>
            <a:off x="9525000" y="2334260"/>
            <a:ext cx="409575" cy="1379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0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智識出版</a:t>
            </a:r>
            <a:endParaRPr lang="zh-TW" sz="750"/>
          </a:p>
        </p:txBody>
      </p:sp>
      <p:sp>
        <p:nvSpPr>
          <p:cNvPr id="139" name="!!rect-7tq"/>
          <p:cNvSpPr/>
          <p:nvPr/>
        </p:nvSpPr>
        <p:spPr>
          <a:xfrm>
            <a:off x="10566400" y="2349500"/>
            <a:ext cx="571690" cy="101600"/>
          </a:xfrm>
          <a:prstGeom prst="roundRect">
            <a:avLst>
              <a:gd name="adj" fmla="val 31250"/>
            </a:avLst>
          </a:prstGeom>
          <a:solidFill>
            <a:srgbClr val="5B6770">
              <a:alpha val="12000"/>
            </a:srgbClr>
          </a:solidFill>
          <a:ln>
            <a:noFill/>
          </a:ln>
        </p:spPr>
      </p:sp>
      <p:sp>
        <p:nvSpPr>
          <p:cNvPr id="140" name="!!text-7tr" descr="依 ISBN 書目補齊"/>
          <p:cNvSpPr txBox="1"/>
          <p:nvPr/>
        </p:nvSpPr>
        <p:spPr>
          <a:xfrm>
            <a:off x="10604500" y="2348865"/>
            <a:ext cx="514541" cy="9194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500" kern="0" dirty="0">
                <a:solidFill>
                  <a:srgbClr val="5B6770"/>
                </a:solidFill>
                <a:latin typeface="Noto Sans TC SemiBold"/>
                <a:ea typeface="Noto Sans TC SemiBold"/>
                <a:cs typeface="Noto Sans TC SemiBold"/>
              </a:rPr>
              <a:t>依 ISBN 書目補齊</a:t>
            </a:r>
            <a:endParaRPr lang="zh-TW" sz="500"/>
          </a:p>
        </p:txBody>
      </p:sp>
      <p:sp>
        <p:nvSpPr>
          <p:cNvPr id="141" name="!!rect-7u5"/>
          <p:cNvSpPr/>
          <p:nvPr/>
        </p:nvSpPr>
        <p:spPr>
          <a:xfrm>
            <a:off x="8813800" y="2616200"/>
            <a:ext cx="2349500" cy="304800"/>
          </a:xfrm>
          <a:prstGeom prst="roundRect">
            <a:avLst>
              <a:gd name="adj" fmla="val 29167"/>
            </a:avLst>
          </a:prstGeom>
          <a:solidFill>
            <a:srgbClr val="FAFBFC"/>
          </a:solidFill>
          <a:ln w="6350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142" name="!!rect-7u6"/>
          <p:cNvSpPr/>
          <p:nvPr/>
        </p:nvSpPr>
        <p:spPr>
          <a:xfrm>
            <a:off x="8902700" y="2705100"/>
            <a:ext cx="114300" cy="114300"/>
          </a:xfrm>
          <a:prstGeom prst="roundRect">
            <a:avLst>
              <a:gd name="adj" fmla="val 27778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143" name="!!path-7u7"/>
          <p:cNvSpPr/>
          <p:nvPr/>
        </p:nvSpPr>
        <p:spPr>
          <a:xfrm>
            <a:off x="8928100" y="2743200"/>
            <a:ext cx="64770" cy="43180"/>
          </a:xfrm>
          <a:custGeom>
            <a:avLst/>
            <a:gdLst/>
            <a:ahLst/>
            <a:cxnLst/>
            <a:rect l="l" t="t" r="r" b="b"/>
            <a:pathLst>
              <a:path w="64770" h="43180" fill="none">
                <a:moveTo>
                  <a:pt x="0" y="20320"/>
                </a:moveTo>
                <a:lnTo>
                  <a:pt x="22860" y="43180"/>
                </a:lnTo>
                <a:lnTo>
                  <a:pt x="64770" y="0"/>
                </a:lnTo>
              </a:path>
            </a:pathLst>
          </a:custGeom>
          <a:noFill/>
          <a:ln w="12700" cap="rnd">
            <a:solidFill>
              <a:srgbClr val="FFFFFF"/>
            </a:solidFill>
            <a:prstDash val="solid"/>
            <a:round/>
          </a:ln>
        </p:spPr>
      </p:sp>
      <p:sp>
        <p:nvSpPr>
          <p:cNvPr id="144" name="!!text-7u8" descr="出版日期"/>
          <p:cNvSpPr txBox="1"/>
          <p:nvPr/>
        </p:nvSpPr>
        <p:spPr>
          <a:xfrm>
            <a:off x="9093200" y="2704592"/>
            <a:ext cx="354965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kern="0" dirty="0">
                <a:solidFill>
                  <a:srgbClr val="5B6770"/>
                </a:solidFill>
                <a:latin typeface="Noto Sans TC SemiBold"/>
                <a:ea typeface="Noto Sans TC SemiBold"/>
                <a:cs typeface="Noto Sans TC SemiBold"/>
              </a:rPr>
              <a:t>出版日期</a:t>
            </a:r>
            <a:endParaRPr lang="zh-TW" sz="650"/>
          </a:p>
        </p:txBody>
      </p:sp>
      <p:sp>
        <p:nvSpPr>
          <p:cNvPr id="145" name="!!text-7ud" descr="2022 年 2 月"/>
          <p:cNvSpPr txBox="1"/>
          <p:nvPr/>
        </p:nvSpPr>
        <p:spPr>
          <a:xfrm>
            <a:off x="9525000" y="2689860"/>
            <a:ext cx="559880" cy="1379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0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2022 年 2 月</a:t>
            </a:r>
            <a:endParaRPr lang="zh-TW" sz="750"/>
          </a:p>
        </p:txBody>
      </p:sp>
      <p:sp>
        <p:nvSpPr>
          <p:cNvPr id="146" name="!!rect-7um"/>
          <p:cNvSpPr/>
          <p:nvPr/>
        </p:nvSpPr>
        <p:spPr>
          <a:xfrm>
            <a:off x="10566400" y="2705100"/>
            <a:ext cx="571690" cy="101600"/>
          </a:xfrm>
          <a:prstGeom prst="roundRect">
            <a:avLst>
              <a:gd name="adj" fmla="val 31250"/>
            </a:avLst>
          </a:prstGeom>
          <a:solidFill>
            <a:srgbClr val="5B6770">
              <a:alpha val="12000"/>
            </a:srgbClr>
          </a:solidFill>
          <a:ln>
            <a:noFill/>
          </a:ln>
        </p:spPr>
      </p:sp>
      <p:sp>
        <p:nvSpPr>
          <p:cNvPr id="147" name="!!text-7un" descr="依 ISBN 書目補齊"/>
          <p:cNvSpPr txBox="1"/>
          <p:nvPr/>
        </p:nvSpPr>
        <p:spPr>
          <a:xfrm>
            <a:off x="10604500" y="2704465"/>
            <a:ext cx="514541" cy="9194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500" kern="0" dirty="0">
                <a:solidFill>
                  <a:srgbClr val="5B6770"/>
                </a:solidFill>
                <a:latin typeface="Noto Sans TC SemiBold"/>
                <a:ea typeface="Noto Sans TC SemiBold"/>
                <a:cs typeface="Noto Sans TC SemiBold"/>
              </a:rPr>
              <a:t>依 ISBN 書目補齊</a:t>
            </a:r>
            <a:endParaRPr lang="zh-TW" sz="500"/>
          </a:p>
        </p:txBody>
      </p:sp>
      <p:sp>
        <p:nvSpPr>
          <p:cNvPr id="148" name="!!text-7v1" descr="分類"/>
          <p:cNvSpPr txBox="1"/>
          <p:nvPr/>
        </p:nvSpPr>
        <p:spPr>
          <a:xfrm>
            <a:off x="8839200" y="2964942"/>
            <a:ext cx="193167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b="1" kern="0" spc="26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分</a:t>
            </a:r>
            <a:r>
              <a:rPr lang="zh-TW" altLang="en-US" sz="650" b="1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類</a:t>
            </a:r>
            <a:endParaRPr lang="zh-TW" sz="650"/>
          </a:p>
        </p:txBody>
      </p:sp>
      <p:sp>
        <p:nvSpPr>
          <p:cNvPr id="149" name="!!rect-7v8"/>
          <p:cNvSpPr/>
          <p:nvPr/>
        </p:nvSpPr>
        <p:spPr>
          <a:xfrm>
            <a:off x="8813800" y="3136900"/>
            <a:ext cx="2349500" cy="292100"/>
          </a:xfrm>
          <a:prstGeom prst="roundRect">
            <a:avLst>
              <a:gd name="adj" fmla="val 30435"/>
            </a:avLst>
          </a:prstGeom>
          <a:solidFill>
            <a:srgbClr val="FAFBFC"/>
          </a:solidFill>
          <a:ln w="6350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150" name="!!rect-7v9"/>
          <p:cNvSpPr/>
          <p:nvPr/>
        </p:nvSpPr>
        <p:spPr>
          <a:xfrm>
            <a:off x="8902700" y="3225800"/>
            <a:ext cx="114300" cy="114300"/>
          </a:xfrm>
          <a:prstGeom prst="roundRect">
            <a:avLst>
              <a:gd name="adj" fmla="val 27778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151" name="!!path-7va"/>
          <p:cNvSpPr/>
          <p:nvPr/>
        </p:nvSpPr>
        <p:spPr>
          <a:xfrm>
            <a:off x="8928100" y="3263900"/>
            <a:ext cx="64770" cy="43180"/>
          </a:xfrm>
          <a:custGeom>
            <a:avLst/>
            <a:gdLst/>
            <a:ahLst/>
            <a:cxnLst/>
            <a:rect l="l" t="t" r="r" b="b"/>
            <a:pathLst>
              <a:path w="64770" h="43180" fill="none">
                <a:moveTo>
                  <a:pt x="0" y="20320"/>
                </a:moveTo>
                <a:lnTo>
                  <a:pt x="22860" y="43180"/>
                </a:lnTo>
                <a:lnTo>
                  <a:pt x="64770" y="0"/>
                </a:lnTo>
              </a:path>
            </a:pathLst>
          </a:custGeom>
          <a:noFill/>
          <a:ln w="12700" cap="rnd">
            <a:solidFill>
              <a:srgbClr val="FFFFFF"/>
            </a:solidFill>
            <a:prstDash val="solid"/>
            <a:round/>
          </a:ln>
        </p:spPr>
      </p:sp>
      <p:sp>
        <p:nvSpPr>
          <p:cNvPr id="152" name="!!text-7vb" descr="統計學"/>
          <p:cNvSpPr txBox="1"/>
          <p:nvPr/>
        </p:nvSpPr>
        <p:spPr>
          <a:xfrm>
            <a:off x="9093200" y="3204210"/>
            <a:ext cx="314325" cy="1379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0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統計學</a:t>
            </a:r>
            <a:endParaRPr lang="zh-TW" sz="750"/>
          </a:p>
        </p:txBody>
      </p:sp>
      <p:sp>
        <p:nvSpPr>
          <p:cNvPr id="153" name="!!text-7vj" descr="書況"/>
          <p:cNvSpPr txBox="1"/>
          <p:nvPr/>
        </p:nvSpPr>
        <p:spPr>
          <a:xfrm>
            <a:off x="8839200" y="3472942"/>
            <a:ext cx="193167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b="1" kern="0" spc="26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書</a:t>
            </a:r>
            <a:r>
              <a:rPr lang="zh-TW" altLang="en-US" sz="650" b="1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況</a:t>
            </a:r>
            <a:endParaRPr lang="zh-TW" sz="650"/>
          </a:p>
        </p:txBody>
      </p:sp>
      <p:sp>
        <p:nvSpPr>
          <p:cNvPr id="154" name="!!rect-7vq"/>
          <p:cNvSpPr/>
          <p:nvPr/>
        </p:nvSpPr>
        <p:spPr>
          <a:xfrm>
            <a:off x="8813800" y="3644900"/>
            <a:ext cx="2349500" cy="584200"/>
          </a:xfrm>
          <a:prstGeom prst="roundRect">
            <a:avLst>
              <a:gd name="adj" fmla="val 15217"/>
            </a:avLst>
          </a:prstGeom>
          <a:solidFill>
            <a:srgbClr val="FAFBFC"/>
          </a:solidFill>
          <a:ln w="6350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155" name="!!rect-7vr"/>
          <p:cNvSpPr/>
          <p:nvPr/>
        </p:nvSpPr>
        <p:spPr>
          <a:xfrm>
            <a:off x="8902700" y="3733800"/>
            <a:ext cx="114300" cy="114300"/>
          </a:xfrm>
          <a:prstGeom prst="roundRect">
            <a:avLst>
              <a:gd name="adj" fmla="val 27778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156" name="!!path-7vs"/>
          <p:cNvSpPr/>
          <p:nvPr/>
        </p:nvSpPr>
        <p:spPr>
          <a:xfrm>
            <a:off x="8928100" y="3771900"/>
            <a:ext cx="64770" cy="43180"/>
          </a:xfrm>
          <a:custGeom>
            <a:avLst/>
            <a:gdLst/>
            <a:ahLst/>
            <a:cxnLst/>
            <a:rect l="l" t="t" r="r" b="b"/>
            <a:pathLst>
              <a:path w="64770" h="43180" fill="none">
                <a:moveTo>
                  <a:pt x="0" y="20320"/>
                </a:moveTo>
                <a:lnTo>
                  <a:pt x="22860" y="43180"/>
                </a:lnTo>
                <a:lnTo>
                  <a:pt x="64770" y="0"/>
                </a:lnTo>
              </a:path>
            </a:pathLst>
          </a:custGeom>
          <a:noFill/>
          <a:ln w="12700" cap="rnd">
            <a:solidFill>
              <a:srgbClr val="FFFFFF"/>
            </a:solidFill>
            <a:prstDash val="solid"/>
            <a:round/>
          </a:ln>
        </p:spPr>
      </p:sp>
      <p:sp>
        <p:nvSpPr>
          <p:cNvPr id="157" name="!!text-7vt" descr="近全新"/>
          <p:cNvSpPr txBox="1"/>
          <p:nvPr/>
        </p:nvSpPr>
        <p:spPr>
          <a:xfrm>
            <a:off x="9093200" y="3717544"/>
            <a:ext cx="335280" cy="14711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00" b="1" kern="0" dirty="0">
                <a:solidFill>
                  <a:srgbClr val="66BB6A"/>
                </a:solidFill>
                <a:latin typeface="Noto Sans TC"/>
                <a:ea typeface="Noto Sans TC"/>
                <a:cs typeface="Noto Sans TC"/>
              </a:rPr>
              <a:t>近全新</a:t>
            </a:r>
            <a:endParaRPr lang="zh-TW" sz="800"/>
          </a:p>
        </p:txBody>
      </p:sp>
      <p:sp>
        <p:nvSpPr>
          <p:cNvPr id="158" name="!!text-7vx" descr="・書頁無劃線與摺痕"/>
          <p:cNvSpPr txBox="1"/>
          <p:nvPr/>
        </p:nvSpPr>
        <p:spPr>
          <a:xfrm>
            <a:off x="9093200" y="3898392"/>
            <a:ext cx="767715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・書頁無劃線與摺痕</a:t>
            </a:r>
            <a:endParaRPr lang="zh-TW" sz="650"/>
          </a:p>
        </p:txBody>
      </p:sp>
      <p:sp>
        <p:nvSpPr>
          <p:cNvPr id="159" name="!!text-7w7" descr="・封面邊角輕微磨損"/>
          <p:cNvSpPr txBox="1"/>
          <p:nvPr/>
        </p:nvSpPr>
        <p:spPr>
          <a:xfrm>
            <a:off x="9093200" y="4025392"/>
            <a:ext cx="767715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・封面邊角輕微磨損</a:t>
            </a:r>
            <a:endParaRPr lang="zh-TW" sz="650"/>
          </a:p>
        </p:txBody>
      </p:sp>
      <p:sp>
        <p:nvSpPr>
          <p:cNvPr id="160" name="!!text-7wl" descr="建議售價"/>
          <p:cNvSpPr txBox="1"/>
          <p:nvPr/>
        </p:nvSpPr>
        <p:spPr>
          <a:xfrm>
            <a:off x="8839200" y="4273042"/>
            <a:ext cx="364871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b="1" kern="0" spc="26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建議售</a:t>
            </a:r>
            <a:r>
              <a:rPr lang="zh-TW" altLang="en-US" sz="650" b="1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價</a:t>
            </a:r>
            <a:endParaRPr lang="zh-TW" sz="650"/>
          </a:p>
        </p:txBody>
      </p:sp>
      <p:sp>
        <p:nvSpPr>
          <p:cNvPr id="161" name="!!rect-7wu"/>
          <p:cNvSpPr/>
          <p:nvPr/>
        </p:nvSpPr>
        <p:spPr>
          <a:xfrm>
            <a:off x="8813800" y="4445000"/>
            <a:ext cx="2349500" cy="444500"/>
          </a:xfrm>
          <a:prstGeom prst="roundRect">
            <a:avLst>
              <a:gd name="adj" fmla="val 20000"/>
            </a:avLst>
          </a:prstGeom>
          <a:solidFill>
            <a:srgbClr val="FAFBFC"/>
          </a:solidFill>
          <a:ln w="6350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162" name="!!rect-7wv"/>
          <p:cNvSpPr/>
          <p:nvPr/>
        </p:nvSpPr>
        <p:spPr>
          <a:xfrm>
            <a:off x="8902700" y="4533900"/>
            <a:ext cx="114300" cy="114300"/>
          </a:xfrm>
          <a:prstGeom prst="roundRect">
            <a:avLst>
              <a:gd name="adj" fmla="val 27778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163" name="!!path-7ww"/>
          <p:cNvSpPr/>
          <p:nvPr/>
        </p:nvSpPr>
        <p:spPr>
          <a:xfrm>
            <a:off x="8928100" y="4572000"/>
            <a:ext cx="64770" cy="43180"/>
          </a:xfrm>
          <a:custGeom>
            <a:avLst/>
            <a:gdLst/>
            <a:ahLst/>
            <a:cxnLst/>
            <a:rect l="l" t="t" r="r" b="b"/>
            <a:pathLst>
              <a:path w="64770" h="43180" fill="none">
                <a:moveTo>
                  <a:pt x="0" y="20320"/>
                </a:moveTo>
                <a:lnTo>
                  <a:pt x="22860" y="43180"/>
                </a:lnTo>
                <a:lnTo>
                  <a:pt x="64770" y="0"/>
                </a:lnTo>
              </a:path>
            </a:pathLst>
          </a:custGeom>
          <a:noFill/>
          <a:ln w="12700" cap="rnd">
            <a:solidFill>
              <a:srgbClr val="FFFFFF"/>
            </a:solidFill>
            <a:prstDash val="solid"/>
            <a:round/>
          </a:ln>
        </p:spPr>
      </p:sp>
      <p:sp>
        <p:nvSpPr>
          <p:cNvPr id="164" name="!!text-7wx" descr="$280"/>
          <p:cNvSpPr txBox="1"/>
          <p:nvPr/>
        </p:nvSpPr>
        <p:spPr>
          <a:xfrm>
            <a:off x="9093200" y="4500880"/>
            <a:ext cx="342392" cy="18389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kern="0" dirty="0">
                <a:solidFill>
                  <a:srgbClr val="627D8D"/>
                </a:solidFill>
                <a:latin typeface="Noto Sans TC ExtraBold"/>
                <a:ea typeface="Noto Sans TC ExtraBold"/>
                <a:cs typeface="Noto Sans TC ExtraBold"/>
              </a:rPr>
              <a:t>$280</a:t>
            </a:r>
            <a:endParaRPr lang="zh-TW" sz="1000"/>
          </a:p>
        </p:txBody>
      </p:sp>
      <p:sp>
        <p:nvSpPr>
          <p:cNvPr id="165" name="!!text-7x2" descr="建議區間 $240–$320・定價 $620"/>
          <p:cNvSpPr txBox="1"/>
          <p:nvPr/>
        </p:nvSpPr>
        <p:spPr>
          <a:xfrm>
            <a:off x="9093200" y="4698492"/>
            <a:ext cx="1233627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建議區間 $240–$320・定價 $620</a:t>
            </a:r>
            <a:endParaRPr lang="zh-TW" sz="650"/>
          </a:p>
        </p:txBody>
      </p:sp>
      <p:sp>
        <p:nvSpPr>
          <p:cNvPr id="166" name="!!text-7xr" descr="資料來源"/>
          <p:cNvSpPr txBox="1"/>
          <p:nvPr/>
        </p:nvSpPr>
        <p:spPr>
          <a:xfrm>
            <a:off x="8839200" y="4933442"/>
            <a:ext cx="364871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b="1" kern="0" spc="26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資料來</a:t>
            </a:r>
            <a:r>
              <a:rPr lang="zh-TW" altLang="en-US" sz="650" b="1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源</a:t>
            </a:r>
            <a:endParaRPr lang="zh-TW" sz="650"/>
          </a:p>
        </p:txBody>
      </p:sp>
      <p:sp>
        <p:nvSpPr>
          <p:cNvPr id="167" name="!!path-7y0"/>
          <p:cNvSpPr/>
          <p:nvPr/>
        </p:nvSpPr>
        <p:spPr>
          <a:xfrm>
            <a:off x="8860371" y="5147748"/>
            <a:ext cx="84709" cy="42355"/>
          </a:xfrm>
          <a:custGeom>
            <a:avLst/>
            <a:gdLst/>
            <a:ahLst/>
            <a:cxnLst/>
            <a:rect l="l" t="t" r="r" b="b"/>
            <a:pathLst>
              <a:path w="84709" h="42355">
                <a:moveTo>
                  <a:pt x="8047" y="21177"/>
                </a:moveTo>
                <a:cubicBezTo>
                  <a:pt x="8047" y="13935"/>
                  <a:pt x="13935" y="8047"/>
                  <a:pt x="21177" y="8047"/>
                </a:cubicBezTo>
                <a:lnTo>
                  <a:pt x="38119" y="8047"/>
                </a:lnTo>
                <a:lnTo>
                  <a:pt x="38119" y="0"/>
                </a:lnTo>
                <a:lnTo>
                  <a:pt x="21177" y="0"/>
                </a:lnTo>
                <a:cubicBezTo>
                  <a:pt x="9487" y="0"/>
                  <a:pt x="0" y="9487"/>
                  <a:pt x="0" y="21177"/>
                </a:cubicBezTo>
                <a:cubicBezTo>
                  <a:pt x="0" y="32867"/>
                  <a:pt x="9487" y="42355"/>
                  <a:pt x="21177" y="42355"/>
                </a:cubicBezTo>
                <a:lnTo>
                  <a:pt x="38119" y="42355"/>
                </a:lnTo>
                <a:lnTo>
                  <a:pt x="38119" y="34307"/>
                </a:lnTo>
                <a:lnTo>
                  <a:pt x="21177" y="34307"/>
                </a:lnTo>
                <a:cubicBezTo>
                  <a:pt x="13935" y="34307"/>
                  <a:pt x="8047" y="28420"/>
                  <a:pt x="8047" y="21177"/>
                </a:cubicBezTo>
                <a:close/>
                <a:moveTo>
                  <a:pt x="25413" y="25413"/>
                </a:moveTo>
                <a:lnTo>
                  <a:pt x="59296" y="25413"/>
                </a:lnTo>
                <a:lnTo>
                  <a:pt x="59296" y="16942"/>
                </a:lnTo>
                <a:lnTo>
                  <a:pt x="25413" y="16942"/>
                </a:lnTo>
                <a:lnTo>
                  <a:pt x="25413" y="25413"/>
                </a:lnTo>
                <a:close/>
                <a:moveTo>
                  <a:pt x="63532" y="0"/>
                </a:moveTo>
                <a:lnTo>
                  <a:pt x="46590" y="0"/>
                </a:lnTo>
                <a:lnTo>
                  <a:pt x="46590" y="8047"/>
                </a:lnTo>
                <a:lnTo>
                  <a:pt x="63532" y="8047"/>
                </a:lnTo>
                <a:cubicBezTo>
                  <a:pt x="70774" y="8047"/>
                  <a:pt x="76662" y="13935"/>
                  <a:pt x="76662" y="21177"/>
                </a:cubicBezTo>
                <a:cubicBezTo>
                  <a:pt x="76662" y="28420"/>
                  <a:pt x="70774" y="34307"/>
                  <a:pt x="63532" y="34307"/>
                </a:cubicBezTo>
                <a:lnTo>
                  <a:pt x="46590" y="34307"/>
                </a:lnTo>
                <a:lnTo>
                  <a:pt x="46590" y="42355"/>
                </a:lnTo>
                <a:lnTo>
                  <a:pt x="63532" y="42355"/>
                </a:lnTo>
                <a:cubicBezTo>
                  <a:pt x="75222" y="42355"/>
                  <a:pt x="84709" y="32867"/>
                  <a:pt x="84709" y="21177"/>
                </a:cubicBezTo>
                <a:cubicBezTo>
                  <a:pt x="84709" y="9487"/>
                  <a:pt x="75222" y="0"/>
                  <a:pt x="63532" y="0"/>
                </a:cubicBezTo>
                <a:close/>
              </a:path>
            </a:pathLst>
          </a:custGeom>
          <a:solidFill>
            <a:srgbClr val="BDBDBD"/>
          </a:solidFill>
          <a:ln>
            <a:noFill/>
          </a:ln>
        </p:spPr>
      </p:sp>
      <p:sp>
        <p:nvSpPr>
          <p:cNvPr id="168" name="!!text-7y1" descr="Google Books"/>
          <p:cNvSpPr txBox="1"/>
          <p:nvPr/>
        </p:nvSpPr>
        <p:spPr>
          <a:xfrm>
            <a:off x="9004300" y="5104892"/>
            <a:ext cx="554406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Google Books</a:t>
            </a:r>
            <a:endParaRPr lang="zh-TW" sz="650"/>
          </a:p>
        </p:txBody>
      </p:sp>
      <p:sp>
        <p:nvSpPr>
          <p:cNvPr id="169" name="!!path-7yd"/>
          <p:cNvSpPr/>
          <p:nvPr/>
        </p:nvSpPr>
        <p:spPr>
          <a:xfrm>
            <a:off x="11034706" y="5135556"/>
            <a:ext cx="66637" cy="66637"/>
          </a:xfrm>
          <a:custGeom>
            <a:avLst/>
            <a:gdLst/>
            <a:ahLst/>
            <a:cxnLst/>
            <a:rect l="l" t="t" r="r" b="b"/>
            <a:pathLst>
              <a:path w="66637" h="66637">
                <a:moveTo>
                  <a:pt x="59233" y="59233"/>
                </a:moveTo>
                <a:lnTo>
                  <a:pt x="7404" y="59233"/>
                </a:lnTo>
                <a:lnTo>
                  <a:pt x="7404" y="7404"/>
                </a:lnTo>
                <a:lnTo>
                  <a:pt x="33318" y="7404"/>
                </a:lnTo>
                <a:lnTo>
                  <a:pt x="33318" y="0"/>
                </a:lnTo>
                <a:lnTo>
                  <a:pt x="7404" y="0"/>
                </a:lnTo>
                <a:cubicBezTo>
                  <a:pt x="3295" y="0"/>
                  <a:pt x="0" y="3332"/>
                  <a:pt x="0" y="7404"/>
                </a:cubicBezTo>
                <a:lnTo>
                  <a:pt x="0" y="59233"/>
                </a:lnTo>
                <a:cubicBezTo>
                  <a:pt x="0" y="63305"/>
                  <a:pt x="3295" y="66637"/>
                  <a:pt x="7404" y="66637"/>
                </a:cubicBezTo>
                <a:lnTo>
                  <a:pt x="59233" y="66637"/>
                </a:lnTo>
                <a:cubicBezTo>
                  <a:pt x="63305" y="66637"/>
                  <a:pt x="66637" y="63305"/>
                  <a:pt x="66637" y="59233"/>
                </a:cubicBezTo>
                <a:lnTo>
                  <a:pt x="66637" y="33318"/>
                </a:lnTo>
                <a:lnTo>
                  <a:pt x="59233" y="33318"/>
                </a:lnTo>
                <a:lnTo>
                  <a:pt x="59233" y="59233"/>
                </a:lnTo>
                <a:close/>
                <a:moveTo>
                  <a:pt x="40723" y="0"/>
                </a:moveTo>
                <a:lnTo>
                  <a:pt x="40723" y="7404"/>
                </a:lnTo>
                <a:lnTo>
                  <a:pt x="54013" y="7404"/>
                </a:lnTo>
                <a:lnTo>
                  <a:pt x="17622" y="43795"/>
                </a:lnTo>
                <a:lnTo>
                  <a:pt x="22842" y="49015"/>
                </a:lnTo>
                <a:lnTo>
                  <a:pt x="59233" y="12624"/>
                </a:lnTo>
                <a:lnTo>
                  <a:pt x="59233" y="25914"/>
                </a:lnTo>
                <a:lnTo>
                  <a:pt x="66637" y="25914"/>
                </a:lnTo>
                <a:lnTo>
                  <a:pt x="66637" y="0"/>
                </a:lnTo>
                <a:lnTo>
                  <a:pt x="40723" y="0"/>
                </a:lnTo>
                <a:close/>
              </a:path>
            </a:pathLst>
          </a:custGeom>
          <a:solidFill>
            <a:srgbClr val="BDBDBD"/>
          </a:solidFill>
          <a:ln>
            <a:noFill/>
          </a:ln>
        </p:spPr>
      </p:sp>
      <p:sp>
        <p:nvSpPr>
          <p:cNvPr id="170" name="!!path-7yi"/>
          <p:cNvSpPr/>
          <p:nvPr/>
        </p:nvSpPr>
        <p:spPr>
          <a:xfrm>
            <a:off x="8860371" y="5312848"/>
            <a:ext cx="84709" cy="42355"/>
          </a:xfrm>
          <a:custGeom>
            <a:avLst/>
            <a:gdLst/>
            <a:ahLst/>
            <a:cxnLst/>
            <a:rect l="l" t="t" r="r" b="b"/>
            <a:pathLst>
              <a:path w="84709" h="42355">
                <a:moveTo>
                  <a:pt x="8047" y="21177"/>
                </a:moveTo>
                <a:cubicBezTo>
                  <a:pt x="8047" y="13935"/>
                  <a:pt x="13935" y="8047"/>
                  <a:pt x="21177" y="8047"/>
                </a:cubicBezTo>
                <a:lnTo>
                  <a:pt x="38119" y="8047"/>
                </a:lnTo>
                <a:lnTo>
                  <a:pt x="38119" y="0"/>
                </a:lnTo>
                <a:lnTo>
                  <a:pt x="21177" y="0"/>
                </a:lnTo>
                <a:cubicBezTo>
                  <a:pt x="9487" y="0"/>
                  <a:pt x="0" y="9487"/>
                  <a:pt x="0" y="21177"/>
                </a:cubicBezTo>
                <a:cubicBezTo>
                  <a:pt x="0" y="32867"/>
                  <a:pt x="9487" y="42355"/>
                  <a:pt x="21177" y="42355"/>
                </a:cubicBezTo>
                <a:lnTo>
                  <a:pt x="38119" y="42355"/>
                </a:lnTo>
                <a:lnTo>
                  <a:pt x="38119" y="34307"/>
                </a:lnTo>
                <a:lnTo>
                  <a:pt x="21177" y="34307"/>
                </a:lnTo>
                <a:cubicBezTo>
                  <a:pt x="13935" y="34307"/>
                  <a:pt x="8047" y="28420"/>
                  <a:pt x="8047" y="21177"/>
                </a:cubicBezTo>
                <a:close/>
                <a:moveTo>
                  <a:pt x="25413" y="25413"/>
                </a:moveTo>
                <a:lnTo>
                  <a:pt x="59296" y="25413"/>
                </a:lnTo>
                <a:lnTo>
                  <a:pt x="59296" y="16942"/>
                </a:lnTo>
                <a:lnTo>
                  <a:pt x="25413" y="16942"/>
                </a:lnTo>
                <a:lnTo>
                  <a:pt x="25413" y="25413"/>
                </a:lnTo>
                <a:close/>
                <a:moveTo>
                  <a:pt x="63532" y="0"/>
                </a:moveTo>
                <a:lnTo>
                  <a:pt x="46590" y="0"/>
                </a:lnTo>
                <a:lnTo>
                  <a:pt x="46590" y="8047"/>
                </a:lnTo>
                <a:lnTo>
                  <a:pt x="63532" y="8047"/>
                </a:lnTo>
                <a:cubicBezTo>
                  <a:pt x="70774" y="8047"/>
                  <a:pt x="76662" y="13935"/>
                  <a:pt x="76662" y="21177"/>
                </a:cubicBezTo>
                <a:cubicBezTo>
                  <a:pt x="76662" y="28420"/>
                  <a:pt x="70774" y="34307"/>
                  <a:pt x="63532" y="34307"/>
                </a:cubicBezTo>
                <a:lnTo>
                  <a:pt x="46590" y="34307"/>
                </a:lnTo>
                <a:lnTo>
                  <a:pt x="46590" y="42355"/>
                </a:lnTo>
                <a:lnTo>
                  <a:pt x="63532" y="42355"/>
                </a:lnTo>
                <a:cubicBezTo>
                  <a:pt x="75222" y="42355"/>
                  <a:pt x="84709" y="32867"/>
                  <a:pt x="84709" y="21177"/>
                </a:cubicBezTo>
                <a:cubicBezTo>
                  <a:pt x="84709" y="9487"/>
                  <a:pt x="75222" y="0"/>
                  <a:pt x="63532" y="0"/>
                </a:cubicBezTo>
                <a:close/>
              </a:path>
            </a:pathLst>
          </a:custGeom>
          <a:solidFill>
            <a:srgbClr val="BDBDBD"/>
          </a:solidFill>
          <a:ln>
            <a:noFill/>
          </a:ln>
        </p:spPr>
      </p:sp>
      <p:sp>
        <p:nvSpPr>
          <p:cNvPr id="171" name="!!text-7yj" descr="Open Library"/>
          <p:cNvSpPr txBox="1"/>
          <p:nvPr/>
        </p:nvSpPr>
        <p:spPr>
          <a:xfrm>
            <a:off x="9004300" y="5269992"/>
            <a:ext cx="523615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Open Lib</a:t>
            </a:r>
            <a:r>
              <a:rPr lang="zh-TW" altLang="en-US" sz="650" kern="0" spc="-19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r</a:t>
            </a:r>
            <a:r>
              <a:rPr lang="zh-TW" altLang="en-US" sz="650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a</a:t>
            </a:r>
            <a:r>
              <a:rPr lang="zh-TW" altLang="en-US" sz="650" kern="0" spc="17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r</a:t>
            </a:r>
            <a:r>
              <a:rPr lang="zh-TW" altLang="en-US" sz="650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y</a:t>
            </a:r>
            <a:endParaRPr lang="zh-TW" sz="650"/>
          </a:p>
        </p:txBody>
      </p:sp>
      <p:sp>
        <p:nvSpPr>
          <p:cNvPr id="172" name="!!path-7yv"/>
          <p:cNvSpPr/>
          <p:nvPr/>
        </p:nvSpPr>
        <p:spPr>
          <a:xfrm>
            <a:off x="11034706" y="5300656"/>
            <a:ext cx="66637" cy="66637"/>
          </a:xfrm>
          <a:custGeom>
            <a:avLst/>
            <a:gdLst/>
            <a:ahLst/>
            <a:cxnLst/>
            <a:rect l="l" t="t" r="r" b="b"/>
            <a:pathLst>
              <a:path w="66637" h="66637">
                <a:moveTo>
                  <a:pt x="59233" y="59233"/>
                </a:moveTo>
                <a:lnTo>
                  <a:pt x="7404" y="59233"/>
                </a:lnTo>
                <a:lnTo>
                  <a:pt x="7404" y="7404"/>
                </a:lnTo>
                <a:lnTo>
                  <a:pt x="33318" y="7404"/>
                </a:lnTo>
                <a:lnTo>
                  <a:pt x="33318" y="0"/>
                </a:lnTo>
                <a:lnTo>
                  <a:pt x="7404" y="0"/>
                </a:lnTo>
                <a:cubicBezTo>
                  <a:pt x="3295" y="0"/>
                  <a:pt x="0" y="3332"/>
                  <a:pt x="0" y="7404"/>
                </a:cubicBezTo>
                <a:lnTo>
                  <a:pt x="0" y="59233"/>
                </a:lnTo>
                <a:cubicBezTo>
                  <a:pt x="0" y="63305"/>
                  <a:pt x="3295" y="66637"/>
                  <a:pt x="7404" y="66637"/>
                </a:cubicBezTo>
                <a:lnTo>
                  <a:pt x="59233" y="66637"/>
                </a:lnTo>
                <a:cubicBezTo>
                  <a:pt x="63305" y="66637"/>
                  <a:pt x="66637" y="63305"/>
                  <a:pt x="66637" y="59233"/>
                </a:cubicBezTo>
                <a:lnTo>
                  <a:pt x="66637" y="33318"/>
                </a:lnTo>
                <a:lnTo>
                  <a:pt x="59233" y="33318"/>
                </a:lnTo>
                <a:lnTo>
                  <a:pt x="59233" y="59233"/>
                </a:lnTo>
                <a:close/>
                <a:moveTo>
                  <a:pt x="40723" y="0"/>
                </a:moveTo>
                <a:lnTo>
                  <a:pt x="40723" y="7404"/>
                </a:lnTo>
                <a:lnTo>
                  <a:pt x="54013" y="7404"/>
                </a:lnTo>
                <a:lnTo>
                  <a:pt x="17622" y="43795"/>
                </a:lnTo>
                <a:lnTo>
                  <a:pt x="22842" y="49015"/>
                </a:lnTo>
                <a:lnTo>
                  <a:pt x="59233" y="12624"/>
                </a:lnTo>
                <a:lnTo>
                  <a:pt x="59233" y="25914"/>
                </a:lnTo>
                <a:lnTo>
                  <a:pt x="66637" y="25914"/>
                </a:lnTo>
                <a:lnTo>
                  <a:pt x="66637" y="0"/>
                </a:lnTo>
                <a:lnTo>
                  <a:pt x="40723" y="0"/>
                </a:lnTo>
                <a:close/>
              </a:path>
            </a:pathLst>
          </a:custGeom>
          <a:solidFill>
            <a:srgbClr val="BDBDBD"/>
          </a:solidFill>
          <a:ln>
            <a:noFill/>
          </a:ln>
        </p:spPr>
      </p:sp>
      <p:sp>
        <p:nvSpPr>
          <p:cNvPr id="173" name="!!rect-7z0"/>
          <p:cNvSpPr/>
          <p:nvPr/>
        </p:nvSpPr>
        <p:spPr>
          <a:xfrm>
            <a:off x="8712200" y="5461000"/>
            <a:ext cx="2552700" cy="6350"/>
          </a:xfrm>
          <a:prstGeom prst="rect">
            <a:avLst/>
          </a:prstGeom>
          <a:solidFill>
            <a:srgbClr val="E8EBEE"/>
          </a:solidFill>
          <a:ln>
            <a:noFill/>
          </a:ln>
        </p:spPr>
      </p:sp>
      <p:sp>
        <p:nvSpPr>
          <p:cNvPr id="174" name="!!rect-7z1"/>
          <p:cNvSpPr/>
          <p:nvPr/>
        </p:nvSpPr>
        <p:spPr>
          <a:xfrm>
            <a:off x="8813800" y="5524500"/>
            <a:ext cx="749300" cy="292100"/>
          </a:xfrm>
          <a:prstGeom prst="roundRect">
            <a:avLst>
              <a:gd name="adj" fmla="val 30435"/>
            </a:avLst>
          </a:prstGeom>
          <a:solidFill>
            <a:srgbClr val="F3F5F7"/>
          </a:solidFill>
          <a:ln>
            <a:noFill/>
          </a:ln>
        </p:spPr>
      </p:sp>
      <p:sp>
        <p:nvSpPr>
          <p:cNvPr id="175" name="!!text-7z2" descr="取消"/>
          <p:cNvSpPr txBox="1"/>
          <p:nvPr/>
        </p:nvSpPr>
        <p:spPr>
          <a:xfrm>
            <a:off x="9093200" y="5598160"/>
            <a:ext cx="219075" cy="1379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0" kern="0" dirty="0">
                <a:solidFill>
                  <a:srgbClr val="5B6770"/>
                </a:solidFill>
                <a:latin typeface="Noto Sans TC SemiBold"/>
                <a:ea typeface="Noto Sans TC SemiBold"/>
                <a:cs typeface="Noto Sans TC SemiBold"/>
              </a:rPr>
              <a:t>取消</a:t>
            </a:r>
            <a:endParaRPr lang="zh-TW" sz="750"/>
          </a:p>
        </p:txBody>
      </p:sp>
      <p:sp>
        <p:nvSpPr>
          <p:cNvPr id="176" name="!!rect-7za"/>
          <p:cNvSpPr/>
          <p:nvPr/>
        </p:nvSpPr>
        <p:spPr>
          <a:xfrm>
            <a:off x="9626600" y="5518150"/>
            <a:ext cx="1536700" cy="304800"/>
          </a:xfrm>
          <a:prstGeom prst="roundRect">
            <a:avLst>
              <a:gd name="adj" fmla="val 29167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177" name="!!text-7zb" descr="套用 5 項"/>
          <p:cNvSpPr txBox="1"/>
          <p:nvPr/>
        </p:nvSpPr>
        <p:spPr>
          <a:xfrm>
            <a:off x="10189515" y="5590794"/>
            <a:ext cx="441350" cy="14711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00" b="1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套用 5 項</a:t>
            </a:r>
            <a:endParaRPr lang="zh-TW" sz="800"/>
          </a:p>
        </p:txBody>
      </p:sp>
      <p:sp>
        <p:nvSpPr>
          <p:cNvPr id="178" name="!!rect-7zr"/>
          <p:cNvSpPr/>
          <p:nvPr/>
        </p:nvSpPr>
        <p:spPr>
          <a:xfrm>
            <a:off x="9531350" y="6076950"/>
            <a:ext cx="914400" cy="31750"/>
          </a:xfrm>
          <a:prstGeom prst="roundRect">
            <a:avLst>
              <a:gd name="adj" fmla="val 50000"/>
            </a:avLst>
          </a:prstGeom>
          <a:solidFill>
            <a:srgbClr val="000000">
              <a:alpha val="90000"/>
            </a:srgbClr>
          </a:solidFill>
          <a:ln>
            <a:noFill/>
          </a:ln>
        </p:spPr>
      </p:sp>
      <p:sp>
        <p:nvSpPr>
          <p:cNvPr id="179" name="!!rect-8qh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10000"/>
                </a:srgbClr>
              </a:gs>
              <a:gs pos="30762">
                <a:srgbClr val="FFFFFF">
                  <a:alpha val="2000"/>
                </a:srgbClr>
              </a:gs>
              <a:gs pos="31723">
                <a:srgbClr val="FFFFFF">
                  <a:alpha val="0"/>
                </a:srgbClr>
              </a:gs>
              <a:gs pos="9613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4329186" scaled="0"/>
          </a:gradFill>
          <a:ln>
            <a:noFill/>
          </a:ln>
        </p:spPr>
      </p:sp>
      <p:sp>
        <p:nvSpPr>
          <p:cNvPr id="180" name="!!rect-8qk"/>
          <p:cNvSpPr/>
          <p:nvPr/>
        </p:nvSpPr>
        <p:spPr>
          <a:xfrm>
            <a:off x="9728200" y="679450"/>
            <a:ext cx="520700" cy="23495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</p:spPr>
      </p:sp>
      <p:sp>
        <p:nvSpPr>
          <p:cNvPr id="181" name="!!circle-8ql"/>
          <p:cNvSpPr/>
          <p:nvPr/>
        </p:nvSpPr>
        <p:spPr>
          <a:xfrm>
            <a:off x="10088880" y="757555"/>
            <a:ext cx="78740" cy="78740"/>
          </a:xfrm>
          <a:prstGeom prst="ellipse">
            <a:avLst/>
          </a:prstGeom>
          <a:solidFill>
            <a:srgbClr val="0A0F16"/>
          </a:solidFill>
          <a:ln>
            <a:noFill/>
          </a:ln>
        </p:spPr>
      </p:sp>
      <p:sp>
        <p:nvSpPr>
          <p:cNvPr id="182" name="!!circle-8qm"/>
          <p:cNvSpPr/>
          <p:nvPr/>
        </p:nvSpPr>
        <p:spPr>
          <a:xfrm>
            <a:off x="10107930" y="776605"/>
            <a:ext cx="40640" cy="40640"/>
          </a:xfrm>
          <a:prstGeom prst="ellipse">
            <a:avLst/>
          </a:prstGeom>
          <a:solidFill>
            <a:srgbClr val="111B28"/>
          </a:solidFill>
          <a:ln>
            <a:noFill/>
          </a:ln>
        </p:spPr>
      </p:sp>
      <p:sp>
        <p:nvSpPr>
          <p:cNvPr id="183" name="!!circle-8qn"/>
          <p:cNvSpPr/>
          <p:nvPr/>
        </p:nvSpPr>
        <p:spPr>
          <a:xfrm>
            <a:off x="10130155" y="781685"/>
            <a:ext cx="13970" cy="13970"/>
          </a:xfrm>
          <a:prstGeom prst="ellipse">
            <a:avLst/>
          </a:prstGeom>
          <a:solidFill>
            <a:srgbClr val="3A5070">
              <a:alpha val="80000"/>
            </a:srgbClr>
          </a:solidFill>
          <a:ln>
            <a:noFill/>
          </a:ln>
        </p:spPr>
      </p:sp>
      <p:sp>
        <p:nvSpPr>
          <p:cNvPr id="184" name="!!path-9ic"/>
          <p:cNvSpPr/>
          <p:nvPr/>
        </p:nvSpPr>
        <p:spPr>
          <a:xfrm>
            <a:off x="381000" y="306527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85" name="!!path-9id"/>
          <p:cNvSpPr/>
          <p:nvPr/>
        </p:nvSpPr>
        <p:spPr>
          <a:xfrm>
            <a:off x="381000" y="308153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86" name="!!path-9ie"/>
          <p:cNvSpPr/>
          <p:nvPr/>
        </p:nvSpPr>
        <p:spPr>
          <a:xfrm>
            <a:off x="381000" y="309778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87" name="!!path-9if"/>
          <p:cNvSpPr/>
          <p:nvPr/>
        </p:nvSpPr>
        <p:spPr>
          <a:xfrm>
            <a:off x="381000" y="311404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88" name="!!path-9ig"/>
          <p:cNvSpPr/>
          <p:nvPr/>
        </p:nvSpPr>
        <p:spPr>
          <a:xfrm>
            <a:off x="381000" y="313030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89" name="!!path-9ih"/>
          <p:cNvSpPr/>
          <p:nvPr/>
        </p:nvSpPr>
        <p:spPr>
          <a:xfrm>
            <a:off x="381000" y="314655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90" name="!!path-9ii"/>
          <p:cNvSpPr/>
          <p:nvPr/>
        </p:nvSpPr>
        <p:spPr>
          <a:xfrm>
            <a:off x="381000" y="316281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91" name="!!path-9ij"/>
          <p:cNvSpPr/>
          <p:nvPr/>
        </p:nvSpPr>
        <p:spPr>
          <a:xfrm>
            <a:off x="381000" y="317906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92" name="!!path-9ik"/>
          <p:cNvSpPr/>
          <p:nvPr/>
        </p:nvSpPr>
        <p:spPr>
          <a:xfrm>
            <a:off x="419608" y="269342"/>
            <a:ext cx="128422" cy="122936"/>
          </a:xfrm>
          <a:custGeom>
            <a:avLst/>
            <a:gdLst/>
            <a:ahLst/>
            <a:cxnLst/>
            <a:rect l="l" t="t" r="r" b="b"/>
            <a:pathLst>
              <a:path w="128422" h="122936">
                <a:moveTo>
                  <a:pt x="0" y="17678"/>
                </a:moveTo>
                <a:lnTo>
                  <a:pt x="8128" y="5080"/>
                </a:lnTo>
                <a:cubicBezTo>
                  <a:pt x="32512" y="0"/>
                  <a:pt x="73152" y="7112"/>
                  <a:pt x="101600" y="26416"/>
                </a:cubicBezTo>
                <a:cubicBezTo>
                  <a:pt x="116840" y="37186"/>
                  <a:pt x="124968" y="49784"/>
                  <a:pt x="128422" y="62992"/>
                </a:cubicBezTo>
                <a:lnTo>
                  <a:pt x="128422" y="122936"/>
                </a:lnTo>
                <a:lnTo>
                  <a:pt x="0" y="1229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93" name="!!path-9il"/>
          <p:cNvSpPr/>
          <p:nvPr/>
        </p:nvSpPr>
        <p:spPr>
          <a:xfrm>
            <a:off x="419608" y="269342"/>
            <a:ext cx="128422" cy="62992"/>
          </a:xfrm>
          <a:custGeom>
            <a:avLst/>
            <a:gdLst/>
            <a:ahLst/>
            <a:cxnLst/>
            <a:rect l="l" t="t" r="r" b="b"/>
            <a:pathLst>
              <a:path w="128422" h="62992" fill="none">
                <a:moveTo>
                  <a:pt x="128422" y="62992"/>
                </a:moveTo>
                <a:cubicBezTo>
                  <a:pt x="124968" y="49784"/>
                  <a:pt x="116840" y="37186"/>
                  <a:pt x="101600" y="26416"/>
                </a:cubicBezTo>
                <a:cubicBezTo>
                  <a:pt x="73152" y="7112"/>
                  <a:pt x="32512" y="0"/>
                  <a:pt x="8128" y="5080"/>
                </a:cubicBezTo>
                <a:lnTo>
                  <a:pt x="0" y="1767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94" name="!!path-9im"/>
          <p:cNvSpPr/>
          <p:nvPr/>
        </p:nvSpPr>
        <p:spPr>
          <a:xfrm>
            <a:off x="407010" y="281534"/>
            <a:ext cx="141021" cy="110744"/>
          </a:xfrm>
          <a:custGeom>
            <a:avLst/>
            <a:gdLst/>
            <a:ahLst/>
            <a:cxnLst/>
            <a:rect l="l" t="t" r="r" b="b"/>
            <a:pathLst>
              <a:path w="141021" h="110744">
                <a:moveTo>
                  <a:pt x="0" y="22352"/>
                </a:moveTo>
                <a:lnTo>
                  <a:pt x="6502" y="6502"/>
                </a:lnTo>
                <a:cubicBezTo>
                  <a:pt x="36982" y="0"/>
                  <a:pt x="79654" y="7112"/>
                  <a:pt x="110134" y="25400"/>
                </a:cubicBezTo>
                <a:cubicBezTo>
                  <a:pt x="126390" y="35154"/>
                  <a:pt x="136550" y="49784"/>
                  <a:pt x="141021" y="62992"/>
                </a:cubicBezTo>
                <a:lnTo>
                  <a:pt x="141021" y="110744"/>
                </a:lnTo>
                <a:lnTo>
                  <a:pt x="0" y="110744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95" name="!!path-9in"/>
          <p:cNvSpPr/>
          <p:nvPr/>
        </p:nvSpPr>
        <p:spPr>
          <a:xfrm>
            <a:off x="407010" y="281534"/>
            <a:ext cx="141021" cy="62992"/>
          </a:xfrm>
          <a:custGeom>
            <a:avLst/>
            <a:gdLst/>
            <a:ahLst/>
            <a:cxnLst/>
            <a:rect l="l" t="t" r="r" b="b"/>
            <a:pathLst>
              <a:path w="141021" h="62992" fill="none">
                <a:moveTo>
                  <a:pt x="141021" y="62992"/>
                </a:moveTo>
                <a:cubicBezTo>
                  <a:pt x="136550" y="49784"/>
                  <a:pt x="126390" y="35154"/>
                  <a:pt x="110134" y="25400"/>
                </a:cubicBezTo>
                <a:cubicBezTo>
                  <a:pt x="79654" y="7112"/>
                  <a:pt x="36982" y="0"/>
                  <a:pt x="6502" y="6502"/>
                </a:cubicBezTo>
                <a:lnTo>
                  <a:pt x="0" y="22352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96" name="!!path-9io"/>
          <p:cNvSpPr/>
          <p:nvPr/>
        </p:nvSpPr>
        <p:spPr>
          <a:xfrm>
            <a:off x="395834" y="294742"/>
            <a:ext cx="151790" cy="97536"/>
          </a:xfrm>
          <a:custGeom>
            <a:avLst/>
            <a:gdLst/>
            <a:ahLst/>
            <a:cxnLst/>
            <a:rect l="l" t="t" r="r" b="b"/>
            <a:pathLst>
              <a:path w="151790" h="97536">
                <a:moveTo>
                  <a:pt x="0" y="23165"/>
                </a:moveTo>
                <a:lnTo>
                  <a:pt x="3861" y="12598"/>
                </a:lnTo>
                <a:cubicBezTo>
                  <a:pt x="37998" y="0"/>
                  <a:pt x="84734" y="5080"/>
                  <a:pt x="117246" y="21946"/>
                </a:cubicBezTo>
                <a:cubicBezTo>
                  <a:pt x="135534" y="31496"/>
                  <a:pt x="146710" y="43688"/>
                  <a:pt x="151790" y="55270"/>
                </a:cubicBezTo>
                <a:lnTo>
                  <a:pt x="151790" y="97536"/>
                </a:lnTo>
                <a:lnTo>
                  <a:pt x="0" y="975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97" name="!!path-9ip"/>
          <p:cNvSpPr/>
          <p:nvPr/>
        </p:nvSpPr>
        <p:spPr>
          <a:xfrm>
            <a:off x="395834" y="294742"/>
            <a:ext cx="151790" cy="55270"/>
          </a:xfrm>
          <a:custGeom>
            <a:avLst/>
            <a:gdLst/>
            <a:ahLst/>
            <a:cxnLst/>
            <a:rect l="l" t="t" r="r" b="b"/>
            <a:pathLst>
              <a:path w="151790" h="55270" fill="none">
                <a:moveTo>
                  <a:pt x="151790" y="55270"/>
                </a:moveTo>
                <a:cubicBezTo>
                  <a:pt x="146710" y="43688"/>
                  <a:pt x="135534" y="31496"/>
                  <a:pt x="117246" y="21946"/>
                </a:cubicBezTo>
                <a:cubicBezTo>
                  <a:pt x="84734" y="5080"/>
                  <a:pt x="37998" y="0"/>
                  <a:pt x="3861" y="12598"/>
                </a:cubicBezTo>
                <a:lnTo>
                  <a:pt x="0" y="23165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98" name="!!path-9iq"/>
          <p:cNvSpPr/>
          <p:nvPr/>
        </p:nvSpPr>
        <p:spPr>
          <a:xfrm>
            <a:off x="548234" y="264262"/>
            <a:ext cx="120294" cy="128016"/>
          </a:xfrm>
          <a:custGeom>
            <a:avLst/>
            <a:gdLst/>
            <a:ahLst/>
            <a:cxnLst/>
            <a:rect l="l" t="t" r="r" b="b"/>
            <a:pathLst>
              <a:path w="120294" h="128016">
                <a:moveTo>
                  <a:pt x="120294" y="18288"/>
                </a:moveTo>
                <a:lnTo>
                  <a:pt x="113589" y="4470"/>
                </a:lnTo>
                <a:cubicBezTo>
                  <a:pt x="86766" y="0"/>
                  <a:pt x="44094" y="10160"/>
                  <a:pt x="17678" y="30480"/>
                </a:cubicBezTo>
                <a:cubicBezTo>
                  <a:pt x="6502" y="39624"/>
                  <a:pt x="1422" y="52832"/>
                  <a:pt x="0" y="67056"/>
                </a:cubicBezTo>
                <a:lnTo>
                  <a:pt x="0" y="128016"/>
                </a:lnTo>
                <a:lnTo>
                  <a:pt x="120294" y="12801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99" name="!!path-9ir"/>
          <p:cNvSpPr/>
          <p:nvPr/>
        </p:nvSpPr>
        <p:spPr>
          <a:xfrm>
            <a:off x="548234" y="264262"/>
            <a:ext cx="120294" cy="67056"/>
          </a:xfrm>
          <a:custGeom>
            <a:avLst/>
            <a:gdLst/>
            <a:ahLst/>
            <a:cxnLst/>
            <a:rect l="l" t="t" r="r" b="b"/>
            <a:pathLst>
              <a:path w="120294" h="67056" fill="none">
                <a:moveTo>
                  <a:pt x="0" y="67056"/>
                </a:moveTo>
                <a:cubicBezTo>
                  <a:pt x="1422" y="52832"/>
                  <a:pt x="6502" y="39624"/>
                  <a:pt x="17678" y="30480"/>
                </a:cubicBezTo>
                <a:cubicBezTo>
                  <a:pt x="44094" y="10160"/>
                  <a:pt x="86766" y="0"/>
                  <a:pt x="113589" y="4470"/>
                </a:cubicBezTo>
                <a:lnTo>
                  <a:pt x="120294" y="1828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200" name="!!path-9is"/>
          <p:cNvSpPr/>
          <p:nvPr/>
        </p:nvSpPr>
        <p:spPr>
          <a:xfrm>
            <a:off x="548437" y="279502"/>
            <a:ext cx="133299" cy="112776"/>
          </a:xfrm>
          <a:custGeom>
            <a:avLst/>
            <a:gdLst/>
            <a:ahLst/>
            <a:cxnLst/>
            <a:rect l="l" t="t" r="r" b="b"/>
            <a:pathLst>
              <a:path w="133299" h="112776">
                <a:moveTo>
                  <a:pt x="133299" y="19710"/>
                </a:moveTo>
                <a:lnTo>
                  <a:pt x="127203" y="3048"/>
                </a:lnTo>
                <a:cubicBezTo>
                  <a:pt x="94691" y="0"/>
                  <a:pt x="54051" y="11176"/>
                  <a:pt x="27635" y="30683"/>
                </a:cubicBezTo>
                <a:cubicBezTo>
                  <a:pt x="13411" y="41250"/>
                  <a:pt x="4267" y="53848"/>
                  <a:pt x="0" y="65024"/>
                </a:cubicBezTo>
                <a:lnTo>
                  <a:pt x="0" y="112776"/>
                </a:lnTo>
                <a:lnTo>
                  <a:pt x="133299" y="11277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201" name="!!path-9it"/>
          <p:cNvSpPr/>
          <p:nvPr/>
        </p:nvSpPr>
        <p:spPr>
          <a:xfrm>
            <a:off x="548437" y="279502"/>
            <a:ext cx="133299" cy="65024"/>
          </a:xfrm>
          <a:custGeom>
            <a:avLst/>
            <a:gdLst/>
            <a:ahLst/>
            <a:cxnLst/>
            <a:rect l="l" t="t" r="r" b="b"/>
            <a:pathLst>
              <a:path w="133299" h="65024" fill="none">
                <a:moveTo>
                  <a:pt x="0" y="65024"/>
                </a:moveTo>
                <a:cubicBezTo>
                  <a:pt x="4267" y="53848"/>
                  <a:pt x="13411" y="41250"/>
                  <a:pt x="27635" y="30683"/>
                </a:cubicBezTo>
                <a:cubicBezTo>
                  <a:pt x="54051" y="11176"/>
                  <a:pt x="94691" y="0"/>
                  <a:pt x="127203" y="3048"/>
                </a:cubicBezTo>
                <a:lnTo>
                  <a:pt x="133299" y="19710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202" name="!!path-9iu"/>
          <p:cNvSpPr/>
          <p:nvPr/>
        </p:nvSpPr>
        <p:spPr>
          <a:xfrm>
            <a:off x="548843" y="293726"/>
            <a:ext cx="142646" cy="98552"/>
          </a:xfrm>
          <a:custGeom>
            <a:avLst/>
            <a:gdLst/>
            <a:ahLst/>
            <a:cxnLst/>
            <a:rect l="l" t="t" r="r" b="b"/>
            <a:pathLst>
              <a:path w="142646" h="98552">
                <a:moveTo>
                  <a:pt x="142646" y="18898"/>
                </a:moveTo>
                <a:lnTo>
                  <a:pt x="139802" y="8738"/>
                </a:lnTo>
                <a:cubicBezTo>
                  <a:pt x="106477" y="0"/>
                  <a:pt x="63805" y="5080"/>
                  <a:pt x="35357" y="19304"/>
                </a:cubicBezTo>
                <a:cubicBezTo>
                  <a:pt x="17069" y="28448"/>
                  <a:pt x="5893" y="42672"/>
                  <a:pt x="0" y="56286"/>
                </a:cubicBezTo>
                <a:lnTo>
                  <a:pt x="0" y="98552"/>
                </a:lnTo>
                <a:lnTo>
                  <a:pt x="142646" y="98552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203" name="!!path-9iv"/>
          <p:cNvSpPr/>
          <p:nvPr/>
        </p:nvSpPr>
        <p:spPr>
          <a:xfrm>
            <a:off x="548843" y="293726"/>
            <a:ext cx="142646" cy="56286"/>
          </a:xfrm>
          <a:custGeom>
            <a:avLst/>
            <a:gdLst/>
            <a:ahLst/>
            <a:cxnLst/>
            <a:rect l="l" t="t" r="r" b="b"/>
            <a:pathLst>
              <a:path w="142646" h="56286" fill="none">
                <a:moveTo>
                  <a:pt x="0" y="56286"/>
                </a:moveTo>
                <a:cubicBezTo>
                  <a:pt x="5893" y="42672"/>
                  <a:pt x="17069" y="28448"/>
                  <a:pt x="35357" y="19304"/>
                </a:cubicBezTo>
                <a:cubicBezTo>
                  <a:pt x="63805" y="5080"/>
                  <a:pt x="106477" y="0"/>
                  <a:pt x="139802" y="8738"/>
                </a:cubicBezTo>
                <a:lnTo>
                  <a:pt x="142646" y="1889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204" name="!!path-9iw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627D8D"/>
              </a:gs>
              <a:gs pos="21794">
                <a:srgbClr val="627D8D"/>
              </a:gs>
              <a:gs pos="55376">
                <a:srgbClr val="627D8D"/>
              </a:gs>
              <a:gs pos="96421">
                <a:srgbClr val="98ABB7"/>
              </a:gs>
              <a:gs pos="100000">
                <a:srgbClr val="98ABB7"/>
              </a:gs>
            </a:gsLst>
            <a:lin ang="1983350" scaled="0"/>
          </a:gradFill>
          <a:ln>
            <a:noFill/>
          </a:ln>
        </p:spPr>
      </p:sp>
      <p:sp>
        <p:nvSpPr>
          <p:cNvPr id="205" name="!!path-9ix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0000"/>
                </a:srgbClr>
              </a:gs>
              <a:gs pos="4764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83333" t="79291" r="16667" b="20709"/>
            </a:path>
          </a:gradFill>
          <a:ln>
            <a:noFill/>
          </a:ln>
        </p:spPr>
      </p:sp>
      <p:sp>
        <p:nvSpPr>
          <p:cNvPr id="206" name="!!line-9iy"/>
          <p:cNvSpPr/>
          <p:nvPr/>
        </p:nvSpPr>
        <p:spPr>
          <a:xfrm>
            <a:off x="549046" y="363017"/>
            <a:ext cx="1" cy="153619"/>
          </a:xfrm>
          <a:custGeom>
            <a:avLst/>
            <a:gdLst/>
            <a:ahLst/>
            <a:cxnLst/>
            <a:rect l="l" t="t" r="r" b="b"/>
            <a:pathLst>
              <a:path w="1" h="153619">
                <a:moveTo>
                  <a:pt x="0" y="0"/>
                </a:moveTo>
                <a:lnTo>
                  <a:pt x="0" y="153619"/>
                </a:lnTo>
              </a:path>
            </a:pathLst>
          </a:custGeom>
          <a:solidFill>
            <a:srgbClr val="000000"/>
          </a:solidFill>
          <a:ln w="6909" cap="rnd">
            <a:solidFill>
              <a:srgbClr val="C9D3D9"/>
            </a:solidFill>
            <a:prstDash val="solid"/>
            <a:miter lim="800000"/>
          </a:ln>
        </p:spPr>
      </p:sp>
      <p:sp>
        <p:nvSpPr>
          <p:cNvPr id="207" name="!!path-9iz"/>
          <p:cNvSpPr/>
          <p:nvPr/>
        </p:nvSpPr>
        <p:spPr>
          <a:xfrm>
            <a:off x="657962" y="442062"/>
            <a:ext cx="25400" cy="37998"/>
          </a:xfrm>
          <a:custGeom>
            <a:avLst/>
            <a:gdLst/>
            <a:ahLst/>
            <a:cxnLst/>
            <a:rect l="l" t="t" r="r" b="b"/>
            <a:pathLst>
              <a:path w="25400" h="37998">
                <a:moveTo>
                  <a:pt x="0" y="2642"/>
                </a:moveTo>
                <a:lnTo>
                  <a:pt x="15240" y="0"/>
                </a:lnTo>
                <a:lnTo>
                  <a:pt x="25400" y="37186"/>
                </a:lnTo>
                <a:lnTo>
                  <a:pt x="7518" y="37998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 w="1016" cap="flat">
            <a:solidFill>
              <a:srgbClr val="FFFFFF">
                <a:alpha val="55000"/>
              </a:srgbClr>
            </a:solidFill>
            <a:prstDash val="solid"/>
            <a:round/>
          </a:ln>
        </p:spPr>
      </p:sp>
      <p:sp>
        <p:nvSpPr>
          <p:cNvPr id="208" name="!!text-9j0" descr="救「舊」我的書"/>
          <p:cNvSpPr txBox="1"/>
          <p:nvPr/>
        </p:nvSpPr>
        <p:spPr>
          <a:xfrm>
            <a:off x="805879" y="251460"/>
            <a:ext cx="1120140" cy="25745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400" b="1" kern="0" spc="-70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救</a:t>
            </a:r>
            <a:r>
              <a:rPr lang="zh-TW" altLang="en-US" sz="14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「舊</a:t>
            </a:r>
            <a:r>
              <a:rPr lang="zh-TW" altLang="en-US" sz="1400" b="1" kern="0" spc="-70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」</a:t>
            </a:r>
            <a:r>
              <a:rPr lang="zh-TW" altLang="en-US" sz="14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我的書</a:t>
            </a:r>
            <a:endParaRPr lang="zh-TW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fast" p14:dur="500" advTm="200">
        <p159:morph option="byObject"/>
      </p:transition>
    </mc:Choice>
    <mc:Fallback>
      <p:transition spd="fast" advTm="200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71.9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rect-1q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7"/>
          </a:solidFill>
          <a:ln>
            <a:noFill/>
          </a:ln>
        </p:spPr>
      </p:sp>
      <p:sp>
        <p:nvSpPr>
          <p:cNvPr id="3" name="!!ellipse-1q2"/>
          <p:cNvSpPr/>
          <p:nvPr/>
        </p:nvSpPr>
        <p:spPr>
          <a:xfrm>
            <a:off x="-889000" y="-952500"/>
            <a:ext cx="13970000" cy="7874000"/>
          </a:xfrm>
          <a:prstGeom prst="ellipse">
            <a:avLst/>
          </a:prstGeom>
          <a:gradFill rotWithShape="1">
            <a:gsLst>
              <a:gs pos="0">
                <a:srgbClr val="FFFFFF">
                  <a:alpha val="95000"/>
                </a:srgbClr>
              </a:gs>
              <a:gs pos="40865">
                <a:srgbClr val="FFFFFF">
                  <a:alpha val="35000"/>
                </a:srgbClr>
              </a:gs>
              <a:gs pos="68108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!!rect-1q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P1"/>
            <a:srcRect/>
            <a:tile tx="50889" ty="112071" sx="16667" sy="16667" flip="none" algn="tl"/>
          </a:blipFill>
          <a:ln>
            <a:noFill/>
          </a:ln>
        </p:spPr>
      </p:sp>
      <p:sp>
        <p:nvSpPr>
          <p:cNvPr id="5" name="!!circle-1qc"/>
          <p:cNvSpPr/>
          <p:nvPr/>
        </p:nvSpPr>
        <p:spPr>
          <a:xfrm>
            <a:off x="11838579" y="5374982"/>
            <a:ext cx="2495906" cy="2495906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" name="!!circle-1qf"/>
          <p:cNvSpPr/>
          <p:nvPr/>
        </p:nvSpPr>
        <p:spPr>
          <a:xfrm>
            <a:off x="8839621" y="2874479"/>
            <a:ext cx="1998675" cy="1998675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7" name="!!circle-1qy"/>
          <p:cNvSpPr/>
          <p:nvPr/>
        </p:nvSpPr>
        <p:spPr>
          <a:xfrm>
            <a:off x="6905500" y="2554020"/>
            <a:ext cx="2674569" cy="2674569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8" name="!!circle-1sb"/>
          <p:cNvSpPr/>
          <p:nvPr/>
        </p:nvSpPr>
        <p:spPr>
          <a:xfrm>
            <a:off x="8561992" y="5298700"/>
            <a:ext cx="1718970" cy="1718970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9" name="!!rect-1sh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5F7">
                  <a:alpha val="0"/>
                </a:srgbClr>
              </a:gs>
              <a:gs pos="20428">
                <a:srgbClr val="F3F5F7">
                  <a:alpha val="0"/>
                </a:srgbClr>
              </a:gs>
              <a:gs pos="66730">
                <a:srgbClr val="F3F5F7"/>
              </a:gs>
              <a:gs pos="100000">
                <a:srgbClr val="F3F5F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0" name="!!circle-1sj"/>
          <p:cNvSpPr/>
          <p:nvPr/>
        </p:nvSpPr>
        <p:spPr>
          <a:xfrm>
            <a:off x="104962" y="169698"/>
            <a:ext cx="50038" cy="50038"/>
          </a:xfrm>
          <a:prstGeom prst="ellipse">
            <a:avLst/>
          </a:prstGeom>
          <a:solidFill>
            <a:srgbClr val="627D8D">
              <a:alpha val="25400"/>
            </a:srgbClr>
          </a:solidFill>
          <a:ln>
            <a:noFill/>
          </a:ln>
        </p:spPr>
      </p:sp>
      <p:sp>
        <p:nvSpPr>
          <p:cNvPr id="11" name="!!circle-1sm"/>
          <p:cNvSpPr/>
          <p:nvPr/>
        </p:nvSpPr>
        <p:spPr>
          <a:xfrm>
            <a:off x="5619956" y="1468180"/>
            <a:ext cx="36055" cy="36055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12" name="!!circle-1sp"/>
          <p:cNvSpPr/>
          <p:nvPr/>
        </p:nvSpPr>
        <p:spPr>
          <a:xfrm>
            <a:off x="9308316" y="3374318"/>
            <a:ext cx="24295" cy="24295"/>
          </a:xfrm>
          <a:prstGeom prst="ellipse">
            <a:avLst/>
          </a:prstGeom>
          <a:solidFill>
            <a:srgbClr val="627D8D">
              <a:alpha val="18100"/>
            </a:srgbClr>
          </a:solidFill>
          <a:ln>
            <a:noFill/>
          </a:ln>
        </p:spPr>
      </p:sp>
      <p:sp>
        <p:nvSpPr>
          <p:cNvPr id="13" name="!!circle-1ss"/>
          <p:cNvSpPr/>
          <p:nvPr/>
        </p:nvSpPr>
        <p:spPr>
          <a:xfrm>
            <a:off x="3551895" y="6552628"/>
            <a:ext cx="25959" cy="25959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14" name="!!circle-1sv"/>
          <p:cNvSpPr/>
          <p:nvPr/>
        </p:nvSpPr>
        <p:spPr>
          <a:xfrm>
            <a:off x="1923086" y="1867568"/>
            <a:ext cx="35878" cy="35878"/>
          </a:xfrm>
          <a:prstGeom prst="ellipse">
            <a:avLst/>
          </a:prstGeom>
          <a:solidFill>
            <a:srgbClr val="627D8D">
              <a:alpha val="26800"/>
            </a:srgbClr>
          </a:solidFill>
          <a:ln>
            <a:noFill/>
          </a:ln>
        </p:spPr>
      </p:sp>
      <p:sp>
        <p:nvSpPr>
          <p:cNvPr id="15" name="!!circle-1sy"/>
          <p:cNvSpPr/>
          <p:nvPr/>
        </p:nvSpPr>
        <p:spPr>
          <a:xfrm>
            <a:off x="6787442" y="3985072"/>
            <a:ext cx="40234" cy="40234"/>
          </a:xfrm>
          <a:prstGeom prst="ellipse">
            <a:avLst/>
          </a:prstGeom>
          <a:solidFill>
            <a:srgbClr val="627D8D">
              <a:alpha val="31300"/>
            </a:srgbClr>
          </a:solidFill>
          <a:ln>
            <a:noFill/>
          </a:ln>
        </p:spPr>
      </p:sp>
      <p:sp>
        <p:nvSpPr>
          <p:cNvPr id="16" name="!!circle-1t1"/>
          <p:cNvSpPr/>
          <p:nvPr/>
        </p:nvSpPr>
        <p:spPr>
          <a:xfrm>
            <a:off x="10014061" y="58089"/>
            <a:ext cx="23559" cy="23559"/>
          </a:xfrm>
          <a:prstGeom prst="ellipse">
            <a:avLst/>
          </a:prstGeom>
          <a:solidFill>
            <a:srgbClr val="627D8D">
              <a:alpha val="17900"/>
            </a:srgbClr>
          </a:solidFill>
          <a:ln>
            <a:noFill/>
          </a:ln>
        </p:spPr>
      </p:sp>
      <p:sp>
        <p:nvSpPr>
          <p:cNvPr id="17" name="!!circle-1t4"/>
          <p:cNvSpPr/>
          <p:nvPr/>
        </p:nvSpPr>
        <p:spPr>
          <a:xfrm>
            <a:off x="1119295" y="5036092"/>
            <a:ext cx="29959" cy="29959"/>
          </a:xfrm>
          <a:prstGeom prst="ellipse">
            <a:avLst/>
          </a:prstGeom>
          <a:solidFill>
            <a:srgbClr val="627D8D">
              <a:alpha val="19400"/>
            </a:srgbClr>
          </a:solidFill>
          <a:ln>
            <a:noFill/>
          </a:ln>
        </p:spPr>
      </p:sp>
      <p:sp>
        <p:nvSpPr>
          <p:cNvPr id="18" name="!!circle-1t7"/>
          <p:cNvSpPr/>
          <p:nvPr/>
        </p:nvSpPr>
        <p:spPr>
          <a:xfrm>
            <a:off x="8510678" y="4578847"/>
            <a:ext cx="28702" cy="28702"/>
          </a:xfrm>
          <a:prstGeom prst="ellipse">
            <a:avLst/>
          </a:prstGeom>
          <a:solidFill>
            <a:srgbClr val="627D8D">
              <a:alpha val="17800"/>
            </a:srgbClr>
          </a:solidFill>
          <a:ln>
            <a:noFill/>
          </a:ln>
        </p:spPr>
      </p:sp>
      <p:sp>
        <p:nvSpPr>
          <p:cNvPr id="19" name="!!circle-1ta"/>
          <p:cNvSpPr/>
          <p:nvPr/>
        </p:nvSpPr>
        <p:spPr>
          <a:xfrm>
            <a:off x="11058238" y="2018708"/>
            <a:ext cx="24066" cy="24066"/>
          </a:xfrm>
          <a:prstGeom prst="ellipse">
            <a:avLst/>
          </a:prstGeom>
          <a:solidFill>
            <a:srgbClr val="627D8D">
              <a:alpha val="23900"/>
            </a:srgbClr>
          </a:solidFill>
          <a:ln>
            <a:noFill/>
          </a:ln>
        </p:spPr>
      </p:sp>
      <p:sp>
        <p:nvSpPr>
          <p:cNvPr id="20" name="!!circle-1td"/>
          <p:cNvSpPr/>
          <p:nvPr/>
        </p:nvSpPr>
        <p:spPr>
          <a:xfrm>
            <a:off x="8381026" y="6034613"/>
            <a:ext cx="35865" cy="35865"/>
          </a:xfrm>
          <a:prstGeom prst="ellipse">
            <a:avLst/>
          </a:prstGeom>
          <a:solidFill>
            <a:srgbClr val="627D8D">
              <a:alpha val="28200"/>
            </a:srgbClr>
          </a:solidFill>
          <a:ln>
            <a:noFill/>
          </a:ln>
        </p:spPr>
      </p:sp>
      <p:sp>
        <p:nvSpPr>
          <p:cNvPr id="21" name="!!circle-1tg"/>
          <p:cNvSpPr/>
          <p:nvPr/>
        </p:nvSpPr>
        <p:spPr>
          <a:xfrm>
            <a:off x="1452862" y="3266210"/>
            <a:ext cx="39218" cy="39218"/>
          </a:xfrm>
          <a:prstGeom prst="ellipse">
            <a:avLst/>
          </a:prstGeom>
          <a:solidFill>
            <a:srgbClr val="627D8D">
              <a:alpha val="29600"/>
            </a:srgbClr>
          </a:solidFill>
          <a:ln>
            <a:noFill/>
          </a:ln>
        </p:spPr>
      </p:sp>
      <p:sp>
        <p:nvSpPr>
          <p:cNvPr id="22" name="!!circle-1tj"/>
          <p:cNvSpPr/>
          <p:nvPr/>
        </p:nvSpPr>
        <p:spPr>
          <a:xfrm>
            <a:off x="7153481" y="6275160"/>
            <a:ext cx="49733" cy="49733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3" name="!!circle-1tm"/>
          <p:cNvSpPr/>
          <p:nvPr/>
        </p:nvSpPr>
        <p:spPr>
          <a:xfrm>
            <a:off x="6335340" y="1935761"/>
            <a:ext cx="41694" cy="41694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4" name="!!circle-1tp"/>
          <p:cNvSpPr/>
          <p:nvPr/>
        </p:nvSpPr>
        <p:spPr>
          <a:xfrm>
            <a:off x="6788660" y="5340576"/>
            <a:ext cx="31979" cy="31979"/>
          </a:xfrm>
          <a:prstGeom prst="ellipse">
            <a:avLst/>
          </a:prstGeom>
          <a:solidFill>
            <a:srgbClr val="627D8D">
              <a:alpha val="24100"/>
            </a:srgbClr>
          </a:solidFill>
          <a:ln>
            <a:noFill/>
          </a:ln>
        </p:spPr>
      </p:sp>
      <p:sp>
        <p:nvSpPr>
          <p:cNvPr id="25" name="!!circle-1ts"/>
          <p:cNvSpPr/>
          <p:nvPr/>
        </p:nvSpPr>
        <p:spPr>
          <a:xfrm>
            <a:off x="3844430" y="1271346"/>
            <a:ext cx="18085" cy="18085"/>
          </a:xfrm>
          <a:prstGeom prst="ellipse">
            <a:avLst/>
          </a:prstGeom>
          <a:solidFill>
            <a:srgbClr val="627D8D">
              <a:alpha val="10500"/>
            </a:srgbClr>
          </a:solidFill>
          <a:ln>
            <a:noFill/>
          </a:ln>
        </p:spPr>
      </p:sp>
      <p:sp>
        <p:nvSpPr>
          <p:cNvPr id="26" name="!!circle-1ty"/>
          <p:cNvSpPr/>
          <p:nvPr/>
        </p:nvSpPr>
        <p:spPr>
          <a:xfrm>
            <a:off x="3414176" y="6486333"/>
            <a:ext cx="39243" cy="39243"/>
          </a:xfrm>
          <a:prstGeom prst="ellipse">
            <a:avLst/>
          </a:prstGeom>
          <a:solidFill>
            <a:srgbClr val="627D8D">
              <a:alpha val="27700"/>
            </a:srgbClr>
          </a:solidFill>
          <a:ln>
            <a:noFill/>
          </a:ln>
        </p:spPr>
      </p:sp>
      <p:sp>
        <p:nvSpPr>
          <p:cNvPr id="27" name="!!circle-1u1"/>
          <p:cNvSpPr/>
          <p:nvPr/>
        </p:nvSpPr>
        <p:spPr>
          <a:xfrm>
            <a:off x="1664228" y="6667864"/>
            <a:ext cx="34519" cy="34519"/>
          </a:xfrm>
          <a:prstGeom prst="ellipse">
            <a:avLst/>
          </a:prstGeom>
          <a:solidFill>
            <a:srgbClr val="627D8D">
              <a:alpha val="22500"/>
            </a:srgbClr>
          </a:solidFill>
          <a:ln>
            <a:noFill/>
          </a:ln>
        </p:spPr>
      </p:sp>
      <p:sp>
        <p:nvSpPr>
          <p:cNvPr id="28" name="!!circle-1u4"/>
          <p:cNvSpPr/>
          <p:nvPr/>
        </p:nvSpPr>
        <p:spPr>
          <a:xfrm>
            <a:off x="2611378" y="5289069"/>
            <a:ext cx="46228" cy="46228"/>
          </a:xfrm>
          <a:prstGeom prst="ellipse">
            <a:avLst/>
          </a:prstGeom>
          <a:solidFill>
            <a:srgbClr val="627D8D">
              <a:alpha val="26200"/>
            </a:srgbClr>
          </a:solidFill>
          <a:ln>
            <a:noFill/>
          </a:ln>
        </p:spPr>
      </p:sp>
      <p:sp>
        <p:nvSpPr>
          <p:cNvPr id="29" name="!!circle-1u7"/>
          <p:cNvSpPr/>
          <p:nvPr/>
        </p:nvSpPr>
        <p:spPr>
          <a:xfrm>
            <a:off x="7415354" y="4874303"/>
            <a:ext cx="49327" cy="49327"/>
          </a:xfrm>
          <a:prstGeom prst="ellipse">
            <a:avLst/>
          </a:prstGeom>
          <a:solidFill>
            <a:srgbClr val="627D8D">
              <a:alpha val="20800"/>
            </a:srgbClr>
          </a:solidFill>
          <a:ln>
            <a:noFill/>
          </a:ln>
        </p:spPr>
      </p:sp>
      <p:sp>
        <p:nvSpPr>
          <p:cNvPr id="30" name="!!circle-1ua"/>
          <p:cNvSpPr/>
          <p:nvPr/>
        </p:nvSpPr>
        <p:spPr>
          <a:xfrm>
            <a:off x="9692379" y="5625737"/>
            <a:ext cx="24054" cy="24054"/>
          </a:xfrm>
          <a:prstGeom prst="ellipse">
            <a:avLst/>
          </a:prstGeom>
          <a:solidFill>
            <a:srgbClr val="627D8D">
              <a:alpha val="22200"/>
            </a:srgbClr>
          </a:solidFill>
          <a:ln>
            <a:noFill/>
          </a:ln>
        </p:spPr>
      </p:sp>
      <p:sp>
        <p:nvSpPr>
          <p:cNvPr id="31" name="!!circle-1ud"/>
          <p:cNvSpPr/>
          <p:nvPr/>
        </p:nvSpPr>
        <p:spPr>
          <a:xfrm>
            <a:off x="2114040" y="1566926"/>
            <a:ext cx="32271" cy="32271"/>
          </a:xfrm>
          <a:prstGeom prst="ellipse">
            <a:avLst/>
          </a:prstGeom>
          <a:solidFill>
            <a:srgbClr val="627D8D">
              <a:alpha val="20500"/>
            </a:srgbClr>
          </a:solidFill>
          <a:ln>
            <a:noFill/>
          </a:ln>
        </p:spPr>
      </p:sp>
      <p:sp>
        <p:nvSpPr>
          <p:cNvPr id="32" name="!!circle-1uj"/>
          <p:cNvSpPr/>
          <p:nvPr/>
        </p:nvSpPr>
        <p:spPr>
          <a:xfrm>
            <a:off x="2090977" y="2571680"/>
            <a:ext cx="34252" cy="34252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33" name="!!circle-1um"/>
          <p:cNvSpPr/>
          <p:nvPr/>
        </p:nvSpPr>
        <p:spPr>
          <a:xfrm>
            <a:off x="9616361" y="4547359"/>
            <a:ext cx="44196" cy="44196"/>
          </a:xfrm>
          <a:prstGeom prst="ellipse">
            <a:avLst/>
          </a:prstGeom>
          <a:solidFill>
            <a:srgbClr val="627D8D">
              <a:alpha val="21700"/>
            </a:srgbClr>
          </a:solidFill>
          <a:ln>
            <a:noFill/>
          </a:ln>
        </p:spPr>
      </p:sp>
      <p:sp>
        <p:nvSpPr>
          <p:cNvPr id="34" name="!!circle-1up"/>
          <p:cNvSpPr/>
          <p:nvPr/>
        </p:nvSpPr>
        <p:spPr>
          <a:xfrm>
            <a:off x="6808701" y="1878056"/>
            <a:ext cx="35192" cy="35192"/>
          </a:xfrm>
          <a:prstGeom prst="ellipse">
            <a:avLst/>
          </a:prstGeom>
          <a:solidFill>
            <a:srgbClr val="627D8D">
              <a:alpha val="27100"/>
            </a:srgbClr>
          </a:solidFill>
          <a:ln>
            <a:noFill/>
          </a:ln>
        </p:spPr>
      </p:sp>
      <p:sp>
        <p:nvSpPr>
          <p:cNvPr id="35" name="!!circle-1us"/>
          <p:cNvSpPr/>
          <p:nvPr/>
        </p:nvSpPr>
        <p:spPr>
          <a:xfrm>
            <a:off x="10115786" y="5466569"/>
            <a:ext cx="43358" cy="43358"/>
          </a:xfrm>
          <a:prstGeom prst="ellipse">
            <a:avLst/>
          </a:prstGeom>
          <a:solidFill>
            <a:srgbClr val="627D8D">
              <a:alpha val="19500"/>
            </a:srgbClr>
          </a:solidFill>
          <a:ln>
            <a:noFill/>
          </a:ln>
        </p:spPr>
      </p:sp>
      <p:sp>
        <p:nvSpPr>
          <p:cNvPr id="36" name="!!circle-1uv"/>
          <p:cNvSpPr/>
          <p:nvPr/>
        </p:nvSpPr>
        <p:spPr>
          <a:xfrm>
            <a:off x="3111380" y="2263210"/>
            <a:ext cx="33528" cy="33528"/>
          </a:xfrm>
          <a:prstGeom prst="ellipse">
            <a:avLst/>
          </a:prstGeom>
          <a:solidFill>
            <a:srgbClr val="627D8D">
              <a:alpha val="28300"/>
            </a:srgbClr>
          </a:solidFill>
          <a:ln>
            <a:noFill/>
          </a:ln>
        </p:spPr>
      </p:sp>
      <p:sp>
        <p:nvSpPr>
          <p:cNvPr id="37" name="!!circle-1uy"/>
          <p:cNvSpPr/>
          <p:nvPr/>
        </p:nvSpPr>
        <p:spPr>
          <a:xfrm>
            <a:off x="6758473" y="2809026"/>
            <a:ext cx="28956" cy="28956"/>
          </a:xfrm>
          <a:prstGeom prst="ellipse">
            <a:avLst/>
          </a:prstGeom>
          <a:solidFill>
            <a:srgbClr val="627D8D">
              <a:alpha val="21800"/>
            </a:srgbClr>
          </a:solidFill>
          <a:ln>
            <a:noFill/>
          </a:ln>
        </p:spPr>
      </p:sp>
      <p:sp>
        <p:nvSpPr>
          <p:cNvPr id="38" name="!!circle-1v1"/>
          <p:cNvSpPr/>
          <p:nvPr/>
        </p:nvSpPr>
        <p:spPr>
          <a:xfrm>
            <a:off x="6980819" y="6532083"/>
            <a:ext cx="45555" cy="45555"/>
          </a:xfrm>
          <a:prstGeom prst="ellipse">
            <a:avLst/>
          </a:prstGeom>
          <a:solidFill>
            <a:srgbClr val="627D8D">
              <a:alpha val="20900"/>
            </a:srgbClr>
          </a:solidFill>
          <a:ln>
            <a:noFill/>
          </a:ln>
        </p:spPr>
      </p:sp>
      <p:sp>
        <p:nvSpPr>
          <p:cNvPr id="39" name="!!circle-1v4"/>
          <p:cNvSpPr/>
          <p:nvPr/>
        </p:nvSpPr>
        <p:spPr>
          <a:xfrm>
            <a:off x="11317106" y="3480172"/>
            <a:ext cx="39484" cy="39484"/>
          </a:xfrm>
          <a:prstGeom prst="ellipse">
            <a:avLst/>
          </a:prstGeom>
          <a:solidFill>
            <a:srgbClr val="627D8D">
              <a:alpha val="13600"/>
            </a:srgbClr>
          </a:solidFill>
          <a:ln>
            <a:noFill/>
          </a:ln>
        </p:spPr>
      </p:sp>
      <p:sp>
        <p:nvSpPr>
          <p:cNvPr id="40" name="!!circle-1v7"/>
          <p:cNvSpPr/>
          <p:nvPr/>
        </p:nvSpPr>
        <p:spPr>
          <a:xfrm>
            <a:off x="7443091" y="5741271"/>
            <a:ext cx="30455" cy="30455"/>
          </a:xfrm>
          <a:prstGeom prst="ellipse">
            <a:avLst/>
          </a:prstGeom>
          <a:solidFill>
            <a:srgbClr val="627D8D">
              <a:alpha val="16500"/>
            </a:srgbClr>
          </a:solidFill>
          <a:ln>
            <a:noFill/>
          </a:ln>
        </p:spPr>
      </p:sp>
      <p:sp>
        <p:nvSpPr>
          <p:cNvPr id="41" name="!!circle-1va"/>
          <p:cNvSpPr/>
          <p:nvPr/>
        </p:nvSpPr>
        <p:spPr>
          <a:xfrm>
            <a:off x="8941648" y="6493381"/>
            <a:ext cx="28257" cy="28257"/>
          </a:xfrm>
          <a:prstGeom prst="ellipse">
            <a:avLst/>
          </a:prstGeom>
          <a:solidFill>
            <a:srgbClr val="627D8D">
              <a:alpha val="15700"/>
            </a:srgbClr>
          </a:solidFill>
          <a:ln>
            <a:noFill/>
          </a:ln>
        </p:spPr>
      </p:sp>
      <p:sp>
        <p:nvSpPr>
          <p:cNvPr id="42" name="!!circle-1vd"/>
          <p:cNvSpPr/>
          <p:nvPr/>
        </p:nvSpPr>
        <p:spPr>
          <a:xfrm>
            <a:off x="11333949" y="5204614"/>
            <a:ext cx="45149" cy="45149"/>
          </a:xfrm>
          <a:prstGeom prst="ellipse">
            <a:avLst/>
          </a:prstGeom>
          <a:solidFill>
            <a:srgbClr val="627D8D">
              <a:alpha val="31200"/>
            </a:srgbClr>
          </a:solidFill>
          <a:ln>
            <a:noFill/>
          </a:ln>
        </p:spPr>
      </p:sp>
      <p:sp>
        <p:nvSpPr>
          <p:cNvPr id="43" name="!!circle-1vg"/>
          <p:cNvSpPr/>
          <p:nvPr/>
        </p:nvSpPr>
        <p:spPr>
          <a:xfrm>
            <a:off x="3446677" y="3382751"/>
            <a:ext cx="30696" cy="30696"/>
          </a:xfrm>
          <a:prstGeom prst="ellipse">
            <a:avLst/>
          </a:prstGeom>
          <a:solidFill>
            <a:srgbClr val="627D8D">
              <a:alpha val="25700"/>
            </a:srgbClr>
          </a:solidFill>
          <a:ln>
            <a:noFill/>
          </a:ln>
        </p:spPr>
      </p:sp>
      <p:sp>
        <p:nvSpPr>
          <p:cNvPr id="44" name="!!circle-1vj"/>
          <p:cNvSpPr/>
          <p:nvPr/>
        </p:nvSpPr>
        <p:spPr>
          <a:xfrm>
            <a:off x="8824544" y="3929760"/>
            <a:ext cx="37401" cy="37401"/>
          </a:xfrm>
          <a:prstGeom prst="ellipse">
            <a:avLst/>
          </a:prstGeom>
          <a:solidFill>
            <a:srgbClr val="627D8D">
              <a:alpha val="16000"/>
            </a:srgbClr>
          </a:solidFill>
          <a:ln>
            <a:noFill/>
          </a:ln>
        </p:spPr>
      </p:sp>
      <p:sp>
        <p:nvSpPr>
          <p:cNvPr id="45" name="!!circle-1vm"/>
          <p:cNvSpPr/>
          <p:nvPr/>
        </p:nvSpPr>
        <p:spPr>
          <a:xfrm>
            <a:off x="1740409" y="4700390"/>
            <a:ext cx="33096" cy="33096"/>
          </a:xfrm>
          <a:prstGeom prst="ellipse">
            <a:avLst/>
          </a:prstGeom>
          <a:solidFill>
            <a:srgbClr val="627D8D">
              <a:alpha val="22300"/>
            </a:srgbClr>
          </a:solidFill>
          <a:ln>
            <a:noFill/>
          </a:ln>
        </p:spPr>
      </p:sp>
      <p:sp>
        <p:nvSpPr>
          <p:cNvPr id="46" name="!!circle-1vp"/>
          <p:cNvSpPr/>
          <p:nvPr/>
        </p:nvSpPr>
        <p:spPr>
          <a:xfrm>
            <a:off x="11594368" y="809881"/>
            <a:ext cx="21145" cy="21145"/>
          </a:xfrm>
          <a:prstGeom prst="ellipse">
            <a:avLst/>
          </a:prstGeom>
          <a:solidFill>
            <a:srgbClr val="627D8D">
              <a:alpha val="16300"/>
            </a:srgbClr>
          </a:solidFill>
          <a:ln>
            <a:noFill/>
          </a:ln>
        </p:spPr>
      </p:sp>
      <p:sp>
        <p:nvSpPr>
          <p:cNvPr id="47" name="!!circle-1vs"/>
          <p:cNvSpPr/>
          <p:nvPr/>
        </p:nvSpPr>
        <p:spPr>
          <a:xfrm>
            <a:off x="11076852" y="5696651"/>
            <a:ext cx="35281" cy="35281"/>
          </a:xfrm>
          <a:prstGeom prst="ellipse">
            <a:avLst/>
          </a:prstGeom>
          <a:solidFill>
            <a:srgbClr val="627D8D">
              <a:alpha val="30000"/>
            </a:srgbClr>
          </a:solidFill>
          <a:ln>
            <a:noFill/>
          </a:ln>
        </p:spPr>
      </p:sp>
      <p:sp>
        <p:nvSpPr>
          <p:cNvPr id="48" name="!!path-36t"/>
          <p:cNvSpPr/>
          <p:nvPr/>
        </p:nvSpPr>
        <p:spPr>
          <a:xfrm>
            <a:off x="6096000" y="5176361"/>
            <a:ext cx="953453" cy="5243989"/>
          </a:xfrm>
          <a:custGeom>
            <a:avLst/>
            <a:gdLst/>
            <a:ahLst/>
            <a:cxnLst/>
            <a:rect l="l" t="t" r="r" b="b"/>
            <a:pathLst>
              <a:path w="953453" h="5243989" fill="none">
                <a:moveTo>
                  <a:pt x="0" y="5243989"/>
                </a:moveTo>
                <a:quadBezTo>
                  <a:pt x="953453" y="2621994"/>
                  <a:pt x="0" y="0"/>
                </a:quadBezTo>
              </a:path>
            </a:pathLst>
          </a:custGeom>
          <a:noFill/>
          <a:ln w="31782" cap="rnd">
            <a:solidFill>
              <a:srgbClr val="627D8D">
                <a:alpha val="7800"/>
              </a:srgbClr>
            </a:solidFill>
            <a:prstDash val="solid"/>
            <a:round/>
          </a:ln>
        </p:spPr>
      </p:sp>
      <p:sp>
        <p:nvSpPr>
          <p:cNvPr id="49" name="!!circle-372"/>
          <p:cNvSpPr/>
          <p:nvPr/>
        </p:nvSpPr>
        <p:spPr>
          <a:xfrm>
            <a:off x="6284102" y="6054827"/>
            <a:ext cx="203403" cy="203403"/>
          </a:xfrm>
          <a:prstGeom prst="ellipse">
            <a:avLst/>
          </a:prstGeom>
          <a:gradFill rotWithShape="1">
            <a:gsLst>
              <a:gs pos="0">
                <a:srgbClr val="FFFFFF">
                  <a:alpha val="23195"/>
                </a:srgbClr>
              </a:gs>
              <a:gs pos="28284">
                <a:srgbClr val="627D8D">
                  <a:alpha val="11598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0" name="!!rect-3mj"/>
          <p:cNvSpPr/>
          <p:nvPr/>
        </p:nvSpPr>
        <p:spPr>
          <a:xfrm>
            <a:off x="3172079" y="2303291"/>
            <a:ext cx="2669667" cy="2275573"/>
          </a:xfrm>
          <a:prstGeom prst="roundRect">
            <a:avLst>
              <a:gd name="adj" fmla="val 7362"/>
            </a:avLst>
          </a:prstGeom>
          <a:solidFill>
            <a:srgbClr val="0B1A26">
              <a:alpha val="12000"/>
            </a:srgbClr>
          </a:solidFill>
          <a:ln>
            <a:noFill/>
          </a:ln>
          <a:effectLst>
            <a:softEdge rad="223744"/>
          </a:effectLst>
        </p:spPr>
      </p:sp>
      <p:sp>
        <p:nvSpPr>
          <p:cNvPr id="51" name="!!rect-3mk"/>
          <p:cNvSpPr/>
          <p:nvPr/>
        </p:nvSpPr>
        <p:spPr>
          <a:xfrm>
            <a:off x="3235642" y="2316004"/>
            <a:ext cx="2542540" cy="2097596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6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52" name="!!circle-3ml"/>
          <p:cNvSpPr/>
          <p:nvPr/>
        </p:nvSpPr>
        <p:spPr>
          <a:xfrm>
            <a:off x="3375482" y="2468556"/>
            <a:ext cx="279679" cy="279679"/>
          </a:xfrm>
          <a:prstGeom prst="ellipse">
            <a:avLst/>
          </a:prstGeom>
          <a:solidFill>
            <a:srgbClr val="627D8D">
              <a:alpha val="12000"/>
            </a:srgbClr>
          </a:solidFill>
          <a:ln>
            <a:noFill/>
          </a:ln>
        </p:spPr>
      </p:sp>
      <p:sp>
        <p:nvSpPr>
          <p:cNvPr id="53" name="!!path-3mm"/>
          <p:cNvSpPr/>
          <p:nvPr/>
        </p:nvSpPr>
        <p:spPr>
          <a:xfrm>
            <a:off x="3458115" y="2551189"/>
            <a:ext cx="111173" cy="111173"/>
          </a:xfrm>
          <a:custGeom>
            <a:avLst/>
            <a:gdLst/>
            <a:ahLst/>
            <a:cxnLst/>
            <a:rect l="l" t="t" r="r" b="b"/>
            <a:pathLst>
              <a:path w="111173" h="111173">
                <a:moveTo>
                  <a:pt x="79454" y="69920"/>
                </a:moveTo>
                <a:lnTo>
                  <a:pt x="74433" y="69920"/>
                </a:lnTo>
                <a:lnTo>
                  <a:pt x="72653" y="68204"/>
                </a:lnTo>
                <a:cubicBezTo>
                  <a:pt x="78882" y="60957"/>
                  <a:pt x="82633" y="51550"/>
                  <a:pt x="82633" y="41316"/>
                </a:cubicBezTo>
                <a:cubicBezTo>
                  <a:pt x="82633" y="18497"/>
                  <a:pt x="64136" y="0"/>
                  <a:pt x="41316" y="0"/>
                </a:cubicBezTo>
                <a:cubicBezTo>
                  <a:pt x="18497" y="0"/>
                  <a:pt x="0" y="18497"/>
                  <a:pt x="0" y="41316"/>
                </a:cubicBezTo>
                <a:cubicBezTo>
                  <a:pt x="0" y="64136"/>
                  <a:pt x="18497" y="82633"/>
                  <a:pt x="41316" y="82633"/>
                </a:cubicBezTo>
                <a:cubicBezTo>
                  <a:pt x="51550" y="82633"/>
                  <a:pt x="60957" y="78882"/>
                  <a:pt x="68204" y="72653"/>
                </a:cubicBezTo>
                <a:lnTo>
                  <a:pt x="69920" y="74433"/>
                </a:lnTo>
                <a:lnTo>
                  <a:pt x="69920" y="79454"/>
                </a:lnTo>
                <a:lnTo>
                  <a:pt x="101702" y="111173"/>
                </a:lnTo>
                <a:lnTo>
                  <a:pt x="111173" y="101702"/>
                </a:lnTo>
                <a:lnTo>
                  <a:pt x="79454" y="69920"/>
                </a:lnTo>
                <a:close/>
                <a:moveTo>
                  <a:pt x="41316" y="69920"/>
                </a:moveTo>
                <a:cubicBezTo>
                  <a:pt x="25489" y="69920"/>
                  <a:pt x="12713" y="57144"/>
                  <a:pt x="12713" y="41316"/>
                </a:cubicBezTo>
                <a:cubicBezTo>
                  <a:pt x="12713" y="25489"/>
                  <a:pt x="25489" y="12713"/>
                  <a:pt x="41316" y="12713"/>
                </a:cubicBezTo>
                <a:cubicBezTo>
                  <a:pt x="57144" y="12713"/>
                  <a:pt x="69920" y="25489"/>
                  <a:pt x="69920" y="41316"/>
                </a:cubicBezTo>
                <a:cubicBezTo>
                  <a:pt x="69920" y="57144"/>
                  <a:pt x="57144" y="69920"/>
                  <a:pt x="41316" y="69920"/>
                </a:cubicBez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54" name="!!text-3mn" descr="規則式檢查"/>
          <p:cNvSpPr txBox="1"/>
          <p:nvPr/>
        </p:nvSpPr>
        <p:spPr>
          <a:xfrm>
            <a:off x="3744150" y="2473895"/>
            <a:ext cx="875905" cy="23930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01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規則式檢查</a:t>
            </a:r>
            <a:endParaRPr lang="zh-TW" sz="1301"/>
          </a:p>
        </p:txBody>
      </p:sp>
      <p:sp>
        <p:nvSpPr>
          <p:cNvPr id="55" name="!!rect-3mx"/>
          <p:cNvSpPr/>
          <p:nvPr/>
        </p:nvSpPr>
        <p:spPr>
          <a:xfrm>
            <a:off x="6096000" y="2303291"/>
            <a:ext cx="3178175" cy="2275573"/>
          </a:xfrm>
          <a:prstGeom prst="roundRect">
            <a:avLst>
              <a:gd name="adj" fmla="val 7362"/>
            </a:avLst>
          </a:prstGeom>
          <a:solidFill>
            <a:srgbClr val="0B1A26">
              <a:alpha val="12000"/>
            </a:srgbClr>
          </a:solidFill>
          <a:ln>
            <a:noFill/>
          </a:ln>
          <a:effectLst>
            <a:softEdge rad="223744"/>
          </a:effectLst>
        </p:spPr>
      </p:sp>
      <p:sp>
        <p:nvSpPr>
          <p:cNvPr id="56" name="!!rect-3my"/>
          <p:cNvSpPr/>
          <p:nvPr/>
        </p:nvSpPr>
        <p:spPr>
          <a:xfrm>
            <a:off x="6159564" y="2316004"/>
            <a:ext cx="3051048" cy="2097596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6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57" name="!!circle-3mz"/>
          <p:cNvSpPr/>
          <p:nvPr/>
        </p:nvSpPr>
        <p:spPr>
          <a:xfrm>
            <a:off x="6299403" y="2468556"/>
            <a:ext cx="279679" cy="279679"/>
          </a:xfrm>
          <a:prstGeom prst="ellipse">
            <a:avLst/>
          </a:prstGeom>
          <a:solidFill>
            <a:srgbClr val="627D8D">
              <a:alpha val="12000"/>
            </a:srgbClr>
          </a:solidFill>
          <a:ln>
            <a:noFill/>
          </a:ln>
        </p:spPr>
      </p:sp>
      <p:sp>
        <p:nvSpPr>
          <p:cNvPr id="58" name="!!path-3n0"/>
          <p:cNvSpPr/>
          <p:nvPr/>
        </p:nvSpPr>
        <p:spPr>
          <a:xfrm>
            <a:off x="6369323" y="2538476"/>
            <a:ext cx="139840" cy="139840"/>
          </a:xfrm>
          <a:custGeom>
            <a:avLst/>
            <a:gdLst/>
            <a:ahLst/>
            <a:cxnLst/>
            <a:rect l="l" t="t" r="r" b="b"/>
            <a:pathLst>
              <a:path w="139840" h="139840">
                <a:moveTo>
                  <a:pt x="114414" y="50851"/>
                </a:moveTo>
                <a:lnTo>
                  <a:pt x="122360" y="33371"/>
                </a:lnTo>
                <a:lnTo>
                  <a:pt x="139840" y="25425"/>
                </a:lnTo>
                <a:lnTo>
                  <a:pt x="122360" y="17480"/>
                </a:lnTo>
                <a:lnTo>
                  <a:pt x="114414" y="0"/>
                </a:lnTo>
                <a:lnTo>
                  <a:pt x="106469" y="17480"/>
                </a:lnTo>
                <a:lnTo>
                  <a:pt x="88989" y="25425"/>
                </a:lnTo>
                <a:lnTo>
                  <a:pt x="106469" y="33371"/>
                </a:lnTo>
                <a:lnTo>
                  <a:pt x="114414" y="50851"/>
                </a:lnTo>
                <a:close/>
                <a:moveTo>
                  <a:pt x="66742" y="54029"/>
                </a:moveTo>
                <a:lnTo>
                  <a:pt x="50851" y="19069"/>
                </a:lnTo>
                <a:lnTo>
                  <a:pt x="34960" y="54029"/>
                </a:lnTo>
                <a:lnTo>
                  <a:pt x="0" y="69920"/>
                </a:lnTo>
                <a:lnTo>
                  <a:pt x="34960" y="85811"/>
                </a:lnTo>
                <a:lnTo>
                  <a:pt x="50851" y="120771"/>
                </a:lnTo>
                <a:lnTo>
                  <a:pt x="66742" y="85811"/>
                </a:lnTo>
                <a:lnTo>
                  <a:pt x="101702" y="69920"/>
                </a:lnTo>
                <a:lnTo>
                  <a:pt x="66742" y="54029"/>
                </a:lnTo>
                <a:close/>
                <a:moveTo>
                  <a:pt x="114414" y="88989"/>
                </a:moveTo>
                <a:lnTo>
                  <a:pt x="106469" y="106469"/>
                </a:lnTo>
                <a:lnTo>
                  <a:pt x="88989" y="114414"/>
                </a:lnTo>
                <a:lnTo>
                  <a:pt x="106469" y="122360"/>
                </a:lnTo>
                <a:lnTo>
                  <a:pt x="114414" y="139840"/>
                </a:lnTo>
                <a:lnTo>
                  <a:pt x="122360" y="122360"/>
                </a:lnTo>
                <a:lnTo>
                  <a:pt x="139840" y="114414"/>
                </a:lnTo>
                <a:lnTo>
                  <a:pt x="122360" y="106469"/>
                </a:lnTo>
                <a:lnTo>
                  <a:pt x="114414" y="88989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59" name="!!text-3n1" descr="AI 影像審核"/>
          <p:cNvSpPr txBox="1"/>
          <p:nvPr/>
        </p:nvSpPr>
        <p:spPr>
          <a:xfrm>
            <a:off x="6668072" y="2473895"/>
            <a:ext cx="908628" cy="23930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01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AI 影像審核</a:t>
            </a:r>
            <a:endParaRPr lang="zh-TW" sz="1301"/>
          </a:p>
        </p:txBody>
      </p:sp>
      <p:sp>
        <p:nvSpPr>
          <p:cNvPr id="60" name="!!text-3nc" descr="售價異常"/>
          <p:cNvSpPr txBox="1"/>
          <p:nvPr/>
        </p:nvSpPr>
        <p:spPr>
          <a:xfrm>
            <a:off x="3464471" y="3022576"/>
            <a:ext cx="655975" cy="22089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01" kern="0" dirty="0">
                <a:solidFill>
                  <a:srgbClr val="151E27"/>
                </a:solidFill>
                <a:latin typeface="Noto Sans TC Medium"/>
                <a:ea typeface="Noto Sans TC Medium"/>
                <a:cs typeface="Noto Sans TC Medium"/>
              </a:rPr>
              <a:t>售價異常</a:t>
            </a:r>
            <a:endParaRPr lang="zh-TW" sz="1201"/>
          </a:p>
        </p:txBody>
      </p:sp>
      <p:sp>
        <p:nvSpPr>
          <p:cNvPr id="61" name="!!circle-3nh"/>
          <p:cNvSpPr/>
          <p:nvPr/>
        </p:nvSpPr>
        <p:spPr>
          <a:xfrm>
            <a:off x="5358663" y="3040628"/>
            <a:ext cx="203403" cy="203403"/>
          </a:xfrm>
          <a:prstGeom prst="ellipse">
            <a:avLst/>
          </a:prstGeom>
          <a:noFill/>
          <a:ln w="12713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62" name="!!text-3nv" descr="館藏來源字樣"/>
          <p:cNvSpPr txBox="1"/>
          <p:nvPr/>
        </p:nvSpPr>
        <p:spPr>
          <a:xfrm>
            <a:off x="3464471" y="3416669"/>
            <a:ext cx="961080" cy="22089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01" kern="0" dirty="0">
                <a:solidFill>
                  <a:srgbClr val="151E27"/>
                </a:solidFill>
                <a:latin typeface="Noto Sans TC Medium"/>
                <a:ea typeface="Noto Sans TC Medium"/>
                <a:cs typeface="Noto Sans TC Medium"/>
              </a:rPr>
              <a:t>館藏來源字樣</a:t>
            </a:r>
            <a:endParaRPr lang="zh-TW" sz="1201"/>
          </a:p>
        </p:txBody>
      </p:sp>
      <p:sp>
        <p:nvSpPr>
          <p:cNvPr id="63" name="!!circle-3o2"/>
          <p:cNvSpPr/>
          <p:nvPr/>
        </p:nvSpPr>
        <p:spPr>
          <a:xfrm>
            <a:off x="5358663" y="3434721"/>
            <a:ext cx="203403" cy="203403"/>
          </a:xfrm>
          <a:prstGeom prst="ellipse">
            <a:avLst/>
          </a:prstGeom>
          <a:noFill/>
          <a:ln w="12713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64" name="!!text-3og" descr="站外聯絡・付款"/>
          <p:cNvSpPr txBox="1"/>
          <p:nvPr/>
        </p:nvSpPr>
        <p:spPr>
          <a:xfrm>
            <a:off x="3464471" y="3810763"/>
            <a:ext cx="1113633" cy="22089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01" kern="0" dirty="0">
                <a:solidFill>
                  <a:srgbClr val="151E27"/>
                </a:solidFill>
                <a:latin typeface="Noto Sans TC Medium"/>
                <a:ea typeface="Noto Sans TC Medium"/>
                <a:cs typeface="Noto Sans TC Medium"/>
              </a:rPr>
              <a:t>站外聯絡・付款</a:t>
            </a:r>
            <a:endParaRPr lang="zh-TW" sz="1201"/>
          </a:p>
        </p:txBody>
      </p:sp>
      <p:sp>
        <p:nvSpPr>
          <p:cNvPr id="65" name="!!circle-3oo"/>
          <p:cNvSpPr/>
          <p:nvPr/>
        </p:nvSpPr>
        <p:spPr>
          <a:xfrm>
            <a:off x="5358663" y="3828815"/>
            <a:ext cx="203403" cy="203403"/>
          </a:xfrm>
          <a:prstGeom prst="ellipse">
            <a:avLst/>
          </a:prstGeom>
          <a:noFill/>
          <a:ln w="12713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66" name="!!rect-3p0"/>
          <p:cNvSpPr/>
          <p:nvPr/>
        </p:nvSpPr>
        <p:spPr>
          <a:xfrm>
            <a:off x="6350254" y="2926213"/>
            <a:ext cx="572072" cy="597497"/>
          </a:xfrm>
          <a:prstGeom prst="roundRect">
            <a:avLst>
              <a:gd name="adj" fmla="val 13333"/>
            </a:avLst>
          </a:prstGeom>
          <a:solidFill>
            <a:srgbClr val="DDE3E7"/>
          </a:solidFill>
          <a:ln>
            <a:noFill/>
          </a:ln>
        </p:spPr>
      </p:sp>
      <p:sp>
        <p:nvSpPr>
          <p:cNvPr id="67" name="!!rect-3p2"/>
          <p:cNvSpPr/>
          <p:nvPr/>
        </p:nvSpPr>
        <p:spPr>
          <a:xfrm>
            <a:off x="6490094" y="3002490"/>
            <a:ext cx="292392" cy="444945"/>
          </a:xfrm>
          <a:prstGeom prst="roundRect">
            <a:avLst>
              <a:gd name="adj" fmla="val 6522"/>
            </a:avLst>
          </a:prstGeom>
          <a:gradFill rotWithShape="1">
            <a:gsLst>
              <a:gs pos="0">
                <a:srgbClr val="5D856F"/>
              </a:gs>
              <a:gs pos="100000">
                <a:srgbClr val="3F624F"/>
              </a:gs>
            </a:gsLst>
            <a:lin ang="3401362" scaled="0"/>
          </a:gradFill>
          <a:ln>
            <a:noFill/>
          </a:ln>
        </p:spPr>
      </p:sp>
      <p:sp>
        <p:nvSpPr>
          <p:cNvPr id="68" name="!!rect-3p3"/>
          <p:cNvSpPr/>
          <p:nvPr/>
        </p:nvSpPr>
        <p:spPr>
          <a:xfrm>
            <a:off x="6516409" y="3002490"/>
            <a:ext cx="14620" cy="444945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</p:spPr>
      </p:sp>
      <p:sp>
        <p:nvSpPr>
          <p:cNvPr id="69" name="!!rect-3p4"/>
          <p:cNvSpPr/>
          <p:nvPr/>
        </p:nvSpPr>
        <p:spPr>
          <a:xfrm>
            <a:off x="6563192" y="3082580"/>
            <a:ext cx="163740" cy="31146"/>
          </a:xfrm>
          <a:prstGeom prst="roundRect">
            <a:avLst>
              <a:gd name="adj" fmla="val 28571"/>
            </a:avLst>
          </a:prstGeom>
          <a:solidFill>
            <a:srgbClr val="E7D9B8"/>
          </a:solidFill>
          <a:ln>
            <a:noFill/>
          </a:ln>
        </p:spPr>
      </p:sp>
      <p:sp>
        <p:nvSpPr>
          <p:cNvPr id="70" name="!!rect-3p5"/>
          <p:cNvSpPr/>
          <p:nvPr/>
        </p:nvSpPr>
        <p:spPr>
          <a:xfrm>
            <a:off x="6563192" y="3135973"/>
            <a:ext cx="111109" cy="20023"/>
          </a:xfrm>
          <a:prstGeom prst="roundRect">
            <a:avLst>
              <a:gd name="adj" fmla="val 44444"/>
            </a:avLst>
          </a:prstGeom>
          <a:solidFill>
            <a:srgbClr val="E7D9B8">
              <a:alpha val="72000"/>
            </a:srgbClr>
          </a:solidFill>
          <a:ln>
            <a:noFill/>
          </a:ln>
        </p:spPr>
      </p:sp>
      <p:sp>
        <p:nvSpPr>
          <p:cNvPr id="71" name="!!rect-3p6"/>
          <p:cNvSpPr/>
          <p:nvPr/>
        </p:nvSpPr>
        <p:spPr>
          <a:xfrm>
            <a:off x="6563192" y="3358445"/>
            <a:ext cx="81870" cy="17798"/>
          </a:xfrm>
          <a:prstGeom prst="roundRect">
            <a:avLst>
              <a:gd name="adj" fmla="val 50000"/>
            </a:avLst>
          </a:prstGeom>
          <a:solidFill>
            <a:srgbClr val="E7D9B8">
              <a:alpha val="55000"/>
            </a:srgbClr>
          </a:solidFill>
          <a:ln>
            <a:noFill/>
          </a:ln>
        </p:spPr>
      </p:sp>
      <p:sp>
        <p:nvSpPr>
          <p:cNvPr id="72" name="!!rect-3p7"/>
          <p:cNvSpPr/>
          <p:nvPr/>
        </p:nvSpPr>
        <p:spPr>
          <a:xfrm>
            <a:off x="6985889" y="2926213"/>
            <a:ext cx="572072" cy="597497"/>
          </a:xfrm>
          <a:prstGeom prst="roundRect">
            <a:avLst>
              <a:gd name="adj" fmla="val 13333"/>
            </a:avLst>
          </a:prstGeom>
          <a:solidFill>
            <a:srgbClr val="DDE3E7"/>
          </a:solidFill>
          <a:ln>
            <a:noFill/>
          </a:ln>
        </p:spPr>
      </p:sp>
      <p:sp>
        <p:nvSpPr>
          <p:cNvPr id="73" name="!!rect-3p9"/>
          <p:cNvSpPr/>
          <p:nvPr/>
        </p:nvSpPr>
        <p:spPr>
          <a:xfrm>
            <a:off x="7125729" y="3002490"/>
            <a:ext cx="292392" cy="444945"/>
          </a:xfrm>
          <a:prstGeom prst="roundRect">
            <a:avLst>
              <a:gd name="adj" fmla="val 6522"/>
            </a:avLst>
          </a:prstGeom>
          <a:gradFill rotWithShape="1">
            <a:gsLst>
              <a:gs pos="0">
                <a:srgbClr val="69927B"/>
              </a:gs>
              <a:gs pos="100000">
                <a:srgbClr val="4A6D5A"/>
              </a:gs>
            </a:gsLst>
            <a:lin ang="3401362" scaled="0"/>
          </a:gradFill>
          <a:ln>
            <a:noFill/>
          </a:ln>
        </p:spPr>
      </p:sp>
      <p:sp>
        <p:nvSpPr>
          <p:cNvPr id="74" name="!!rect-3pa"/>
          <p:cNvSpPr/>
          <p:nvPr/>
        </p:nvSpPr>
        <p:spPr>
          <a:xfrm>
            <a:off x="7152044" y="3002490"/>
            <a:ext cx="14620" cy="444945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</p:spPr>
      </p:sp>
      <p:sp>
        <p:nvSpPr>
          <p:cNvPr id="75" name="!!rect-3pb"/>
          <p:cNvSpPr/>
          <p:nvPr/>
        </p:nvSpPr>
        <p:spPr>
          <a:xfrm>
            <a:off x="7198827" y="3082580"/>
            <a:ext cx="163740" cy="31146"/>
          </a:xfrm>
          <a:prstGeom prst="roundRect">
            <a:avLst>
              <a:gd name="adj" fmla="val 28571"/>
            </a:avLst>
          </a:prstGeom>
          <a:solidFill>
            <a:srgbClr val="E7D9B8"/>
          </a:solidFill>
          <a:ln>
            <a:noFill/>
          </a:ln>
        </p:spPr>
      </p:sp>
      <p:sp>
        <p:nvSpPr>
          <p:cNvPr id="76" name="!!rect-3pc"/>
          <p:cNvSpPr/>
          <p:nvPr/>
        </p:nvSpPr>
        <p:spPr>
          <a:xfrm>
            <a:off x="7198827" y="3135973"/>
            <a:ext cx="111109" cy="20023"/>
          </a:xfrm>
          <a:prstGeom prst="roundRect">
            <a:avLst>
              <a:gd name="adj" fmla="val 44444"/>
            </a:avLst>
          </a:prstGeom>
          <a:solidFill>
            <a:srgbClr val="E7D9B8">
              <a:alpha val="72000"/>
            </a:srgbClr>
          </a:solidFill>
          <a:ln>
            <a:noFill/>
          </a:ln>
        </p:spPr>
      </p:sp>
      <p:sp>
        <p:nvSpPr>
          <p:cNvPr id="77" name="!!rect-3pd"/>
          <p:cNvSpPr/>
          <p:nvPr/>
        </p:nvSpPr>
        <p:spPr>
          <a:xfrm>
            <a:off x="7198827" y="3358445"/>
            <a:ext cx="81870" cy="17798"/>
          </a:xfrm>
          <a:prstGeom prst="roundRect">
            <a:avLst>
              <a:gd name="adj" fmla="val 50000"/>
            </a:avLst>
          </a:prstGeom>
          <a:solidFill>
            <a:srgbClr val="E7D9B8">
              <a:alpha val="55000"/>
            </a:srgbClr>
          </a:solidFill>
          <a:ln>
            <a:noFill/>
          </a:ln>
        </p:spPr>
      </p:sp>
      <p:sp>
        <p:nvSpPr>
          <p:cNvPr id="78" name="!!rect-3pe"/>
          <p:cNvSpPr/>
          <p:nvPr/>
        </p:nvSpPr>
        <p:spPr>
          <a:xfrm>
            <a:off x="6350254" y="3587274"/>
            <a:ext cx="572072" cy="597497"/>
          </a:xfrm>
          <a:prstGeom prst="roundRect">
            <a:avLst>
              <a:gd name="adj" fmla="val 13333"/>
            </a:avLst>
          </a:prstGeom>
          <a:solidFill>
            <a:srgbClr val="DDE3E7"/>
          </a:solidFill>
          <a:ln>
            <a:noFill/>
          </a:ln>
        </p:spPr>
      </p:sp>
      <p:sp>
        <p:nvSpPr>
          <p:cNvPr id="79" name="!!rect-3pg"/>
          <p:cNvSpPr/>
          <p:nvPr/>
        </p:nvSpPr>
        <p:spPr>
          <a:xfrm>
            <a:off x="6490094" y="3663550"/>
            <a:ext cx="292392" cy="444945"/>
          </a:xfrm>
          <a:prstGeom prst="roundRect">
            <a:avLst>
              <a:gd name="adj" fmla="val 6522"/>
            </a:avLst>
          </a:prstGeom>
          <a:gradFill rotWithShape="1">
            <a:gsLst>
              <a:gs pos="0">
                <a:srgbClr val="567B67"/>
              </a:gs>
              <a:gs pos="100000">
                <a:srgbClr val="395948"/>
              </a:gs>
            </a:gsLst>
            <a:lin ang="3401362" scaled="0"/>
          </a:gradFill>
          <a:ln>
            <a:noFill/>
          </a:ln>
        </p:spPr>
      </p:sp>
      <p:sp>
        <p:nvSpPr>
          <p:cNvPr id="80" name="!!rect-3ph"/>
          <p:cNvSpPr/>
          <p:nvPr/>
        </p:nvSpPr>
        <p:spPr>
          <a:xfrm>
            <a:off x="6516409" y="3663550"/>
            <a:ext cx="14620" cy="444945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</p:spPr>
      </p:sp>
      <p:sp>
        <p:nvSpPr>
          <p:cNvPr id="81" name="!!rect-3pi"/>
          <p:cNvSpPr/>
          <p:nvPr/>
        </p:nvSpPr>
        <p:spPr>
          <a:xfrm>
            <a:off x="6563192" y="3743640"/>
            <a:ext cx="163740" cy="31146"/>
          </a:xfrm>
          <a:prstGeom prst="roundRect">
            <a:avLst>
              <a:gd name="adj" fmla="val 28571"/>
            </a:avLst>
          </a:prstGeom>
          <a:solidFill>
            <a:srgbClr val="E7D9B8"/>
          </a:solidFill>
          <a:ln>
            <a:noFill/>
          </a:ln>
        </p:spPr>
      </p:sp>
      <p:sp>
        <p:nvSpPr>
          <p:cNvPr id="82" name="!!rect-3pj"/>
          <p:cNvSpPr/>
          <p:nvPr/>
        </p:nvSpPr>
        <p:spPr>
          <a:xfrm>
            <a:off x="6563192" y="3797033"/>
            <a:ext cx="111109" cy="20023"/>
          </a:xfrm>
          <a:prstGeom prst="roundRect">
            <a:avLst>
              <a:gd name="adj" fmla="val 44444"/>
            </a:avLst>
          </a:prstGeom>
          <a:solidFill>
            <a:srgbClr val="E7D9B8">
              <a:alpha val="72000"/>
            </a:srgbClr>
          </a:solidFill>
          <a:ln>
            <a:noFill/>
          </a:ln>
        </p:spPr>
      </p:sp>
      <p:sp>
        <p:nvSpPr>
          <p:cNvPr id="83" name="!!rect-3pk"/>
          <p:cNvSpPr/>
          <p:nvPr/>
        </p:nvSpPr>
        <p:spPr>
          <a:xfrm>
            <a:off x="6563192" y="4019506"/>
            <a:ext cx="81870" cy="17798"/>
          </a:xfrm>
          <a:prstGeom prst="roundRect">
            <a:avLst>
              <a:gd name="adj" fmla="val 50000"/>
            </a:avLst>
          </a:prstGeom>
          <a:solidFill>
            <a:srgbClr val="E7D9B8">
              <a:alpha val="55000"/>
            </a:srgbClr>
          </a:solidFill>
          <a:ln>
            <a:noFill/>
          </a:ln>
        </p:spPr>
      </p:sp>
      <p:sp>
        <p:nvSpPr>
          <p:cNvPr id="84" name="!!rect-3pl"/>
          <p:cNvSpPr/>
          <p:nvPr/>
        </p:nvSpPr>
        <p:spPr>
          <a:xfrm>
            <a:off x="6985889" y="3587274"/>
            <a:ext cx="572072" cy="597497"/>
          </a:xfrm>
          <a:prstGeom prst="roundRect">
            <a:avLst>
              <a:gd name="adj" fmla="val 13333"/>
            </a:avLst>
          </a:prstGeom>
          <a:solidFill>
            <a:srgbClr val="DDE3E7"/>
          </a:solidFill>
          <a:ln>
            <a:noFill/>
          </a:ln>
        </p:spPr>
      </p:sp>
      <p:sp>
        <p:nvSpPr>
          <p:cNvPr id="85" name="!!rect-3pn"/>
          <p:cNvSpPr/>
          <p:nvPr/>
        </p:nvSpPr>
        <p:spPr>
          <a:xfrm>
            <a:off x="7125729" y="3663550"/>
            <a:ext cx="292392" cy="444945"/>
          </a:xfrm>
          <a:prstGeom prst="roundRect">
            <a:avLst>
              <a:gd name="adj" fmla="val 6522"/>
            </a:avLst>
          </a:prstGeom>
          <a:gradFill rotWithShape="1">
            <a:gsLst>
              <a:gs pos="0">
                <a:srgbClr val="5D856F"/>
              </a:gs>
              <a:gs pos="100000">
                <a:srgbClr val="3F624F"/>
              </a:gs>
            </a:gsLst>
            <a:lin ang="3401362" scaled="0"/>
          </a:gradFill>
          <a:ln>
            <a:noFill/>
          </a:ln>
        </p:spPr>
      </p:sp>
      <p:sp>
        <p:nvSpPr>
          <p:cNvPr id="86" name="!!rect-3po"/>
          <p:cNvSpPr/>
          <p:nvPr/>
        </p:nvSpPr>
        <p:spPr>
          <a:xfrm>
            <a:off x="7152044" y="3663550"/>
            <a:ext cx="14620" cy="444945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</p:spPr>
      </p:sp>
      <p:sp>
        <p:nvSpPr>
          <p:cNvPr id="87" name="!!rect-3pp"/>
          <p:cNvSpPr/>
          <p:nvPr/>
        </p:nvSpPr>
        <p:spPr>
          <a:xfrm>
            <a:off x="7198827" y="3743640"/>
            <a:ext cx="163740" cy="31146"/>
          </a:xfrm>
          <a:prstGeom prst="roundRect">
            <a:avLst>
              <a:gd name="adj" fmla="val 28571"/>
            </a:avLst>
          </a:prstGeom>
          <a:solidFill>
            <a:srgbClr val="E7D9B8"/>
          </a:solidFill>
          <a:ln>
            <a:noFill/>
          </a:ln>
        </p:spPr>
      </p:sp>
      <p:sp>
        <p:nvSpPr>
          <p:cNvPr id="88" name="!!rect-3pq"/>
          <p:cNvSpPr/>
          <p:nvPr/>
        </p:nvSpPr>
        <p:spPr>
          <a:xfrm>
            <a:off x="7198827" y="3797033"/>
            <a:ext cx="111109" cy="20023"/>
          </a:xfrm>
          <a:prstGeom prst="roundRect">
            <a:avLst>
              <a:gd name="adj" fmla="val 44444"/>
            </a:avLst>
          </a:prstGeom>
          <a:solidFill>
            <a:srgbClr val="E7D9B8">
              <a:alpha val="72000"/>
            </a:srgbClr>
          </a:solidFill>
          <a:ln>
            <a:noFill/>
          </a:ln>
        </p:spPr>
      </p:sp>
      <p:sp>
        <p:nvSpPr>
          <p:cNvPr id="89" name="!!rect-3pr"/>
          <p:cNvSpPr/>
          <p:nvPr/>
        </p:nvSpPr>
        <p:spPr>
          <a:xfrm>
            <a:off x="7198827" y="4019506"/>
            <a:ext cx="81870" cy="17798"/>
          </a:xfrm>
          <a:prstGeom prst="roundRect">
            <a:avLst>
              <a:gd name="adj" fmla="val 50000"/>
            </a:avLst>
          </a:prstGeom>
          <a:solidFill>
            <a:srgbClr val="E7D9B8">
              <a:alpha val="55000"/>
            </a:srgbClr>
          </a:solidFill>
          <a:ln>
            <a:noFill/>
          </a:ln>
        </p:spPr>
      </p:sp>
      <p:sp>
        <p:nvSpPr>
          <p:cNvPr id="90" name="!!rect-3ps"/>
          <p:cNvSpPr/>
          <p:nvPr/>
        </p:nvSpPr>
        <p:spPr>
          <a:xfrm>
            <a:off x="7748651" y="2938926"/>
            <a:ext cx="1271270" cy="279679"/>
          </a:xfrm>
          <a:prstGeom prst="roundRect">
            <a:avLst>
              <a:gd name="adj" fmla="val 50000"/>
            </a:avLst>
          </a:prstGeom>
          <a:noFill/>
          <a:ln w="9535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91" name="!!circle-3pv"/>
          <p:cNvSpPr/>
          <p:nvPr/>
        </p:nvSpPr>
        <p:spPr>
          <a:xfrm>
            <a:off x="7856709" y="3034271"/>
            <a:ext cx="88989" cy="88989"/>
          </a:xfrm>
          <a:prstGeom prst="ellipse">
            <a:avLst/>
          </a:prstGeom>
          <a:solidFill>
            <a:srgbClr val="2E9E5B"/>
          </a:solidFill>
          <a:ln>
            <a:noFill/>
          </a:ln>
        </p:spPr>
      </p:sp>
      <p:sp>
        <p:nvSpPr>
          <p:cNvPr id="92" name="!!text-3pw" descr="允許"/>
          <p:cNvSpPr txBox="1"/>
          <p:nvPr/>
        </p:nvSpPr>
        <p:spPr>
          <a:xfrm>
            <a:off x="8015618" y="2970581"/>
            <a:ext cx="321631" cy="20248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01" b="1" kern="0" dirty="0">
                <a:solidFill>
                  <a:srgbClr val="2E9E5B"/>
                </a:solidFill>
                <a:latin typeface="Noto Sans TC"/>
                <a:ea typeface="Noto Sans TC"/>
                <a:cs typeface="Noto Sans TC"/>
              </a:rPr>
              <a:t>允許</a:t>
            </a:r>
            <a:endParaRPr lang="zh-TW" sz="1101"/>
          </a:p>
        </p:txBody>
      </p:sp>
      <p:sp>
        <p:nvSpPr>
          <p:cNvPr id="93" name="!!rect-3pz"/>
          <p:cNvSpPr/>
          <p:nvPr/>
        </p:nvSpPr>
        <p:spPr>
          <a:xfrm>
            <a:off x="7748651" y="3307594"/>
            <a:ext cx="1271270" cy="27967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35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94" name="!!circle-3q0"/>
          <p:cNvSpPr/>
          <p:nvPr/>
        </p:nvSpPr>
        <p:spPr>
          <a:xfrm>
            <a:off x="7856709" y="3402940"/>
            <a:ext cx="88989" cy="88989"/>
          </a:xfrm>
          <a:prstGeom prst="ellipse">
            <a:avLst/>
          </a:prstGeom>
          <a:solidFill>
            <a:srgbClr val="D98613"/>
          </a:solidFill>
          <a:ln>
            <a:noFill/>
          </a:ln>
        </p:spPr>
      </p:sp>
      <p:sp>
        <p:nvSpPr>
          <p:cNvPr id="95" name="!!text-3q1" descr="需複核"/>
          <p:cNvSpPr txBox="1"/>
          <p:nvPr/>
        </p:nvSpPr>
        <p:spPr>
          <a:xfrm>
            <a:off x="8015618" y="3339249"/>
            <a:ext cx="461471" cy="20248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01" kern="0" dirty="0">
                <a:solidFill>
                  <a:srgbClr val="5B6770"/>
                </a:solidFill>
                <a:latin typeface="Noto Sans TC Medium"/>
                <a:ea typeface="Noto Sans TC Medium"/>
                <a:cs typeface="Noto Sans TC Medium"/>
              </a:rPr>
              <a:t>需複核</a:t>
            </a:r>
            <a:endParaRPr lang="zh-TW" sz="1101"/>
          </a:p>
        </p:txBody>
      </p:sp>
      <p:sp>
        <p:nvSpPr>
          <p:cNvPr id="96" name="!!rect-3q5"/>
          <p:cNvSpPr/>
          <p:nvPr/>
        </p:nvSpPr>
        <p:spPr>
          <a:xfrm>
            <a:off x="7748651" y="3676263"/>
            <a:ext cx="1271270" cy="27967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35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97" name="!!circle-3q6"/>
          <p:cNvSpPr/>
          <p:nvPr/>
        </p:nvSpPr>
        <p:spPr>
          <a:xfrm>
            <a:off x="7856709" y="3771608"/>
            <a:ext cx="88989" cy="88989"/>
          </a:xfrm>
          <a:prstGeom prst="ellipse">
            <a:avLst/>
          </a:prstGeom>
          <a:solidFill>
            <a:srgbClr val="D64545"/>
          </a:solidFill>
          <a:ln>
            <a:noFill/>
          </a:ln>
        </p:spPr>
      </p:sp>
      <p:sp>
        <p:nvSpPr>
          <p:cNvPr id="98" name="!!text-3q7" descr="違規"/>
          <p:cNvSpPr txBox="1"/>
          <p:nvPr/>
        </p:nvSpPr>
        <p:spPr>
          <a:xfrm>
            <a:off x="8015618" y="3707917"/>
            <a:ext cx="321631" cy="20248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01" kern="0" dirty="0">
                <a:solidFill>
                  <a:srgbClr val="5B6770"/>
                </a:solidFill>
                <a:latin typeface="Noto Sans TC Medium"/>
                <a:ea typeface="Noto Sans TC Medium"/>
                <a:cs typeface="Noto Sans TC Medium"/>
              </a:rPr>
              <a:t>違規</a:t>
            </a:r>
            <a:endParaRPr lang="zh-TW" sz="1101"/>
          </a:p>
        </p:txBody>
      </p:sp>
      <p:sp>
        <p:nvSpPr>
          <p:cNvPr id="99" name="!!text-3qb" descr="信心值"/>
          <p:cNvSpPr txBox="1"/>
          <p:nvPr/>
        </p:nvSpPr>
        <p:spPr>
          <a:xfrm>
            <a:off x="7748651" y="4067051"/>
            <a:ext cx="461471" cy="20248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01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信心值</a:t>
            </a:r>
            <a:endParaRPr lang="zh-TW" sz="1101"/>
          </a:p>
        </p:txBody>
      </p:sp>
      <p:sp>
        <p:nvSpPr>
          <p:cNvPr id="100" name="!!rect-3qf"/>
          <p:cNvSpPr/>
          <p:nvPr/>
        </p:nvSpPr>
        <p:spPr>
          <a:xfrm>
            <a:off x="8231734" y="4159345"/>
            <a:ext cx="788187" cy="63564"/>
          </a:xfrm>
          <a:prstGeom prst="roundRect">
            <a:avLst>
              <a:gd name="adj" fmla="val 50000"/>
            </a:avLst>
          </a:prstGeom>
          <a:solidFill>
            <a:srgbClr val="E3E7EA"/>
          </a:solidFill>
          <a:ln>
            <a:noFill/>
          </a:ln>
        </p:spPr>
      </p:sp>
      <p:sp>
        <p:nvSpPr>
          <p:cNvPr id="101" name="!!path-3qo"/>
          <p:cNvSpPr/>
          <p:nvPr/>
        </p:nvSpPr>
        <p:spPr>
          <a:xfrm>
            <a:off x="2981388" y="5811996"/>
            <a:ext cx="6229223" cy="1"/>
          </a:xfrm>
          <a:custGeom>
            <a:avLst/>
            <a:gdLst/>
            <a:ahLst/>
            <a:cxnLst/>
            <a:rect l="l" t="t" r="r" b="b"/>
            <a:pathLst>
              <a:path w="6229223" h="1" fill="none">
                <a:moveTo>
                  <a:pt x="0" y="0"/>
                </a:moveTo>
                <a:lnTo>
                  <a:pt x="6229223" y="0"/>
                </a:lnTo>
              </a:path>
            </a:pathLst>
          </a:custGeom>
          <a:noFill/>
          <a:ln w="12713" cap="rnd">
            <a:solidFill>
              <a:srgbClr val="E3E7EA"/>
            </a:solidFill>
            <a:prstDash val="solid"/>
            <a:round/>
          </a:ln>
        </p:spPr>
      </p:sp>
      <p:sp>
        <p:nvSpPr>
          <p:cNvPr id="102" name="!!rect-3qv"/>
          <p:cNvSpPr/>
          <p:nvPr/>
        </p:nvSpPr>
        <p:spPr>
          <a:xfrm>
            <a:off x="3648805" y="5138223"/>
            <a:ext cx="1716215" cy="737337"/>
          </a:xfrm>
          <a:prstGeom prst="roundRect">
            <a:avLst>
              <a:gd name="adj" fmla="val 23810"/>
            </a:avLst>
          </a:prstGeom>
          <a:solidFill>
            <a:srgbClr val="0B1A26">
              <a:alpha val="12000"/>
            </a:srgbClr>
          </a:solidFill>
          <a:ln>
            <a:noFill/>
          </a:ln>
          <a:effectLst>
            <a:softEdge rad="223744"/>
          </a:effectLst>
        </p:spPr>
      </p:sp>
      <p:sp>
        <p:nvSpPr>
          <p:cNvPr id="103" name="!!rect-3qw"/>
          <p:cNvSpPr/>
          <p:nvPr/>
        </p:nvSpPr>
        <p:spPr>
          <a:xfrm>
            <a:off x="3712369" y="5150936"/>
            <a:ext cx="1589088" cy="559359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6356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104" name="!!rect-3qy"/>
          <p:cNvSpPr/>
          <p:nvPr/>
        </p:nvSpPr>
        <p:spPr>
          <a:xfrm>
            <a:off x="3814070" y="5227212"/>
            <a:ext cx="292392" cy="406806"/>
          </a:xfrm>
          <a:prstGeom prst="roundRect">
            <a:avLst>
              <a:gd name="adj" fmla="val 8696"/>
            </a:avLst>
          </a:prstGeom>
          <a:gradFill rotWithShape="1">
            <a:gsLst>
              <a:gs pos="0">
                <a:srgbClr val="5D856F"/>
              </a:gs>
              <a:gs pos="100000">
                <a:srgbClr val="3F624F"/>
              </a:gs>
            </a:gsLst>
            <a:lin ang="3257599" scaled="0"/>
          </a:gradFill>
          <a:ln>
            <a:noFill/>
          </a:ln>
        </p:spPr>
      </p:sp>
      <p:sp>
        <p:nvSpPr>
          <p:cNvPr id="105" name="!!rect-3qz"/>
          <p:cNvSpPr/>
          <p:nvPr/>
        </p:nvSpPr>
        <p:spPr>
          <a:xfrm>
            <a:off x="3840386" y="5227212"/>
            <a:ext cx="14620" cy="406806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</p:spPr>
      </p:sp>
      <p:sp>
        <p:nvSpPr>
          <p:cNvPr id="106" name="!!rect-3r0"/>
          <p:cNvSpPr/>
          <p:nvPr/>
        </p:nvSpPr>
        <p:spPr>
          <a:xfrm>
            <a:off x="3887168" y="5300437"/>
            <a:ext cx="163740" cy="28476"/>
          </a:xfrm>
          <a:prstGeom prst="roundRect">
            <a:avLst>
              <a:gd name="adj" fmla="val 28571"/>
            </a:avLst>
          </a:prstGeom>
          <a:solidFill>
            <a:srgbClr val="E7D9B8"/>
          </a:solidFill>
          <a:ln>
            <a:noFill/>
          </a:ln>
        </p:spPr>
      </p:sp>
      <p:sp>
        <p:nvSpPr>
          <p:cNvPr id="107" name="!!rect-3r1"/>
          <p:cNvSpPr/>
          <p:nvPr/>
        </p:nvSpPr>
        <p:spPr>
          <a:xfrm>
            <a:off x="3887168" y="5349254"/>
            <a:ext cx="111109" cy="18306"/>
          </a:xfrm>
          <a:prstGeom prst="roundRect">
            <a:avLst>
              <a:gd name="adj" fmla="val 44444"/>
            </a:avLst>
          </a:prstGeom>
          <a:solidFill>
            <a:srgbClr val="E7D9B8">
              <a:alpha val="72000"/>
            </a:srgbClr>
          </a:solidFill>
          <a:ln>
            <a:noFill/>
          </a:ln>
        </p:spPr>
      </p:sp>
      <p:sp>
        <p:nvSpPr>
          <p:cNvPr id="108" name="!!rect-3r2"/>
          <p:cNvSpPr/>
          <p:nvPr/>
        </p:nvSpPr>
        <p:spPr>
          <a:xfrm>
            <a:off x="3887168" y="5552657"/>
            <a:ext cx="81870" cy="16272"/>
          </a:xfrm>
          <a:prstGeom prst="roundRect">
            <a:avLst>
              <a:gd name="adj" fmla="val 50000"/>
            </a:avLst>
          </a:prstGeom>
          <a:solidFill>
            <a:srgbClr val="E7D9B8">
              <a:alpha val="55000"/>
            </a:srgbClr>
          </a:solidFill>
          <a:ln>
            <a:noFill/>
          </a:ln>
        </p:spPr>
      </p:sp>
      <p:sp>
        <p:nvSpPr>
          <p:cNvPr id="109" name="!!text-3r3" descr="統計學概論"/>
          <p:cNvSpPr txBox="1"/>
          <p:nvPr/>
        </p:nvSpPr>
        <p:spPr>
          <a:xfrm>
            <a:off x="4195451" y="5221873"/>
            <a:ext cx="808528" cy="22089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01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統計學概論</a:t>
            </a:r>
            <a:endParaRPr lang="zh-TW" sz="1201"/>
          </a:p>
        </p:txBody>
      </p:sp>
      <p:sp>
        <p:nvSpPr>
          <p:cNvPr id="110" name="!!text-3r9" descr="$280"/>
          <p:cNvSpPr txBox="1"/>
          <p:nvPr/>
        </p:nvSpPr>
        <p:spPr>
          <a:xfrm>
            <a:off x="4195451" y="5427310"/>
            <a:ext cx="377008" cy="20248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01" kern="0" dirty="0">
                <a:solidFill>
                  <a:srgbClr val="627D8D"/>
                </a:solidFill>
                <a:latin typeface="Noto Sans TC ExtraBold"/>
                <a:ea typeface="Noto Sans TC ExtraBold"/>
                <a:cs typeface="Noto Sans TC ExtraBold"/>
              </a:rPr>
              <a:t>$280</a:t>
            </a:r>
            <a:endParaRPr lang="zh-TW" sz="1101"/>
          </a:p>
        </p:txBody>
      </p:sp>
      <p:sp>
        <p:nvSpPr>
          <p:cNvPr id="111" name="!!text-3sg" descr="上架審核"/>
          <p:cNvSpPr txBox="1"/>
          <p:nvPr/>
        </p:nvSpPr>
        <p:spPr>
          <a:xfrm>
            <a:off x="705815" y="632588"/>
            <a:ext cx="710894" cy="22089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01" b="1" kern="0" spc="144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上架審</a:t>
            </a:r>
            <a:r>
              <a:rPr lang="zh-TW" altLang="en-US" sz="1201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核</a:t>
            </a:r>
            <a:endParaRPr lang="zh-TW" sz="1201"/>
          </a:p>
        </p:txBody>
      </p:sp>
      <p:sp>
        <p:nvSpPr>
          <p:cNvPr id="112" name="!!text-3sq" descr="規則＋AI，雙層把關"/>
          <p:cNvSpPr txBox="1"/>
          <p:nvPr/>
        </p:nvSpPr>
        <p:spPr>
          <a:xfrm>
            <a:off x="705815" y="901589"/>
            <a:ext cx="4032418" cy="66268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3604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規則＋A</a:t>
            </a:r>
            <a:r>
              <a:rPr lang="zh-TW" altLang="en-US" sz="3604" kern="0" spc="-1081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I</a:t>
            </a:r>
            <a:r>
              <a:rPr lang="zh-TW" altLang="en-US" sz="3604" kern="0" spc="-649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，</a:t>
            </a:r>
            <a:r>
              <a:rPr lang="zh-TW" altLang="en-US" sz="3604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雙層把關</a:t>
            </a:r>
            <a:endParaRPr lang="zh-TW" sz="3604"/>
          </a:p>
        </p:txBody>
      </p:sp>
      <p:sp>
        <p:nvSpPr>
          <p:cNvPr id="113" name="!!text-3t5" descr="規則即時攔截售價異常，AI 再判讀照片，必要時交由管理員複核。"/>
          <p:cNvSpPr txBox="1"/>
          <p:nvPr/>
        </p:nvSpPr>
        <p:spPr>
          <a:xfrm>
            <a:off x="705815" y="1618076"/>
            <a:ext cx="5616980" cy="2761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502" kern="0" dirty="0">
                <a:solidFill>
                  <a:srgbClr val="3F4A54"/>
                </a:solidFill>
                <a:latin typeface="Noto Sans TC Medium"/>
                <a:ea typeface="Noto Sans TC Medium"/>
                <a:cs typeface="Noto Sans TC Medium"/>
              </a:rPr>
              <a:t>規則即時攔截售價異常，AI 再判讀照片，必要時交由管理員複核。</a:t>
            </a:r>
            <a:endParaRPr lang="zh-TW" sz="1502"/>
          </a:p>
        </p:txBody>
      </p:sp>
      <p:sp>
        <p:nvSpPr>
          <p:cNvPr id="114" name="!!path-9ic"/>
          <p:cNvSpPr/>
          <p:nvPr/>
        </p:nvSpPr>
        <p:spPr>
          <a:xfrm>
            <a:off x="381000" y="306527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15" name="!!path-9id"/>
          <p:cNvSpPr/>
          <p:nvPr/>
        </p:nvSpPr>
        <p:spPr>
          <a:xfrm>
            <a:off x="381000" y="308153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16" name="!!path-9ie"/>
          <p:cNvSpPr/>
          <p:nvPr/>
        </p:nvSpPr>
        <p:spPr>
          <a:xfrm>
            <a:off x="381000" y="309778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17" name="!!path-9if"/>
          <p:cNvSpPr/>
          <p:nvPr/>
        </p:nvSpPr>
        <p:spPr>
          <a:xfrm>
            <a:off x="381000" y="311404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18" name="!!path-9ig"/>
          <p:cNvSpPr/>
          <p:nvPr/>
        </p:nvSpPr>
        <p:spPr>
          <a:xfrm>
            <a:off x="381000" y="313030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19" name="!!path-9ih"/>
          <p:cNvSpPr/>
          <p:nvPr/>
        </p:nvSpPr>
        <p:spPr>
          <a:xfrm>
            <a:off x="381000" y="314655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20" name="!!path-9ii"/>
          <p:cNvSpPr/>
          <p:nvPr/>
        </p:nvSpPr>
        <p:spPr>
          <a:xfrm>
            <a:off x="381000" y="316281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21" name="!!path-9ij"/>
          <p:cNvSpPr/>
          <p:nvPr/>
        </p:nvSpPr>
        <p:spPr>
          <a:xfrm>
            <a:off x="381000" y="317906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22" name="!!path-9ik"/>
          <p:cNvSpPr/>
          <p:nvPr/>
        </p:nvSpPr>
        <p:spPr>
          <a:xfrm>
            <a:off x="419608" y="269342"/>
            <a:ext cx="128422" cy="122936"/>
          </a:xfrm>
          <a:custGeom>
            <a:avLst/>
            <a:gdLst/>
            <a:ahLst/>
            <a:cxnLst/>
            <a:rect l="l" t="t" r="r" b="b"/>
            <a:pathLst>
              <a:path w="128422" h="122936">
                <a:moveTo>
                  <a:pt x="0" y="17678"/>
                </a:moveTo>
                <a:lnTo>
                  <a:pt x="8128" y="5080"/>
                </a:lnTo>
                <a:cubicBezTo>
                  <a:pt x="32512" y="0"/>
                  <a:pt x="73152" y="7112"/>
                  <a:pt x="101600" y="26416"/>
                </a:cubicBezTo>
                <a:cubicBezTo>
                  <a:pt x="116840" y="37186"/>
                  <a:pt x="124968" y="49784"/>
                  <a:pt x="128422" y="62992"/>
                </a:cubicBezTo>
                <a:lnTo>
                  <a:pt x="128422" y="122936"/>
                </a:lnTo>
                <a:lnTo>
                  <a:pt x="0" y="1229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23" name="!!path-9il"/>
          <p:cNvSpPr/>
          <p:nvPr/>
        </p:nvSpPr>
        <p:spPr>
          <a:xfrm>
            <a:off x="419608" y="269342"/>
            <a:ext cx="128422" cy="62992"/>
          </a:xfrm>
          <a:custGeom>
            <a:avLst/>
            <a:gdLst/>
            <a:ahLst/>
            <a:cxnLst/>
            <a:rect l="l" t="t" r="r" b="b"/>
            <a:pathLst>
              <a:path w="128422" h="62992" fill="none">
                <a:moveTo>
                  <a:pt x="128422" y="62992"/>
                </a:moveTo>
                <a:cubicBezTo>
                  <a:pt x="124968" y="49784"/>
                  <a:pt x="116840" y="37186"/>
                  <a:pt x="101600" y="26416"/>
                </a:cubicBezTo>
                <a:cubicBezTo>
                  <a:pt x="73152" y="7112"/>
                  <a:pt x="32512" y="0"/>
                  <a:pt x="8128" y="5080"/>
                </a:cubicBezTo>
                <a:lnTo>
                  <a:pt x="0" y="1767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24" name="!!path-9im"/>
          <p:cNvSpPr/>
          <p:nvPr/>
        </p:nvSpPr>
        <p:spPr>
          <a:xfrm>
            <a:off x="407010" y="281534"/>
            <a:ext cx="141021" cy="110744"/>
          </a:xfrm>
          <a:custGeom>
            <a:avLst/>
            <a:gdLst/>
            <a:ahLst/>
            <a:cxnLst/>
            <a:rect l="l" t="t" r="r" b="b"/>
            <a:pathLst>
              <a:path w="141021" h="110744">
                <a:moveTo>
                  <a:pt x="0" y="22352"/>
                </a:moveTo>
                <a:lnTo>
                  <a:pt x="6502" y="6502"/>
                </a:lnTo>
                <a:cubicBezTo>
                  <a:pt x="36982" y="0"/>
                  <a:pt x="79654" y="7112"/>
                  <a:pt x="110134" y="25400"/>
                </a:cubicBezTo>
                <a:cubicBezTo>
                  <a:pt x="126390" y="35154"/>
                  <a:pt x="136550" y="49784"/>
                  <a:pt x="141021" y="62992"/>
                </a:cubicBezTo>
                <a:lnTo>
                  <a:pt x="141021" y="110744"/>
                </a:lnTo>
                <a:lnTo>
                  <a:pt x="0" y="110744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25" name="!!path-9in"/>
          <p:cNvSpPr/>
          <p:nvPr/>
        </p:nvSpPr>
        <p:spPr>
          <a:xfrm>
            <a:off x="407010" y="281534"/>
            <a:ext cx="141021" cy="62992"/>
          </a:xfrm>
          <a:custGeom>
            <a:avLst/>
            <a:gdLst/>
            <a:ahLst/>
            <a:cxnLst/>
            <a:rect l="l" t="t" r="r" b="b"/>
            <a:pathLst>
              <a:path w="141021" h="62992" fill="none">
                <a:moveTo>
                  <a:pt x="141021" y="62992"/>
                </a:moveTo>
                <a:cubicBezTo>
                  <a:pt x="136550" y="49784"/>
                  <a:pt x="126390" y="35154"/>
                  <a:pt x="110134" y="25400"/>
                </a:cubicBezTo>
                <a:cubicBezTo>
                  <a:pt x="79654" y="7112"/>
                  <a:pt x="36982" y="0"/>
                  <a:pt x="6502" y="6502"/>
                </a:cubicBezTo>
                <a:lnTo>
                  <a:pt x="0" y="22352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26" name="!!path-9io"/>
          <p:cNvSpPr/>
          <p:nvPr/>
        </p:nvSpPr>
        <p:spPr>
          <a:xfrm>
            <a:off x="395834" y="294742"/>
            <a:ext cx="151790" cy="97536"/>
          </a:xfrm>
          <a:custGeom>
            <a:avLst/>
            <a:gdLst/>
            <a:ahLst/>
            <a:cxnLst/>
            <a:rect l="l" t="t" r="r" b="b"/>
            <a:pathLst>
              <a:path w="151790" h="97536">
                <a:moveTo>
                  <a:pt x="0" y="23165"/>
                </a:moveTo>
                <a:lnTo>
                  <a:pt x="3861" y="12598"/>
                </a:lnTo>
                <a:cubicBezTo>
                  <a:pt x="37998" y="0"/>
                  <a:pt x="84734" y="5080"/>
                  <a:pt x="117246" y="21946"/>
                </a:cubicBezTo>
                <a:cubicBezTo>
                  <a:pt x="135534" y="31496"/>
                  <a:pt x="146710" y="43688"/>
                  <a:pt x="151790" y="55270"/>
                </a:cubicBezTo>
                <a:lnTo>
                  <a:pt x="151790" y="97536"/>
                </a:lnTo>
                <a:lnTo>
                  <a:pt x="0" y="975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27" name="!!path-9ip"/>
          <p:cNvSpPr/>
          <p:nvPr/>
        </p:nvSpPr>
        <p:spPr>
          <a:xfrm>
            <a:off x="395834" y="294742"/>
            <a:ext cx="151790" cy="55270"/>
          </a:xfrm>
          <a:custGeom>
            <a:avLst/>
            <a:gdLst/>
            <a:ahLst/>
            <a:cxnLst/>
            <a:rect l="l" t="t" r="r" b="b"/>
            <a:pathLst>
              <a:path w="151790" h="55270" fill="none">
                <a:moveTo>
                  <a:pt x="151790" y="55270"/>
                </a:moveTo>
                <a:cubicBezTo>
                  <a:pt x="146710" y="43688"/>
                  <a:pt x="135534" y="31496"/>
                  <a:pt x="117246" y="21946"/>
                </a:cubicBezTo>
                <a:cubicBezTo>
                  <a:pt x="84734" y="5080"/>
                  <a:pt x="37998" y="0"/>
                  <a:pt x="3861" y="12598"/>
                </a:cubicBezTo>
                <a:lnTo>
                  <a:pt x="0" y="23165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28" name="!!path-9iq"/>
          <p:cNvSpPr/>
          <p:nvPr/>
        </p:nvSpPr>
        <p:spPr>
          <a:xfrm>
            <a:off x="548234" y="264262"/>
            <a:ext cx="120294" cy="128016"/>
          </a:xfrm>
          <a:custGeom>
            <a:avLst/>
            <a:gdLst/>
            <a:ahLst/>
            <a:cxnLst/>
            <a:rect l="l" t="t" r="r" b="b"/>
            <a:pathLst>
              <a:path w="120294" h="128016">
                <a:moveTo>
                  <a:pt x="120294" y="18288"/>
                </a:moveTo>
                <a:lnTo>
                  <a:pt x="113589" y="4470"/>
                </a:lnTo>
                <a:cubicBezTo>
                  <a:pt x="86766" y="0"/>
                  <a:pt x="44094" y="10160"/>
                  <a:pt x="17678" y="30480"/>
                </a:cubicBezTo>
                <a:cubicBezTo>
                  <a:pt x="6502" y="39624"/>
                  <a:pt x="1422" y="52832"/>
                  <a:pt x="0" y="67056"/>
                </a:cubicBezTo>
                <a:lnTo>
                  <a:pt x="0" y="128016"/>
                </a:lnTo>
                <a:lnTo>
                  <a:pt x="120294" y="12801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29" name="!!path-9ir"/>
          <p:cNvSpPr/>
          <p:nvPr/>
        </p:nvSpPr>
        <p:spPr>
          <a:xfrm>
            <a:off x="548234" y="264262"/>
            <a:ext cx="120294" cy="67056"/>
          </a:xfrm>
          <a:custGeom>
            <a:avLst/>
            <a:gdLst/>
            <a:ahLst/>
            <a:cxnLst/>
            <a:rect l="l" t="t" r="r" b="b"/>
            <a:pathLst>
              <a:path w="120294" h="67056" fill="none">
                <a:moveTo>
                  <a:pt x="0" y="67056"/>
                </a:moveTo>
                <a:cubicBezTo>
                  <a:pt x="1422" y="52832"/>
                  <a:pt x="6502" y="39624"/>
                  <a:pt x="17678" y="30480"/>
                </a:cubicBezTo>
                <a:cubicBezTo>
                  <a:pt x="44094" y="10160"/>
                  <a:pt x="86766" y="0"/>
                  <a:pt x="113589" y="4470"/>
                </a:cubicBezTo>
                <a:lnTo>
                  <a:pt x="120294" y="1828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30" name="!!path-9is"/>
          <p:cNvSpPr/>
          <p:nvPr/>
        </p:nvSpPr>
        <p:spPr>
          <a:xfrm>
            <a:off x="548437" y="279502"/>
            <a:ext cx="133299" cy="112776"/>
          </a:xfrm>
          <a:custGeom>
            <a:avLst/>
            <a:gdLst/>
            <a:ahLst/>
            <a:cxnLst/>
            <a:rect l="l" t="t" r="r" b="b"/>
            <a:pathLst>
              <a:path w="133299" h="112776">
                <a:moveTo>
                  <a:pt x="133299" y="19710"/>
                </a:moveTo>
                <a:lnTo>
                  <a:pt x="127203" y="3048"/>
                </a:lnTo>
                <a:cubicBezTo>
                  <a:pt x="94691" y="0"/>
                  <a:pt x="54051" y="11176"/>
                  <a:pt x="27635" y="30683"/>
                </a:cubicBezTo>
                <a:cubicBezTo>
                  <a:pt x="13411" y="41250"/>
                  <a:pt x="4267" y="53848"/>
                  <a:pt x="0" y="65024"/>
                </a:cubicBezTo>
                <a:lnTo>
                  <a:pt x="0" y="112776"/>
                </a:lnTo>
                <a:lnTo>
                  <a:pt x="133299" y="11277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31" name="!!path-9it"/>
          <p:cNvSpPr/>
          <p:nvPr/>
        </p:nvSpPr>
        <p:spPr>
          <a:xfrm>
            <a:off x="548437" y="279502"/>
            <a:ext cx="133299" cy="65024"/>
          </a:xfrm>
          <a:custGeom>
            <a:avLst/>
            <a:gdLst/>
            <a:ahLst/>
            <a:cxnLst/>
            <a:rect l="l" t="t" r="r" b="b"/>
            <a:pathLst>
              <a:path w="133299" h="65024" fill="none">
                <a:moveTo>
                  <a:pt x="0" y="65024"/>
                </a:moveTo>
                <a:cubicBezTo>
                  <a:pt x="4267" y="53848"/>
                  <a:pt x="13411" y="41250"/>
                  <a:pt x="27635" y="30683"/>
                </a:cubicBezTo>
                <a:cubicBezTo>
                  <a:pt x="54051" y="11176"/>
                  <a:pt x="94691" y="0"/>
                  <a:pt x="127203" y="3048"/>
                </a:cubicBezTo>
                <a:lnTo>
                  <a:pt x="133299" y="19710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32" name="!!path-9iu"/>
          <p:cNvSpPr/>
          <p:nvPr/>
        </p:nvSpPr>
        <p:spPr>
          <a:xfrm>
            <a:off x="548843" y="293726"/>
            <a:ext cx="142646" cy="98552"/>
          </a:xfrm>
          <a:custGeom>
            <a:avLst/>
            <a:gdLst/>
            <a:ahLst/>
            <a:cxnLst/>
            <a:rect l="l" t="t" r="r" b="b"/>
            <a:pathLst>
              <a:path w="142646" h="98552">
                <a:moveTo>
                  <a:pt x="142646" y="18898"/>
                </a:moveTo>
                <a:lnTo>
                  <a:pt x="139802" y="8738"/>
                </a:lnTo>
                <a:cubicBezTo>
                  <a:pt x="106477" y="0"/>
                  <a:pt x="63805" y="5080"/>
                  <a:pt x="35357" y="19304"/>
                </a:cubicBezTo>
                <a:cubicBezTo>
                  <a:pt x="17069" y="28448"/>
                  <a:pt x="5893" y="42672"/>
                  <a:pt x="0" y="56286"/>
                </a:cubicBezTo>
                <a:lnTo>
                  <a:pt x="0" y="98552"/>
                </a:lnTo>
                <a:lnTo>
                  <a:pt x="142646" y="98552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33" name="!!path-9iv"/>
          <p:cNvSpPr/>
          <p:nvPr/>
        </p:nvSpPr>
        <p:spPr>
          <a:xfrm>
            <a:off x="548843" y="293726"/>
            <a:ext cx="142646" cy="56286"/>
          </a:xfrm>
          <a:custGeom>
            <a:avLst/>
            <a:gdLst/>
            <a:ahLst/>
            <a:cxnLst/>
            <a:rect l="l" t="t" r="r" b="b"/>
            <a:pathLst>
              <a:path w="142646" h="56286" fill="none">
                <a:moveTo>
                  <a:pt x="0" y="56286"/>
                </a:moveTo>
                <a:cubicBezTo>
                  <a:pt x="5893" y="42672"/>
                  <a:pt x="17069" y="28448"/>
                  <a:pt x="35357" y="19304"/>
                </a:cubicBezTo>
                <a:cubicBezTo>
                  <a:pt x="63805" y="5080"/>
                  <a:pt x="106477" y="0"/>
                  <a:pt x="139802" y="8738"/>
                </a:cubicBezTo>
                <a:lnTo>
                  <a:pt x="142646" y="1889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34" name="!!path-9iw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627D8D"/>
              </a:gs>
              <a:gs pos="21794">
                <a:srgbClr val="627D8D"/>
              </a:gs>
              <a:gs pos="55376">
                <a:srgbClr val="627D8D"/>
              </a:gs>
              <a:gs pos="96421">
                <a:srgbClr val="98ABB7"/>
              </a:gs>
              <a:gs pos="100000">
                <a:srgbClr val="98ABB7"/>
              </a:gs>
            </a:gsLst>
            <a:lin ang="1983350" scaled="0"/>
          </a:gradFill>
          <a:ln>
            <a:noFill/>
          </a:ln>
        </p:spPr>
      </p:sp>
      <p:sp>
        <p:nvSpPr>
          <p:cNvPr id="135" name="!!path-9ix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0000"/>
                </a:srgbClr>
              </a:gs>
              <a:gs pos="4764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83333" t="79291" r="16667" b="20709"/>
            </a:path>
          </a:gradFill>
          <a:ln>
            <a:noFill/>
          </a:ln>
        </p:spPr>
      </p:sp>
      <p:sp>
        <p:nvSpPr>
          <p:cNvPr id="136" name="!!line-9iy"/>
          <p:cNvSpPr/>
          <p:nvPr/>
        </p:nvSpPr>
        <p:spPr>
          <a:xfrm>
            <a:off x="549046" y="363017"/>
            <a:ext cx="1" cy="153619"/>
          </a:xfrm>
          <a:custGeom>
            <a:avLst/>
            <a:gdLst/>
            <a:ahLst/>
            <a:cxnLst/>
            <a:rect l="l" t="t" r="r" b="b"/>
            <a:pathLst>
              <a:path w="1" h="153619">
                <a:moveTo>
                  <a:pt x="0" y="0"/>
                </a:moveTo>
                <a:lnTo>
                  <a:pt x="0" y="153619"/>
                </a:lnTo>
              </a:path>
            </a:pathLst>
          </a:custGeom>
          <a:solidFill>
            <a:srgbClr val="000000"/>
          </a:solidFill>
          <a:ln w="6909" cap="rnd">
            <a:solidFill>
              <a:srgbClr val="C9D3D9"/>
            </a:solidFill>
            <a:prstDash val="solid"/>
            <a:miter lim="800000"/>
          </a:ln>
        </p:spPr>
      </p:sp>
      <p:sp>
        <p:nvSpPr>
          <p:cNvPr id="137" name="!!path-9iz"/>
          <p:cNvSpPr/>
          <p:nvPr/>
        </p:nvSpPr>
        <p:spPr>
          <a:xfrm>
            <a:off x="657962" y="442062"/>
            <a:ext cx="25400" cy="37998"/>
          </a:xfrm>
          <a:custGeom>
            <a:avLst/>
            <a:gdLst/>
            <a:ahLst/>
            <a:cxnLst/>
            <a:rect l="l" t="t" r="r" b="b"/>
            <a:pathLst>
              <a:path w="25400" h="37998">
                <a:moveTo>
                  <a:pt x="0" y="2642"/>
                </a:moveTo>
                <a:lnTo>
                  <a:pt x="15240" y="0"/>
                </a:lnTo>
                <a:lnTo>
                  <a:pt x="25400" y="37186"/>
                </a:lnTo>
                <a:lnTo>
                  <a:pt x="7518" y="37998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 w="1016" cap="flat">
            <a:solidFill>
              <a:srgbClr val="FFFFFF">
                <a:alpha val="55000"/>
              </a:srgbClr>
            </a:solidFill>
            <a:prstDash val="solid"/>
            <a:round/>
          </a:ln>
        </p:spPr>
      </p:sp>
      <p:sp>
        <p:nvSpPr>
          <p:cNvPr id="138" name="!!text-9j0" descr="救「舊」我的書"/>
          <p:cNvSpPr txBox="1"/>
          <p:nvPr/>
        </p:nvSpPr>
        <p:spPr>
          <a:xfrm>
            <a:off x="805879" y="251460"/>
            <a:ext cx="1120140" cy="25745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400" b="1" kern="0" spc="-70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救</a:t>
            </a:r>
            <a:r>
              <a:rPr lang="zh-TW" altLang="en-US" sz="14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「舊</a:t>
            </a:r>
            <a:r>
              <a:rPr lang="zh-TW" altLang="en-US" sz="1400" b="1" kern="0" spc="-70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」</a:t>
            </a:r>
            <a:r>
              <a:rPr lang="zh-TW" altLang="en-US" sz="14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我的書</a:t>
            </a:r>
            <a:endParaRPr lang="zh-TW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fast" p14:dur="1900" advTm="200">
        <p159:morph option="byObject"/>
      </p:transition>
    </mc:Choice>
    <mc:Fallback>
      <p:transition spd="fast" advTm="200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73.3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rect-1q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7"/>
          </a:solidFill>
          <a:ln>
            <a:noFill/>
          </a:ln>
        </p:spPr>
      </p:sp>
      <p:sp>
        <p:nvSpPr>
          <p:cNvPr id="3" name="!!ellipse-1q2"/>
          <p:cNvSpPr/>
          <p:nvPr/>
        </p:nvSpPr>
        <p:spPr>
          <a:xfrm>
            <a:off x="-889000" y="-952500"/>
            <a:ext cx="13970000" cy="7874000"/>
          </a:xfrm>
          <a:prstGeom prst="ellipse">
            <a:avLst/>
          </a:prstGeom>
          <a:gradFill rotWithShape="1">
            <a:gsLst>
              <a:gs pos="0">
                <a:srgbClr val="FFFFFF">
                  <a:alpha val="95000"/>
                </a:srgbClr>
              </a:gs>
              <a:gs pos="40865">
                <a:srgbClr val="FFFFFF">
                  <a:alpha val="35000"/>
                </a:srgbClr>
              </a:gs>
              <a:gs pos="68108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!!rect-1q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P1"/>
            <a:srcRect/>
            <a:tile tx="29780" ty="119844" sx="16667" sy="16667" flip="none" algn="tl"/>
          </a:blipFill>
          <a:ln>
            <a:noFill/>
          </a:ln>
        </p:spPr>
      </p:sp>
      <p:sp>
        <p:nvSpPr>
          <p:cNvPr id="5" name="!!circle-1qc"/>
          <p:cNvSpPr/>
          <p:nvPr/>
        </p:nvSpPr>
        <p:spPr>
          <a:xfrm>
            <a:off x="11779945" y="5396574"/>
            <a:ext cx="2495906" cy="2495906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" name="!!circle-1qf"/>
          <p:cNvSpPr/>
          <p:nvPr/>
        </p:nvSpPr>
        <p:spPr>
          <a:xfrm>
            <a:off x="8780986" y="2896071"/>
            <a:ext cx="1998675" cy="1998675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7" name="!!circle-1qy"/>
          <p:cNvSpPr/>
          <p:nvPr/>
        </p:nvSpPr>
        <p:spPr>
          <a:xfrm>
            <a:off x="6846866" y="2575612"/>
            <a:ext cx="2674569" cy="2674569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8" name="!!circle-1sb"/>
          <p:cNvSpPr/>
          <p:nvPr/>
        </p:nvSpPr>
        <p:spPr>
          <a:xfrm>
            <a:off x="8503357" y="5320291"/>
            <a:ext cx="1718970" cy="1718970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9" name="!!rect-1sh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5F7">
                  <a:alpha val="0"/>
                </a:srgbClr>
              </a:gs>
              <a:gs pos="20428">
                <a:srgbClr val="F3F5F7">
                  <a:alpha val="0"/>
                </a:srgbClr>
              </a:gs>
              <a:gs pos="66730">
                <a:srgbClr val="F3F5F7"/>
              </a:gs>
              <a:gs pos="100000">
                <a:srgbClr val="F3F5F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0" name="!!circle-1sj"/>
          <p:cNvSpPr/>
          <p:nvPr/>
        </p:nvSpPr>
        <p:spPr>
          <a:xfrm>
            <a:off x="104529" y="161865"/>
            <a:ext cx="50038" cy="50038"/>
          </a:xfrm>
          <a:prstGeom prst="ellipse">
            <a:avLst/>
          </a:prstGeom>
          <a:solidFill>
            <a:srgbClr val="627D8D">
              <a:alpha val="25400"/>
            </a:srgbClr>
          </a:solidFill>
          <a:ln>
            <a:noFill/>
          </a:ln>
        </p:spPr>
      </p:sp>
      <p:sp>
        <p:nvSpPr>
          <p:cNvPr id="11" name="!!circle-1sm"/>
          <p:cNvSpPr/>
          <p:nvPr/>
        </p:nvSpPr>
        <p:spPr>
          <a:xfrm>
            <a:off x="5618379" y="1462762"/>
            <a:ext cx="36055" cy="36055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12" name="!!circle-1sp"/>
          <p:cNvSpPr/>
          <p:nvPr/>
        </p:nvSpPr>
        <p:spPr>
          <a:xfrm>
            <a:off x="9308475" y="3368576"/>
            <a:ext cx="24295" cy="24295"/>
          </a:xfrm>
          <a:prstGeom prst="ellipse">
            <a:avLst/>
          </a:prstGeom>
          <a:solidFill>
            <a:srgbClr val="627D8D">
              <a:alpha val="18100"/>
            </a:srgbClr>
          </a:solidFill>
          <a:ln>
            <a:noFill/>
          </a:ln>
        </p:spPr>
      </p:sp>
      <p:sp>
        <p:nvSpPr>
          <p:cNvPr id="13" name="!!circle-1ss"/>
          <p:cNvSpPr/>
          <p:nvPr/>
        </p:nvSpPr>
        <p:spPr>
          <a:xfrm>
            <a:off x="3550263" y="6547825"/>
            <a:ext cx="25959" cy="25959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14" name="!!circle-1sv"/>
          <p:cNvSpPr/>
          <p:nvPr/>
        </p:nvSpPr>
        <p:spPr>
          <a:xfrm>
            <a:off x="1924978" y="1863830"/>
            <a:ext cx="35878" cy="35878"/>
          </a:xfrm>
          <a:prstGeom prst="ellipse">
            <a:avLst/>
          </a:prstGeom>
          <a:solidFill>
            <a:srgbClr val="627D8D">
              <a:alpha val="26800"/>
            </a:srgbClr>
          </a:solidFill>
          <a:ln>
            <a:noFill/>
          </a:ln>
        </p:spPr>
      </p:sp>
      <p:sp>
        <p:nvSpPr>
          <p:cNvPr id="15" name="!!circle-1sy"/>
          <p:cNvSpPr/>
          <p:nvPr/>
        </p:nvSpPr>
        <p:spPr>
          <a:xfrm>
            <a:off x="6789372" y="3976295"/>
            <a:ext cx="40234" cy="40234"/>
          </a:xfrm>
          <a:prstGeom prst="ellipse">
            <a:avLst/>
          </a:prstGeom>
          <a:solidFill>
            <a:srgbClr val="627D8D">
              <a:alpha val="31300"/>
            </a:srgbClr>
          </a:solidFill>
          <a:ln>
            <a:noFill/>
          </a:ln>
        </p:spPr>
      </p:sp>
      <p:sp>
        <p:nvSpPr>
          <p:cNvPr id="16" name="!!circle-1t1"/>
          <p:cNvSpPr/>
          <p:nvPr/>
        </p:nvSpPr>
        <p:spPr>
          <a:xfrm>
            <a:off x="10011863" y="51136"/>
            <a:ext cx="23559" cy="23559"/>
          </a:xfrm>
          <a:prstGeom prst="ellipse">
            <a:avLst/>
          </a:prstGeom>
          <a:solidFill>
            <a:srgbClr val="627D8D">
              <a:alpha val="17900"/>
            </a:srgbClr>
          </a:solidFill>
          <a:ln>
            <a:noFill/>
          </a:ln>
        </p:spPr>
      </p:sp>
      <p:sp>
        <p:nvSpPr>
          <p:cNvPr id="17" name="!!circle-1t4"/>
          <p:cNvSpPr/>
          <p:nvPr/>
        </p:nvSpPr>
        <p:spPr>
          <a:xfrm>
            <a:off x="1121340" y="5028742"/>
            <a:ext cx="29959" cy="29959"/>
          </a:xfrm>
          <a:prstGeom prst="ellipse">
            <a:avLst/>
          </a:prstGeom>
          <a:solidFill>
            <a:srgbClr val="627D8D">
              <a:alpha val="19400"/>
            </a:srgbClr>
          </a:solidFill>
          <a:ln>
            <a:noFill/>
          </a:ln>
        </p:spPr>
      </p:sp>
      <p:sp>
        <p:nvSpPr>
          <p:cNvPr id="18" name="!!circle-1t7"/>
          <p:cNvSpPr/>
          <p:nvPr/>
        </p:nvSpPr>
        <p:spPr>
          <a:xfrm>
            <a:off x="8508997" y="4574520"/>
            <a:ext cx="28702" cy="28702"/>
          </a:xfrm>
          <a:prstGeom prst="ellipse">
            <a:avLst/>
          </a:prstGeom>
          <a:solidFill>
            <a:srgbClr val="627D8D">
              <a:alpha val="17800"/>
            </a:srgbClr>
          </a:solidFill>
          <a:ln>
            <a:noFill/>
          </a:ln>
        </p:spPr>
      </p:sp>
      <p:sp>
        <p:nvSpPr>
          <p:cNvPr id="19" name="!!circle-1ta"/>
          <p:cNvSpPr/>
          <p:nvPr/>
        </p:nvSpPr>
        <p:spPr>
          <a:xfrm>
            <a:off x="11056147" y="2012567"/>
            <a:ext cx="24066" cy="24066"/>
          </a:xfrm>
          <a:prstGeom prst="ellipse">
            <a:avLst/>
          </a:prstGeom>
          <a:solidFill>
            <a:srgbClr val="627D8D">
              <a:alpha val="23900"/>
            </a:srgbClr>
          </a:solidFill>
          <a:ln>
            <a:noFill/>
          </a:ln>
        </p:spPr>
      </p:sp>
      <p:sp>
        <p:nvSpPr>
          <p:cNvPr id="20" name="!!circle-1td"/>
          <p:cNvSpPr/>
          <p:nvPr/>
        </p:nvSpPr>
        <p:spPr>
          <a:xfrm>
            <a:off x="8382950" y="6025553"/>
            <a:ext cx="35865" cy="35865"/>
          </a:xfrm>
          <a:prstGeom prst="ellipse">
            <a:avLst/>
          </a:prstGeom>
          <a:solidFill>
            <a:srgbClr val="627D8D">
              <a:alpha val="28200"/>
            </a:srgbClr>
          </a:solidFill>
          <a:ln>
            <a:noFill/>
          </a:ln>
        </p:spPr>
      </p:sp>
      <p:sp>
        <p:nvSpPr>
          <p:cNvPr id="21" name="!!circle-1tg"/>
          <p:cNvSpPr/>
          <p:nvPr/>
        </p:nvSpPr>
        <p:spPr>
          <a:xfrm>
            <a:off x="1454411" y="3254352"/>
            <a:ext cx="39218" cy="39218"/>
          </a:xfrm>
          <a:prstGeom prst="ellipse">
            <a:avLst/>
          </a:prstGeom>
          <a:solidFill>
            <a:srgbClr val="627D8D">
              <a:alpha val="29600"/>
            </a:srgbClr>
          </a:solidFill>
          <a:ln>
            <a:noFill/>
          </a:ln>
        </p:spPr>
      </p:sp>
      <p:sp>
        <p:nvSpPr>
          <p:cNvPr id="22" name="!!circle-1tj"/>
          <p:cNvSpPr/>
          <p:nvPr/>
        </p:nvSpPr>
        <p:spPr>
          <a:xfrm>
            <a:off x="7151216" y="6264604"/>
            <a:ext cx="49733" cy="49733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3" name="!!circle-1tm"/>
          <p:cNvSpPr/>
          <p:nvPr/>
        </p:nvSpPr>
        <p:spPr>
          <a:xfrm>
            <a:off x="6337526" y="1925783"/>
            <a:ext cx="41694" cy="41694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4" name="!!circle-1tp"/>
          <p:cNvSpPr/>
          <p:nvPr/>
        </p:nvSpPr>
        <p:spPr>
          <a:xfrm>
            <a:off x="6788896" y="5330753"/>
            <a:ext cx="31979" cy="31979"/>
          </a:xfrm>
          <a:prstGeom prst="ellipse">
            <a:avLst/>
          </a:prstGeom>
          <a:solidFill>
            <a:srgbClr val="627D8D">
              <a:alpha val="24100"/>
            </a:srgbClr>
          </a:solidFill>
          <a:ln>
            <a:noFill/>
          </a:ln>
        </p:spPr>
      </p:sp>
      <p:sp>
        <p:nvSpPr>
          <p:cNvPr id="25" name="!!circle-1ts"/>
          <p:cNvSpPr/>
          <p:nvPr/>
        </p:nvSpPr>
        <p:spPr>
          <a:xfrm>
            <a:off x="3845957" y="1259645"/>
            <a:ext cx="18085" cy="18085"/>
          </a:xfrm>
          <a:prstGeom prst="ellipse">
            <a:avLst/>
          </a:prstGeom>
          <a:solidFill>
            <a:srgbClr val="627D8D">
              <a:alpha val="10500"/>
            </a:srgbClr>
          </a:solidFill>
          <a:ln>
            <a:noFill/>
          </a:ln>
        </p:spPr>
      </p:sp>
      <p:sp>
        <p:nvSpPr>
          <p:cNvPr id="26" name="!!circle-1ty"/>
          <p:cNvSpPr/>
          <p:nvPr/>
        </p:nvSpPr>
        <p:spPr>
          <a:xfrm>
            <a:off x="3415688" y="6477555"/>
            <a:ext cx="39243" cy="39243"/>
          </a:xfrm>
          <a:prstGeom prst="ellipse">
            <a:avLst/>
          </a:prstGeom>
          <a:solidFill>
            <a:srgbClr val="627D8D">
              <a:alpha val="27700"/>
            </a:srgbClr>
          </a:solidFill>
          <a:ln>
            <a:noFill/>
          </a:ln>
        </p:spPr>
      </p:sp>
      <p:sp>
        <p:nvSpPr>
          <p:cNvPr id="27" name="!!circle-1u1"/>
          <p:cNvSpPr/>
          <p:nvPr/>
        </p:nvSpPr>
        <p:spPr>
          <a:xfrm>
            <a:off x="1663753" y="6663335"/>
            <a:ext cx="34519" cy="34519"/>
          </a:xfrm>
          <a:prstGeom prst="ellipse">
            <a:avLst/>
          </a:prstGeom>
          <a:solidFill>
            <a:srgbClr val="627D8D">
              <a:alpha val="22500"/>
            </a:srgbClr>
          </a:solidFill>
          <a:ln>
            <a:noFill/>
          </a:ln>
        </p:spPr>
      </p:sp>
      <p:sp>
        <p:nvSpPr>
          <p:cNvPr id="28" name="!!circle-1u4"/>
          <p:cNvSpPr/>
          <p:nvPr/>
        </p:nvSpPr>
        <p:spPr>
          <a:xfrm>
            <a:off x="2613625" y="5279980"/>
            <a:ext cx="46228" cy="46228"/>
          </a:xfrm>
          <a:prstGeom prst="ellipse">
            <a:avLst/>
          </a:prstGeom>
          <a:solidFill>
            <a:srgbClr val="627D8D">
              <a:alpha val="26200"/>
            </a:srgbClr>
          </a:solidFill>
          <a:ln>
            <a:noFill/>
          </a:ln>
        </p:spPr>
      </p:sp>
      <p:sp>
        <p:nvSpPr>
          <p:cNvPr id="29" name="!!circle-1u7"/>
          <p:cNvSpPr/>
          <p:nvPr/>
        </p:nvSpPr>
        <p:spPr>
          <a:xfrm>
            <a:off x="7415738" y="4869142"/>
            <a:ext cx="49327" cy="49327"/>
          </a:xfrm>
          <a:prstGeom prst="ellipse">
            <a:avLst/>
          </a:prstGeom>
          <a:solidFill>
            <a:srgbClr val="627D8D">
              <a:alpha val="20800"/>
            </a:srgbClr>
          </a:solidFill>
          <a:ln>
            <a:noFill/>
          </a:ln>
        </p:spPr>
      </p:sp>
      <p:sp>
        <p:nvSpPr>
          <p:cNvPr id="30" name="!!circle-1ua"/>
          <p:cNvSpPr/>
          <p:nvPr/>
        </p:nvSpPr>
        <p:spPr>
          <a:xfrm>
            <a:off x="9692496" y="5618304"/>
            <a:ext cx="24054" cy="24054"/>
          </a:xfrm>
          <a:prstGeom prst="ellipse">
            <a:avLst/>
          </a:prstGeom>
          <a:solidFill>
            <a:srgbClr val="627D8D">
              <a:alpha val="22200"/>
            </a:srgbClr>
          </a:solidFill>
          <a:ln>
            <a:noFill/>
          </a:ln>
        </p:spPr>
      </p:sp>
      <p:sp>
        <p:nvSpPr>
          <p:cNvPr id="31" name="!!circle-1ud"/>
          <p:cNvSpPr/>
          <p:nvPr/>
        </p:nvSpPr>
        <p:spPr>
          <a:xfrm>
            <a:off x="2111764" y="1562306"/>
            <a:ext cx="32271" cy="32271"/>
          </a:xfrm>
          <a:prstGeom prst="ellipse">
            <a:avLst/>
          </a:prstGeom>
          <a:solidFill>
            <a:srgbClr val="627D8D">
              <a:alpha val="20500"/>
            </a:srgbClr>
          </a:solidFill>
          <a:ln>
            <a:noFill/>
          </a:ln>
        </p:spPr>
      </p:sp>
      <p:sp>
        <p:nvSpPr>
          <p:cNvPr id="32" name="!!circle-1uj"/>
          <p:cNvSpPr/>
          <p:nvPr/>
        </p:nvSpPr>
        <p:spPr>
          <a:xfrm>
            <a:off x="2090335" y="2565250"/>
            <a:ext cx="34252" cy="34252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33" name="!!circle-1um"/>
          <p:cNvSpPr/>
          <p:nvPr/>
        </p:nvSpPr>
        <p:spPr>
          <a:xfrm>
            <a:off x="9615958" y="4536988"/>
            <a:ext cx="44196" cy="44196"/>
          </a:xfrm>
          <a:prstGeom prst="ellipse">
            <a:avLst/>
          </a:prstGeom>
          <a:solidFill>
            <a:srgbClr val="627D8D">
              <a:alpha val="21700"/>
            </a:srgbClr>
          </a:solidFill>
          <a:ln>
            <a:noFill/>
          </a:ln>
        </p:spPr>
      </p:sp>
      <p:sp>
        <p:nvSpPr>
          <p:cNvPr id="34" name="!!circle-1up"/>
          <p:cNvSpPr/>
          <p:nvPr/>
        </p:nvSpPr>
        <p:spPr>
          <a:xfrm>
            <a:off x="6807566" y="1874268"/>
            <a:ext cx="35192" cy="35192"/>
          </a:xfrm>
          <a:prstGeom prst="ellipse">
            <a:avLst/>
          </a:prstGeom>
          <a:solidFill>
            <a:srgbClr val="627D8D">
              <a:alpha val="27100"/>
            </a:srgbClr>
          </a:solidFill>
          <a:ln>
            <a:noFill/>
          </a:ln>
        </p:spPr>
      </p:sp>
      <p:sp>
        <p:nvSpPr>
          <p:cNvPr id="35" name="!!circle-1us"/>
          <p:cNvSpPr/>
          <p:nvPr/>
        </p:nvSpPr>
        <p:spPr>
          <a:xfrm>
            <a:off x="10117712" y="5460243"/>
            <a:ext cx="43358" cy="43358"/>
          </a:xfrm>
          <a:prstGeom prst="ellipse">
            <a:avLst/>
          </a:prstGeom>
          <a:solidFill>
            <a:srgbClr val="627D8D">
              <a:alpha val="19500"/>
            </a:srgbClr>
          </a:solidFill>
          <a:ln>
            <a:noFill/>
          </a:ln>
        </p:spPr>
      </p:sp>
      <p:sp>
        <p:nvSpPr>
          <p:cNvPr id="36" name="!!circle-1uv"/>
          <p:cNvSpPr/>
          <p:nvPr/>
        </p:nvSpPr>
        <p:spPr>
          <a:xfrm>
            <a:off x="3113555" y="2256452"/>
            <a:ext cx="33528" cy="33528"/>
          </a:xfrm>
          <a:prstGeom prst="ellipse">
            <a:avLst/>
          </a:prstGeom>
          <a:solidFill>
            <a:srgbClr val="627D8D">
              <a:alpha val="28300"/>
            </a:srgbClr>
          </a:solidFill>
          <a:ln>
            <a:noFill/>
          </a:ln>
        </p:spPr>
      </p:sp>
      <p:sp>
        <p:nvSpPr>
          <p:cNvPr id="37" name="!!circle-1uy"/>
          <p:cNvSpPr/>
          <p:nvPr/>
        </p:nvSpPr>
        <p:spPr>
          <a:xfrm>
            <a:off x="6760234" y="2803284"/>
            <a:ext cx="28956" cy="28956"/>
          </a:xfrm>
          <a:prstGeom prst="ellipse">
            <a:avLst/>
          </a:prstGeom>
          <a:solidFill>
            <a:srgbClr val="627D8D">
              <a:alpha val="21800"/>
            </a:srgbClr>
          </a:solidFill>
          <a:ln>
            <a:noFill/>
          </a:ln>
        </p:spPr>
      </p:sp>
      <p:sp>
        <p:nvSpPr>
          <p:cNvPr id="38" name="!!circle-1v1"/>
          <p:cNvSpPr/>
          <p:nvPr/>
        </p:nvSpPr>
        <p:spPr>
          <a:xfrm>
            <a:off x="6981725" y="6525024"/>
            <a:ext cx="45555" cy="45555"/>
          </a:xfrm>
          <a:prstGeom prst="ellipse">
            <a:avLst/>
          </a:prstGeom>
          <a:solidFill>
            <a:srgbClr val="627D8D">
              <a:alpha val="20900"/>
            </a:srgbClr>
          </a:solidFill>
          <a:ln>
            <a:noFill/>
          </a:ln>
        </p:spPr>
      </p:sp>
      <p:sp>
        <p:nvSpPr>
          <p:cNvPr id="39" name="!!circle-1v4"/>
          <p:cNvSpPr/>
          <p:nvPr/>
        </p:nvSpPr>
        <p:spPr>
          <a:xfrm>
            <a:off x="11316606" y="3470764"/>
            <a:ext cx="39484" cy="39484"/>
          </a:xfrm>
          <a:prstGeom prst="ellipse">
            <a:avLst/>
          </a:prstGeom>
          <a:solidFill>
            <a:srgbClr val="627D8D">
              <a:alpha val="13600"/>
            </a:srgbClr>
          </a:solidFill>
          <a:ln>
            <a:noFill/>
          </a:ln>
        </p:spPr>
      </p:sp>
      <p:sp>
        <p:nvSpPr>
          <p:cNvPr id="40" name="!!circle-1v7"/>
          <p:cNvSpPr/>
          <p:nvPr/>
        </p:nvSpPr>
        <p:spPr>
          <a:xfrm>
            <a:off x="7443932" y="5737387"/>
            <a:ext cx="30455" cy="30455"/>
          </a:xfrm>
          <a:prstGeom prst="ellipse">
            <a:avLst/>
          </a:prstGeom>
          <a:solidFill>
            <a:srgbClr val="627D8D">
              <a:alpha val="16500"/>
            </a:srgbClr>
          </a:solidFill>
          <a:ln>
            <a:noFill/>
          </a:ln>
        </p:spPr>
      </p:sp>
      <p:sp>
        <p:nvSpPr>
          <p:cNvPr id="41" name="!!circle-1va"/>
          <p:cNvSpPr/>
          <p:nvPr/>
        </p:nvSpPr>
        <p:spPr>
          <a:xfrm>
            <a:off x="8942658" y="6489708"/>
            <a:ext cx="28257" cy="28257"/>
          </a:xfrm>
          <a:prstGeom prst="ellipse">
            <a:avLst/>
          </a:prstGeom>
          <a:solidFill>
            <a:srgbClr val="627D8D">
              <a:alpha val="15700"/>
            </a:srgbClr>
          </a:solidFill>
          <a:ln>
            <a:noFill/>
          </a:ln>
        </p:spPr>
      </p:sp>
      <p:sp>
        <p:nvSpPr>
          <p:cNvPr id="42" name="!!circle-1vd"/>
          <p:cNvSpPr/>
          <p:nvPr/>
        </p:nvSpPr>
        <p:spPr>
          <a:xfrm>
            <a:off x="11336143" y="5199483"/>
            <a:ext cx="45149" cy="45149"/>
          </a:xfrm>
          <a:prstGeom prst="ellipse">
            <a:avLst/>
          </a:prstGeom>
          <a:solidFill>
            <a:srgbClr val="627D8D">
              <a:alpha val="31200"/>
            </a:srgbClr>
          </a:solidFill>
          <a:ln>
            <a:noFill/>
          </a:ln>
        </p:spPr>
      </p:sp>
      <p:sp>
        <p:nvSpPr>
          <p:cNvPr id="43" name="!!circle-1vg"/>
          <p:cNvSpPr/>
          <p:nvPr/>
        </p:nvSpPr>
        <p:spPr>
          <a:xfrm>
            <a:off x="3447244" y="3372730"/>
            <a:ext cx="30696" cy="30696"/>
          </a:xfrm>
          <a:prstGeom prst="ellipse">
            <a:avLst/>
          </a:prstGeom>
          <a:solidFill>
            <a:srgbClr val="627D8D">
              <a:alpha val="25700"/>
            </a:srgbClr>
          </a:solidFill>
          <a:ln>
            <a:noFill/>
          </a:ln>
        </p:spPr>
      </p:sp>
      <p:sp>
        <p:nvSpPr>
          <p:cNvPr id="44" name="!!circle-1vj"/>
          <p:cNvSpPr/>
          <p:nvPr/>
        </p:nvSpPr>
        <p:spPr>
          <a:xfrm>
            <a:off x="8824465" y="3919081"/>
            <a:ext cx="37401" cy="37401"/>
          </a:xfrm>
          <a:prstGeom prst="ellipse">
            <a:avLst/>
          </a:prstGeom>
          <a:solidFill>
            <a:srgbClr val="627D8D">
              <a:alpha val="16000"/>
            </a:srgbClr>
          </a:solidFill>
          <a:ln>
            <a:noFill/>
          </a:ln>
        </p:spPr>
      </p:sp>
      <p:sp>
        <p:nvSpPr>
          <p:cNvPr id="45" name="!!circle-1vm"/>
          <p:cNvSpPr/>
          <p:nvPr/>
        </p:nvSpPr>
        <p:spPr>
          <a:xfrm>
            <a:off x="1742187" y="4692282"/>
            <a:ext cx="33096" cy="33096"/>
          </a:xfrm>
          <a:prstGeom prst="ellipse">
            <a:avLst/>
          </a:prstGeom>
          <a:solidFill>
            <a:srgbClr val="627D8D">
              <a:alpha val="22300"/>
            </a:srgbClr>
          </a:solidFill>
          <a:ln>
            <a:noFill/>
          </a:ln>
        </p:spPr>
      </p:sp>
      <p:sp>
        <p:nvSpPr>
          <p:cNvPr id="46" name="!!circle-1vp"/>
          <p:cNvSpPr/>
          <p:nvPr/>
        </p:nvSpPr>
        <p:spPr>
          <a:xfrm>
            <a:off x="11593877" y="802025"/>
            <a:ext cx="21145" cy="21145"/>
          </a:xfrm>
          <a:prstGeom prst="ellipse">
            <a:avLst/>
          </a:prstGeom>
          <a:solidFill>
            <a:srgbClr val="627D8D">
              <a:alpha val="16300"/>
            </a:srgbClr>
          </a:solidFill>
          <a:ln>
            <a:noFill/>
          </a:ln>
        </p:spPr>
      </p:sp>
      <p:sp>
        <p:nvSpPr>
          <p:cNvPr id="47" name="!!circle-1vs"/>
          <p:cNvSpPr/>
          <p:nvPr/>
        </p:nvSpPr>
        <p:spPr>
          <a:xfrm>
            <a:off x="11076820" y="5691042"/>
            <a:ext cx="35281" cy="35281"/>
          </a:xfrm>
          <a:prstGeom prst="ellipse">
            <a:avLst/>
          </a:prstGeom>
          <a:solidFill>
            <a:srgbClr val="627D8D">
              <a:alpha val="30000"/>
            </a:srgbClr>
          </a:solidFill>
          <a:ln>
            <a:noFill/>
          </a:ln>
        </p:spPr>
      </p:sp>
      <p:sp>
        <p:nvSpPr>
          <p:cNvPr id="48" name="!!path-36t"/>
          <p:cNvSpPr/>
          <p:nvPr/>
        </p:nvSpPr>
        <p:spPr>
          <a:xfrm>
            <a:off x="6096000" y="5183029"/>
            <a:ext cx="959167" cy="5275421"/>
          </a:xfrm>
          <a:custGeom>
            <a:avLst/>
            <a:gdLst/>
            <a:ahLst/>
            <a:cxnLst/>
            <a:rect l="l" t="t" r="r" b="b"/>
            <a:pathLst>
              <a:path w="959167" h="5275421" fill="none">
                <a:moveTo>
                  <a:pt x="0" y="5275421"/>
                </a:moveTo>
                <a:quadBezTo>
                  <a:pt x="959167" y="2637711"/>
                  <a:pt x="0" y="0"/>
                </a:quadBezTo>
              </a:path>
            </a:pathLst>
          </a:custGeom>
          <a:noFill/>
          <a:ln w="31972" cap="rnd">
            <a:solidFill>
              <a:srgbClr val="627D8D">
                <a:alpha val="7800"/>
              </a:srgbClr>
            </a:solidFill>
            <a:prstDash val="solid"/>
            <a:round/>
          </a:ln>
        </p:spPr>
      </p:sp>
      <p:sp>
        <p:nvSpPr>
          <p:cNvPr id="49" name="!!circle-36w"/>
          <p:cNvSpPr/>
          <p:nvPr/>
        </p:nvSpPr>
        <p:spPr>
          <a:xfrm>
            <a:off x="6161937" y="5593175"/>
            <a:ext cx="204622" cy="204622"/>
          </a:xfrm>
          <a:prstGeom prst="ellipse">
            <a:avLst/>
          </a:prstGeom>
          <a:gradFill rotWithShape="1">
            <a:gsLst>
              <a:gs pos="0">
                <a:srgbClr val="FFFFFF">
                  <a:alpha val="12150"/>
                </a:srgbClr>
              </a:gs>
              <a:gs pos="28284">
                <a:srgbClr val="627D8D">
                  <a:alpha val="6075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0" name="!!rect-3mj"/>
          <p:cNvSpPr/>
          <p:nvPr/>
        </p:nvSpPr>
        <p:spPr>
          <a:xfrm>
            <a:off x="3154553" y="2292737"/>
            <a:ext cx="2685669" cy="2289213"/>
          </a:xfrm>
          <a:prstGeom prst="roundRect">
            <a:avLst>
              <a:gd name="adj" fmla="val 7362"/>
            </a:avLst>
          </a:prstGeom>
          <a:solidFill>
            <a:srgbClr val="0B1A26">
              <a:alpha val="12000"/>
            </a:srgbClr>
          </a:solidFill>
          <a:ln>
            <a:noFill/>
          </a:ln>
          <a:effectLst>
            <a:softEdge rad="225085"/>
          </a:effectLst>
        </p:spPr>
      </p:sp>
      <p:sp>
        <p:nvSpPr>
          <p:cNvPr id="51" name="!!rect-3mk"/>
          <p:cNvSpPr/>
          <p:nvPr/>
        </p:nvSpPr>
        <p:spPr>
          <a:xfrm>
            <a:off x="3218498" y="2305526"/>
            <a:ext cx="2557780" cy="2110168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94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52" name="!!circle-3ml"/>
          <p:cNvSpPr/>
          <p:nvPr/>
        </p:nvSpPr>
        <p:spPr>
          <a:xfrm>
            <a:off x="3359175" y="2458993"/>
            <a:ext cx="281356" cy="281356"/>
          </a:xfrm>
          <a:prstGeom prst="ellipse">
            <a:avLst/>
          </a:prstGeom>
          <a:solidFill>
            <a:srgbClr val="627D8D">
              <a:alpha val="12000"/>
            </a:srgbClr>
          </a:solidFill>
          <a:ln>
            <a:noFill/>
          </a:ln>
        </p:spPr>
      </p:sp>
      <p:sp>
        <p:nvSpPr>
          <p:cNvPr id="53" name="!!path-3mm"/>
          <p:cNvSpPr/>
          <p:nvPr/>
        </p:nvSpPr>
        <p:spPr>
          <a:xfrm>
            <a:off x="3442303" y="2542121"/>
            <a:ext cx="111839" cy="111839"/>
          </a:xfrm>
          <a:custGeom>
            <a:avLst/>
            <a:gdLst/>
            <a:ahLst/>
            <a:cxnLst/>
            <a:rect l="l" t="t" r="r" b="b"/>
            <a:pathLst>
              <a:path w="111839" h="111839">
                <a:moveTo>
                  <a:pt x="79931" y="70339"/>
                </a:moveTo>
                <a:lnTo>
                  <a:pt x="74879" y="70339"/>
                </a:lnTo>
                <a:lnTo>
                  <a:pt x="73089" y="68612"/>
                </a:lnTo>
                <a:cubicBezTo>
                  <a:pt x="79355" y="61323"/>
                  <a:pt x="83128" y="51859"/>
                  <a:pt x="83128" y="41564"/>
                </a:cubicBezTo>
                <a:cubicBezTo>
                  <a:pt x="83128" y="18608"/>
                  <a:pt x="64520" y="0"/>
                  <a:pt x="41564" y="0"/>
                </a:cubicBezTo>
                <a:cubicBezTo>
                  <a:pt x="18608" y="0"/>
                  <a:pt x="0" y="18608"/>
                  <a:pt x="0" y="41564"/>
                </a:cubicBezTo>
                <a:cubicBezTo>
                  <a:pt x="0" y="64520"/>
                  <a:pt x="18608" y="83128"/>
                  <a:pt x="41564" y="83128"/>
                </a:cubicBezTo>
                <a:cubicBezTo>
                  <a:pt x="51859" y="83128"/>
                  <a:pt x="61323" y="79355"/>
                  <a:pt x="68612" y="73089"/>
                </a:cubicBezTo>
                <a:lnTo>
                  <a:pt x="70339" y="74879"/>
                </a:lnTo>
                <a:lnTo>
                  <a:pt x="70339" y="79931"/>
                </a:lnTo>
                <a:lnTo>
                  <a:pt x="102311" y="111839"/>
                </a:lnTo>
                <a:lnTo>
                  <a:pt x="111839" y="102311"/>
                </a:lnTo>
                <a:lnTo>
                  <a:pt x="79931" y="70339"/>
                </a:lnTo>
                <a:close/>
                <a:moveTo>
                  <a:pt x="41564" y="70339"/>
                </a:moveTo>
                <a:cubicBezTo>
                  <a:pt x="25642" y="70339"/>
                  <a:pt x="12789" y="57486"/>
                  <a:pt x="12789" y="41564"/>
                </a:cubicBezTo>
                <a:cubicBezTo>
                  <a:pt x="12789" y="25642"/>
                  <a:pt x="25642" y="12789"/>
                  <a:pt x="41564" y="12789"/>
                </a:cubicBezTo>
                <a:cubicBezTo>
                  <a:pt x="57486" y="12789"/>
                  <a:pt x="70339" y="25642"/>
                  <a:pt x="70339" y="41564"/>
                </a:cubicBezTo>
                <a:cubicBezTo>
                  <a:pt x="70339" y="57486"/>
                  <a:pt x="57486" y="70339"/>
                  <a:pt x="41564" y="70339"/>
                </a:cubicBez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54" name="!!text-3mn" descr="規則式檢查"/>
          <p:cNvSpPr txBox="1"/>
          <p:nvPr/>
        </p:nvSpPr>
        <p:spPr>
          <a:xfrm>
            <a:off x="3730054" y="2464364"/>
            <a:ext cx="881155" cy="24073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09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規則式檢查</a:t>
            </a:r>
            <a:endParaRPr lang="zh-TW" sz="1309"/>
          </a:p>
        </p:txBody>
      </p:sp>
      <p:sp>
        <p:nvSpPr>
          <p:cNvPr id="55" name="!!rect-3mx"/>
          <p:cNvSpPr/>
          <p:nvPr/>
        </p:nvSpPr>
        <p:spPr>
          <a:xfrm>
            <a:off x="6096000" y="2292737"/>
            <a:ext cx="3197225" cy="2289213"/>
          </a:xfrm>
          <a:prstGeom prst="roundRect">
            <a:avLst>
              <a:gd name="adj" fmla="val 7362"/>
            </a:avLst>
          </a:prstGeom>
          <a:solidFill>
            <a:srgbClr val="0B1A26">
              <a:alpha val="12000"/>
            </a:srgbClr>
          </a:solidFill>
          <a:ln>
            <a:noFill/>
          </a:ln>
          <a:effectLst>
            <a:softEdge rad="225085"/>
          </a:effectLst>
        </p:spPr>
      </p:sp>
      <p:sp>
        <p:nvSpPr>
          <p:cNvPr id="56" name="!!rect-3my"/>
          <p:cNvSpPr/>
          <p:nvPr/>
        </p:nvSpPr>
        <p:spPr>
          <a:xfrm>
            <a:off x="6159944" y="2305526"/>
            <a:ext cx="3069336" cy="2110168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94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57" name="!!circle-3mz"/>
          <p:cNvSpPr/>
          <p:nvPr/>
        </p:nvSpPr>
        <p:spPr>
          <a:xfrm>
            <a:off x="6300622" y="2458993"/>
            <a:ext cx="281356" cy="281356"/>
          </a:xfrm>
          <a:prstGeom prst="ellipse">
            <a:avLst/>
          </a:prstGeom>
          <a:solidFill>
            <a:srgbClr val="627D8D">
              <a:alpha val="12000"/>
            </a:srgbClr>
          </a:solidFill>
          <a:ln>
            <a:noFill/>
          </a:ln>
        </p:spPr>
      </p:sp>
      <p:sp>
        <p:nvSpPr>
          <p:cNvPr id="58" name="!!path-3n0"/>
          <p:cNvSpPr/>
          <p:nvPr/>
        </p:nvSpPr>
        <p:spPr>
          <a:xfrm>
            <a:off x="6370961" y="2529332"/>
            <a:ext cx="140678" cy="140678"/>
          </a:xfrm>
          <a:custGeom>
            <a:avLst/>
            <a:gdLst/>
            <a:ahLst/>
            <a:cxnLst/>
            <a:rect l="l" t="t" r="r" b="b"/>
            <a:pathLst>
              <a:path w="140678" h="140678">
                <a:moveTo>
                  <a:pt x="115100" y="51156"/>
                </a:moveTo>
                <a:lnTo>
                  <a:pt x="123093" y="33571"/>
                </a:lnTo>
                <a:lnTo>
                  <a:pt x="140678" y="25578"/>
                </a:lnTo>
                <a:lnTo>
                  <a:pt x="123093" y="17585"/>
                </a:lnTo>
                <a:lnTo>
                  <a:pt x="115100" y="0"/>
                </a:lnTo>
                <a:lnTo>
                  <a:pt x="107107" y="17585"/>
                </a:lnTo>
                <a:lnTo>
                  <a:pt x="89522" y="25578"/>
                </a:lnTo>
                <a:lnTo>
                  <a:pt x="107107" y="33571"/>
                </a:lnTo>
                <a:lnTo>
                  <a:pt x="115100" y="51156"/>
                </a:lnTo>
                <a:close/>
                <a:moveTo>
                  <a:pt x="67142" y="54353"/>
                </a:moveTo>
                <a:lnTo>
                  <a:pt x="51156" y="19183"/>
                </a:lnTo>
                <a:lnTo>
                  <a:pt x="35169" y="54353"/>
                </a:lnTo>
                <a:lnTo>
                  <a:pt x="0" y="70339"/>
                </a:lnTo>
                <a:lnTo>
                  <a:pt x="35169" y="86325"/>
                </a:lnTo>
                <a:lnTo>
                  <a:pt x="51156" y="121495"/>
                </a:lnTo>
                <a:lnTo>
                  <a:pt x="67142" y="86325"/>
                </a:lnTo>
                <a:lnTo>
                  <a:pt x="102311" y="70339"/>
                </a:lnTo>
                <a:lnTo>
                  <a:pt x="67142" y="54353"/>
                </a:lnTo>
                <a:close/>
                <a:moveTo>
                  <a:pt x="115100" y="89522"/>
                </a:moveTo>
                <a:lnTo>
                  <a:pt x="107107" y="107107"/>
                </a:lnTo>
                <a:lnTo>
                  <a:pt x="89522" y="115100"/>
                </a:lnTo>
                <a:lnTo>
                  <a:pt x="107107" y="123093"/>
                </a:lnTo>
                <a:lnTo>
                  <a:pt x="115100" y="140678"/>
                </a:lnTo>
                <a:lnTo>
                  <a:pt x="123093" y="123093"/>
                </a:lnTo>
                <a:lnTo>
                  <a:pt x="140678" y="115100"/>
                </a:lnTo>
                <a:lnTo>
                  <a:pt x="123093" y="107107"/>
                </a:lnTo>
                <a:lnTo>
                  <a:pt x="115100" y="89522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59" name="!!text-3n1" descr="AI 影像審核"/>
          <p:cNvSpPr txBox="1"/>
          <p:nvPr/>
        </p:nvSpPr>
        <p:spPr>
          <a:xfrm>
            <a:off x="6671500" y="2464364"/>
            <a:ext cx="914074" cy="24073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09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AI 影像審核</a:t>
            </a:r>
            <a:endParaRPr lang="zh-TW" sz="1309"/>
          </a:p>
        </p:txBody>
      </p:sp>
      <p:sp>
        <p:nvSpPr>
          <p:cNvPr id="60" name="!!text-3nc" descr="售價異常"/>
          <p:cNvSpPr txBox="1"/>
          <p:nvPr/>
        </p:nvSpPr>
        <p:spPr>
          <a:xfrm>
            <a:off x="3448698" y="3016333"/>
            <a:ext cx="659907" cy="2222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08" kern="0" dirty="0">
                <a:solidFill>
                  <a:srgbClr val="151E27"/>
                </a:solidFill>
                <a:latin typeface="Noto Sans TC Medium"/>
                <a:ea typeface="Noto Sans TC Medium"/>
                <a:cs typeface="Noto Sans TC Medium"/>
              </a:rPr>
              <a:t>售價異常</a:t>
            </a:r>
            <a:endParaRPr lang="zh-TW" sz="1208"/>
          </a:p>
        </p:txBody>
      </p:sp>
      <p:sp>
        <p:nvSpPr>
          <p:cNvPr id="61" name="!!circle-3nh"/>
          <p:cNvSpPr/>
          <p:nvPr/>
        </p:nvSpPr>
        <p:spPr>
          <a:xfrm>
            <a:off x="5354244" y="3034494"/>
            <a:ext cx="204622" cy="204622"/>
          </a:xfrm>
          <a:prstGeom prst="ellipse">
            <a:avLst/>
          </a:prstGeom>
          <a:noFill/>
          <a:ln w="12789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62" name="!!circle-3np"/>
          <p:cNvSpPr/>
          <p:nvPr/>
        </p:nvSpPr>
        <p:spPr>
          <a:xfrm>
            <a:off x="5354244" y="3034494"/>
            <a:ext cx="204622" cy="204622"/>
          </a:xfrm>
          <a:prstGeom prst="ellipse">
            <a:avLst/>
          </a:prstGeom>
          <a:solidFill>
            <a:srgbClr val="2E9E5B"/>
          </a:solidFill>
          <a:ln>
            <a:noFill/>
          </a:ln>
        </p:spPr>
      </p:sp>
      <p:sp>
        <p:nvSpPr>
          <p:cNvPr id="63" name="!!path-3nq"/>
          <p:cNvSpPr/>
          <p:nvPr/>
        </p:nvSpPr>
        <p:spPr>
          <a:xfrm>
            <a:off x="5405399" y="3104833"/>
            <a:ext cx="95917" cy="63944"/>
          </a:xfrm>
          <a:custGeom>
            <a:avLst/>
            <a:gdLst/>
            <a:ahLst/>
            <a:cxnLst/>
            <a:rect l="l" t="t" r="r" b="b"/>
            <a:pathLst>
              <a:path w="95917" h="63944" fill="none">
                <a:moveTo>
                  <a:pt x="0" y="31972"/>
                </a:moveTo>
                <a:lnTo>
                  <a:pt x="31972" y="63944"/>
                </a:lnTo>
                <a:lnTo>
                  <a:pt x="95917" y="0"/>
                </a:lnTo>
              </a:path>
            </a:pathLst>
          </a:custGeom>
          <a:noFill/>
          <a:ln w="16626" cap="rnd">
            <a:solidFill>
              <a:srgbClr val="FFFFFF"/>
            </a:solidFill>
            <a:prstDash val="solid"/>
            <a:round/>
          </a:ln>
        </p:spPr>
      </p:sp>
      <p:sp>
        <p:nvSpPr>
          <p:cNvPr id="64" name="!!text-3nv" descr="館藏來源字樣"/>
          <p:cNvSpPr txBox="1"/>
          <p:nvPr/>
        </p:nvSpPr>
        <p:spPr>
          <a:xfrm>
            <a:off x="3448698" y="3412789"/>
            <a:ext cx="966841" cy="2222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08" kern="0" dirty="0">
                <a:solidFill>
                  <a:srgbClr val="151E27"/>
                </a:solidFill>
                <a:latin typeface="Noto Sans TC Medium"/>
                <a:ea typeface="Noto Sans TC Medium"/>
                <a:cs typeface="Noto Sans TC Medium"/>
              </a:rPr>
              <a:t>館藏來源字樣</a:t>
            </a:r>
            <a:endParaRPr lang="zh-TW" sz="1208"/>
          </a:p>
        </p:txBody>
      </p:sp>
      <p:sp>
        <p:nvSpPr>
          <p:cNvPr id="65" name="!!circle-3o2"/>
          <p:cNvSpPr/>
          <p:nvPr/>
        </p:nvSpPr>
        <p:spPr>
          <a:xfrm>
            <a:off x="5354244" y="3430949"/>
            <a:ext cx="204622" cy="204622"/>
          </a:xfrm>
          <a:prstGeom prst="ellipse">
            <a:avLst/>
          </a:prstGeom>
          <a:noFill/>
          <a:ln w="12789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66" name="!!circle-3oa"/>
          <p:cNvSpPr/>
          <p:nvPr/>
        </p:nvSpPr>
        <p:spPr>
          <a:xfrm>
            <a:off x="5354244" y="3430949"/>
            <a:ext cx="204622" cy="204622"/>
          </a:xfrm>
          <a:prstGeom prst="ellipse">
            <a:avLst/>
          </a:prstGeom>
          <a:solidFill>
            <a:srgbClr val="2E9E5B"/>
          </a:solidFill>
          <a:ln>
            <a:noFill/>
          </a:ln>
        </p:spPr>
      </p:sp>
      <p:sp>
        <p:nvSpPr>
          <p:cNvPr id="67" name="!!path-3ob"/>
          <p:cNvSpPr/>
          <p:nvPr/>
        </p:nvSpPr>
        <p:spPr>
          <a:xfrm>
            <a:off x="5405399" y="3501288"/>
            <a:ext cx="95917" cy="63944"/>
          </a:xfrm>
          <a:custGeom>
            <a:avLst/>
            <a:gdLst/>
            <a:ahLst/>
            <a:cxnLst/>
            <a:rect l="l" t="t" r="r" b="b"/>
            <a:pathLst>
              <a:path w="95917" h="63944" fill="none">
                <a:moveTo>
                  <a:pt x="0" y="31972"/>
                </a:moveTo>
                <a:lnTo>
                  <a:pt x="31972" y="63944"/>
                </a:lnTo>
                <a:lnTo>
                  <a:pt x="95917" y="0"/>
                </a:lnTo>
              </a:path>
            </a:pathLst>
          </a:custGeom>
          <a:noFill/>
          <a:ln w="16626" cap="rnd">
            <a:solidFill>
              <a:srgbClr val="FFFFFF"/>
            </a:solidFill>
            <a:prstDash val="solid"/>
            <a:round/>
          </a:ln>
        </p:spPr>
      </p:sp>
      <p:sp>
        <p:nvSpPr>
          <p:cNvPr id="68" name="!!text-3og" descr="站外聯絡・付款"/>
          <p:cNvSpPr txBox="1"/>
          <p:nvPr/>
        </p:nvSpPr>
        <p:spPr>
          <a:xfrm>
            <a:off x="3448698" y="3809245"/>
            <a:ext cx="1120308" cy="2222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08" kern="0" dirty="0">
                <a:solidFill>
                  <a:srgbClr val="151E27"/>
                </a:solidFill>
                <a:latin typeface="Noto Sans TC Medium"/>
                <a:ea typeface="Noto Sans TC Medium"/>
                <a:cs typeface="Noto Sans TC Medium"/>
              </a:rPr>
              <a:t>站外聯絡・付款</a:t>
            </a:r>
            <a:endParaRPr lang="zh-TW" sz="1208"/>
          </a:p>
        </p:txBody>
      </p:sp>
      <p:sp>
        <p:nvSpPr>
          <p:cNvPr id="69" name="!!circle-3oo"/>
          <p:cNvSpPr/>
          <p:nvPr/>
        </p:nvSpPr>
        <p:spPr>
          <a:xfrm>
            <a:off x="5354244" y="3827405"/>
            <a:ext cx="204622" cy="204622"/>
          </a:xfrm>
          <a:prstGeom prst="ellipse">
            <a:avLst/>
          </a:prstGeom>
          <a:noFill/>
          <a:ln w="12789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70" name="!!circle-3ow"/>
          <p:cNvSpPr/>
          <p:nvPr/>
        </p:nvSpPr>
        <p:spPr>
          <a:xfrm>
            <a:off x="5354244" y="3827405"/>
            <a:ext cx="204622" cy="204622"/>
          </a:xfrm>
          <a:prstGeom prst="ellipse">
            <a:avLst/>
          </a:prstGeom>
          <a:solidFill>
            <a:srgbClr val="2E9E5B"/>
          </a:solidFill>
          <a:ln>
            <a:noFill/>
          </a:ln>
        </p:spPr>
      </p:sp>
      <p:sp>
        <p:nvSpPr>
          <p:cNvPr id="71" name="!!path-3ox"/>
          <p:cNvSpPr/>
          <p:nvPr/>
        </p:nvSpPr>
        <p:spPr>
          <a:xfrm>
            <a:off x="5405399" y="3897744"/>
            <a:ext cx="95917" cy="63944"/>
          </a:xfrm>
          <a:custGeom>
            <a:avLst/>
            <a:gdLst/>
            <a:ahLst/>
            <a:cxnLst/>
            <a:rect l="l" t="t" r="r" b="b"/>
            <a:pathLst>
              <a:path w="95917" h="63944" fill="none">
                <a:moveTo>
                  <a:pt x="0" y="31972"/>
                </a:moveTo>
                <a:lnTo>
                  <a:pt x="31972" y="63944"/>
                </a:lnTo>
                <a:lnTo>
                  <a:pt x="95917" y="0"/>
                </a:lnTo>
              </a:path>
            </a:pathLst>
          </a:custGeom>
          <a:noFill/>
          <a:ln w="16626" cap="rnd">
            <a:solidFill>
              <a:srgbClr val="FFFFFF"/>
            </a:solidFill>
            <a:prstDash val="solid"/>
            <a:round/>
          </a:ln>
        </p:spPr>
      </p:sp>
      <p:sp>
        <p:nvSpPr>
          <p:cNvPr id="72" name="!!rect-3p0"/>
          <p:cNvSpPr/>
          <p:nvPr/>
        </p:nvSpPr>
        <p:spPr>
          <a:xfrm>
            <a:off x="6351778" y="2919393"/>
            <a:ext cx="575500" cy="601078"/>
          </a:xfrm>
          <a:prstGeom prst="roundRect">
            <a:avLst>
              <a:gd name="adj" fmla="val 13333"/>
            </a:avLst>
          </a:prstGeom>
          <a:solidFill>
            <a:srgbClr val="DDE3E7"/>
          </a:solidFill>
          <a:ln>
            <a:noFill/>
          </a:ln>
        </p:spPr>
      </p:sp>
      <p:sp>
        <p:nvSpPr>
          <p:cNvPr id="73" name="!!rect-3p2"/>
          <p:cNvSpPr/>
          <p:nvPr/>
        </p:nvSpPr>
        <p:spPr>
          <a:xfrm>
            <a:off x="6492456" y="2996127"/>
            <a:ext cx="294145" cy="447611"/>
          </a:xfrm>
          <a:prstGeom prst="roundRect">
            <a:avLst>
              <a:gd name="adj" fmla="val 6522"/>
            </a:avLst>
          </a:prstGeom>
          <a:gradFill rotWithShape="1">
            <a:gsLst>
              <a:gs pos="0">
                <a:srgbClr val="5D856F"/>
              </a:gs>
              <a:gs pos="100000">
                <a:srgbClr val="3F624F"/>
              </a:gs>
            </a:gsLst>
            <a:lin ang="3401362" scaled="0"/>
          </a:gradFill>
          <a:ln>
            <a:noFill/>
          </a:ln>
        </p:spPr>
      </p:sp>
      <p:sp>
        <p:nvSpPr>
          <p:cNvPr id="74" name="!!rect-3p3"/>
          <p:cNvSpPr/>
          <p:nvPr/>
        </p:nvSpPr>
        <p:spPr>
          <a:xfrm>
            <a:off x="6518929" y="2996127"/>
            <a:ext cx="14707" cy="447611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</p:spPr>
      </p:sp>
      <p:sp>
        <p:nvSpPr>
          <p:cNvPr id="75" name="!!rect-3p4"/>
          <p:cNvSpPr/>
          <p:nvPr/>
        </p:nvSpPr>
        <p:spPr>
          <a:xfrm>
            <a:off x="6565992" y="3076697"/>
            <a:ext cx="164721" cy="31333"/>
          </a:xfrm>
          <a:prstGeom prst="roundRect">
            <a:avLst>
              <a:gd name="adj" fmla="val 28571"/>
            </a:avLst>
          </a:prstGeom>
          <a:solidFill>
            <a:srgbClr val="E7D9B8"/>
          </a:solidFill>
          <a:ln>
            <a:noFill/>
          </a:ln>
        </p:spPr>
      </p:sp>
      <p:sp>
        <p:nvSpPr>
          <p:cNvPr id="76" name="!!rect-3p5"/>
          <p:cNvSpPr/>
          <p:nvPr/>
        </p:nvSpPr>
        <p:spPr>
          <a:xfrm>
            <a:off x="6565992" y="3130410"/>
            <a:ext cx="111775" cy="20143"/>
          </a:xfrm>
          <a:prstGeom prst="roundRect">
            <a:avLst>
              <a:gd name="adj" fmla="val 44444"/>
            </a:avLst>
          </a:prstGeom>
          <a:solidFill>
            <a:srgbClr val="E7D9B8">
              <a:alpha val="72000"/>
            </a:srgbClr>
          </a:solidFill>
          <a:ln>
            <a:noFill/>
          </a:ln>
        </p:spPr>
      </p:sp>
      <p:sp>
        <p:nvSpPr>
          <p:cNvPr id="77" name="!!rect-3p6"/>
          <p:cNvSpPr/>
          <p:nvPr/>
        </p:nvSpPr>
        <p:spPr>
          <a:xfrm>
            <a:off x="6565992" y="3354216"/>
            <a:ext cx="82361" cy="17904"/>
          </a:xfrm>
          <a:prstGeom prst="roundRect">
            <a:avLst>
              <a:gd name="adj" fmla="val 50000"/>
            </a:avLst>
          </a:prstGeom>
          <a:solidFill>
            <a:srgbClr val="E7D9B8">
              <a:alpha val="55000"/>
            </a:srgbClr>
          </a:solidFill>
          <a:ln>
            <a:noFill/>
          </a:ln>
        </p:spPr>
      </p:sp>
      <p:sp>
        <p:nvSpPr>
          <p:cNvPr id="78" name="!!rect-3p7"/>
          <p:cNvSpPr/>
          <p:nvPr/>
        </p:nvSpPr>
        <p:spPr>
          <a:xfrm>
            <a:off x="6991223" y="2919393"/>
            <a:ext cx="575500" cy="601078"/>
          </a:xfrm>
          <a:prstGeom prst="roundRect">
            <a:avLst>
              <a:gd name="adj" fmla="val 13333"/>
            </a:avLst>
          </a:prstGeom>
          <a:solidFill>
            <a:srgbClr val="DDE3E7"/>
          </a:solidFill>
          <a:ln>
            <a:noFill/>
          </a:ln>
        </p:spPr>
      </p:sp>
      <p:sp>
        <p:nvSpPr>
          <p:cNvPr id="79" name="!!rect-3p9"/>
          <p:cNvSpPr/>
          <p:nvPr/>
        </p:nvSpPr>
        <p:spPr>
          <a:xfrm>
            <a:off x="7131901" y="2996127"/>
            <a:ext cx="294145" cy="447611"/>
          </a:xfrm>
          <a:prstGeom prst="roundRect">
            <a:avLst>
              <a:gd name="adj" fmla="val 6522"/>
            </a:avLst>
          </a:prstGeom>
          <a:gradFill rotWithShape="1">
            <a:gsLst>
              <a:gs pos="0">
                <a:srgbClr val="69927B"/>
              </a:gs>
              <a:gs pos="100000">
                <a:srgbClr val="4A6D5A"/>
              </a:gs>
            </a:gsLst>
            <a:lin ang="3401362" scaled="0"/>
          </a:gradFill>
          <a:ln>
            <a:noFill/>
          </a:ln>
        </p:spPr>
      </p:sp>
      <p:sp>
        <p:nvSpPr>
          <p:cNvPr id="80" name="!!rect-3pa"/>
          <p:cNvSpPr/>
          <p:nvPr/>
        </p:nvSpPr>
        <p:spPr>
          <a:xfrm>
            <a:off x="7158374" y="2996127"/>
            <a:ext cx="14707" cy="447611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</p:spPr>
      </p:sp>
      <p:sp>
        <p:nvSpPr>
          <p:cNvPr id="81" name="!!rect-3pb"/>
          <p:cNvSpPr/>
          <p:nvPr/>
        </p:nvSpPr>
        <p:spPr>
          <a:xfrm>
            <a:off x="7205437" y="3076697"/>
            <a:ext cx="164721" cy="31333"/>
          </a:xfrm>
          <a:prstGeom prst="roundRect">
            <a:avLst>
              <a:gd name="adj" fmla="val 28571"/>
            </a:avLst>
          </a:prstGeom>
          <a:solidFill>
            <a:srgbClr val="E7D9B8"/>
          </a:solidFill>
          <a:ln>
            <a:noFill/>
          </a:ln>
        </p:spPr>
      </p:sp>
      <p:sp>
        <p:nvSpPr>
          <p:cNvPr id="82" name="!!rect-3pc"/>
          <p:cNvSpPr/>
          <p:nvPr/>
        </p:nvSpPr>
        <p:spPr>
          <a:xfrm>
            <a:off x="7205437" y="3130410"/>
            <a:ext cx="111775" cy="20143"/>
          </a:xfrm>
          <a:prstGeom prst="roundRect">
            <a:avLst>
              <a:gd name="adj" fmla="val 44444"/>
            </a:avLst>
          </a:prstGeom>
          <a:solidFill>
            <a:srgbClr val="E7D9B8">
              <a:alpha val="72000"/>
            </a:srgbClr>
          </a:solidFill>
          <a:ln>
            <a:noFill/>
          </a:ln>
        </p:spPr>
      </p:sp>
      <p:sp>
        <p:nvSpPr>
          <p:cNvPr id="83" name="!!rect-3pd"/>
          <p:cNvSpPr/>
          <p:nvPr/>
        </p:nvSpPr>
        <p:spPr>
          <a:xfrm>
            <a:off x="7205437" y="3354216"/>
            <a:ext cx="82361" cy="17904"/>
          </a:xfrm>
          <a:prstGeom prst="roundRect">
            <a:avLst>
              <a:gd name="adj" fmla="val 50000"/>
            </a:avLst>
          </a:prstGeom>
          <a:solidFill>
            <a:srgbClr val="E7D9B8">
              <a:alpha val="55000"/>
            </a:srgbClr>
          </a:solidFill>
          <a:ln>
            <a:noFill/>
          </a:ln>
        </p:spPr>
      </p:sp>
      <p:sp>
        <p:nvSpPr>
          <p:cNvPr id="84" name="!!rect-3pe"/>
          <p:cNvSpPr/>
          <p:nvPr/>
        </p:nvSpPr>
        <p:spPr>
          <a:xfrm>
            <a:off x="6351778" y="3584416"/>
            <a:ext cx="575500" cy="601078"/>
          </a:xfrm>
          <a:prstGeom prst="roundRect">
            <a:avLst>
              <a:gd name="adj" fmla="val 13333"/>
            </a:avLst>
          </a:prstGeom>
          <a:solidFill>
            <a:srgbClr val="DDE3E7"/>
          </a:solidFill>
          <a:ln>
            <a:noFill/>
          </a:ln>
        </p:spPr>
      </p:sp>
      <p:sp>
        <p:nvSpPr>
          <p:cNvPr id="85" name="!!rect-3pg"/>
          <p:cNvSpPr/>
          <p:nvPr/>
        </p:nvSpPr>
        <p:spPr>
          <a:xfrm>
            <a:off x="6492456" y="3661150"/>
            <a:ext cx="294145" cy="447611"/>
          </a:xfrm>
          <a:prstGeom prst="roundRect">
            <a:avLst>
              <a:gd name="adj" fmla="val 6522"/>
            </a:avLst>
          </a:prstGeom>
          <a:gradFill rotWithShape="1">
            <a:gsLst>
              <a:gs pos="0">
                <a:srgbClr val="567B67"/>
              </a:gs>
              <a:gs pos="100000">
                <a:srgbClr val="395948"/>
              </a:gs>
            </a:gsLst>
            <a:lin ang="3401362" scaled="0"/>
          </a:gradFill>
          <a:ln>
            <a:noFill/>
          </a:ln>
        </p:spPr>
      </p:sp>
      <p:sp>
        <p:nvSpPr>
          <p:cNvPr id="86" name="!!rect-3ph"/>
          <p:cNvSpPr/>
          <p:nvPr/>
        </p:nvSpPr>
        <p:spPr>
          <a:xfrm>
            <a:off x="6518929" y="3661150"/>
            <a:ext cx="14707" cy="447611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</p:spPr>
      </p:sp>
      <p:sp>
        <p:nvSpPr>
          <p:cNvPr id="87" name="!!rect-3pi"/>
          <p:cNvSpPr/>
          <p:nvPr/>
        </p:nvSpPr>
        <p:spPr>
          <a:xfrm>
            <a:off x="6565992" y="3741720"/>
            <a:ext cx="164721" cy="31333"/>
          </a:xfrm>
          <a:prstGeom prst="roundRect">
            <a:avLst>
              <a:gd name="adj" fmla="val 28571"/>
            </a:avLst>
          </a:prstGeom>
          <a:solidFill>
            <a:srgbClr val="E7D9B8"/>
          </a:solidFill>
          <a:ln>
            <a:noFill/>
          </a:ln>
        </p:spPr>
      </p:sp>
      <p:sp>
        <p:nvSpPr>
          <p:cNvPr id="88" name="!!rect-3pj"/>
          <p:cNvSpPr/>
          <p:nvPr/>
        </p:nvSpPr>
        <p:spPr>
          <a:xfrm>
            <a:off x="6565992" y="3795433"/>
            <a:ext cx="111775" cy="20143"/>
          </a:xfrm>
          <a:prstGeom prst="roundRect">
            <a:avLst>
              <a:gd name="adj" fmla="val 44444"/>
            </a:avLst>
          </a:prstGeom>
          <a:solidFill>
            <a:srgbClr val="E7D9B8">
              <a:alpha val="72000"/>
            </a:srgbClr>
          </a:solidFill>
          <a:ln>
            <a:noFill/>
          </a:ln>
        </p:spPr>
      </p:sp>
      <p:sp>
        <p:nvSpPr>
          <p:cNvPr id="89" name="!!rect-3pk"/>
          <p:cNvSpPr/>
          <p:nvPr/>
        </p:nvSpPr>
        <p:spPr>
          <a:xfrm>
            <a:off x="6565992" y="4019239"/>
            <a:ext cx="82361" cy="17904"/>
          </a:xfrm>
          <a:prstGeom prst="roundRect">
            <a:avLst>
              <a:gd name="adj" fmla="val 50000"/>
            </a:avLst>
          </a:prstGeom>
          <a:solidFill>
            <a:srgbClr val="E7D9B8">
              <a:alpha val="55000"/>
            </a:srgbClr>
          </a:solidFill>
          <a:ln>
            <a:noFill/>
          </a:ln>
        </p:spPr>
      </p:sp>
      <p:sp>
        <p:nvSpPr>
          <p:cNvPr id="90" name="!!rect-3pl"/>
          <p:cNvSpPr/>
          <p:nvPr/>
        </p:nvSpPr>
        <p:spPr>
          <a:xfrm>
            <a:off x="6991223" y="3584416"/>
            <a:ext cx="575500" cy="601078"/>
          </a:xfrm>
          <a:prstGeom prst="roundRect">
            <a:avLst>
              <a:gd name="adj" fmla="val 13333"/>
            </a:avLst>
          </a:prstGeom>
          <a:solidFill>
            <a:srgbClr val="DDE3E7"/>
          </a:solidFill>
          <a:ln>
            <a:noFill/>
          </a:ln>
        </p:spPr>
      </p:sp>
      <p:sp>
        <p:nvSpPr>
          <p:cNvPr id="91" name="!!rect-3pn"/>
          <p:cNvSpPr/>
          <p:nvPr/>
        </p:nvSpPr>
        <p:spPr>
          <a:xfrm>
            <a:off x="7131901" y="3661150"/>
            <a:ext cx="294145" cy="447611"/>
          </a:xfrm>
          <a:prstGeom prst="roundRect">
            <a:avLst>
              <a:gd name="adj" fmla="val 6522"/>
            </a:avLst>
          </a:prstGeom>
          <a:gradFill rotWithShape="1">
            <a:gsLst>
              <a:gs pos="0">
                <a:srgbClr val="5D856F"/>
              </a:gs>
              <a:gs pos="100000">
                <a:srgbClr val="3F624F"/>
              </a:gs>
            </a:gsLst>
            <a:lin ang="3401362" scaled="0"/>
          </a:gradFill>
          <a:ln>
            <a:noFill/>
          </a:ln>
        </p:spPr>
      </p:sp>
      <p:sp>
        <p:nvSpPr>
          <p:cNvPr id="92" name="!!rect-3po"/>
          <p:cNvSpPr/>
          <p:nvPr/>
        </p:nvSpPr>
        <p:spPr>
          <a:xfrm>
            <a:off x="7158374" y="3661150"/>
            <a:ext cx="14707" cy="447611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</p:spPr>
      </p:sp>
      <p:sp>
        <p:nvSpPr>
          <p:cNvPr id="93" name="!!rect-3pp"/>
          <p:cNvSpPr/>
          <p:nvPr/>
        </p:nvSpPr>
        <p:spPr>
          <a:xfrm>
            <a:off x="7205437" y="3741720"/>
            <a:ext cx="164721" cy="31333"/>
          </a:xfrm>
          <a:prstGeom prst="roundRect">
            <a:avLst>
              <a:gd name="adj" fmla="val 28571"/>
            </a:avLst>
          </a:prstGeom>
          <a:solidFill>
            <a:srgbClr val="E7D9B8"/>
          </a:solidFill>
          <a:ln>
            <a:noFill/>
          </a:ln>
        </p:spPr>
      </p:sp>
      <p:sp>
        <p:nvSpPr>
          <p:cNvPr id="94" name="!!rect-3pq"/>
          <p:cNvSpPr/>
          <p:nvPr/>
        </p:nvSpPr>
        <p:spPr>
          <a:xfrm>
            <a:off x="7205437" y="3795433"/>
            <a:ext cx="111775" cy="20143"/>
          </a:xfrm>
          <a:prstGeom prst="roundRect">
            <a:avLst>
              <a:gd name="adj" fmla="val 44444"/>
            </a:avLst>
          </a:prstGeom>
          <a:solidFill>
            <a:srgbClr val="E7D9B8">
              <a:alpha val="72000"/>
            </a:srgbClr>
          </a:solidFill>
          <a:ln>
            <a:noFill/>
          </a:ln>
        </p:spPr>
      </p:sp>
      <p:sp>
        <p:nvSpPr>
          <p:cNvPr id="95" name="!!rect-3pr"/>
          <p:cNvSpPr/>
          <p:nvPr/>
        </p:nvSpPr>
        <p:spPr>
          <a:xfrm>
            <a:off x="7205437" y="4019239"/>
            <a:ext cx="82361" cy="17904"/>
          </a:xfrm>
          <a:prstGeom prst="roundRect">
            <a:avLst>
              <a:gd name="adj" fmla="val 50000"/>
            </a:avLst>
          </a:prstGeom>
          <a:solidFill>
            <a:srgbClr val="E7D9B8">
              <a:alpha val="55000"/>
            </a:srgbClr>
          </a:solidFill>
          <a:ln>
            <a:noFill/>
          </a:ln>
        </p:spPr>
      </p:sp>
      <p:sp>
        <p:nvSpPr>
          <p:cNvPr id="96" name="!!rect-3ps"/>
          <p:cNvSpPr/>
          <p:nvPr/>
        </p:nvSpPr>
        <p:spPr>
          <a:xfrm>
            <a:off x="7758557" y="2932182"/>
            <a:ext cx="1278890" cy="281356"/>
          </a:xfrm>
          <a:prstGeom prst="roundRect">
            <a:avLst>
              <a:gd name="adj" fmla="val 50000"/>
            </a:avLst>
          </a:prstGeom>
          <a:noFill/>
          <a:ln w="9592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97" name="!!circle-3pv"/>
          <p:cNvSpPr/>
          <p:nvPr/>
        </p:nvSpPr>
        <p:spPr>
          <a:xfrm>
            <a:off x="7867263" y="3028099"/>
            <a:ext cx="89522" cy="89522"/>
          </a:xfrm>
          <a:prstGeom prst="ellipse">
            <a:avLst/>
          </a:prstGeom>
          <a:solidFill>
            <a:srgbClr val="2E9E5B"/>
          </a:solidFill>
          <a:ln>
            <a:noFill/>
          </a:ln>
        </p:spPr>
      </p:sp>
      <p:sp>
        <p:nvSpPr>
          <p:cNvPr id="98" name="!!text-3pw" descr="允許"/>
          <p:cNvSpPr txBox="1"/>
          <p:nvPr/>
        </p:nvSpPr>
        <p:spPr>
          <a:xfrm>
            <a:off x="8027124" y="2964027"/>
            <a:ext cx="323559" cy="20370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08" b="1" kern="0" dirty="0">
                <a:solidFill>
                  <a:srgbClr val="2E9E5B"/>
                </a:solidFill>
                <a:latin typeface="Noto Sans TC"/>
                <a:ea typeface="Noto Sans TC"/>
                <a:cs typeface="Noto Sans TC"/>
              </a:rPr>
              <a:t>允許</a:t>
            </a:r>
            <a:endParaRPr lang="zh-TW" sz="1108"/>
          </a:p>
        </p:txBody>
      </p:sp>
      <p:sp>
        <p:nvSpPr>
          <p:cNvPr id="99" name="!!rect-3pz"/>
          <p:cNvSpPr/>
          <p:nvPr/>
        </p:nvSpPr>
        <p:spPr>
          <a:xfrm>
            <a:off x="7758557" y="3303060"/>
            <a:ext cx="1278890" cy="2813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92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100" name="!!circle-3q0"/>
          <p:cNvSpPr/>
          <p:nvPr/>
        </p:nvSpPr>
        <p:spPr>
          <a:xfrm>
            <a:off x="7867263" y="3398977"/>
            <a:ext cx="89522" cy="89522"/>
          </a:xfrm>
          <a:prstGeom prst="ellipse">
            <a:avLst/>
          </a:prstGeom>
          <a:solidFill>
            <a:srgbClr val="D98613"/>
          </a:solidFill>
          <a:ln>
            <a:noFill/>
          </a:ln>
        </p:spPr>
      </p:sp>
      <p:sp>
        <p:nvSpPr>
          <p:cNvPr id="101" name="!!text-3q1" descr="需複核"/>
          <p:cNvSpPr txBox="1"/>
          <p:nvPr/>
        </p:nvSpPr>
        <p:spPr>
          <a:xfrm>
            <a:off x="8027124" y="3334905"/>
            <a:ext cx="464237" cy="20370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08" kern="0" dirty="0">
                <a:solidFill>
                  <a:srgbClr val="5B6770"/>
                </a:solidFill>
                <a:latin typeface="Noto Sans TC Medium"/>
                <a:ea typeface="Noto Sans TC Medium"/>
                <a:cs typeface="Noto Sans TC Medium"/>
              </a:rPr>
              <a:t>需複核</a:t>
            </a:r>
            <a:endParaRPr lang="zh-TW" sz="1108"/>
          </a:p>
        </p:txBody>
      </p:sp>
      <p:sp>
        <p:nvSpPr>
          <p:cNvPr id="102" name="!!rect-3q5"/>
          <p:cNvSpPr/>
          <p:nvPr/>
        </p:nvSpPr>
        <p:spPr>
          <a:xfrm>
            <a:off x="7758557" y="3673939"/>
            <a:ext cx="1278890" cy="2813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92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103" name="!!circle-3q6"/>
          <p:cNvSpPr/>
          <p:nvPr/>
        </p:nvSpPr>
        <p:spPr>
          <a:xfrm>
            <a:off x="7867263" y="3769855"/>
            <a:ext cx="89522" cy="89522"/>
          </a:xfrm>
          <a:prstGeom prst="ellipse">
            <a:avLst/>
          </a:prstGeom>
          <a:solidFill>
            <a:srgbClr val="D64545"/>
          </a:solidFill>
          <a:ln>
            <a:noFill/>
          </a:ln>
        </p:spPr>
      </p:sp>
      <p:sp>
        <p:nvSpPr>
          <p:cNvPr id="104" name="!!text-3q7" descr="違規"/>
          <p:cNvSpPr txBox="1"/>
          <p:nvPr/>
        </p:nvSpPr>
        <p:spPr>
          <a:xfrm>
            <a:off x="8027124" y="3705783"/>
            <a:ext cx="323559" cy="20370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08" kern="0" dirty="0">
                <a:solidFill>
                  <a:srgbClr val="5B6770"/>
                </a:solidFill>
                <a:latin typeface="Noto Sans TC Medium"/>
                <a:ea typeface="Noto Sans TC Medium"/>
                <a:cs typeface="Noto Sans TC Medium"/>
              </a:rPr>
              <a:t>違規</a:t>
            </a:r>
            <a:endParaRPr lang="zh-TW" sz="1108"/>
          </a:p>
        </p:txBody>
      </p:sp>
      <p:sp>
        <p:nvSpPr>
          <p:cNvPr id="105" name="!!text-3qb" descr="信心值"/>
          <p:cNvSpPr txBox="1"/>
          <p:nvPr/>
        </p:nvSpPr>
        <p:spPr>
          <a:xfrm>
            <a:off x="7758557" y="4067069"/>
            <a:ext cx="464237" cy="20370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08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信心值</a:t>
            </a:r>
            <a:endParaRPr lang="zh-TW" sz="1108"/>
          </a:p>
        </p:txBody>
      </p:sp>
      <p:sp>
        <p:nvSpPr>
          <p:cNvPr id="106" name="!!rect-3qf"/>
          <p:cNvSpPr/>
          <p:nvPr/>
        </p:nvSpPr>
        <p:spPr>
          <a:xfrm>
            <a:off x="8244535" y="4159917"/>
            <a:ext cx="792912" cy="63944"/>
          </a:xfrm>
          <a:prstGeom prst="roundRect">
            <a:avLst>
              <a:gd name="adj" fmla="val 50000"/>
            </a:avLst>
          </a:prstGeom>
          <a:solidFill>
            <a:srgbClr val="E3E7EA"/>
          </a:solidFill>
          <a:ln>
            <a:noFill/>
          </a:ln>
        </p:spPr>
      </p:sp>
      <p:sp>
        <p:nvSpPr>
          <p:cNvPr id="107" name="!!rect-3qj"/>
          <p:cNvSpPr/>
          <p:nvPr/>
        </p:nvSpPr>
        <p:spPr>
          <a:xfrm>
            <a:off x="6351778" y="4095862"/>
            <a:ext cx="1214945" cy="19183"/>
          </a:xfrm>
          <a:prstGeom prst="rect">
            <a:avLst/>
          </a:prstGeom>
          <a:solidFill>
            <a:srgbClr val="627D8D"/>
          </a:solidFill>
          <a:ln>
            <a:noFill/>
          </a:ln>
        </p:spPr>
      </p:sp>
      <p:sp>
        <p:nvSpPr>
          <p:cNvPr id="108" name="!!path-3qo"/>
          <p:cNvSpPr/>
          <p:nvPr/>
        </p:nvSpPr>
        <p:spPr>
          <a:xfrm>
            <a:off x="2962720" y="5822474"/>
            <a:ext cx="6266561" cy="1"/>
          </a:xfrm>
          <a:custGeom>
            <a:avLst/>
            <a:gdLst/>
            <a:ahLst/>
            <a:cxnLst/>
            <a:rect l="l" t="t" r="r" b="b"/>
            <a:pathLst>
              <a:path w="6266561" h="1" fill="none">
                <a:moveTo>
                  <a:pt x="0" y="0"/>
                </a:moveTo>
                <a:lnTo>
                  <a:pt x="6266561" y="0"/>
                </a:lnTo>
              </a:path>
            </a:pathLst>
          </a:custGeom>
          <a:noFill/>
          <a:ln w="12789" cap="rnd">
            <a:solidFill>
              <a:srgbClr val="E3E7EA"/>
            </a:solidFill>
            <a:prstDash val="solid"/>
            <a:round/>
          </a:ln>
        </p:spPr>
      </p:sp>
      <p:sp>
        <p:nvSpPr>
          <p:cNvPr id="109" name="!!rect-3qv"/>
          <p:cNvSpPr/>
          <p:nvPr/>
        </p:nvSpPr>
        <p:spPr>
          <a:xfrm>
            <a:off x="6064028" y="5144662"/>
            <a:ext cx="1726501" cy="741756"/>
          </a:xfrm>
          <a:prstGeom prst="roundRect">
            <a:avLst>
              <a:gd name="adj" fmla="val 23810"/>
            </a:avLst>
          </a:prstGeom>
          <a:solidFill>
            <a:srgbClr val="0B1A26">
              <a:alpha val="12000"/>
            </a:srgbClr>
          </a:solidFill>
          <a:ln>
            <a:noFill/>
          </a:ln>
          <a:effectLst>
            <a:softEdge rad="225085"/>
          </a:effectLst>
        </p:spPr>
      </p:sp>
      <p:sp>
        <p:nvSpPr>
          <p:cNvPr id="110" name="!!rect-3qw"/>
          <p:cNvSpPr/>
          <p:nvPr/>
        </p:nvSpPr>
        <p:spPr>
          <a:xfrm>
            <a:off x="6127972" y="5157451"/>
            <a:ext cx="1598612" cy="562712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6394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111" name="!!rect-3qy"/>
          <p:cNvSpPr/>
          <p:nvPr/>
        </p:nvSpPr>
        <p:spPr>
          <a:xfrm>
            <a:off x="6230283" y="5234184"/>
            <a:ext cx="294145" cy="409245"/>
          </a:xfrm>
          <a:prstGeom prst="roundRect">
            <a:avLst>
              <a:gd name="adj" fmla="val 8696"/>
            </a:avLst>
          </a:prstGeom>
          <a:gradFill rotWithShape="1">
            <a:gsLst>
              <a:gs pos="0">
                <a:srgbClr val="5D856F"/>
              </a:gs>
              <a:gs pos="100000">
                <a:srgbClr val="3F624F"/>
              </a:gs>
            </a:gsLst>
            <a:lin ang="3257599" scaled="0"/>
          </a:gradFill>
          <a:ln>
            <a:noFill/>
          </a:ln>
        </p:spPr>
      </p:sp>
      <p:sp>
        <p:nvSpPr>
          <p:cNvPr id="112" name="!!rect-3qz"/>
          <p:cNvSpPr/>
          <p:nvPr/>
        </p:nvSpPr>
        <p:spPr>
          <a:xfrm>
            <a:off x="6256757" y="5234184"/>
            <a:ext cx="14707" cy="409245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</p:spPr>
      </p:sp>
      <p:sp>
        <p:nvSpPr>
          <p:cNvPr id="113" name="!!rect-3r0"/>
          <p:cNvSpPr/>
          <p:nvPr/>
        </p:nvSpPr>
        <p:spPr>
          <a:xfrm>
            <a:off x="6303820" y="5307849"/>
            <a:ext cx="164721" cy="28647"/>
          </a:xfrm>
          <a:prstGeom prst="roundRect">
            <a:avLst>
              <a:gd name="adj" fmla="val 28571"/>
            </a:avLst>
          </a:prstGeom>
          <a:solidFill>
            <a:srgbClr val="E7D9B8"/>
          </a:solidFill>
          <a:ln>
            <a:noFill/>
          </a:ln>
        </p:spPr>
      </p:sp>
      <p:sp>
        <p:nvSpPr>
          <p:cNvPr id="114" name="!!rect-3r1"/>
          <p:cNvSpPr/>
          <p:nvPr/>
        </p:nvSpPr>
        <p:spPr>
          <a:xfrm>
            <a:off x="6303820" y="5356958"/>
            <a:ext cx="111775" cy="18416"/>
          </a:xfrm>
          <a:prstGeom prst="roundRect">
            <a:avLst>
              <a:gd name="adj" fmla="val 44444"/>
            </a:avLst>
          </a:prstGeom>
          <a:solidFill>
            <a:srgbClr val="E7D9B8">
              <a:alpha val="72000"/>
            </a:srgbClr>
          </a:solidFill>
          <a:ln>
            <a:noFill/>
          </a:ln>
        </p:spPr>
      </p:sp>
      <p:sp>
        <p:nvSpPr>
          <p:cNvPr id="115" name="!!rect-3r2"/>
          <p:cNvSpPr/>
          <p:nvPr/>
        </p:nvSpPr>
        <p:spPr>
          <a:xfrm>
            <a:off x="6303820" y="5561580"/>
            <a:ext cx="82361" cy="16370"/>
          </a:xfrm>
          <a:prstGeom prst="roundRect">
            <a:avLst>
              <a:gd name="adj" fmla="val 50000"/>
            </a:avLst>
          </a:prstGeom>
          <a:solidFill>
            <a:srgbClr val="E7D9B8">
              <a:alpha val="55000"/>
            </a:srgbClr>
          </a:solidFill>
          <a:ln>
            <a:noFill/>
          </a:ln>
        </p:spPr>
      </p:sp>
      <p:sp>
        <p:nvSpPr>
          <p:cNvPr id="116" name="!!text-3r3" descr="統計學概論"/>
          <p:cNvSpPr txBox="1"/>
          <p:nvPr/>
        </p:nvSpPr>
        <p:spPr>
          <a:xfrm>
            <a:off x="6613950" y="5228813"/>
            <a:ext cx="813374" cy="2222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08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統計學概論</a:t>
            </a:r>
            <a:endParaRPr lang="zh-TW" sz="1208"/>
          </a:p>
        </p:txBody>
      </p:sp>
      <p:sp>
        <p:nvSpPr>
          <p:cNvPr id="117" name="!!text-3r9" descr="$280"/>
          <p:cNvSpPr txBox="1"/>
          <p:nvPr/>
        </p:nvSpPr>
        <p:spPr>
          <a:xfrm>
            <a:off x="6613950" y="5435482"/>
            <a:ext cx="379268" cy="20370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08" kern="0" dirty="0">
                <a:solidFill>
                  <a:srgbClr val="627D8D"/>
                </a:solidFill>
                <a:latin typeface="Noto Sans TC ExtraBold"/>
                <a:ea typeface="Noto Sans TC ExtraBold"/>
                <a:cs typeface="Noto Sans TC ExtraBold"/>
              </a:rPr>
              <a:t>$280</a:t>
            </a:r>
            <a:endParaRPr lang="zh-TW" sz="1108"/>
          </a:p>
        </p:txBody>
      </p:sp>
      <p:sp>
        <p:nvSpPr>
          <p:cNvPr id="118" name="!!text-3sg" descr="上架審核"/>
          <p:cNvSpPr txBox="1"/>
          <p:nvPr/>
        </p:nvSpPr>
        <p:spPr>
          <a:xfrm>
            <a:off x="673507" y="612020"/>
            <a:ext cx="715155" cy="2222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08" b="1" kern="0" spc="145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上架審</a:t>
            </a:r>
            <a:r>
              <a:rPr lang="zh-TW" altLang="en-US" sz="1208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核</a:t>
            </a:r>
            <a:endParaRPr lang="zh-TW" sz="1208"/>
          </a:p>
        </p:txBody>
      </p:sp>
      <p:sp>
        <p:nvSpPr>
          <p:cNvPr id="119" name="!!text-3sq" descr="規則＋AI，雙層把關"/>
          <p:cNvSpPr txBox="1"/>
          <p:nvPr/>
        </p:nvSpPr>
        <p:spPr>
          <a:xfrm>
            <a:off x="673507" y="882633"/>
            <a:ext cx="4056588" cy="6666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3625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規則＋A</a:t>
            </a:r>
            <a:r>
              <a:rPr lang="zh-TW" altLang="en-US" sz="3625" kern="0" spc="-1088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I</a:t>
            </a:r>
            <a:r>
              <a:rPr lang="zh-TW" altLang="en-US" sz="3625" kern="0" spc="-653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，</a:t>
            </a:r>
            <a:r>
              <a:rPr lang="zh-TW" altLang="en-US" sz="3625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雙層把關</a:t>
            </a:r>
            <a:endParaRPr lang="zh-TW" sz="3625"/>
          </a:p>
        </p:txBody>
      </p:sp>
      <p:sp>
        <p:nvSpPr>
          <p:cNvPr id="120" name="!!text-3t5" descr="規則即時攔截售價異常，AI 再判讀照片，必要時交由管理員複核。"/>
          <p:cNvSpPr txBox="1"/>
          <p:nvPr/>
        </p:nvSpPr>
        <p:spPr>
          <a:xfrm>
            <a:off x="673507" y="1603416"/>
            <a:ext cx="5650648" cy="2777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511" kern="0" dirty="0">
                <a:solidFill>
                  <a:srgbClr val="3F4A54"/>
                </a:solidFill>
                <a:latin typeface="Noto Sans TC Medium"/>
                <a:ea typeface="Noto Sans TC Medium"/>
                <a:cs typeface="Noto Sans TC Medium"/>
              </a:rPr>
              <a:t>規則即時攔截售價異常，AI 再判讀照片，必要時交由管理員複核。</a:t>
            </a:r>
            <a:endParaRPr lang="zh-TW" sz="1511"/>
          </a:p>
        </p:txBody>
      </p:sp>
      <p:sp>
        <p:nvSpPr>
          <p:cNvPr id="121" name="!!path-9ic"/>
          <p:cNvSpPr/>
          <p:nvPr/>
        </p:nvSpPr>
        <p:spPr>
          <a:xfrm>
            <a:off x="381000" y="306527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22" name="!!path-9id"/>
          <p:cNvSpPr/>
          <p:nvPr/>
        </p:nvSpPr>
        <p:spPr>
          <a:xfrm>
            <a:off x="381000" y="308153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23" name="!!path-9ie"/>
          <p:cNvSpPr/>
          <p:nvPr/>
        </p:nvSpPr>
        <p:spPr>
          <a:xfrm>
            <a:off x="381000" y="309778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24" name="!!path-9if"/>
          <p:cNvSpPr/>
          <p:nvPr/>
        </p:nvSpPr>
        <p:spPr>
          <a:xfrm>
            <a:off x="381000" y="311404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25" name="!!path-9ig"/>
          <p:cNvSpPr/>
          <p:nvPr/>
        </p:nvSpPr>
        <p:spPr>
          <a:xfrm>
            <a:off x="381000" y="313030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26" name="!!path-9ih"/>
          <p:cNvSpPr/>
          <p:nvPr/>
        </p:nvSpPr>
        <p:spPr>
          <a:xfrm>
            <a:off x="381000" y="314655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27" name="!!path-9ii"/>
          <p:cNvSpPr/>
          <p:nvPr/>
        </p:nvSpPr>
        <p:spPr>
          <a:xfrm>
            <a:off x="381000" y="316281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28" name="!!path-9ij"/>
          <p:cNvSpPr/>
          <p:nvPr/>
        </p:nvSpPr>
        <p:spPr>
          <a:xfrm>
            <a:off x="381000" y="317906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29" name="!!path-9ik"/>
          <p:cNvSpPr/>
          <p:nvPr/>
        </p:nvSpPr>
        <p:spPr>
          <a:xfrm>
            <a:off x="419608" y="269342"/>
            <a:ext cx="128422" cy="122936"/>
          </a:xfrm>
          <a:custGeom>
            <a:avLst/>
            <a:gdLst/>
            <a:ahLst/>
            <a:cxnLst/>
            <a:rect l="l" t="t" r="r" b="b"/>
            <a:pathLst>
              <a:path w="128422" h="122936">
                <a:moveTo>
                  <a:pt x="0" y="17678"/>
                </a:moveTo>
                <a:lnTo>
                  <a:pt x="8128" y="5080"/>
                </a:lnTo>
                <a:cubicBezTo>
                  <a:pt x="32512" y="0"/>
                  <a:pt x="73152" y="7112"/>
                  <a:pt x="101600" y="26416"/>
                </a:cubicBezTo>
                <a:cubicBezTo>
                  <a:pt x="116840" y="37186"/>
                  <a:pt x="124968" y="49784"/>
                  <a:pt x="128422" y="62992"/>
                </a:cubicBezTo>
                <a:lnTo>
                  <a:pt x="128422" y="122936"/>
                </a:lnTo>
                <a:lnTo>
                  <a:pt x="0" y="1229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30" name="!!path-9il"/>
          <p:cNvSpPr/>
          <p:nvPr/>
        </p:nvSpPr>
        <p:spPr>
          <a:xfrm>
            <a:off x="419608" y="269342"/>
            <a:ext cx="128422" cy="62992"/>
          </a:xfrm>
          <a:custGeom>
            <a:avLst/>
            <a:gdLst/>
            <a:ahLst/>
            <a:cxnLst/>
            <a:rect l="l" t="t" r="r" b="b"/>
            <a:pathLst>
              <a:path w="128422" h="62992" fill="none">
                <a:moveTo>
                  <a:pt x="128422" y="62992"/>
                </a:moveTo>
                <a:cubicBezTo>
                  <a:pt x="124968" y="49784"/>
                  <a:pt x="116840" y="37186"/>
                  <a:pt x="101600" y="26416"/>
                </a:cubicBezTo>
                <a:cubicBezTo>
                  <a:pt x="73152" y="7112"/>
                  <a:pt x="32512" y="0"/>
                  <a:pt x="8128" y="5080"/>
                </a:cubicBezTo>
                <a:lnTo>
                  <a:pt x="0" y="1767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31" name="!!path-9im"/>
          <p:cNvSpPr/>
          <p:nvPr/>
        </p:nvSpPr>
        <p:spPr>
          <a:xfrm>
            <a:off x="407010" y="281534"/>
            <a:ext cx="141021" cy="110744"/>
          </a:xfrm>
          <a:custGeom>
            <a:avLst/>
            <a:gdLst/>
            <a:ahLst/>
            <a:cxnLst/>
            <a:rect l="l" t="t" r="r" b="b"/>
            <a:pathLst>
              <a:path w="141021" h="110744">
                <a:moveTo>
                  <a:pt x="0" y="22352"/>
                </a:moveTo>
                <a:lnTo>
                  <a:pt x="6502" y="6502"/>
                </a:lnTo>
                <a:cubicBezTo>
                  <a:pt x="36982" y="0"/>
                  <a:pt x="79654" y="7112"/>
                  <a:pt x="110134" y="25400"/>
                </a:cubicBezTo>
                <a:cubicBezTo>
                  <a:pt x="126390" y="35154"/>
                  <a:pt x="136550" y="49784"/>
                  <a:pt x="141021" y="62992"/>
                </a:cubicBezTo>
                <a:lnTo>
                  <a:pt x="141021" y="110744"/>
                </a:lnTo>
                <a:lnTo>
                  <a:pt x="0" y="110744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32" name="!!path-9in"/>
          <p:cNvSpPr/>
          <p:nvPr/>
        </p:nvSpPr>
        <p:spPr>
          <a:xfrm>
            <a:off x="407010" y="281534"/>
            <a:ext cx="141021" cy="62992"/>
          </a:xfrm>
          <a:custGeom>
            <a:avLst/>
            <a:gdLst/>
            <a:ahLst/>
            <a:cxnLst/>
            <a:rect l="l" t="t" r="r" b="b"/>
            <a:pathLst>
              <a:path w="141021" h="62992" fill="none">
                <a:moveTo>
                  <a:pt x="141021" y="62992"/>
                </a:moveTo>
                <a:cubicBezTo>
                  <a:pt x="136550" y="49784"/>
                  <a:pt x="126390" y="35154"/>
                  <a:pt x="110134" y="25400"/>
                </a:cubicBezTo>
                <a:cubicBezTo>
                  <a:pt x="79654" y="7112"/>
                  <a:pt x="36982" y="0"/>
                  <a:pt x="6502" y="6502"/>
                </a:cubicBezTo>
                <a:lnTo>
                  <a:pt x="0" y="22352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33" name="!!path-9io"/>
          <p:cNvSpPr/>
          <p:nvPr/>
        </p:nvSpPr>
        <p:spPr>
          <a:xfrm>
            <a:off x="395834" y="294742"/>
            <a:ext cx="151790" cy="97536"/>
          </a:xfrm>
          <a:custGeom>
            <a:avLst/>
            <a:gdLst/>
            <a:ahLst/>
            <a:cxnLst/>
            <a:rect l="l" t="t" r="r" b="b"/>
            <a:pathLst>
              <a:path w="151790" h="97536">
                <a:moveTo>
                  <a:pt x="0" y="23165"/>
                </a:moveTo>
                <a:lnTo>
                  <a:pt x="3861" y="12598"/>
                </a:lnTo>
                <a:cubicBezTo>
                  <a:pt x="37998" y="0"/>
                  <a:pt x="84734" y="5080"/>
                  <a:pt x="117246" y="21946"/>
                </a:cubicBezTo>
                <a:cubicBezTo>
                  <a:pt x="135534" y="31496"/>
                  <a:pt x="146710" y="43688"/>
                  <a:pt x="151790" y="55270"/>
                </a:cubicBezTo>
                <a:lnTo>
                  <a:pt x="151790" y="97536"/>
                </a:lnTo>
                <a:lnTo>
                  <a:pt x="0" y="975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34" name="!!path-9ip"/>
          <p:cNvSpPr/>
          <p:nvPr/>
        </p:nvSpPr>
        <p:spPr>
          <a:xfrm>
            <a:off x="395834" y="294742"/>
            <a:ext cx="151790" cy="55270"/>
          </a:xfrm>
          <a:custGeom>
            <a:avLst/>
            <a:gdLst/>
            <a:ahLst/>
            <a:cxnLst/>
            <a:rect l="l" t="t" r="r" b="b"/>
            <a:pathLst>
              <a:path w="151790" h="55270" fill="none">
                <a:moveTo>
                  <a:pt x="151790" y="55270"/>
                </a:moveTo>
                <a:cubicBezTo>
                  <a:pt x="146710" y="43688"/>
                  <a:pt x="135534" y="31496"/>
                  <a:pt x="117246" y="21946"/>
                </a:cubicBezTo>
                <a:cubicBezTo>
                  <a:pt x="84734" y="5080"/>
                  <a:pt x="37998" y="0"/>
                  <a:pt x="3861" y="12598"/>
                </a:cubicBezTo>
                <a:lnTo>
                  <a:pt x="0" y="23165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35" name="!!path-9iq"/>
          <p:cNvSpPr/>
          <p:nvPr/>
        </p:nvSpPr>
        <p:spPr>
          <a:xfrm>
            <a:off x="548234" y="264262"/>
            <a:ext cx="120294" cy="128016"/>
          </a:xfrm>
          <a:custGeom>
            <a:avLst/>
            <a:gdLst/>
            <a:ahLst/>
            <a:cxnLst/>
            <a:rect l="l" t="t" r="r" b="b"/>
            <a:pathLst>
              <a:path w="120294" h="128016">
                <a:moveTo>
                  <a:pt x="120294" y="18288"/>
                </a:moveTo>
                <a:lnTo>
                  <a:pt x="113589" y="4470"/>
                </a:lnTo>
                <a:cubicBezTo>
                  <a:pt x="86766" y="0"/>
                  <a:pt x="44094" y="10160"/>
                  <a:pt x="17678" y="30480"/>
                </a:cubicBezTo>
                <a:cubicBezTo>
                  <a:pt x="6502" y="39624"/>
                  <a:pt x="1422" y="52832"/>
                  <a:pt x="0" y="67056"/>
                </a:cubicBezTo>
                <a:lnTo>
                  <a:pt x="0" y="128016"/>
                </a:lnTo>
                <a:lnTo>
                  <a:pt x="120294" y="12801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36" name="!!path-9ir"/>
          <p:cNvSpPr/>
          <p:nvPr/>
        </p:nvSpPr>
        <p:spPr>
          <a:xfrm>
            <a:off x="548234" y="264262"/>
            <a:ext cx="120294" cy="67056"/>
          </a:xfrm>
          <a:custGeom>
            <a:avLst/>
            <a:gdLst/>
            <a:ahLst/>
            <a:cxnLst/>
            <a:rect l="l" t="t" r="r" b="b"/>
            <a:pathLst>
              <a:path w="120294" h="67056" fill="none">
                <a:moveTo>
                  <a:pt x="0" y="67056"/>
                </a:moveTo>
                <a:cubicBezTo>
                  <a:pt x="1422" y="52832"/>
                  <a:pt x="6502" y="39624"/>
                  <a:pt x="17678" y="30480"/>
                </a:cubicBezTo>
                <a:cubicBezTo>
                  <a:pt x="44094" y="10160"/>
                  <a:pt x="86766" y="0"/>
                  <a:pt x="113589" y="4470"/>
                </a:cubicBezTo>
                <a:lnTo>
                  <a:pt x="120294" y="1828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37" name="!!path-9is"/>
          <p:cNvSpPr/>
          <p:nvPr/>
        </p:nvSpPr>
        <p:spPr>
          <a:xfrm>
            <a:off x="548437" y="279502"/>
            <a:ext cx="133299" cy="112776"/>
          </a:xfrm>
          <a:custGeom>
            <a:avLst/>
            <a:gdLst/>
            <a:ahLst/>
            <a:cxnLst/>
            <a:rect l="l" t="t" r="r" b="b"/>
            <a:pathLst>
              <a:path w="133299" h="112776">
                <a:moveTo>
                  <a:pt x="133299" y="19710"/>
                </a:moveTo>
                <a:lnTo>
                  <a:pt x="127203" y="3048"/>
                </a:lnTo>
                <a:cubicBezTo>
                  <a:pt x="94691" y="0"/>
                  <a:pt x="54051" y="11176"/>
                  <a:pt x="27635" y="30683"/>
                </a:cubicBezTo>
                <a:cubicBezTo>
                  <a:pt x="13411" y="41250"/>
                  <a:pt x="4267" y="53848"/>
                  <a:pt x="0" y="65024"/>
                </a:cubicBezTo>
                <a:lnTo>
                  <a:pt x="0" y="112776"/>
                </a:lnTo>
                <a:lnTo>
                  <a:pt x="133299" y="11277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38" name="!!path-9it"/>
          <p:cNvSpPr/>
          <p:nvPr/>
        </p:nvSpPr>
        <p:spPr>
          <a:xfrm>
            <a:off x="548437" y="279502"/>
            <a:ext cx="133299" cy="65024"/>
          </a:xfrm>
          <a:custGeom>
            <a:avLst/>
            <a:gdLst/>
            <a:ahLst/>
            <a:cxnLst/>
            <a:rect l="l" t="t" r="r" b="b"/>
            <a:pathLst>
              <a:path w="133299" h="65024" fill="none">
                <a:moveTo>
                  <a:pt x="0" y="65024"/>
                </a:moveTo>
                <a:cubicBezTo>
                  <a:pt x="4267" y="53848"/>
                  <a:pt x="13411" y="41250"/>
                  <a:pt x="27635" y="30683"/>
                </a:cubicBezTo>
                <a:cubicBezTo>
                  <a:pt x="54051" y="11176"/>
                  <a:pt x="94691" y="0"/>
                  <a:pt x="127203" y="3048"/>
                </a:cubicBezTo>
                <a:lnTo>
                  <a:pt x="133299" y="19710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39" name="!!path-9iu"/>
          <p:cNvSpPr/>
          <p:nvPr/>
        </p:nvSpPr>
        <p:spPr>
          <a:xfrm>
            <a:off x="548843" y="293726"/>
            <a:ext cx="142646" cy="98552"/>
          </a:xfrm>
          <a:custGeom>
            <a:avLst/>
            <a:gdLst/>
            <a:ahLst/>
            <a:cxnLst/>
            <a:rect l="l" t="t" r="r" b="b"/>
            <a:pathLst>
              <a:path w="142646" h="98552">
                <a:moveTo>
                  <a:pt x="142646" y="18898"/>
                </a:moveTo>
                <a:lnTo>
                  <a:pt x="139802" y="8738"/>
                </a:lnTo>
                <a:cubicBezTo>
                  <a:pt x="106477" y="0"/>
                  <a:pt x="63805" y="5080"/>
                  <a:pt x="35357" y="19304"/>
                </a:cubicBezTo>
                <a:cubicBezTo>
                  <a:pt x="17069" y="28448"/>
                  <a:pt x="5893" y="42672"/>
                  <a:pt x="0" y="56286"/>
                </a:cubicBezTo>
                <a:lnTo>
                  <a:pt x="0" y="98552"/>
                </a:lnTo>
                <a:lnTo>
                  <a:pt x="142646" y="98552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40" name="!!path-9iv"/>
          <p:cNvSpPr/>
          <p:nvPr/>
        </p:nvSpPr>
        <p:spPr>
          <a:xfrm>
            <a:off x="548843" y="293726"/>
            <a:ext cx="142646" cy="56286"/>
          </a:xfrm>
          <a:custGeom>
            <a:avLst/>
            <a:gdLst/>
            <a:ahLst/>
            <a:cxnLst/>
            <a:rect l="l" t="t" r="r" b="b"/>
            <a:pathLst>
              <a:path w="142646" h="56286" fill="none">
                <a:moveTo>
                  <a:pt x="0" y="56286"/>
                </a:moveTo>
                <a:cubicBezTo>
                  <a:pt x="5893" y="42672"/>
                  <a:pt x="17069" y="28448"/>
                  <a:pt x="35357" y="19304"/>
                </a:cubicBezTo>
                <a:cubicBezTo>
                  <a:pt x="63805" y="5080"/>
                  <a:pt x="106477" y="0"/>
                  <a:pt x="139802" y="8738"/>
                </a:cubicBezTo>
                <a:lnTo>
                  <a:pt x="142646" y="1889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41" name="!!path-9iw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627D8D"/>
              </a:gs>
              <a:gs pos="21794">
                <a:srgbClr val="627D8D"/>
              </a:gs>
              <a:gs pos="55376">
                <a:srgbClr val="627D8D"/>
              </a:gs>
              <a:gs pos="96421">
                <a:srgbClr val="98ABB7"/>
              </a:gs>
              <a:gs pos="100000">
                <a:srgbClr val="98ABB7"/>
              </a:gs>
            </a:gsLst>
            <a:lin ang="1983350" scaled="0"/>
          </a:gradFill>
          <a:ln>
            <a:noFill/>
          </a:ln>
        </p:spPr>
      </p:sp>
      <p:sp>
        <p:nvSpPr>
          <p:cNvPr id="142" name="!!path-9ix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0000"/>
                </a:srgbClr>
              </a:gs>
              <a:gs pos="4764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83333" t="79291" r="16667" b="20709"/>
            </a:path>
          </a:gradFill>
          <a:ln>
            <a:noFill/>
          </a:ln>
        </p:spPr>
      </p:sp>
      <p:sp>
        <p:nvSpPr>
          <p:cNvPr id="143" name="!!line-9iy"/>
          <p:cNvSpPr/>
          <p:nvPr/>
        </p:nvSpPr>
        <p:spPr>
          <a:xfrm>
            <a:off x="549046" y="363017"/>
            <a:ext cx="1" cy="153619"/>
          </a:xfrm>
          <a:custGeom>
            <a:avLst/>
            <a:gdLst/>
            <a:ahLst/>
            <a:cxnLst/>
            <a:rect l="l" t="t" r="r" b="b"/>
            <a:pathLst>
              <a:path w="1" h="153619">
                <a:moveTo>
                  <a:pt x="0" y="0"/>
                </a:moveTo>
                <a:lnTo>
                  <a:pt x="0" y="153619"/>
                </a:lnTo>
              </a:path>
            </a:pathLst>
          </a:custGeom>
          <a:solidFill>
            <a:srgbClr val="000000"/>
          </a:solidFill>
          <a:ln w="6909" cap="rnd">
            <a:solidFill>
              <a:srgbClr val="C9D3D9"/>
            </a:solidFill>
            <a:prstDash val="solid"/>
            <a:miter lim="800000"/>
          </a:ln>
        </p:spPr>
      </p:sp>
      <p:sp>
        <p:nvSpPr>
          <p:cNvPr id="144" name="!!path-9iz"/>
          <p:cNvSpPr/>
          <p:nvPr/>
        </p:nvSpPr>
        <p:spPr>
          <a:xfrm>
            <a:off x="657962" y="442062"/>
            <a:ext cx="25400" cy="37998"/>
          </a:xfrm>
          <a:custGeom>
            <a:avLst/>
            <a:gdLst/>
            <a:ahLst/>
            <a:cxnLst/>
            <a:rect l="l" t="t" r="r" b="b"/>
            <a:pathLst>
              <a:path w="25400" h="37998">
                <a:moveTo>
                  <a:pt x="0" y="2642"/>
                </a:moveTo>
                <a:lnTo>
                  <a:pt x="15240" y="0"/>
                </a:lnTo>
                <a:lnTo>
                  <a:pt x="25400" y="37186"/>
                </a:lnTo>
                <a:lnTo>
                  <a:pt x="7518" y="37998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 w="1016" cap="flat">
            <a:solidFill>
              <a:srgbClr val="FFFFFF">
                <a:alpha val="55000"/>
              </a:srgbClr>
            </a:solidFill>
            <a:prstDash val="solid"/>
            <a:round/>
          </a:ln>
        </p:spPr>
      </p:sp>
      <p:sp>
        <p:nvSpPr>
          <p:cNvPr id="145" name="!!text-9j0" descr="救「舊」我的書"/>
          <p:cNvSpPr txBox="1"/>
          <p:nvPr/>
        </p:nvSpPr>
        <p:spPr>
          <a:xfrm>
            <a:off x="805879" y="251460"/>
            <a:ext cx="1120140" cy="25745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400" b="1" kern="0" spc="-70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救</a:t>
            </a:r>
            <a:r>
              <a:rPr lang="zh-TW" altLang="en-US" sz="14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「舊</a:t>
            </a:r>
            <a:r>
              <a:rPr lang="zh-TW" altLang="en-US" sz="1400" b="1" kern="0" spc="-70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」</a:t>
            </a:r>
            <a:r>
              <a:rPr lang="zh-TW" altLang="en-US" sz="14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我的書</a:t>
            </a:r>
            <a:endParaRPr lang="zh-TW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fast" p14:dur="1200" advTm="0">
        <p159:morph option="byObject"/>
      </p:transition>
    </mc:Choice>
    <mc:Fallback>
      <p:transition spd="fast" advTm="0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74.7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rect-1q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7"/>
          </a:solidFill>
          <a:ln>
            <a:noFill/>
          </a:ln>
        </p:spPr>
      </p:sp>
      <p:sp>
        <p:nvSpPr>
          <p:cNvPr id="3" name="!!ellipse-1q2"/>
          <p:cNvSpPr/>
          <p:nvPr/>
        </p:nvSpPr>
        <p:spPr>
          <a:xfrm>
            <a:off x="-889000" y="-952500"/>
            <a:ext cx="13970000" cy="7874000"/>
          </a:xfrm>
          <a:prstGeom prst="ellipse">
            <a:avLst/>
          </a:prstGeom>
          <a:gradFill rotWithShape="1">
            <a:gsLst>
              <a:gs pos="0">
                <a:srgbClr val="FFFFFF">
                  <a:alpha val="95000"/>
                </a:srgbClr>
              </a:gs>
              <a:gs pos="40865">
                <a:srgbClr val="FFFFFF">
                  <a:alpha val="35000"/>
                </a:srgbClr>
              </a:gs>
              <a:gs pos="68108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!!rect-1q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P1"/>
            <a:srcRect/>
            <a:tile tx="2198" ty="130003" sx="16667" sy="16667" flip="none" algn="tl"/>
          </a:blipFill>
          <a:ln>
            <a:noFill/>
          </a:ln>
        </p:spPr>
      </p:sp>
      <p:sp>
        <p:nvSpPr>
          <p:cNvPr id="5" name="!!circle-1qc"/>
          <p:cNvSpPr/>
          <p:nvPr/>
        </p:nvSpPr>
        <p:spPr>
          <a:xfrm>
            <a:off x="11703323" y="5424792"/>
            <a:ext cx="2495906" cy="2495906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" name="!!circle-1qf"/>
          <p:cNvSpPr/>
          <p:nvPr/>
        </p:nvSpPr>
        <p:spPr>
          <a:xfrm>
            <a:off x="8704365" y="2924289"/>
            <a:ext cx="1998675" cy="1998675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7" name="!!circle-1qy"/>
          <p:cNvSpPr/>
          <p:nvPr/>
        </p:nvSpPr>
        <p:spPr>
          <a:xfrm>
            <a:off x="6770244" y="2603830"/>
            <a:ext cx="2674569" cy="2674569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8" name="!!circle-1sb"/>
          <p:cNvSpPr/>
          <p:nvPr/>
        </p:nvSpPr>
        <p:spPr>
          <a:xfrm>
            <a:off x="8426736" y="5348509"/>
            <a:ext cx="1718970" cy="1718970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9" name="!!rect-1sh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5F7">
                  <a:alpha val="0"/>
                </a:srgbClr>
              </a:gs>
              <a:gs pos="20428">
                <a:srgbClr val="F3F5F7">
                  <a:alpha val="0"/>
                </a:srgbClr>
              </a:gs>
              <a:gs pos="66730">
                <a:srgbClr val="F3F5F7"/>
              </a:gs>
              <a:gs pos="100000">
                <a:srgbClr val="F3F5F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0" name="!!circle-1sj"/>
          <p:cNvSpPr/>
          <p:nvPr/>
        </p:nvSpPr>
        <p:spPr>
          <a:xfrm>
            <a:off x="104093" y="153974"/>
            <a:ext cx="50038" cy="50038"/>
          </a:xfrm>
          <a:prstGeom prst="ellipse">
            <a:avLst/>
          </a:prstGeom>
          <a:solidFill>
            <a:srgbClr val="627D8D">
              <a:alpha val="25400"/>
            </a:srgbClr>
          </a:solidFill>
          <a:ln>
            <a:noFill/>
          </a:ln>
        </p:spPr>
      </p:sp>
      <p:sp>
        <p:nvSpPr>
          <p:cNvPr id="11" name="!!circle-1sm"/>
          <p:cNvSpPr/>
          <p:nvPr/>
        </p:nvSpPr>
        <p:spPr>
          <a:xfrm>
            <a:off x="5616791" y="1457305"/>
            <a:ext cx="36055" cy="36055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12" name="!!circle-1sp"/>
          <p:cNvSpPr/>
          <p:nvPr/>
        </p:nvSpPr>
        <p:spPr>
          <a:xfrm>
            <a:off x="9308635" y="3362792"/>
            <a:ext cx="24295" cy="24295"/>
          </a:xfrm>
          <a:prstGeom prst="ellipse">
            <a:avLst/>
          </a:prstGeom>
          <a:solidFill>
            <a:srgbClr val="627D8D">
              <a:alpha val="18100"/>
            </a:srgbClr>
          </a:solidFill>
          <a:ln>
            <a:noFill/>
          </a:ln>
        </p:spPr>
      </p:sp>
      <p:sp>
        <p:nvSpPr>
          <p:cNvPr id="13" name="!!circle-1ss"/>
          <p:cNvSpPr/>
          <p:nvPr/>
        </p:nvSpPr>
        <p:spPr>
          <a:xfrm>
            <a:off x="3548618" y="6542986"/>
            <a:ext cx="25959" cy="25959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14" name="!!circle-1sv"/>
          <p:cNvSpPr/>
          <p:nvPr/>
        </p:nvSpPr>
        <p:spPr>
          <a:xfrm>
            <a:off x="1926884" y="1860065"/>
            <a:ext cx="35878" cy="35878"/>
          </a:xfrm>
          <a:prstGeom prst="ellipse">
            <a:avLst/>
          </a:prstGeom>
          <a:solidFill>
            <a:srgbClr val="627D8D">
              <a:alpha val="26800"/>
            </a:srgbClr>
          </a:solidFill>
          <a:ln>
            <a:noFill/>
          </a:ln>
        </p:spPr>
      </p:sp>
      <p:sp>
        <p:nvSpPr>
          <p:cNvPr id="15" name="!!circle-1sy"/>
          <p:cNvSpPr/>
          <p:nvPr/>
        </p:nvSpPr>
        <p:spPr>
          <a:xfrm>
            <a:off x="6791316" y="3967454"/>
            <a:ext cx="40234" cy="40234"/>
          </a:xfrm>
          <a:prstGeom prst="ellipse">
            <a:avLst/>
          </a:prstGeom>
          <a:solidFill>
            <a:srgbClr val="627D8D">
              <a:alpha val="31300"/>
            </a:srgbClr>
          </a:solidFill>
          <a:ln>
            <a:noFill/>
          </a:ln>
        </p:spPr>
      </p:sp>
      <p:sp>
        <p:nvSpPr>
          <p:cNvPr id="16" name="!!circle-1t1"/>
          <p:cNvSpPr/>
          <p:nvPr/>
        </p:nvSpPr>
        <p:spPr>
          <a:xfrm>
            <a:off x="10009648" y="44132"/>
            <a:ext cx="23559" cy="23559"/>
          </a:xfrm>
          <a:prstGeom prst="ellipse">
            <a:avLst/>
          </a:prstGeom>
          <a:solidFill>
            <a:srgbClr val="627D8D">
              <a:alpha val="17900"/>
            </a:srgbClr>
          </a:solidFill>
          <a:ln>
            <a:noFill/>
          </a:ln>
        </p:spPr>
      </p:sp>
      <p:sp>
        <p:nvSpPr>
          <p:cNvPr id="17" name="!!circle-1t4"/>
          <p:cNvSpPr/>
          <p:nvPr/>
        </p:nvSpPr>
        <p:spPr>
          <a:xfrm>
            <a:off x="1123400" y="5021338"/>
            <a:ext cx="29959" cy="29959"/>
          </a:xfrm>
          <a:prstGeom prst="ellipse">
            <a:avLst/>
          </a:prstGeom>
          <a:solidFill>
            <a:srgbClr val="627D8D">
              <a:alpha val="19400"/>
            </a:srgbClr>
          </a:solidFill>
          <a:ln>
            <a:noFill/>
          </a:ln>
        </p:spPr>
      </p:sp>
      <p:sp>
        <p:nvSpPr>
          <p:cNvPr id="18" name="!!circle-1t7"/>
          <p:cNvSpPr/>
          <p:nvPr/>
        </p:nvSpPr>
        <p:spPr>
          <a:xfrm>
            <a:off x="8507305" y="4570162"/>
            <a:ext cx="28702" cy="28702"/>
          </a:xfrm>
          <a:prstGeom prst="ellipse">
            <a:avLst/>
          </a:prstGeom>
          <a:solidFill>
            <a:srgbClr val="627D8D">
              <a:alpha val="17800"/>
            </a:srgbClr>
          </a:solidFill>
          <a:ln>
            <a:noFill/>
          </a:ln>
        </p:spPr>
      </p:sp>
      <p:sp>
        <p:nvSpPr>
          <p:cNvPr id="19" name="!!circle-1ta"/>
          <p:cNvSpPr/>
          <p:nvPr/>
        </p:nvSpPr>
        <p:spPr>
          <a:xfrm>
            <a:off x="11054040" y="2006381"/>
            <a:ext cx="24066" cy="24066"/>
          </a:xfrm>
          <a:prstGeom prst="ellipse">
            <a:avLst/>
          </a:prstGeom>
          <a:solidFill>
            <a:srgbClr val="627D8D">
              <a:alpha val="23900"/>
            </a:srgbClr>
          </a:solidFill>
          <a:ln>
            <a:noFill/>
          </a:ln>
        </p:spPr>
      </p:sp>
      <p:sp>
        <p:nvSpPr>
          <p:cNvPr id="20" name="!!circle-1td"/>
          <p:cNvSpPr/>
          <p:nvPr/>
        </p:nvSpPr>
        <p:spPr>
          <a:xfrm>
            <a:off x="8384888" y="6016426"/>
            <a:ext cx="35865" cy="35865"/>
          </a:xfrm>
          <a:prstGeom prst="ellipse">
            <a:avLst/>
          </a:prstGeom>
          <a:solidFill>
            <a:srgbClr val="627D8D">
              <a:alpha val="28200"/>
            </a:srgbClr>
          </a:solidFill>
          <a:ln>
            <a:noFill/>
          </a:ln>
        </p:spPr>
      </p:sp>
      <p:sp>
        <p:nvSpPr>
          <p:cNvPr id="21" name="!!circle-1tg"/>
          <p:cNvSpPr/>
          <p:nvPr/>
        </p:nvSpPr>
        <p:spPr>
          <a:xfrm>
            <a:off x="1455971" y="3242408"/>
            <a:ext cx="39218" cy="39218"/>
          </a:xfrm>
          <a:prstGeom prst="ellipse">
            <a:avLst/>
          </a:prstGeom>
          <a:solidFill>
            <a:srgbClr val="627D8D">
              <a:alpha val="29600"/>
            </a:srgbClr>
          </a:solidFill>
          <a:ln>
            <a:noFill/>
          </a:ln>
        </p:spPr>
      </p:sp>
      <p:sp>
        <p:nvSpPr>
          <p:cNvPr id="22" name="!!circle-1tj"/>
          <p:cNvSpPr/>
          <p:nvPr/>
        </p:nvSpPr>
        <p:spPr>
          <a:xfrm>
            <a:off x="7148935" y="6253971"/>
            <a:ext cx="49733" cy="49733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3" name="!!circle-1tm"/>
          <p:cNvSpPr/>
          <p:nvPr/>
        </p:nvSpPr>
        <p:spPr>
          <a:xfrm>
            <a:off x="6339727" y="1915732"/>
            <a:ext cx="41694" cy="41694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4" name="!!circle-1tp"/>
          <p:cNvSpPr/>
          <p:nvPr/>
        </p:nvSpPr>
        <p:spPr>
          <a:xfrm>
            <a:off x="6789135" y="5320858"/>
            <a:ext cx="31979" cy="31979"/>
          </a:xfrm>
          <a:prstGeom prst="ellipse">
            <a:avLst/>
          </a:prstGeom>
          <a:solidFill>
            <a:srgbClr val="627D8D">
              <a:alpha val="24100"/>
            </a:srgbClr>
          </a:solidFill>
          <a:ln>
            <a:noFill/>
          </a:ln>
        </p:spPr>
      </p:sp>
      <p:sp>
        <p:nvSpPr>
          <p:cNvPr id="25" name="!!circle-1ts"/>
          <p:cNvSpPr/>
          <p:nvPr/>
        </p:nvSpPr>
        <p:spPr>
          <a:xfrm>
            <a:off x="3847496" y="1247859"/>
            <a:ext cx="18085" cy="18085"/>
          </a:xfrm>
          <a:prstGeom prst="ellipse">
            <a:avLst/>
          </a:prstGeom>
          <a:solidFill>
            <a:srgbClr val="627D8D">
              <a:alpha val="10500"/>
            </a:srgbClr>
          </a:solidFill>
          <a:ln>
            <a:noFill/>
          </a:ln>
        </p:spPr>
      </p:sp>
      <p:sp>
        <p:nvSpPr>
          <p:cNvPr id="26" name="!!circle-1ty"/>
          <p:cNvSpPr/>
          <p:nvPr/>
        </p:nvSpPr>
        <p:spPr>
          <a:xfrm>
            <a:off x="3417212" y="6468714"/>
            <a:ext cx="39243" cy="39243"/>
          </a:xfrm>
          <a:prstGeom prst="ellipse">
            <a:avLst/>
          </a:prstGeom>
          <a:solidFill>
            <a:srgbClr val="627D8D">
              <a:alpha val="27700"/>
            </a:srgbClr>
          </a:solidFill>
          <a:ln>
            <a:noFill/>
          </a:ln>
        </p:spPr>
      </p:sp>
      <p:sp>
        <p:nvSpPr>
          <p:cNvPr id="27" name="!!circle-1u1"/>
          <p:cNvSpPr/>
          <p:nvPr/>
        </p:nvSpPr>
        <p:spPr>
          <a:xfrm>
            <a:off x="1663273" y="6658772"/>
            <a:ext cx="34519" cy="34519"/>
          </a:xfrm>
          <a:prstGeom prst="ellipse">
            <a:avLst/>
          </a:prstGeom>
          <a:solidFill>
            <a:srgbClr val="627D8D">
              <a:alpha val="22500"/>
            </a:srgbClr>
          </a:solidFill>
          <a:ln>
            <a:noFill/>
          </a:ln>
        </p:spPr>
      </p:sp>
      <p:sp>
        <p:nvSpPr>
          <p:cNvPr id="28" name="!!circle-1u4"/>
          <p:cNvSpPr/>
          <p:nvPr/>
        </p:nvSpPr>
        <p:spPr>
          <a:xfrm>
            <a:off x="2615888" y="5270824"/>
            <a:ext cx="46228" cy="46228"/>
          </a:xfrm>
          <a:prstGeom prst="ellipse">
            <a:avLst/>
          </a:prstGeom>
          <a:solidFill>
            <a:srgbClr val="627D8D">
              <a:alpha val="26200"/>
            </a:srgbClr>
          </a:solidFill>
          <a:ln>
            <a:noFill/>
          </a:ln>
        </p:spPr>
      </p:sp>
      <p:sp>
        <p:nvSpPr>
          <p:cNvPr id="29" name="!!circle-1u7"/>
          <p:cNvSpPr/>
          <p:nvPr/>
        </p:nvSpPr>
        <p:spPr>
          <a:xfrm>
            <a:off x="7416126" y="4863943"/>
            <a:ext cx="49327" cy="49327"/>
          </a:xfrm>
          <a:prstGeom prst="ellipse">
            <a:avLst/>
          </a:prstGeom>
          <a:solidFill>
            <a:srgbClr val="627D8D">
              <a:alpha val="20800"/>
            </a:srgbClr>
          </a:solidFill>
          <a:ln>
            <a:noFill/>
          </a:ln>
        </p:spPr>
      </p:sp>
      <p:sp>
        <p:nvSpPr>
          <p:cNvPr id="30" name="!!circle-1ua"/>
          <p:cNvSpPr/>
          <p:nvPr/>
        </p:nvSpPr>
        <p:spPr>
          <a:xfrm>
            <a:off x="9692615" y="5610817"/>
            <a:ext cx="24054" cy="24054"/>
          </a:xfrm>
          <a:prstGeom prst="ellipse">
            <a:avLst/>
          </a:prstGeom>
          <a:solidFill>
            <a:srgbClr val="627D8D">
              <a:alpha val="22200"/>
            </a:srgbClr>
          </a:solidFill>
          <a:ln>
            <a:noFill/>
          </a:ln>
        </p:spPr>
      </p:sp>
      <p:sp>
        <p:nvSpPr>
          <p:cNvPr id="31" name="!!circle-1ud"/>
          <p:cNvSpPr/>
          <p:nvPr/>
        </p:nvSpPr>
        <p:spPr>
          <a:xfrm>
            <a:off x="2109471" y="1557651"/>
            <a:ext cx="32271" cy="32271"/>
          </a:xfrm>
          <a:prstGeom prst="ellipse">
            <a:avLst/>
          </a:prstGeom>
          <a:solidFill>
            <a:srgbClr val="627D8D">
              <a:alpha val="20500"/>
            </a:srgbClr>
          </a:solidFill>
          <a:ln>
            <a:noFill/>
          </a:ln>
        </p:spPr>
      </p:sp>
      <p:sp>
        <p:nvSpPr>
          <p:cNvPr id="32" name="!!circle-1uj"/>
          <p:cNvSpPr/>
          <p:nvPr/>
        </p:nvSpPr>
        <p:spPr>
          <a:xfrm>
            <a:off x="2089689" y="2558773"/>
            <a:ext cx="34252" cy="34252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33" name="!!circle-1um"/>
          <p:cNvSpPr/>
          <p:nvPr/>
        </p:nvSpPr>
        <p:spPr>
          <a:xfrm>
            <a:off x="9615553" y="4526541"/>
            <a:ext cx="44196" cy="44196"/>
          </a:xfrm>
          <a:prstGeom prst="ellipse">
            <a:avLst/>
          </a:prstGeom>
          <a:solidFill>
            <a:srgbClr val="627D8D">
              <a:alpha val="21700"/>
            </a:srgbClr>
          </a:solidFill>
          <a:ln>
            <a:noFill/>
          </a:ln>
        </p:spPr>
      </p:sp>
      <p:sp>
        <p:nvSpPr>
          <p:cNvPr id="34" name="!!circle-1up"/>
          <p:cNvSpPr/>
          <p:nvPr/>
        </p:nvSpPr>
        <p:spPr>
          <a:xfrm>
            <a:off x="6806422" y="1870452"/>
            <a:ext cx="35192" cy="35192"/>
          </a:xfrm>
          <a:prstGeom prst="ellipse">
            <a:avLst/>
          </a:prstGeom>
          <a:solidFill>
            <a:srgbClr val="627D8D">
              <a:alpha val="27100"/>
            </a:srgbClr>
          </a:solidFill>
          <a:ln>
            <a:noFill/>
          </a:ln>
        </p:spPr>
      </p:sp>
      <p:sp>
        <p:nvSpPr>
          <p:cNvPr id="35" name="!!circle-1us"/>
          <p:cNvSpPr/>
          <p:nvPr/>
        </p:nvSpPr>
        <p:spPr>
          <a:xfrm>
            <a:off x="10119652" y="5453871"/>
            <a:ext cx="43358" cy="43358"/>
          </a:xfrm>
          <a:prstGeom prst="ellipse">
            <a:avLst/>
          </a:prstGeom>
          <a:solidFill>
            <a:srgbClr val="627D8D">
              <a:alpha val="19500"/>
            </a:srgbClr>
          </a:solidFill>
          <a:ln>
            <a:noFill/>
          </a:ln>
        </p:spPr>
      </p:sp>
      <p:sp>
        <p:nvSpPr>
          <p:cNvPr id="36" name="!!circle-1uv"/>
          <p:cNvSpPr/>
          <p:nvPr/>
        </p:nvSpPr>
        <p:spPr>
          <a:xfrm>
            <a:off x="3115745" y="2249645"/>
            <a:ext cx="33528" cy="33528"/>
          </a:xfrm>
          <a:prstGeom prst="ellipse">
            <a:avLst/>
          </a:prstGeom>
          <a:solidFill>
            <a:srgbClr val="627D8D">
              <a:alpha val="28300"/>
            </a:srgbClr>
          </a:solidFill>
          <a:ln>
            <a:noFill/>
          </a:ln>
        </p:spPr>
      </p:sp>
      <p:sp>
        <p:nvSpPr>
          <p:cNvPr id="37" name="!!circle-1uy"/>
          <p:cNvSpPr/>
          <p:nvPr/>
        </p:nvSpPr>
        <p:spPr>
          <a:xfrm>
            <a:off x="6762007" y="2797499"/>
            <a:ext cx="28956" cy="28956"/>
          </a:xfrm>
          <a:prstGeom prst="ellipse">
            <a:avLst/>
          </a:prstGeom>
          <a:solidFill>
            <a:srgbClr val="627D8D">
              <a:alpha val="21800"/>
            </a:srgbClr>
          </a:solidFill>
          <a:ln>
            <a:noFill/>
          </a:ln>
        </p:spPr>
      </p:sp>
      <p:sp>
        <p:nvSpPr>
          <p:cNvPr id="38" name="!!circle-1v1"/>
          <p:cNvSpPr/>
          <p:nvPr/>
        </p:nvSpPr>
        <p:spPr>
          <a:xfrm>
            <a:off x="6982637" y="6517915"/>
            <a:ext cx="45555" cy="45555"/>
          </a:xfrm>
          <a:prstGeom prst="ellipse">
            <a:avLst/>
          </a:prstGeom>
          <a:solidFill>
            <a:srgbClr val="627D8D">
              <a:alpha val="20900"/>
            </a:srgbClr>
          </a:solidFill>
          <a:ln>
            <a:noFill/>
          </a:ln>
        </p:spPr>
      </p:sp>
      <p:sp>
        <p:nvSpPr>
          <p:cNvPr id="39" name="!!circle-1v4"/>
          <p:cNvSpPr/>
          <p:nvPr/>
        </p:nvSpPr>
        <p:spPr>
          <a:xfrm>
            <a:off x="11316102" y="3461286"/>
            <a:ext cx="39484" cy="39484"/>
          </a:xfrm>
          <a:prstGeom prst="ellipse">
            <a:avLst/>
          </a:prstGeom>
          <a:solidFill>
            <a:srgbClr val="627D8D">
              <a:alpha val="13600"/>
            </a:srgbClr>
          </a:solidFill>
          <a:ln>
            <a:noFill/>
          </a:ln>
        </p:spPr>
      </p:sp>
      <p:sp>
        <p:nvSpPr>
          <p:cNvPr id="40" name="!!circle-1v7"/>
          <p:cNvSpPr/>
          <p:nvPr/>
        </p:nvSpPr>
        <p:spPr>
          <a:xfrm>
            <a:off x="7444779" y="5733474"/>
            <a:ext cx="30455" cy="30455"/>
          </a:xfrm>
          <a:prstGeom prst="ellipse">
            <a:avLst/>
          </a:prstGeom>
          <a:solidFill>
            <a:srgbClr val="627D8D">
              <a:alpha val="16500"/>
            </a:srgbClr>
          </a:solidFill>
          <a:ln>
            <a:noFill/>
          </a:ln>
        </p:spPr>
      </p:sp>
      <p:sp>
        <p:nvSpPr>
          <p:cNvPr id="41" name="!!circle-1va"/>
          <p:cNvSpPr/>
          <p:nvPr/>
        </p:nvSpPr>
        <p:spPr>
          <a:xfrm>
            <a:off x="8943675" y="6486009"/>
            <a:ext cx="28257" cy="28257"/>
          </a:xfrm>
          <a:prstGeom prst="ellipse">
            <a:avLst/>
          </a:prstGeom>
          <a:solidFill>
            <a:srgbClr val="627D8D">
              <a:alpha val="15700"/>
            </a:srgbClr>
          </a:solidFill>
          <a:ln>
            <a:noFill/>
          </a:ln>
        </p:spPr>
      </p:sp>
      <p:sp>
        <p:nvSpPr>
          <p:cNvPr id="42" name="!!circle-1vd"/>
          <p:cNvSpPr/>
          <p:nvPr/>
        </p:nvSpPr>
        <p:spPr>
          <a:xfrm>
            <a:off x="11338352" y="5194315"/>
            <a:ext cx="45149" cy="45149"/>
          </a:xfrm>
          <a:prstGeom prst="ellipse">
            <a:avLst/>
          </a:prstGeom>
          <a:solidFill>
            <a:srgbClr val="627D8D">
              <a:alpha val="31200"/>
            </a:srgbClr>
          </a:solidFill>
          <a:ln>
            <a:noFill/>
          </a:ln>
        </p:spPr>
      </p:sp>
      <p:sp>
        <p:nvSpPr>
          <p:cNvPr id="43" name="!!circle-1vg"/>
          <p:cNvSpPr/>
          <p:nvPr/>
        </p:nvSpPr>
        <p:spPr>
          <a:xfrm>
            <a:off x="3447815" y="3362636"/>
            <a:ext cx="30696" cy="30696"/>
          </a:xfrm>
          <a:prstGeom prst="ellipse">
            <a:avLst/>
          </a:prstGeom>
          <a:solidFill>
            <a:srgbClr val="627D8D">
              <a:alpha val="25700"/>
            </a:srgbClr>
          </a:solidFill>
          <a:ln>
            <a:noFill/>
          </a:ln>
        </p:spPr>
      </p:sp>
      <p:sp>
        <p:nvSpPr>
          <p:cNvPr id="44" name="!!circle-1vj"/>
          <p:cNvSpPr/>
          <p:nvPr/>
        </p:nvSpPr>
        <p:spPr>
          <a:xfrm>
            <a:off x="8824384" y="3908324"/>
            <a:ext cx="37401" cy="37401"/>
          </a:xfrm>
          <a:prstGeom prst="ellipse">
            <a:avLst/>
          </a:prstGeom>
          <a:solidFill>
            <a:srgbClr val="627D8D">
              <a:alpha val="16000"/>
            </a:srgbClr>
          </a:solidFill>
          <a:ln>
            <a:noFill/>
          </a:ln>
        </p:spPr>
      </p:sp>
      <p:sp>
        <p:nvSpPr>
          <p:cNvPr id="45" name="!!circle-1vm"/>
          <p:cNvSpPr/>
          <p:nvPr/>
        </p:nvSpPr>
        <p:spPr>
          <a:xfrm>
            <a:off x="1743979" y="4684116"/>
            <a:ext cx="33096" cy="33096"/>
          </a:xfrm>
          <a:prstGeom prst="ellipse">
            <a:avLst/>
          </a:prstGeom>
          <a:solidFill>
            <a:srgbClr val="627D8D">
              <a:alpha val="22300"/>
            </a:srgbClr>
          </a:solidFill>
          <a:ln>
            <a:noFill/>
          </a:ln>
        </p:spPr>
      </p:sp>
      <p:sp>
        <p:nvSpPr>
          <p:cNvPr id="46" name="!!circle-1vp"/>
          <p:cNvSpPr/>
          <p:nvPr/>
        </p:nvSpPr>
        <p:spPr>
          <a:xfrm>
            <a:off x="11593382" y="794112"/>
            <a:ext cx="21145" cy="21145"/>
          </a:xfrm>
          <a:prstGeom prst="ellipse">
            <a:avLst/>
          </a:prstGeom>
          <a:solidFill>
            <a:srgbClr val="627D8D">
              <a:alpha val="16300"/>
            </a:srgbClr>
          </a:solidFill>
          <a:ln>
            <a:noFill/>
          </a:ln>
        </p:spPr>
      </p:sp>
      <p:sp>
        <p:nvSpPr>
          <p:cNvPr id="47" name="!!circle-1vs"/>
          <p:cNvSpPr/>
          <p:nvPr/>
        </p:nvSpPr>
        <p:spPr>
          <a:xfrm>
            <a:off x="11076788" y="5685391"/>
            <a:ext cx="35281" cy="35281"/>
          </a:xfrm>
          <a:prstGeom prst="ellipse">
            <a:avLst/>
          </a:prstGeom>
          <a:solidFill>
            <a:srgbClr val="627D8D">
              <a:alpha val="30000"/>
            </a:srgbClr>
          </a:solidFill>
          <a:ln>
            <a:noFill/>
          </a:ln>
        </p:spPr>
      </p:sp>
      <p:sp>
        <p:nvSpPr>
          <p:cNvPr id="48" name="!!path-36t"/>
          <p:cNvSpPr/>
          <p:nvPr/>
        </p:nvSpPr>
        <p:spPr>
          <a:xfrm>
            <a:off x="6096000" y="5190808"/>
            <a:ext cx="965835" cy="5312093"/>
          </a:xfrm>
          <a:custGeom>
            <a:avLst/>
            <a:gdLst/>
            <a:ahLst/>
            <a:cxnLst/>
            <a:rect l="l" t="t" r="r" b="b"/>
            <a:pathLst>
              <a:path w="965835" h="5312093" fill="none">
                <a:moveTo>
                  <a:pt x="0" y="5312093"/>
                </a:moveTo>
                <a:quadBezTo>
                  <a:pt x="965835" y="2656046"/>
                  <a:pt x="0" y="0"/>
                </a:quadBezTo>
              </a:path>
            </a:pathLst>
          </a:custGeom>
          <a:noFill/>
          <a:ln w="32195" cap="rnd">
            <a:solidFill>
              <a:srgbClr val="627D8D">
                <a:alpha val="7800"/>
              </a:srgbClr>
            </a:solidFill>
            <a:prstDash val="solid"/>
            <a:round/>
          </a:ln>
        </p:spPr>
      </p:sp>
      <p:sp>
        <p:nvSpPr>
          <p:cNvPr id="49" name="!!circle-36z"/>
          <p:cNvSpPr/>
          <p:nvPr/>
        </p:nvSpPr>
        <p:spPr>
          <a:xfrm>
            <a:off x="6009811" y="5134484"/>
            <a:ext cx="206045" cy="206045"/>
          </a:xfrm>
          <a:prstGeom prst="ellipse">
            <a:avLst/>
          </a:prstGeom>
          <a:gradFill rotWithShape="1">
            <a:gsLst>
              <a:gs pos="0">
                <a:srgbClr val="FFFFFF">
                  <a:alpha val="1105"/>
                </a:srgbClr>
              </a:gs>
              <a:gs pos="28284">
                <a:srgbClr val="627D8D">
                  <a:alpha val="552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0" name="!!rect-3mj"/>
          <p:cNvSpPr/>
          <p:nvPr/>
        </p:nvSpPr>
        <p:spPr>
          <a:xfrm>
            <a:off x="3134106" y="2280425"/>
            <a:ext cx="2704338" cy="2305126"/>
          </a:xfrm>
          <a:prstGeom prst="roundRect">
            <a:avLst>
              <a:gd name="adj" fmla="val 7362"/>
            </a:avLst>
          </a:prstGeom>
          <a:solidFill>
            <a:srgbClr val="0B1A26">
              <a:alpha val="12000"/>
            </a:srgbClr>
          </a:solidFill>
          <a:ln>
            <a:noFill/>
          </a:ln>
          <a:effectLst>
            <a:softEdge rad="226649"/>
          </a:effectLst>
        </p:spPr>
      </p:sp>
      <p:sp>
        <p:nvSpPr>
          <p:cNvPr id="51" name="!!rect-3mk"/>
          <p:cNvSpPr/>
          <p:nvPr/>
        </p:nvSpPr>
        <p:spPr>
          <a:xfrm>
            <a:off x="3198495" y="2293302"/>
            <a:ext cx="2575560" cy="2124837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439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52" name="!!circle-3ml"/>
          <p:cNvSpPr/>
          <p:nvPr/>
        </p:nvSpPr>
        <p:spPr>
          <a:xfrm>
            <a:off x="3340151" y="2447836"/>
            <a:ext cx="283312" cy="283312"/>
          </a:xfrm>
          <a:prstGeom prst="ellipse">
            <a:avLst/>
          </a:prstGeom>
          <a:solidFill>
            <a:srgbClr val="627D8D">
              <a:alpha val="12000"/>
            </a:srgbClr>
          </a:solidFill>
          <a:ln>
            <a:noFill/>
          </a:ln>
        </p:spPr>
      </p:sp>
      <p:sp>
        <p:nvSpPr>
          <p:cNvPr id="53" name="!!path-3mm"/>
          <p:cNvSpPr/>
          <p:nvPr/>
        </p:nvSpPr>
        <p:spPr>
          <a:xfrm>
            <a:off x="3423856" y="2531542"/>
            <a:ext cx="112616" cy="112616"/>
          </a:xfrm>
          <a:custGeom>
            <a:avLst/>
            <a:gdLst/>
            <a:ahLst/>
            <a:cxnLst/>
            <a:rect l="l" t="t" r="r" b="b"/>
            <a:pathLst>
              <a:path w="112616" h="112616">
                <a:moveTo>
                  <a:pt x="80486" y="70828"/>
                </a:moveTo>
                <a:lnTo>
                  <a:pt x="75400" y="70828"/>
                </a:lnTo>
                <a:lnTo>
                  <a:pt x="73597" y="69089"/>
                </a:lnTo>
                <a:cubicBezTo>
                  <a:pt x="79907" y="61749"/>
                  <a:pt x="83706" y="52219"/>
                  <a:pt x="83706" y="41853"/>
                </a:cubicBezTo>
                <a:cubicBezTo>
                  <a:pt x="83706" y="18737"/>
                  <a:pt x="64969" y="0"/>
                  <a:pt x="41853" y="0"/>
                </a:cubicBezTo>
                <a:cubicBezTo>
                  <a:pt x="18737" y="0"/>
                  <a:pt x="0" y="18737"/>
                  <a:pt x="0" y="41853"/>
                </a:cubicBezTo>
                <a:cubicBezTo>
                  <a:pt x="0" y="64969"/>
                  <a:pt x="18737" y="83706"/>
                  <a:pt x="41853" y="83706"/>
                </a:cubicBezTo>
                <a:cubicBezTo>
                  <a:pt x="52219" y="83706"/>
                  <a:pt x="61749" y="79907"/>
                  <a:pt x="69089" y="73597"/>
                </a:cubicBezTo>
                <a:lnTo>
                  <a:pt x="70828" y="75400"/>
                </a:lnTo>
                <a:lnTo>
                  <a:pt x="70828" y="80486"/>
                </a:lnTo>
                <a:lnTo>
                  <a:pt x="103022" y="112616"/>
                </a:lnTo>
                <a:lnTo>
                  <a:pt x="112616" y="103022"/>
                </a:lnTo>
                <a:lnTo>
                  <a:pt x="80486" y="70828"/>
                </a:lnTo>
                <a:close/>
                <a:moveTo>
                  <a:pt x="41853" y="70828"/>
                </a:moveTo>
                <a:cubicBezTo>
                  <a:pt x="25820" y="70828"/>
                  <a:pt x="12878" y="57886"/>
                  <a:pt x="12878" y="41853"/>
                </a:cubicBezTo>
                <a:cubicBezTo>
                  <a:pt x="12878" y="25820"/>
                  <a:pt x="25820" y="12878"/>
                  <a:pt x="41853" y="12878"/>
                </a:cubicBezTo>
                <a:cubicBezTo>
                  <a:pt x="57886" y="12878"/>
                  <a:pt x="70828" y="25820"/>
                  <a:pt x="70828" y="41853"/>
                </a:cubicBezTo>
                <a:cubicBezTo>
                  <a:pt x="70828" y="57886"/>
                  <a:pt x="57886" y="70828"/>
                  <a:pt x="41853" y="70828"/>
                </a:cubicBez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54" name="!!text-3mn" descr="規則式檢查"/>
          <p:cNvSpPr txBox="1"/>
          <p:nvPr/>
        </p:nvSpPr>
        <p:spPr>
          <a:xfrm>
            <a:off x="3713607" y="2453245"/>
            <a:ext cx="887280" cy="2424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18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規則式檢查</a:t>
            </a:r>
            <a:endParaRPr lang="zh-TW" sz="1318"/>
          </a:p>
        </p:txBody>
      </p:sp>
      <p:sp>
        <p:nvSpPr>
          <p:cNvPr id="55" name="!!rect-3mx"/>
          <p:cNvSpPr/>
          <p:nvPr/>
        </p:nvSpPr>
        <p:spPr>
          <a:xfrm>
            <a:off x="6096000" y="2280425"/>
            <a:ext cx="3219450" cy="2305126"/>
          </a:xfrm>
          <a:prstGeom prst="roundRect">
            <a:avLst>
              <a:gd name="adj" fmla="val 7362"/>
            </a:avLst>
          </a:prstGeom>
          <a:solidFill>
            <a:srgbClr val="0B1A26">
              <a:alpha val="12000"/>
            </a:srgbClr>
          </a:solidFill>
          <a:ln>
            <a:noFill/>
          </a:ln>
          <a:effectLst>
            <a:softEdge rad="226649"/>
          </a:effectLst>
        </p:spPr>
      </p:sp>
      <p:sp>
        <p:nvSpPr>
          <p:cNvPr id="56" name="!!rect-3my"/>
          <p:cNvSpPr/>
          <p:nvPr/>
        </p:nvSpPr>
        <p:spPr>
          <a:xfrm>
            <a:off x="6160389" y="2293302"/>
            <a:ext cx="3090672" cy="2124837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439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57" name="!!circle-3mz"/>
          <p:cNvSpPr/>
          <p:nvPr/>
        </p:nvSpPr>
        <p:spPr>
          <a:xfrm>
            <a:off x="6302045" y="2447836"/>
            <a:ext cx="283312" cy="283312"/>
          </a:xfrm>
          <a:prstGeom prst="ellipse">
            <a:avLst/>
          </a:prstGeom>
          <a:solidFill>
            <a:srgbClr val="627D8D">
              <a:alpha val="12000"/>
            </a:srgbClr>
          </a:solidFill>
          <a:ln>
            <a:noFill/>
          </a:ln>
        </p:spPr>
      </p:sp>
      <p:sp>
        <p:nvSpPr>
          <p:cNvPr id="58" name="!!path-3n0"/>
          <p:cNvSpPr/>
          <p:nvPr/>
        </p:nvSpPr>
        <p:spPr>
          <a:xfrm>
            <a:off x="6372873" y="2518664"/>
            <a:ext cx="141656" cy="141656"/>
          </a:xfrm>
          <a:custGeom>
            <a:avLst/>
            <a:gdLst/>
            <a:ahLst/>
            <a:cxnLst/>
            <a:rect l="l" t="t" r="r" b="b"/>
            <a:pathLst>
              <a:path w="141656" h="141656">
                <a:moveTo>
                  <a:pt x="115900" y="51511"/>
                </a:moveTo>
                <a:lnTo>
                  <a:pt x="123949" y="33804"/>
                </a:lnTo>
                <a:lnTo>
                  <a:pt x="141656" y="25756"/>
                </a:lnTo>
                <a:lnTo>
                  <a:pt x="123949" y="17707"/>
                </a:lnTo>
                <a:lnTo>
                  <a:pt x="115900" y="0"/>
                </a:lnTo>
                <a:lnTo>
                  <a:pt x="107852" y="17707"/>
                </a:lnTo>
                <a:lnTo>
                  <a:pt x="90145" y="25756"/>
                </a:lnTo>
                <a:lnTo>
                  <a:pt x="107852" y="33804"/>
                </a:lnTo>
                <a:lnTo>
                  <a:pt x="115900" y="51511"/>
                </a:lnTo>
                <a:close/>
                <a:moveTo>
                  <a:pt x="67608" y="54731"/>
                </a:moveTo>
                <a:lnTo>
                  <a:pt x="51511" y="19317"/>
                </a:lnTo>
                <a:lnTo>
                  <a:pt x="35414" y="54731"/>
                </a:lnTo>
                <a:lnTo>
                  <a:pt x="0" y="70828"/>
                </a:lnTo>
                <a:lnTo>
                  <a:pt x="35414" y="86925"/>
                </a:lnTo>
                <a:lnTo>
                  <a:pt x="51511" y="122339"/>
                </a:lnTo>
                <a:lnTo>
                  <a:pt x="67608" y="86925"/>
                </a:lnTo>
                <a:lnTo>
                  <a:pt x="103022" y="70828"/>
                </a:lnTo>
                <a:lnTo>
                  <a:pt x="67608" y="54731"/>
                </a:lnTo>
                <a:close/>
                <a:moveTo>
                  <a:pt x="115900" y="90145"/>
                </a:moveTo>
                <a:lnTo>
                  <a:pt x="107852" y="107852"/>
                </a:lnTo>
                <a:lnTo>
                  <a:pt x="90145" y="115900"/>
                </a:lnTo>
                <a:lnTo>
                  <a:pt x="107852" y="123949"/>
                </a:lnTo>
                <a:lnTo>
                  <a:pt x="115900" y="141656"/>
                </a:lnTo>
                <a:lnTo>
                  <a:pt x="123949" y="123949"/>
                </a:lnTo>
                <a:lnTo>
                  <a:pt x="141656" y="115900"/>
                </a:lnTo>
                <a:lnTo>
                  <a:pt x="123949" y="107852"/>
                </a:lnTo>
                <a:lnTo>
                  <a:pt x="115900" y="90145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59" name="!!text-3n1" descr="AI 影像審核"/>
          <p:cNvSpPr txBox="1"/>
          <p:nvPr/>
        </p:nvSpPr>
        <p:spPr>
          <a:xfrm>
            <a:off x="6675501" y="2453245"/>
            <a:ext cx="920428" cy="2424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18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AI 影像審核</a:t>
            </a:r>
            <a:endParaRPr lang="zh-TW" sz="1318"/>
          </a:p>
        </p:txBody>
      </p:sp>
      <p:sp>
        <p:nvSpPr>
          <p:cNvPr id="60" name="!!text-3nc" descr="售價異常"/>
          <p:cNvSpPr txBox="1"/>
          <p:nvPr/>
        </p:nvSpPr>
        <p:spPr>
          <a:xfrm>
            <a:off x="3430295" y="3009051"/>
            <a:ext cx="664495" cy="22376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17" kern="0" dirty="0">
                <a:solidFill>
                  <a:srgbClr val="151E27"/>
                </a:solidFill>
                <a:latin typeface="Noto Sans TC Medium"/>
                <a:ea typeface="Noto Sans TC Medium"/>
                <a:cs typeface="Noto Sans TC Medium"/>
              </a:rPr>
              <a:t>售價異常</a:t>
            </a:r>
            <a:endParaRPr lang="zh-TW" sz="1217"/>
          </a:p>
        </p:txBody>
      </p:sp>
      <p:sp>
        <p:nvSpPr>
          <p:cNvPr id="61" name="!!circle-3nh"/>
          <p:cNvSpPr/>
          <p:nvPr/>
        </p:nvSpPr>
        <p:spPr>
          <a:xfrm>
            <a:off x="5349088" y="3027337"/>
            <a:ext cx="206045" cy="206045"/>
          </a:xfrm>
          <a:prstGeom prst="ellipse">
            <a:avLst/>
          </a:prstGeom>
          <a:noFill/>
          <a:ln w="12878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62" name="!!circle-3np"/>
          <p:cNvSpPr/>
          <p:nvPr/>
        </p:nvSpPr>
        <p:spPr>
          <a:xfrm>
            <a:off x="5349088" y="3027337"/>
            <a:ext cx="206045" cy="206045"/>
          </a:xfrm>
          <a:prstGeom prst="ellipse">
            <a:avLst/>
          </a:prstGeom>
          <a:solidFill>
            <a:srgbClr val="2E9E5B"/>
          </a:solidFill>
          <a:ln>
            <a:noFill/>
          </a:ln>
        </p:spPr>
      </p:sp>
      <p:sp>
        <p:nvSpPr>
          <p:cNvPr id="63" name="!!path-3nq"/>
          <p:cNvSpPr/>
          <p:nvPr/>
        </p:nvSpPr>
        <p:spPr>
          <a:xfrm>
            <a:off x="5400599" y="3098165"/>
            <a:ext cx="96584" cy="64389"/>
          </a:xfrm>
          <a:custGeom>
            <a:avLst/>
            <a:gdLst/>
            <a:ahLst/>
            <a:cxnLst/>
            <a:rect l="l" t="t" r="r" b="b"/>
            <a:pathLst>
              <a:path w="96584" h="64389" fill="none">
                <a:moveTo>
                  <a:pt x="0" y="32195"/>
                </a:moveTo>
                <a:lnTo>
                  <a:pt x="32195" y="64389"/>
                </a:lnTo>
                <a:lnTo>
                  <a:pt x="96584" y="0"/>
                </a:lnTo>
              </a:path>
            </a:pathLst>
          </a:custGeom>
          <a:noFill/>
          <a:ln w="16741" cap="rnd">
            <a:solidFill>
              <a:srgbClr val="FFFFFF"/>
            </a:solidFill>
            <a:prstDash val="solid"/>
            <a:round/>
          </a:ln>
        </p:spPr>
      </p:sp>
      <p:sp>
        <p:nvSpPr>
          <p:cNvPr id="64" name="!!text-3nv" descr="館藏來源字樣"/>
          <p:cNvSpPr txBox="1"/>
          <p:nvPr/>
        </p:nvSpPr>
        <p:spPr>
          <a:xfrm>
            <a:off x="3430295" y="3408262"/>
            <a:ext cx="973562" cy="22376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17" kern="0" dirty="0">
                <a:solidFill>
                  <a:srgbClr val="151E27"/>
                </a:solidFill>
                <a:latin typeface="Noto Sans TC Medium"/>
                <a:ea typeface="Noto Sans TC Medium"/>
                <a:cs typeface="Noto Sans TC Medium"/>
              </a:rPr>
              <a:t>館藏來源字樣</a:t>
            </a:r>
            <a:endParaRPr lang="zh-TW" sz="1217"/>
          </a:p>
        </p:txBody>
      </p:sp>
      <p:sp>
        <p:nvSpPr>
          <p:cNvPr id="65" name="!!circle-3o2"/>
          <p:cNvSpPr/>
          <p:nvPr/>
        </p:nvSpPr>
        <p:spPr>
          <a:xfrm>
            <a:off x="5349088" y="3426549"/>
            <a:ext cx="206045" cy="206045"/>
          </a:xfrm>
          <a:prstGeom prst="ellipse">
            <a:avLst/>
          </a:prstGeom>
          <a:noFill/>
          <a:ln w="12878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66" name="!!circle-3oa"/>
          <p:cNvSpPr/>
          <p:nvPr/>
        </p:nvSpPr>
        <p:spPr>
          <a:xfrm>
            <a:off x="5349088" y="3426549"/>
            <a:ext cx="206045" cy="206045"/>
          </a:xfrm>
          <a:prstGeom prst="ellipse">
            <a:avLst/>
          </a:prstGeom>
          <a:solidFill>
            <a:srgbClr val="2E9E5B"/>
          </a:solidFill>
          <a:ln>
            <a:noFill/>
          </a:ln>
        </p:spPr>
      </p:sp>
      <p:sp>
        <p:nvSpPr>
          <p:cNvPr id="67" name="!!path-3ob"/>
          <p:cNvSpPr/>
          <p:nvPr/>
        </p:nvSpPr>
        <p:spPr>
          <a:xfrm>
            <a:off x="5400599" y="3497377"/>
            <a:ext cx="96584" cy="64389"/>
          </a:xfrm>
          <a:custGeom>
            <a:avLst/>
            <a:gdLst/>
            <a:ahLst/>
            <a:cxnLst/>
            <a:rect l="l" t="t" r="r" b="b"/>
            <a:pathLst>
              <a:path w="96584" h="64389" fill="none">
                <a:moveTo>
                  <a:pt x="0" y="32195"/>
                </a:moveTo>
                <a:lnTo>
                  <a:pt x="32195" y="64389"/>
                </a:lnTo>
                <a:lnTo>
                  <a:pt x="96584" y="0"/>
                </a:lnTo>
              </a:path>
            </a:pathLst>
          </a:custGeom>
          <a:noFill/>
          <a:ln w="16741" cap="rnd">
            <a:solidFill>
              <a:srgbClr val="FFFFFF"/>
            </a:solidFill>
            <a:prstDash val="solid"/>
            <a:round/>
          </a:ln>
        </p:spPr>
      </p:sp>
      <p:sp>
        <p:nvSpPr>
          <p:cNvPr id="68" name="!!text-3og" descr="站外聯絡・付款"/>
          <p:cNvSpPr txBox="1"/>
          <p:nvPr/>
        </p:nvSpPr>
        <p:spPr>
          <a:xfrm>
            <a:off x="3430295" y="3807474"/>
            <a:ext cx="1128095" cy="22376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17" kern="0" dirty="0">
                <a:solidFill>
                  <a:srgbClr val="151E27"/>
                </a:solidFill>
                <a:latin typeface="Noto Sans TC Medium"/>
                <a:ea typeface="Noto Sans TC Medium"/>
                <a:cs typeface="Noto Sans TC Medium"/>
              </a:rPr>
              <a:t>站外聯絡・付款</a:t>
            </a:r>
            <a:endParaRPr lang="zh-TW" sz="1217"/>
          </a:p>
        </p:txBody>
      </p:sp>
      <p:sp>
        <p:nvSpPr>
          <p:cNvPr id="69" name="!!circle-3oo"/>
          <p:cNvSpPr/>
          <p:nvPr/>
        </p:nvSpPr>
        <p:spPr>
          <a:xfrm>
            <a:off x="5349088" y="3825761"/>
            <a:ext cx="206045" cy="206045"/>
          </a:xfrm>
          <a:prstGeom prst="ellipse">
            <a:avLst/>
          </a:prstGeom>
          <a:noFill/>
          <a:ln w="12878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70" name="!!circle-3ow"/>
          <p:cNvSpPr/>
          <p:nvPr/>
        </p:nvSpPr>
        <p:spPr>
          <a:xfrm>
            <a:off x="5349088" y="3825761"/>
            <a:ext cx="206045" cy="206045"/>
          </a:xfrm>
          <a:prstGeom prst="ellipse">
            <a:avLst/>
          </a:prstGeom>
          <a:solidFill>
            <a:srgbClr val="2E9E5B"/>
          </a:solidFill>
          <a:ln>
            <a:noFill/>
          </a:ln>
        </p:spPr>
      </p:sp>
      <p:sp>
        <p:nvSpPr>
          <p:cNvPr id="71" name="!!path-3ox"/>
          <p:cNvSpPr/>
          <p:nvPr/>
        </p:nvSpPr>
        <p:spPr>
          <a:xfrm>
            <a:off x="5400599" y="3896589"/>
            <a:ext cx="96584" cy="64389"/>
          </a:xfrm>
          <a:custGeom>
            <a:avLst/>
            <a:gdLst/>
            <a:ahLst/>
            <a:cxnLst/>
            <a:rect l="l" t="t" r="r" b="b"/>
            <a:pathLst>
              <a:path w="96584" h="64389" fill="none">
                <a:moveTo>
                  <a:pt x="0" y="32195"/>
                </a:moveTo>
                <a:lnTo>
                  <a:pt x="32195" y="64389"/>
                </a:lnTo>
                <a:lnTo>
                  <a:pt x="96584" y="0"/>
                </a:lnTo>
              </a:path>
            </a:pathLst>
          </a:custGeom>
          <a:noFill/>
          <a:ln w="16741" cap="rnd">
            <a:solidFill>
              <a:srgbClr val="FFFFFF"/>
            </a:solidFill>
            <a:prstDash val="solid"/>
            <a:round/>
          </a:ln>
        </p:spPr>
      </p:sp>
      <p:sp>
        <p:nvSpPr>
          <p:cNvPr id="72" name="!!rect-3p0"/>
          <p:cNvSpPr/>
          <p:nvPr/>
        </p:nvSpPr>
        <p:spPr>
          <a:xfrm>
            <a:off x="6353556" y="2911437"/>
            <a:ext cx="579501" cy="605257"/>
          </a:xfrm>
          <a:prstGeom prst="roundRect">
            <a:avLst>
              <a:gd name="adj" fmla="val 13333"/>
            </a:avLst>
          </a:prstGeom>
          <a:solidFill>
            <a:srgbClr val="DDE3E7"/>
          </a:solidFill>
          <a:ln>
            <a:noFill/>
          </a:ln>
        </p:spPr>
      </p:sp>
      <p:sp>
        <p:nvSpPr>
          <p:cNvPr id="73" name="!!rect-3p2"/>
          <p:cNvSpPr/>
          <p:nvPr/>
        </p:nvSpPr>
        <p:spPr>
          <a:xfrm>
            <a:off x="6495212" y="2988704"/>
            <a:ext cx="296189" cy="450723"/>
          </a:xfrm>
          <a:prstGeom prst="roundRect">
            <a:avLst>
              <a:gd name="adj" fmla="val 6522"/>
            </a:avLst>
          </a:prstGeom>
          <a:gradFill rotWithShape="1">
            <a:gsLst>
              <a:gs pos="0">
                <a:srgbClr val="5D856F"/>
              </a:gs>
              <a:gs pos="100000">
                <a:srgbClr val="3F624F"/>
              </a:gs>
            </a:gsLst>
            <a:lin ang="3401362" scaled="0"/>
          </a:gradFill>
          <a:ln>
            <a:noFill/>
          </a:ln>
        </p:spPr>
      </p:sp>
      <p:sp>
        <p:nvSpPr>
          <p:cNvPr id="74" name="!!rect-3p3"/>
          <p:cNvSpPr/>
          <p:nvPr/>
        </p:nvSpPr>
        <p:spPr>
          <a:xfrm>
            <a:off x="6521869" y="2988704"/>
            <a:ext cx="14809" cy="450723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</p:spPr>
      </p:sp>
      <p:sp>
        <p:nvSpPr>
          <p:cNvPr id="75" name="!!rect-3p4"/>
          <p:cNvSpPr/>
          <p:nvPr/>
        </p:nvSpPr>
        <p:spPr>
          <a:xfrm>
            <a:off x="6569259" y="3069834"/>
            <a:ext cx="165866" cy="31551"/>
          </a:xfrm>
          <a:prstGeom prst="roundRect">
            <a:avLst>
              <a:gd name="adj" fmla="val 28571"/>
            </a:avLst>
          </a:prstGeom>
          <a:solidFill>
            <a:srgbClr val="E7D9B8"/>
          </a:solidFill>
          <a:ln>
            <a:noFill/>
          </a:ln>
        </p:spPr>
      </p:sp>
      <p:sp>
        <p:nvSpPr>
          <p:cNvPr id="76" name="!!rect-3p5"/>
          <p:cNvSpPr/>
          <p:nvPr/>
        </p:nvSpPr>
        <p:spPr>
          <a:xfrm>
            <a:off x="6569259" y="3123921"/>
            <a:ext cx="112552" cy="20283"/>
          </a:xfrm>
          <a:prstGeom prst="roundRect">
            <a:avLst>
              <a:gd name="adj" fmla="val 44444"/>
            </a:avLst>
          </a:prstGeom>
          <a:solidFill>
            <a:srgbClr val="E7D9B8">
              <a:alpha val="72000"/>
            </a:srgbClr>
          </a:solidFill>
          <a:ln>
            <a:noFill/>
          </a:ln>
        </p:spPr>
      </p:sp>
      <p:sp>
        <p:nvSpPr>
          <p:cNvPr id="77" name="!!rect-3p6"/>
          <p:cNvSpPr/>
          <p:nvPr/>
        </p:nvSpPr>
        <p:spPr>
          <a:xfrm>
            <a:off x="6569259" y="3349282"/>
            <a:ext cx="82933" cy="18029"/>
          </a:xfrm>
          <a:prstGeom prst="roundRect">
            <a:avLst>
              <a:gd name="adj" fmla="val 50000"/>
            </a:avLst>
          </a:prstGeom>
          <a:solidFill>
            <a:srgbClr val="E7D9B8">
              <a:alpha val="55000"/>
            </a:srgbClr>
          </a:solidFill>
          <a:ln>
            <a:noFill/>
          </a:ln>
        </p:spPr>
      </p:sp>
      <p:sp>
        <p:nvSpPr>
          <p:cNvPr id="78" name="!!rect-3p7"/>
          <p:cNvSpPr/>
          <p:nvPr/>
        </p:nvSpPr>
        <p:spPr>
          <a:xfrm>
            <a:off x="6997446" y="2911437"/>
            <a:ext cx="579501" cy="605257"/>
          </a:xfrm>
          <a:prstGeom prst="roundRect">
            <a:avLst>
              <a:gd name="adj" fmla="val 13333"/>
            </a:avLst>
          </a:prstGeom>
          <a:solidFill>
            <a:srgbClr val="DDE3E7"/>
          </a:solidFill>
          <a:ln>
            <a:noFill/>
          </a:ln>
        </p:spPr>
      </p:sp>
      <p:sp>
        <p:nvSpPr>
          <p:cNvPr id="79" name="!!rect-3p9"/>
          <p:cNvSpPr/>
          <p:nvPr/>
        </p:nvSpPr>
        <p:spPr>
          <a:xfrm>
            <a:off x="7139102" y="2988704"/>
            <a:ext cx="296189" cy="450723"/>
          </a:xfrm>
          <a:prstGeom prst="roundRect">
            <a:avLst>
              <a:gd name="adj" fmla="val 6522"/>
            </a:avLst>
          </a:prstGeom>
          <a:gradFill rotWithShape="1">
            <a:gsLst>
              <a:gs pos="0">
                <a:srgbClr val="69927B"/>
              </a:gs>
              <a:gs pos="100000">
                <a:srgbClr val="4A6D5A"/>
              </a:gs>
            </a:gsLst>
            <a:lin ang="3401362" scaled="0"/>
          </a:gradFill>
          <a:ln>
            <a:noFill/>
          </a:ln>
        </p:spPr>
      </p:sp>
      <p:sp>
        <p:nvSpPr>
          <p:cNvPr id="80" name="!!rect-3pa"/>
          <p:cNvSpPr/>
          <p:nvPr/>
        </p:nvSpPr>
        <p:spPr>
          <a:xfrm>
            <a:off x="7165759" y="2988704"/>
            <a:ext cx="14809" cy="450723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</p:spPr>
      </p:sp>
      <p:sp>
        <p:nvSpPr>
          <p:cNvPr id="81" name="!!rect-3pb"/>
          <p:cNvSpPr/>
          <p:nvPr/>
        </p:nvSpPr>
        <p:spPr>
          <a:xfrm>
            <a:off x="7213149" y="3069834"/>
            <a:ext cx="165866" cy="31551"/>
          </a:xfrm>
          <a:prstGeom prst="roundRect">
            <a:avLst>
              <a:gd name="adj" fmla="val 28571"/>
            </a:avLst>
          </a:prstGeom>
          <a:solidFill>
            <a:srgbClr val="E7D9B8"/>
          </a:solidFill>
          <a:ln>
            <a:noFill/>
          </a:ln>
        </p:spPr>
      </p:sp>
      <p:sp>
        <p:nvSpPr>
          <p:cNvPr id="82" name="!!rect-3pc"/>
          <p:cNvSpPr/>
          <p:nvPr/>
        </p:nvSpPr>
        <p:spPr>
          <a:xfrm>
            <a:off x="7213149" y="3123921"/>
            <a:ext cx="112552" cy="20283"/>
          </a:xfrm>
          <a:prstGeom prst="roundRect">
            <a:avLst>
              <a:gd name="adj" fmla="val 44444"/>
            </a:avLst>
          </a:prstGeom>
          <a:solidFill>
            <a:srgbClr val="E7D9B8">
              <a:alpha val="72000"/>
            </a:srgbClr>
          </a:solidFill>
          <a:ln>
            <a:noFill/>
          </a:ln>
        </p:spPr>
      </p:sp>
      <p:sp>
        <p:nvSpPr>
          <p:cNvPr id="83" name="!!rect-3pd"/>
          <p:cNvSpPr/>
          <p:nvPr/>
        </p:nvSpPr>
        <p:spPr>
          <a:xfrm>
            <a:off x="7213149" y="3349282"/>
            <a:ext cx="82933" cy="18029"/>
          </a:xfrm>
          <a:prstGeom prst="roundRect">
            <a:avLst>
              <a:gd name="adj" fmla="val 50000"/>
            </a:avLst>
          </a:prstGeom>
          <a:solidFill>
            <a:srgbClr val="E7D9B8">
              <a:alpha val="55000"/>
            </a:srgbClr>
          </a:solidFill>
          <a:ln>
            <a:noFill/>
          </a:ln>
        </p:spPr>
      </p:sp>
      <p:sp>
        <p:nvSpPr>
          <p:cNvPr id="84" name="!!rect-3pe"/>
          <p:cNvSpPr/>
          <p:nvPr/>
        </p:nvSpPr>
        <p:spPr>
          <a:xfrm>
            <a:off x="6353556" y="3581082"/>
            <a:ext cx="579501" cy="605257"/>
          </a:xfrm>
          <a:prstGeom prst="roundRect">
            <a:avLst>
              <a:gd name="adj" fmla="val 13333"/>
            </a:avLst>
          </a:prstGeom>
          <a:solidFill>
            <a:srgbClr val="DDE3E7"/>
          </a:solidFill>
          <a:ln>
            <a:noFill/>
          </a:ln>
        </p:spPr>
      </p:sp>
      <p:sp>
        <p:nvSpPr>
          <p:cNvPr id="85" name="!!rect-3pg"/>
          <p:cNvSpPr/>
          <p:nvPr/>
        </p:nvSpPr>
        <p:spPr>
          <a:xfrm>
            <a:off x="6495212" y="3658349"/>
            <a:ext cx="296189" cy="450723"/>
          </a:xfrm>
          <a:prstGeom prst="roundRect">
            <a:avLst>
              <a:gd name="adj" fmla="val 6522"/>
            </a:avLst>
          </a:prstGeom>
          <a:gradFill rotWithShape="1">
            <a:gsLst>
              <a:gs pos="0">
                <a:srgbClr val="567B67"/>
              </a:gs>
              <a:gs pos="100000">
                <a:srgbClr val="395948"/>
              </a:gs>
            </a:gsLst>
            <a:lin ang="3401362" scaled="0"/>
          </a:gradFill>
          <a:ln>
            <a:noFill/>
          </a:ln>
        </p:spPr>
      </p:sp>
      <p:sp>
        <p:nvSpPr>
          <p:cNvPr id="86" name="!!rect-3ph"/>
          <p:cNvSpPr/>
          <p:nvPr/>
        </p:nvSpPr>
        <p:spPr>
          <a:xfrm>
            <a:off x="6521869" y="3658349"/>
            <a:ext cx="14809" cy="450723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</p:spPr>
      </p:sp>
      <p:sp>
        <p:nvSpPr>
          <p:cNvPr id="87" name="!!rect-3pi"/>
          <p:cNvSpPr/>
          <p:nvPr/>
        </p:nvSpPr>
        <p:spPr>
          <a:xfrm>
            <a:off x="6569259" y="3739479"/>
            <a:ext cx="165866" cy="31551"/>
          </a:xfrm>
          <a:prstGeom prst="roundRect">
            <a:avLst>
              <a:gd name="adj" fmla="val 28571"/>
            </a:avLst>
          </a:prstGeom>
          <a:solidFill>
            <a:srgbClr val="E7D9B8"/>
          </a:solidFill>
          <a:ln>
            <a:noFill/>
          </a:ln>
        </p:spPr>
      </p:sp>
      <p:sp>
        <p:nvSpPr>
          <p:cNvPr id="88" name="!!rect-3pj"/>
          <p:cNvSpPr/>
          <p:nvPr/>
        </p:nvSpPr>
        <p:spPr>
          <a:xfrm>
            <a:off x="6569259" y="3793566"/>
            <a:ext cx="112552" cy="20283"/>
          </a:xfrm>
          <a:prstGeom prst="roundRect">
            <a:avLst>
              <a:gd name="adj" fmla="val 44444"/>
            </a:avLst>
          </a:prstGeom>
          <a:solidFill>
            <a:srgbClr val="E7D9B8">
              <a:alpha val="72000"/>
            </a:srgbClr>
          </a:solidFill>
          <a:ln>
            <a:noFill/>
          </a:ln>
        </p:spPr>
      </p:sp>
      <p:sp>
        <p:nvSpPr>
          <p:cNvPr id="89" name="!!rect-3pk"/>
          <p:cNvSpPr/>
          <p:nvPr/>
        </p:nvSpPr>
        <p:spPr>
          <a:xfrm>
            <a:off x="6569259" y="4018928"/>
            <a:ext cx="82933" cy="18029"/>
          </a:xfrm>
          <a:prstGeom prst="roundRect">
            <a:avLst>
              <a:gd name="adj" fmla="val 50000"/>
            </a:avLst>
          </a:prstGeom>
          <a:solidFill>
            <a:srgbClr val="E7D9B8">
              <a:alpha val="55000"/>
            </a:srgbClr>
          </a:solidFill>
          <a:ln>
            <a:noFill/>
          </a:ln>
        </p:spPr>
      </p:sp>
      <p:sp>
        <p:nvSpPr>
          <p:cNvPr id="90" name="!!rect-3pl"/>
          <p:cNvSpPr/>
          <p:nvPr/>
        </p:nvSpPr>
        <p:spPr>
          <a:xfrm>
            <a:off x="6997446" y="3581082"/>
            <a:ext cx="579501" cy="605257"/>
          </a:xfrm>
          <a:prstGeom prst="roundRect">
            <a:avLst>
              <a:gd name="adj" fmla="val 13333"/>
            </a:avLst>
          </a:prstGeom>
          <a:solidFill>
            <a:srgbClr val="DDE3E7"/>
          </a:solidFill>
          <a:ln>
            <a:noFill/>
          </a:ln>
        </p:spPr>
      </p:sp>
      <p:sp>
        <p:nvSpPr>
          <p:cNvPr id="91" name="!!rect-3pn"/>
          <p:cNvSpPr/>
          <p:nvPr/>
        </p:nvSpPr>
        <p:spPr>
          <a:xfrm>
            <a:off x="7139102" y="3658349"/>
            <a:ext cx="296189" cy="450723"/>
          </a:xfrm>
          <a:prstGeom prst="roundRect">
            <a:avLst>
              <a:gd name="adj" fmla="val 6522"/>
            </a:avLst>
          </a:prstGeom>
          <a:gradFill rotWithShape="1">
            <a:gsLst>
              <a:gs pos="0">
                <a:srgbClr val="5D856F"/>
              </a:gs>
              <a:gs pos="100000">
                <a:srgbClr val="3F624F"/>
              </a:gs>
            </a:gsLst>
            <a:lin ang="3401362" scaled="0"/>
          </a:gradFill>
          <a:ln>
            <a:noFill/>
          </a:ln>
        </p:spPr>
      </p:sp>
      <p:sp>
        <p:nvSpPr>
          <p:cNvPr id="92" name="!!rect-3po"/>
          <p:cNvSpPr/>
          <p:nvPr/>
        </p:nvSpPr>
        <p:spPr>
          <a:xfrm>
            <a:off x="7165759" y="3658349"/>
            <a:ext cx="14809" cy="450723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</p:spPr>
      </p:sp>
      <p:sp>
        <p:nvSpPr>
          <p:cNvPr id="93" name="!!rect-3pp"/>
          <p:cNvSpPr/>
          <p:nvPr/>
        </p:nvSpPr>
        <p:spPr>
          <a:xfrm>
            <a:off x="7213149" y="3739479"/>
            <a:ext cx="165866" cy="31551"/>
          </a:xfrm>
          <a:prstGeom prst="roundRect">
            <a:avLst>
              <a:gd name="adj" fmla="val 28571"/>
            </a:avLst>
          </a:prstGeom>
          <a:solidFill>
            <a:srgbClr val="E7D9B8"/>
          </a:solidFill>
          <a:ln>
            <a:noFill/>
          </a:ln>
        </p:spPr>
      </p:sp>
      <p:sp>
        <p:nvSpPr>
          <p:cNvPr id="94" name="!!rect-3pq"/>
          <p:cNvSpPr/>
          <p:nvPr/>
        </p:nvSpPr>
        <p:spPr>
          <a:xfrm>
            <a:off x="7213149" y="3793566"/>
            <a:ext cx="112552" cy="20283"/>
          </a:xfrm>
          <a:prstGeom prst="roundRect">
            <a:avLst>
              <a:gd name="adj" fmla="val 44444"/>
            </a:avLst>
          </a:prstGeom>
          <a:solidFill>
            <a:srgbClr val="E7D9B8">
              <a:alpha val="72000"/>
            </a:srgbClr>
          </a:solidFill>
          <a:ln>
            <a:noFill/>
          </a:ln>
        </p:spPr>
      </p:sp>
      <p:sp>
        <p:nvSpPr>
          <p:cNvPr id="95" name="!!rect-3pr"/>
          <p:cNvSpPr/>
          <p:nvPr/>
        </p:nvSpPr>
        <p:spPr>
          <a:xfrm>
            <a:off x="7213149" y="4018928"/>
            <a:ext cx="82933" cy="18029"/>
          </a:xfrm>
          <a:prstGeom prst="roundRect">
            <a:avLst>
              <a:gd name="adj" fmla="val 50000"/>
            </a:avLst>
          </a:prstGeom>
          <a:solidFill>
            <a:srgbClr val="E7D9B8">
              <a:alpha val="55000"/>
            </a:srgbClr>
          </a:solidFill>
          <a:ln>
            <a:noFill/>
          </a:ln>
        </p:spPr>
      </p:sp>
      <p:sp>
        <p:nvSpPr>
          <p:cNvPr id="96" name="!!rect-3ps"/>
          <p:cNvSpPr/>
          <p:nvPr/>
        </p:nvSpPr>
        <p:spPr>
          <a:xfrm>
            <a:off x="7770114" y="2924315"/>
            <a:ext cx="1287780" cy="283312"/>
          </a:xfrm>
          <a:prstGeom prst="roundRect">
            <a:avLst>
              <a:gd name="adj" fmla="val 50000"/>
            </a:avLst>
          </a:prstGeom>
          <a:noFill/>
          <a:ln w="9658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97" name="!!rect-3pt"/>
          <p:cNvSpPr/>
          <p:nvPr/>
        </p:nvSpPr>
        <p:spPr>
          <a:xfrm>
            <a:off x="7770114" y="2924315"/>
            <a:ext cx="1287780" cy="283312"/>
          </a:xfrm>
          <a:prstGeom prst="roundRect">
            <a:avLst>
              <a:gd name="adj" fmla="val 50000"/>
            </a:avLst>
          </a:prstGeom>
          <a:solidFill>
            <a:srgbClr val="2E9E5B">
              <a:alpha val="14000"/>
            </a:srgbClr>
          </a:solidFill>
          <a:ln w="16097" cap="flat">
            <a:solidFill>
              <a:srgbClr val="2E9E5B"/>
            </a:solidFill>
            <a:prstDash val="solid"/>
            <a:miter lim="800000"/>
          </a:ln>
        </p:spPr>
      </p:sp>
      <p:sp>
        <p:nvSpPr>
          <p:cNvPr id="98" name="!!circle-3pv"/>
          <p:cNvSpPr/>
          <p:nvPr/>
        </p:nvSpPr>
        <p:spPr>
          <a:xfrm>
            <a:off x="7879575" y="3020898"/>
            <a:ext cx="90145" cy="90145"/>
          </a:xfrm>
          <a:prstGeom prst="ellipse">
            <a:avLst/>
          </a:prstGeom>
          <a:solidFill>
            <a:srgbClr val="2E9E5B"/>
          </a:solidFill>
          <a:ln>
            <a:noFill/>
          </a:ln>
        </p:spPr>
      </p:sp>
      <p:sp>
        <p:nvSpPr>
          <p:cNvPr id="99" name="!!text-3pw" descr="允許"/>
          <p:cNvSpPr txBox="1"/>
          <p:nvPr/>
        </p:nvSpPr>
        <p:spPr>
          <a:xfrm>
            <a:off x="8040548" y="2956380"/>
            <a:ext cx="325808" cy="20511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15" b="1" kern="0" dirty="0">
                <a:solidFill>
                  <a:srgbClr val="2E9E5B"/>
                </a:solidFill>
                <a:latin typeface="Noto Sans TC"/>
                <a:ea typeface="Noto Sans TC"/>
                <a:cs typeface="Noto Sans TC"/>
              </a:rPr>
              <a:t>允許</a:t>
            </a:r>
            <a:endParaRPr lang="zh-TW" sz="1115"/>
          </a:p>
        </p:txBody>
      </p:sp>
      <p:sp>
        <p:nvSpPr>
          <p:cNvPr id="100" name="!!rect-3pz"/>
          <p:cNvSpPr/>
          <p:nvPr/>
        </p:nvSpPr>
        <p:spPr>
          <a:xfrm>
            <a:off x="7770114" y="3297771"/>
            <a:ext cx="1287780" cy="2833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658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101" name="!!circle-3q0"/>
          <p:cNvSpPr/>
          <p:nvPr/>
        </p:nvSpPr>
        <p:spPr>
          <a:xfrm>
            <a:off x="7879575" y="3394354"/>
            <a:ext cx="90145" cy="90145"/>
          </a:xfrm>
          <a:prstGeom prst="ellipse">
            <a:avLst/>
          </a:prstGeom>
          <a:solidFill>
            <a:srgbClr val="D98613"/>
          </a:solidFill>
          <a:ln>
            <a:noFill/>
          </a:ln>
        </p:spPr>
      </p:sp>
      <p:sp>
        <p:nvSpPr>
          <p:cNvPr id="102" name="!!text-3q1" descr="需複核"/>
          <p:cNvSpPr txBox="1"/>
          <p:nvPr/>
        </p:nvSpPr>
        <p:spPr>
          <a:xfrm>
            <a:off x="8040548" y="3329837"/>
            <a:ext cx="467464" cy="20511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15" kern="0" dirty="0">
                <a:solidFill>
                  <a:srgbClr val="5B6770"/>
                </a:solidFill>
                <a:latin typeface="Noto Sans TC Medium"/>
                <a:ea typeface="Noto Sans TC Medium"/>
                <a:cs typeface="Noto Sans TC Medium"/>
              </a:rPr>
              <a:t>需複核</a:t>
            </a:r>
            <a:endParaRPr lang="zh-TW" sz="1115"/>
          </a:p>
        </p:txBody>
      </p:sp>
      <p:sp>
        <p:nvSpPr>
          <p:cNvPr id="103" name="!!rect-3q5"/>
          <p:cNvSpPr/>
          <p:nvPr/>
        </p:nvSpPr>
        <p:spPr>
          <a:xfrm>
            <a:off x="7770114" y="3671227"/>
            <a:ext cx="1287780" cy="2833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658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104" name="!!circle-3q6"/>
          <p:cNvSpPr/>
          <p:nvPr/>
        </p:nvSpPr>
        <p:spPr>
          <a:xfrm>
            <a:off x="7879575" y="3767811"/>
            <a:ext cx="90145" cy="90145"/>
          </a:xfrm>
          <a:prstGeom prst="ellipse">
            <a:avLst/>
          </a:prstGeom>
          <a:solidFill>
            <a:srgbClr val="D64545"/>
          </a:solidFill>
          <a:ln>
            <a:noFill/>
          </a:ln>
        </p:spPr>
      </p:sp>
      <p:sp>
        <p:nvSpPr>
          <p:cNvPr id="105" name="!!text-3q7" descr="違規"/>
          <p:cNvSpPr txBox="1"/>
          <p:nvPr/>
        </p:nvSpPr>
        <p:spPr>
          <a:xfrm>
            <a:off x="8040548" y="3703293"/>
            <a:ext cx="325808" cy="20511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15" kern="0" dirty="0">
                <a:solidFill>
                  <a:srgbClr val="5B6770"/>
                </a:solidFill>
                <a:latin typeface="Noto Sans TC Medium"/>
                <a:ea typeface="Noto Sans TC Medium"/>
                <a:cs typeface="Noto Sans TC Medium"/>
              </a:rPr>
              <a:t>違規</a:t>
            </a:r>
            <a:endParaRPr lang="zh-TW" sz="1115"/>
          </a:p>
        </p:txBody>
      </p:sp>
      <p:sp>
        <p:nvSpPr>
          <p:cNvPr id="106" name="!!text-3qb" descr="信心值"/>
          <p:cNvSpPr txBox="1"/>
          <p:nvPr/>
        </p:nvSpPr>
        <p:spPr>
          <a:xfrm>
            <a:off x="7770114" y="4067091"/>
            <a:ext cx="467464" cy="20511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15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信心值</a:t>
            </a:r>
            <a:endParaRPr lang="zh-TW" sz="1115"/>
          </a:p>
        </p:txBody>
      </p:sp>
      <p:sp>
        <p:nvSpPr>
          <p:cNvPr id="107" name="!!rect-3qf"/>
          <p:cNvSpPr/>
          <p:nvPr/>
        </p:nvSpPr>
        <p:spPr>
          <a:xfrm>
            <a:off x="8259471" y="4160584"/>
            <a:ext cx="798424" cy="64389"/>
          </a:xfrm>
          <a:prstGeom prst="roundRect">
            <a:avLst>
              <a:gd name="adj" fmla="val 50000"/>
            </a:avLst>
          </a:prstGeom>
          <a:solidFill>
            <a:srgbClr val="E3E7EA"/>
          </a:solidFill>
          <a:ln>
            <a:noFill/>
          </a:ln>
        </p:spPr>
      </p:sp>
      <p:sp>
        <p:nvSpPr>
          <p:cNvPr id="108" name="!!rect-3qg"/>
          <p:cNvSpPr/>
          <p:nvPr/>
        </p:nvSpPr>
        <p:spPr>
          <a:xfrm>
            <a:off x="8259471" y="4160584"/>
            <a:ext cx="722693" cy="64389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>
            <a:noFill/>
          </a:ln>
        </p:spPr>
      </p:sp>
      <p:sp>
        <p:nvSpPr>
          <p:cNvPr id="109" name="!!path-3qo"/>
          <p:cNvSpPr/>
          <p:nvPr/>
        </p:nvSpPr>
        <p:spPr>
          <a:xfrm>
            <a:off x="2940939" y="5834698"/>
            <a:ext cx="6310122" cy="1"/>
          </a:xfrm>
          <a:custGeom>
            <a:avLst/>
            <a:gdLst/>
            <a:ahLst/>
            <a:cxnLst/>
            <a:rect l="l" t="t" r="r" b="b"/>
            <a:pathLst>
              <a:path w="6310122" h="1" fill="none">
                <a:moveTo>
                  <a:pt x="0" y="0"/>
                </a:moveTo>
                <a:lnTo>
                  <a:pt x="6310122" y="0"/>
                </a:lnTo>
              </a:path>
            </a:pathLst>
          </a:custGeom>
          <a:noFill/>
          <a:ln w="12878" cap="rnd">
            <a:solidFill>
              <a:srgbClr val="E3E7EA"/>
            </a:solidFill>
            <a:prstDash val="solid"/>
            <a:round/>
          </a:ln>
        </p:spPr>
      </p:sp>
      <p:sp>
        <p:nvSpPr>
          <p:cNvPr id="110" name="!!rect-3qv"/>
          <p:cNvSpPr/>
          <p:nvPr/>
        </p:nvSpPr>
        <p:spPr>
          <a:xfrm>
            <a:off x="6063805" y="5152174"/>
            <a:ext cx="1738503" cy="746912"/>
          </a:xfrm>
          <a:prstGeom prst="roundRect">
            <a:avLst>
              <a:gd name="adj" fmla="val 23810"/>
            </a:avLst>
          </a:prstGeom>
          <a:solidFill>
            <a:srgbClr val="0B1A26">
              <a:alpha val="12000"/>
            </a:srgbClr>
          </a:solidFill>
          <a:ln>
            <a:noFill/>
          </a:ln>
          <a:effectLst>
            <a:softEdge rad="226649"/>
          </a:effectLst>
        </p:spPr>
      </p:sp>
      <p:sp>
        <p:nvSpPr>
          <p:cNvPr id="111" name="!!rect-3qw"/>
          <p:cNvSpPr/>
          <p:nvPr/>
        </p:nvSpPr>
        <p:spPr>
          <a:xfrm>
            <a:off x="6128195" y="5165052"/>
            <a:ext cx="1609725" cy="566623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6439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112" name="!!rect-3qy"/>
          <p:cNvSpPr/>
          <p:nvPr/>
        </p:nvSpPr>
        <p:spPr>
          <a:xfrm>
            <a:off x="6231217" y="5242319"/>
            <a:ext cx="296189" cy="412090"/>
          </a:xfrm>
          <a:prstGeom prst="roundRect">
            <a:avLst>
              <a:gd name="adj" fmla="val 8696"/>
            </a:avLst>
          </a:prstGeom>
          <a:gradFill rotWithShape="1">
            <a:gsLst>
              <a:gs pos="0">
                <a:srgbClr val="5D856F"/>
              </a:gs>
              <a:gs pos="100000">
                <a:srgbClr val="3F624F"/>
              </a:gs>
            </a:gsLst>
            <a:lin ang="3257599" scaled="0"/>
          </a:gradFill>
          <a:ln>
            <a:noFill/>
          </a:ln>
        </p:spPr>
      </p:sp>
      <p:sp>
        <p:nvSpPr>
          <p:cNvPr id="113" name="!!rect-3qz"/>
          <p:cNvSpPr/>
          <p:nvPr/>
        </p:nvSpPr>
        <p:spPr>
          <a:xfrm>
            <a:off x="6257874" y="5242319"/>
            <a:ext cx="14809" cy="412090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</p:spPr>
      </p:sp>
      <p:sp>
        <p:nvSpPr>
          <p:cNvPr id="114" name="!!rect-3r0"/>
          <p:cNvSpPr/>
          <p:nvPr/>
        </p:nvSpPr>
        <p:spPr>
          <a:xfrm>
            <a:off x="6305264" y="5316495"/>
            <a:ext cx="165866" cy="28846"/>
          </a:xfrm>
          <a:prstGeom prst="roundRect">
            <a:avLst>
              <a:gd name="adj" fmla="val 28571"/>
            </a:avLst>
          </a:prstGeom>
          <a:solidFill>
            <a:srgbClr val="E7D9B8"/>
          </a:solidFill>
          <a:ln>
            <a:noFill/>
          </a:ln>
        </p:spPr>
      </p:sp>
      <p:sp>
        <p:nvSpPr>
          <p:cNvPr id="115" name="!!rect-3r1"/>
          <p:cNvSpPr/>
          <p:nvPr/>
        </p:nvSpPr>
        <p:spPr>
          <a:xfrm>
            <a:off x="6305264" y="5365946"/>
            <a:ext cx="112552" cy="18544"/>
          </a:xfrm>
          <a:prstGeom prst="roundRect">
            <a:avLst>
              <a:gd name="adj" fmla="val 44444"/>
            </a:avLst>
          </a:prstGeom>
          <a:solidFill>
            <a:srgbClr val="E7D9B8">
              <a:alpha val="72000"/>
            </a:srgbClr>
          </a:solidFill>
          <a:ln>
            <a:noFill/>
          </a:ln>
        </p:spPr>
      </p:sp>
      <p:sp>
        <p:nvSpPr>
          <p:cNvPr id="116" name="!!rect-3r2"/>
          <p:cNvSpPr/>
          <p:nvPr/>
        </p:nvSpPr>
        <p:spPr>
          <a:xfrm>
            <a:off x="6305264" y="5571991"/>
            <a:ext cx="82933" cy="16484"/>
          </a:xfrm>
          <a:prstGeom prst="roundRect">
            <a:avLst>
              <a:gd name="adj" fmla="val 50000"/>
            </a:avLst>
          </a:prstGeom>
          <a:solidFill>
            <a:srgbClr val="E7D9B8">
              <a:alpha val="55000"/>
            </a:srgbClr>
          </a:solidFill>
          <a:ln>
            <a:noFill/>
          </a:ln>
        </p:spPr>
      </p:sp>
      <p:sp>
        <p:nvSpPr>
          <p:cNvPr id="117" name="!!text-3r3" descr="統計學概論"/>
          <p:cNvSpPr txBox="1"/>
          <p:nvPr/>
        </p:nvSpPr>
        <p:spPr>
          <a:xfrm>
            <a:off x="6617551" y="5236910"/>
            <a:ext cx="819028" cy="22376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17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統計學概論</a:t>
            </a:r>
            <a:endParaRPr lang="zh-TW" sz="1217"/>
          </a:p>
        </p:txBody>
      </p:sp>
      <p:sp>
        <p:nvSpPr>
          <p:cNvPr id="118" name="!!text-3r9" descr="$280"/>
          <p:cNvSpPr txBox="1"/>
          <p:nvPr/>
        </p:nvSpPr>
        <p:spPr>
          <a:xfrm>
            <a:off x="6617551" y="5445015"/>
            <a:ext cx="381904" cy="20511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15" kern="0" dirty="0">
                <a:solidFill>
                  <a:srgbClr val="627D8D"/>
                </a:solidFill>
                <a:latin typeface="Noto Sans TC ExtraBold"/>
                <a:ea typeface="Noto Sans TC ExtraBold"/>
                <a:cs typeface="Noto Sans TC ExtraBold"/>
              </a:rPr>
              <a:t>$280</a:t>
            </a:r>
            <a:endParaRPr lang="zh-TW" sz="1115"/>
          </a:p>
        </p:txBody>
      </p:sp>
      <p:sp>
        <p:nvSpPr>
          <p:cNvPr id="119" name="!!rect-3rk"/>
          <p:cNvSpPr/>
          <p:nvPr/>
        </p:nvSpPr>
        <p:spPr>
          <a:xfrm>
            <a:off x="3465878" y="5958572"/>
            <a:ext cx="2040793" cy="420914"/>
          </a:xfrm>
          <a:prstGeom prst="roundRect">
            <a:avLst>
              <a:gd name="adj" fmla="val 50000"/>
            </a:avLst>
          </a:prstGeom>
          <a:solidFill>
            <a:srgbClr val="0B1A26">
              <a:alpha val="9938"/>
            </a:srgbClr>
          </a:solidFill>
          <a:ln>
            <a:noFill/>
          </a:ln>
          <a:effectLst>
            <a:softEdge rad="98213"/>
          </a:effectLst>
        </p:spPr>
      </p:sp>
      <p:sp>
        <p:nvSpPr>
          <p:cNvPr id="120" name="!!rect-3rl"/>
          <p:cNvSpPr/>
          <p:nvPr/>
        </p:nvSpPr>
        <p:spPr>
          <a:xfrm>
            <a:off x="3491388" y="5952195"/>
            <a:ext cx="1989774" cy="331629"/>
          </a:xfrm>
          <a:prstGeom prst="roundRect">
            <a:avLst>
              <a:gd name="adj" fmla="val 50000"/>
            </a:avLst>
          </a:prstGeom>
          <a:solidFill>
            <a:srgbClr val="FFFFFF">
              <a:alpha val="99376"/>
            </a:srgbClr>
          </a:solidFill>
          <a:ln w="7653" cap="flat">
            <a:solidFill>
              <a:srgbClr val="E3E7EA">
                <a:alpha val="99376"/>
              </a:srgbClr>
            </a:solidFill>
            <a:prstDash val="solid"/>
            <a:miter lim="800000"/>
          </a:ln>
        </p:spPr>
      </p:sp>
      <p:sp>
        <p:nvSpPr>
          <p:cNvPr id="121" name="!!path-3rm"/>
          <p:cNvSpPr/>
          <p:nvPr/>
        </p:nvSpPr>
        <p:spPr>
          <a:xfrm>
            <a:off x="3653070" y="6059987"/>
            <a:ext cx="116121" cy="116121"/>
          </a:xfrm>
          <a:custGeom>
            <a:avLst/>
            <a:gdLst/>
            <a:ahLst/>
            <a:cxnLst/>
            <a:rect l="l" t="t" r="r" b="b"/>
            <a:pathLst>
              <a:path w="116121" h="116121">
                <a:moveTo>
                  <a:pt x="58061" y="13789"/>
                </a:moveTo>
                <a:cubicBezTo>
                  <a:pt x="66479" y="13789"/>
                  <a:pt x="73301" y="20612"/>
                  <a:pt x="73301" y="29030"/>
                </a:cubicBezTo>
                <a:cubicBezTo>
                  <a:pt x="73301" y="37449"/>
                  <a:pt x="66479" y="44271"/>
                  <a:pt x="58061" y="44271"/>
                </a:cubicBezTo>
                <a:cubicBezTo>
                  <a:pt x="49642" y="44271"/>
                  <a:pt x="42820" y="37449"/>
                  <a:pt x="42820" y="29030"/>
                </a:cubicBezTo>
                <a:cubicBezTo>
                  <a:pt x="42820" y="20612"/>
                  <a:pt x="49642" y="13789"/>
                  <a:pt x="58061" y="13789"/>
                </a:cubicBezTo>
                <a:moveTo>
                  <a:pt x="58061" y="79108"/>
                </a:moveTo>
                <a:cubicBezTo>
                  <a:pt x="79616" y="79108"/>
                  <a:pt x="102332" y="89704"/>
                  <a:pt x="102332" y="94348"/>
                </a:cubicBezTo>
                <a:lnTo>
                  <a:pt x="102332" y="102332"/>
                </a:lnTo>
                <a:lnTo>
                  <a:pt x="13789" y="102332"/>
                </a:lnTo>
                <a:lnTo>
                  <a:pt x="13789" y="94348"/>
                </a:lnTo>
                <a:cubicBezTo>
                  <a:pt x="13789" y="89704"/>
                  <a:pt x="36506" y="79108"/>
                  <a:pt x="58061" y="79108"/>
                </a:cubicBezTo>
                <a:moveTo>
                  <a:pt x="58061" y="0"/>
                </a:moveTo>
                <a:cubicBezTo>
                  <a:pt x="42021" y="0"/>
                  <a:pt x="29030" y="12991"/>
                  <a:pt x="29030" y="29030"/>
                </a:cubicBezTo>
                <a:cubicBezTo>
                  <a:pt x="29030" y="45070"/>
                  <a:pt x="42021" y="58061"/>
                  <a:pt x="58061" y="58061"/>
                </a:cubicBezTo>
                <a:cubicBezTo>
                  <a:pt x="74100" y="58061"/>
                  <a:pt x="87091" y="45070"/>
                  <a:pt x="87091" y="29030"/>
                </a:cubicBezTo>
                <a:cubicBezTo>
                  <a:pt x="87091" y="12991"/>
                  <a:pt x="74100" y="0"/>
                  <a:pt x="58061" y="0"/>
                </a:cubicBezTo>
                <a:close/>
                <a:moveTo>
                  <a:pt x="58061" y="65318"/>
                </a:moveTo>
                <a:cubicBezTo>
                  <a:pt x="38683" y="65318"/>
                  <a:pt x="0" y="75043"/>
                  <a:pt x="0" y="94348"/>
                </a:cubicBezTo>
                <a:lnTo>
                  <a:pt x="0" y="116121"/>
                </a:lnTo>
                <a:lnTo>
                  <a:pt x="116121" y="116121"/>
                </a:lnTo>
                <a:lnTo>
                  <a:pt x="116121" y="94348"/>
                </a:lnTo>
                <a:cubicBezTo>
                  <a:pt x="116121" y="75043"/>
                  <a:pt x="77438" y="65318"/>
                  <a:pt x="58061" y="65318"/>
                </a:cubicBezTo>
                <a:close/>
              </a:path>
            </a:pathLst>
          </a:custGeom>
          <a:solidFill>
            <a:srgbClr val="627D8D">
              <a:alpha val="99376"/>
            </a:srgbClr>
          </a:solidFill>
          <a:ln>
            <a:noFill/>
          </a:ln>
        </p:spPr>
      </p:sp>
      <p:sp>
        <p:nvSpPr>
          <p:cNvPr id="122" name="!!text-3rn" descr="需複核時交由管理員"/>
          <p:cNvSpPr txBox="1"/>
          <p:nvPr/>
        </p:nvSpPr>
        <p:spPr>
          <a:xfrm>
            <a:off x="3856180" y="5985358"/>
            <a:ext cx="1542075" cy="24009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06" kern="0" dirty="0">
                <a:solidFill>
                  <a:srgbClr val="5B6770">
                    <a:alpha val="99376"/>
                  </a:srgbClr>
                </a:solidFill>
                <a:latin typeface="Noto Sans TC SemiBold"/>
                <a:ea typeface="Noto Sans TC SemiBold"/>
                <a:cs typeface="Noto Sans TC SemiBold"/>
              </a:rPr>
              <a:t>需複核時交由管理員</a:t>
            </a:r>
            <a:endParaRPr lang="zh-TW" sz="1306"/>
          </a:p>
        </p:txBody>
      </p:sp>
      <p:sp>
        <p:nvSpPr>
          <p:cNvPr id="123" name="!!text-3sg" descr="上架審核"/>
          <p:cNvSpPr txBox="1"/>
          <p:nvPr/>
        </p:nvSpPr>
        <p:spPr>
          <a:xfrm>
            <a:off x="635812" y="588024"/>
            <a:ext cx="720127" cy="22376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17" b="1" kern="0" spc="146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上架審</a:t>
            </a:r>
            <a:r>
              <a:rPr lang="zh-TW" altLang="en-US" sz="1217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核</a:t>
            </a:r>
            <a:endParaRPr lang="zh-TW" sz="1217"/>
          </a:p>
        </p:txBody>
      </p:sp>
      <p:sp>
        <p:nvSpPr>
          <p:cNvPr id="124" name="!!text-3sq" descr="規則＋AI，雙層把關"/>
          <p:cNvSpPr txBox="1"/>
          <p:nvPr/>
        </p:nvSpPr>
        <p:spPr>
          <a:xfrm>
            <a:off x="635812" y="860518"/>
            <a:ext cx="4084787" cy="67129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3650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規則＋A</a:t>
            </a:r>
            <a:r>
              <a:rPr lang="zh-TW" altLang="en-US" sz="3650" kern="0" spc="-1095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I</a:t>
            </a:r>
            <a:r>
              <a:rPr lang="zh-TW" altLang="en-US" sz="3650" kern="0" spc="-657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，</a:t>
            </a:r>
            <a:r>
              <a:rPr lang="zh-TW" altLang="en-US" sz="3650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雙層把關</a:t>
            </a:r>
            <a:endParaRPr lang="zh-TW" sz="3650"/>
          </a:p>
        </p:txBody>
      </p:sp>
      <p:sp>
        <p:nvSpPr>
          <p:cNvPr id="125" name="!!text-3t5" descr="規則即時攔截售價異常，AI 再判讀照片，必要時交由管理員複核。"/>
          <p:cNvSpPr txBox="1"/>
          <p:nvPr/>
        </p:nvSpPr>
        <p:spPr>
          <a:xfrm>
            <a:off x="635812" y="1586311"/>
            <a:ext cx="5689928" cy="27970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521" kern="0" dirty="0">
                <a:solidFill>
                  <a:srgbClr val="3F4A54"/>
                </a:solidFill>
                <a:latin typeface="Noto Sans TC Medium"/>
                <a:ea typeface="Noto Sans TC Medium"/>
                <a:cs typeface="Noto Sans TC Medium"/>
              </a:rPr>
              <a:t>規則即時攔截售價異常，AI 再判讀照片，必要時交由管理員複核。</a:t>
            </a:r>
            <a:endParaRPr lang="zh-TW" sz="1521"/>
          </a:p>
        </p:txBody>
      </p:sp>
      <p:sp>
        <p:nvSpPr>
          <p:cNvPr id="126" name="!!path-9ic"/>
          <p:cNvSpPr/>
          <p:nvPr/>
        </p:nvSpPr>
        <p:spPr>
          <a:xfrm>
            <a:off x="381000" y="306527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27" name="!!path-9id"/>
          <p:cNvSpPr/>
          <p:nvPr/>
        </p:nvSpPr>
        <p:spPr>
          <a:xfrm>
            <a:off x="381000" y="308153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28" name="!!path-9ie"/>
          <p:cNvSpPr/>
          <p:nvPr/>
        </p:nvSpPr>
        <p:spPr>
          <a:xfrm>
            <a:off x="381000" y="309778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29" name="!!path-9if"/>
          <p:cNvSpPr/>
          <p:nvPr/>
        </p:nvSpPr>
        <p:spPr>
          <a:xfrm>
            <a:off x="381000" y="311404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30" name="!!path-9ig"/>
          <p:cNvSpPr/>
          <p:nvPr/>
        </p:nvSpPr>
        <p:spPr>
          <a:xfrm>
            <a:off x="381000" y="313030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31" name="!!path-9ih"/>
          <p:cNvSpPr/>
          <p:nvPr/>
        </p:nvSpPr>
        <p:spPr>
          <a:xfrm>
            <a:off x="381000" y="314655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32" name="!!path-9ii"/>
          <p:cNvSpPr/>
          <p:nvPr/>
        </p:nvSpPr>
        <p:spPr>
          <a:xfrm>
            <a:off x="381000" y="316281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33" name="!!path-9ij"/>
          <p:cNvSpPr/>
          <p:nvPr/>
        </p:nvSpPr>
        <p:spPr>
          <a:xfrm>
            <a:off x="381000" y="317906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34" name="!!path-9ik"/>
          <p:cNvSpPr/>
          <p:nvPr/>
        </p:nvSpPr>
        <p:spPr>
          <a:xfrm>
            <a:off x="419608" y="269342"/>
            <a:ext cx="128422" cy="122936"/>
          </a:xfrm>
          <a:custGeom>
            <a:avLst/>
            <a:gdLst/>
            <a:ahLst/>
            <a:cxnLst/>
            <a:rect l="l" t="t" r="r" b="b"/>
            <a:pathLst>
              <a:path w="128422" h="122936">
                <a:moveTo>
                  <a:pt x="0" y="17678"/>
                </a:moveTo>
                <a:lnTo>
                  <a:pt x="8128" y="5080"/>
                </a:lnTo>
                <a:cubicBezTo>
                  <a:pt x="32512" y="0"/>
                  <a:pt x="73152" y="7112"/>
                  <a:pt x="101600" y="26416"/>
                </a:cubicBezTo>
                <a:cubicBezTo>
                  <a:pt x="116840" y="37186"/>
                  <a:pt x="124968" y="49784"/>
                  <a:pt x="128422" y="62992"/>
                </a:cubicBezTo>
                <a:lnTo>
                  <a:pt x="128422" y="122936"/>
                </a:lnTo>
                <a:lnTo>
                  <a:pt x="0" y="1229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35" name="!!path-9il"/>
          <p:cNvSpPr/>
          <p:nvPr/>
        </p:nvSpPr>
        <p:spPr>
          <a:xfrm>
            <a:off x="419608" y="269342"/>
            <a:ext cx="128422" cy="62992"/>
          </a:xfrm>
          <a:custGeom>
            <a:avLst/>
            <a:gdLst/>
            <a:ahLst/>
            <a:cxnLst/>
            <a:rect l="l" t="t" r="r" b="b"/>
            <a:pathLst>
              <a:path w="128422" h="62992" fill="none">
                <a:moveTo>
                  <a:pt x="128422" y="62992"/>
                </a:moveTo>
                <a:cubicBezTo>
                  <a:pt x="124968" y="49784"/>
                  <a:pt x="116840" y="37186"/>
                  <a:pt x="101600" y="26416"/>
                </a:cubicBezTo>
                <a:cubicBezTo>
                  <a:pt x="73152" y="7112"/>
                  <a:pt x="32512" y="0"/>
                  <a:pt x="8128" y="5080"/>
                </a:cubicBezTo>
                <a:lnTo>
                  <a:pt x="0" y="1767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36" name="!!path-9im"/>
          <p:cNvSpPr/>
          <p:nvPr/>
        </p:nvSpPr>
        <p:spPr>
          <a:xfrm>
            <a:off x="407010" y="281534"/>
            <a:ext cx="141021" cy="110744"/>
          </a:xfrm>
          <a:custGeom>
            <a:avLst/>
            <a:gdLst/>
            <a:ahLst/>
            <a:cxnLst/>
            <a:rect l="l" t="t" r="r" b="b"/>
            <a:pathLst>
              <a:path w="141021" h="110744">
                <a:moveTo>
                  <a:pt x="0" y="22352"/>
                </a:moveTo>
                <a:lnTo>
                  <a:pt x="6502" y="6502"/>
                </a:lnTo>
                <a:cubicBezTo>
                  <a:pt x="36982" y="0"/>
                  <a:pt x="79654" y="7112"/>
                  <a:pt x="110134" y="25400"/>
                </a:cubicBezTo>
                <a:cubicBezTo>
                  <a:pt x="126390" y="35154"/>
                  <a:pt x="136550" y="49784"/>
                  <a:pt x="141021" y="62992"/>
                </a:cubicBezTo>
                <a:lnTo>
                  <a:pt x="141021" y="110744"/>
                </a:lnTo>
                <a:lnTo>
                  <a:pt x="0" y="110744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37" name="!!path-9in"/>
          <p:cNvSpPr/>
          <p:nvPr/>
        </p:nvSpPr>
        <p:spPr>
          <a:xfrm>
            <a:off x="407010" y="281534"/>
            <a:ext cx="141021" cy="62992"/>
          </a:xfrm>
          <a:custGeom>
            <a:avLst/>
            <a:gdLst/>
            <a:ahLst/>
            <a:cxnLst/>
            <a:rect l="l" t="t" r="r" b="b"/>
            <a:pathLst>
              <a:path w="141021" h="62992" fill="none">
                <a:moveTo>
                  <a:pt x="141021" y="62992"/>
                </a:moveTo>
                <a:cubicBezTo>
                  <a:pt x="136550" y="49784"/>
                  <a:pt x="126390" y="35154"/>
                  <a:pt x="110134" y="25400"/>
                </a:cubicBezTo>
                <a:cubicBezTo>
                  <a:pt x="79654" y="7112"/>
                  <a:pt x="36982" y="0"/>
                  <a:pt x="6502" y="6502"/>
                </a:cubicBezTo>
                <a:lnTo>
                  <a:pt x="0" y="22352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38" name="!!path-9io"/>
          <p:cNvSpPr/>
          <p:nvPr/>
        </p:nvSpPr>
        <p:spPr>
          <a:xfrm>
            <a:off x="395834" y="294742"/>
            <a:ext cx="151790" cy="97536"/>
          </a:xfrm>
          <a:custGeom>
            <a:avLst/>
            <a:gdLst/>
            <a:ahLst/>
            <a:cxnLst/>
            <a:rect l="l" t="t" r="r" b="b"/>
            <a:pathLst>
              <a:path w="151790" h="97536">
                <a:moveTo>
                  <a:pt x="0" y="23165"/>
                </a:moveTo>
                <a:lnTo>
                  <a:pt x="3861" y="12598"/>
                </a:lnTo>
                <a:cubicBezTo>
                  <a:pt x="37998" y="0"/>
                  <a:pt x="84734" y="5080"/>
                  <a:pt x="117246" y="21946"/>
                </a:cubicBezTo>
                <a:cubicBezTo>
                  <a:pt x="135534" y="31496"/>
                  <a:pt x="146710" y="43688"/>
                  <a:pt x="151790" y="55270"/>
                </a:cubicBezTo>
                <a:lnTo>
                  <a:pt x="151790" y="97536"/>
                </a:lnTo>
                <a:lnTo>
                  <a:pt x="0" y="975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39" name="!!path-9ip"/>
          <p:cNvSpPr/>
          <p:nvPr/>
        </p:nvSpPr>
        <p:spPr>
          <a:xfrm>
            <a:off x="395834" y="294742"/>
            <a:ext cx="151790" cy="55270"/>
          </a:xfrm>
          <a:custGeom>
            <a:avLst/>
            <a:gdLst/>
            <a:ahLst/>
            <a:cxnLst/>
            <a:rect l="l" t="t" r="r" b="b"/>
            <a:pathLst>
              <a:path w="151790" h="55270" fill="none">
                <a:moveTo>
                  <a:pt x="151790" y="55270"/>
                </a:moveTo>
                <a:cubicBezTo>
                  <a:pt x="146710" y="43688"/>
                  <a:pt x="135534" y="31496"/>
                  <a:pt x="117246" y="21946"/>
                </a:cubicBezTo>
                <a:cubicBezTo>
                  <a:pt x="84734" y="5080"/>
                  <a:pt x="37998" y="0"/>
                  <a:pt x="3861" y="12598"/>
                </a:cubicBezTo>
                <a:lnTo>
                  <a:pt x="0" y="23165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40" name="!!path-9iq"/>
          <p:cNvSpPr/>
          <p:nvPr/>
        </p:nvSpPr>
        <p:spPr>
          <a:xfrm>
            <a:off x="548234" y="264262"/>
            <a:ext cx="120294" cy="128016"/>
          </a:xfrm>
          <a:custGeom>
            <a:avLst/>
            <a:gdLst/>
            <a:ahLst/>
            <a:cxnLst/>
            <a:rect l="l" t="t" r="r" b="b"/>
            <a:pathLst>
              <a:path w="120294" h="128016">
                <a:moveTo>
                  <a:pt x="120294" y="18288"/>
                </a:moveTo>
                <a:lnTo>
                  <a:pt x="113589" y="4470"/>
                </a:lnTo>
                <a:cubicBezTo>
                  <a:pt x="86766" y="0"/>
                  <a:pt x="44094" y="10160"/>
                  <a:pt x="17678" y="30480"/>
                </a:cubicBezTo>
                <a:cubicBezTo>
                  <a:pt x="6502" y="39624"/>
                  <a:pt x="1422" y="52832"/>
                  <a:pt x="0" y="67056"/>
                </a:cubicBezTo>
                <a:lnTo>
                  <a:pt x="0" y="128016"/>
                </a:lnTo>
                <a:lnTo>
                  <a:pt x="120294" y="12801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41" name="!!path-9ir"/>
          <p:cNvSpPr/>
          <p:nvPr/>
        </p:nvSpPr>
        <p:spPr>
          <a:xfrm>
            <a:off x="548234" y="264262"/>
            <a:ext cx="120294" cy="67056"/>
          </a:xfrm>
          <a:custGeom>
            <a:avLst/>
            <a:gdLst/>
            <a:ahLst/>
            <a:cxnLst/>
            <a:rect l="l" t="t" r="r" b="b"/>
            <a:pathLst>
              <a:path w="120294" h="67056" fill="none">
                <a:moveTo>
                  <a:pt x="0" y="67056"/>
                </a:moveTo>
                <a:cubicBezTo>
                  <a:pt x="1422" y="52832"/>
                  <a:pt x="6502" y="39624"/>
                  <a:pt x="17678" y="30480"/>
                </a:cubicBezTo>
                <a:cubicBezTo>
                  <a:pt x="44094" y="10160"/>
                  <a:pt x="86766" y="0"/>
                  <a:pt x="113589" y="4470"/>
                </a:cubicBezTo>
                <a:lnTo>
                  <a:pt x="120294" y="1828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42" name="!!path-9is"/>
          <p:cNvSpPr/>
          <p:nvPr/>
        </p:nvSpPr>
        <p:spPr>
          <a:xfrm>
            <a:off x="548437" y="279502"/>
            <a:ext cx="133299" cy="112776"/>
          </a:xfrm>
          <a:custGeom>
            <a:avLst/>
            <a:gdLst/>
            <a:ahLst/>
            <a:cxnLst/>
            <a:rect l="l" t="t" r="r" b="b"/>
            <a:pathLst>
              <a:path w="133299" h="112776">
                <a:moveTo>
                  <a:pt x="133299" y="19710"/>
                </a:moveTo>
                <a:lnTo>
                  <a:pt x="127203" y="3048"/>
                </a:lnTo>
                <a:cubicBezTo>
                  <a:pt x="94691" y="0"/>
                  <a:pt x="54051" y="11176"/>
                  <a:pt x="27635" y="30683"/>
                </a:cubicBezTo>
                <a:cubicBezTo>
                  <a:pt x="13411" y="41250"/>
                  <a:pt x="4267" y="53848"/>
                  <a:pt x="0" y="65024"/>
                </a:cubicBezTo>
                <a:lnTo>
                  <a:pt x="0" y="112776"/>
                </a:lnTo>
                <a:lnTo>
                  <a:pt x="133299" y="11277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43" name="!!path-9it"/>
          <p:cNvSpPr/>
          <p:nvPr/>
        </p:nvSpPr>
        <p:spPr>
          <a:xfrm>
            <a:off x="548437" y="279502"/>
            <a:ext cx="133299" cy="65024"/>
          </a:xfrm>
          <a:custGeom>
            <a:avLst/>
            <a:gdLst/>
            <a:ahLst/>
            <a:cxnLst/>
            <a:rect l="l" t="t" r="r" b="b"/>
            <a:pathLst>
              <a:path w="133299" h="65024" fill="none">
                <a:moveTo>
                  <a:pt x="0" y="65024"/>
                </a:moveTo>
                <a:cubicBezTo>
                  <a:pt x="4267" y="53848"/>
                  <a:pt x="13411" y="41250"/>
                  <a:pt x="27635" y="30683"/>
                </a:cubicBezTo>
                <a:cubicBezTo>
                  <a:pt x="54051" y="11176"/>
                  <a:pt x="94691" y="0"/>
                  <a:pt x="127203" y="3048"/>
                </a:cubicBezTo>
                <a:lnTo>
                  <a:pt x="133299" y="19710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44" name="!!path-9iu"/>
          <p:cNvSpPr/>
          <p:nvPr/>
        </p:nvSpPr>
        <p:spPr>
          <a:xfrm>
            <a:off x="548843" y="293726"/>
            <a:ext cx="142646" cy="98552"/>
          </a:xfrm>
          <a:custGeom>
            <a:avLst/>
            <a:gdLst/>
            <a:ahLst/>
            <a:cxnLst/>
            <a:rect l="l" t="t" r="r" b="b"/>
            <a:pathLst>
              <a:path w="142646" h="98552">
                <a:moveTo>
                  <a:pt x="142646" y="18898"/>
                </a:moveTo>
                <a:lnTo>
                  <a:pt x="139802" y="8738"/>
                </a:lnTo>
                <a:cubicBezTo>
                  <a:pt x="106477" y="0"/>
                  <a:pt x="63805" y="5080"/>
                  <a:pt x="35357" y="19304"/>
                </a:cubicBezTo>
                <a:cubicBezTo>
                  <a:pt x="17069" y="28448"/>
                  <a:pt x="5893" y="42672"/>
                  <a:pt x="0" y="56286"/>
                </a:cubicBezTo>
                <a:lnTo>
                  <a:pt x="0" y="98552"/>
                </a:lnTo>
                <a:lnTo>
                  <a:pt x="142646" y="98552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45" name="!!path-9iv"/>
          <p:cNvSpPr/>
          <p:nvPr/>
        </p:nvSpPr>
        <p:spPr>
          <a:xfrm>
            <a:off x="548843" y="293726"/>
            <a:ext cx="142646" cy="56286"/>
          </a:xfrm>
          <a:custGeom>
            <a:avLst/>
            <a:gdLst/>
            <a:ahLst/>
            <a:cxnLst/>
            <a:rect l="l" t="t" r="r" b="b"/>
            <a:pathLst>
              <a:path w="142646" h="56286" fill="none">
                <a:moveTo>
                  <a:pt x="0" y="56286"/>
                </a:moveTo>
                <a:cubicBezTo>
                  <a:pt x="5893" y="42672"/>
                  <a:pt x="17069" y="28448"/>
                  <a:pt x="35357" y="19304"/>
                </a:cubicBezTo>
                <a:cubicBezTo>
                  <a:pt x="63805" y="5080"/>
                  <a:pt x="106477" y="0"/>
                  <a:pt x="139802" y="8738"/>
                </a:cubicBezTo>
                <a:lnTo>
                  <a:pt x="142646" y="1889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46" name="!!path-9iw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627D8D"/>
              </a:gs>
              <a:gs pos="21794">
                <a:srgbClr val="627D8D"/>
              </a:gs>
              <a:gs pos="55376">
                <a:srgbClr val="627D8D"/>
              </a:gs>
              <a:gs pos="96421">
                <a:srgbClr val="98ABB7"/>
              </a:gs>
              <a:gs pos="100000">
                <a:srgbClr val="98ABB7"/>
              </a:gs>
            </a:gsLst>
            <a:lin ang="1983350" scaled="0"/>
          </a:gradFill>
          <a:ln>
            <a:noFill/>
          </a:ln>
        </p:spPr>
      </p:sp>
      <p:sp>
        <p:nvSpPr>
          <p:cNvPr id="147" name="!!path-9ix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0000"/>
                </a:srgbClr>
              </a:gs>
              <a:gs pos="4764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83333" t="79291" r="16667" b="20709"/>
            </a:path>
          </a:gradFill>
          <a:ln>
            <a:noFill/>
          </a:ln>
        </p:spPr>
      </p:sp>
      <p:sp>
        <p:nvSpPr>
          <p:cNvPr id="148" name="!!line-9iy"/>
          <p:cNvSpPr/>
          <p:nvPr/>
        </p:nvSpPr>
        <p:spPr>
          <a:xfrm>
            <a:off x="549046" y="363017"/>
            <a:ext cx="1" cy="153619"/>
          </a:xfrm>
          <a:custGeom>
            <a:avLst/>
            <a:gdLst/>
            <a:ahLst/>
            <a:cxnLst/>
            <a:rect l="l" t="t" r="r" b="b"/>
            <a:pathLst>
              <a:path w="1" h="153619">
                <a:moveTo>
                  <a:pt x="0" y="0"/>
                </a:moveTo>
                <a:lnTo>
                  <a:pt x="0" y="153619"/>
                </a:lnTo>
              </a:path>
            </a:pathLst>
          </a:custGeom>
          <a:solidFill>
            <a:srgbClr val="000000"/>
          </a:solidFill>
          <a:ln w="6909" cap="rnd">
            <a:solidFill>
              <a:srgbClr val="C9D3D9"/>
            </a:solidFill>
            <a:prstDash val="solid"/>
            <a:miter lim="800000"/>
          </a:ln>
        </p:spPr>
      </p:sp>
      <p:sp>
        <p:nvSpPr>
          <p:cNvPr id="149" name="!!path-9iz"/>
          <p:cNvSpPr/>
          <p:nvPr/>
        </p:nvSpPr>
        <p:spPr>
          <a:xfrm>
            <a:off x="657962" y="442062"/>
            <a:ext cx="25400" cy="37998"/>
          </a:xfrm>
          <a:custGeom>
            <a:avLst/>
            <a:gdLst/>
            <a:ahLst/>
            <a:cxnLst/>
            <a:rect l="l" t="t" r="r" b="b"/>
            <a:pathLst>
              <a:path w="25400" h="37998">
                <a:moveTo>
                  <a:pt x="0" y="2642"/>
                </a:moveTo>
                <a:lnTo>
                  <a:pt x="15240" y="0"/>
                </a:lnTo>
                <a:lnTo>
                  <a:pt x="25400" y="37186"/>
                </a:lnTo>
                <a:lnTo>
                  <a:pt x="7518" y="37998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 w="1016" cap="flat">
            <a:solidFill>
              <a:srgbClr val="FFFFFF">
                <a:alpha val="55000"/>
              </a:srgbClr>
            </a:solidFill>
            <a:prstDash val="solid"/>
            <a:round/>
          </a:ln>
        </p:spPr>
      </p:sp>
      <p:sp>
        <p:nvSpPr>
          <p:cNvPr id="150" name="!!text-9j0" descr="救「舊」我的書"/>
          <p:cNvSpPr txBox="1"/>
          <p:nvPr/>
        </p:nvSpPr>
        <p:spPr>
          <a:xfrm>
            <a:off x="805879" y="251460"/>
            <a:ext cx="1120140" cy="25745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400" b="1" kern="0" spc="-70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救</a:t>
            </a:r>
            <a:r>
              <a:rPr lang="zh-TW" altLang="en-US" sz="14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「舊</a:t>
            </a:r>
            <a:r>
              <a:rPr lang="zh-TW" altLang="en-US" sz="1400" b="1" kern="0" spc="-70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」</a:t>
            </a:r>
            <a:r>
              <a:rPr lang="zh-TW" altLang="en-US" sz="14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我的書</a:t>
            </a:r>
            <a:endParaRPr lang="zh-TW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fast" p14:dur="1400" advTm="300">
        <p159:morph option="byObject"/>
      </p:transition>
    </mc:Choice>
    <mc:Fallback>
      <p:transition spd="fast" advTm="300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76.4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rect-1q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7"/>
          </a:solidFill>
          <a:ln>
            <a:noFill/>
          </a:ln>
        </p:spPr>
      </p:sp>
      <p:sp>
        <p:nvSpPr>
          <p:cNvPr id="3" name="!!ellipse-1q2"/>
          <p:cNvSpPr/>
          <p:nvPr/>
        </p:nvSpPr>
        <p:spPr>
          <a:xfrm>
            <a:off x="-889000" y="-952500"/>
            <a:ext cx="13970000" cy="7874000"/>
          </a:xfrm>
          <a:prstGeom prst="ellipse">
            <a:avLst/>
          </a:prstGeom>
          <a:gradFill rotWithShape="1">
            <a:gsLst>
              <a:gs pos="0">
                <a:srgbClr val="FFFFFF">
                  <a:alpha val="95000"/>
                </a:srgbClr>
              </a:gs>
              <a:gs pos="40865">
                <a:srgbClr val="FFFFFF">
                  <a:alpha val="35000"/>
                </a:srgbClr>
              </a:gs>
              <a:gs pos="68108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!!rect-1q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P1"/>
            <a:srcRect/>
            <a:tile tx="196722" ty="137878" sx="16667" sy="16667" flip="none" algn="tl"/>
          </a:blipFill>
          <a:ln>
            <a:noFill/>
          </a:ln>
        </p:spPr>
      </p:sp>
      <p:sp>
        <p:nvSpPr>
          <p:cNvPr id="5" name="!!circle-1qc"/>
          <p:cNvSpPr/>
          <p:nvPr/>
        </p:nvSpPr>
        <p:spPr>
          <a:xfrm>
            <a:off x="11643937" y="5446662"/>
            <a:ext cx="2495906" cy="2495906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" name="!!circle-1qf"/>
          <p:cNvSpPr/>
          <p:nvPr/>
        </p:nvSpPr>
        <p:spPr>
          <a:xfrm>
            <a:off x="8644978" y="2946159"/>
            <a:ext cx="1998675" cy="1998675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7" name="!!circle-1qy"/>
          <p:cNvSpPr/>
          <p:nvPr/>
        </p:nvSpPr>
        <p:spPr>
          <a:xfrm>
            <a:off x="6710858" y="2625700"/>
            <a:ext cx="2674569" cy="2674569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8" name="!!circle-1sb"/>
          <p:cNvSpPr/>
          <p:nvPr/>
        </p:nvSpPr>
        <p:spPr>
          <a:xfrm>
            <a:off x="8367349" y="5370380"/>
            <a:ext cx="1718970" cy="1718970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9" name="!!rect-1sh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5F7">
                  <a:alpha val="0"/>
                </a:srgbClr>
              </a:gs>
              <a:gs pos="20428">
                <a:srgbClr val="F3F5F7">
                  <a:alpha val="0"/>
                </a:srgbClr>
              </a:gs>
              <a:gs pos="66730">
                <a:srgbClr val="F3F5F7"/>
              </a:gs>
              <a:gs pos="100000">
                <a:srgbClr val="F3F5F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0" name="!!circle-1sj"/>
          <p:cNvSpPr/>
          <p:nvPr/>
        </p:nvSpPr>
        <p:spPr>
          <a:xfrm>
            <a:off x="103560" y="144322"/>
            <a:ext cx="50038" cy="50038"/>
          </a:xfrm>
          <a:prstGeom prst="ellipse">
            <a:avLst/>
          </a:prstGeom>
          <a:solidFill>
            <a:srgbClr val="627D8D">
              <a:alpha val="25400"/>
            </a:srgbClr>
          </a:solidFill>
          <a:ln>
            <a:noFill/>
          </a:ln>
        </p:spPr>
      </p:sp>
      <p:sp>
        <p:nvSpPr>
          <p:cNvPr id="11" name="!!circle-1sm"/>
          <p:cNvSpPr/>
          <p:nvPr/>
        </p:nvSpPr>
        <p:spPr>
          <a:xfrm>
            <a:off x="5614849" y="1450630"/>
            <a:ext cx="36055" cy="36055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12" name="!!circle-1sp"/>
          <p:cNvSpPr/>
          <p:nvPr/>
        </p:nvSpPr>
        <p:spPr>
          <a:xfrm>
            <a:off x="9308831" y="3355716"/>
            <a:ext cx="24295" cy="24295"/>
          </a:xfrm>
          <a:prstGeom prst="ellipse">
            <a:avLst/>
          </a:prstGeom>
          <a:solidFill>
            <a:srgbClr val="627D8D">
              <a:alpha val="18100"/>
            </a:srgbClr>
          </a:solidFill>
          <a:ln>
            <a:noFill/>
          </a:ln>
        </p:spPr>
      </p:sp>
      <p:sp>
        <p:nvSpPr>
          <p:cNvPr id="13" name="!!circle-1ss"/>
          <p:cNvSpPr/>
          <p:nvPr/>
        </p:nvSpPr>
        <p:spPr>
          <a:xfrm>
            <a:off x="3546606" y="6537068"/>
            <a:ext cx="25959" cy="25959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14" name="!!circle-1sv"/>
          <p:cNvSpPr/>
          <p:nvPr/>
        </p:nvSpPr>
        <p:spPr>
          <a:xfrm>
            <a:off x="1929216" y="1855459"/>
            <a:ext cx="35878" cy="35878"/>
          </a:xfrm>
          <a:prstGeom prst="ellipse">
            <a:avLst/>
          </a:prstGeom>
          <a:solidFill>
            <a:srgbClr val="627D8D">
              <a:alpha val="26800"/>
            </a:srgbClr>
          </a:solidFill>
          <a:ln>
            <a:noFill/>
          </a:ln>
        </p:spPr>
      </p:sp>
      <p:sp>
        <p:nvSpPr>
          <p:cNvPr id="15" name="!!circle-1sy"/>
          <p:cNvSpPr/>
          <p:nvPr/>
        </p:nvSpPr>
        <p:spPr>
          <a:xfrm>
            <a:off x="6793694" y="3956639"/>
            <a:ext cx="40234" cy="40234"/>
          </a:xfrm>
          <a:prstGeom prst="ellipse">
            <a:avLst/>
          </a:prstGeom>
          <a:solidFill>
            <a:srgbClr val="627D8D">
              <a:alpha val="31300"/>
            </a:srgbClr>
          </a:solidFill>
          <a:ln>
            <a:noFill/>
          </a:ln>
        </p:spPr>
      </p:sp>
      <p:sp>
        <p:nvSpPr>
          <p:cNvPr id="16" name="!!circle-1t1"/>
          <p:cNvSpPr/>
          <p:nvPr/>
        </p:nvSpPr>
        <p:spPr>
          <a:xfrm>
            <a:off x="10006939" y="35566"/>
            <a:ext cx="23559" cy="23559"/>
          </a:xfrm>
          <a:prstGeom prst="ellipse">
            <a:avLst/>
          </a:prstGeom>
          <a:solidFill>
            <a:srgbClr val="627D8D">
              <a:alpha val="17900"/>
            </a:srgbClr>
          </a:solidFill>
          <a:ln>
            <a:noFill/>
          </a:ln>
        </p:spPr>
      </p:sp>
      <p:sp>
        <p:nvSpPr>
          <p:cNvPr id="17" name="!!circle-1t4"/>
          <p:cNvSpPr/>
          <p:nvPr/>
        </p:nvSpPr>
        <p:spPr>
          <a:xfrm>
            <a:off x="1125919" y="5012282"/>
            <a:ext cx="29959" cy="29959"/>
          </a:xfrm>
          <a:prstGeom prst="ellipse">
            <a:avLst/>
          </a:prstGeom>
          <a:solidFill>
            <a:srgbClr val="627D8D">
              <a:alpha val="19400"/>
            </a:srgbClr>
          </a:solidFill>
          <a:ln>
            <a:noFill/>
          </a:ln>
        </p:spPr>
      </p:sp>
      <p:sp>
        <p:nvSpPr>
          <p:cNvPr id="18" name="!!circle-1t7"/>
          <p:cNvSpPr/>
          <p:nvPr/>
        </p:nvSpPr>
        <p:spPr>
          <a:xfrm>
            <a:off x="8505234" y="4564831"/>
            <a:ext cx="28702" cy="28702"/>
          </a:xfrm>
          <a:prstGeom prst="ellipse">
            <a:avLst/>
          </a:prstGeom>
          <a:solidFill>
            <a:srgbClr val="627D8D">
              <a:alpha val="17800"/>
            </a:srgbClr>
          </a:solidFill>
          <a:ln>
            <a:noFill/>
          </a:ln>
        </p:spPr>
      </p:sp>
      <p:sp>
        <p:nvSpPr>
          <p:cNvPr id="19" name="!!circle-1ta"/>
          <p:cNvSpPr/>
          <p:nvPr/>
        </p:nvSpPr>
        <p:spPr>
          <a:xfrm>
            <a:off x="11051463" y="1998814"/>
            <a:ext cx="24066" cy="24066"/>
          </a:xfrm>
          <a:prstGeom prst="ellipse">
            <a:avLst/>
          </a:prstGeom>
          <a:solidFill>
            <a:srgbClr val="627D8D">
              <a:alpha val="23900"/>
            </a:srgbClr>
          </a:solidFill>
          <a:ln>
            <a:noFill/>
          </a:ln>
        </p:spPr>
      </p:sp>
      <p:sp>
        <p:nvSpPr>
          <p:cNvPr id="20" name="!!circle-1td"/>
          <p:cNvSpPr/>
          <p:nvPr/>
        </p:nvSpPr>
        <p:spPr>
          <a:xfrm>
            <a:off x="8387258" y="6005264"/>
            <a:ext cx="35865" cy="35865"/>
          </a:xfrm>
          <a:prstGeom prst="ellipse">
            <a:avLst/>
          </a:prstGeom>
          <a:solidFill>
            <a:srgbClr val="627D8D">
              <a:alpha val="28200"/>
            </a:srgbClr>
          </a:solidFill>
          <a:ln>
            <a:noFill/>
          </a:ln>
        </p:spPr>
      </p:sp>
      <p:sp>
        <p:nvSpPr>
          <p:cNvPr id="21" name="!!circle-1tg"/>
          <p:cNvSpPr/>
          <p:nvPr/>
        </p:nvSpPr>
        <p:spPr>
          <a:xfrm>
            <a:off x="1457879" y="3227799"/>
            <a:ext cx="39218" cy="39218"/>
          </a:xfrm>
          <a:prstGeom prst="ellipse">
            <a:avLst/>
          </a:prstGeom>
          <a:solidFill>
            <a:srgbClr val="627D8D">
              <a:alpha val="29600"/>
            </a:srgbClr>
          </a:solidFill>
          <a:ln>
            <a:noFill/>
          </a:ln>
        </p:spPr>
      </p:sp>
      <p:sp>
        <p:nvSpPr>
          <p:cNvPr id="22" name="!!circle-1tj"/>
          <p:cNvSpPr/>
          <p:nvPr/>
        </p:nvSpPr>
        <p:spPr>
          <a:xfrm>
            <a:off x="7146144" y="6240964"/>
            <a:ext cx="49733" cy="49733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3" name="!!circle-1tm"/>
          <p:cNvSpPr/>
          <p:nvPr/>
        </p:nvSpPr>
        <p:spPr>
          <a:xfrm>
            <a:off x="6342420" y="1903439"/>
            <a:ext cx="41694" cy="41694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4" name="!!circle-1tp"/>
          <p:cNvSpPr/>
          <p:nvPr/>
        </p:nvSpPr>
        <p:spPr>
          <a:xfrm>
            <a:off x="6789427" y="5308754"/>
            <a:ext cx="31979" cy="31979"/>
          </a:xfrm>
          <a:prstGeom prst="ellipse">
            <a:avLst/>
          </a:prstGeom>
          <a:solidFill>
            <a:srgbClr val="627D8D">
              <a:alpha val="24100"/>
            </a:srgbClr>
          </a:solidFill>
          <a:ln>
            <a:noFill/>
          </a:ln>
        </p:spPr>
      </p:sp>
      <p:sp>
        <p:nvSpPr>
          <p:cNvPr id="25" name="!!circle-1ts"/>
          <p:cNvSpPr/>
          <p:nvPr/>
        </p:nvSpPr>
        <p:spPr>
          <a:xfrm>
            <a:off x="3849378" y="1233442"/>
            <a:ext cx="18085" cy="18085"/>
          </a:xfrm>
          <a:prstGeom prst="ellipse">
            <a:avLst/>
          </a:prstGeom>
          <a:solidFill>
            <a:srgbClr val="627D8D">
              <a:alpha val="10500"/>
            </a:srgbClr>
          </a:solidFill>
          <a:ln>
            <a:noFill/>
          </a:ln>
        </p:spPr>
      </p:sp>
      <p:sp>
        <p:nvSpPr>
          <p:cNvPr id="26" name="!!circle-1ty"/>
          <p:cNvSpPr/>
          <p:nvPr/>
        </p:nvSpPr>
        <p:spPr>
          <a:xfrm>
            <a:off x="3419076" y="6457900"/>
            <a:ext cx="39243" cy="39243"/>
          </a:xfrm>
          <a:prstGeom prst="ellipse">
            <a:avLst/>
          </a:prstGeom>
          <a:solidFill>
            <a:srgbClr val="627D8D">
              <a:alpha val="27700"/>
            </a:srgbClr>
          </a:solidFill>
          <a:ln>
            <a:noFill/>
          </a:ln>
        </p:spPr>
      </p:sp>
      <p:sp>
        <p:nvSpPr>
          <p:cNvPr id="27" name="!!circle-1u1"/>
          <p:cNvSpPr/>
          <p:nvPr/>
        </p:nvSpPr>
        <p:spPr>
          <a:xfrm>
            <a:off x="1662687" y="6653192"/>
            <a:ext cx="34519" cy="34519"/>
          </a:xfrm>
          <a:prstGeom prst="ellipse">
            <a:avLst/>
          </a:prstGeom>
          <a:solidFill>
            <a:srgbClr val="627D8D">
              <a:alpha val="22500"/>
            </a:srgbClr>
          </a:solidFill>
          <a:ln>
            <a:noFill/>
          </a:ln>
        </p:spPr>
      </p:sp>
      <p:sp>
        <p:nvSpPr>
          <p:cNvPr id="28" name="!!circle-1u4"/>
          <p:cNvSpPr/>
          <p:nvPr/>
        </p:nvSpPr>
        <p:spPr>
          <a:xfrm>
            <a:off x="2618656" y="5259625"/>
            <a:ext cx="46228" cy="46228"/>
          </a:xfrm>
          <a:prstGeom prst="ellipse">
            <a:avLst/>
          </a:prstGeom>
          <a:solidFill>
            <a:srgbClr val="627D8D">
              <a:alpha val="26200"/>
            </a:srgbClr>
          </a:solidFill>
          <a:ln>
            <a:noFill/>
          </a:ln>
        </p:spPr>
      </p:sp>
      <p:sp>
        <p:nvSpPr>
          <p:cNvPr id="29" name="!!circle-1u7"/>
          <p:cNvSpPr/>
          <p:nvPr/>
        </p:nvSpPr>
        <p:spPr>
          <a:xfrm>
            <a:off x="7416600" y="4857585"/>
            <a:ext cx="49327" cy="49327"/>
          </a:xfrm>
          <a:prstGeom prst="ellipse">
            <a:avLst/>
          </a:prstGeom>
          <a:solidFill>
            <a:srgbClr val="627D8D">
              <a:alpha val="20800"/>
            </a:srgbClr>
          </a:solidFill>
          <a:ln>
            <a:noFill/>
          </a:ln>
        </p:spPr>
      </p:sp>
      <p:sp>
        <p:nvSpPr>
          <p:cNvPr id="30" name="!!circle-1ua"/>
          <p:cNvSpPr/>
          <p:nvPr/>
        </p:nvSpPr>
        <p:spPr>
          <a:xfrm>
            <a:off x="9692760" y="5601659"/>
            <a:ext cx="24054" cy="24054"/>
          </a:xfrm>
          <a:prstGeom prst="ellipse">
            <a:avLst/>
          </a:prstGeom>
          <a:solidFill>
            <a:srgbClr val="627D8D">
              <a:alpha val="22200"/>
            </a:srgbClr>
          </a:solidFill>
          <a:ln>
            <a:noFill/>
          </a:ln>
        </p:spPr>
      </p:sp>
      <p:sp>
        <p:nvSpPr>
          <p:cNvPr id="31" name="!!circle-1ud"/>
          <p:cNvSpPr/>
          <p:nvPr/>
        </p:nvSpPr>
        <p:spPr>
          <a:xfrm>
            <a:off x="2106666" y="1551958"/>
            <a:ext cx="32271" cy="32271"/>
          </a:xfrm>
          <a:prstGeom prst="ellipse">
            <a:avLst/>
          </a:prstGeom>
          <a:solidFill>
            <a:srgbClr val="627D8D">
              <a:alpha val="20500"/>
            </a:srgbClr>
          </a:solidFill>
          <a:ln>
            <a:noFill/>
          </a:ln>
        </p:spPr>
      </p:sp>
      <p:sp>
        <p:nvSpPr>
          <p:cNvPr id="32" name="!!circle-1uj"/>
          <p:cNvSpPr/>
          <p:nvPr/>
        </p:nvSpPr>
        <p:spPr>
          <a:xfrm>
            <a:off x="2088899" y="2550851"/>
            <a:ext cx="34252" cy="34252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33" name="!!circle-1um"/>
          <p:cNvSpPr/>
          <p:nvPr/>
        </p:nvSpPr>
        <p:spPr>
          <a:xfrm>
            <a:off x="9615057" y="4513763"/>
            <a:ext cx="44196" cy="44196"/>
          </a:xfrm>
          <a:prstGeom prst="ellipse">
            <a:avLst/>
          </a:prstGeom>
          <a:solidFill>
            <a:srgbClr val="627D8D">
              <a:alpha val="21700"/>
            </a:srgbClr>
          </a:solidFill>
          <a:ln>
            <a:noFill/>
          </a:ln>
        </p:spPr>
      </p:sp>
      <p:sp>
        <p:nvSpPr>
          <p:cNvPr id="34" name="!!circle-1up"/>
          <p:cNvSpPr/>
          <p:nvPr/>
        </p:nvSpPr>
        <p:spPr>
          <a:xfrm>
            <a:off x="6805023" y="1865785"/>
            <a:ext cx="35192" cy="35192"/>
          </a:xfrm>
          <a:prstGeom prst="ellipse">
            <a:avLst/>
          </a:prstGeom>
          <a:solidFill>
            <a:srgbClr val="627D8D">
              <a:alpha val="27100"/>
            </a:srgbClr>
          </a:solidFill>
          <a:ln>
            <a:noFill/>
          </a:ln>
        </p:spPr>
      </p:sp>
      <p:sp>
        <p:nvSpPr>
          <p:cNvPr id="35" name="!!circle-1us"/>
          <p:cNvSpPr/>
          <p:nvPr/>
        </p:nvSpPr>
        <p:spPr>
          <a:xfrm>
            <a:off x="10122025" y="5446077"/>
            <a:ext cx="43358" cy="43358"/>
          </a:xfrm>
          <a:prstGeom prst="ellipse">
            <a:avLst/>
          </a:prstGeom>
          <a:solidFill>
            <a:srgbClr val="627D8D">
              <a:alpha val="19500"/>
            </a:srgbClr>
          </a:solidFill>
          <a:ln>
            <a:noFill/>
          </a:ln>
        </p:spPr>
      </p:sp>
      <p:sp>
        <p:nvSpPr>
          <p:cNvPr id="36" name="!!circle-1uv"/>
          <p:cNvSpPr/>
          <p:nvPr/>
        </p:nvSpPr>
        <p:spPr>
          <a:xfrm>
            <a:off x="3118425" y="2241319"/>
            <a:ext cx="33528" cy="33528"/>
          </a:xfrm>
          <a:prstGeom prst="ellipse">
            <a:avLst/>
          </a:prstGeom>
          <a:solidFill>
            <a:srgbClr val="627D8D">
              <a:alpha val="28300"/>
            </a:srgbClr>
          </a:solidFill>
          <a:ln>
            <a:noFill/>
          </a:ln>
        </p:spPr>
      </p:sp>
      <p:sp>
        <p:nvSpPr>
          <p:cNvPr id="37" name="!!circle-1uy"/>
          <p:cNvSpPr/>
          <p:nvPr/>
        </p:nvSpPr>
        <p:spPr>
          <a:xfrm>
            <a:off x="6764176" y="2790424"/>
            <a:ext cx="28956" cy="28956"/>
          </a:xfrm>
          <a:prstGeom prst="ellipse">
            <a:avLst/>
          </a:prstGeom>
          <a:solidFill>
            <a:srgbClr val="627D8D">
              <a:alpha val="21800"/>
            </a:srgbClr>
          </a:solidFill>
          <a:ln>
            <a:noFill/>
          </a:ln>
        </p:spPr>
      </p:sp>
      <p:sp>
        <p:nvSpPr>
          <p:cNvPr id="38" name="!!circle-1v1"/>
          <p:cNvSpPr/>
          <p:nvPr/>
        </p:nvSpPr>
        <p:spPr>
          <a:xfrm>
            <a:off x="6983753" y="6509219"/>
            <a:ext cx="45555" cy="45555"/>
          </a:xfrm>
          <a:prstGeom prst="ellipse">
            <a:avLst/>
          </a:prstGeom>
          <a:solidFill>
            <a:srgbClr val="627D8D">
              <a:alpha val="20900"/>
            </a:srgbClr>
          </a:solidFill>
          <a:ln>
            <a:noFill/>
          </a:ln>
        </p:spPr>
      </p:sp>
      <p:sp>
        <p:nvSpPr>
          <p:cNvPr id="39" name="!!circle-1v4"/>
          <p:cNvSpPr/>
          <p:nvPr/>
        </p:nvSpPr>
        <p:spPr>
          <a:xfrm>
            <a:off x="11315485" y="3449694"/>
            <a:ext cx="39484" cy="39484"/>
          </a:xfrm>
          <a:prstGeom prst="ellipse">
            <a:avLst/>
          </a:prstGeom>
          <a:solidFill>
            <a:srgbClr val="627D8D">
              <a:alpha val="13600"/>
            </a:srgbClr>
          </a:solidFill>
          <a:ln>
            <a:noFill/>
          </a:ln>
        </p:spPr>
      </p:sp>
      <p:sp>
        <p:nvSpPr>
          <p:cNvPr id="40" name="!!circle-1v7"/>
          <p:cNvSpPr/>
          <p:nvPr/>
        </p:nvSpPr>
        <p:spPr>
          <a:xfrm>
            <a:off x="7445815" y="5728688"/>
            <a:ext cx="30455" cy="30455"/>
          </a:xfrm>
          <a:prstGeom prst="ellipse">
            <a:avLst/>
          </a:prstGeom>
          <a:solidFill>
            <a:srgbClr val="627D8D">
              <a:alpha val="16500"/>
            </a:srgbClr>
          </a:solidFill>
          <a:ln>
            <a:noFill/>
          </a:ln>
        </p:spPr>
      </p:sp>
      <p:sp>
        <p:nvSpPr>
          <p:cNvPr id="41" name="!!circle-1va"/>
          <p:cNvSpPr/>
          <p:nvPr/>
        </p:nvSpPr>
        <p:spPr>
          <a:xfrm>
            <a:off x="8944919" y="6481484"/>
            <a:ext cx="28257" cy="28257"/>
          </a:xfrm>
          <a:prstGeom prst="ellipse">
            <a:avLst/>
          </a:prstGeom>
          <a:solidFill>
            <a:srgbClr val="627D8D">
              <a:alpha val="15700"/>
            </a:srgbClr>
          </a:solidFill>
          <a:ln>
            <a:noFill/>
          </a:ln>
        </p:spPr>
      </p:sp>
      <p:sp>
        <p:nvSpPr>
          <p:cNvPr id="42" name="!!circle-1vd"/>
          <p:cNvSpPr/>
          <p:nvPr/>
        </p:nvSpPr>
        <p:spPr>
          <a:xfrm>
            <a:off x="11341055" y="5187993"/>
            <a:ext cx="45149" cy="45149"/>
          </a:xfrm>
          <a:prstGeom prst="ellipse">
            <a:avLst/>
          </a:prstGeom>
          <a:solidFill>
            <a:srgbClr val="627D8D">
              <a:alpha val="31200"/>
            </a:srgbClr>
          </a:solidFill>
          <a:ln>
            <a:noFill/>
          </a:ln>
        </p:spPr>
      </p:sp>
      <p:sp>
        <p:nvSpPr>
          <p:cNvPr id="43" name="!!circle-1vg"/>
          <p:cNvSpPr/>
          <p:nvPr/>
        </p:nvSpPr>
        <p:spPr>
          <a:xfrm>
            <a:off x="3448514" y="3350289"/>
            <a:ext cx="30696" cy="30696"/>
          </a:xfrm>
          <a:prstGeom prst="ellipse">
            <a:avLst/>
          </a:prstGeom>
          <a:solidFill>
            <a:srgbClr val="627D8D">
              <a:alpha val="25700"/>
            </a:srgbClr>
          </a:solidFill>
          <a:ln>
            <a:noFill/>
          </a:ln>
        </p:spPr>
      </p:sp>
      <p:sp>
        <p:nvSpPr>
          <p:cNvPr id="44" name="!!circle-1vj"/>
          <p:cNvSpPr/>
          <p:nvPr/>
        </p:nvSpPr>
        <p:spPr>
          <a:xfrm>
            <a:off x="8824286" y="3895166"/>
            <a:ext cx="37401" cy="37401"/>
          </a:xfrm>
          <a:prstGeom prst="ellipse">
            <a:avLst/>
          </a:prstGeom>
          <a:solidFill>
            <a:srgbClr val="627D8D">
              <a:alpha val="16000"/>
            </a:srgbClr>
          </a:solidFill>
          <a:ln>
            <a:noFill/>
          </a:ln>
        </p:spPr>
      </p:sp>
      <p:sp>
        <p:nvSpPr>
          <p:cNvPr id="45" name="!!circle-1vm"/>
          <p:cNvSpPr/>
          <p:nvPr/>
        </p:nvSpPr>
        <p:spPr>
          <a:xfrm>
            <a:off x="1746169" y="4674127"/>
            <a:ext cx="33096" cy="33096"/>
          </a:xfrm>
          <a:prstGeom prst="ellipse">
            <a:avLst/>
          </a:prstGeom>
          <a:solidFill>
            <a:srgbClr val="627D8D">
              <a:alpha val="22300"/>
            </a:srgbClr>
          </a:solidFill>
          <a:ln>
            <a:noFill/>
          </a:ln>
        </p:spPr>
      </p:sp>
      <p:sp>
        <p:nvSpPr>
          <p:cNvPr id="46" name="!!circle-1vp"/>
          <p:cNvSpPr/>
          <p:nvPr/>
        </p:nvSpPr>
        <p:spPr>
          <a:xfrm>
            <a:off x="11592776" y="784433"/>
            <a:ext cx="21145" cy="21145"/>
          </a:xfrm>
          <a:prstGeom prst="ellipse">
            <a:avLst/>
          </a:prstGeom>
          <a:solidFill>
            <a:srgbClr val="627D8D">
              <a:alpha val="16300"/>
            </a:srgbClr>
          </a:solidFill>
          <a:ln>
            <a:noFill/>
          </a:ln>
        </p:spPr>
      </p:sp>
      <p:sp>
        <p:nvSpPr>
          <p:cNvPr id="47" name="!!circle-1vs"/>
          <p:cNvSpPr/>
          <p:nvPr/>
        </p:nvSpPr>
        <p:spPr>
          <a:xfrm>
            <a:off x="11076750" y="5678480"/>
            <a:ext cx="35281" cy="35281"/>
          </a:xfrm>
          <a:prstGeom prst="ellipse">
            <a:avLst/>
          </a:prstGeom>
          <a:solidFill>
            <a:srgbClr val="627D8D">
              <a:alpha val="30000"/>
            </a:srgbClr>
          </a:solidFill>
          <a:ln>
            <a:noFill/>
          </a:ln>
        </p:spPr>
      </p:sp>
      <p:sp>
        <p:nvSpPr>
          <p:cNvPr id="48" name="!!path-36t"/>
          <p:cNvSpPr/>
          <p:nvPr/>
        </p:nvSpPr>
        <p:spPr>
          <a:xfrm>
            <a:off x="6096000" y="5197475"/>
            <a:ext cx="971550" cy="5343525"/>
          </a:xfrm>
          <a:custGeom>
            <a:avLst/>
            <a:gdLst/>
            <a:ahLst/>
            <a:cxnLst/>
            <a:rect l="l" t="t" r="r" b="b"/>
            <a:pathLst>
              <a:path w="971550" h="5343525" fill="none">
                <a:moveTo>
                  <a:pt x="0" y="5343525"/>
                </a:moveTo>
                <a:quadBezTo>
                  <a:pt x="971550" y="2671762"/>
                  <a:pt x="0" y="0"/>
                </a:quadBezTo>
              </a:path>
            </a:pathLst>
          </a:custGeom>
          <a:noFill/>
          <a:ln w="32385" cap="rnd">
            <a:solidFill>
              <a:srgbClr val="627D8D">
                <a:alpha val="7800"/>
              </a:srgbClr>
            </a:solidFill>
            <a:prstDash val="solid"/>
            <a:round/>
          </a:ln>
        </p:spPr>
      </p:sp>
      <p:sp>
        <p:nvSpPr>
          <p:cNvPr id="49" name="!!circle-36w"/>
          <p:cNvSpPr/>
          <p:nvPr/>
        </p:nvSpPr>
        <p:spPr>
          <a:xfrm>
            <a:off x="6249380" y="5932141"/>
            <a:ext cx="207264" cy="207264"/>
          </a:xfrm>
          <a:prstGeom prst="ellipse">
            <a:avLst/>
          </a:prstGeom>
          <a:gradFill rotWithShape="1">
            <a:gsLst>
              <a:gs pos="0">
                <a:srgbClr val="FFFFFF">
                  <a:alpha val="19514"/>
                </a:srgbClr>
              </a:gs>
              <a:gs pos="28284">
                <a:srgbClr val="627D8D">
                  <a:alpha val="9757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0" name="!!rect-3mj"/>
          <p:cNvSpPr/>
          <p:nvPr/>
        </p:nvSpPr>
        <p:spPr>
          <a:xfrm>
            <a:off x="3116580" y="2269871"/>
            <a:ext cx="2720340" cy="2318766"/>
          </a:xfrm>
          <a:prstGeom prst="roundRect">
            <a:avLst>
              <a:gd name="adj" fmla="val 7362"/>
            </a:avLst>
          </a:prstGeom>
          <a:solidFill>
            <a:srgbClr val="0B1A26">
              <a:alpha val="12000"/>
            </a:srgbClr>
          </a:solidFill>
          <a:ln>
            <a:noFill/>
          </a:ln>
          <a:effectLst>
            <a:softEdge rad="227990"/>
          </a:effectLst>
        </p:spPr>
      </p:sp>
      <p:sp>
        <p:nvSpPr>
          <p:cNvPr id="51" name="!!rect-3mk"/>
          <p:cNvSpPr/>
          <p:nvPr/>
        </p:nvSpPr>
        <p:spPr>
          <a:xfrm>
            <a:off x="3181350" y="2282825"/>
            <a:ext cx="2590800" cy="213741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477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52" name="!!circle-3ml"/>
          <p:cNvSpPr/>
          <p:nvPr/>
        </p:nvSpPr>
        <p:spPr>
          <a:xfrm>
            <a:off x="3323844" y="2438273"/>
            <a:ext cx="284988" cy="284988"/>
          </a:xfrm>
          <a:prstGeom prst="ellipse">
            <a:avLst/>
          </a:prstGeom>
          <a:solidFill>
            <a:srgbClr val="627D8D">
              <a:alpha val="12000"/>
            </a:srgbClr>
          </a:solidFill>
          <a:ln>
            <a:noFill/>
          </a:ln>
        </p:spPr>
      </p:sp>
      <p:sp>
        <p:nvSpPr>
          <p:cNvPr id="53" name="!!path-3mm"/>
          <p:cNvSpPr/>
          <p:nvPr/>
        </p:nvSpPr>
        <p:spPr>
          <a:xfrm>
            <a:off x="3408045" y="2522474"/>
            <a:ext cx="113283" cy="113283"/>
          </a:xfrm>
          <a:custGeom>
            <a:avLst/>
            <a:gdLst/>
            <a:ahLst/>
            <a:cxnLst/>
            <a:rect l="l" t="t" r="r" b="b"/>
            <a:pathLst>
              <a:path w="113283" h="113283">
                <a:moveTo>
                  <a:pt x="80962" y="71247"/>
                </a:moveTo>
                <a:lnTo>
                  <a:pt x="75846" y="71247"/>
                </a:lnTo>
                <a:lnTo>
                  <a:pt x="74032" y="69498"/>
                </a:lnTo>
                <a:cubicBezTo>
                  <a:pt x="80380" y="62114"/>
                  <a:pt x="84201" y="52528"/>
                  <a:pt x="84201" y="42100"/>
                </a:cubicBezTo>
                <a:cubicBezTo>
                  <a:pt x="84201" y="18848"/>
                  <a:pt x="65353" y="0"/>
                  <a:pt x="42100" y="0"/>
                </a:cubicBezTo>
                <a:cubicBezTo>
                  <a:pt x="18848" y="0"/>
                  <a:pt x="0" y="18848"/>
                  <a:pt x="0" y="42100"/>
                </a:cubicBezTo>
                <a:cubicBezTo>
                  <a:pt x="0" y="65353"/>
                  <a:pt x="18848" y="84201"/>
                  <a:pt x="42100" y="84201"/>
                </a:cubicBezTo>
                <a:cubicBezTo>
                  <a:pt x="52528" y="84201"/>
                  <a:pt x="62114" y="80380"/>
                  <a:pt x="69498" y="74032"/>
                </a:cubicBezTo>
                <a:lnTo>
                  <a:pt x="71247" y="75846"/>
                </a:lnTo>
                <a:lnTo>
                  <a:pt x="71247" y="80962"/>
                </a:lnTo>
                <a:lnTo>
                  <a:pt x="103632" y="113283"/>
                </a:lnTo>
                <a:lnTo>
                  <a:pt x="113283" y="103632"/>
                </a:lnTo>
                <a:lnTo>
                  <a:pt x="80962" y="71247"/>
                </a:lnTo>
                <a:close/>
                <a:moveTo>
                  <a:pt x="42100" y="71247"/>
                </a:moveTo>
                <a:cubicBezTo>
                  <a:pt x="25973" y="71247"/>
                  <a:pt x="12954" y="58228"/>
                  <a:pt x="12954" y="42100"/>
                </a:cubicBezTo>
                <a:cubicBezTo>
                  <a:pt x="12954" y="25973"/>
                  <a:pt x="25973" y="12954"/>
                  <a:pt x="42100" y="12954"/>
                </a:cubicBezTo>
                <a:cubicBezTo>
                  <a:pt x="58228" y="12954"/>
                  <a:pt x="71247" y="25973"/>
                  <a:pt x="71247" y="42100"/>
                </a:cubicBezTo>
                <a:cubicBezTo>
                  <a:pt x="71247" y="58228"/>
                  <a:pt x="58228" y="71247"/>
                  <a:pt x="42100" y="71247"/>
                </a:cubicBez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54" name="!!text-3mn" descr="規則式檢查"/>
          <p:cNvSpPr txBox="1"/>
          <p:nvPr/>
        </p:nvSpPr>
        <p:spPr>
          <a:xfrm>
            <a:off x="3699510" y="2443714"/>
            <a:ext cx="892531" cy="24384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26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規則式檢查</a:t>
            </a:r>
            <a:endParaRPr lang="zh-TW" sz="1326"/>
          </a:p>
        </p:txBody>
      </p:sp>
      <p:sp>
        <p:nvSpPr>
          <p:cNvPr id="55" name="!!rect-3mx"/>
          <p:cNvSpPr/>
          <p:nvPr/>
        </p:nvSpPr>
        <p:spPr>
          <a:xfrm>
            <a:off x="6096000" y="2269871"/>
            <a:ext cx="3238500" cy="2318766"/>
          </a:xfrm>
          <a:prstGeom prst="roundRect">
            <a:avLst>
              <a:gd name="adj" fmla="val 7362"/>
            </a:avLst>
          </a:prstGeom>
          <a:solidFill>
            <a:srgbClr val="0B1A26">
              <a:alpha val="12000"/>
            </a:srgbClr>
          </a:solidFill>
          <a:ln>
            <a:noFill/>
          </a:ln>
          <a:effectLst>
            <a:softEdge rad="227990"/>
          </a:effectLst>
        </p:spPr>
      </p:sp>
      <p:sp>
        <p:nvSpPr>
          <p:cNvPr id="56" name="!!rect-3my"/>
          <p:cNvSpPr/>
          <p:nvPr/>
        </p:nvSpPr>
        <p:spPr>
          <a:xfrm>
            <a:off x="6160770" y="2282825"/>
            <a:ext cx="3108960" cy="213741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477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57" name="!!circle-3mz"/>
          <p:cNvSpPr/>
          <p:nvPr/>
        </p:nvSpPr>
        <p:spPr>
          <a:xfrm>
            <a:off x="6303264" y="2438273"/>
            <a:ext cx="284988" cy="284988"/>
          </a:xfrm>
          <a:prstGeom prst="ellipse">
            <a:avLst/>
          </a:prstGeom>
          <a:solidFill>
            <a:srgbClr val="627D8D">
              <a:alpha val="12000"/>
            </a:srgbClr>
          </a:solidFill>
          <a:ln>
            <a:noFill/>
          </a:ln>
        </p:spPr>
      </p:sp>
      <p:sp>
        <p:nvSpPr>
          <p:cNvPr id="58" name="!!path-3n0"/>
          <p:cNvSpPr/>
          <p:nvPr/>
        </p:nvSpPr>
        <p:spPr>
          <a:xfrm>
            <a:off x="6374511" y="2509520"/>
            <a:ext cx="142494" cy="142494"/>
          </a:xfrm>
          <a:custGeom>
            <a:avLst/>
            <a:gdLst/>
            <a:ahLst/>
            <a:cxnLst/>
            <a:rect l="l" t="t" r="r" b="b"/>
            <a:pathLst>
              <a:path w="142494" h="142494">
                <a:moveTo>
                  <a:pt x="116586" y="51816"/>
                </a:moveTo>
                <a:lnTo>
                  <a:pt x="124682" y="34004"/>
                </a:lnTo>
                <a:lnTo>
                  <a:pt x="142494" y="25908"/>
                </a:lnTo>
                <a:lnTo>
                  <a:pt x="124682" y="17812"/>
                </a:lnTo>
                <a:lnTo>
                  <a:pt x="116586" y="0"/>
                </a:lnTo>
                <a:lnTo>
                  <a:pt x="108490" y="17812"/>
                </a:lnTo>
                <a:lnTo>
                  <a:pt x="90678" y="25908"/>
                </a:lnTo>
                <a:lnTo>
                  <a:pt x="108490" y="34004"/>
                </a:lnTo>
                <a:lnTo>
                  <a:pt x="116586" y="51816"/>
                </a:lnTo>
                <a:close/>
                <a:moveTo>
                  <a:pt x="68008" y="55054"/>
                </a:moveTo>
                <a:lnTo>
                  <a:pt x="51816" y="19431"/>
                </a:lnTo>
                <a:lnTo>
                  <a:pt x="35623" y="55054"/>
                </a:lnTo>
                <a:lnTo>
                  <a:pt x="0" y="71247"/>
                </a:lnTo>
                <a:lnTo>
                  <a:pt x="35623" y="87439"/>
                </a:lnTo>
                <a:lnTo>
                  <a:pt x="51816" y="123063"/>
                </a:lnTo>
                <a:lnTo>
                  <a:pt x="68008" y="87439"/>
                </a:lnTo>
                <a:lnTo>
                  <a:pt x="103632" y="71247"/>
                </a:lnTo>
                <a:lnTo>
                  <a:pt x="68008" y="55054"/>
                </a:lnTo>
                <a:close/>
                <a:moveTo>
                  <a:pt x="116586" y="90678"/>
                </a:moveTo>
                <a:lnTo>
                  <a:pt x="108490" y="108490"/>
                </a:lnTo>
                <a:lnTo>
                  <a:pt x="90678" y="116586"/>
                </a:lnTo>
                <a:lnTo>
                  <a:pt x="108490" y="124682"/>
                </a:lnTo>
                <a:lnTo>
                  <a:pt x="116586" y="142494"/>
                </a:lnTo>
                <a:lnTo>
                  <a:pt x="124682" y="124682"/>
                </a:lnTo>
                <a:lnTo>
                  <a:pt x="142494" y="116586"/>
                </a:lnTo>
                <a:lnTo>
                  <a:pt x="124682" y="108490"/>
                </a:lnTo>
                <a:lnTo>
                  <a:pt x="116586" y="90678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59" name="!!text-3n1" descr="AI 影像審核"/>
          <p:cNvSpPr txBox="1"/>
          <p:nvPr/>
        </p:nvSpPr>
        <p:spPr>
          <a:xfrm>
            <a:off x="6678930" y="2443714"/>
            <a:ext cx="925874" cy="24384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26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AI 影像審核</a:t>
            </a:r>
            <a:endParaRPr lang="zh-TW" sz="1326"/>
          </a:p>
        </p:txBody>
      </p:sp>
      <p:sp>
        <p:nvSpPr>
          <p:cNvPr id="60" name="!!text-3nc" descr="售價異常"/>
          <p:cNvSpPr txBox="1"/>
          <p:nvPr/>
        </p:nvSpPr>
        <p:spPr>
          <a:xfrm>
            <a:off x="3414522" y="3002808"/>
            <a:ext cx="668426" cy="22508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24" kern="0" dirty="0">
                <a:solidFill>
                  <a:srgbClr val="151E27"/>
                </a:solidFill>
                <a:latin typeface="Noto Sans TC Medium"/>
                <a:ea typeface="Noto Sans TC Medium"/>
                <a:cs typeface="Noto Sans TC Medium"/>
              </a:rPr>
              <a:t>售價異常</a:t>
            </a:r>
            <a:endParaRPr lang="zh-TW" sz="1224"/>
          </a:p>
        </p:txBody>
      </p:sp>
      <p:sp>
        <p:nvSpPr>
          <p:cNvPr id="61" name="!!circle-3nh"/>
          <p:cNvSpPr/>
          <p:nvPr/>
        </p:nvSpPr>
        <p:spPr>
          <a:xfrm>
            <a:off x="5344668" y="3021203"/>
            <a:ext cx="207264" cy="207264"/>
          </a:xfrm>
          <a:prstGeom prst="ellipse">
            <a:avLst/>
          </a:prstGeom>
          <a:noFill/>
          <a:ln w="12954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62" name="!!circle-3np"/>
          <p:cNvSpPr/>
          <p:nvPr/>
        </p:nvSpPr>
        <p:spPr>
          <a:xfrm>
            <a:off x="5344668" y="3021203"/>
            <a:ext cx="207264" cy="207264"/>
          </a:xfrm>
          <a:prstGeom prst="ellipse">
            <a:avLst/>
          </a:prstGeom>
          <a:solidFill>
            <a:srgbClr val="2E9E5B"/>
          </a:solidFill>
          <a:ln>
            <a:noFill/>
          </a:ln>
        </p:spPr>
      </p:sp>
      <p:sp>
        <p:nvSpPr>
          <p:cNvPr id="63" name="!!path-3nq"/>
          <p:cNvSpPr/>
          <p:nvPr/>
        </p:nvSpPr>
        <p:spPr>
          <a:xfrm>
            <a:off x="5396484" y="3092450"/>
            <a:ext cx="97155" cy="64770"/>
          </a:xfrm>
          <a:custGeom>
            <a:avLst/>
            <a:gdLst/>
            <a:ahLst/>
            <a:cxnLst/>
            <a:rect l="l" t="t" r="r" b="b"/>
            <a:pathLst>
              <a:path w="97155" h="64770" fill="none">
                <a:moveTo>
                  <a:pt x="0" y="32385"/>
                </a:moveTo>
                <a:lnTo>
                  <a:pt x="32385" y="64770"/>
                </a:lnTo>
                <a:lnTo>
                  <a:pt x="97155" y="0"/>
                </a:lnTo>
              </a:path>
            </a:pathLst>
          </a:custGeom>
          <a:noFill/>
          <a:ln w="16840" cap="rnd">
            <a:solidFill>
              <a:srgbClr val="FFFFFF"/>
            </a:solidFill>
            <a:prstDash val="solid"/>
            <a:round/>
          </a:ln>
        </p:spPr>
      </p:sp>
      <p:sp>
        <p:nvSpPr>
          <p:cNvPr id="64" name="!!text-3nv" descr="館藏來源字樣"/>
          <p:cNvSpPr txBox="1"/>
          <p:nvPr/>
        </p:nvSpPr>
        <p:spPr>
          <a:xfrm>
            <a:off x="3414522" y="3404382"/>
            <a:ext cx="979322" cy="22508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24" kern="0" dirty="0">
                <a:solidFill>
                  <a:srgbClr val="151E27"/>
                </a:solidFill>
                <a:latin typeface="Noto Sans TC Medium"/>
                <a:ea typeface="Noto Sans TC Medium"/>
                <a:cs typeface="Noto Sans TC Medium"/>
              </a:rPr>
              <a:t>館藏來源字樣</a:t>
            </a:r>
            <a:endParaRPr lang="zh-TW" sz="1224"/>
          </a:p>
        </p:txBody>
      </p:sp>
      <p:sp>
        <p:nvSpPr>
          <p:cNvPr id="65" name="!!circle-3o2"/>
          <p:cNvSpPr/>
          <p:nvPr/>
        </p:nvSpPr>
        <p:spPr>
          <a:xfrm>
            <a:off x="5344668" y="3422777"/>
            <a:ext cx="207264" cy="207264"/>
          </a:xfrm>
          <a:prstGeom prst="ellipse">
            <a:avLst/>
          </a:prstGeom>
          <a:noFill/>
          <a:ln w="12954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66" name="!!circle-3oa"/>
          <p:cNvSpPr/>
          <p:nvPr/>
        </p:nvSpPr>
        <p:spPr>
          <a:xfrm>
            <a:off x="5344668" y="3422777"/>
            <a:ext cx="207264" cy="207264"/>
          </a:xfrm>
          <a:prstGeom prst="ellipse">
            <a:avLst/>
          </a:prstGeom>
          <a:solidFill>
            <a:srgbClr val="2E9E5B"/>
          </a:solidFill>
          <a:ln>
            <a:noFill/>
          </a:ln>
        </p:spPr>
      </p:sp>
      <p:sp>
        <p:nvSpPr>
          <p:cNvPr id="67" name="!!path-3ob"/>
          <p:cNvSpPr/>
          <p:nvPr/>
        </p:nvSpPr>
        <p:spPr>
          <a:xfrm>
            <a:off x="5396484" y="3494024"/>
            <a:ext cx="97155" cy="64770"/>
          </a:xfrm>
          <a:custGeom>
            <a:avLst/>
            <a:gdLst/>
            <a:ahLst/>
            <a:cxnLst/>
            <a:rect l="l" t="t" r="r" b="b"/>
            <a:pathLst>
              <a:path w="97155" h="64770" fill="none">
                <a:moveTo>
                  <a:pt x="0" y="32385"/>
                </a:moveTo>
                <a:lnTo>
                  <a:pt x="32385" y="64770"/>
                </a:lnTo>
                <a:lnTo>
                  <a:pt x="97155" y="0"/>
                </a:lnTo>
              </a:path>
            </a:pathLst>
          </a:custGeom>
          <a:noFill/>
          <a:ln w="16840" cap="rnd">
            <a:solidFill>
              <a:srgbClr val="FFFFFF"/>
            </a:solidFill>
            <a:prstDash val="solid"/>
            <a:round/>
          </a:ln>
        </p:spPr>
      </p:sp>
      <p:sp>
        <p:nvSpPr>
          <p:cNvPr id="68" name="!!text-3og" descr="站外聯絡・付款"/>
          <p:cNvSpPr txBox="1"/>
          <p:nvPr/>
        </p:nvSpPr>
        <p:spPr>
          <a:xfrm>
            <a:off x="3414522" y="3805956"/>
            <a:ext cx="1134770" cy="22508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24" kern="0" dirty="0">
                <a:solidFill>
                  <a:srgbClr val="151E27"/>
                </a:solidFill>
                <a:latin typeface="Noto Sans TC Medium"/>
                <a:ea typeface="Noto Sans TC Medium"/>
                <a:cs typeface="Noto Sans TC Medium"/>
              </a:rPr>
              <a:t>站外聯絡・付款</a:t>
            </a:r>
            <a:endParaRPr lang="zh-TW" sz="1224"/>
          </a:p>
        </p:txBody>
      </p:sp>
      <p:sp>
        <p:nvSpPr>
          <p:cNvPr id="69" name="!!circle-3oo"/>
          <p:cNvSpPr/>
          <p:nvPr/>
        </p:nvSpPr>
        <p:spPr>
          <a:xfrm>
            <a:off x="5344668" y="3824351"/>
            <a:ext cx="207264" cy="207264"/>
          </a:xfrm>
          <a:prstGeom prst="ellipse">
            <a:avLst/>
          </a:prstGeom>
          <a:noFill/>
          <a:ln w="12954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70" name="!!circle-3ow"/>
          <p:cNvSpPr/>
          <p:nvPr/>
        </p:nvSpPr>
        <p:spPr>
          <a:xfrm>
            <a:off x="5344668" y="3824351"/>
            <a:ext cx="207264" cy="207264"/>
          </a:xfrm>
          <a:prstGeom prst="ellipse">
            <a:avLst/>
          </a:prstGeom>
          <a:solidFill>
            <a:srgbClr val="2E9E5B"/>
          </a:solidFill>
          <a:ln>
            <a:noFill/>
          </a:ln>
        </p:spPr>
      </p:sp>
      <p:sp>
        <p:nvSpPr>
          <p:cNvPr id="71" name="!!path-3ox"/>
          <p:cNvSpPr/>
          <p:nvPr/>
        </p:nvSpPr>
        <p:spPr>
          <a:xfrm>
            <a:off x="5396484" y="3895598"/>
            <a:ext cx="97155" cy="64770"/>
          </a:xfrm>
          <a:custGeom>
            <a:avLst/>
            <a:gdLst/>
            <a:ahLst/>
            <a:cxnLst/>
            <a:rect l="l" t="t" r="r" b="b"/>
            <a:pathLst>
              <a:path w="97155" h="64770" fill="none">
                <a:moveTo>
                  <a:pt x="0" y="32385"/>
                </a:moveTo>
                <a:lnTo>
                  <a:pt x="32385" y="64770"/>
                </a:lnTo>
                <a:lnTo>
                  <a:pt x="97155" y="0"/>
                </a:lnTo>
              </a:path>
            </a:pathLst>
          </a:custGeom>
          <a:noFill/>
          <a:ln w="16840" cap="rnd">
            <a:solidFill>
              <a:srgbClr val="FFFFFF"/>
            </a:solidFill>
            <a:prstDash val="solid"/>
            <a:round/>
          </a:ln>
        </p:spPr>
      </p:sp>
      <p:sp>
        <p:nvSpPr>
          <p:cNvPr id="72" name="!!rect-3p0"/>
          <p:cNvSpPr/>
          <p:nvPr/>
        </p:nvSpPr>
        <p:spPr>
          <a:xfrm>
            <a:off x="6355080" y="2904617"/>
            <a:ext cx="582930" cy="608838"/>
          </a:xfrm>
          <a:prstGeom prst="roundRect">
            <a:avLst>
              <a:gd name="adj" fmla="val 13333"/>
            </a:avLst>
          </a:prstGeom>
          <a:solidFill>
            <a:srgbClr val="DDE3E7"/>
          </a:solidFill>
          <a:ln>
            <a:noFill/>
          </a:ln>
        </p:spPr>
      </p:sp>
      <p:sp>
        <p:nvSpPr>
          <p:cNvPr id="73" name="!!rect-3p2"/>
          <p:cNvSpPr/>
          <p:nvPr/>
        </p:nvSpPr>
        <p:spPr>
          <a:xfrm>
            <a:off x="6497574" y="2982341"/>
            <a:ext cx="297942" cy="453390"/>
          </a:xfrm>
          <a:prstGeom prst="roundRect">
            <a:avLst>
              <a:gd name="adj" fmla="val 6522"/>
            </a:avLst>
          </a:prstGeom>
          <a:gradFill rotWithShape="1">
            <a:gsLst>
              <a:gs pos="0">
                <a:srgbClr val="5D856F"/>
              </a:gs>
              <a:gs pos="100000">
                <a:srgbClr val="3F624F"/>
              </a:gs>
              <a:gs pos="100000">
                <a:srgbClr val="3F624F"/>
              </a:gs>
            </a:gsLst>
            <a:lin ang="3401362" scaled="0"/>
          </a:gradFill>
          <a:ln>
            <a:noFill/>
          </a:ln>
        </p:spPr>
      </p:sp>
      <p:sp>
        <p:nvSpPr>
          <p:cNvPr id="74" name="!!rect-3p3"/>
          <p:cNvSpPr/>
          <p:nvPr/>
        </p:nvSpPr>
        <p:spPr>
          <a:xfrm>
            <a:off x="6524389" y="2982341"/>
            <a:ext cx="14897" cy="453390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</p:spPr>
      </p:sp>
      <p:sp>
        <p:nvSpPr>
          <p:cNvPr id="75" name="!!rect-3p4"/>
          <p:cNvSpPr/>
          <p:nvPr/>
        </p:nvSpPr>
        <p:spPr>
          <a:xfrm>
            <a:off x="6572059" y="3063951"/>
            <a:ext cx="166848" cy="31737"/>
          </a:xfrm>
          <a:prstGeom prst="roundRect">
            <a:avLst>
              <a:gd name="adj" fmla="val 28571"/>
            </a:avLst>
          </a:prstGeom>
          <a:solidFill>
            <a:srgbClr val="E7D9B8"/>
          </a:solidFill>
          <a:ln>
            <a:noFill/>
          </a:ln>
        </p:spPr>
      </p:sp>
      <p:sp>
        <p:nvSpPr>
          <p:cNvPr id="76" name="!!rect-3p5"/>
          <p:cNvSpPr/>
          <p:nvPr/>
        </p:nvSpPr>
        <p:spPr>
          <a:xfrm>
            <a:off x="6572059" y="3118358"/>
            <a:ext cx="113218" cy="20403"/>
          </a:xfrm>
          <a:prstGeom prst="roundRect">
            <a:avLst>
              <a:gd name="adj" fmla="val 44444"/>
            </a:avLst>
          </a:prstGeom>
          <a:solidFill>
            <a:srgbClr val="E7D9B8">
              <a:alpha val="72000"/>
            </a:srgbClr>
          </a:solidFill>
          <a:ln>
            <a:noFill/>
          </a:ln>
        </p:spPr>
      </p:sp>
      <p:sp>
        <p:nvSpPr>
          <p:cNvPr id="77" name="!!rect-3p6"/>
          <p:cNvSpPr/>
          <p:nvPr/>
        </p:nvSpPr>
        <p:spPr>
          <a:xfrm>
            <a:off x="6572059" y="3345053"/>
            <a:ext cx="83424" cy="18136"/>
          </a:xfrm>
          <a:prstGeom prst="roundRect">
            <a:avLst>
              <a:gd name="adj" fmla="val 50000"/>
            </a:avLst>
          </a:prstGeom>
          <a:solidFill>
            <a:srgbClr val="E7D9B8">
              <a:alpha val="55000"/>
            </a:srgbClr>
          </a:solidFill>
          <a:ln>
            <a:noFill/>
          </a:ln>
        </p:spPr>
      </p:sp>
      <p:sp>
        <p:nvSpPr>
          <p:cNvPr id="78" name="!!rect-3p7"/>
          <p:cNvSpPr/>
          <p:nvPr/>
        </p:nvSpPr>
        <p:spPr>
          <a:xfrm>
            <a:off x="7002780" y="2904617"/>
            <a:ext cx="582930" cy="608838"/>
          </a:xfrm>
          <a:prstGeom prst="roundRect">
            <a:avLst>
              <a:gd name="adj" fmla="val 13333"/>
            </a:avLst>
          </a:prstGeom>
          <a:solidFill>
            <a:srgbClr val="DDE3E7"/>
          </a:solidFill>
          <a:ln>
            <a:noFill/>
          </a:ln>
        </p:spPr>
      </p:sp>
      <p:sp>
        <p:nvSpPr>
          <p:cNvPr id="79" name="!!rect-3p9"/>
          <p:cNvSpPr/>
          <p:nvPr/>
        </p:nvSpPr>
        <p:spPr>
          <a:xfrm>
            <a:off x="7145274" y="2982341"/>
            <a:ext cx="297942" cy="453390"/>
          </a:xfrm>
          <a:prstGeom prst="roundRect">
            <a:avLst>
              <a:gd name="adj" fmla="val 6522"/>
            </a:avLst>
          </a:prstGeom>
          <a:gradFill rotWithShape="1">
            <a:gsLst>
              <a:gs pos="0">
                <a:srgbClr val="69927B"/>
              </a:gs>
              <a:gs pos="100000">
                <a:srgbClr val="4A6D5A"/>
              </a:gs>
              <a:gs pos="100000">
                <a:srgbClr val="4A6D5A"/>
              </a:gs>
            </a:gsLst>
            <a:lin ang="3401362" scaled="0"/>
          </a:gradFill>
          <a:ln>
            <a:noFill/>
          </a:ln>
        </p:spPr>
      </p:sp>
      <p:sp>
        <p:nvSpPr>
          <p:cNvPr id="80" name="!!rect-3pa"/>
          <p:cNvSpPr/>
          <p:nvPr/>
        </p:nvSpPr>
        <p:spPr>
          <a:xfrm>
            <a:off x="7172089" y="2982341"/>
            <a:ext cx="14897" cy="453390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</p:spPr>
      </p:sp>
      <p:sp>
        <p:nvSpPr>
          <p:cNvPr id="81" name="!!rect-3pb"/>
          <p:cNvSpPr/>
          <p:nvPr/>
        </p:nvSpPr>
        <p:spPr>
          <a:xfrm>
            <a:off x="7219759" y="3063951"/>
            <a:ext cx="166848" cy="31737"/>
          </a:xfrm>
          <a:prstGeom prst="roundRect">
            <a:avLst>
              <a:gd name="adj" fmla="val 28571"/>
            </a:avLst>
          </a:prstGeom>
          <a:solidFill>
            <a:srgbClr val="E7D9B8"/>
          </a:solidFill>
          <a:ln>
            <a:noFill/>
          </a:ln>
        </p:spPr>
      </p:sp>
      <p:sp>
        <p:nvSpPr>
          <p:cNvPr id="82" name="!!rect-3pc"/>
          <p:cNvSpPr/>
          <p:nvPr/>
        </p:nvSpPr>
        <p:spPr>
          <a:xfrm>
            <a:off x="7219759" y="3118358"/>
            <a:ext cx="113218" cy="20403"/>
          </a:xfrm>
          <a:prstGeom prst="roundRect">
            <a:avLst>
              <a:gd name="adj" fmla="val 44444"/>
            </a:avLst>
          </a:prstGeom>
          <a:solidFill>
            <a:srgbClr val="E7D9B8">
              <a:alpha val="72000"/>
            </a:srgbClr>
          </a:solidFill>
          <a:ln>
            <a:noFill/>
          </a:ln>
        </p:spPr>
      </p:sp>
      <p:sp>
        <p:nvSpPr>
          <p:cNvPr id="83" name="!!rect-3pd"/>
          <p:cNvSpPr/>
          <p:nvPr/>
        </p:nvSpPr>
        <p:spPr>
          <a:xfrm>
            <a:off x="7219759" y="3345053"/>
            <a:ext cx="83424" cy="18136"/>
          </a:xfrm>
          <a:prstGeom prst="roundRect">
            <a:avLst>
              <a:gd name="adj" fmla="val 50000"/>
            </a:avLst>
          </a:prstGeom>
          <a:solidFill>
            <a:srgbClr val="E7D9B8">
              <a:alpha val="55000"/>
            </a:srgbClr>
          </a:solidFill>
          <a:ln>
            <a:noFill/>
          </a:ln>
        </p:spPr>
      </p:sp>
      <p:sp>
        <p:nvSpPr>
          <p:cNvPr id="84" name="!!rect-3pe"/>
          <p:cNvSpPr/>
          <p:nvPr/>
        </p:nvSpPr>
        <p:spPr>
          <a:xfrm>
            <a:off x="6355080" y="3578225"/>
            <a:ext cx="582930" cy="608838"/>
          </a:xfrm>
          <a:prstGeom prst="roundRect">
            <a:avLst>
              <a:gd name="adj" fmla="val 13333"/>
            </a:avLst>
          </a:prstGeom>
          <a:solidFill>
            <a:srgbClr val="DDE3E7"/>
          </a:solidFill>
          <a:ln>
            <a:noFill/>
          </a:ln>
        </p:spPr>
      </p:sp>
      <p:sp>
        <p:nvSpPr>
          <p:cNvPr id="85" name="!!rect-3pg"/>
          <p:cNvSpPr/>
          <p:nvPr/>
        </p:nvSpPr>
        <p:spPr>
          <a:xfrm>
            <a:off x="6497574" y="3655949"/>
            <a:ext cx="297942" cy="453390"/>
          </a:xfrm>
          <a:prstGeom prst="roundRect">
            <a:avLst>
              <a:gd name="adj" fmla="val 6522"/>
            </a:avLst>
          </a:prstGeom>
          <a:gradFill rotWithShape="1">
            <a:gsLst>
              <a:gs pos="0">
                <a:srgbClr val="567B67"/>
              </a:gs>
              <a:gs pos="100000">
                <a:srgbClr val="395948"/>
              </a:gs>
              <a:gs pos="100000">
                <a:srgbClr val="395948"/>
              </a:gs>
            </a:gsLst>
            <a:lin ang="3401362" scaled="0"/>
          </a:gradFill>
          <a:ln>
            <a:noFill/>
          </a:ln>
        </p:spPr>
      </p:sp>
      <p:sp>
        <p:nvSpPr>
          <p:cNvPr id="86" name="!!rect-3ph"/>
          <p:cNvSpPr/>
          <p:nvPr/>
        </p:nvSpPr>
        <p:spPr>
          <a:xfrm>
            <a:off x="6524389" y="3655949"/>
            <a:ext cx="14897" cy="453390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</p:spPr>
      </p:sp>
      <p:sp>
        <p:nvSpPr>
          <p:cNvPr id="87" name="!!rect-3pi"/>
          <p:cNvSpPr/>
          <p:nvPr/>
        </p:nvSpPr>
        <p:spPr>
          <a:xfrm>
            <a:off x="6572059" y="3737559"/>
            <a:ext cx="166848" cy="31737"/>
          </a:xfrm>
          <a:prstGeom prst="roundRect">
            <a:avLst>
              <a:gd name="adj" fmla="val 28571"/>
            </a:avLst>
          </a:prstGeom>
          <a:solidFill>
            <a:srgbClr val="E7D9B8"/>
          </a:solidFill>
          <a:ln>
            <a:noFill/>
          </a:ln>
        </p:spPr>
      </p:sp>
      <p:sp>
        <p:nvSpPr>
          <p:cNvPr id="88" name="!!rect-3pj"/>
          <p:cNvSpPr/>
          <p:nvPr/>
        </p:nvSpPr>
        <p:spPr>
          <a:xfrm>
            <a:off x="6572059" y="3791966"/>
            <a:ext cx="113218" cy="20403"/>
          </a:xfrm>
          <a:prstGeom prst="roundRect">
            <a:avLst>
              <a:gd name="adj" fmla="val 44444"/>
            </a:avLst>
          </a:prstGeom>
          <a:solidFill>
            <a:srgbClr val="E7D9B8">
              <a:alpha val="72000"/>
            </a:srgbClr>
          </a:solidFill>
          <a:ln>
            <a:noFill/>
          </a:ln>
        </p:spPr>
      </p:sp>
      <p:sp>
        <p:nvSpPr>
          <p:cNvPr id="89" name="!!rect-3pk"/>
          <p:cNvSpPr/>
          <p:nvPr/>
        </p:nvSpPr>
        <p:spPr>
          <a:xfrm>
            <a:off x="6572059" y="4018661"/>
            <a:ext cx="83424" cy="18136"/>
          </a:xfrm>
          <a:prstGeom prst="roundRect">
            <a:avLst>
              <a:gd name="adj" fmla="val 50000"/>
            </a:avLst>
          </a:prstGeom>
          <a:solidFill>
            <a:srgbClr val="E7D9B8">
              <a:alpha val="55000"/>
            </a:srgbClr>
          </a:solidFill>
          <a:ln>
            <a:noFill/>
          </a:ln>
        </p:spPr>
      </p:sp>
      <p:sp>
        <p:nvSpPr>
          <p:cNvPr id="90" name="!!rect-3pl"/>
          <p:cNvSpPr/>
          <p:nvPr/>
        </p:nvSpPr>
        <p:spPr>
          <a:xfrm>
            <a:off x="7002780" y="3578225"/>
            <a:ext cx="582930" cy="608838"/>
          </a:xfrm>
          <a:prstGeom prst="roundRect">
            <a:avLst>
              <a:gd name="adj" fmla="val 13333"/>
            </a:avLst>
          </a:prstGeom>
          <a:solidFill>
            <a:srgbClr val="DDE3E7"/>
          </a:solidFill>
          <a:ln>
            <a:noFill/>
          </a:ln>
        </p:spPr>
      </p:sp>
      <p:sp>
        <p:nvSpPr>
          <p:cNvPr id="91" name="!!rect-3pn"/>
          <p:cNvSpPr/>
          <p:nvPr/>
        </p:nvSpPr>
        <p:spPr>
          <a:xfrm>
            <a:off x="7145274" y="3655949"/>
            <a:ext cx="297942" cy="453390"/>
          </a:xfrm>
          <a:prstGeom prst="roundRect">
            <a:avLst>
              <a:gd name="adj" fmla="val 6522"/>
            </a:avLst>
          </a:prstGeom>
          <a:gradFill rotWithShape="1">
            <a:gsLst>
              <a:gs pos="0">
                <a:srgbClr val="5D856F"/>
              </a:gs>
              <a:gs pos="100000">
                <a:srgbClr val="3F624F"/>
              </a:gs>
              <a:gs pos="100000">
                <a:srgbClr val="3F624F"/>
              </a:gs>
            </a:gsLst>
            <a:lin ang="3401362" scaled="0"/>
          </a:gradFill>
          <a:ln>
            <a:noFill/>
          </a:ln>
        </p:spPr>
      </p:sp>
      <p:sp>
        <p:nvSpPr>
          <p:cNvPr id="92" name="!!rect-3po"/>
          <p:cNvSpPr/>
          <p:nvPr/>
        </p:nvSpPr>
        <p:spPr>
          <a:xfrm>
            <a:off x="7172089" y="3655949"/>
            <a:ext cx="14897" cy="453390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</p:spPr>
      </p:sp>
      <p:sp>
        <p:nvSpPr>
          <p:cNvPr id="93" name="!!rect-3pp"/>
          <p:cNvSpPr/>
          <p:nvPr/>
        </p:nvSpPr>
        <p:spPr>
          <a:xfrm>
            <a:off x="7219759" y="3737559"/>
            <a:ext cx="166848" cy="31737"/>
          </a:xfrm>
          <a:prstGeom prst="roundRect">
            <a:avLst>
              <a:gd name="adj" fmla="val 28571"/>
            </a:avLst>
          </a:prstGeom>
          <a:solidFill>
            <a:srgbClr val="E7D9B8"/>
          </a:solidFill>
          <a:ln>
            <a:noFill/>
          </a:ln>
        </p:spPr>
      </p:sp>
      <p:sp>
        <p:nvSpPr>
          <p:cNvPr id="94" name="!!rect-3pq"/>
          <p:cNvSpPr/>
          <p:nvPr/>
        </p:nvSpPr>
        <p:spPr>
          <a:xfrm>
            <a:off x="7219759" y="3791966"/>
            <a:ext cx="113218" cy="20403"/>
          </a:xfrm>
          <a:prstGeom prst="roundRect">
            <a:avLst>
              <a:gd name="adj" fmla="val 44444"/>
            </a:avLst>
          </a:prstGeom>
          <a:solidFill>
            <a:srgbClr val="E7D9B8">
              <a:alpha val="72000"/>
            </a:srgbClr>
          </a:solidFill>
          <a:ln>
            <a:noFill/>
          </a:ln>
        </p:spPr>
      </p:sp>
      <p:sp>
        <p:nvSpPr>
          <p:cNvPr id="95" name="!!rect-3pr"/>
          <p:cNvSpPr/>
          <p:nvPr/>
        </p:nvSpPr>
        <p:spPr>
          <a:xfrm>
            <a:off x="7219759" y="4018661"/>
            <a:ext cx="83424" cy="18136"/>
          </a:xfrm>
          <a:prstGeom prst="roundRect">
            <a:avLst>
              <a:gd name="adj" fmla="val 50000"/>
            </a:avLst>
          </a:prstGeom>
          <a:solidFill>
            <a:srgbClr val="E7D9B8">
              <a:alpha val="55000"/>
            </a:srgbClr>
          </a:solidFill>
          <a:ln>
            <a:noFill/>
          </a:ln>
        </p:spPr>
      </p:sp>
      <p:sp>
        <p:nvSpPr>
          <p:cNvPr id="96" name="!!rect-3ps"/>
          <p:cNvSpPr/>
          <p:nvPr/>
        </p:nvSpPr>
        <p:spPr>
          <a:xfrm>
            <a:off x="7780020" y="2917571"/>
            <a:ext cx="1295400" cy="284988"/>
          </a:xfrm>
          <a:prstGeom prst="roundRect">
            <a:avLst>
              <a:gd name="adj" fmla="val 50000"/>
            </a:avLst>
          </a:prstGeom>
          <a:noFill/>
          <a:ln w="9715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97" name="!!rect-3pt"/>
          <p:cNvSpPr/>
          <p:nvPr/>
        </p:nvSpPr>
        <p:spPr>
          <a:xfrm>
            <a:off x="7780020" y="2917571"/>
            <a:ext cx="1295400" cy="284988"/>
          </a:xfrm>
          <a:prstGeom prst="roundRect">
            <a:avLst>
              <a:gd name="adj" fmla="val 50000"/>
            </a:avLst>
          </a:prstGeom>
          <a:solidFill>
            <a:srgbClr val="2E9E5B">
              <a:alpha val="14000"/>
            </a:srgbClr>
          </a:solidFill>
          <a:ln w="16192" cap="flat">
            <a:solidFill>
              <a:srgbClr val="2E9E5B"/>
            </a:solidFill>
            <a:prstDash val="solid"/>
            <a:miter lim="800000"/>
          </a:ln>
        </p:spPr>
      </p:sp>
      <p:sp>
        <p:nvSpPr>
          <p:cNvPr id="98" name="!!circle-3pv"/>
          <p:cNvSpPr/>
          <p:nvPr/>
        </p:nvSpPr>
        <p:spPr>
          <a:xfrm>
            <a:off x="7890129" y="3014726"/>
            <a:ext cx="90678" cy="90678"/>
          </a:xfrm>
          <a:prstGeom prst="ellipse">
            <a:avLst/>
          </a:prstGeom>
          <a:solidFill>
            <a:srgbClr val="2E9E5B"/>
          </a:solidFill>
          <a:ln>
            <a:noFill/>
          </a:ln>
        </p:spPr>
      </p:sp>
      <p:sp>
        <p:nvSpPr>
          <p:cNvPr id="99" name="!!text-3pw" descr="允許"/>
          <p:cNvSpPr txBox="1"/>
          <p:nvPr/>
        </p:nvSpPr>
        <p:spPr>
          <a:xfrm>
            <a:off x="8052054" y="2949826"/>
            <a:ext cx="327736" cy="20633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22" b="1" kern="0" dirty="0">
                <a:solidFill>
                  <a:srgbClr val="2E9E5B"/>
                </a:solidFill>
                <a:latin typeface="Noto Sans TC"/>
                <a:ea typeface="Noto Sans TC"/>
                <a:cs typeface="Noto Sans TC"/>
              </a:rPr>
              <a:t>允許</a:t>
            </a:r>
            <a:endParaRPr lang="zh-TW" sz="1122"/>
          </a:p>
        </p:txBody>
      </p:sp>
      <p:sp>
        <p:nvSpPr>
          <p:cNvPr id="100" name="!!rect-3pz"/>
          <p:cNvSpPr/>
          <p:nvPr/>
        </p:nvSpPr>
        <p:spPr>
          <a:xfrm>
            <a:off x="7780020" y="3293237"/>
            <a:ext cx="1295400" cy="2849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715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101" name="!!circle-3q0"/>
          <p:cNvSpPr/>
          <p:nvPr/>
        </p:nvSpPr>
        <p:spPr>
          <a:xfrm>
            <a:off x="7890129" y="3390392"/>
            <a:ext cx="90678" cy="90678"/>
          </a:xfrm>
          <a:prstGeom prst="ellipse">
            <a:avLst/>
          </a:prstGeom>
          <a:solidFill>
            <a:srgbClr val="D98613"/>
          </a:solidFill>
          <a:ln>
            <a:noFill/>
          </a:ln>
        </p:spPr>
      </p:sp>
      <p:sp>
        <p:nvSpPr>
          <p:cNvPr id="102" name="!!text-3q1" descr="需複核"/>
          <p:cNvSpPr txBox="1"/>
          <p:nvPr/>
        </p:nvSpPr>
        <p:spPr>
          <a:xfrm>
            <a:off x="8052054" y="3325492"/>
            <a:ext cx="470230" cy="20633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22" kern="0" dirty="0">
                <a:solidFill>
                  <a:srgbClr val="5B6770"/>
                </a:solidFill>
                <a:latin typeface="Noto Sans TC Medium"/>
                <a:ea typeface="Noto Sans TC Medium"/>
                <a:cs typeface="Noto Sans TC Medium"/>
              </a:rPr>
              <a:t>需複核</a:t>
            </a:r>
            <a:endParaRPr lang="zh-TW" sz="1122"/>
          </a:p>
        </p:txBody>
      </p:sp>
      <p:sp>
        <p:nvSpPr>
          <p:cNvPr id="103" name="!!rect-3q5"/>
          <p:cNvSpPr/>
          <p:nvPr/>
        </p:nvSpPr>
        <p:spPr>
          <a:xfrm>
            <a:off x="7780020" y="3668903"/>
            <a:ext cx="1295400" cy="2849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715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104" name="!!circle-3q6"/>
          <p:cNvSpPr/>
          <p:nvPr/>
        </p:nvSpPr>
        <p:spPr>
          <a:xfrm>
            <a:off x="7890129" y="3766058"/>
            <a:ext cx="90678" cy="90678"/>
          </a:xfrm>
          <a:prstGeom prst="ellipse">
            <a:avLst/>
          </a:prstGeom>
          <a:solidFill>
            <a:srgbClr val="D64545"/>
          </a:solidFill>
          <a:ln>
            <a:noFill/>
          </a:ln>
        </p:spPr>
      </p:sp>
      <p:sp>
        <p:nvSpPr>
          <p:cNvPr id="105" name="!!text-3q7" descr="違規"/>
          <p:cNvSpPr txBox="1"/>
          <p:nvPr/>
        </p:nvSpPr>
        <p:spPr>
          <a:xfrm>
            <a:off x="8052054" y="3701158"/>
            <a:ext cx="327736" cy="20633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22" kern="0" dirty="0">
                <a:solidFill>
                  <a:srgbClr val="5B6770"/>
                </a:solidFill>
                <a:latin typeface="Noto Sans TC Medium"/>
                <a:ea typeface="Noto Sans TC Medium"/>
                <a:cs typeface="Noto Sans TC Medium"/>
              </a:rPr>
              <a:t>違規</a:t>
            </a:r>
            <a:endParaRPr lang="zh-TW" sz="1122"/>
          </a:p>
        </p:txBody>
      </p:sp>
      <p:sp>
        <p:nvSpPr>
          <p:cNvPr id="106" name="!!text-3qb" descr="信心值"/>
          <p:cNvSpPr txBox="1"/>
          <p:nvPr/>
        </p:nvSpPr>
        <p:spPr>
          <a:xfrm>
            <a:off x="7780020" y="4067109"/>
            <a:ext cx="470230" cy="20633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22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信心值</a:t>
            </a:r>
            <a:endParaRPr lang="zh-TW" sz="1122"/>
          </a:p>
        </p:txBody>
      </p:sp>
      <p:sp>
        <p:nvSpPr>
          <p:cNvPr id="107" name="!!rect-3qf"/>
          <p:cNvSpPr/>
          <p:nvPr/>
        </p:nvSpPr>
        <p:spPr>
          <a:xfrm>
            <a:off x="8272272" y="4161155"/>
            <a:ext cx="803148" cy="64770"/>
          </a:xfrm>
          <a:prstGeom prst="roundRect">
            <a:avLst>
              <a:gd name="adj" fmla="val 50000"/>
            </a:avLst>
          </a:prstGeom>
          <a:solidFill>
            <a:srgbClr val="E3E7EA"/>
          </a:solidFill>
          <a:ln>
            <a:noFill/>
          </a:ln>
        </p:spPr>
      </p:sp>
      <p:sp>
        <p:nvSpPr>
          <p:cNvPr id="108" name="!!rect-3qg"/>
          <p:cNvSpPr/>
          <p:nvPr/>
        </p:nvSpPr>
        <p:spPr>
          <a:xfrm>
            <a:off x="8272272" y="4161155"/>
            <a:ext cx="764286" cy="64770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>
            <a:noFill/>
          </a:ln>
        </p:spPr>
      </p:sp>
      <p:sp>
        <p:nvSpPr>
          <p:cNvPr id="109" name="!!path-3qo"/>
          <p:cNvSpPr/>
          <p:nvPr/>
        </p:nvSpPr>
        <p:spPr>
          <a:xfrm>
            <a:off x="2922270" y="5845175"/>
            <a:ext cx="6347460" cy="1"/>
          </a:xfrm>
          <a:custGeom>
            <a:avLst/>
            <a:gdLst/>
            <a:ahLst/>
            <a:cxnLst/>
            <a:rect l="l" t="t" r="r" b="b"/>
            <a:pathLst>
              <a:path w="6347460" h="1" fill="none">
                <a:moveTo>
                  <a:pt x="0" y="0"/>
                </a:moveTo>
                <a:lnTo>
                  <a:pt x="6347460" y="0"/>
                </a:lnTo>
              </a:path>
            </a:pathLst>
          </a:custGeom>
          <a:noFill/>
          <a:ln w="12954" cap="rnd">
            <a:solidFill>
              <a:srgbClr val="E3E7EA"/>
            </a:solidFill>
            <a:prstDash val="solid"/>
            <a:round/>
          </a:ln>
        </p:spPr>
      </p:sp>
      <p:sp>
        <p:nvSpPr>
          <p:cNvPr id="110" name="!!rect-3qv"/>
          <p:cNvSpPr/>
          <p:nvPr/>
        </p:nvSpPr>
        <p:spPr>
          <a:xfrm>
            <a:off x="7585710" y="5158613"/>
            <a:ext cx="1748790" cy="751332"/>
          </a:xfrm>
          <a:prstGeom prst="roundRect">
            <a:avLst>
              <a:gd name="adj" fmla="val 23810"/>
            </a:avLst>
          </a:prstGeom>
          <a:solidFill>
            <a:srgbClr val="0B1A26">
              <a:alpha val="12000"/>
            </a:srgbClr>
          </a:solidFill>
          <a:ln>
            <a:noFill/>
          </a:ln>
          <a:effectLst>
            <a:softEdge rad="227990"/>
          </a:effectLst>
        </p:spPr>
      </p:sp>
      <p:sp>
        <p:nvSpPr>
          <p:cNvPr id="111" name="!!rect-3qw"/>
          <p:cNvSpPr/>
          <p:nvPr/>
        </p:nvSpPr>
        <p:spPr>
          <a:xfrm>
            <a:off x="7650480" y="5171567"/>
            <a:ext cx="1619250" cy="56997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6477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112" name="!!rect-3qy"/>
          <p:cNvSpPr/>
          <p:nvPr/>
        </p:nvSpPr>
        <p:spPr>
          <a:xfrm>
            <a:off x="7754112" y="5249291"/>
            <a:ext cx="297942" cy="414528"/>
          </a:xfrm>
          <a:prstGeom prst="roundRect">
            <a:avLst>
              <a:gd name="adj" fmla="val 8696"/>
            </a:avLst>
          </a:prstGeom>
          <a:gradFill rotWithShape="1">
            <a:gsLst>
              <a:gs pos="0">
                <a:srgbClr val="5D856F"/>
              </a:gs>
              <a:gs pos="100000">
                <a:srgbClr val="3F624F"/>
              </a:gs>
            </a:gsLst>
            <a:lin ang="3257599" scaled="0"/>
          </a:gradFill>
          <a:ln>
            <a:noFill/>
          </a:ln>
        </p:spPr>
      </p:sp>
      <p:sp>
        <p:nvSpPr>
          <p:cNvPr id="113" name="!!rect-3qz"/>
          <p:cNvSpPr/>
          <p:nvPr/>
        </p:nvSpPr>
        <p:spPr>
          <a:xfrm>
            <a:off x="7780927" y="5249291"/>
            <a:ext cx="14897" cy="414528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</p:spPr>
      </p:sp>
      <p:sp>
        <p:nvSpPr>
          <p:cNvPr id="114" name="!!rect-3r0"/>
          <p:cNvSpPr/>
          <p:nvPr/>
        </p:nvSpPr>
        <p:spPr>
          <a:xfrm>
            <a:off x="7828597" y="5323906"/>
            <a:ext cx="166848" cy="29017"/>
          </a:xfrm>
          <a:prstGeom prst="roundRect">
            <a:avLst>
              <a:gd name="adj" fmla="val 28571"/>
            </a:avLst>
          </a:prstGeom>
          <a:solidFill>
            <a:srgbClr val="E7D9B8"/>
          </a:solidFill>
          <a:ln>
            <a:noFill/>
          </a:ln>
        </p:spPr>
      </p:sp>
      <p:sp>
        <p:nvSpPr>
          <p:cNvPr id="115" name="!!rect-3r1"/>
          <p:cNvSpPr/>
          <p:nvPr/>
        </p:nvSpPr>
        <p:spPr>
          <a:xfrm>
            <a:off x="7828597" y="5373649"/>
            <a:ext cx="113218" cy="18654"/>
          </a:xfrm>
          <a:prstGeom prst="roundRect">
            <a:avLst>
              <a:gd name="adj" fmla="val 44444"/>
            </a:avLst>
          </a:prstGeom>
          <a:solidFill>
            <a:srgbClr val="E7D9B8">
              <a:alpha val="72000"/>
            </a:srgbClr>
          </a:solidFill>
          <a:ln>
            <a:noFill/>
          </a:ln>
        </p:spPr>
      </p:sp>
      <p:sp>
        <p:nvSpPr>
          <p:cNvPr id="116" name="!!rect-3r2"/>
          <p:cNvSpPr/>
          <p:nvPr/>
        </p:nvSpPr>
        <p:spPr>
          <a:xfrm>
            <a:off x="7828597" y="5580913"/>
            <a:ext cx="83424" cy="16581"/>
          </a:xfrm>
          <a:prstGeom prst="roundRect">
            <a:avLst>
              <a:gd name="adj" fmla="val 50000"/>
            </a:avLst>
          </a:prstGeom>
          <a:solidFill>
            <a:srgbClr val="E7D9B8">
              <a:alpha val="55000"/>
            </a:srgbClr>
          </a:solidFill>
          <a:ln>
            <a:noFill/>
          </a:ln>
        </p:spPr>
      </p:sp>
      <p:sp>
        <p:nvSpPr>
          <p:cNvPr id="117" name="!!text-3r3" descr="統計學概論"/>
          <p:cNvSpPr txBox="1"/>
          <p:nvPr/>
        </p:nvSpPr>
        <p:spPr>
          <a:xfrm>
            <a:off x="8142732" y="5243850"/>
            <a:ext cx="823874" cy="22508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24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統計學概論</a:t>
            </a:r>
            <a:endParaRPr lang="zh-TW" sz="1224"/>
          </a:p>
        </p:txBody>
      </p:sp>
      <p:sp>
        <p:nvSpPr>
          <p:cNvPr id="118" name="!!text-3r9" descr="$280"/>
          <p:cNvSpPr txBox="1"/>
          <p:nvPr/>
        </p:nvSpPr>
        <p:spPr>
          <a:xfrm>
            <a:off x="8142732" y="5453187"/>
            <a:ext cx="384164" cy="20633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22" kern="0" dirty="0">
                <a:solidFill>
                  <a:srgbClr val="627D8D"/>
                </a:solidFill>
                <a:latin typeface="Noto Sans TC ExtraBold"/>
                <a:ea typeface="Noto Sans TC ExtraBold"/>
                <a:cs typeface="Noto Sans TC ExtraBold"/>
              </a:rPr>
              <a:t>$280</a:t>
            </a:r>
            <a:endParaRPr lang="zh-TW" sz="1122"/>
          </a:p>
        </p:txBody>
      </p:sp>
      <p:sp>
        <p:nvSpPr>
          <p:cNvPr id="119" name="!!rect-3rk"/>
          <p:cNvSpPr/>
          <p:nvPr/>
        </p:nvSpPr>
        <p:spPr>
          <a:xfrm>
            <a:off x="3440430" y="5968238"/>
            <a:ext cx="2072640" cy="427482"/>
          </a:xfrm>
          <a:prstGeom prst="roundRect">
            <a:avLst>
              <a:gd name="adj" fmla="val 50000"/>
            </a:avLst>
          </a:prstGeom>
          <a:solidFill>
            <a:srgbClr val="0B1A26">
              <a:alpha val="10000"/>
            </a:srgbClr>
          </a:solidFill>
          <a:ln>
            <a:noFill/>
          </a:ln>
          <a:effectLst>
            <a:softEdge rad="99746"/>
          </a:effectLst>
        </p:spPr>
      </p:sp>
      <p:sp>
        <p:nvSpPr>
          <p:cNvPr id="120" name="!!rect-3rl"/>
          <p:cNvSpPr/>
          <p:nvPr/>
        </p:nvSpPr>
        <p:spPr>
          <a:xfrm>
            <a:off x="3466338" y="5961761"/>
            <a:ext cx="2020824" cy="3368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772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121" name="!!path-3rm"/>
          <p:cNvSpPr/>
          <p:nvPr/>
        </p:nvSpPr>
        <p:spPr>
          <a:xfrm>
            <a:off x="3630543" y="6071235"/>
            <a:ext cx="117933" cy="117933"/>
          </a:xfrm>
          <a:custGeom>
            <a:avLst/>
            <a:gdLst/>
            <a:ahLst/>
            <a:cxnLst/>
            <a:rect l="l" t="t" r="r" b="b"/>
            <a:pathLst>
              <a:path w="117933" h="117933">
                <a:moveTo>
                  <a:pt x="58967" y="14005"/>
                </a:moveTo>
                <a:cubicBezTo>
                  <a:pt x="67517" y="14005"/>
                  <a:pt x="74445" y="20933"/>
                  <a:pt x="74445" y="29483"/>
                </a:cubicBezTo>
                <a:cubicBezTo>
                  <a:pt x="74445" y="38033"/>
                  <a:pt x="67517" y="44962"/>
                  <a:pt x="58967" y="44962"/>
                </a:cubicBezTo>
                <a:cubicBezTo>
                  <a:pt x="50416" y="44962"/>
                  <a:pt x="43488" y="38033"/>
                  <a:pt x="43488" y="29483"/>
                </a:cubicBezTo>
                <a:cubicBezTo>
                  <a:pt x="43488" y="20933"/>
                  <a:pt x="50416" y="14005"/>
                  <a:pt x="58967" y="14005"/>
                </a:cubicBezTo>
                <a:moveTo>
                  <a:pt x="58967" y="80342"/>
                </a:moveTo>
                <a:cubicBezTo>
                  <a:pt x="80858" y="80342"/>
                  <a:pt x="103929" y="91103"/>
                  <a:pt x="103929" y="95821"/>
                </a:cubicBezTo>
                <a:lnTo>
                  <a:pt x="103929" y="103929"/>
                </a:lnTo>
                <a:lnTo>
                  <a:pt x="14005" y="103929"/>
                </a:lnTo>
                <a:lnTo>
                  <a:pt x="14005" y="95821"/>
                </a:lnTo>
                <a:cubicBezTo>
                  <a:pt x="14005" y="91103"/>
                  <a:pt x="37075" y="80342"/>
                  <a:pt x="58967" y="80342"/>
                </a:cubicBezTo>
                <a:moveTo>
                  <a:pt x="58967" y="0"/>
                </a:moveTo>
                <a:cubicBezTo>
                  <a:pt x="42677" y="0"/>
                  <a:pt x="29483" y="13194"/>
                  <a:pt x="29483" y="29483"/>
                </a:cubicBezTo>
                <a:cubicBezTo>
                  <a:pt x="29483" y="45773"/>
                  <a:pt x="42677" y="58967"/>
                  <a:pt x="58967" y="58967"/>
                </a:cubicBezTo>
                <a:cubicBezTo>
                  <a:pt x="75256" y="58967"/>
                  <a:pt x="88450" y="45773"/>
                  <a:pt x="88450" y="29483"/>
                </a:cubicBezTo>
                <a:cubicBezTo>
                  <a:pt x="88450" y="13194"/>
                  <a:pt x="75256" y="0"/>
                  <a:pt x="58967" y="0"/>
                </a:cubicBezTo>
                <a:close/>
                <a:moveTo>
                  <a:pt x="58967" y="66337"/>
                </a:moveTo>
                <a:cubicBezTo>
                  <a:pt x="39287" y="66337"/>
                  <a:pt x="0" y="76214"/>
                  <a:pt x="0" y="95821"/>
                </a:cubicBezTo>
                <a:lnTo>
                  <a:pt x="0" y="117933"/>
                </a:lnTo>
                <a:lnTo>
                  <a:pt x="117933" y="117933"/>
                </a:lnTo>
                <a:lnTo>
                  <a:pt x="117933" y="95821"/>
                </a:lnTo>
                <a:cubicBezTo>
                  <a:pt x="117933" y="76214"/>
                  <a:pt x="78647" y="66337"/>
                  <a:pt x="58967" y="66337"/>
                </a:cubicBez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122" name="!!text-3rn" descr="需複核時交由管理員"/>
          <p:cNvSpPr txBox="1"/>
          <p:nvPr/>
        </p:nvSpPr>
        <p:spPr>
          <a:xfrm>
            <a:off x="3836823" y="5995441"/>
            <a:ext cx="1566139" cy="24384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26" kern="0" dirty="0">
                <a:solidFill>
                  <a:srgbClr val="5B6770"/>
                </a:solidFill>
                <a:latin typeface="Noto Sans TC SemiBold"/>
                <a:ea typeface="Noto Sans TC SemiBold"/>
                <a:cs typeface="Noto Sans TC SemiBold"/>
              </a:rPr>
              <a:t>需複核時交由管理員</a:t>
            </a:r>
            <a:endParaRPr lang="zh-TW" sz="1326"/>
          </a:p>
        </p:txBody>
      </p:sp>
      <p:sp>
        <p:nvSpPr>
          <p:cNvPr id="123" name="!!rect-3s3"/>
          <p:cNvSpPr/>
          <p:nvPr/>
        </p:nvSpPr>
        <p:spPr>
          <a:xfrm>
            <a:off x="7844790" y="5968238"/>
            <a:ext cx="1230630" cy="427482"/>
          </a:xfrm>
          <a:prstGeom prst="roundRect">
            <a:avLst>
              <a:gd name="adj" fmla="val 50000"/>
            </a:avLst>
          </a:prstGeom>
          <a:solidFill>
            <a:srgbClr val="0B1A26">
              <a:alpha val="10000"/>
            </a:srgbClr>
          </a:solidFill>
          <a:ln>
            <a:noFill/>
          </a:ln>
          <a:effectLst>
            <a:softEdge rad="99746"/>
          </a:effectLst>
        </p:spPr>
      </p:sp>
      <p:sp>
        <p:nvSpPr>
          <p:cNvPr id="124" name="!!rect-3s4"/>
          <p:cNvSpPr/>
          <p:nvPr/>
        </p:nvSpPr>
        <p:spPr>
          <a:xfrm>
            <a:off x="7870698" y="5961761"/>
            <a:ext cx="1178814" cy="3368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772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125" name="!!path-3s5"/>
          <p:cNvSpPr/>
          <p:nvPr/>
        </p:nvSpPr>
        <p:spPr>
          <a:xfrm>
            <a:off x="8020162" y="6056493"/>
            <a:ext cx="147417" cy="147417"/>
          </a:xfrm>
          <a:custGeom>
            <a:avLst/>
            <a:gdLst/>
            <a:ahLst/>
            <a:cxnLst/>
            <a:rect l="l" t="t" r="r" b="b"/>
            <a:pathLst>
              <a:path w="147417" h="147417">
                <a:moveTo>
                  <a:pt x="73708" y="0"/>
                </a:moveTo>
                <a:cubicBezTo>
                  <a:pt x="33021" y="0"/>
                  <a:pt x="0" y="33021"/>
                  <a:pt x="0" y="73708"/>
                </a:cubicBezTo>
                <a:cubicBezTo>
                  <a:pt x="0" y="114395"/>
                  <a:pt x="33021" y="147417"/>
                  <a:pt x="73708" y="147417"/>
                </a:cubicBezTo>
                <a:cubicBezTo>
                  <a:pt x="114395" y="147417"/>
                  <a:pt x="147417" y="114395"/>
                  <a:pt x="147417" y="73708"/>
                </a:cubicBezTo>
                <a:cubicBezTo>
                  <a:pt x="147417" y="33021"/>
                  <a:pt x="114395" y="0"/>
                  <a:pt x="73708" y="0"/>
                </a:cubicBezTo>
                <a:close/>
                <a:moveTo>
                  <a:pt x="58967" y="110562"/>
                </a:moveTo>
                <a:lnTo>
                  <a:pt x="22112" y="73708"/>
                </a:lnTo>
                <a:lnTo>
                  <a:pt x="32505" y="63315"/>
                </a:lnTo>
                <a:lnTo>
                  <a:pt x="58967" y="89703"/>
                </a:lnTo>
                <a:lnTo>
                  <a:pt x="114911" y="33758"/>
                </a:lnTo>
                <a:lnTo>
                  <a:pt x="125304" y="44225"/>
                </a:lnTo>
                <a:lnTo>
                  <a:pt x="58967" y="110562"/>
                </a:lnTo>
                <a:close/>
              </a:path>
            </a:pathLst>
          </a:custGeom>
          <a:solidFill>
            <a:srgbClr val="2E9E5B"/>
          </a:solidFill>
          <a:ln>
            <a:noFill/>
          </a:ln>
        </p:spPr>
      </p:sp>
      <p:sp>
        <p:nvSpPr>
          <p:cNvPr id="126" name="!!text-3s6" descr="上架販售"/>
          <p:cNvSpPr txBox="1"/>
          <p:nvPr/>
        </p:nvSpPr>
        <p:spPr>
          <a:xfrm>
            <a:off x="8241182" y="5995441"/>
            <a:ext cx="724129" cy="24384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26" b="1" kern="0" dirty="0">
                <a:solidFill>
                  <a:srgbClr val="2E9E5B"/>
                </a:solidFill>
                <a:latin typeface="Noto Sans TC"/>
                <a:ea typeface="Noto Sans TC"/>
                <a:cs typeface="Noto Sans TC"/>
              </a:rPr>
              <a:t>上架販售</a:t>
            </a:r>
            <a:endParaRPr lang="zh-TW" sz="1326"/>
          </a:p>
        </p:txBody>
      </p:sp>
      <p:sp>
        <p:nvSpPr>
          <p:cNvPr id="127" name="!!text-3sg" descr="上架審核"/>
          <p:cNvSpPr txBox="1"/>
          <p:nvPr/>
        </p:nvSpPr>
        <p:spPr>
          <a:xfrm>
            <a:off x="603504" y="567456"/>
            <a:ext cx="724388" cy="22508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24" b="1" kern="0" spc="147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上架審</a:t>
            </a:r>
            <a:r>
              <a:rPr lang="zh-TW" altLang="en-US" sz="1224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核</a:t>
            </a:r>
            <a:endParaRPr lang="zh-TW" sz="1224"/>
          </a:p>
        </p:txBody>
      </p:sp>
      <p:sp>
        <p:nvSpPr>
          <p:cNvPr id="128" name="!!text-3sq" descr="規則＋AI，雙層把關"/>
          <p:cNvSpPr txBox="1"/>
          <p:nvPr/>
        </p:nvSpPr>
        <p:spPr>
          <a:xfrm>
            <a:off x="603504" y="841563"/>
            <a:ext cx="4108957" cy="67526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3672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規則＋A</a:t>
            </a:r>
            <a:r>
              <a:rPr lang="zh-TW" altLang="en-US" sz="3672" kern="0" spc="-1102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I</a:t>
            </a:r>
            <a:r>
              <a:rPr lang="zh-TW" altLang="en-US" sz="3672" kern="0" spc="-661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，</a:t>
            </a:r>
            <a:r>
              <a:rPr lang="zh-TW" altLang="en-US" sz="3672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雙層把關</a:t>
            </a:r>
            <a:endParaRPr lang="zh-TW" sz="3672"/>
          </a:p>
        </p:txBody>
      </p:sp>
      <p:sp>
        <p:nvSpPr>
          <p:cNvPr id="129" name="!!text-3t5" descr="規則即時攔截售價異常，AI 再判讀照片，必要時交由管理員複核。"/>
          <p:cNvSpPr txBox="1"/>
          <p:nvPr/>
        </p:nvSpPr>
        <p:spPr>
          <a:xfrm>
            <a:off x="603504" y="1571650"/>
            <a:ext cx="5723595" cy="28136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530" kern="0" dirty="0">
                <a:solidFill>
                  <a:srgbClr val="3F4A54"/>
                </a:solidFill>
                <a:latin typeface="Noto Sans TC Medium"/>
                <a:ea typeface="Noto Sans TC Medium"/>
                <a:cs typeface="Noto Sans TC Medium"/>
              </a:rPr>
              <a:t>規則即時攔截售價異常，AI 再判讀照片，必要時交由管理員複核。</a:t>
            </a:r>
            <a:endParaRPr lang="zh-TW" sz="1530"/>
          </a:p>
        </p:txBody>
      </p:sp>
      <p:sp>
        <p:nvSpPr>
          <p:cNvPr id="130" name="!!path-9ic"/>
          <p:cNvSpPr/>
          <p:nvPr/>
        </p:nvSpPr>
        <p:spPr>
          <a:xfrm>
            <a:off x="381000" y="306527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31" name="!!path-9id"/>
          <p:cNvSpPr/>
          <p:nvPr/>
        </p:nvSpPr>
        <p:spPr>
          <a:xfrm>
            <a:off x="381000" y="308153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32" name="!!path-9ie"/>
          <p:cNvSpPr/>
          <p:nvPr/>
        </p:nvSpPr>
        <p:spPr>
          <a:xfrm>
            <a:off x="381000" y="309778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33" name="!!path-9if"/>
          <p:cNvSpPr/>
          <p:nvPr/>
        </p:nvSpPr>
        <p:spPr>
          <a:xfrm>
            <a:off x="381000" y="311404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34" name="!!path-9ig"/>
          <p:cNvSpPr/>
          <p:nvPr/>
        </p:nvSpPr>
        <p:spPr>
          <a:xfrm>
            <a:off x="381000" y="313030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35" name="!!path-9ih"/>
          <p:cNvSpPr/>
          <p:nvPr/>
        </p:nvSpPr>
        <p:spPr>
          <a:xfrm>
            <a:off x="381000" y="314655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36" name="!!path-9ii"/>
          <p:cNvSpPr/>
          <p:nvPr/>
        </p:nvSpPr>
        <p:spPr>
          <a:xfrm>
            <a:off x="381000" y="316281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37" name="!!path-9ij"/>
          <p:cNvSpPr/>
          <p:nvPr/>
        </p:nvSpPr>
        <p:spPr>
          <a:xfrm>
            <a:off x="381000" y="317906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38" name="!!path-9ik"/>
          <p:cNvSpPr/>
          <p:nvPr/>
        </p:nvSpPr>
        <p:spPr>
          <a:xfrm>
            <a:off x="419608" y="269342"/>
            <a:ext cx="128422" cy="122936"/>
          </a:xfrm>
          <a:custGeom>
            <a:avLst/>
            <a:gdLst/>
            <a:ahLst/>
            <a:cxnLst/>
            <a:rect l="l" t="t" r="r" b="b"/>
            <a:pathLst>
              <a:path w="128422" h="122936">
                <a:moveTo>
                  <a:pt x="0" y="17678"/>
                </a:moveTo>
                <a:lnTo>
                  <a:pt x="8128" y="5080"/>
                </a:lnTo>
                <a:cubicBezTo>
                  <a:pt x="32512" y="0"/>
                  <a:pt x="73152" y="7112"/>
                  <a:pt x="101600" y="26416"/>
                </a:cubicBezTo>
                <a:cubicBezTo>
                  <a:pt x="116840" y="37186"/>
                  <a:pt x="124968" y="49784"/>
                  <a:pt x="128422" y="62992"/>
                </a:cubicBezTo>
                <a:lnTo>
                  <a:pt x="128422" y="122936"/>
                </a:lnTo>
                <a:lnTo>
                  <a:pt x="0" y="1229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39" name="!!path-9il"/>
          <p:cNvSpPr/>
          <p:nvPr/>
        </p:nvSpPr>
        <p:spPr>
          <a:xfrm>
            <a:off x="419608" y="269342"/>
            <a:ext cx="128422" cy="62992"/>
          </a:xfrm>
          <a:custGeom>
            <a:avLst/>
            <a:gdLst/>
            <a:ahLst/>
            <a:cxnLst/>
            <a:rect l="l" t="t" r="r" b="b"/>
            <a:pathLst>
              <a:path w="128422" h="62992" fill="none">
                <a:moveTo>
                  <a:pt x="128422" y="62992"/>
                </a:moveTo>
                <a:cubicBezTo>
                  <a:pt x="124968" y="49784"/>
                  <a:pt x="116840" y="37186"/>
                  <a:pt x="101600" y="26416"/>
                </a:cubicBezTo>
                <a:cubicBezTo>
                  <a:pt x="73152" y="7112"/>
                  <a:pt x="32512" y="0"/>
                  <a:pt x="8128" y="5080"/>
                </a:cubicBezTo>
                <a:lnTo>
                  <a:pt x="0" y="1767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40" name="!!path-9im"/>
          <p:cNvSpPr/>
          <p:nvPr/>
        </p:nvSpPr>
        <p:spPr>
          <a:xfrm>
            <a:off x="407010" y="281534"/>
            <a:ext cx="141021" cy="110744"/>
          </a:xfrm>
          <a:custGeom>
            <a:avLst/>
            <a:gdLst/>
            <a:ahLst/>
            <a:cxnLst/>
            <a:rect l="l" t="t" r="r" b="b"/>
            <a:pathLst>
              <a:path w="141021" h="110744">
                <a:moveTo>
                  <a:pt x="0" y="22352"/>
                </a:moveTo>
                <a:lnTo>
                  <a:pt x="6502" y="6502"/>
                </a:lnTo>
                <a:cubicBezTo>
                  <a:pt x="36982" y="0"/>
                  <a:pt x="79654" y="7112"/>
                  <a:pt x="110134" y="25400"/>
                </a:cubicBezTo>
                <a:cubicBezTo>
                  <a:pt x="126390" y="35154"/>
                  <a:pt x="136550" y="49784"/>
                  <a:pt x="141021" y="62992"/>
                </a:cubicBezTo>
                <a:lnTo>
                  <a:pt x="141021" y="110744"/>
                </a:lnTo>
                <a:lnTo>
                  <a:pt x="0" y="110744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41" name="!!path-9in"/>
          <p:cNvSpPr/>
          <p:nvPr/>
        </p:nvSpPr>
        <p:spPr>
          <a:xfrm>
            <a:off x="407010" y="281534"/>
            <a:ext cx="141021" cy="62992"/>
          </a:xfrm>
          <a:custGeom>
            <a:avLst/>
            <a:gdLst/>
            <a:ahLst/>
            <a:cxnLst/>
            <a:rect l="l" t="t" r="r" b="b"/>
            <a:pathLst>
              <a:path w="141021" h="62992" fill="none">
                <a:moveTo>
                  <a:pt x="141021" y="62992"/>
                </a:moveTo>
                <a:cubicBezTo>
                  <a:pt x="136550" y="49784"/>
                  <a:pt x="126390" y="35154"/>
                  <a:pt x="110134" y="25400"/>
                </a:cubicBezTo>
                <a:cubicBezTo>
                  <a:pt x="79654" y="7112"/>
                  <a:pt x="36982" y="0"/>
                  <a:pt x="6502" y="6502"/>
                </a:cubicBezTo>
                <a:lnTo>
                  <a:pt x="0" y="22352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42" name="!!path-9io"/>
          <p:cNvSpPr/>
          <p:nvPr/>
        </p:nvSpPr>
        <p:spPr>
          <a:xfrm>
            <a:off x="395834" y="294742"/>
            <a:ext cx="151790" cy="97536"/>
          </a:xfrm>
          <a:custGeom>
            <a:avLst/>
            <a:gdLst/>
            <a:ahLst/>
            <a:cxnLst/>
            <a:rect l="l" t="t" r="r" b="b"/>
            <a:pathLst>
              <a:path w="151790" h="97536">
                <a:moveTo>
                  <a:pt x="0" y="23165"/>
                </a:moveTo>
                <a:lnTo>
                  <a:pt x="3861" y="12598"/>
                </a:lnTo>
                <a:cubicBezTo>
                  <a:pt x="37998" y="0"/>
                  <a:pt x="84734" y="5080"/>
                  <a:pt x="117246" y="21946"/>
                </a:cubicBezTo>
                <a:cubicBezTo>
                  <a:pt x="135534" y="31496"/>
                  <a:pt x="146710" y="43688"/>
                  <a:pt x="151790" y="55270"/>
                </a:cubicBezTo>
                <a:lnTo>
                  <a:pt x="151790" y="97536"/>
                </a:lnTo>
                <a:lnTo>
                  <a:pt x="0" y="975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43" name="!!path-9ip"/>
          <p:cNvSpPr/>
          <p:nvPr/>
        </p:nvSpPr>
        <p:spPr>
          <a:xfrm>
            <a:off x="395834" y="294742"/>
            <a:ext cx="151790" cy="55270"/>
          </a:xfrm>
          <a:custGeom>
            <a:avLst/>
            <a:gdLst/>
            <a:ahLst/>
            <a:cxnLst/>
            <a:rect l="l" t="t" r="r" b="b"/>
            <a:pathLst>
              <a:path w="151790" h="55270" fill="none">
                <a:moveTo>
                  <a:pt x="151790" y="55270"/>
                </a:moveTo>
                <a:cubicBezTo>
                  <a:pt x="146710" y="43688"/>
                  <a:pt x="135534" y="31496"/>
                  <a:pt x="117246" y="21946"/>
                </a:cubicBezTo>
                <a:cubicBezTo>
                  <a:pt x="84734" y="5080"/>
                  <a:pt x="37998" y="0"/>
                  <a:pt x="3861" y="12598"/>
                </a:cubicBezTo>
                <a:lnTo>
                  <a:pt x="0" y="23165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44" name="!!path-9iq"/>
          <p:cNvSpPr/>
          <p:nvPr/>
        </p:nvSpPr>
        <p:spPr>
          <a:xfrm>
            <a:off x="548234" y="264262"/>
            <a:ext cx="120294" cy="128016"/>
          </a:xfrm>
          <a:custGeom>
            <a:avLst/>
            <a:gdLst/>
            <a:ahLst/>
            <a:cxnLst/>
            <a:rect l="l" t="t" r="r" b="b"/>
            <a:pathLst>
              <a:path w="120294" h="128016">
                <a:moveTo>
                  <a:pt x="120294" y="18288"/>
                </a:moveTo>
                <a:lnTo>
                  <a:pt x="113589" y="4470"/>
                </a:lnTo>
                <a:cubicBezTo>
                  <a:pt x="86766" y="0"/>
                  <a:pt x="44094" y="10160"/>
                  <a:pt x="17678" y="30480"/>
                </a:cubicBezTo>
                <a:cubicBezTo>
                  <a:pt x="6502" y="39624"/>
                  <a:pt x="1422" y="52832"/>
                  <a:pt x="0" y="67056"/>
                </a:cubicBezTo>
                <a:lnTo>
                  <a:pt x="0" y="128016"/>
                </a:lnTo>
                <a:lnTo>
                  <a:pt x="120294" y="12801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45" name="!!path-9ir"/>
          <p:cNvSpPr/>
          <p:nvPr/>
        </p:nvSpPr>
        <p:spPr>
          <a:xfrm>
            <a:off x="548234" y="264262"/>
            <a:ext cx="120294" cy="67056"/>
          </a:xfrm>
          <a:custGeom>
            <a:avLst/>
            <a:gdLst/>
            <a:ahLst/>
            <a:cxnLst/>
            <a:rect l="l" t="t" r="r" b="b"/>
            <a:pathLst>
              <a:path w="120294" h="67056" fill="none">
                <a:moveTo>
                  <a:pt x="0" y="67056"/>
                </a:moveTo>
                <a:cubicBezTo>
                  <a:pt x="1422" y="52832"/>
                  <a:pt x="6502" y="39624"/>
                  <a:pt x="17678" y="30480"/>
                </a:cubicBezTo>
                <a:cubicBezTo>
                  <a:pt x="44094" y="10160"/>
                  <a:pt x="86766" y="0"/>
                  <a:pt x="113589" y="4470"/>
                </a:cubicBezTo>
                <a:lnTo>
                  <a:pt x="120294" y="1828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46" name="!!path-9is"/>
          <p:cNvSpPr/>
          <p:nvPr/>
        </p:nvSpPr>
        <p:spPr>
          <a:xfrm>
            <a:off x="548437" y="279502"/>
            <a:ext cx="133299" cy="112776"/>
          </a:xfrm>
          <a:custGeom>
            <a:avLst/>
            <a:gdLst/>
            <a:ahLst/>
            <a:cxnLst/>
            <a:rect l="l" t="t" r="r" b="b"/>
            <a:pathLst>
              <a:path w="133299" h="112776">
                <a:moveTo>
                  <a:pt x="133299" y="19710"/>
                </a:moveTo>
                <a:lnTo>
                  <a:pt x="127203" y="3048"/>
                </a:lnTo>
                <a:cubicBezTo>
                  <a:pt x="94691" y="0"/>
                  <a:pt x="54051" y="11176"/>
                  <a:pt x="27635" y="30683"/>
                </a:cubicBezTo>
                <a:cubicBezTo>
                  <a:pt x="13411" y="41250"/>
                  <a:pt x="4267" y="53848"/>
                  <a:pt x="0" y="65024"/>
                </a:cubicBezTo>
                <a:lnTo>
                  <a:pt x="0" y="112776"/>
                </a:lnTo>
                <a:lnTo>
                  <a:pt x="133299" y="11277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47" name="!!path-9it"/>
          <p:cNvSpPr/>
          <p:nvPr/>
        </p:nvSpPr>
        <p:spPr>
          <a:xfrm>
            <a:off x="548437" y="279502"/>
            <a:ext cx="133299" cy="65024"/>
          </a:xfrm>
          <a:custGeom>
            <a:avLst/>
            <a:gdLst/>
            <a:ahLst/>
            <a:cxnLst/>
            <a:rect l="l" t="t" r="r" b="b"/>
            <a:pathLst>
              <a:path w="133299" h="65024" fill="none">
                <a:moveTo>
                  <a:pt x="0" y="65024"/>
                </a:moveTo>
                <a:cubicBezTo>
                  <a:pt x="4267" y="53848"/>
                  <a:pt x="13411" y="41250"/>
                  <a:pt x="27635" y="30683"/>
                </a:cubicBezTo>
                <a:cubicBezTo>
                  <a:pt x="54051" y="11176"/>
                  <a:pt x="94691" y="0"/>
                  <a:pt x="127203" y="3048"/>
                </a:cubicBezTo>
                <a:lnTo>
                  <a:pt x="133299" y="19710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48" name="!!path-9iu"/>
          <p:cNvSpPr/>
          <p:nvPr/>
        </p:nvSpPr>
        <p:spPr>
          <a:xfrm>
            <a:off x="548843" y="293726"/>
            <a:ext cx="142646" cy="98552"/>
          </a:xfrm>
          <a:custGeom>
            <a:avLst/>
            <a:gdLst/>
            <a:ahLst/>
            <a:cxnLst/>
            <a:rect l="l" t="t" r="r" b="b"/>
            <a:pathLst>
              <a:path w="142646" h="98552">
                <a:moveTo>
                  <a:pt x="142646" y="18898"/>
                </a:moveTo>
                <a:lnTo>
                  <a:pt x="139802" y="8738"/>
                </a:lnTo>
                <a:cubicBezTo>
                  <a:pt x="106477" y="0"/>
                  <a:pt x="63805" y="5080"/>
                  <a:pt x="35357" y="19304"/>
                </a:cubicBezTo>
                <a:cubicBezTo>
                  <a:pt x="17069" y="28448"/>
                  <a:pt x="5893" y="42672"/>
                  <a:pt x="0" y="56286"/>
                </a:cubicBezTo>
                <a:lnTo>
                  <a:pt x="0" y="98552"/>
                </a:lnTo>
                <a:lnTo>
                  <a:pt x="142646" y="98552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49" name="!!path-9iv"/>
          <p:cNvSpPr/>
          <p:nvPr/>
        </p:nvSpPr>
        <p:spPr>
          <a:xfrm>
            <a:off x="548843" y="293726"/>
            <a:ext cx="142646" cy="56286"/>
          </a:xfrm>
          <a:custGeom>
            <a:avLst/>
            <a:gdLst/>
            <a:ahLst/>
            <a:cxnLst/>
            <a:rect l="l" t="t" r="r" b="b"/>
            <a:pathLst>
              <a:path w="142646" h="56286" fill="none">
                <a:moveTo>
                  <a:pt x="0" y="56286"/>
                </a:moveTo>
                <a:cubicBezTo>
                  <a:pt x="5893" y="42672"/>
                  <a:pt x="17069" y="28448"/>
                  <a:pt x="35357" y="19304"/>
                </a:cubicBezTo>
                <a:cubicBezTo>
                  <a:pt x="63805" y="5080"/>
                  <a:pt x="106477" y="0"/>
                  <a:pt x="139802" y="8738"/>
                </a:cubicBezTo>
                <a:lnTo>
                  <a:pt x="142646" y="1889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50" name="!!path-9iw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627D8D"/>
              </a:gs>
              <a:gs pos="21794">
                <a:srgbClr val="627D8D"/>
              </a:gs>
              <a:gs pos="55376">
                <a:srgbClr val="627D8D"/>
              </a:gs>
              <a:gs pos="96421">
                <a:srgbClr val="98ABB7"/>
              </a:gs>
              <a:gs pos="100000">
                <a:srgbClr val="98ABB7"/>
              </a:gs>
            </a:gsLst>
            <a:lin ang="1983350" scaled="0"/>
          </a:gradFill>
          <a:ln>
            <a:noFill/>
          </a:ln>
        </p:spPr>
      </p:sp>
      <p:sp>
        <p:nvSpPr>
          <p:cNvPr id="151" name="!!path-9ix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0000"/>
                </a:srgbClr>
              </a:gs>
              <a:gs pos="4764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83333" t="79291" r="16667" b="20709"/>
            </a:path>
          </a:gradFill>
          <a:ln>
            <a:noFill/>
          </a:ln>
        </p:spPr>
      </p:sp>
      <p:sp>
        <p:nvSpPr>
          <p:cNvPr id="152" name="!!line-9iy"/>
          <p:cNvSpPr/>
          <p:nvPr/>
        </p:nvSpPr>
        <p:spPr>
          <a:xfrm>
            <a:off x="549046" y="363017"/>
            <a:ext cx="1" cy="153619"/>
          </a:xfrm>
          <a:custGeom>
            <a:avLst/>
            <a:gdLst/>
            <a:ahLst/>
            <a:cxnLst/>
            <a:rect l="l" t="t" r="r" b="b"/>
            <a:pathLst>
              <a:path w="1" h="153619">
                <a:moveTo>
                  <a:pt x="0" y="0"/>
                </a:moveTo>
                <a:lnTo>
                  <a:pt x="0" y="153619"/>
                </a:lnTo>
              </a:path>
            </a:pathLst>
          </a:custGeom>
          <a:solidFill>
            <a:srgbClr val="000000"/>
          </a:solidFill>
          <a:ln w="6909" cap="rnd">
            <a:solidFill>
              <a:srgbClr val="C9D3D9"/>
            </a:solidFill>
            <a:prstDash val="solid"/>
            <a:miter lim="800000"/>
          </a:ln>
        </p:spPr>
      </p:sp>
      <p:sp>
        <p:nvSpPr>
          <p:cNvPr id="153" name="!!path-9iz"/>
          <p:cNvSpPr/>
          <p:nvPr/>
        </p:nvSpPr>
        <p:spPr>
          <a:xfrm>
            <a:off x="657962" y="442062"/>
            <a:ext cx="25400" cy="37998"/>
          </a:xfrm>
          <a:custGeom>
            <a:avLst/>
            <a:gdLst/>
            <a:ahLst/>
            <a:cxnLst/>
            <a:rect l="l" t="t" r="r" b="b"/>
            <a:pathLst>
              <a:path w="25400" h="37998">
                <a:moveTo>
                  <a:pt x="0" y="2642"/>
                </a:moveTo>
                <a:lnTo>
                  <a:pt x="15240" y="0"/>
                </a:lnTo>
                <a:lnTo>
                  <a:pt x="25400" y="37186"/>
                </a:lnTo>
                <a:lnTo>
                  <a:pt x="7518" y="37998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 w="1016" cap="flat">
            <a:solidFill>
              <a:srgbClr val="FFFFFF">
                <a:alpha val="55000"/>
              </a:srgbClr>
            </a:solidFill>
            <a:prstDash val="solid"/>
            <a:round/>
          </a:ln>
        </p:spPr>
      </p:sp>
      <p:sp>
        <p:nvSpPr>
          <p:cNvPr id="154" name="!!text-9j0" descr="救「舊」我的書"/>
          <p:cNvSpPr txBox="1"/>
          <p:nvPr/>
        </p:nvSpPr>
        <p:spPr>
          <a:xfrm>
            <a:off x="805879" y="251460"/>
            <a:ext cx="1120140" cy="25745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400" b="1" kern="0" spc="-70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救</a:t>
            </a:r>
            <a:r>
              <a:rPr lang="zh-TW" altLang="en-US" sz="14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「舊</a:t>
            </a:r>
            <a:r>
              <a:rPr lang="zh-TW" altLang="en-US" sz="1400" b="1" kern="0" spc="-70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」</a:t>
            </a:r>
            <a:r>
              <a:rPr lang="zh-TW" altLang="en-US" sz="14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我的書</a:t>
            </a:r>
            <a:endParaRPr lang="zh-TW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fast" p14:dur="1400" advTm="300">
        <p159:morph option="byObject"/>
      </p:transition>
    </mc:Choice>
    <mc:Fallback>
      <p:transition spd="fast" advTm="300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77.7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rect-1q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7"/>
          </a:solidFill>
          <a:ln>
            <a:noFill/>
          </a:ln>
        </p:spPr>
      </p:sp>
      <p:sp>
        <p:nvSpPr>
          <p:cNvPr id="3" name="!!ellipse-1q2"/>
          <p:cNvSpPr/>
          <p:nvPr/>
        </p:nvSpPr>
        <p:spPr>
          <a:xfrm>
            <a:off x="-889000" y="-952500"/>
            <a:ext cx="13970000" cy="7874000"/>
          </a:xfrm>
          <a:prstGeom prst="ellipse">
            <a:avLst/>
          </a:prstGeom>
          <a:gradFill rotWithShape="1">
            <a:gsLst>
              <a:gs pos="0">
                <a:srgbClr val="FFFFFF">
                  <a:alpha val="95000"/>
                </a:srgbClr>
              </a:gs>
              <a:gs pos="40865">
                <a:srgbClr val="FFFFFF">
                  <a:alpha val="35000"/>
                </a:srgbClr>
              </a:gs>
              <a:gs pos="68108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!!rect-1q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P1"/>
            <a:srcRect/>
            <a:tile tx="7427" ty="112983" sx="16667" sy="16667" flip="none" algn="tl"/>
          </a:blipFill>
          <a:ln>
            <a:noFill/>
          </a:ln>
        </p:spPr>
      </p:sp>
      <p:sp>
        <p:nvSpPr>
          <p:cNvPr id="5" name="!!circle-1qc"/>
          <p:cNvSpPr/>
          <p:nvPr/>
        </p:nvSpPr>
        <p:spPr>
          <a:xfrm>
            <a:off x="9318962" y="3578351"/>
            <a:ext cx="2495906" cy="2495906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" name="!!circle-1qf"/>
          <p:cNvSpPr/>
          <p:nvPr/>
        </p:nvSpPr>
        <p:spPr>
          <a:xfrm>
            <a:off x="6320003" y="1077848"/>
            <a:ext cx="1998675" cy="1998675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7" name="!!circle-1qt"/>
          <p:cNvSpPr/>
          <p:nvPr/>
        </p:nvSpPr>
        <p:spPr>
          <a:xfrm>
            <a:off x="11022420" y="945273"/>
            <a:ext cx="980973" cy="980973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8" name="!!circle-1qv"/>
          <p:cNvSpPr/>
          <p:nvPr/>
        </p:nvSpPr>
        <p:spPr>
          <a:xfrm>
            <a:off x="841039" y="6044183"/>
            <a:ext cx="1551610" cy="1551610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9" name="!!circle-1qy"/>
          <p:cNvSpPr/>
          <p:nvPr/>
        </p:nvSpPr>
        <p:spPr>
          <a:xfrm>
            <a:off x="4385882" y="757389"/>
            <a:ext cx="2674569" cy="2674569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0" name="!!circle-1r1"/>
          <p:cNvSpPr/>
          <p:nvPr/>
        </p:nvSpPr>
        <p:spPr>
          <a:xfrm>
            <a:off x="1610335" y="5292775"/>
            <a:ext cx="905370" cy="905370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1" name="!!circle-1rp"/>
          <p:cNvSpPr/>
          <p:nvPr/>
        </p:nvSpPr>
        <p:spPr>
          <a:xfrm>
            <a:off x="8104462" y="5744520"/>
            <a:ext cx="985317" cy="985317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2" name="!!circle-1sb"/>
          <p:cNvSpPr/>
          <p:nvPr/>
        </p:nvSpPr>
        <p:spPr>
          <a:xfrm>
            <a:off x="6042374" y="3502068"/>
            <a:ext cx="1718970" cy="1718970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3" name="!!rect-1sh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5F7">
                  <a:alpha val="0"/>
                </a:srgbClr>
              </a:gs>
              <a:gs pos="20428">
                <a:srgbClr val="F3F5F7">
                  <a:alpha val="0"/>
                </a:srgbClr>
              </a:gs>
              <a:gs pos="66730">
                <a:srgbClr val="F3F5F7"/>
              </a:gs>
              <a:gs pos="100000">
                <a:srgbClr val="F3F5F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4" name="!!circle-1sj"/>
          <p:cNvSpPr/>
          <p:nvPr/>
        </p:nvSpPr>
        <p:spPr>
          <a:xfrm>
            <a:off x="103149" y="136895"/>
            <a:ext cx="50038" cy="50038"/>
          </a:xfrm>
          <a:prstGeom prst="ellipse">
            <a:avLst/>
          </a:prstGeom>
          <a:solidFill>
            <a:srgbClr val="627D8D">
              <a:alpha val="25400"/>
            </a:srgbClr>
          </a:solidFill>
          <a:ln>
            <a:noFill/>
          </a:ln>
        </p:spPr>
      </p:sp>
      <p:sp>
        <p:nvSpPr>
          <p:cNvPr id="15" name="!!circle-1sm"/>
          <p:cNvSpPr/>
          <p:nvPr/>
        </p:nvSpPr>
        <p:spPr>
          <a:xfrm>
            <a:off x="5613354" y="1445493"/>
            <a:ext cx="36055" cy="36055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16" name="!!circle-1sp"/>
          <p:cNvSpPr/>
          <p:nvPr/>
        </p:nvSpPr>
        <p:spPr>
          <a:xfrm>
            <a:off x="9308982" y="3350272"/>
            <a:ext cx="24295" cy="24295"/>
          </a:xfrm>
          <a:prstGeom prst="ellipse">
            <a:avLst/>
          </a:prstGeom>
          <a:solidFill>
            <a:srgbClr val="627D8D">
              <a:alpha val="18100"/>
            </a:srgbClr>
          </a:solidFill>
          <a:ln>
            <a:noFill/>
          </a:ln>
        </p:spPr>
      </p:sp>
      <p:sp>
        <p:nvSpPr>
          <p:cNvPr id="17" name="!!circle-1ss"/>
          <p:cNvSpPr/>
          <p:nvPr/>
        </p:nvSpPr>
        <p:spPr>
          <a:xfrm>
            <a:off x="3545058" y="6532514"/>
            <a:ext cx="25959" cy="25959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18" name="!!circle-1sv"/>
          <p:cNvSpPr/>
          <p:nvPr/>
        </p:nvSpPr>
        <p:spPr>
          <a:xfrm>
            <a:off x="1931010" y="1851916"/>
            <a:ext cx="35878" cy="35878"/>
          </a:xfrm>
          <a:prstGeom prst="ellipse">
            <a:avLst/>
          </a:prstGeom>
          <a:solidFill>
            <a:srgbClr val="627D8D">
              <a:alpha val="26800"/>
            </a:srgbClr>
          </a:solidFill>
          <a:ln>
            <a:noFill/>
          </a:ln>
        </p:spPr>
      </p:sp>
      <p:sp>
        <p:nvSpPr>
          <p:cNvPr id="19" name="!!circle-1sy"/>
          <p:cNvSpPr/>
          <p:nvPr/>
        </p:nvSpPr>
        <p:spPr>
          <a:xfrm>
            <a:off x="6795524" y="3948318"/>
            <a:ext cx="40234" cy="40234"/>
          </a:xfrm>
          <a:prstGeom prst="ellipse">
            <a:avLst/>
          </a:prstGeom>
          <a:solidFill>
            <a:srgbClr val="627D8D">
              <a:alpha val="31300"/>
            </a:srgbClr>
          </a:solidFill>
          <a:ln>
            <a:noFill/>
          </a:ln>
        </p:spPr>
      </p:sp>
      <p:sp>
        <p:nvSpPr>
          <p:cNvPr id="20" name="!!circle-1t1"/>
          <p:cNvSpPr/>
          <p:nvPr/>
        </p:nvSpPr>
        <p:spPr>
          <a:xfrm>
            <a:off x="10004854" y="28974"/>
            <a:ext cx="23559" cy="23559"/>
          </a:xfrm>
          <a:prstGeom prst="ellipse">
            <a:avLst/>
          </a:prstGeom>
          <a:solidFill>
            <a:srgbClr val="627D8D">
              <a:alpha val="17900"/>
            </a:srgbClr>
          </a:solidFill>
          <a:ln>
            <a:noFill/>
          </a:ln>
        </p:spPr>
      </p:sp>
      <p:sp>
        <p:nvSpPr>
          <p:cNvPr id="21" name="!!circle-1t4"/>
          <p:cNvSpPr/>
          <p:nvPr/>
        </p:nvSpPr>
        <p:spPr>
          <a:xfrm>
            <a:off x="1127858" y="5005314"/>
            <a:ext cx="29959" cy="29959"/>
          </a:xfrm>
          <a:prstGeom prst="ellipse">
            <a:avLst/>
          </a:prstGeom>
          <a:solidFill>
            <a:srgbClr val="627D8D">
              <a:alpha val="19400"/>
            </a:srgbClr>
          </a:solidFill>
          <a:ln>
            <a:noFill/>
          </a:ln>
        </p:spPr>
      </p:sp>
      <p:sp>
        <p:nvSpPr>
          <p:cNvPr id="22" name="!!circle-1t7"/>
          <p:cNvSpPr/>
          <p:nvPr/>
        </p:nvSpPr>
        <p:spPr>
          <a:xfrm>
            <a:off x="8503641" y="4560729"/>
            <a:ext cx="28702" cy="28702"/>
          </a:xfrm>
          <a:prstGeom prst="ellipse">
            <a:avLst/>
          </a:prstGeom>
          <a:solidFill>
            <a:srgbClr val="627D8D">
              <a:alpha val="17800"/>
            </a:srgbClr>
          </a:solidFill>
          <a:ln>
            <a:noFill/>
          </a:ln>
        </p:spPr>
      </p:sp>
      <p:sp>
        <p:nvSpPr>
          <p:cNvPr id="23" name="!!circle-1ta"/>
          <p:cNvSpPr/>
          <p:nvPr/>
        </p:nvSpPr>
        <p:spPr>
          <a:xfrm>
            <a:off x="11049481" y="1992992"/>
            <a:ext cx="24066" cy="24066"/>
          </a:xfrm>
          <a:prstGeom prst="ellipse">
            <a:avLst/>
          </a:prstGeom>
          <a:solidFill>
            <a:srgbClr val="627D8D">
              <a:alpha val="23900"/>
            </a:srgbClr>
          </a:solidFill>
          <a:ln>
            <a:noFill/>
          </a:ln>
        </p:spPr>
      </p:sp>
      <p:sp>
        <p:nvSpPr>
          <p:cNvPr id="24" name="!!circle-1td"/>
          <p:cNvSpPr/>
          <p:nvPr/>
        </p:nvSpPr>
        <p:spPr>
          <a:xfrm>
            <a:off x="8389082" y="5996674"/>
            <a:ext cx="35865" cy="35865"/>
          </a:xfrm>
          <a:prstGeom prst="ellipse">
            <a:avLst/>
          </a:prstGeom>
          <a:solidFill>
            <a:srgbClr val="627D8D">
              <a:alpha val="28200"/>
            </a:srgbClr>
          </a:solidFill>
          <a:ln>
            <a:noFill/>
          </a:ln>
        </p:spPr>
      </p:sp>
      <p:sp>
        <p:nvSpPr>
          <p:cNvPr id="25" name="!!circle-1tg"/>
          <p:cNvSpPr/>
          <p:nvPr/>
        </p:nvSpPr>
        <p:spPr>
          <a:xfrm>
            <a:off x="1459347" y="3216557"/>
            <a:ext cx="39218" cy="39218"/>
          </a:xfrm>
          <a:prstGeom prst="ellipse">
            <a:avLst/>
          </a:prstGeom>
          <a:solidFill>
            <a:srgbClr val="627D8D">
              <a:alpha val="29600"/>
            </a:srgbClr>
          </a:solidFill>
          <a:ln>
            <a:noFill/>
          </a:ln>
        </p:spPr>
      </p:sp>
      <p:sp>
        <p:nvSpPr>
          <p:cNvPr id="26" name="!!circle-1tj"/>
          <p:cNvSpPr/>
          <p:nvPr/>
        </p:nvSpPr>
        <p:spPr>
          <a:xfrm>
            <a:off x="7143996" y="6230956"/>
            <a:ext cx="49733" cy="49733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7" name="!!circle-1tm"/>
          <p:cNvSpPr/>
          <p:nvPr/>
        </p:nvSpPr>
        <p:spPr>
          <a:xfrm>
            <a:off x="6344492" y="1893979"/>
            <a:ext cx="41694" cy="41694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8" name="!!circle-1tp"/>
          <p:cNvSpPr/>
          <p:nvPr/>
        </p:nvSpPr>
        <p:spPr>
          <a:xfrm>
            <a:off x="6789652" y="5299441"/>
            <a:ext cx="31979" cy="31979"/>
          </a:xfrm>
          <a:prstGeom prst="ellipse">
            <a:avLst/>
          </a:prstGeom>
          <a:solidFill>
            <a:srgbClr val="627D8D">
              <a:alpha val="24100"/>
            </a:srgbClr>
          </a:solidFill>
          <a:ln>
            <a:noFill/>
          </a:ln>
        </p:spPr>
      </p:sp>
      <p:sp>
        <p:nvSpPr>
          <p:cNvPr id="29" name="!!circle-1ts"/>
          <p:cNvSpPr/>
          <p:nvPr/>
        </p:nvSpPr>
        <p:spPr>
          <a:xfrm>
            <a:off x="3850826" y="1222349"/>
            <a:ext cx="18085" cy="18085"/>
          </a:xfrm>
          <a:prstGeom prst="ellipse">
            <a:avLst/>
          </a:prstGeom>
          <a:solidFill>
            <a:srgbClr val="627D8D">
              <a:alpha val="10500"/>
            </a:srgbClr>
          </a:solidFill>
          <a:ln>
            <a:noFill/>
          </a:ln>
        </p:spPr>
      </p:sp>
      <p:sp>
        <p:nvSpPr>
          <p:cNvPr id="30" name="!!circle-1ty"/>
          <p:cNvSpPr/>
          <p:nvPr/>
        </p:nvSpPr>
        <p:spPr>
          <a:xfrm>
            <a:off x="3420510" y="6449578"/>
            <a:ext cx="39243" cy="39243"/>
          </a:xfrm>
          <a:prstGeom prst="ellipse">
            <a:avLst/>
          </a:prstGeom>
          <a:solidFill>
            <a:srgbClr val="627D8D">
              <a:alpha val="27700"/>
            </a:srgbClr>
          </a:solidFill>
          <a:ln>
            <a:noFill/>
          </a:ln>
        </p:spPr>
      </p:sp>
      <p:sp>
        <p:nvSpPr>
          <p:cNvPr id="31" name="!!circle-1u1"/>
          <p:cNvSpPr/>
          <p:nvPr/>
        </p:nvSpPr>
        <p:spPr>
          <a:xfrm>
            <a:off x="1662236" y="6648898"/>
            <a:ext cx="34519" cy="34519"/>
          </a:xfrm>
          <a:prstGeom prst="ellipse">
            <a:avLst/>
          </a:prstGeom>
          <a:solidFill>
            <a:srgbClr val="627D8D">
              <a:alpha val="22500"/>
            </a:srgbClr>
          </a:solidFill>
          <a:ln>
            <a:noFill/>
          </a:ln>
        </p:spPr>
      </p:sp>
      <p:sp>
        <p:nvSpPr>
          <p:cNvPr id="32" name="!!circle-1u4"/>
          <p:cNvSpPr/>
          <p:nvPr/>
        </p:nvSpPr>
        <p:spPr>
          <a:xfrm>
            <a:off x="2620785" y="5251008"/>
            <a:ext cx="46228" cy="46228"/>
          </a:xfrm>
          <a:prstGeom prst="ellipse">
            <a:avLst/>
          </a:prstGeom>
          <a:solidFill>
            <a:srgbClr val="627D8D">
              <a:alpha val="26200"/>
            </a:srgbClr>
          </a:solidFill>
          <a:ln>
            <a:noFill/>
          </a:ln>
        </p:spPr>
      </p:sp>
      <p:sp>
        <p:nvSpPr>
          <p:cNvPr id="33" name="!!circle-1u7"/>
          <p:cNvSpPr/>
          <p:nvPr/>
        </p:nvSpPr>
        <p:spPr>
          <a:xfrm>
            <a:off x="7416965" y="4852692"/>
            <a:ext cx="49327" cy="49327"/>
          </a:xfrm>
          <a:prstGeom prst="ellipse">
            <a:avLst/>
          </a:prstGeom>
          <a:solidFill>
            <a:srgbClr val="627D8D">
              <a:alpha val="20800"/>
            </a:srgbClr>
          </a:solidFill>
          <a:ln>
            <a:noFill/>
          </a:ln>
        </p:spPr>
      </p:sp>
      <p:sp>
        <p:nvSpPr>
          <p:cNvPr id="34" name="!!circle-1ua"/>
          <p:cNvSpPr/>
          <p:nvPr/>
        </p:nvSpPr>
        <p:spPr>
          <a:xfrm>
            <a:off x="9692871" y="5594612"/>
            <a:ext cx="24054" cy="24054"/>
          </a:xfrm>
          <a:prstGeom prst="ellipse">
            <a:avLst/>
          </a:prstGeom>
          <a:solidFill>
            <a:srgbClr val="627D8D">
              <a:alpha val="22200"/>
            </a:srgbClr>
          </a:solidFill>
          <a:ln>
            <a:noFill/>
          </a:ln>
        </p:spPr>
      </p:sp>
      <p:sp>
        <p:nvSpPr>
          <p:cNvPr id="35" name="!!circle-1ud"/>
          <p:cNvSpPr/>
          <p:nvPr/>
        </p:nvSpPr>
        <p:spPr>
          <a:xfrm>
            <a:off x="2104508" y="1547578"/>
            <a:ext cx="32271" cy="32271"/>
          </a:xfrm>
          <a:prstGeom prst="ellipse">
            <a:avLst/>
          </a:prstGeom>
          <a:solidFill>
            <a:srgbClr val="627D8D">
              <a:alpha val="20500"/>
            </a:srgbClr>
          </a:solidFill>
          <a:ln>
            <a:noFill/>
          </a:ln>
        </p:spPr>
      </p:sp>
      <p:sp>
        <p:nvSpPr>
          <p:cNvPr id="36" name="!!circle-1uj"/>
          <p:cNvSpPr/>
          <p:nvPr/>
        </p:nvSpPr>
        <p:spPr>
          <a:xfrm>
            <a:off x="2088291" y="2544756"/>
            <a:ext cx="34252" cy="34252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37" name="!!circle-1um"/>
          <p:cNvSpPr/>
          <p:nvPr/>
        </p:nvSpPr>
        <p:spPr>
          <a:xfrm>
            <a:off x="9614675" y="4503930"/>
            <a:ext cx="44196" cy="44196"/>
          </a:xfrm>
          <a:prstGeom prst="ellipse">
            <a:avLst/>
          </a:prstGeom>
          <a:solidFill>
            <a:srgbClr val="627D8D">
              <a:alpha val="21700"/>
            </a:srgbClr>
          </a:solidFill>
          <a:ln>
            <a:noFill/>
          </a:ln>
        </p:spPr>
      </p:sp>
      <p:sp>
        <p:nvSpPr>
          <p:cNvPr id="38" name="!!circle-1up"/>
          <p:cNvSpPr/>
          <p:nvPr/>
        </p:nvSpPr>
        <p:spPr>
          <a:xfrm>
            <a:off x="6803946" y="1862193"/>
            <a:ext cx="35192" cy="35192"/>
          </a:xfrm>
          <a:prstGeom prst="ellipse">
            <a:avLst/>
          </a:prstGeom>
          <a:solidFill>
            <a:srgbClr val="627D8D">
              <a:alpha val="27100"/>
            </a:srgbClr>
          </a:solidFill>
          <a:ln>
            <a:noFill/>
          </a:ln>
        </p:spPr>
      </p:sp>
      <p:sp>
        <p:nvSpPr>
          <p:cNvPr id="39" name="!!circle-1us"/>
          <p:cNvSpPr/>
          <p:nvPr/>
        </p:nvSpPr>
        <p:spPr>
          <a:xfrm>
            <a:off x="10123851" y="5440080"/>
            <a:ext cx="43358" cy="43358"/>
          </a:xfrm>
          <a:prstGeom prst="ellipse">
            <a:avLst/>
          </a:prstGeom>
          <a:solidFill>
            <a:srgbClr val="627D8D">
              <a:alpha val="19500"/>
            </a:srgbClr>
          </a:solidFill>
          <a:ln>
            <a:noFill/>
          </a:ln>
        </p:spPr>
      </p:sp>
      <p:sp>
        <p:nvSpPr>
          <p:cNvPr id="40" name="!!circle-1uv"/>
          <p:cNvSpPr/>
          <p:nvPr/>
        </p:nvSpPr>
        <p:spPr>
          <a:xfrm>
            <a:off x="3120486" y="2234912"/>
            <a:ext cx="33528" cy="33528"/>
          </a:xfrm>
          <a:prstGeom prst="ellipse">
            <a:avLst/>
          </a:prstGeom>
          <a:solidFill>
            <a:srgbClr val="627D8D">
              <a:alpha val="28300"/>
            </a:srgbClr>
          </a:solidFill>
          <a:ln>
            <a:noFill/>
          </a:ln>
        </p:spPr>
      </p:sp>
      <p:sp>
        <p:nvSpPr>
          <p:cNvPr id="41" name="!!circle-1uy"/>
          <p:cNvSpPr/>
          <p:nvPr/>
        </p:nvSpPr>
        <p:spPr>
          <a:xfrm>
            <a:off x="6765845" y="2784980"/>
            <a:ext cx="28956" cy="28956"/>
          </a:xfrm>
          <a:prstGeom prst="ellipse">
            <a:avLst/>
          </a:prstGeom>
          <a:solidFill>
            <a:srgbClr val="627D8D">
              <a:alpha val="21800"/>
            </a:srgbClr>
          </a:solidFill>
          <a:ln>
            <a:noFill/>
          </a:ln>
        </p:spPr>
      </p:sp>
      <p:sp>
        <p:nvSpPr>
          <p:cNvPr id="42" name="!!circle-1v1"/>
          <p:cNvSpPr/>
          <p:nvPr/>
        </p:nvSpPr>
        <p:spPr>
          <a:xfrm>
            <a:off x="6984612" y="6502527"/>
            <a:ext cx="45555" cy="45555"/>
          </a:xfrm>
          <a:prstGeom prst="ellipse">
            <a:avLst/>
          </a:prstGeom>
          <a:solidFill>
            <a:srgbClr val="627D8D">
              <a:alpha val="20900"/>
            </a:srgbClr>
          </a:solidFill>
          <a:ln>
            <a:noFill/>
          </a:ln>
        </p:spPr>
      </p:sp>
      <p:sp>
        <p:nvSpPr>
          <p:cNvPr id="43" name="!!circle-1v4"/>
          <p:cNvSpPr/>
          <p:nvPr/>
        </p:nvSpPr>
        <p:spPr>
          <a:xfrm>
            <a:off x="11315011" y="3440774"/>
            <a:ext cx="39484" cy="39484"/>
          </a:xfrm>
          <a:prstGeom prst="ellipse">
            <a:avLst/>
          </a:prstGeom>
          <a:solidFill>
            <a:srgbClr val="627D8D">
              <a:alpha val="13600"/>
            </a:srgbClr>
          </a:solidFill>
          <a:ln>
            <a:noFill/>
          </a:ln>
        </p:spPr>
      </p:sp>
      <p:sp>
        <p:nvSpPr>
          <p:cNvPr id="44" name="!!circle-1v7"/>
          <p:cNvSpPr/>
          <p:nvPr/>
        </p:nvSpPr>
        <p:spPr>
          <a:xfrm>
            <a:off x="7446612" y="5725005"/>
            <a:ext cx="30455" cy="30455"/>
          </a:xfrm>
          <a:prstGeom prst="ellipse">
            <a:avLst/>
          </a:prstGeom>
          <a:solidFill>
            <a:srgbClr val="627D8D">
              <a:alpha val="16500"/>
            </a:srgbClr>
          </a:solidFill>
          <a:ln>
            <a:noFill/>
          </a:ln>
        </p:spPr>
      </p:sp>
      <p:sp>
        <p:nvSpPr>
          <p:cNvPr id="45" name="!!circle-1va"/>
          <p:cNvSpPr/>
          <p:nvPr/>
        </p:nvSpPr>
        <p:spPr>
          <a:xfrm>
            <a:off x="8945876" y="6478002"/>
            <a:ext cx="28257" cy="28257"/>
          </a:xfrm>
          <a:prstGeom prst="ellipse">
            <a:avLst/>
          </a:prstGeom>
          <a:solidFill>
            <a:srgbClr val="627D8D">
              <a:alpha val="15700"/>
            </a:srgbClr>
          </a:solidFill>
          <a:ln>
            <a:noFill/>
          </a:ln>
        </p:spPr>
      </p:sp>
      <p:sp>
        <p:nvSpPr>
          <p:cNvPr id="46" name="!!circle-1vd"/>
          <p:cNvSpPr/>
          <p:nvPr/>
        </p:nvSpPr>
        <p:spPr>
          <a:xfrm>
            <a:off x="11343135" y="5183129"/>
            <a:ext cx="45149" cy="45149"/>
          </a:xfrm>
          <a:prstGeom prst="ellipse">
            <a:avLst/>
          </a:prstGeom>
          <a:solidFill>
            <a:srgbClr val="627D8D">
              <a:alpha val="31200"/>
            </a:srgbClr>
          </a:solidFill>
          <a:ln>
            <a:noFill/>
          </a:ln>
        </p:spPr>
      </p:sp>
      <p:sp>
        <p:nvSpPr>
          <p:cNvPr id="47" name="!!circle-1vg"/>
          <p:cNvSpPr/>
          <p:nvPr/>
        </p:nvSpPr>
        <p:spPr>
          <a:xfrm>
            <a:off x="3449051" y="3340789"/>
            <a:ext cx="30696" cy="30696"/>
          </a:xfrm>
          <a:prstGeom prst="ellipse">
            <a:avLst/>
          </a:prstGeom>
          <a:solidFill>
            <a:srgbClr val="627D8D">
              <a:alpha val="25700"/>
            </a:srgbClr>
          </a:solidFill>
          <a:ln>
            <a:noFill/>
          </a:ln>
        </p:spPr>
      </p:sp>
      <p:sp>
        <p:nvSpPr>
          <p:cNvPr id="48" name="!!circle-1vj"/>
          <p:cNvSpPr/>
          <p:nvPr/>
        </p:nvSpPr>
        <p:spPr>
          <a:xfrm>
            <a:off x="8824210" y="3885041"/>
            <a:ext cx="37401" cy="37401"/>
          </a:xfrm>
          <a:prstGeom prst="ellipse">
            <a:avLst/>
          </a:prstGeom>
          <a:solidFill>
            <a:srgbClr val="627D8D">
              <a:alpha val="16000"/>
            </a:srgbClr>
          </a:solidFill>
          <a:ln>
            <a:noFill/>
          </a:ln>
        </p:spPr>
      </p:sp>
      <p:sp>
        <p:nvSpPr>
          <p:cNvPr id="49" name="!!circle-1vm"/>
          <p:cNvSpPr/>
          <p:nvPr/>
        </p:nvSpPr>
        <p:spPr>
          <a:xfrm>
            <a:off x="1747855" y="4666440"/>
            <a:ext cx="33096" cy="33096"/>
          </a:xfrm>
          <a:prstGeom prst="ellipse">
            <a:avLst/>
          </a:prstGeom>
          <a:solidFill>
            <a:srgbClr val="627D8D">
              <a:alpha val="22300"/>
            </a:srgbClr>
          </a:solidFill>
          <a:ln>
            <a:noFill/>
          </a:ln>
        </p:spPr>
      </p:sp>
      <p:sp>
        <p:nvSpPr>
          <p:cNvPr id="50" name="!!circle-1vp"/>
          <p:cNvSpPr/>
          <p:nvPr/>
        </p:nvSpPr>
        <p:spPr>
          <a:xfrm>
            <a:off x="11592310" y="776985"/>
            <a:ext cx="21145" cy="21145"/>
          </a:xfrm>
          <a:prstGeom prst="ellipse">
            <a:avLst/>
          </a:prstGeom>
          <a:solidFill>
            <a:srgbClr val="627D8D">
              <a:alpha val="16300"/>
            </a:srgbClr>
          </a:solidFill>
          <a:ln>
            <a:noFill/>
          </a:ln>
        </p:spPr>
      </p:sp>
      <p:sp>
        <p:nvSpPr>
          <p:cNvPr id="51" name="!!circle-1vs"/>
          <p:cNvSpPr/>
          <p:nvPr/>
        </p:nvSpPr>
        <p:spPr>
          <a:xfrm>
            <a:off x="11076720" y="5673162"/>
            <a:ext cx="35281" cy="35281"/>
          </a:xfrm>
          <a:prstGeom prst="ellipse">
            <a:avLst/>
          </a:prstGeom>
          <a:solidFill>
            <a:srgbClr val="627D8D">
              <a:alpha val="30000"/>
            </a:srgbClr>
          </a:solidFill>
          <a:ln>
            <a:noFill/>
          </a:ln>
        </p:spPr>
      </p:sp>
      <p:sp>
        <p:nvSpPr>
          <p:cNvPr id="52" name="!!path-37d"/>
          <p:cNvSpPr/>
          <p:nvPr/>
        </p:nvSpPr>
        <p:spPr>
          <a:xfrm>
            <a:off x="-472650" y="4654061"/>
            <a:ext cx="6562031" cy="3228645"/>
          </a:xfrm>
          <a:custGeom>
            <a:avLst/>
            <a:gdLst/>
            <a:ahLst/>
            <a:cxnLst/>
            <a:rect l="l" t="t" r="r" b="b"/>
            <a:pathLst>
              <a:path w="6562031" h="3228645" fill="none">
                <a:moveTo>
                  <a:pt x="0" y="3228645"/>
                </a:moveTo>
                <a:quadBezTo>
                  <a:pt x="3792985" y="2654865"/>
                  <a:pt x="6562031" y="0"/>
                </a:quadBezTo>
              </a:path>
            </a:pathLst>
          </a:custGeom>
          <a:noFill/>
          <a:ln w="27654" cap="rnd">
            <a:solidFill>
              <a:srgbClr val="627D8D">
                <a:alpha val="26000"/>
              </a:srgbClr>
            </a:solidFill>
            <a:prstDash val="solid"/>
            <a:round/>
          </a:ln>
        </p:spPr>
      </p:sp>
      <p:sp>
        <p:nvSpPr>
          <p:cNvPr id="53" name="!!circle-37j"/>
          <p:cNvSpPr/>
          <p:nvPr/>
        </p:nvSpPr>
        <p:spPr>
          <a:xfrm>
            <a:off x="5224634" y="5252138"/>
            <a:ext cx="177462" cy="177462"/>
          </a:xfrm>
          <a:custGeom>
            <a:avLst/>
            <a:gdLst/>
            <a:ahLst/>
            <a:cxnLst/>
            <a:rect l="l" t="t" r="r" b="b"/>
            <a:pathLst>
              <a:path w="177462" h="177462">
                <a:moveTo>
                  <a:pt x="177224" y="89162"/>
                </a:moveTo>
                <a:cubicBezTo>
                  <a:pt x="176986" y="138035"/>
                  <a:pt x="137174" y="177462"/>
                  <a:pt x="88300" y="177224"/>
                </a:cubicBezTo>
                <a:cubicBezTo>
                  <a:pt x="39427" y="176986"/>
                  <a:pt x="0" y="137174"/>
                  <a:pt x="238" y="88300"/>
                </a:cubicBezTo>
                <a:cubicBezTo>
                  <a:pt x="476" y="39427"/>
                  <a:pt x="40289" y="0"/>
                  <a:pt x="89162" y="238"/>
                </a:cubicBezTo>
                <a:cubicBezTo>
                  <a:pt x="138035" y="476"/>
                  <a:pt x="177462" y="40289"/>
                  <a:pt x="177224" y="89162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56455"/>
                </a:srgbClr>
              </a:gs>
              <a:gs pos="28209">
                <a:srgbClr val="627D8D">
                  <a:alpha val="28228"/>
                </a:srgbClr>
              </a:gs>
              <a:gs pos="70522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4" name="!!circle-37m"/>
          <p:cNvSpPr/>
          <p:nvPr/>
        </p:nvSpPr>
        <p:spPr>
          <a:xfrm>
            <a:off x="3156699" y="6608844"/>
            <a:ext cx="177462" cy="177462"/>
          </a:xfrm>
          <a:custGeom>
            <a:avLst/>
            <a:gdLst/>
            <a:ahLst/>
            <a:cxnLst/>
            <a:rect l="l" t="t" r="r" b="b"/>
            <a:pathLst>
              <a:path w="177462" h="177462">
                <a:moveTo>
                  <a:pt x="177224" y="89162"/>
                </a:moveTo>
                <a:cubicBezTo>
                  <a:pt x="176986" y="138035"/>
                  <a:pt x="137174" y="177462"/>
                  <a:pt x="88300" y="177224"/>
                </a:cubicBezTo>
                <a:cubicBezTo>
                  <a:pt x="39427" y="176986"/>
                  <a:pt x="0" y="137174"/>
                  <a:pt x="238" y="88300"/>
                </a:cubicBezTo>
                <a:cubicBezTo>
                  <a:pt x="476" y="39427"/>
                  <a:pt x="40289" y="0"/>
                  <a:pt x="89162" y="238"/>
                </a:cubicBezTo>
                <a:cubicBezTo>
                  <a:pt x="138035" y="476"/>
                  <a:pt x="177462" y="40289"/>
                  <a:pt x="177224" y="89162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81000"/>
                </a:srgbClr>
              </a:gs>
              <a:gs pos="28209">
                <a:srgbClr val="627D8D">
                  <a:alpha val="40500"/>
                </a:srgbClr>
              </a:gs>
              <a:gs pos="70522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5" name="!!circle-37s"/>
          <p:cNvSpPr/>
          <p:nvPr/>
        </p:nvSpPr>
        <p:spPr>
          <a:xfrm>
            <a:off x="5513561" y="4822205"/>
            <a:ext cx="377107" cy="377107"/>
          </a:xfrm>
          <a:custGeom>
            <a:avLst/>
            <a:gdLst/>
            <a:ahLst/>
            <a:cxnLst/>
            <a:rect l="l" t="t" r="r" b="b"/>
            <a:pathLst>
              <a:path w="377107" h="377107">
                <a:moveTo>
                  <a:pt x="376602" y="189469"/>
                </a:moveTo>
                <a:cubicBezTo>
                  <a:pt x="376096" y="293325"/>
                  <a:pt x="291494" y="377107"/>
                  <a:pt x="187638" y="376602"/>
                </a:cubicBezTo>
                <a:cubicBezTo>
                  <a:pt x="83782" y="376096"/>
                  <a:pt x="0" y="291494"/>
                  <a:pt x="506" y="187638"/>
                </a:cubicBezTo>
                <a:cubicBezTo>
                  <a:pt x="1011" y="83782"/>
                  <a:pt x="85613" y="0"/>
                  <a:pt x="189469" y="506"/>
                </a:cubicBezTo>
                <a:cubicBezTo>
                  <a:pt x="293325" y="1011"/>
                  <a:pt x="377107" y="85613"/>
                  <a:pt x="376602" y="189469"/>
                </a:cubicBez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24683">
                <a:srgbClr val="627D8D">
                  <a:alpha val="90000"/>
                </a:srgbClr>
              </a:gs>
              <a:gs pos="70522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6" name="!!circle-3as"/>
          <p:cNvSpPr/>
          <p:nvPr/>
        </p:nvSpPr>
        <p:spPr>
          <a:xfrm>
            <a:off x="0" y="5083617"/>
            <a:ext cx="1734981" cy="1774383"/>
          </a:xfrm>
          <a:custGeom>
            <a:avLst/>
            <a:gdLst/>
            <a:ahLst/>
            <a:cxnLst/>
            <a:rect l="l" t="t" r="r" b="b"/>
            <a:pathLst>
              <a:path w="1734981" h="1774383">
                <a:moveTo>
                  <a:pt x="0" y="1774383"/>
                </a:moveTo>
                <a:lnTo>
                  <a:pt x="0" y="0"/>
                </a:lnTo>
                <a:lnTo>
                  <a:pt x="232241" y="117957"/>
                </a:lnTo>
                <a:lnTo>
                  <a:pt x="637474" y="394548"/>
                </a:lnTo>
                <a:lnTo>
                  <a:pt x="1003039" y="719488"/>
                </a:lnTo>
                <a:lnTo>
                  <a:pt x="1324404" y="1088201"/>
                </a:lnTo>
                <a:lnTo>
                  <a:pt x="1597036" y="1496108"/>
                </a:lnTo>
                <a:lnTo>
                  <a:pt x="1734981" y="1774383"/>
                </a:lnTo>
                <a:close/>
              </a:path>
            </a:pathLst>
          </a:custGeom>
          <a:gradFill rotWithShape="1">
            <a:gsLst>
              <a:gs pos="0">
                <a:srgbClr val="627D8D">
                  <a:alpha val="22000"/>
                </a:srgbClr>
              </a:gs>
              <a:gs pos="78835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0" t="100000" r="100000" b="0"/>
            </a:path>
          </a:gradFill>
          <a:ln>
            <a:noFill/>
          </a:ln>
        </p:spPr>
      </p:sp>
      <p:sp>
        <p:nvSpPr>
          <p:cNvPr id="57" name="!!circle-3aw"/>
          <p:cNvSpPr/>
          <p:nvPr/>
        </p:nvSpPr>
        <p:spPr>
          <a:xfrm>
            <a:off x="-3504038" y="6702433"/>
            <a:ext cx="3581425" cy="3581425"/>
          </a:xfrm>
          <a:custGeom>
            <a:avLst/>
            <a:gdLst/>
            <a:ahLst/>
            <a:cxnLst/>
            <a:rect l="l" t="t" r="r" b="b"/>
            <a:pathLst>
              <a:path w="3581425" h="3581425" fill="none">
                <a:moveTo>
                  <a:pt x="1903137" y="3519335"/>
                </a:moveTo>
                <a:cubicBezTo>
                  <a:pt x="948445" y="3581425"/>
                  <a:pt x="124180" y="2857828"/>
                  <a:pt x="62090" y="1903137"/>
                </a:cubicBezTo>
                <a:cubicBezTo>
                  <a:pt x="0" y="948445"/>
                  <a:pt x="723597" y="124180"/>
                  <a:pt x="1678288" y="62090"/>
                </a:cubicBezTo>
                <a:cubicBezTo>
                  <a:pt x="2632980" y="0"/>
                  <a:pt x="3457245" y="723597"/>
                  <a:pt x="3519335" y="1678288"/>
                </a:cubicBezTo>
                <a:cubicBezTo>
                  <a:pt x="3581425" y="2632980"/>
                  <a:pt x="2857828" y="3457245"/>
                  <a:pt x="1903137" y="3519335"/>
                </a:cubicBezTo>
                <a:close/>
              </a:path>
            </a:pathLst>
          </a:custGeom>
          <a:noFill/>
          <a:ln w="26548" cap="rnd">
            <a:solidFill>
              <a:srgbClr val="627D8D">
                <a:alpha val="34000"/>
              </a:srgbClr>
            </a:solidFill>
            <a:custDash>
              <a:ds d="4500000" sp="1500000"/>
            </a:custDash>
            <a:miter lim="800000"/>
          </a:ln>
        </p:spPr>
      </p:sp>
      <p:sp>
        <p:nvSpPr>
          <p:cNvPr id="58" name="!!circle-3b0"/>
          <p:cNvSpPr/>
          <p:nvPr/>
        </p:nvSpPr>
        <p:spPr>
          <a:xfrm>
            <a:off x="-4337506" y="5868965"/>
            <a:ext cx="5248361" cy="5248361"/>
          </a:xfrm>
          <a:custGeom>
            <a:avLst/>
            <a:gdLst/>
            <a:ahLst/>
            <a:cxnLst/>
            <a:rect l="l" t="t" r="r" b="b"/>
            <a:pathLst>
              <a:path w="5248361" h="5248361" fill="none">
                <a:moveTo>
                  <a:pt x="4074085" y="4447600"/>
                </a:moveTo>
                <a:cubicBezTo>
                  <a:pt x="3067038" y="5248361"/>
                  <a:pt x="1601521" y="5081132"/>
                  <a:pt x="800760" y="4074085"/>
                </a:cubicBezTo>
                <a:cubicBezTo>
                  <a:pt x="0" y="3067038"/>
                  <a:pt x="167228" y="1601521"/>
                  <a:pt x="1174275" y="800760"/>
                </a:cubicBezTo>
                <a:cubicBezTo>
                  <a:pt x="2181322" y="0"/>
                  <a:pt x="3646840" y="167228"/>
                  <a:pt x="4447600" y="1174275"/>
                </a:cubicBezTo>
                <a:cubicBezTo>
                  <a:pt x="5248361" y="2181322"/>
                  <a:pt x="5081132" y="3646840"/>
                  <a:pt x="4074085" y="4447600"/>
                </a:cubicBezTo>
                <a:close/>
              </a:path>
            </a:pathLst>
          </a:custGeom>
          <a:noFill/>
          <a:ln w="18584" cap="rnd">
            <a:solidFill>
              <a:srgbClr val="627D8D">
                <a:alpha val="27000"/>
              </a:srgbClr>
            </a:solidFill>
            <a:custDash>
              <a:ds d="142857" sp="714286"/>
            </a:custDash>
            <a:miter lim="800000"/>
          </a:ln>
        </p:spPr>
      </p:sp>
      <p:sp>
        <p:nvSpPr>
          <p:cNvPr id="59" name="!!circle-3b4"/>
          <p:cNvSpPr/>
          <p:nvPr/>
        </p:nvSpPr>
        <p:spPr>
          <a:xfrm>
            <a:off x="-5113796" y="5092674"/>
            <a:ext cx="6800941" cy="6800941"/>
          </a:xfrm>
          <a:custGeom>
            <a:avLst/>
            <a:gdLst/>
            <a:ahLst/>
            <a:cxnLst/>
            <a:rect l="l" t="t" r="r" b="b"/>
            <a:pathLst>
              <a:path w="6800941" h="6800941" fill="none">
                <a:moveTo>
                  <a:pt x="1747519" y="912900"/>
                </a:moveTo>
                <a:cubicBezTo>
                  <a:pt x="3121366" y="0"/>
                  <a:pt x="4975141" y="373672"/>
                  <a:pt x="5888041" y="1747519"/>
                </a:cubicBezTo>
                <a:cubicBezTo>
                  <a:pt x="6800941" y="3121366"/>
                  <a:pt x="6427270" y="4975141"/>
                  <a:pt x="5053422" y="5888041"/>
                </a:cubicBezTo>
                <a:cubicBezTo>
                  <a:pt x="3679575" y="6800941"/>
                  <a:pt x="1825800" y="6427270"/>
                  <a:pt x="912900" y="5053422"/>
                </a:cubicBezTo>
                <a:cubicBezTo>
                  <a:pt x="0" y="3679575"/>
                  <a:pt x="373672" y="1825800"/>
                  <a:pt x="1747519" y="912900"/>
                </a:cubicBezTo>
                <a:close/>
              </a:path>
            </a:pathLst>
          </a:custGeom>
          <a:noFill/>
          <a:ln w="18584" cap="rnd">
            <a:solidFill>
              <a:srgbClr val="627D8D">
                <a:alpha val="20000"/>
              </a:srgbClr>
            </a:solidFill>
            <a:custDash>
              <a:ds d="2857143" sp="1285714"/>
              <a:ds d="285714" sp="1285714"/>
            </a:custDash>
            <a:miter lim="800000"/>
          </a:ln>
        </p:spPr>
      </p:sp>
      <p:sp>
        <p:nvSpPr>
          <p:cNvPr id="60" name="!!circle-3d1"/>
          <p:cNvSpPr/>
          <p:nvPr/>
        </p:nvSpPr>
        <p:spPr>
          <a:xfrm>
            <a:off x="4999993" y="2268889"/>
            <a:ext cx="3915730" cy="3915730"/>
          </a:xfrm>
          <a:custGeom>
            <a:avLst/>
            <a:gdLst/>
            <a:ahLst/>
            <a:cxnLst/>
            <a:rect l="l" t="t" r="r" b="b"/>
            <a:pathLst>
              <a:path w="3915730" h="3915730">
                <a:moveTo>
                  <a:pt x="3910479" y="1967373"/>
                </a:moveTo>
                <a:cubicBezTo>
                  <a:pt x="3905228" y="3045772"/>
                  <a:pt x="3026756" y="3915730"/>
                  <a:pt x="1948357" y="3910479"/>
                </a:cubicBezTo>
                <a:cubicBezTo>
                  <a:pt x="869958" y="3905228"/>
                  <a:pt x="0" y="3026756"/>
                  <a:pt x="5251" y="1948357"/>
                </a:cubicBezTo>
                <a:cubicBezTo>
                  <a:pt x="10502" y="869958"/>
                  <a:pt x="888974" y="0"/>
                  <a:pt x="1967373" y="5251"/>
                </a:cubicBezTo>
                <a:cubicBezTo>
                  <a:pt x="3045772" y="10502"/>
                  <a:pt x="3915730" y="888974"/>
                  <a:pt x="3910479" y="1967373"/>
                </a:cubicBezTo>
                <a:close/>
              </a:path>
            </a:pathLst>
          </a:custGeom>
          <a:gradFill rotWithShape="1">
            <a:gsLst>
              <a:gs pos="0">
                <a:srgbClr val="627D8D">
                  <a:alpha val="14873"/>
                </a:srgbClr>
              </a:gs>
              <a:gs pos="70522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1" name="!!circle-3d4"/>
          <p:cNvSpPr/>
          <p:nvPr/>
        </p:nvSpPr>
        <p:spPr>
          <a:xfrm>
            <a:off x="5635997" y="2904892"/>
            <a:ext cx="2643723" cy="2643723"/>
          </a:xfrm>
          <a:custGeom>
            <a:avLst/>
            <a:gdLst/>
            <a:ahLst/>
            <a:cxnLst/>
            <a:rect l="l" t="t" r="r" b="b"/>
            <a:pathLst>
              <a:path w="2643723" h="2643723" fill="none">
                <a:moveTo>
                  <a:pt x="761390" y="309540"/>
                </a:moveTo>
                <a:cubicBezTo>
                  <a:pt x="1320480" y="0"/>
                  <a:pt x="2024644" y="202301"/>
                  <a:pt x="2334183" y="761390"/>
                </a:cubicBezTo>
                <a:cubicBezTo>
                  <a:pt x="2643723" y="1320480"/>
                  <a:pt x="2441422" y="2024644"/>
                  <a:pt x="1882332" y="2334183"/>
                </a:cubicBezTo>
                <a:cubicBezTo>
                  <a:pt x="1323242" y="2643723"/>
                  <a:pt x="619079" y="2441422"/>
                  <a:pt x="309540" y="1882332"/>
                </a:cubicBezTo>
                <a:cubicBezTo>
                  <a:pt x="0" y="1323242"/>
                  <a:pt x="202301" y="619079"/>
                  <a:pt x="761390" y="309540"/>
                </a:cubicBezTo>
                <a:close/>
              </a:path>
            </a:pathLst>
          </a:custGeom>
          <a:noFill/>
          <a:ln w="28928" cap="rnd">
            <a:solidFill>
              <a:srgbClr val="627D8D">
                <a:alpha val="26029"/>
              </a:srgbClr>
            </a:solidFill>
            <a:custDash>
              <a:ds d="100000" sp="550000"/>
            </a:custDash>
            <a:miter lim="800000"/>
          </a:ln>
        </p:spPr>
      </p:sp>
      <p:sp>
        <p:nvSpPr>
          <p:cNvPr id="62" name="!!circle-3d5"/>
          <p:cNvSpPr/>
          <p:nvPr/>
        </p:nvSpPr>
        <p:spPr>
          <a:xfrm>
            <a:off x="6000246" y="3356910"/>
            <a:ext cx="2029527" cy="2029527"/>
          </a:xfrm>
          <a:custGeom>
            <a:avLst/>
            <a:gdLst/>
            <a:ahLst/>
            <a:cxnLst/>
            <a:rect l="l" t="t" r="r" b="b"/>
            <a:pathLst>
              <a:path w="1711319" h="1711319">
                <a:moveTo>
                  <a:pt x="1709024" y="859815"/>
                </a:moveTo>
                <a:cubicBezTo>
                  <a:pt x="1706729" y="1331115"/>
                  <a:pt x="1322805" y="1711319"/>
                  <a:pt x="851504" y="1709024"/>
                </a:cubicBezTo>
                <a:cubicBezTo>
                  <a:pt x="380204" y="1706729"/>
                  <a:pt x="0" y="1322805"/>
                  <a:pt x="2295" y="851504"/>
                </a:cubicBezTo>
                <a:cubicBezTo>
                  <a:pt x="4590" y="380204"/>
                  <a:pt x="388515" y="0"/>
                  <a:pt x="859815" y="2295"/>
                </a:cubicBezTo>
                <a:cubicBezTo>
                  <a:pt x="1331115" y="4590"/>
                  <a:pt x="1711319" y="388515"/>
                  <a:pt x="1709024" y="859815"/>
                </a:cubicBezTo>
                <a:close/>
              </a:path>
            </a:pathLst>
          </a:custGeom>
          <a:solidFill>
            <a:srgbClr val="0B1A26">
              <a:alpha val="8924"/>
            </a:srgbClr>
          </a:solidFill>
          <a:ln>
            <a:noFill/>
          </a:ln>
          <a:effectLst>
            <a:softEdge rad="350028"/>
          </a:effectLst>
        </p:spPr>
      </p:sp>
      <p:sp>
        <p:nvSpPr>
          <p:cNvPr id="63" name="!!circle-3d6"/>
          <p:cNvSpPr/>
          <p:nvPr/>
        </p:nvSpPr>
        <p:spPr>
          <a:xfrm>
            <a:off x="6087696" y="3356591"/>
            <a:ext cx="1740325" cy="1740325"/>
          </a:xfrm>
          <a:custGeom>
            <a:avLst/>
            <a:gdLst/>
            <a:ahLst/>
            <a:cxnLst/>
            <a:rect l="l" t="t" r="r" b="b"/>
            <a:pathLst>
              <a:path w="1740325" h="1740325">
                <a:moveTo>
                  <a:pt x="1737991" y="874388"/>
                </a:moveTo>
                <a:cubicBezTo>
                  <a:pt x="1735657" y="1353676"/>
                  <a:pt x="1345225" y="1740325"/>
                  <a:pt x="865937" y="1737991"/>
                </a:cubicBezTo>
                <a:cubicBezTo>
                  <a:pt x="386648" y="1735657"/>
                  <a:pt x="0" y="1345225"/>
                  <a:pt x="2334" y="865937"/>
                </a:cubicBezTo>
                <a:cubicBezTo>
                  <a:pt x="4668" y="386648"/>
                  <a:pt x="395100" y="0"/>
                  <a:pt x="874388" y="2334"/>
                </a:cubicBezTo>
                <a:cubicBezTo>
                  <a:pt x="1353676" y="4668"/>
                  <a:pt x="1740325" y="395100"/>
                  <a:pt x="1737991" y="874388"/>
                </a:cubicBezTo>
                <a:close/>
              </a:path>
            </a:pathLst>
          </a:custGeom>
          <a:solidFill>
            <a:srgbClr val="FFFFFF">
              <a:alpha val="74367"/>
            </a:srgbClr>
          </a:solidFill>
          <a:ln w="28928" cap="flat">
            <a:solidFill>
              <a:srgbClr val="627D8D">
                <a:alpha val="16361"/>
              </a:srgbClr>
            </a:solidFill>
            <a:prstDash val="solid"/>
            <a:miter lim="800000"/>
          </a:ln>
        </p:spPr>
      </p:sp>
      <p:sp>
        <p:nvSpPr>
          <p:cNvPr id="64" name="!!path-3d7"/>
          <p:cNvSpPr/>
          <p:nvPr/>
        </p:nvSpPr>
        <p:spPr>
          <a:xfrm>
            <a:off x="6715469" y="3924388"/>
            <a:ext cx="484088" cy="604791"/>
          </a:xfrm>
          <a:custGeom>
            <a:avLst/>
            <a:gdLst/>
            <a:ahLst/>
            <a:cxnLst/>
            <a:rect l="l" t="t" r="r" b="b"/>
            <a:pathLst>
              <a:path w="484088" h="604791">
                <a:moveTo>
                  <a:pt x="304156" y="1335"/>
                </a:moveTo>
                <a:lnTo>
                  <a:pt x="63073" y="161"/>
                </a:lnTo>
                <a:cubicBezTo>
                  <a:pt x="29924" y="0"/>
                  <a:pt x="2972" y="26991"/>
                  <a:pt x="2811" y="60140"/>
                </a:cubicBezTo>
                <a:lnTo>
                  <a:pt x="161" y="542304"/>
                </a:lnTo>
                <a:cubicBezTo>
                  <a:pt x="0" y="575453"/>
                  <a:pt x="26688" y="602705"/>
                  <a:pt x="59837" y="602867"/>
                </a:cubicBezTo>
                <a:lnTo>
                  <a:pt x="421763" y="604629"/>
                </a:lnTo>
                <a:cubicBezTo>
                  <a:pt x="454912" y="604791"/>
                  <a:pt x="482166" y="577801"/>
                  <a:pt x="482327" y="544652"/>
                </a:cubicBezTo>
                <a:lnTo>
                  <a:pt x="484088" y="183028"/>
                </a:lnTo>
                <a:lnTo>
                  <a:pt x="304156" y="1335"/>
                </a:lnTo>
                <a:close/>
                <a:moveTo>
                  <a:pt x="362079" y="483794"/>
                </a:moveTo>
                <a:lnTo>
                  <a:pt x="120996" y="482620"/>
                </a:lnTo>
                <a:lnTo>
                  <a:pt x="121290" y="422350"/>
                </a:lnTo>
                <a:lnTo>
                  <a:pt x="362372" y="423524"/>
                </a:lnTo>
                <a:lnTo>
                  <a:pt x="362079" y="483794"/>
                </a:lnTo>
                <a:close/>
                <a:moveTo>
                  <a:pt x="362666" y="363253"/>
                </a:moveTo>
                <a:lnTo>
                  <a:pt x="121583" y="362079"/>
                </a:lnTo>
                <a:lnTo>
                  <a:pt x="121877" y="301808"/>
                </a:lnTo>
                <a:lnTo>
                  <a:pt x="362959" y="302982"/>
                </a:lnTo>
                <a:lnTo>
                  <a:pt x="362666" y="363253"/>
                </a:lnTo>
                <a:close/>
                <a:moveTo>
                  <a:pt x="272994" y="212136"/>
                </a:moveTo>
                <a:lnTo>
                  <a:pt x="273801" y="46392"/>
                </a:lnTo>
                <a:lnTo>
                  <a:pt x="438738" y="212943"/>
                </a:lnTo>
                <a:lnTo>
                  <a:pt x="272994" y="212136"/>
                </a:lnTo>
                <a:close/>
              </a:path>
            </a:pathLst>
          </a:custGeom>
          <a:solidFill>
            <a:srgbClr val="627D8D">
              <a:alpha val="74367"/>
            </a:srgbClr>
          </a:solidFill>
          <a:ln>
            <a:noFill/>
          </a:ln>
        </p:spPr>
      </p:sp>
      <p:sp>
        <p:nvSpPr>
          <p:cNvPr id="65" name="!!path-9ic"/>
          <p:cNvSpPr/>
          <p:nvPr/>
        </p:nvSpPr>
        <p:spPr>
          <a:xfrm>
            <a:off x="381000" y="306527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66" name="!!path-9id"/>
          <p:cNvSpPr/>
          <p:nvPr/>
        </p:nvSpPr>
        <p:spPr>
          <a:xfrm>
            <a:off x="381000" y="308153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67" name="!!path-9ie"/>
          <p:cNvSpPr/>
          <p:nvPr/>
        </p:nvSpPr>
        <p:spPr>
          <a:xfrm>
            <a:off x="381000" y="309778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68" name="!!path-9if"/>
          <p:cNvSpPr/>
          <p:nvPr/>
        </p:nvSpPr>
        <p:spPr>
          <a:xfrm>
            <a:off x="381000" y="311404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69" name="!!path-9ig"/>
          <p:cNvSpPr/>
          <p:nvPr/>
        </p:nvSpPr>
        <p:spPr>
          <a:xfrm>
            <a:off x="381000" y="313030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0" name="!!path-9ih"/>
          <p:cNvSpPr/>
          <p:nvPr/>
        </p:nvSpPr>
        <p:spPr>
          <a:xfrm>
            <a:off x="381000" y="314655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1" name="!!path-9ii"/>
          <p:cNvSpPr/>
          <p:nvPr/>
        </p:nvSpPr>
        <p:spPr>
          <a:xfrm>
            <a:off x="381000" y="316281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2" name="!!path-9ij"/>
          <p:cNvSpPr/>
          <p:nvPr/>
        </p:nvSpPr>
        <p:spPr>
          <a:xfrm>
            <a:off x="381000" y="317906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3" name="!!path-9ik"/>
          <p:cNvSpPr/>
          <p:nvPr/>
        </p:nvSpPr>
        <p:spPr>
          <a:xfrm>
            <a:off x="419608" y="269342"/>
            <a:ext cx="128422" cy="122936"/>
          </a:xfrm>
          <a:custGeom>
            <a:avLst/>
            <a:gdLst/>
            <a:ahLst/>
            <a:cxnLst/>
            <a:rect l="l" t="t" r="r" b="b"/>
            <a:pathLst>
              <a:path w="128422" h="122936">
                <a:moveTo>
                  <a:pt x="0" y="17678"/>
                </a:moveTo>
                <a:lnTo>
                  <a:pt x="8128" y="5080"/>
                </a:lnTo>
                <a:cubicBezTo>
                  <a:pt x="32512" y="0"/>
                  <a:pt x="73152" y="7112"/>
                  <a:pt x="101600" y="26416"/>
                </a:cubicBezTo>
                <a:cubicBezTo>
                  <a:pt x="116840" y="37186"/>
                  <a:pt x="124968" y="49784"/>
                  <a:pt x="128422" y="62992"/>
                </a:cubicBezTo>
                <a:lnTo>
                  <a:pt x="128422" y="122936"/>
                </a:lnTo>
                <a:lnTo>
                  <a:pt x="0" y="1229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74" name="!!path-9il"/>
          <p:cNvSpPr/>
          <p:nvPr/>
        </p:nvSpPr>
        <p:spPr>
          <a:xfrm>
            <a:off x="419608" y="269342"/>
            <a:ext cx="128422" cy="62992"/>
          </a:xfrm>
          <a:custGeom>
            <a:avLst/>
            <a:gdLst/>
            <a:ahLst/>
            <a:cxnLst/>
            <a:rect l="l" t="t" r="r" b="b"/>
            <a:pathLst>
              <a:path w="128422" h="62992" fill="none">
                <a:moveTo>
                  <a:pt x="128422" y="62992"/>
                </a:moveTo>
                <a:cubicBezTo>
                  <a:pt x="124968" y="49784"/>
                  <a:pt x="116840" y="37186"/>
                  <a:pt x="101600" y="26416"/>
                </a:cubicBezTo>
                <a:cubicBezTo>
                  <a:pt x="73152" y="7112"/>
                  <a:pt x="32512" y="0"/>
                  <a:pt x="8128" y="5080"/>
                </a:cubicBezTo>
                <a:lnTo>
                  <a:pt x="0" y="1767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75" name="!!path-9im"/>
          <p:cNvSpPr/>
          <p:nvPr/>
        </p:nvSpPr>
        <p:spPr>
          <a:xfrm>
            <a:off x="407010" y="281534"/>
            <a:ext cx="141021" cy="110744"/>
          </a:xfrm>
          <a:custGeom>
            <a:avLst/>
            <a:gdLst/>
            <a:ahLst/>
            <a:cxnLst/>
            <a:rect l="l" t="t" r="r" b="b"/>
            <a:pathLst>
              <a:path w="141021" h="110744">
                <a:moveTo>
                  <a:pt x="0" y="22352"/>
                </a:moveTo>
                <a:lnTo>
                  <a:pt x="6502" y="6502"/>
                </a:lnTo>
                <a:cubicBezTo>
                  <a:pt x="36982" y="0"/>
                  <a:pt x="79654" y="7112"/>
                  <a:pt x="110134" y="25400"/>
                </a:cubicBezTo>
                <a:cubicBezTo>
                  <a:pt x="126390" y="35154"/>
                  <a:pt x="136550" y="49784"/>
                  <a:pt x="141021" y="62992"/>
                </a:cubicBezTo>
                <a:lnTo>
                  <a:pt x="141021" y="110744"/>
                </a:lnTo>
                <a:lnTo>
                  <a:pt x="0" y="110744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76" name="!!path-9in"/>
          <p:cNvSpPr/>
          <p:nvPr/>
        </p:nvSpPr>
        <p:spPr>
          <a:xfrm>
            <a:off x="407010" y="281534"/>
            <a:ext cx="141021" cy="62992"/>
          </a:xfrm>
          <a:custGeom>
            <a:avLst/>
            <a:gdLst/>
            <a:ahLst/>
            <a:cxnLst/>
            <a:rect l="l" t="t" r="r" b="b"/>
            <a:pathLst>
              <a:path w="141021" h="62992" fill="none">
                <a:moveTo>
                  <a:pt x="141021" y="62992"/>
                </a:moveTo>
                <a:cubicBezTo>
                  <a:pt x="136550" y="49784"/>
                  <a:pt x="126390" y="35154"/>
                  <a:pt x="110134" y="25400"/>
                </a:cubicBezTo>
                <a:cubicBezTo>
                  <a:pt x="79654" y="7112"/>
                  <a:pt x="36982" y="0"/>
                  <a:pt x="6502" y="6502"/>
                </a:cubicBezTo>
                <a:lnTo>
                  <a:pt x="0" y="22352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77" name="!!path-9io"/>
          <p:cNvSpPr/>
          <p:nvPr/>
        </p:nvSpPr>
        <p:spPr>
          <a:xfrm>
            <a:off x="395834" y="294742"/>
            <a:ext cx="151790" cy="97536"/>
          </a:xfrm>
          <a:custGeom>
            <a:avLst/>
            <a:gdLst/>
            <a:ahLst/>
            <a:cxnLst/>
            <a:rect l="l" t="t" r="r" b="b"/>
            <a:pathLst>
              <a:path w="151790" h="97536">
                <a:moveTo>
                  <a:pt x="0" y="23165"/>
                </a:moveTo>
                <a:lnTo>
                  <a:pt x="3861" y="12598"/>
                </a:lnTo>
                <a:cubicBezTo>
                  <a:pt x="37998" y="0"/>
                  <a:pt x="84734" y="5080"/>
                  <a:pt x="117246" y="21946"/>
                </a:cubicBezTo>
                <a:cubicBezTo>
                  <a:pt x="135534" y="31496"/>
                  <a:pt x="146710" y="43688"/>
                  <a:pt x="151790" y="55270"/>
                </a:cubicBezTo>
                <a:lnTo>
                  <a:pt x="151790" y="97536"/>
                </a:lnTo>
                <a:lnTo>
                  <a:pt x="0" y="975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78" name="!!path-9ip"/>
          <p:cNvSpPr/>
          <p:nvPr/>
        </p:nvSpPr>
        <p:spPr>
          <a:xfrm>
            <a:off x="395834" y="294742"/>
            <a:ext cx="151790" cy="55270"/>
          </a:xfrm>
          <a:custGeom>
            <a:avLst/>
            <a:gdLst/>
            <a:ahLst/>
            <a:cxnLst/>
            <a:rect l="l" t="t" r="r" b="b"/>
            <a:pathLst>
              <a:path w="151790" h="55270" fill="none">
                <a:moveTo>
                  <a:pt x="151790" y="55270"/>
                </a:moveTo>
                <a:cubicBezTo>
                  <a:pt x="146710" y="43688"/>
                  <a:pt x="135534" y="31496"/>
                  <a:pt x="117246" y="21946"/>
                </a:cubicBezTo>
                <a:cubicBezTo>
                  <a:pt x="84734" y="5080"/>
                  <a:pt x="37998" y="0"/>
                  <a:pt x="3861" y="12598"/>
                </a:cubicBezTo>
                <a:lnTo>
                  <a:pt x="0" y="23165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79" name="!!path-9iq"/>
          <p:cNvSpPr/>
          <p:nvPr/>
        </p:nvSpPr>
        <p:spPr>
          <a:xfrm>
            <a:off x="548234" y="264262"/>
            <a:ext cx="120294" cy="128016"/>
          </a:xfrm>
          <a:custGeom>
            <a:avLst/>
            <a:gdLst/>
            <a:ahLst/>
            <a:cxnLst/>
            <a:rect l="l" t="t" r="r" b="b"/>
            <a:pathLst>
              <a:path w="120294" h="128016">
                <a:moveTo>
                  <a:pt x="120294" y="18288"/>
                </a:moveTo>
                <a:lnTo>
                  <a:pt x="113589" y="4470"/>
                </a:lnTo>
                <a:cubicBezTo>
                  <a:pt x="86766" y="0"/>
                  <a:pt x="44094" y="10160"/>
                  <a:pt x="17678" y="30480"/>
                </a:cubicBezTo>
                <a:cubicBezTo>
                  <a:pt x="6502" y="39624"/>
                  <a:pt x="1422" y="52832"/>
                  <a:pt x="0" y="67056"/>
                </a:cubicBezTo>
                <a:lnTo>
                  <a:pt x="0" y="128016"/>
                </a:lnTo>
                <a:lnTo>
                  <a:pt x="120294" y="12801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80" name="!!path-9ir"/>
          <p:cNvSpPr/>
          <p:nvPr/>
        </p:nvSpPr>
        <p:spPr>
          <a:xfrm>
            <a:off x="548234" y="264262"/>
            <a:ext cx="120294" cy="67056"/>
          </a:xfrm>
          <a:custGeom>
            <a:avLst/>
            <a:gdLst/>
            <a:ahLst/>
            <a:cxnLst/>
            <a:rect l="l" t="t" r="r" b="b"/>
            <a:pathLst>
              <a:path w="120294" h="67056" fill="none">
                <a:moveTo>
                  <a:pt x="0" y="67056"/>
                </a:moveTo>
                <a:cubicBezTo>
                  <a:pt x="1422" y="52832"/>
                  <a:pt x="6502" y="39624"/>
                  <a:pt x="17678" y="30480"/>
                </a:cubicBezTo>
                <a:cubicBezTo>
                  <a:pt x="44094" y="10160"/>
                  <a:pt x="86766" y="0"/>
                  <a:pt x="113589" y="4470"/>
                </a:cubicBezTo>
                <a:lnTo>
                  <a:pt x="120294" y="1828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81" name="!!path-9is"/>
          <p:cNvSpPr/>
          <p:nvPr/>
        </p:nvSpPr>
        <p:spPr>
          <a:xfrm>
            <a:off x="548437" y="279502"/>
            <a:ext cx="133299" cy="112776"/>
          </a:xfrm>
          <a:custGeom>
            <a:avLst/>
            <a:gdLst/>
            <a:ahLst/>
            <a:cxnLst/>
            <a:rect l="l" t="t" r="r" b="b"/>
            <a:pathLst>
              <a:path w="133299" h="112776">
                <a:moveTo>
                  <a:pt x="133299" y="19710"/>
                </a:moveTo>
                <a:lnTo>
                  <a:pt x="127203" y="3048"/>
                </a:lnTo>
                <a:cubicBezTo>
                  <a:pt x="94691" y="0"/>
                  <a:pt x="54051" y="11176"/>
                  <a:pt x="27635" y="30683"/>
                </a:cubicBezTo>
                <a:cubicBezTo>
                  <a:pt x="13411" y="41250"/>
                  <a:pt x="4267" y="53848"/>
                  <a:pt x="0" y="65024"/>
                </a:cubicBezTo>
                <a:lnTo>
                  <a:pt x="0" y="112776"/>
                </a:lnTo>
                <a:lnTo>
                  <a:pt x="133299" y="11277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82" name="!!path-9it"/>
          <p:cNvSpPr/>
          <p:nvPr/>
        </p:nvSpPr>
        <p:spPr>
          <a:xfrm>
            <a:off x="548437" y="279502"/>
            <a:ext cx="133299" cy="65024"/>
          </a:xfrm>
          <a:custGeom>
            <a:avLst/>
            <a:gdLst/>
            <a:ahLst/>
            <a:cxnLst/>
            <a:rect l="l" t="t" r="r" b="b"/>
            <a:pathLst>
              <a:path w="133299" h="65024" fill="none">
                <a:moveTo>
                  <a:pt x="0" y="65024"/>
                </a:moveTo>
                <a:cubicBezTo>
                  <a:pt x="4267" y="53848"/>
                  <a:pt x="13411" y="41250"/>
                  <a:pt x="27635" y="30683"/>
                </a:cubicBezTo>
                <a:cubicBezTo>
                  <a:pt x="54051" y="11176"/>
                  <a:pt x="94691" y="0"/>
                  <a:pt x="127203" y="3048"/>
                </a:cubicBezTo>
                <a:lnTo>
                  <a:pt x="133299" y="19710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83" name="!!path-9iu"/>
          <p:cNvSpPr/>
          <p:nvPr/>
        </p:nvSpPr>
        <p:spPr>
          <a:xfrm>
            <a:off x="548843" y="293726"/>
            <a:ext cx="142646" cy="98552"/>
          </a:xfrm>
          <a:custGeom>
            <a:avLst/>
            <a:gdLst/>
            <a:ahLst/>
            <a:cxnLst/>
            <a:rect l="l" t="t" r="r" b="b"/>
            <a:pathLst>
              <a:path w="142646" h="98552">
                <a:moveTo>
                  <a:pt x="142646" y="18898"/>
                </a:moveTo>
                <a:lnTo>
                  <a:pt x="139802" y="8738"/>
                </a:lnTo>
                <a:cubicBezTo>
                  <a:pt x="106477" y="0"/>
                  <a:pt x="63805" y="5080"/>
                  <a:pt x="35357" y="19304"/>
                </a:cubicBezTo>
                <a:cubicBezTo>
                  <a:pt x="17069" y="28448"/>
                  <a:pt x="5893" y="42672"/>
                  <a:pt x="0" y="56286"/>
                </a:cubicBezTo>
                <a:lnTo>
                  <a:pt x="0" y="98552"/>
                </a:lnTo>
                <a:lnTo>
                  <a:pt x="142646" y="98552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84" name="!!path-9iv"/>
          <p:cNvSpPr/>
          <p:nvPr/>
        </p:nvSpPr>
        <p:spPr>
          <a:xfrm>
            <a:off x="548843" y="293726"/>
            <a:ext cx="142646" cy="56286"/>
          </a:xfrm>
          <a:custGeom>
            <a:avLst/>
            <a:gdLst/>
            <a:ahLst/>
            <a:cxnLst/>
            <a:rect l="l" t="t" r="r" b="b"/>
            <a:pathLst>
              <a:path w="142646" h="56286" fill="none">
                <a:moveTo>
                  <a:pt x="0" y="56286"/>
                </a:moveTo>
                <a:cubicBezTo>
                  <a:pt x="5893" y="42672"/>
                  <a:pt x="17069" y="28448"/>
                  <a:pt x="35357" y="19304"/>
                </a:cubicBezTo>
                <a:cubicBezTo>
                  <a:pt x="63805" y="5080"/>
                  <a:pt x="106477" y="0"/>
                  <a:pt x="139802" y="8738"/>
                </a:cubicBezTo>
                <a:lnTo>
                  <a:pt x="142646" y="1889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85" name="!!path-9iw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627D8D"/>
              </a:gs>
              <a:gs pos="21794">
                <a:srgbClr val="627D8D"/>
              </a:gs>
              <a:gs pos="55376">
                <a:srgbClr val="627D8D"/>
              </a:gs>
              <a:gs pos="96421">
                <a:srgbClr val="98ABB7"/>
              </a:gs>
              <a:gs pos="100000">
                <a:srgbClr val="98ABB7"/>
              </a:gs>
            </a:gsLst>
            <a:lin ang="1983350" scaled="0"/>
          </a:gradFill>
          <a:ln>
            <a:noFill/>
          </a:ln>
        </p:spPr>
      </p:sp>
      <p:sp>
        <p:nvSpPr>
          <p:cNvPr id="86" name="!!path-9ix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0000"/>
                </a:srgbClr>
              </a:gs>
              <a:gs pos="4764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83333" t="79291" r="16667" b="20709"/>
            </a:path>
          </a:gradFill>
          <a:ln>
            <a:noFill/>
          </a:ln>
        </p:spPr>
      </p:sp>
      <p:sp>
        <p:nvSpPr>
          <p:cNvPr id="87" name="!!line-9iy"/>
          <p:cNvSpPr/>
          <p:nvPr/>
        </p:nvSpPr>
        <p:spPr>
          <a:xfrm>
            <a:off x="549046" y="363017"/>
            <a:ext cx="1" cy="153619"/>
          </a:xfrm>
          <a:custGeom>
            <a:avLst/>
            <a:gdLst/>
            <a:ahLst/>
            <a:cxnLst/>
            <a:rect l="l" t="t" r="r" b="b"/>
            <a:pathLst>
              <a:path w="1" h="153619">
                <a:moveTo>
                  <a:pt x="0" y="0"/>
                </a:moveTo>
                <a:lnTo>
                  <a:pt x="0" y="153619"/>
                </a:lnTo>
              </a:path>
            </a:pathLst>
          </a:custGeom>
          <a:solidFill>
            <a:srgbClr val="000000"/>
          </a:solidFill>
          <a:ln w="6909" cap="rnd">
            <a:solidFill>
              <a:srgbClr val="C9D3D9"/>
            </a:solidFill>
            <a:prstDash val="solid"/>
            <a:miter lim="800000"/>
          </a:ln>
        </p:spPr>
      </p:sp>
      <p:sp>
        <p:nvSpPr>
          <p:cNvPr id="88" name="!!path-9iz"/>
          <p:cNvSpPr/>
          <p:nvPr/>
        </p:nvSpPr>
        <p:spPr>
          <a:xfrm>
            <a:off x="657962" y="442062"/>
            <a:ext cx="25400" cy="37998"/>
          </a:xfrm>
          <a:custGeom>
            <a:avLst/>
            <a:gdLst/>
            <a:ahLst/>
            <a:cxnLst/>
            <a:rect l="l" t="t" r="r" b="b"/>
            <a:pathLst>
              <a:path w="25400" h="37998">
                <a:moveTo>
                  <a:pt x="0" y="2642"/>
                </a:moveTo>
                <a:lnTo>
                  <a:pt x="15240" y="0"/>
                </a:lnTo>
                <a:lnTo>
                  <a:pt x="25400" y="37186"/>
                </a:lnTo>
                <a:lnTo>
                  <a:pt x="7518" y="37998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 w="1016" cap="flat">
            <a:solidFill>
              <a:srgbClr val="FFFFFF">
                <a:alpha val="55000"/>
              </a:srgbClr>
            </a:solidFill>
            <a:prstDash val="solid"/>
            <a:round/>
          </a:ln>
        </p:spPr>
      </p:sp>
      <p:sp>
        <p:nvSpPr>
          <p:cNvPr id="89" name="!!text-9j0" descr="救「舊」我的書"/>
          <p:cNvSpPr txBox="1"/>
          <p:nvPr/>
        </p:nvSpPr>
        <p:spPr>
          <a:xfrm>
            <a:off x="805879" y="251460"/>
            <a:ext cx="1120140" cy="25745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400" b="1" kern="0" spc="-70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救</a:t>
            </a:r>
            <a:r>
              <a:rPr lang="zh-TW" altLang="en-US" sz="14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「舊</a:t>
            </a:r>
            <a:r>
              <a:rPr lang="zh-TW" altLang="en-US" sz="1400" b="1" kern="0" spc="-70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」</a:t>
            </a:r>
            <a:r>
              <a:rPr lang="zh-TW" altLang="en-US" sz="14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我的書</a:t>
            </a:r>
            <a:endParaRPr lang="zh-TW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fast" p14:dur="1000" advTm="100">
        <p159:morph option="byObject"/>
      </p:transition>
    </mc:Choice>
    <mc:Fallback>
      <p:transition spd="fast" advTm="100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78.9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rect-1q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7"/>
          </a:solidFill>
          <a:ln>
            <a:noFill/>
          </a:ln>
        </p:spPr>
      </p:sp>
      <p:sp>
        <p:nvSpPr>
          <p:cNvPr id="3" name="!!ellipse-1q2"/>
          <p:cNvSpPr/>
          <p:nvPr/>
        </p:nvSpPr>
        <p:spPr>
          <a:xfrm>
            <a:off x="-889000" y="-952500"/>
            <a:ext cx="13970000" cy="7874000"/>
          </a:xfrm>
          <a:prstGeom prst="ellipse">
            <a:avLst/>
          </a:prstGeom>
          <a:gradFill rotWithShape="1">
            <a:gsLst>
              <a:gs pos="0">
                <a:srgbClr val="FFFFFF">
                  <a:alpha val="95000"/>
                </a:srgbClr>
              </a:gs>
              <a:gs pos="40865">
                <a:srgbClr val="FFFFFF">
                  <a:alpha val="35000"/>
                </a:srgbClr>
              </a:gs>
              <a:gs pos="68108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!!rect-1q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P1"/>
            <a:srcRect/>
            <a:tile tx="205201" ty="4629" sx="16667" sy="16667" flip="none" algn="tl"/>
          </a:blipFill>
          <a:ln>
            <a:noFill/>
          </a:ln>
        </p:spPr>
      </p:sp>
      <p:sp>
        <p:nvSpPr>
          <p:cNvPr id="5" name="!!circle-1q9"/>
          <p:cNvSpPr/>
          <p:nvPr/>
        </p:nvSpPr>
        <p:spPr>
          <a:xfrm>
            <a:off x="10750673" y="5432247"/>
            <a:ext cx="2047469" cy="2047469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" name="!!circle-1qc"/>
          <p:cNvSpPr/>
          <p:nvPr/>
        </p:nvSpPr>
        <p:spPr>
          <a:xfrm>
            <a:off x="6869718" y="3877087"/>
            <a:ext cx="2495906" cy="2495906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7" name="!!circle-1qf"/>
          <p:cNvSpPr/>
          <p:nvPr/>
        </p:nvSpPr>
        <p:spPr>
          <a:xfrm>
            <a:off x="3870759" y="1376584"/>
            <a:ext cx="1998675" cy="1998675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8" name="!!circle-1qp"/>
          <p:cNvSpPr/>
          <p:nvPr/>
        </p:nvSpPr>
        <p:spPr>
          <a:xfrm>
            <a:off x="10217075" y="5651588"/>
            <a:ext cx="1404176" cy="1404176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9" name="!!circle-1qt"/>
          <p:cNvSpPr/>
          <p:nvPr/>
        </p:nvSpPr>
        <p:spPr>
          <a:xfrm>
            <a:off x="8573176" y="1244009"/>
            <a:ext cx="980973" cy="980973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0" name="!!circle-1qy"/>
          <p:cNvSpPr/>
          <p:nvPr/>
        </p:nvSpPr>
        <p:spPr>
          <a:xfrm>
            <a:off x="1936638" y="1056125"/>
            <a:ext cx="2674569" cy="2674569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1" name="!!circle-1r1"/>
          <p:cNvSpPr/>
          <p:nvPr/>
        </p:nvSpPr>
        <p:spPr>
          <a:xfrm>
            <a:off x="-838910" y="5591511"/>
            <a:ext cx="905370" cy="905370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2" name="!!circle-1rp"/>
          <p:cNvSpPr/>
          <p:nvPr/>
        </p:nvSpPr>
        <p:spPr>
          <a:xfrm>
            <a:off x="5655218" y="6043256"/>
            <a:ext cx="985317" cy="985317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3" name="!!circle-1sb"/>
          <p:cNvSpPr/>
          <p:nvPr/>
        </p:nvSpPr>
        <p:spPr>
          <a:xfrm>
            <a:off x="3593130" y="3800805"/>
            <a:ext cx="1718970" cy="1718970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4" name="!!rect-1sh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5F7">
                  <a:alpha val="0"/>
                </a:srgbClr>
              </a:gs>
              <a:gs pos="20428">
                <a:srgbClr val="F3F5F7">
                  <a:alpha val="0"/>
                </a:srgbClr>
              </a:gs>
              <a:gs pos="66730">
                <a:srgbClr val="F3F5F7"/>
              </a:gs>
              <a:gs pos="100000">
                <a:srgbClr val="F3F5F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5" name="!!circle-1sj"/>
          <p:cNvSpPr/>
          <p:nvPr/>
        </p:nvSpPr>
        <p:spPr>
          <a:xfrm>
            <a:off x="102769" y="130008"/>
            <a:ext cx="50038" cy="50038"/>
          </a:xfrm>
          <a:prstGeom prst="ellipse">
            <a:avLst/>
          </a:prstGeom>
          <a:solidFill>
            <a:srgbClr val="627D8D">
              <a:alpha val="25400"/>
            </a:srgbClr>
          </a:solidFill>
          <a:ln>
            <a:noFill/>
          </a:ln>
        </p:spPr>
      </p:sp>
      <p:sp>
        <p:nvSpPr>
          <p:cNvPr id="16" name="!!circle-1sm"/>
          <p:cNvSpPr/>
          <p:nvPr/>
        </p:nvSpPr>
        <p:spPr>
          <a:xfrm>
            <a:off x="5611968" y="1440730"/>
            <a:ext cx="36055" cy="36055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17" name="!!circle-1sp"/>
          <p:cNvSpPr/>
          <p:nvPr/>
        </p:nvSpPr>
        <p:spPr>
          <a:xfrm>
            <a:off x="9309122" y="3345224"/>
            <a:ext cx="24295" cy="24295"/>
          </a:xfrm>
          <a:prstGeom prst="ellipse">
            <a:avLst/>
          </a:prstGeom>
          <a:solidFill>
            <a:srgbClr val="627D8D">
              <a:alpha val="18100"/>
            </a:srgbClr>
          </a:solidFill>
          <a:ln>
            <a:noFill/>
          </a:ln>
        </p:spPr>
      </p:sp>
      <p:sp>
        <p:nvSpPr>
          <p:cNvPr id="18" name="!!circle-1ss"/>
          <p:cNvSpPr/>
          <p:nvPr/>
        </p:nvSpPr>
        <p:spPr>
          <a:xfrm>
            <a:off x="3543622" y="6528291"/>
            <a:ext cx="25959" cy="25959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19" name="!!circle-1sv"/>
          <p:cNvSpPr/>
          <p:nvPr/>
        </p:nvSpPr>
        <p:spPr>
          <a:xfrm>
            <a:off x="1932673" y="1848630"/>
            <a:ext cx="35878" cy="35878"/>
          </a:xfrm>
          <a:prstGeom prst="ellipse">
            <a:avLst/>
          </a:prstGeom>
          <a:solidFill>
            <a:srgbClr val="627D8D">
              <a:alpha val="26800"/>
            </a:srgbClr>
          </a:solidFill>
          <a:ln>
            <a:noFill/>
          </a:ln>
        </p:spPr>
      </p:sp>
      <p:sp>
        <p:nvSpPr>
          <p:cNvPr id="20" name="!!circle-1sy"/>
          <p:cNvSpPr/>
          <p:nvPr/>
        </p:nvSpPr>
        <p:spPr>
          <a:xfrm>
            <a:off x="6797221" y="3940601"/>
            <a:ext cx="40234" cy="40234"/>
          </a:xfrm>
          <a:prstGeom prst="ellipse">
            <a:avLst/>
          </a:prstGeom>
          <a:solidFill>
            <a:srgbClr val="627D8D">
              <a:alpha val="31300"/>
            </a:srgbClr>
          </a:solidFill>
          <a:ln>
            <a:noFill/>
          </a:ln>
        </p:spPr>
      </p:sp>
      <p:sp>
        <p:nvSpPr>
          <p:cNvPr id="21" name="!!circle-1t1"/>
          <p:cNvSpPr/>
          <p:nvPr/>
        </p:nvSpPr>
        <p:spPr>
          <a:xfrm>
            <a:off x="10002921" y="22861"/>
            <a:ext cx="23559" cy="23559"/>
          </a:xfrm>
          <a:prstGeom prst="ellipse">
            <a:avLst/>
          </a:prstGeom>
          <a:solidFill>
            <a:srgbClr val="627D8D">
              <a:alpha val="17900"/>
            </a:srgbClr>
          </a:solidFill>
          <a:ln>
            <a:noFill/>
          </a:ln>
        </p:spPr>
      </p:sp>
      <p:sp>
        <p:nvSpPr>
          <p:cNvPr id="22" name="!!circle-1t4"/>
          <p:cNvSpPr/>
          <p:nvPr/>
        </p:nvSpPr>
        <p:spPr>
          <a:xfrm>
            <a:off x="1129655" y="4998852"/>
            <a:ext cx="29959" cy="29959"/>
          </a:xfrm>
          <a:prstGeom prst="ellipse">
            <a:avLst/>
          </a:prstGeom>
          <a:solidFill>
            <a:srgbClr val="627D8D">
              <a:alpha val="19400"/>
            </a:srgbClr>
          </a:solidFill>
          <a:ln>
            <a:noFill/>
          </a:ln>
        </p:spPr>
      </p:sp>
      <p:sp>
        <p:nvSpPr>
          <p:cNvPr id="23" name="!!circle-1t7"/>
          <p:cNvSpPr/>
          <p:nvPr/>
        </p:nvSpPr>
        <p:spPr>
          <a:xfrm>
            <a:off x="8502164" y="4556924"/>
            <a:ext cx="28702" cy="28702"/>
          </a:xfrm>
          <a:prstGeom prst="ellipse">
            <a:avLst/>
          </a:prstGeom>
          <a:solidFill>
            <a:srgbClr val="627D8D">
              <a:alpha val="17800"/>
            </a:srgbClr>
          </a:solidFill>
          <a:ln>
            <a:noFill/>
          </a:ln>
        </p:spPr>
      </p:sp>
      <p:sp>
        <p:nvSpPr>
          <p:cNvPr id="24" name="!!circle-1ta"/>
          <p:cNvSpPr/>
          <p:nvPr/>
        </p:nvSpPr>
        <p:spPr>
          <a:xfrm>
            <a:off x="11047642" y="1987593"/>
            <a:ext cx="24066" cy="24066"/>
          </a:xfrm>
          <a:prstGeom prst="ellipse">
            <a:avLst/>
          </a:prstGeom>
          <a:solidFill>
            <a:srgbClr val="627D8D">
              <a:alpha val="23900"/>
            </a:srgbClr>
          </a:solidFill>
          <a:ln>
            <a:noFill/>
          </a:ln>
        </p:spPr>
      </p:sp>
      <p:sp>
        <p:nvSpPr>
          <p:cNvPr id="25" name="!!circle-1td"/>
          <p:cNvSpPr/>
          <p:nvPr/>
        </p:nvSpPr>
        <p:spPr>
          <a:xfrm>
            <a:off x="8390774" y="5988709"/>
            <a:ext cx="35865" cy="35865"/>
          </a:xfrm>
          <a:prstGeom prst="ellipse">
            <a:avLst/>
          </a:prstGeom>
          <a:solidFill>
            <a:srgbClr val="627D8D">
              <a:alpha val="28200"/>
            </a:srgbClr>
          </a:solidFill>
          <a:ln>
            <a:noFill/>
          </a:ln>
        </p:spPr>
      </p:sp>
      <p:sp>
        <p:nvSpPr>
          <p:cNvPr id="26" name="!!circle-1tg"/>
          <p:cNvSpPr/>
          <p:nvPr/>
        </p:nvSpPr>
        <p:spPr>
          <a:xfrm>
            <a:off x="1460708" y="3206132"/>
            <a:ext cx="39218" cy="39218"/>
          </a:xfrm>
          <a:prstGeom prst="ellipse">
            <a:avLst/>
          </a:prstGeom>
          <a:solidFill>
            <a:srgbClr val="627D8D">
              <a:alpha val="29600"/>
            </a:srgbClr>
          </a:solidFill>
          <a:ln>
            <a:noFill/>
          </a:ln>
        </p:spPr>
      </p:sp>
      <p:sp>
        <p:nvSpPr>
          <p:cNvPr id="27" name="!!circle-1tj"/>
          <p:cNvSpPr/>
          <p:nvPr/>
        </p:nvSpPr>
        <p:spPr>
          <a:xfrm>
            <a:off x="7142005" y="6221675"/>
            <a:ext cx="49733" cy="49733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8" name="!!circle-1tm"/>
          <p:cNvSpPr/>
          <p:nvPr/>
        </p:nvSpPr>
        <p:spPr>
          <a:xfrm>
            <a:off x="6346413" y="1885206"/>
            <a:ext cx="41694" cy="41694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9" name="!!circle-1tp"/>
          <p:cNvSpPr/>
          <p:nvPr/>
        </p:nvSpPr>
        <p:spPr>
          <a:xfrm>
            <a:off x="6789860" y="5290804"/>
            <a:ext cx="31979" cy="31979"/>
          </a:xfrm>
          <a:prstGeom prst="ellipse">
            <a:avLst/>
          </a:prstGeom>
          <a:solidFill>
            <a:srgbClr val="627D8D">
              <a:alpha val="24100"/>
            </a:srgbClr>
          </a:solidFill>
          <a:ln>
            <a:noFill/>
          </a:ln>
        </p:spPr>
      </p:sp>
      <p:sp>
        <p:nvSpPr>
          <p:cNvPr id="30" name="!!circle-1ts"/>
          <p:cNvSpPr/>
          <p:nvPr/>
        </p:nvSpPr>
        <p:spPr>
          <a:xfrm>
            <a:off x="3852169" y="1212062"/>
            <a:ext cx="18085" cy="18085"/>
          </a:xfrm>
          <a:prstGeom prst="ellipse">
            <a:avLst/>
          </a:prstGeom>
          <a:solidFill>
            <a:srgbClr val="627D8D">
              <a:alpha val="10500"/>
            </a:srgbClr>
          </a:solidFill>
          <a:ln>
            <a:noFill/>
          </a:ln>
        </p:spPr>
      </p:sp>
      <p:sp>
        <p:nvSpPr>
          <p:cNvPr id="31" name="!!circle-1ty"/>
          <p:cNvSpPr/>
          <p:nvPr/>
        </p:nvSpPr>
        <p:spPr>
          <a:xfrm>
            <a:off x="3421840" y="6441861"/>
            <a:ext cx="39243" cy="39243"/>
          </a:xfrm>
          <a:prstGeom prst="ellipse">
            <a:avLst/>
          </a:prstGeom>
          <a:solidFill>
            <a:srgbClr val="627D8D">
              <a:alpha val="27700"/>
            </a:srgbClr>
          </a:solidFill>
          <a:ln>
            <a:noFill/>
          </a:ln>
        </p:spPr>
      </p:sp>
      <p:sp>
        <p:nvSpPr>
          <p:cNvPr id="32" name="!!circle-1u1"/>
          <p:cNvSpPr/>
          <p:nvPr/>
        </p:nvSpPr>
        <p:spPr>
          <a:xfrm>
            <a:off x="1661818" y="6644916"/>
            <a:ext cx="34519" cy="34519"/>
          </a:xfrm>
          <a:prstGeom prst="ellipse">
            <a:avLst/>
          </a:prstGeom>
          <a:solidFill>
            <a:srgbClr val="627D8D">
              <a:alpha val="22500"/>
            </a:srgbClr>
          </a:solidFill>
          <a:ln>
            <a:noFill/>
          </a:ln>
        </p:spPr>
      </p:sp>
      <p:sp>
        <p:nvSpPr>
          <p:cNvPr id="33" name="!!circle-1u4"/>
          <p:cNvSpPr/>
          <p:nvPr/>
        </p:nvSpPr>
        <p:spPr>
          <a:xfrm>
            <a:off x="2622761" y="5243016"/>
            <a:ext cx="46228" cy="46228"/>
          </a:xfrm>
          <a:prstGeom prst="ellipse">
            <a:avLst/>
          </a:prstGeom>
          <a:solidFill>
            <a:srgbClr val="627D8D">
              <a:alpha val="26200"/>
            </a:srgbClr>
          </a:solidFill>
          <a:ln>
            <a:noFill/>
          </a:ln>
        </p:spPr>
      </p:sp>
      <p:sp>
        <p:nvSpPr>
          <p:cNvPr id="34" name="!!circle-1u7"/>
          <p:cNvSpPr/>
          <p:nvPr/>
        </p:nvSpPr>
        <p:spPr>
          <a:xfrm>
            <a:off x="7417304" y="4848155"/>
            <a:ext cx="49327" cy="49327"/>
          </a:xfrm>
          <a:prstGeom prst="ellipse">
            <a:avLst/>
          </a:prstGeom>
          <a:solidFill>
            <a:srgbClr val="627D8D">
              <a:alpha val="20800"/>
            </a:srgbClr>
          </a:solidFill>
          <a:ln>
            <a:noFill/>
          </a:ln>
        </p:spPr>
      </p:sp>
      <p:sp>
        <p:nvSpPr>
          <p:cNvPr id="35" name="!!circle-1ua"/>
          <p:cNvSpPr/>
          <p:nvPr/>
        </p:nvSpPr>
        <p:spPr>
          <a:xfrm>
            <a:off x="9692974" y="5588077"/>
            <a:ext cx="24054" cy="24054"/>
          </a:xfrm>
          <a:prstGeom prst="ellipse">
            <a:avLst/>
          </a:prstGeom>
          <a:solidFill>
            <a:srgbClr val="627D8D">
              <a:alpha val="22200"/>
            </a:srgbClr>
          </a:solidFill>
          <a:ln>
            <a:noFill/>
          </a:ln>
        </p:spPr>
      </p:sp>
      <p:sp>
        <p:nvSpPr>
          <p:cNvPr id="36" name="!!circle-1ud"/>
          <p:cNvSpPr/>
          <p:nvPr/>
        </p:nvSpPr>
        <p:spPr>
          <a:xfrm>
            <a:off x="2102507" y="1543515"/>
            <a:ext cx="32271" cy="32271"/>
          </a:xfrm>
          <a:prstGeom prst="ellipse">
            <a:avLst/>
          </a:prstGeom>
          <a:solidFill>
            <a:srgbClr val="627D8D">
              <a:alpha val="20500"/>
            </a:srgbClr>
          </a:solidFill>
          <a:ln>
            <a:noFill/>
          </a:ln>
        </p:spPr>
      </p:sp>
      <p:sp>
        <p:nvSpPr>
          <p:cNvPr id="37" name="!!circle-1uj"/>
          <p:cNvSpPr/>
          <p:nvPr/>
        </p:nvSpPr>
        <p:spPr>
          <a:xfrm>
            <a:off x="2087727" y="2539103"/>
            <a:ext cx="34252" cy="34252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38" name="!!circle-1um"/>
          <p:cNvSpPr/>
          <p:nvPr/>
        </p:nvSpPr>
        <p:spPr>
          <a:xfrm>
            <a:off x="9614321" y="4494812"/>
            <a:ext cx="44196" cy="44196"/>
          </a:xfrm>
          <a:prstGeom prst="ellipse">
            <a:avLst/>
          </a:prstGeom>
          <a:solidFill>
            <a:srgbClr val="627D8D">
              <a:alpha val="21700"/>
            </a:srgbClr>
          </a:solidFill>
          <a:ln>
            <a:noFill/>
          </a:ln>
        </p:spPr>
      </p:sp>
      <p:sp>
        <p:nvSpPr>
          <p:cNvPr id="39" name="!!circle-1up"/>
          <p:cNvSpPr/>
          <p:nvPr/>
        </p:nvSpPr>
        <p:spPr>
          <a:xfrm>
            <a:off x="6802948" y="1858863"/>
            <a:ext cx="35192" cy="35192"/>
          </a:xfrm>
          <a:prstGeom prst="ellipse">
            <a:avLst/>
          </a:prstGeom>
          <a:solidFill>
            <a:srgbClr val="627D8D">
              <a:alpha val="27100"/>
            </a:srgbClr>
          </a:solidFill>
          <a:ln>
            <a:noFill/>
          </a:ln>
        </p:spPr>
      </p:sp>
      <p:sp>
        <p:nvSpPr>
          <p:cNvPr id="40" name="!!circle-1us"/>
          <p:cNvSpPr/>
          <p:nvPr/>
        </p:nvSpPr>
        <p:spPr>
          <a:xfrm>
            <a:off x="10125544" y="5434518"/>
            <a:ext cx="43358" cy="43358"/>
          </a:xfrm>
          <a:prstGeom prst="ellipse">
            <a:avLst/>
          </a:prstGeom>
          <a:solidFill>
            <a:srgbClr val="627D8D">
              <a:alpha val="19500"/>
            </a:srgbClr>
          </a:solidFill>
          <a:ln>
            <a:noFill/>
          </a:ln>
        </p:spPr>
      </p:sp>
      <p:sp>
        <p:nvSpPr>
          <p:cNvPr id="41" name="!!circle-1uv"/>
          <p:cNvSpPr/>
          <p:nvPr/>
        </p:nvSpPr>
        <p:spPr>
          <a:xfrm>
            <a:off x="3122398" y="2228971"/>
            <a:ext cx="33528" cy="33528"/>
          </a:xfrm>
          <a:prstGeom prst="ellipse">
            <a:avLst/>
          </a:prstGeom>
          <a:solidFill>
            <a:srgbClr val="627D8D">
              <a:alpha val="28300"/>
            </a:srgbClr>
          </a:solidFill>
          <a:ln>
            <a:noFill/>
          </a:ln>
        </p:spPr>
      </p:sp>
      <p:sp>
        <p:nvSpPr>
          <p:cNvPr id="42" name="!!circle-1uy"/>
          <p:cNvSpPr/>
          <p:nvPr/>
        </p:nvSpPr>
        <p:spPr>
          <a:xfrm>
            <a:off x="6767393" y="2779931"/>
            <a:ext cx="28956" cy="28956"/>
          </a:xfrm>
          <a:prstGeom prst="ellipse">
            <a:avLst/>
          </a:prstGeom>
          <a:solidFill>
            <a:srgbClr val="627D8D">
              <a:alpha val="21800"/>
            </a:srgbClr>
          </a:solidFill>
          <a:ln>
            <a:noFill/>
          </a:ln>
        </p:spPr>
      </p:sp>
      <p:sp>
        <p:nvSpPr>
          <p:cNvPr id="43" name="!!circle-1v1"/>
          <p:cNvSpPr/>
          <p:nvPr/>
        </p:nvSpPr>
        <p:spPr>
          <a:xfrm>
            <a:off x="6985408" y="6496322"/>
            <a:ext cx="45555" cy="45555"/>
          </a:xfrm>
          <a:prstGeom prst="ellipse">
            <a:avLst/>
          </a:prstGeom>
          <a:solidFill>
            <a:srgbClr val="627D8D">
              <a:alpha val="20900"/>
            </a:srgbClr>
          </a:solidFill>
          <a:ln>
            <a:noFill/>
          </a:ln>
        </p:spPr>
      </p:sp>
      <p:sp>
        <p:nvSpPr>
          <p:cNvPr id="44" name="!!circle-1v4"/>
          <p:cNvSpPr/>
          <p:nvPr/>
        </p:nvSpPr>
        <p:spPr>
          <a:xfrm>
            <a:off x="11314571" y="3432502"/>
            <a:ext cx="39484" cy="39484"/>
          </a:xfrm>
          <a:prstGeom prst="ellipse">
            <a:avLst/>
          </a:prstGeom>
          <a:solidFill>
            <a:srgbClr val="627D8D">
              <a:alpha val="13600"/>
            </a:srgbClr>
          </a:solidFill>
          <a:ln>
            <a:noFill/>
          </a:ln>
        </p:spPr>
      </p:sp>
      <p:sp>
        <p:nvSpPr>
          <p:cNvPr id="45" name="!!circle-1v7"/>
          <p:cNvSpPr/>
          <p:nvPr/>
        </p:nvSpPr>
        <p:spPr>
          <a:xfrm>
            <a:off x="7447351" y="5721590"/>
            <a:ext cx="30455" cy="30455"/>
          </a:xfrm>
          <a:prstGeom prst="ellipse">
            <a:avLst/>
          </a:prstGeom>
          <a:solidFill>
            <a:srgbClr val="627D8D">
              <a:alpha val="16500"/>
            </a:srgbClr>
          </a:solidFill>
          <a:ln>
            <a:noFill/>
          </a:ln>
        </p:spPr>
      </p:sp>
      <p:sp>
        <p:nvSpPr>
          <p:cNvPr id="46" name="!!circle-1va"/>
          <p:cNvSpPr/>
          <p:nvPr/>
        </p:nvSpPr>
        <p:spPr>
          <a:xfrm>
            <a:off x="8946764" y="6474773"/>
            <a:ext cx="28257" cy="28257"/>
          </a:xfrm>
          <a:prstGeom prst="ellipse">
            <a:avLst/>
          </a:prstGeom>
          <a:solidFill>
            <a:srgbClr val="627D8D">
              <a:alpha val="15700"/>
            </a:srgbClr>
          </a:solidFill>
          <a:ln>
            <a:noFill/>
          </a:ln>
        </p:spPr>
      </p:sp>
      <p:sp>
        <p:nvSpPr>
          <p:cNvPr id="47" name="!!circle-1vd"/>
          <p:cNvSpPr/>
          <p:nvPr/>
        </p:nvSpPr>
        <p:spPr>
          <a:xfrm>
            <a:off x="11345064" y="5178618"/>
            <a:ext cx="45149" cy="45149"/>
          </a:xfrm>
          <a:prstGeom prst="ellipse">
            <a:avLst/>
          </a:prstGeom>
          <a:solidFill>
            <a:srgbClr val="627D8D">
              <a:alpha val="31200"/>
            </a:srgbClr>
          </a:solidFill>
          <a:ln>
            <a:noFill/>
          </a:ln>
        </p:spPr>
      </p:sp>
      <p:sp>
        <p:nvSpPr>
          <p:cNvPr id="48" name="!!circle-1vg"/>
          <p:cNvSpPr/>
          <p:nvPr/>
        </p:nvSpPr>
        <p:spPr>
          <a:xfrm>
            <a:off x="3449550" y="3331978"/>
            <a:ext cx="30696" cy="30696"/>
          </a:xfrm>
          <a:prstGeom prst="ellipse">
            <a:avLst/>
          </a:prstGeom>
          <a:solidFill>
            <a:srgbClr val="627D8D">
              <a:alpha val="25700"/>
            </a:srgbClr>
          </a:solidFill>
          <a:ln>
            <a:noFill/>
          </a:ln>
        </p:spPr>
      </p:sp>
      <p:sp>
        <p:nvSpPr>
          <p:cNvPr id="49" name="!!circle-1vj"/>
          <p:cNvSpPr/>
          <p:nvPr/>
        </p:nvSpPr>
        <p:spPr>
          <a:xfrm>
            <a:off x="8824140" y="3875652"/>
            <a:ext cx="37401" cy="37401"/>
          </a:xfrm>
          <a:prstGeom prst="ellipse">
            <a:avLst/>
          </a:prstGeom>
          <a:solidFill>
            <a:srgbClr val="627D8D">
              <a:alpha val="16000"/>
            </a:srgbClr>
          </a:solidFill>
          <a:ln>
            <a:noFill/>
          </a:ln>
        </p:spPr>
      </p:sp>
      <p:sp>
        <p:nvSpPr>
          <p:cNvPr id="50" name="!!circle-1vm"/>
          <p:cNvSpPr/>
          <p:nvPr/>
        </p:nvSpPr>
        <p:spPr>
          <a:xfrm>
            <a:off x="1749418" y="4659313"/>
            <a:ext cx="33096" cy="33096"/>
          </a:xfrm>
          <a:prstGeom prst="ellipse">
            <a:avLst/>
          </a:prstGeom>
          <a:solidFill>
            <a:srgbClr val="627D8D">
              <a:alpha val="22300"/>
            </a:srgbClr>
          </a:solidFill>
          <a:ln>
            <a:noFill/>
          </a:ln>
        </p:spPr>
      </p:sp>
      <p:sp>
        <p:nvSpPr>
          <p:cNvPr id="51" name="!!circle-1vp"/>
          <p:cNvSpPr/>
          <p:nvPr/>
        </p:nvSpPr>
        <p:spPr>
          <a:xfrm>
            <a:off x="11591878" y="770078"/>
            <a:ext cx="21145" cy="21145"/>
          </a:xfrm>
          <a:prstGeom prst="ellipse">
            <a:avLst/>
          </a:prstGeom>
          <a:solidFill>
            <a:srgbClr val="627D8D">
              <a:alpha val="16300"/>
            </a:srgbClr>
          </a:solidFill>
          <a:ln>
            <a:noFill/>
          </a:ln>
        </p:spPr>
      </p:sp>
      <p:sp>
        <p:nvSpPr>
          <p:cNvPr id="52" name="!!circle-1vs"/>
          <p:cNvSpPr/>
          <p:nvPr/>
        </p:nvSpPr>
        <p:spPr>
          <a:xfrm>
            <a:off x="11076692" y="5668230"/>
            <a:ext cx="35281" cy="35281"/>
          </a:xfrm>
          <a:prstGeom prst="ellipse">
            <a:avLst/>
          </a:prstGeom>
          <a:solidFill>
            <a:srgbClr val="627D8D">
              <a:alpha val="30000"/>
            </a:srgbClr>
          </a:solidFill>
          <a:ln>
            <a:noFill/>
          </a:ln>
        </p:spPr>
      </p:sp>
      <p:sp>
        <p:nvSpPr>
          <p:cNvPr id="53" name="!!path-37d"/>
          <p:cNvSpPr/>
          <p:nvPr/>
        </p:nvSpPr>
        <p:spPr>
          <a:xfrm>
            <a:off x="-2422921" y="4559935"/>
            <a:ext cx="7523230" cy="3747183"/>
          </a:xfrm>
          <a:custGeom>
            <a:avLst/>
            <a:gdLst/>
            <a:ahLst/>
            <a:cxnLst/>
            <a:rect l="l" t="t" r="r" b="b"/>
            <a:pathLst>
              <a:path w="7523230" h="3747183" fill="none">
                <a:moveTo>
                  <a:pt x="0" y="3747183"/>
                </a:moveTo>
                <a:quadBezTo>
                  <a:pt x="4355810" y="3066551"/>
                  <a:pt x="7523230" y="0"/>
                </a:quadBezTo>
              </a:path>
            </a:pathLst>
          </a:custGeom>
          <a:noFill/>
          <a:ln w="31782" cap="rnd">
            <a:solidFill>
              <a:srgbClr val="627D8D">
                <a:alpha val="7800"/>
              </a:srgbClr>
            </a:solidFill>
            <a:prstDash val="solid"/>
            <a:round/>
          </a:ln>
        </p:spPr>
      </p:sp>
      <p:sp>
        <p:nvSpPr>
          <p:cNvPr id="54" name="!!circle-37g"/>
          <p:cNvSpPr/>
          <p:nvPr/>
        </p:nvSpPr>
        <p:spPr>
          <a:xfrm>
            <a:off x="1970220" y="6700881"/>
            <a:ext cx="203403" cy="203403"/>
          </a:xfrm>
          <a:prstGeom prst="ellipse">
            <a:avLst/>
          </a:prstGeom>
          <a:gradFill rotWithShape="1">
            <a:gsLst>
              <a:gs pos="0">
                <a:srgbClr val="FFFFFF">
                  <a:alpha val="24300"/>
                </a:srgbClr>
              </a:gs>
              <a:gs pos="28284">
                <a:srgbClr val="627D8D">
                  <a:alpha val="1215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5" name="!!circle-37m"/>
          <p:cNvSpPr/>
          <p:nvPr/>
        </p:nvSpPr>
        <p:spPr>
          <a:xfrm>
            <a:off x="4308907" y="5085681"/>
            <a:ext cx="203403" cy="203403"/>
          </a:xfrm>
          <a:prstGeom prst="ellipse">
            <a:avLst/>
          </a:prstGeom>
          <a:gradFill rotWithShape="1">
            <a:gsLst>
              <a:gs pos="0">
                <a:srgbClr val="FFFFFF">
                  <a:alpha val="13255"/>
                </a:srgbClr>
              </a:gs>
              <a:gs pos="28284">
                <a:srgbClr val="627D8D">
                  <a:alpha val="6627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6" name="!!circle-3as"/>
          <p:cNvSpPr/>
          <p:nvPr/>
        </p:nvSpPr>
        <p:spPr>
          <a:xfrm>
            <a:off x="-8238839" y="4622088"/>
            <a:ext cx="8787019" cy="8787019"/>
          </a:xfrm>
          <a:prstGeom prst="ellipse">
            <a:avLst/>
          </a:prstGeom>
          <a:gradFill rotWithShape="1">
            <a:gsLst>
              <a:gs pos="0">
                <a:srgbClr val="627D8D">
                  <a:alpha val="220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7" name="!!circle-3b4"/>
          <p:cNvSpPr/>
          <p:nvPr/>
        </p:nvSpPr>
        <p:spPr>
          <a:xfrm>
            <a:off x="-7730772" y="5130154"/>
            <a:ext cx="7770886" cy="7770886"/>
          </a:xfrm>
          <a:custGeom>
            <a:avLst/>
            <a:gdLst/>
            <a:ahLst/>
            <a:cxnLst/>
            <a:rect l="l" t="t" r="r" b="b"/>
            <a:pathLst>
              <a:path w="7770886" h="7770886" fill="none">
                <a:moveTo>
                  <a:pt x="2645507" y="684798"/>
                </a:moveTo>
                <a:cubicBezTo>
                  <a:pt x="4413174" y="0"/>
                  <a:pt x="6401290" y="877839"/>
                  <a:pt x="7086088" y="2645507"/>
                </a:cubicBezTo>
                <a:cubicBezTo>
                  <a:pt x="7770886" y="4413174"/>
                  <a:pt x="6893047" y="6401290"/>
                  <a:pt x="5125379" y="7086088"/>
                </a:cubicBezTo>
                <a:cubicBezTo>
                  <a:pt x="3357712" y="7770886"/>
                  <a:pt x="1369596" y="6893047"/>
                  <a:pt x="684798" y="5125379"/>
                </a:cubicBezTo>
                <a:cubicBezTo>
                  <a:pt x="0" y="3357712"/>
                  <a:pt x="877839" y="1369596"/>
                  <a:pt x="2645507" y="684798"/>
                </a:cubicBezTo>
                <a:close/>
              </a:path>
            </a:pathLst>
          </a:custGeom>
          <a:noFill/>
          <a:ln w="21357" cap="rnd">
            <a:solidFill>
              <a:srgbClr val="627D8D">
                <a:alpha val="20000"/>
              </a:srgbClr>
            </a:solidFill>
            <a:custDash>
              <a:ds d="2857143" sp="1285714"/>
              <a:ds d="285714" sp="1285714"/>
            </a:custDash>
            <a:miter lim="800000"/>
          </a:ln>
        </p:spPr>
      </p:sp>
      <p:sp>
        <p:nvSpPr>
          <p:cNvPr id="58" name="!!path-3ua"/>
          <p:cNvSpPr/>
          <p:nvPr/>
        </p:nvSpPr>
        <p:spPr>
          <a:xfrm>
            <a:off x="3451758" y="2328716"/>
            <a:ext cx="1283983" cy="1"/>
          </a:xfrm>
          <a:custGeom>
            <a:avLst/>
            <a:gdLst/>
            <a:ahLst/>
            <a:cxnLst/>
            <a:rect l="l" t="t" r="r" b="b"/>
            <a:pathLst>
              <a:path w="1283983" h="1" fill="none">
                <a:moveTo>
                  <a:pt x="0" y="0"/>
                </a:moveTo>
                <a:lnTo>
                  <a:pt x="1283983" y="0"/>
                </a:lnTo>
              </a:path>
            </a:pathLst>
          </a:custGeom>
          <a:noFill/>
          <a:ln w="12713" cap="rnd">
            <a:solidFill>
              <a:srgbClr val="627D8D"/>
            </a:solidFill>
            <a:prstDash val="solid"/>
            <a:round/>
          </a:ln>
        </p:spPr>
      </p:sp>
      <p:sp>
        <p:nvSpPr>
          <p:cNvPr id="59" name="!!circle-3ud"/>
          <p:cNvSpPr/>
          <p:nvPr/>
        </p:nvSpPr>
        <p:spPr>
          <a:xfrm>
            <a:off x="3184792" y="2214302"/>
            <a:ext cx="228829" cy="228829"/>
          </a:xfrm>
          <a:prstGeom prst="ellipse">
            <a:avLst/>
          </a:prstGeom>
          <a:solidFill>
            <a:srgbClr val="FFFFFF"/>
          </a:solidFill>
          <a:ln w="12713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60" name="!!circle-3uk"/>
          <p:cNvSpPr/>
          <p:nvPr/>
        </p:nvSpPr>
        <p:spPr>
          <a:xfrm>
            <a:off x="3184792" y="2214302"/>
            <a:ext cx="228829" cy="228829"/>
          </a:xfrm>
          <a:prstGeom prst="ellipse">
            <a:avLst/>
          </a:prstGeom>
          <a:solidFill>
            <a:srgbClr val="2E9E5B"/>
          </a:solidFill>
          <a:ln>
            <a:noFill/>
          </a:ln>
        </p:spPr>
      </p:sp>
      <p:sp>
        <p:nvSpPr>
          <p:cNvPr id="61" name="!!path-3ul"/>
          <p:cNvSpPr/>
          <p:nvPr/>
        </p:nvSpPr>
        <p:spPr>
          <a:xfrm>
            <a:off x="3248355" y="2296935"/>
            <a:ext cx="95345" cy="63564"/>
          </a:xfrm>
          <a:custGeom>
            <a:avLst/>
            <a:gdLst/>
            <a:ahLst/>
            <a:cxnLst/>
            <a:rect l="l" t="t" r="r" b="b"/>
            <a:pathLst>
              <a:path w="95345" h="63564" fill="none">
                <a:moveTo>
                  <a:pt x="0" y="31782"/>
                </a:moveTo>
                <a:lnTo>
                  <a:pt x="31782" y="63564"/>
                </a:lnTo>
                <a:lnTo>
                  <a:pt x="95345" y="0"/>
                </a:lnTo>
              </a:path>
            </a:pathLst>
          </a:custGeom>
          <a:noFill/>
          <a:ln w="16527" cap="rnd">
            <a:solidFill>
              <a:srgbClr val="FFFFFF"/>
            </a:solidFill>
            <a:prstDash val="solid"/>
            <a:round/>
          </a:ln>
        </p:spPr>
      </p:sp>
      <p:sp>
        <p:nvSpPr>
          <p:cNvPr id="62" name="!!text-3um" descr="Google Books"/>
          <p:cNvSpPr txBox="1"/>
          <p:nvPr/>
        </p:nvSpPr>
        <p:spPr>
          <a:xfrm>
            <a:off x="2835497" y="2497033"/>
            <a:ext cx="969369" cy="20248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01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Google Books</a:t>
            </a:r>
            <a:endParaRPr lang="zh-TW" sz="1101"/>
          </a:p>
        </p:txBody>
      </p:sp>
      <p:sp>
        <p:nvSpPr>
          <p:cNvPr id="63" name="!!circle-3v1"/>
          <p:cNvSpPr/>
          <p:nvPr/>
        </p:nvSpPr>
        <p:spPr>
          <a:xfrm>
            <a:off x="4773879" y="2214302"/>
            <a:ext cx="228829" cy="228829"/>
          </a:xfrm>
          <a:prstGeom prst="ellipse">
            <a:avLst/>
          </a:prstGeom>
          <a:solidFill>
            <a:srgbClr val="FFFFFF"/>
          </a:solidFill>
          <a:ln w="12713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64" name="!!circle-3v8"/>
          <p:cNvSpPr/>
          <p:nvPr/>
        </p:nvSpPr>
        <p:spPr>
          <a:xfrm>
            <a:off x="4784044" y="2224467"/>
            <a:ext cx="208498" cy="208498"/>
          </a:xfrm>
          <a:prstGeom prst="ellipse">
            <a:avLst/>
          </a:prstGeom>
          <a:solidFill>
            <a:srgbClr val="2E9E5B">
              <a:alpha val="99376"/>
            </a:srgbClr>
          </a:solidFill>
          <a:ln>
            <a:noFill/>
          </a:ln>
        </p:spPr>
      </p:sp>
      <p:sp>
        <p:nvSpPr>
          <p:cNvPr id="65" name="!!path-3v9"/>
          <p:cNvSpPr/>
          <p:nvPr/>
        </p:nvSpPr>
        <p:spPr>
          <a:xfrm>
            <a:off x="4841961" y="2299758"/>
            <a:ext cx="86874" cy="57916"/>
          </a:xfrm>
          <a:custGeom>
            <a:avLst/>
            <a:gdLst/>
            <a:ahLst/>
            <a:cxnLst/>
            <a:rect l="l" t="t" r="r" b="b"/>
            <a:pathLst>
              <a:path w="86874" h="57916" fill="none">
                <a:moveTo>
                  <a:pt x="0" y="28958"/>
                </a:moveTo>
                <a:lnTo>
                  <a:pt x="28958" y="57916"/>
                </a:lnTo>
                <a:lnTo>
                  <a:pt x="86874" y="0"/>
                </a:lnTo>
              </a:path>
            </a:pathLst>
          </a:custGeom>
          <a:noFill/>
          <a:ln w="15058" cap="rnd">
            <a:solidFill>
              <a:srgbClr val="FFFFFF">
                <a:alpha val="99376"/>
              </a:srgbClr>
            </a:solidFill>
            <a:prstDash val="solid"/>
            <a:round/>
          </a:ln>
        </p:spPr>
      </p:sp>
      <p:sp>
        <p:nvSpPr>
          <p:cNvPr id="66" name="!!text-3va" descr="Open Library"/>
          <p:cNvSpPr txBox="1"/>
          <p:nvPr/>
        </p:nvSpPr>
        <p:spPr>
          <a:xfrm>
            <a:off x="4447868" y="2497033"/>
            <a:ext cx="922802" cy="20248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01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Open Lib</a:t>
            </a:r>
            <a:r>
              <a:rPr lang="zh-TW" altLang="en-US" sz="1101" kern="0" spc="-37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r</a:t>
            </a:r>
            <a:r>
              <a:rPr lang="zh-TW" altLang="en-US" sz="1101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a</a:t>
            </a:r>
            <a:r>
              <a:rPr lang="zh-TW" altLang="en-US" sz="1101" kern="0" spc="15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r</a:t>
            </a:r>
            <a:r>
              <a:rPr lang="zh-TW" altLang="en-US" sz="1101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y</a:t>
            </a:r>
            <a:endParaRPr lang="zh-TW" sz="1101"/>
          </a:p>
        </p:txBody>
      </p:sp>
      <p:sp>
        <p:nvSpPr>
          <p:cNvPr id="67" name="!!circle-3vp"/>
          <p:cNvSpPr/>
          <p:nvPr/>
        </p:nvSpPr>
        <p:spPr>
          <a:xfrm>
            <a:off x="6362967" y="2214302"/>
            <a:ext cx="228829" cy="228829"/>
          </a:xfrm>
          <a:prstGeom prst="ellipse">
            <a:avLst/>
          </a:prstGeom>
          <a:solidFill>
            <a:srgbClr val="FFFFFF"/>
          </a:solidFill>
          <a:ln w="12713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68" name="!!text-3vy" descr="網路搜尋"/>
          <p:cNvSpPr txBox="1"/>
          <p:nvPr/>
        </p:nvSpPr>
        <p:spPr>
          <a:xfrm>
            <a:off x="6197702" y="2497033"/>
            <a:ext cx="601311" cy="20248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01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網路搜尋</a:t>
            </a:r>
            <a:endParaRPr lang="zh-TW" sz="1101"/>
          </a:p>
        </p:txBody>
      </p:sp>
      <p:sp>
        <p:nvSpPr>
          <p:cNvPr id="69" name="!!circle-3w3"/>
          <p:cNvSpPr/>
          <p:nvPr/>
        </p:nvSpPr>
        <p:spPr>
          <a:xfrm>
            <a:off x="7952054" y="2214302"/>
            <a:ext cx="228829" cy="228829"/>
          </a:xfrm>
          <a:prstGeom prst="ellipse">
            <a:avLst/>
          </a:prstGeom>
          <a:solidFill>
            <a:srgbClr val="FFFFFF"/>
          </a:solidFill>
          <a:ln w="12713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70" name="!!text-3wc" descr="AI 整理"/>
          <p:cNvSpPr txBox="1"/>
          <p:nvPr/>
        </p:nvSpPr>
        <p:spPr>
          <a:xfrm>
            <a:off x="7844333" y="2497033"/>
            <a:ext cx="486223" cy="20248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01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AI 整理</a:t>
            </a:r>
            <a:endParaRPr lang="zh-TW" sz="1101"/>
          </a:p>
        </p:txBody>
      </p:sp>
      <p:sp>
        <p:nvSpPr>
          <p:cNvPr id="71" name="!!rect-3wl"/>
          <p:cNvSpPr/>
          <p:nvPr/>
        </p:nvSpPr>
        <p:spPr>
          <a:xfrm>
            <a:off x="2854261" y="2938926"/>
            <a:ext cx="6483477" cy="3483280"/>
          </a:xfrm>
          <a:prstGeom prst="roundRect">
            <a:avLst>
              <a:gd name="adj" fmla="val 5039"/>
            </a:avLst>
          </a:prstGeom>
          <a:solidFill>
            <a:srgbClr val="0B1A26">
              <a:alpha val="12000"/>
            </a:srgbClr>
          </a:solidFill>
          <a:ln>
            <a:noFill/>
          </a:ln>
          <a:effectLst>
            <a:softEdge rad="223744"/>
          </a:effectLst>
        </p:spPr>
      </p:sp>
      <p:sp>
        <p:nvSpPr>
          <p:cNvPr id="72" name="!!rect-3wm"/>
          <p:cNvSpPr/>
          <p:nvPr/>
        </p:nvSpPr>
        <p:spPr>
          <a:xfrm>
            <a:off x="2917825" y="2951639"/>
            <a:ext cx="6356350" cy="330530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6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73" name="!!rect-3wn"/>
          <p:cNvSpPr/>
          <p:nvPr/>
        </p:nvSpPr>
        <p:spPr>
          <a:xfrm>
            <a:off x="3172079" y="3205893"/>
            <a:ext cx="1334834" cy="1906905"/>
          </a:xfrm>
          <a:prstGeom prst="roundRect">
            <a:avLst>
              <a:gd name="adj" fmla="val 4762"/>
            </a:avLst>
          </a:prstGeom>
          <a:solidFill>
            <a:srgbClr val="DDE3E7"/>
          </a:solidFill>
          <a:ln>
            <a:noFill/>
          </a:ln>
        </p:spPr>
      </p:sp>
      <p:sp>
        <p:nvSpPr>
          <p:cNvPr id="74" name="!!rect-3wp"/>
          <p:cNvSpPr/>
          <p:nvPr/>
        </p:nvSpPr>
        <p:spPr>
          <a:xfrm>
            <a:off x="3299206" y="3358445"/>
            <a:ext cx="1080580" cy="1589088"/>
          </a:xfrm>
          <a:prstGeom prst="roundRect">
            <a:avLst>
              <a:gd name="adj" fmla="val 2941"/>
            </a:avLst>
          </a:prstGeom>
          <a:gradFill rotWithShape="1">
            <a:gsLst>
              <a:gs pos="0">
                <a:srgbClr val="5D856F"/>
              </a:gs>
              <a:gs pos="100000">
                <a:srgbClr val="3F624F"/>
              </a:gs>
            </a:gsLst>
            <a:lin ang="3347058" scaled="0"/>
          </a:gradFill>
          <a:ln>
            <a:noFill/>
          </a:ln>
        </p:spPr>
      </p:sp>
      <p:sp>
        <p:nvSpPr>
          <p:cNvPr id="75" name="!!rect-3wq"/>
          <p:cNvSpPr/>
          <p:nvPr/>
        </p:nvSpPr>
        <p:spPr>
          <a:xfrm>
            <a:off x="3396458" y="3358445"/>
            <a:ext cx="54029" cy="1589088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</p:spPr>
      </p:sp>
      <p:sp>
        <p:nvSpPr>
          <p:cNvPr id="76" name="!!rect-3wr"/>
          <p:cNvSpPr/>
          <p:nvPr/>
        </p:nvSpPr>
        <p:spPr>
          <a:xfrm>
            <a:off x="3569351" y="3644481"/>
            <a:ext cx="605125" cy="111236"/>
          </a:xfrm>
          <a:prstGeom prst="roundRect">
            <a:avLst>
              <a:gd name="adj" fmla="val 28571"/>
            </a:avLst>
          </a:prstGeom>
          <a:solidFill>
            <a:srgbClr val="E7D9B8"/>
          </a:solidFill>
          <a:ln>
            <a:noFill/>
          </a:ln>
        </p:spPr>
      </p:sp>
      <p:sp>
        <p:nvSpPr>
          <p:cNvPr id="77" name="!!rect-3ws"/>
          <p:cNvSpPr/>
          <p:nvPr/>
        </p:nvSpPr>
        <p:spPr>
          <a:xfrm>
            <a:off x="3569351" y="3835171"/>
            <a:ext cx="410620" cy="71509"/>
          </a:xfrm>
          <a:prstGeom prst="roundRect">
            <a:avLst>
              <a:gd name="adj" fmla="val 44444"/>
            </a:avLst>
          </a:prstGeom>
          <a:solidFill>
            <a:srgbClr val="E7D9B8">
              <a:alpha val="72000"/>
            </a:srgbClr>
          </a:solidFill>
          <a:ln>
            <a:noFill/>
          </a:ln>
        </p:spPr>
      </p:sp>
      <p:sp>
        <p:nvSpPr>
          <p:cNvPr id="78" name="!!rect-3wt"/>
          <p:cNvSpPr/>
          <p:nvPr/>
        </p:nvSpPr>
        <p:spPr>
          <a:xfrm>
            <a:off x="3569351" y="4629715"/>
            <a:ext cx="302562" cy="63564"/>
          </a:xfrm>
          <a:prstGeom prst="roundRect">
            <a:avLst>
              <a:gd name="adj" fmla="val 50000"/>
            </a:avLst>
          </a:prstGeom>
          <a:solidFill>
            <a:srgbClr val="E7D9B8">
              <a:alpha val="55000"/>
            </a:srgbClr>
          </a:solidFill>
          <a:ln>
            <a:noFill/>
          </a:ln>
        </p:spPr>
      </p:sp>
      <p:sp>
        <p:nvSpPr>
          <p:cNvPr id="79" name="!!text-3wu" descr="統計學概論"/>
          <p:cNvSpPr txBox="1"/>
          <p:nvPr/>
        </p:nvSpPr>
        <p:spPr>
          <a:xfrm>
            <a:off x="4824730" y="3186061"/>
            <a:ext cx="1078037" cy="29452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602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統計學概論</a:t>
            </a:r>
            <a:endParaRPr lang="zh-TW" sz="1602"/>
          </a:p>
        </p:txBody>
      </p:sp>
      <p:sp>
        <p:nvSpPr>
          <p:cNvPr id="80" name="!!text-3x0" descr="作者"/>
          <p:cNvSpPr txBox="1"/>
          <p:nvPr/>
        </p:nvSpPr>
        <p:spPr>
          <a:xfrm>
            <a:off x="4824730" y="3562865"/>
            <a:ext cx="350871" cy="22089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01" kern="0" dirty="0">
                <a:solidFill>
                  <a:srgbClr val="5B6770"/>
                </a:solidFill>
                <a:latin typeface="Noto Sans TC Medium"/>
                <a:ea typeface="Noto Sans TC Medium"/>
                <a:cs typeface="Noto Sans TC Medium"/>
              </a:rPr>
              <a:t>作者</a:t>
            </a:r>
            <a:endParaRPr lang="zh-TW" sz="1201"/>
          </a:p>
        </p:txBody>
      </p:sp>
      <p:sp>
        <p:nvSpPr>
          <p:cNvPr id="81" name="!!rect-3x3"/>
          <p:cNvSpPr/>
          <p:nvPr/>
        </p:nvSpPr>
        <p:spPr>
          <a:xfrm>
            <a:off x="5714619" y="3599986"/>
            <a:ext cx="1398397" cy="165265"/>
          </a:xfrm>
          <a:prstGeom prst="roundRect">
            <a:avLst>
              <a:gd name="adj" fmla="val 30769"/>
            </a:avLst>
          </a:prstGeom>
          <a:solidFill>
            <a:srgbClr val="E6EAEE"/>
          </a:solidFill>
          <a:ln>
            <a:noFill/>
          </a:ln>
        </p:spPr>
      </p:sp>
      <p:sp>
        <p:nvSpPr>
          <p:cNvPr id="82" name="!!text-3xd" descr="出版社"/>
          <p:cNvSpPr txBox="1"/>
          <p:nvPr/>
        </p:nvSpPr>
        <p:spPr>
          <a:xfrm>
            <a:off x="4824730" y="3880683"/>
            <a:ext cx="503423" cy="22089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01" kern="0" dirty="0">
                <a:solidFill>
                  <a:srgbClr val="5B6770"/>
                </a:solidFill>
                <a:latin typeface="Noto Sans TC Medium"/>
                <a:ea typeface="Noto Sans TC Medium"/>
                <a:cs typeface="Noto Sans TC Medium"/>
              </a:rPr>
              <a:t>出版社</a:t>
            </a:r>
            <a:endParaRPr lang="zh-TW" sz="1201"/>
          </a:p>
        </p:txBody>
      </p:sp>
      <p:sp>
        <p:nvSpPr>
          <p:cNvPr id="83" name="!!rect-3xh"/>
          <p:cNvSpPr/>
          <p:nvPr/>
        </p:nvSpPr>
        <p:spPr>
          <a:xfrm>
            <a:off x="5714619" y="3917804"/>
            <a:ext cx="1398397" cy="165265"/>
          </a:xfrm>
          <a:prstGeom prst="roundRect">
            <a:avLst>
              <a:gd name="adj" fmla="val 30769"/>
            </a:avLst>
          </a:prstGeom>
          <a:solidFill>
            <a:srgbClr val="E6EAEE"/>
          </a:solidFill>
          <a:ln>
            <a:noFill/>
          </a:ln>
        </p:spPr>
      </p:sp>
      <p:sp>
        <p:nvSpPr>
          <p:cNvPr id="84" name="!!text-3xs" descr="出版日期"/>
          <p:cNvSpPr txBox="1"/>
          <p:nvPr/>
        </p:nvSpPr>
        <p:spPr>
          <a:xfrm>
            <a:off x="4824730" y="4198500"/>
            <a:ext cx="655975" cy="22089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01" kern="0" dirty="0">
                <a:solidFill>
                  <a:srgbClr val="5B6770"/>
                </a:solidFill>
                <a:latin typeface="Noto Sans TC Medium"/>
                <a:ea typeface="Noto Sans TC Medium"/>
                <a:cs typeface="Noto Sans TC Medium"/>
              </a:rPr>
              <a:t>出版日期</a:t>
            </a:r>
            <a:endParaRPr lang="zh-TW" sz="1201"/>
          </a:p>
        </p:txBody>
      </p:sp>
      <p:sp>
        <p:nvSpPr>
          <p:cNvPr id="85" name="!!rect-3xx"/>
          <p:cNvSpPr/>
          <p:nvPr/>
        </p:nvSpPr>
        <p:spPr>
          <a:xfrm>
            <a:off x="5714619" y="4235621"/>
            <a:ext cx="1398397" cy="165265"/>
          </a:xfrm>
          <a:prstGeom prst="roundRect">
            <a:avLst>
              <a:gd name="adj" fmla="val 30769"/>
            </a:avLst>
          </a:prstGeom>
          <a:solidFill>
            <a:srgbClr val="E6EAEE"/>
          </a:solidFill>
          <a:ln>
            <a:noFill/>
          </a:ln>
        </p:spPr>
      </p:sp>
      <p:sp>
        <p:nvSpPr>
          <p:cNvPr id="86" name="!!text-3yb" descr="頁數"/>
          <p:cNvSpPr txBox="1"/>
          <p:nvPr/>
        </p:nvSpPr>
        <p:spPr>
          <a:xfrm>
            <a:off x="4824730" y="4516318"/>
            <a:ext cx="350871" cy="22089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01" kern="0" dirty="0">
                <a:solidFill>
                  <a:srgbClr val="5B6770"/>
                </a:solidFill>
                <a:latin typeface="Noto Sans TC Medium"/>
                <a:ea typeface="Noto Sans TC Medium"/>
                <a:cs typeface="Noto Sans TC Medium"/>
              </a:rPr>
              <a:t>頁數</a:t>
            </a:r>
            <a:endParaRPr lang="zh-TW" sz="1201"/>
          </a:p>
        </p:txBody>
      </p:sp>
      <p:sp>
        <p:nvSpPr>
          <p:cNvPr id="87" name="!!rect-3ye"/>
          <p:cNvSpPr/>
          <p:nvPr/>
        </p:nvSpPr>
        <p:spPr>
          <a:xfrm>
            <a:off x="5714619" y="4553439"/>
            <a:ext cx="1398397" cy="165265"/>
          </a:xfrm>
          <a:prstGeom prst="roundRect">
            <a:avLst>
              <a:gd name="adj" fmla="val 30769"/>
            </a:avLst>
          </a:prstGeom>
          <a:solidFill>
            <a:srgbClr val="E6EAEE"/>
          </a:solidFill>
          <a:ln>
            <a:noFill/>
          </a:ln>
        </p:spPr>
      </p:sp>
      <p:sp>
        <p:nvSpPr>
          <p:cNvPr id="88" name="!!text-3yp" descr="書籍簡介"/>
          <p:cNvSpPr txBox="1"/>
          <p:nvPr/>
        </p:nvSpPr>
        <p:spPr>
          <a:xfrm>
            <a:off x="4824730" y="4937871"/>
            <a:ext cx="601311" cy="20248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01" b="1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書籍簡介</a:t>
            </a:r>
            <a:endParaRPr lang="zh-TW" sz="1101"/>
          </a:p>
        </p:txBody>
      </p:sp>
      <p:sp>
        <p:nvSpPr>
          <p:cNvPr id="89" name="!!text-40s" descr="資料補齊"/>
          <p:cNvSpPr txBox="1"/>
          <p:nvPr/>
        </p:nvSpPr>
        <p:spPr>
          <a:xfrm>
            <a:off x="705815" y="632588"/>
            <a:ext cx="710894" cy="22089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01" b="1" kern="0" spc="144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資料補</a:t>
            </a:r>
            <a:r>
              <a:rPr lang="zh-TW" altLang="en-US" sz="1201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齊</a:t>
            </a:r>
            <a:endParaRPr lang="zh-TW" sz="1201"/>
          </a:p>
        </p:txBody>
      </p:sp>
      <p:sp>
        <p:nvSpPr>
          <p:cNvPr id="90" name="!!text-412" descr="空白欄位，自動補齊"/>
          <p:cNvSpPr txBox="1"/>
          <p:nvPr/>
        </p:nvSpPr>
        <p:spPr>
          <a:xfrm>
            <a:off x="705815" y="901589"/>
            <a:ext cx="4036537" cy="66268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3604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空白欄</a:t>
            </a:r>
            <a:r>
              <a:rPr lang="zh-TW" altLang="en-US" sz="3604" kern="0" spc="-1081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位</a:t>
            </a:r>
            <a:r>
              <a:rPr lang="zh-TW" altLang="en-US" sz="3604" kern="0" spc="-649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，</a:t>
            </a:r>
            <a:r>
              <a:rPr lang="zh-TW" altLang="en-US" sz="3604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自動補齊</a:t>
            </a:r>
            <a:endParaRPr lang="zh-TW" sz="3604"/>
          </a:p>
        </p:txBody>
      </p:sp>
      <p:sp>
        <p:nvSpPr>
          <p:cNvPr id="91" name="!!text-41g" descr="上架後於背景依 ISBN 查詢書目，由 AI 整理成繁體中文簡介。"/>
          <p:cNvSpPr txBox="1"/>
          <p:nvPr/>
        </p:nvSpPr>
        <p:spPr>
          <a:xfrm>
            <a:off x="705815" y="1618159"/>
            <a:ext cx="5234264" cy="2761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502" kern="0" dirty="0">
                <a:solidFill>
                  <a:srgbClr val="3F4A54"/>
                </a:solidFill>
                <a:latin typeface="Noto Sans TC Medium"/>
                <a:ea typeface="Noto Sans TC Medium"/>
                <a:cs typeface="Noto Sans TC Medium"/>
              </a:rPr>
              <a:t>上架後於背景依 ISBN 查詢書目，由 AI 整理成繁體中文簡介。</a:t>
            </a:r>
            <a:endParaRPr lang="zh-TW" sz="1502"/>
          </a:p>
        </p:txBody>
      </p:sp>
      <p:sp>
        <p:nvSpPr>
          <p:cNvPr id="92" name="!!path-9ic"/>
          <p:cNvSpPr/>
          <p:nvPr/>
        </p:nvSpPr>
        <p:spPr>
          <a:xfrm>
            <a:off x="381000" y="306527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93" name="!!path-9id"/>
          <p:cNvSpPr/>
          <p:nvPr/>
        </p:nvSpPr>
        <p:spPr>
          <a:xfrm>
            <a:off x="381000" y="308153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94" name="!!path-9ie"/>
          <p:cNvSpPr/>
          <p:nvPr/>
        </p:nvSpPr>
        <p:spPr>
          <a:xfrm>
            <a:off x="381000" y="309778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95" name="!!path-9if"/>
          <p:cNvSpPr/>
          <p:nvPr/>
        </p:nvSpPr>
        <p:spPr>
          <a:xfrm>
            <a:off x="381000" y="311404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96" name="!!path-9ig"/>
          <p:cNvSpPr/>
          <p:nvPr/>
        </p:nvSpPr>
        <p:spPr>
          <a:xfrm>
            <a:off x="381000" y="313030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97" name="!!path-9ih"/>
          <p:cNvSpPr/>
          <p:nvPr/>
        </p:nvSpPr>
        <p:spPr>
          <a:xfrm>
            <a:off x="381000" y="314655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98" name="!!path-9ii"/>
          <p:cNvSpPr/>
          <p:nvPr/>
        </p:nvSpPr>
        <p:spPr>
          <a:xfrm>
            <a:off x="381000" y="316281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99" name="!!path-9ij"/>
          <p:cNvSpPr/>
          <p:nvPr/>
        </p:nvSpPr>
        <p:spPr>
          <a:xfrm>
            <a:off x="381000" y="317906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00" name="!!path-9ik"/>
          <p:cNvSpPr/>
          <p:nvPr/>
        </p:nvSpPr>
        <p:spPr>
          <a:xfrm>
            <a:off x="419608" y="269342"/>
            <a:ext cx="128422" cy="122936"/>
          </a:xfrm>
          <a:custGeom>
            <a:avLst/>
            <a:gdLst/>
            <a:ahLst/>
            <a:cxnLst/>
            <a:rect l="l" t="t" r="r" b="b"/>
            <a:pathLst>
              <a:path w="128422" h="122936">
                <a:moveTo>
                  <a:pt x="0" y="17678"/>
                </a:moveTo>
                <a:lnTo>
                  <a:pt x="8128" y="5080"/>
                </a:lnTo>
                <a:cubicBezTo>
                  <a:pt x="32512" y="0"/>
                  <a:pt x="73152" y="7112"/>
                  <a:pt x="101600" y="26416"/>
                </a:cubicBezTo>
                <a:cubicBezTo>
                  <a:pt x="116840" y="37186"/>
                  <a:pt x="124968" y="49784"/>
                  <a:pt x="128422" y="62992"/>
                </a:cubicBezTo>
                <a:lnTo>
                  <a:pt x="128422" y="122936"/>
                </a:lnTo>
                <a:lnTo>
                  <a:pt x="0" y="1229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01" name="!!path-9il"/>
          <p:cNvSpPr/>
          <p:nvPr/>
        </p:nvSpPr>
        <p:spPr>
          <a:xfrm>
            <a:off x="419608" y="269342"/>
            <a:ext cx="128422" cy="62992"/>
          </a:xfrm>
          <a:custGeom>
            <a:avLst/>
            <a:gdLst/>
            <a:ahLst/>
            <a:cxnLst/>
            <a:rect l="l" t="t" r="r" b="b"/>
            <a:pathLst>
              <a:path w="128422" h="62992" fill="none">
                <a:moveTo>
                  <a:pt x="128422" y="62992"/>
                </a:moveTo>
                <a:cubicBezTo>
                  <a:pt x="124968" y="49784"/>
                  <a:pt x="116840" y="37186"/>
                  <a:pt x="101600" y="26416"/>
                </a:cubicBezTo>
                <a:cubicBezTo>
                  <a:pt x="73152" y="7112"/>
                  <a:pt x="32512" y="0"/>
                  <a:pt x="8128" y="5080"/>
                </a:cubicBezTo>
                <a:lnTo>
                  <a:pt x="0" y="1767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02" name="!!path-9im"/>
          <p:cNvSpPr/>
          <p:nvPr/>
        </p:nvSpPr>
        <p:spPr>
          <a:xfrm>
            <a:off x="407010" y="281534"/>
            <a:ext cx="141021" cy="110744"/>
          </a:xfrm>
          <a:custGeom>
            <a:avLst/>
            <a:gdLst/>
            <a:ahLst/>
            <a:cxnLst/>
            <a:rect l="l" t="t" r="r" b="b"/>
            <a:pathLst>
              <a:path w="141021" h="110744">
                <a:moveTo>
                  <a:pt x="0" y="22352"/>
                </a:moveTo>
                <a:lnTo>
                  <a:pt x="6502" y="6502"/>
                </a:lnTo>
                <a:cubicBezTo>
                  <a:pt x="36982" y="0"/>
                  <a:pt x="79654" y="7112"/>
                  <a:pt x="110134" y="25400"/>
                </a:cubicBezTo>
                <a:cubicBezTo>
                  <a:pt x="126390" y="35154"/>
                  <a:pt x="136550" y="49784"/>
                  <a:pt x="141021" y="62992"/>
                </a:cubicBezTo>
                <a:lnTo>
                  <a:pt x="141021" y="110744"/>
                </a:lnTo>
                <a:lnTo>
                  <a:pt x="0" y="110744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03" name="!!path-9in"/>
          <p:cNvSpPr/>
          <p:nvPr/>
        </p:nvSpPr>
        <p:spPr>
          <a:xfrm>
            <a:off x="407010" y="281534"/>
            <a:ext cx="141021" cy="62992"/>
          </a:xfrm>
          <a:custGeom>
            <a:avLst/>
            <a:gdLst/>
            <a:ahLst/>
            <a:cxnLst/>
            <a:rect l="l" t="t" r="r" b="b"/>
            <a:pathLst>
              <a:path w="141021" h="62992" fill="none">
                <a:moveTo>
                  <a:pt x="141021" y="62992"/>
                </a:moveTo>
                <a:cubicBezTo>
                  <a:pt x="136550" y="49784"/>
                  <a:pt x="126390" y="35154"/>
                  <a:pt x="110134" y="25400"/>
                </a:cubicBezTo>
                <a:cubicBezTo>
                  <a:pt x="79654" y="7112"/>
                  <a:pt x="36982" y="0"/>
                  <a:pt x="6502" y="6502"/>
                </a:cubicBezTo>
                <a:lnTo>
                  <a:pt x="0" y="22352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04" name="!!path-9io"/>
          <p:cNvSpPr/>
          <p:nvPr/>
        </p:nvSpPr>
        <p:spPr>
          <a:xfrm>
            <a:off x="395834" y="294742"/>
            <a:ext cx="151790" cy="97536"/>
          </a:xfrm>
          <a:custGeom>
            <a:avLst/>
            <a:gdLst/>
            <a:ahLst/>
            <a:cxnLst/>
            <a:rect l="l" t="t" r="r" b="b"/>
            <a:pathLst>
              <a:path w="151790" h="97536">
                <a:moveTo>
                  <a:pt x="0" y="23165"/>
                </a:moveTo>
                <a:lnTo>
                  <a:pt x="3861" y="12598"/>
                </a:lnTo>
                <a:cubicBezTo>
                  <a:pt x="37998" y="0"/>
                  <a:pt x="84734" y="5080"/>
                  <a:pt x="117246" y="21946"/>
                </a:cubicBezTo>
                <a:cubicBezTo>
                  <a:pt x="135534" y="31496"/>
                  <a:pt x="146710" y="43688"/>
                  <a:pt x="151790" y="55270"/>
                </a:cubicBezTo>
                <a:lnTo>
                  <a:pt x="151790" y="97536"/>
                </a:lnTo>
                <a:lnTo>
                  <a:pt x="0" y="975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05" name="!!path-9ip"/>
          <p:cNvSpPr/>
          <p:nvPr/>
        </p:nvSpPr>
        <p:spPr>
          <a:xfrm>
            <a:off x="395834" y="294742"/>
            <a:ext cx="151790" cy="55270"/>
          </a:xfrm>
          <a:custGeom>
            <a:avLst/>
            <a:gdLst/>
            <a:ahLst/>
            <a:cxnLst/>
            <a:rect l="l" t="t" r="r" b="b"/>
            <a:pathLst>
              <a:path w="151790" h="55270" fill="none">
                <a:moveTo>
                  <a:pt x="151790" y="55270"/>
                </a:moveTo>
                <a:cubicBezTo>
                  <a:pt x="146710" y="43688"/>
                  <a:pt x="135534" y="31496"/>
                  <a:pt x="117246" y="21946"/>
                </a:cubicBezTo>
                <a:cubicBezTo>
                  <a:pt x="84734" y="5080"/>
                  <a:pt x="37998" y="0"/>
                  <a:pt x="3861" y="12598"/>
                </a:cubicBezTo>
                <a:lnTo>
                  <a:pt x="0" y="23165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06" name="!!path-9iq"/>
          <p:cNvSpPr/>
          <p:nvPr/>
        </p:nvSpPr>
        <p:spPr>
          <a:xfrm>
            <a:off x="548234" y="264262"/>
            <a:ext cx="120294" cy="128016"/>
          </a:xfrm>
          <a:custGeom>
            <a:avLst/>
            <a:gdLst/>
            <a:ahLst/>
            <a:cxnLst/>
            <a:rect l="l" t="t" r="r" b="b"/>
            <a:pathLst>
              <a:path w="120294" h="128016">
                <a:moveTo>
                  <a:pt x="120294" y="18288"/>
                </a:moveTo>
                <a:lnTo>
                  <a:pt x="113589" y="4470"/>
                </a:lnTo>
                <a:cubicBezTo>
                  <a:pt x="86766" y="0"/>
                  <a:pt x="44094" y="10160"/>
                  <a:pt x="17678" y="30480"/>
                </a:cubicBezTo>
                <a:cubicBezTo>
                  <a:pt x="6502" y="39624"/>
                  <a:pt x="1422" y="52832"/>
                  <a:pt x="0" y="67056"/>
                </a:cubicBezTo>
                <a:lnTo>
                  <a:pt x="0" y="128016"/>
                </a:lnTo>
                <a:lnTo>
                  <a:pt x="120294" y="12801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07" name="!!path-9ir"/>
          <p:cNvSpPr/>
          <p:nvPr/>
        </p:nvSpPr>
        <p:spPr>
          <a:xfrm>
            <a:off x="548234" y="264262"/>
            <a:ext cx="120294" cy="67056"/>
          </a:xfrm>
          <a:custGeom>
            <a:avLst/>
            <a:gdLst/>
            <a:ahLst/>
            <a:cxnLst/>
            <a:rect l="l" t="t" r="r" b="b"/>
            <a:pathLst>
              <a:path w="120294" h="67056" fill="none">
                <a:moveTo>
                  <a:pt x="0" y="67056"/>
                </a:moveTo>
                <a:cubicBezTo>
                  <a:pt x="1422" y="52832"/>
                  <a:pt x="6502" y="39624"/>
                  <a:pt x="17678" y="30480"/>
                </a:cubicBezTo>
                <a:cubicBezTo>
                  <a:pt x="44094" y="10160"/>
                  <a:pt x="86766" y="0"/>
                  <a:pt x="113589" y="4470"/>
                </a:cubicBezTo>
                <a:lnTo>
                  <a:pt x="120294" y="1828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08" name="!!path-9is"/>
          <p:cNvSpPr/>
          <p:nvPr/>
        </p:nvSpPr>
        <p:spPr>
          <a:xfrm>
            <a:off x="548437" y="279502"/>
            <a:ext cx="133299" cy="112776"/>
          </a:xfrm>
          <a:custGeom>
            <a:avLst/>
            <a:gdLst/>
            <a:ahLst/>
            <a:cxnLst/>
            <a:rect l="l" t="t" r="r" b="b"/>
            <a:pathLst>
              <a:path w="133299" h="112776">
                <a:moveTo>
                  <a:pt x="133299" y="19710"/>
                </a:moveTo>
                <a:lnTo>
                  <a:pt x="127203" y="3048"/>
                </a:lnTo>
                <a:cubicBezTo>
                  <a:pt x="94691" y="0"/>
                  <a:pt x="54051" y="11176"/>
                  <a:pt x="27635" y="30683"/>
                </a:cubicBezTo>
                <a:cubicBezTo>
                  <a:pt x="13411" y="41250"/>
                  <a:pt x="4267" y="53848"/>
                  <a:pt x="0" y="65024"/>
                </a:cubicBezTo>
                <a:lnTo>
                  <a:pt x="0" y="112776"/>
                </a:lnTo>
                <a:lnTo>
                  <a:pt x="133299" y="11277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09" name="!!path-9it"/>
          <p:cNvSpPr/>
          <p:nvPr/>
        </p:nvSpPr>
        <p:spPr>
          <a:xfrm>
            <a:off x="548437" y="279502"/>
            <a:ext cx="133299" cy="65024"/>
          </a:xfrm>
          <a:custGeom>
            <a:avLst/>
            <a:gdLst/>
            <a:ahLst/>
            <a:cxnLst/>
            <a:rect l="l" t="t" r="r" b="b"/>
            <a:pathLst>
              <a:path w="133299" h="65024" fill="none">
                <a:moveTo>
                  <a:pt x="0" y="65024"/>
                </a:moveTo>
                <a:cubicBezTo>
                  <a:pt x="4267" y="53848"/>
                  <a:pt x="13411" y="41250"/>
                  <a:pt x="27635" y="30683"/>
                </a:cubicBezTo>
                <a:cubicBezTo>
                  <a:pt x="54051" y="11176"/>
                  <a:pt x="94691" y="0"/>
                  <a:pt x="127203" y="3048"/>
                </a:cubicBezTo>
                <a:lnTo>
                  <a:pt x="133299" y="19710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10" name="!!path-9iu"/>
          <p:cNvSpPr/>
          <p:nvPr/>
        </p:nvSpPr>
        <p:spPr>
          <a:xfrm>
            <a:off x="548843" y="293726"/>
            <a:ext cx="142646" cy="98552"/>
          </a:xfrm>
          <a:custGeom>
            <a:avLst/>
            <a:gdLst/>
            <a:ahLst/>
            <a:cxnLst/>
            <a:rect l="l" t="t" r="r" b="b"/>
            <a:pathLst>
              <a:path w="142646" h="98552">
                <a:moveTo>
                  <a:pt x="142646" y="18898"/>
                </a:moveTo>
                <a:lnTo>
                  <a:pt x="139802" y="8738"/>
                </a:lnTo>
                <a:cubicBezTo>
                  <a:pt x="106477" y="0"/>
                  <a:pt x="63805" y="5080"/>
                  <a:pt x="35357" y="19304"/>
                </a:cubicBezTo>
                <a:cubicBezTo>
                  <a:pt x="17069" y="28448"/>
                  <a:pt x="5893" y="42672"/>
                  <a:pt x="0" y="56286"/>
                </a:cubicBezTo>
                <a:lnTo>
                  <a:pt x="0" y="98552"/>
                </a:lnTo>
                <a:lnTo>
                  <a:pt x="142646" y="98552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11" name="!!path-9iv"/>
          <p:cNvSpPr/>
          <p:nvPr/>
        </p:nvSpPr>
        <p:spPr>
          <a:xfrm>
            <a:off x="548843" y="293726"/>
            <a:ext cx="142646" cy="56286"/>
          </a:xfrm>
          <a:custGeom>
            <a:avLst/>
            <a:gdLst/>
            <a:ahLst/>
            <a:cxnLst/>
            <a:rect l="l" t="t" r="r" b="b"/>
            <a:pathLst>
              <a:path w="142646" h="56286" fill="none">
                <a:moveTo>
                  <a:pt x="0" y="56286"/>
                </a:moveTo>
                <a:cubicBezTo>
                  <a:pt x="5893" y="42672"/>
                  <a:pt x="17069" y="28448"/>
                  <a:pt x="35357" y="19304"/>
                </a:cubicBezTo>
                <a:cubicBezTo>
                  <a:pt x="63805" y="5080"/>
                  <a:pt x="106477" y="0"/>
                  <a:pt x="139802" y="8738"/>
                </a:cubicBezTo>
                <a:lnTo>
                  <a:pt x="142646" y="1889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12" name="!!path-9iw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627D8D"/>
              </a:gs>
              <a:gs pos="21794">
                <a:srgbClr val="627D8D"/>
              </a:gs>
              <a:gs pos="55376">
                <a:srgbClr val="627D8D"/>
              </a:gs>
              <a:gs pos="96421">
                <a:srgbClr val="98ABB7"/>
              </a:gs>
              <a:gs pos="100000">
                <a:srgbClr val="98ABB7"/>
              </a:gs>
            </a:gsLst>
            <a:lin ang="1983350" scaled="0"/>
          </a:gradFill>
          <a:ln>
            <a:noFill/>
          </a:ln>
        </p:spPr>
      </p:sp>
      <p:sp>
        <p:nvSpPr>
          <p:cNvPr id="113" name="!!path-9ix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0000"/>
                </a:srgbClr>
              </a:gs>
              <a:gs pos="4764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83333" t="79291" r="16667" b="20709"/>
            </a:path>
          </a:gradFill>
          <a:ln>
            <a:noFill/>
          </a:ln>
        </p:spPr>
      </p:sp>
      <p:sp>
        <p:nvSpPr>
          <p:cNvPr id="114" name="!!line-9iy"/>
          <p:cNvSpPr/>
          <p:nvPr/>
        </p:nvSpPr>
        <p:spPr>
          <a:xfrm>
            <a:off x="549046" y="363017"/>
            <a:ext cx="1" cy="153619"/>
          </a:xfrm>
          <a:custGeom>
            <a:avLst/>
            <a:gdLst/>
            <a:ahLst/>
            <a:cxnLst/>
            <a:rect l="l" t="t" r="r" b="b"/>
            <a:pathLst>
              <a:path w="1" h="153619">
                <a:moveTo>
                  <a:pt x="0" y="0"/>
                </a:moveTo>
                <a:lnTo>
                  <a:pt x="0" y="153619"/>
                </a:lnTo>
              </a:path>
            </a:pathLst>
          </a:custGeom>
          <a:solidFill>
            <a:srgbClr val="000000"/>
          </a:solidFill>
          <a:ln w="6909" cap="rnd">
            <a:solidFill>
              <a:srgbClr val="C9D3D9"/>
            </a:solidFill>
            <a:prstDash val="solid"/>
            <a:miter lim="800000"/>
          </a:ln>
        </p:spPr>
      </p:sp>
      <p:sp>
        <p:nvSpPr>
          <p:cNvPr id="115" name="!!path-9iz"/>
          <p:cNvSpPr/>
          <p:nvPr/>
        </p:nvSpPr>
        <p:spPr>
          <a:xfrm>
            <a:off x="657962" y="442062"/>
            <a:ext cx="25400" cy="37998"/>
          </a:xfrm>
          <a:custGeom>
            <a:avLst/>
            <a:gdLst/>
            <a:ahLst/>
            <a:cxnLst/>
            <a:rect l="l" t="t" r="r" b="b"/>
            <a:pathLst>
              <a:path w="25400" h="37998">
                <a:moveTo>
                  <a:pt x="0" y="2642"/>
                </a:moveTo>
                <a:lnTo>
                  <a:pt x="15240" y="0"/>
                </a:lnTo>
                <a:lnTo>
                  <a:pt x="25400" y="37186"/>
                </a:lnTo>
                <a:lnTo>
                  <a:pt x="7518" y="37998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 w="1016" cap="flat">
            <a:solidFill>
              <a:srgbClr val="FFFFFF">
                <a:alpha val="55000"/>
              </a:srgbClr>
            </a:solidFill>
            <a:prstDash val="solid"/>
            <a:round/>
          </a:ln>
        </p:spPr>
      </p:sp>
      <p:sp>
        <p:nvSpPr>
          <p:cNvPr id="116" name="!!text-9j0" descr="救「舊」我的書"/>
          <p:cNvSpPr txBox="1"/>
          <p:nvPr/>
        </p:nvSpPr>
        <p:spPr>
          <a:xfrm>
            <a:off x="805879" y="251460"/>
            <a:ext cx="1120140" cy="25745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400" b="1" kern="0" spc="-70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救</a:t>
            </a:r>
            <a:r>
              <a:rPr lang="zh-TW" altLang="en-US" sz="14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「舊</a:t>
            </a:r>
            <a:r>
              <a:rPr lang="zh-TW" altLang="en-US" sz="1400" b="1" kern="0" spc="-70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」</a:t>
            </a:r>
            <a:r>
              <a:rPr lang="zh-TW" altLang="en-US" sz="14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我的書</a:t>
            </a:r>
            <a:endParaRPr lang="zh-TW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fast" p14:dur="1100" advTm="0">
        <p159:morph option="byObject"/>
      </p:transition>
    </mc:Choice>
    <mc:Fallback>
      <p:transition spd="fast" advTm="0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79.8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rect-1q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7"/>
          </a:solidFill>
          <a:ln>
            <a:noFill/>
          </a:ln>
        </p:spPr>
      </p:sp>
      <p:sp>
        <p:nvSpPr>
          <p:cNvPr id="3" name="!!ellipse-1q2"/>
          <p:cNvSpPr/>
          <p:nvPr/>
        </p:nvSpPr>
        <p:spPr>
          <a:xfrm>
            <a:off x="-889000" y="-952500"/>
            <a:ext cx="13970000" cy="7874000"/>
          </a:xfrm>
          <a:prstGeom prst="ellipse">
            <a:avLst/>
          </a:prstGeom>
          <a:gradFill rotWithShape="1">
            <a:gsLst>
              <a:gs pos="0">
                <a:srgbClr val="FFFFFF">
                  <a:alpha val="95000"/>
                </a:srgbClr>
              </a:gs>
              <a:gs pos="40865">
                <a:srgbClr val="FFFFFF">
                  <a:alpha val="35000"/>
                </a:srgbClr>
              </a:gs>
              <a:gs pos="68108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!!rect-1q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P1"/>
            <a:srcRect/>
            <a:tile tx="181487" ty="8300" sx="16667" sy="16667" flip="none" algn="tl"/>
          </a:blipFill>
          <a:ln>
            <a:noFill/>
          </a:ln>
        </p:spPr>
      </p:sp>
      <p:sp>
        <p:nvSpPr>
          <p:cNvPr id="5" name="!!circle-1q9"/>
          <p:cNvSpPr/>
          <p:nvPr/>
        </p:nvSpPr>
        <p:spPr>
          <a:xfrm>
            <a:off x="10684807" y="5442440"/>
            <a:ext cx="2047469" cy="2047469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" name="!!circle-1qc"/>
          <p:cNvSpPr/>
          <p:nvPr/>
        </p:nvSpPr>
        <p:spPr>
          <a:xfrm>
            <a:off x="6803852" y="3887281"/>
            <a:ext cx="2495906" cy="2495906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7" name="!!circle-1qf"/>
          <p:cNvSpPr/>
          <p:nvPr/>
        </p:nvSpPr>
        <p:spPr>
          <a:xfrm>
            <a:off x="3804893" y="1386778"/>
            <a:ext cx="1998675" cy="1998675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8" name="!!circle-1qp"/>
          <p:cNvSpPr/>
          <p:nvPr/>
        </p:nvSpPr>
        <p:spPr>
          <a:xfrm>
            <a:off x="10151209" y="5661782"/>
            <a:ext cx="1404176" cy="1404176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9" name="!!circle-1qt"/>
          <p:cNvSpPr/>
          <p:nvPr/>
        </p:nvSpPr>
        <p:spPr>
          <a:xfrm>
            <a:off x="8507310" y="1254203"/>
            <a:ext cx="980973" cy="980973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0" name="!!circle-1qy"/>
          <p:cNvSpPr/>
          <p:nvPr/>
        </p:nvSpPr>
        <p:spPr>
          <a:xfrm>
            <a:off x="1870772" y="1066319"/>
            <a:ext cx="2674569" cy="2674569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1" name="!!circle-1r1"/>
          <p:cNvSpPr/>
          <p:nvPr/>
        </p:nvSpPr>
        <p:spPr>
          <a:xfrm>
            <a:off x="-904775" y="5601705"/>
            <a:ext cx="905370" cy="905370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2" name="!!circle-1rp"/>
          <p:cNvSpPr/>
          <p:nvPr/>
        </p:nvSpPr>
        <p:spPr>
          <a:xfrm>
            <a:off x="5589352" y="6053450"/>
            <a:ext cx="985317" cy="985317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3" name="!!circle-1sb"/>
          <p:cNvSpPr/>
          <p:nvPr/>
        </p:nvSpPr>
        <p:spPr>
          <a:xfrm>
            <a:off x="3527264" y="3810998"/>
            <a:ext cx="1718970" cy="1718970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4" name="!!rect-1sh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5F7">
                  <a:alpha val="0"/>
                </a:srgbClr>
              </a:gs>
              <a:gs pos="20428">
                <a:srgbClr val="F3F5F7">
                  <a:alpha val="0"/>
                </a:srgbClr>
              </a:gs>
              <a:gs pos="66730">
                <a:srgbClr val="F3F5F7"/>
              </a:gs>
              <a:gs pos="100000">
                <a:srgbClr val="F3F5F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5" name="!!circle-1sj"/>
          <p:cNvSpPr/>
          <p:nvPr/>
        </p:nvSpPr>
        <p:spPr>
          <a:xfrm>
            <a:off x="102482" y="124824"/>
            <a:ext cx="50038" cy="50038"/>
          </a:xfrm>
          <a:prstGeom prst="ellipse">
            <a:avLst/>
          </a:prstGeom>
          <a:solidFill>
            <a:srgbClr val="627D8D">
              <a:alpha val="25400"/>
            </a:srgbClr>
          </a:solidFill>
          <a:ln>
            <a:noFill/>
          </a:ln>
        </p:spPr>
      </p:sp>
      <p:sp>
        <p:nvSpPr>
          <p:cNvPr id="16" name="!!circle-1sm"/>
          <p:cNvSpPr/>
          <p:nvPr/>
        </p:nvSpPr>
        <p:spPr>
          <a:xfrm>
            <a:off x="5610925" y="1437146"/>
            <a:ext cx="36055" cy="36055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17" name="!!circle-1sp"/>
          <p:cNvSpPr/>
          <p:nvPr/>
        </p:nvSpPr>
        <p:spPr>
          <a:xfrm>
            <a:off x="9309227" y="3341424"/>
            <a:ext cx="24295" cy="24295"/>
          </a:xfrm>
          <a:prstGeom prst="ellipse">
            <a:avLst/>
          </a:prstGeom>
          <a:solidFill>
            <a:srgbClr val="627D8D">
              <a:alpha val="18100"/>
            </a:srgbClr>
          </a:solidFill>
          <a:ln>
            <a:noFill/>
          </a:ln>
        </p:spPr>
      </p:sp>
      <p:sp>
        <p:nvSpPr>
          <p:cNvPr id="18" name="!!circle-1ss"/>
          <p:cNvSpPr/>
          <p:nvPr/>
        </p:nvSpPr>
        <p:spPr>
          <a:xfrm>
            <a:off x="3542542" y="6525113"/>
            <a:ext cx="25959" cy="25959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19" name="!!circle-1sv"/>
          <p:cNvSpPr/>
          <p:nvPr/>
        </p:nvSpPr>
        <p:spPr>
          <a:xfrm>
            <a:off x="1933925" y="1846156"/>
            <a:ext cx="35878" cy="35878"/>
          </a:xfrm>
          <a:prstGeom prst="ellipse">
            <a:avLst/>
          </a:prstGeom>
          <a:solidFill>
            <a:srgbClr val="627D8D">
              <a:alpha val="26800"/>
            </a:srgbClr>
          </a:solidFill>
          <a:ln>
            <a:noFill/>
          </a:ln>
        </p:spPr>
      </p:sp>
      <p:sp>
        <p:nvSpPr>
          <p:cNvPr id="20" name="!!circle-1sy"/>
          <p:cNvSpPr/>
          <p:nvPr/>
        </p:nvSpPr>
        <p:spPr>
          <a:xfrm>
            <a:off x="6798498" y="3934794"/>
            <a:ext cx="40234" cy="40234"/>
          </a:xfrm>
          <a:prstGeom prst="ellipse">
            <a:avLst/>
          </a:prstGeom>
          <a:solidFill>
            <a:srgbClr val="627D8D">
              <a:alpha val="31300"/>
            </a:srgbClr>
          </a:solidFill>
          <a:ln>
            <a:noFill/>
          </a:ln>
        </p:spPr>
      </p:sp>
      <p:sp>
        <p:nvSpPr>
          <p:cNvPr id="21" name="!!circle-1t1"/>
          <p:cNvSpPr/>
          <p:nvPr/>
        </p:nvSpPr>
        <p:spPr>
          <a:xfrm>
            <a:off x="10001467" y="18261"/>
            <a:ext cx="23559" cy="23559"/>
          </a:xfrm>
          <a:prstGeom prst="ellipse">
            <a:avLst/>
          </a:prstGeom>
          <a:solidFill>
            <a:srgbClr val="627D8D">
              <a:alpha val="17900"/>
            </a:srgbClr>
          </a:solidFill>
          <a:ln>
            <a:noFill/>
          </a:ln>
        </p:spPr>
      </p:sp>
      <p:sp>
        <p:nvSpPr>
          <p:cNvPr id="22" name="!!circle-1t4"/>
          <p:cNvSpPr/>
          <p:nvPr/>
        </p:nvSpPr>
        <p:spPr>
          <a:xfrm>
            <a:off x="1131008" y="4993988"/>
            <a:ext cx="29959" cy="29959"/>
          </a:xfrm>
          <a:prstGeom prst="ellipse">
            <a:avLst/>
          </a:prstGeom>
          <a:solidFill>
            <a:srgbClr val="627D8D">
              <a:alpha val="19400"/>
            </a:srgbClr>
          </a:solidFill>
          <a:ln>
            <a:noFill/>
          </a:ln>
        </p:spPr>
      </p:sp>
      <p:sp>
        <p:nvSpPr>
          <p:cNvPr id="23" name="!!circle-1t7"/>
          <p:cNvSpPr/>
          <p:nvPr/>
        </p:nvSpPr>
        <p:spPr>
          <a:xfrm>
            <a:off x="8501052" y="4554062"/>
            <a:ext cx="28702" cy="28702"/>
          </a:xfrm>
          <a:prstGeom prst="ellipse">
            <a:avLst/>
          </a:prstGeom>
          <a:solidFill>
            <a:srgbClr val="627D8D">
              <a:alpha val="17800"/>
            </a:srgbClr>
          </a:solidFill>
          <a:ln>
            <a:noFill/>
          </a:ln>
        </p:spPr>
      </p:sp>
      <p:sp>
        <p:nvSpPr>
          <p:cNvPr id="24" name="!!circle-1ta"/>
          <p:cNvSpPr/>
          <p:nvPr/>
        </p:nvSpPr>
        <p:spPr>
          <a:xfrm>
            <a:off x="11046259" y="1983529"/>
            <a:ext cx="24066" cy="24066"/>
          </a:xfrm>
          <a:prstGeom prst="ellipse">
            <a:avLst/>
          </a:prstGeom>
          <a:solidFill>
            <a:srgbClr val="627D8D">
              <a:alpha val="23900"/>
            </a:srgbClr>
          </a:solidFill>
          <a:ln>
            <a:noFill/>
          </a:ln>
        </p:spPr>
      </p:sp>
      <p:sp>
        <p:nvSpPr>
          <p:cNvPr id="25" name="!!circle-1td"/>
          <p:cNvSpPr/>
          <p:nvPr/>
        </p:nvSpPr>
        <p:spPr>
          <a:xfrm>
            <a:off x="8392047" y="5982714"/>
            <a:ext cx="35865" cy="35865"/>
          </a:xfrm>
          <a:prstGeom prst="ellipse">
            <a:avLst/>
          </a:prstGeom>
          <a:solidFill>
            <a:srgbClr val="627D8D">
              <a:alpha val="28200"/>
            </a:srgbClr>
          </a:solidFill>
          <a:ln>
            <a:noFill/>
          </a:ln>
        </p:spPr>
      </p:sp>
      <p:sp>
        <p:nvSpPr>
          <p:cNvPr id="26" name="!!circle-1tg"/>
          <p:cNvSpPr/>
          <p:nvPr/>
        </p:nvSpPr>
        <p:spPr>
          <a:xfrm>
            <a:off x="1461733" y="3198286"/>
            <a:ext cx="39218" cy="39218"/>
          </a:xfrm>
          <a:prstGeom prst="ellipse">
            <a:avLst/>
          </a:prstGeom>
          <a:solidFill>
            <a:srgbClr val="627D8D">
              <a:alpha val="29600"/>
            </a:srgbClr>
          </a:solidFill>
          <a:ln>
            <a:noFill/>
          </a:ln>
        </p:spPr>
      </p:sp>
      <p:sp>
        <p:nvSpPr>
          <p:cNvPr id="27" name="!!circle-1tj"/>
          <p:cNvSpPr/>
          <p:nvPr/>
        </p:nvSpPr>
        <p:spPr>
          <a:xfrm>
            <a:off x="7140506" y="6214691"/>
            <a:ext cx="49733" cy="49733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8" name="!!circle-1tm"/>
          <p:cNvSpPr/>
          <p:nvPr/>
        </p:nvSpPr>
        <p:spPr>
          <a:xfrm>
            <a:off x="6347859" y="1878604"/>
            <a:ext cx="41694" cy="41694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9" name="!!circle-1tp"/>
          <p:cNvSpPr/>
          <p:nvPr/>
        </p:nvSpPr>
        <p:spPr>
          <a:xfrm>
            <a:off x="6790017" y="5284305"/>
            <a:ext cx="31979" cy="31979"/>
          </a:xfrm>
          <a:prstGeom prst="ellipse">
            <a:avLst/>
          </a:prstGeom>
          <a:solidFill>
            <a:srgbClr val="627D8D">
              <a:alpha val="24100"/>
            </a:srgbClr>
          </a:solidFill>
          <a:ln>
            <a:noFill/>
          </a:ln>
        </p:spPr>
      </p:sp>
      <p:sp>
        <p:nvSpPr>
          <p:cNvPr id="30" name="!!circle-1ts"/>
          <p:cNvSpPr/>
          <p:nvPr/>
        </p:nvSpPr>
        <p:spPr>
          <a:xfrm>
            <a:off x="3853180" y="1204320"/>
            <a:ext cx="18085" cy="18085"/>
          </a:xfrm>
          <a:prstGeom prst="ellipse">
            <a:avLst/>
          </a:prstGeom>
          <a:solidFill>
            <a:srgbClr val="627D8D">
              <a:alpha val="10500"/>
            </a:srgbClr>
          </a:solidFill>
          <a:ln>
            <a:noFill/>
          </a:ln>
        </p:spPr>
      </p:sp>
      <p:sp>
        <p:nvSpPr>
          <p:cNvPr id="31" name="!!circle-1ty"/>
          <p:cNvSpPr/>
          <p:nvPr/>
        </p:nvSpPr>
        <p:spPr>
          <a:xfrm>
            <a:off x="3422841" y="6436054"/>
            <a:ext cx="39243" cy="39243"/>
          </a:xfrm>
          <a:prstGeom prst="ellipse">
            <a:avLst/>
          </a:prstGeom>
          <a:solidFill>
            <a:srgbClr val="627D8D">
              <a:alpha val="27700"/>
            </a:srgbClr>
          </a:solidFill>
          <a:ln>
            <a:noFill/>
          </a:ln>
        </p:spPr>
      </p:sp>
      <p:sp>
        <p:nvSpPr>
          <p:cNvPr id="32" name="!!circle-1u1"/>
          <p:cNvSpPr/>
          <p:nvPr/>
        </p:nvSpPr>
        <p:spPr>
          <a:xfrm>
            <a:off x="1661503" y="6641919"/>
            <a:ext cx="34519" cy="34519"/>
          </a:xfrm>
          <a:prstGeom prst="ellipse">
            <a:avLst/>
          </a:prstGeom>
          <a:solidFill>
            <a:srgbClr val="627D8D">
              <a:alpha val="22500"/>
            </a:srgbClr>
          </a:solidFill>
          <a:ln>
            <a:noFill/>
          </a:ln>
        </p:spPr>
      </p:sp>
      <p:sp>
        <p:nvSpPr>
          <p:cNvPr id="33" name="!!circle-1u4"/>
          <p:cNvSpPr/>
          <p:nvPr/>
        </p:nvSpPr>
        <p:spPr>
          <a:xfrm>
            <a:off x="2624247" y="5237002"/>
            <a:ext cx="46228" cy="46228"/>
          </a:xfrm>
          <a:prstGeom prst="ellipse">
            <a:avLst/>
          </a:prstGeom>
          <a:solidFill>
            <a:srgbClr val="627D8D">
              <a:alpha val="26200"/>
            </a:srgbClr>
          </a:solidFill>
          <a:ln>
            <a:noFill/>
          </a:ln>
        </p:spPr>
      </p:sp>
      <p:sp>
        <p:nvSpPr>
          <p:cNvPr id="34" name="!!circle-1u7"/>
          <p:cNvSpPr/>
          <p:nvPr/>
        </p:nvSpPr>
        <p:spPr>
          <a:xfrm>
            <a:off x="7417558" y="4844740"/>
            <a:ext cx="49327" cy="49327"/>
          </a:xfrm>
          <a:prstGeom prst="ellipse">
            <a:avLst/>
          </a:prstGeom>
          <a:solidFill>
            <a:srgbClr val="627D8D">
              <a:alpha val="20800"/>
            </a:srgbClr>
          </a:solidFill>
          <a:ln>
            <a:noFill/>
          </a:ln>
        </p:spPr>
      </p:sp>
      <p:sp>
        <p:nvSpPr>
          <p:cNvPr id="35" name="!!circle-1ua"/>
          <p:cNvSpPr/>
          <p:nvPr/>
        </p:nvSpPr>
        <p:spPr>
          <a:xfrm>
            <a:off x="9693052" y="5583159"/>
            <a:ext cx="24054" cy="24054"/>
          </a:xfrm>
          <a:prstGeom prst="ellipse">
            <a:avLst/>
          </a:prstGeom>
          <a:solidFill>
            <a:srgbClr val="627D8D">
              <a:alpha val="22200"/>
            </a:srgbClr>
          </a:solidFill>
          <a:ln>
            <a:noFill/>
          </a:ln>
        </p:spPr>
      </p:sp>
      <p:sp>
        <p:nvSpPr>
          <p:cNvPr id="36" name="!!circle-1ud"/>
          <p:cNvSpPr/>
          <p:nvPr/>
        </p:nvSpPr>
        <p:spPr>
          <a:xfrm>
            <a:off x="2101000" y="1540458"/>
            <a:ext cx="32271" cy="32271"/>
          </a:xfrm>
          <a:prstGeom prst="ellipse">
            <a:avLst/>
          </a:prstGeom>
          <a:solidFill>
            <a:srgbClr val="627D8D">
              <a:alpha val="20500"/>
            </a:srgbClr>
          </a:solidFill>
          <a:ln>
            <a:noFill/>
          </a:ln>
        </p:spPr>
      </p:sp>
      <p:sp>
        <p:nvSpPr>
          <p:cNvPr id="37" name="!!circle-1uj"/>
          <p:cNvSpPr/>
          <p:nvPr/>
        </p:nvSpPr>
        <p:spPr>
          <a:xfrm>
            <a:off x="2087302" y="2534848"/>
            <a:ext cx="34252" cy="34252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38" name="!!circle-1um"/>
          <p:cNvSpPr/>
          <p:nvPr/>
        </p:nvSpPr>
        <p:spPr>
          <a:xfrm>
            <a:off x="9614055" y="4487950"/>
            <a:ext cx="44196" cy="44196"/>
          </a:xfrm>
          <a:prstGeom prst="ellipse">
            <a:avLst/>
          </a:prstGeom>
          <a:solidFill>
            <a:srgbClr val="627D8D">
              <a:alpha val="21700"/>
            </a:srgbClr>
          </a:solidFill>
          <a:ln>
            <a:noFill/>
          </a:ln>
        </p:spPr>
      </p:sp>
      <p:sp>
        <p:nvSpPr>
          <p:cNvPr id="39" name="!!circle-1up"/>
          <p:cNvSpPr/>
          <p:nvPr/>
        </p:nvSpPr>
        <p:spPr>
          <a:xfrm>
            <a:off x="6802197" y="1856356"/>
            <a:ext cx="35192" cy="35192"/>
          </a:xfrm>
          <a:prstGeom prst="ellipse">
            <a:avLst/>
          </a:prstGeom>
          <a:solidFill>
            <a:srgbClr val="627D8D">
              <a:alpha val="27100"/>
            </a:srgbClr>
          </a:solidFill>
          <a:ln>
            <a:noFill/>
          </a:ln>
        </p:spPr>
      </p:sp>
      <p:sp>
        <p:nvSpPr>
          <p:cNvPr id="40" name="!!circle-1us"/>
          <p:cNvSpPr/>
          <p:nvPr/>
        </p:nvSpPr>
        <p:spPr>
          <a:xfrm>
            <a:off x="10126819" y="5430333"/>
            <a:ext cx="43358" cy="43358"/>
          </a:xfrm>
          <a:prstGeom prst="ellipse">
            <a:avLst/>
          </a:prstGeom>
          <a:solidFill>
            <a:srgbClr val="627D8D">
              <a:alpha val="19500"/>
            </a:srgbClr>
          </a:solidFill>
          <a:ln>
            <a:noFill/>
          </a:ln>
        </p:spPr>
      </p:sp>
      <p:sp>
        <p:nvSpPr>
          <p:cNvPr id="41" name="!!circle-1uv"/>
          <p:cNvSpPr/>
          <p:nvPr/>
        </p:nvSpPr>
        <p:spPr>
          <a:xfrm>
            <a:off x="3123837" y="2224500"/>
            <a:ext cx="33528" cy="33528"/>
          </a:xfrm>
          <a:prstGeom prst="ellipse">
            <a:avLst/>
          </a:prstGeom>
          <a:solidFill>
            <a:srgbClr val="627D8D">
              <a:alpha val="28300"/>
            </a:srgbClr>
          </a:solidFill>
          <a:ln>
            <a:noFill/>
          </a:ln>
        </p:spPr>
      </p:sp>
      <p:sp>
        <p:nvSpPr>
          <p:cNvPr id="42" name="!!circle-1uy"/>
          <p:cNvSpPr/>
          <p:nvPr/>
        </p:nvSpPr>
        <p:spPr>
          <a:xfrm>
            <a:off x="6768558" y="2776132"/>
            <a:ext cx="28956" cy="28956"/>
          </a:xfrm>
          <a:prstGeom prst="ellipse">
            <a:avLst/>
          </a:prstGeom>
          <a:solidFill>
            <a:srgbClr val="627D8D">
              <a:alpha val="21800"/>
            </a:srgbClr>
          </a:solidFill>
          <a:ln>
            <a:noFill/>
          </a:ln>
        </p:spPr>
      </p:sp>
      <p:sp>
        <p:nvSpPr>
          <p:cNvPr id="43" name="!!circle-1v1"/>
          <p:cNvSpPr/>
          <p:nvPr/>
        </p:nvSpPr>
        <p:spPr>
          <a:xfrm>
            <a:off x="6986007" y="6491652"/>
            <a:ext cx="45555" cy="45555"/>
          </a:xfrm>
          <a:prstGeom prst="ellipse">
            <a:avLst/>
          </a:prstGeom>
          <a:solidFill>
            <a:srgbClr val="627D8D">
              <a:alpha val="20900"/>
            </a:srgbClr>
          </a:solidFill>
          <a:ln>
            <a:noFill/>
          </a:ln>
        </p:spPr>
      </p:sp>
      <p:sp>
        <p:nvSpPr>
          <p:cNvPr id="44" name="!!circle-1v4"/>
          <p:cNvSpPr/>
          <p:nvPr/>
        </p:nvSpPr>
        <p:spPr>
          <a:xfrm>
            <a:off x="11314240" y="3426276"/>
            <a:ext cx="39484" cy="39484"/>
          </a:xfrm>
          <a:prstGeom prst="ellipse">
            <a:avLst/>
          </a:prstGeom>
          <a:solidFill>
            <a:srgbClr val="627D8D">
              <a:alpha val="13600"/>
            </a:srgbClr>
          </a:solidFill>
          <a:ln>
            <a:noFill/>
          </a:ln>
        </p:spPr>
      </p:sp>
      <p:sp>
        <p:nvSpPr>
          <p:cNvPr id="45" name="!!circle-1v7"/>
          <p:cNvSpPr/>
          <p:nvPr/>
        </p:nvSpPr>
        <p:spPr>
          <a:xfrm>
            <a:off x="7447907" y="5719020"/>
            <a:ext cx="30455" cy="30455"/>
          </a:xfrm>
          <a:prstGeom prst="ellipse">
            <a:avLst/>
          </a:prstGeom>
          <a:solidFill>
            <a:srgbClr val="627D8D">
              <a:alpha val="16500"/>
            </a:srgbClr>
          </a:solidFill>
          <a:ln>
            <a:noFill/>
          </a:ln>
        </p:spPr>
      </p:sp>
      <p:sp>
        <p:nvSpPr>
          <p:cNvPr id="46" name="!!circle-1va"/>
          <p:cNvSpPr/>
          <p:nvPr/>
        </p:nvSpPr>
        <p:spPr>
          <a:xfrm>
            <a:off x="8947432" y="6472343"/>
            <a:ext cx="28257" cy="28257"/>
          </a:xfrm>
          <a:prstGeom prst="ellipse">
            <a:avLst/>
          </a:prstGeom>
          <a:solidFill>
            <a:srgbClr val="627D8D">
              <a:alpha val="15700"/>
            </a:srgbClr>
          </a:solidFill>
          <a:ln>
            <a:noFill/>
          </a:ln>
        </p:spPr>
      </p:sp>
      <p:sp>
        <p:nvSpPr>
          <p:cNvPr id="47" name="!!circle-1vd"/>
          <p:cNvSpPr/>
          <p:nvPr/>
        </p:nvSpPr>
        <p:spPr>
          <a:xfrm>
            <a:off x="11346515" y="5175223"/>
            <a:ext cx="45149" cy="45149"/>
          </a:xfrm>
          <a:prstGeom prst="ellipse">
            <a:avLst/>
          </a:prstGeom>
          <a:solidFill>
            <a:srgbClr val="627D8D">
              <a:alpha val="31200"/>
            </a:srgbClr>
          </a:solidFill>
          <a:ln>
            <a:noFill/>
          </a:ln>
        </p:spPr>
      </p:sp>
      <p:sp>
        <p:nvSpPr>
          <p:cNvPr id="48" name="!!circle-1vg"/>
          <p:cNvSpPr/>
          <p:nvPr/>
        </p:nvSpPr>
        <p:spPr>
          <a:xfrm>
            <a:off x="3449925" y="3325348"/>
            <a:ext cx="30696" cy="30696"/>
          </a:xfrm>
          <a:prstGeom prst="ellipse">
            <a:avLst/>
          </a:prstGeom>
          <a:solidFill>
            <a:srgbClr val="627D8D">
              <a:alpha val="25700"/>
            </a:srgbClr>
          </a:solidFill>
          <a:ln>
            <a:noFill/>
          </a:ln>
        </p:spPr>
      </p:sp>
      <p:sp>
        <p:nvSpPr>
          <p:cNvPr id="49" name="!!circle-1vj"/>
          <p:cNvSpPr/>
          <p:nvPr/>
        </p:nvSpPr>
        <p:spPr>
          <a:xfrm>
            <a:off x="8824088" y="3868586"/>
            <a:ext cx="37401" cy="37401"/>
          </a:xfrm>
          <a:prstGeom prst="ellipse">
            <a:avLst/>
          </a:prstGeom>
          <a:solidFill>
            <a:srgbClr val="627D8D">
              <a:alpha val="16000"/>
            </a:srgbClr>
          </a:solidFill>
          <a:ln>
            <a:noFill/>
          </a:ln>
        </p:spPr>
      </p:sp>
      <p:sp>
        <p:nvSpPr>
          <p:cNvPr id="50" name="!!circle-1vm"/>
          <p:cNvSpPr/>
          <p:nvPr/>
        </p:nvSpPr>
        <p:spPr>
          <a:xfrm>
            <a:off x="1750595" y="4653948"/>
            <a:ext cx="33096" cy="33096"/>
          </a:xfrm>
          <a:prstGeom prst="ellipse">
            <a:avLst/>
          </a:prstGeom>
          <a:solidFill>
            <a:srgbClr val="627D8D">
              <a:alpha val="22300"/>
            </a:srgbClr>
          </a:solidFill>
          <a:ln>
            <a:noFill/>
          </a:ln>
        </p:spPr>
      </p:sp>
      <p:sp>
        <p:nvSpPr>
          <p:cNvPr id="51" name="!!circle-1vp"/>
          <p:cNvSpPr/>
          <p:nvPr/>
        </p:nvSpPr>
        <p:spPr>
          <a:xfrm>
            <a:off x="11591553" y="764880"/>
            <a:ext cx="21145" cy="21145"/>
          </a:xfrm>
          <a:prstGeom prst="ellipse">
            <a:avLst/>
          </a:prstGeom>
          <a:solidFill>
            <a:srgbClr val="627D8D">
              <a:alpha val="16300"/>
            </a:srgbClr>
          </a:solidFill>
          <a:ln>
            <a:noFill/>
          </a:ln>
        </p:spPr>
      </p:sp>
      <p:sp>
        <p:nvSpPr>
          <p:cNvPr id="52" name="!!circle-1vs"/>
          <p:cNvSpPr/>
          <p:nvPr/>
        </p:nvSpPr>
        <p:spPr>
          <a:xfrm>
            <a:off x="11076671" y="5664519"/>
            <a:ext cx="35281" cy="35281"/>
          </a:xfrm>
          <a:prstGeom prst="ellipse">
            <a:avLst/>
          </a:prstGeom>
          <a:solidFill>
            <a:srgbClr val="627D8D">
              <a:alpha val="30000"/>
            </a:srgbClr>
          </a:solidFill>
          <a:ln>
            <a:noFill/>
          </a:ln>
        </p:spPr>
      </p:sp>
      <p:sp>
        <p:nvSpPr>
          <p:cNvPr id="53" name="!!path-37d"/>
          <p:cNvSpPr/>
          <p:nvPr/>
        </p:nvSpPr>
        <p:spPr>
          <a:xfrm>
            <a:off x="-2456983" y="4561918"/>
            <a:ext cx="7553311" cy="3762166"/>
          </a:xfrm>
          <a:custGeom>
            <a:avLst/>
            <a:gdLst/>
            <a:ahLst/>
            <a:cxnLst/>
            <a:rect l="l" t="t" r="r" b="b"/>
            <a:pathLst>
              <a:path w="7553311" h="3762166" fill="none">
                <a:moveTo>
                  <a:pt x="0" y="3762166"/>
                </a:moveTo>
                <a:quadBezTo>
                  <a:pt x="4373226" y="3078813"/>
                  <a:pt x="7553311" y="0"/>
                </a:quadBezTo>
              </a:path>
            </a:pathLst>
          </a:custGeom>
          <a:noFill/>
          <a:ln w="31909" cap="rnd">
            <a:solidFill>
              <a:srgbClr val="627D8D">
                <a:alpha val="7800"/>
              </a:srgbClr>
            </a:solidFill>
            <a:prstDash val="solid"/>
            <a:round/>
          </a:ln>
        </p:spPr>
      </p:sp>
      <p:sp>
        <p:nvSpPr>
          <p:cNvPr id="54" name="!!circle-37g"/>
          <p:cNvSpPr/>
          <p:nvPr/>
        </p:nvSpPr>
        <p:spPr>
          <a:xfrm>
            <a:off x="3900401" y="5420053"/>
            <a:ext cx="204217" cy="204217"/>
          </a:xfrm>
          <a:prstGeom prst="ellipse">
            <a:avLst/>
          </a:prstGeom>
          <a:gradFill rotWithShape="1">
            <a:gsLst>
              <a:gs pos="0">
                <a:srgbClr val="FFFFFF">
                  <a:alpha val="20618"/>
                </a:srgbClr>
              </a:gs>
              <a:gs pos="28284">
                <a:srgbClr val="627D8D">
                  <a:alpha val="10309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5" name="!!circle-3as"/>
          <p:cNvSpPr/>
          <p:nvPr/>
        </p:nvSpPr>
        <p:spPr>
          <a:xfrm>
            <a:off x="-8296156" y="4624319"/>
            <a:ext cx="8822153" cy="8822153"/>
          </a:xfrm>
          <a:prstGeom prst="ellipse">
            <a:avLst/>
          </a:prstGeom>
          <a:gradFill rotWithShape="1">
            <a:gsLst>
              <a:gs pos="0">
                <a:srgbClr val="627D8D">
                  <a:alpha val="220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6" name="!!circle-3b4"/>
          <p:cNvSpPr/>
          <p:nvPr/>
        </p:nvSpPr>
        <p:spPr>
          <a:xfrm>
            <a:off x="-7644510" y="5275966"/>
            <a:ext cx="7518861" cy="7518861"/>
          </a:xfrm>
          <a:custGeom>
            <a:avLst/>
            <a:gdLst/>
            <a:ahLst/>
            <a:cxnLst/>
            <a:rect l="l" t="t" r="r" b="b"/>
            <a:pathLst>
              <a:path w="7518861" h="7518861" fill="none">
                <a:moveTo>
                  <a:pt x="3063714" y="384234"/>
                </a:moveTo>
                <a:cubicBezTo>
                  <a:pt x="4927784" y="0"/>
                  <a:pt x="6750394" y="1199644"/>
                  <a:pt x="7134627" y="3063714"/>
                </a:cubicBezTo>
                <a:cubicBezTo>
                  <a:pt x="7518861" y="4927784"/>
                  <a:pt x="6319217" y="6750394"/>
                  <a:pt x="4455147" y="7134627"/>
                </a:cubicBezTo>
                <a:cubicBezTo>
                  <a:pt x="2591077" y="7518861"/>
                  <a:pt x="768467" y="6319217"/>
                  <a:pt x="384234" y="4455147"/>
                </a:cubicBezTo>
                <a:cubicBezTo>
                  <a:pt x="0" y="2591077"/>
                  <a:pt x="1199644" y="768467"/>
                  <a:pt x="3063714" y="384234"/>
                </a:cubicBezTo>
                <a:close/>
              </a:path>
            </a:pathLst>
          </a:custGeom>
          <a:noFill/>
          <a:ln w="21443" cap="rnd">
            <a:solidFill>
              <a:srgbClr val="627D8D">
                <a:alpha val="20000"/>
              </a:srgbClr>
            </a:solidFill>
            <a:custDash>
              <a:ds d="2857143" sp="1285714"/>
              <a:ds d="285714" sp="1285714"/>
            </a:custDash>
            <a:miter lim="800000"/>
          </a:ln>
        </p:spPr>
      </p:sp>
      <p:sp>
        <p:nvSpPr>
          <p:cNvPr id="57" name="!!path-3ua"/>
          <p:cNvSpPr/>
          <p:nvPr/>
        </p:nvSpPr>
        <p:spPr>
          <a:xfrm>
            <a:off x="3441185" y="2321778"/>
            <a:ext cx="1289117" cy="1"/>
          </a:xfrm>
          <a:custGeom>
            <a:avLst/>
            <a:gdLst/>
            <a:ahLst/>
            <a:cxnLst/>
            <a:rect l="l" t="t" r="r" b="b"/>
            <a:pathLst>
              <a:path w="1289117" h="1" fill="none">
                <a:moveTo>
                  <a:pt x="0" y="0"/>
                </a:moveTo>
                <a:lnTo>
                  <a:pt x="1289117" y="0"/>
                </a:lnTo>
              </a:path>
            </a:pathLst>
          </a:custGeom>
          <a:noFill/>
          <a:ln w="12764" cap="rnd">
            <a:solidFill>
              <a:srgbClr val="627D8D"/>
            </a:solidFill>
            <a:prstDash val="solid"/>
            <a:round/>
          </a:ln>
        </p:spPr>
      </p:sp>
      <p:sp>
        <p:nvSpPr>
          <p:cNvPr id="58" name="!!circle-3ud"/>
          <p:cNvSpPr/>
          <p:nvPr/>
        </p:nvSpPr>
        <p:spPr>
          <a:xfrm>
            <a:off x="3173151" y="2206906"/>
            <a:ext cx="229744" cy="229744"/>
          </a:xfrm>
          <a:prstGeom prst="ellipse">
            <a:avLst/>
          </a:prstGeom>
          <a:solidFill>
            <a:srgbClr val="FFFFFF"/>
          </a:solidFill>
          <a:ln w="12764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59" name="!!circle-3uk"/>
          <p:cNvSpPr/>
          <p:nvPr/>
        </p:nvSpPr>
        <p:spPr>
          <a:xfrm>
            <a:off x="3173151" y="2206906"/>
            <a:ext cx="229744" cy="229744"/>
          </a:xfrm>
          <a:prstGeom prst="ellipse">
            <a:avLst/>
          </a:prstGeom>
          <a:solidFill>
            <a:srgbClr val="2E9E5B"/>
          </a:solidFill>
          <a:ln>
            <a:noFill/>
          </a:ln>
        </p:spPr>
      </p:sp>
      <p:sp>
        <p:nvSpPr>
          <p:cNvPr id="60" name="!!path-3ul"/>
          <p:cNvSpPr/>
          <p:nvPr/>
        </p:nvSpPr>
        <p:spPr>
          <a:xfrm>
            <a:off x="3236969" y="2289869"/>
            <a:ext cx="95726" cy="63818"/>
          </a:xfrm>
          <a:custGeom>
            <a:avLst/>
            <a:gdLst/>
            <a:ahLst/>
            <a:cxnLst/>
            <a:rect l="l" t="t" r="r" b="b"/>
            <a:pathLst>
              <a:path w="95726" h="63818" fill="none">
                <a:moveTo>
                  <a:pt x="0" y="31909"/>
                </a:moveTo>
                <a:lnTo>
                  <a:pt x="31909" y="63818"/>
                </a:lnTo>
                <a:lnTo>
                  <a:pt x="95726" y="0"/>
                </a:lnTo>
              </a:path>
            </a:pathLst>
          </a:custGeom>
          <a:noFill/>
          <a:ln w="16593" cap="rnd">
            <a:solidFill>
              <a:srgbClr val="FFFFFF"/>
            </a:solidFill>
            <a:prstDash val="solid"/>
            <a:round/>
          </a:ln>
        </p:spPr>
      </p:sp>
      <p:sp>
        <p:nvSpPr>
          <p:cNvPr id="61" name="!!text-3um" descr="Google Books"/>
          <p:cNvSpPr txBox="1"/>
          <p:nvPr/>
        </p:nvSpPr>
        <p:spPr>
          <a:xfrm>
            <a:off x="2822460" y="2490767"/>
            <a:ext cx="973245" cy="20329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06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Google Books</a:t>
            </a:r>
            <a:endParaRPr lang="zh-TW" sz="1106"/>
          </a:p>
        </p:txBody>
      </p:sp>
      <p:sp>
        <p:nvSpPr>
          <p:cNvPr id="62" name="!!path-3uy"/>
          <p:cNvSpPr/>
          <p:nvPr/>
        </p:nvSpPr>
        <p:spPr>
          <a:xfrm>
            <a:off x="5036627" y="2321778"/>
            <a:ext cx="1289117" cy="1"/>
          </a:xfrm>
          <a:custGeom>
            <a:avLst/>
            <a:gdLst/>
            <a:ahLst/>
            <a:cxnLst/>
            <a:rect l="l" t="t" r="r" b="b"/>
            <a:pathLst>
              <a:path w="1289117" h="1" fill="none">
                <a:moveTo>
                  <a:pt x="0" y="0"/>
                </a:moveTo>
                <a:lnTo>
                  <a:pt x="1289117" y="0"/>
                </a:lnTo>
              </a:path>
            </a:pathLst>
          </a:custGeom>
          <a:noFill/>
          <a:ln w="12764" cap="rnd">
            <a:solidFill>
              <a:srgbClr val="627D8D"/>
            </a:solidFill>
            <a:prstDash val="solid"/>
            <a:round/>
          </a:ln>
        </p:spPr>
      </p:sp>
      <p:sp>
        <p:nvSpPr>
          <p:cNvPr id="63" name="!!circle-3v1"/>
          <p:cNvSpPr/>
          <p:nvPr/>
        </p:nvSpPr>
        <p:spPr>
          <a:xfrm>
            <a:off x="4768593" y="2206906"/>
            <a:ext cx="229744" cy="229744"/>
          </a:xfrm>
          <a:prstGeom prst="ellipse">
            <a:avLst/>
          </a:prstGeom>
          <a:solidFill>
            <a:srgbClr val="FFFFFF"/>
          </a:solidFill>
          <a:ln w="12764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64" name="!!circle-3v8"/>
          <p:cNvSpPr/>
          <p:nvPr/>
        </p:nvSpPr>
        <p:spPr>
          <a:xfrm>
            <a:off x="4768593" y="2206906"/>
            <a:ext cx="229744" cy="229744"/>
          </a:xfrm>
          <a:prstGeom prst="ellipse">
            <a:avLst/>
          </a:prstGeom>
          <a:solidFill>
            <a:srgbClr val="2E9E5B"/>
          </a:solidFill>
          <a:ln>
            <a:noFill/>
          </a:ln>
        </p:spPr>
      </p:sp>
      <p:sp>
        <p:nvSpPr>
          <p:cNvPr id="65" name="!!path-3v9"/>
          <p:cNvSpPr/>
          <p:nvPr/>
        </p:nvSpPr>
        <p:spPr>
          <a:xfrm>
            <a:off x="4832410" y="2289869"/>
            <a:ext cx="95726" cy="63818"/>
          </a:xfrm>
          <a:custGeom>
            <a:avLst/>
            <a:gdLst/>
            <a:ahLst/>
            <a:cxnLst/>
            <a:rect l="l" t="t" r="r" b="b"/>
            <a:pathLst>
              <a:path w="95726" h="63818" fill="none">
                <a:moveTo>
                  <a:pt x="0" y="31909"/>
                </a:moveTo>
                <a:lnTo>
                  <a:pt x="31909" y="63818"/>
                </a:lnTo>
                <a:lnTo>
                  <a:pt x="95726" y="0"/>
                </a:lnTo>
              </a:path>
            </a:pathLst>
          </a:custGeom>
          <a:noFill/>
          <a:ln w="16593" cap="rnd">
            <a:solidFill>
              <a:srgbClr val="FFFFFF"/>
            </a:solidFill>
            <a:prstDash val="solid"/>
            <a:round/>
          </a:ln>
        </p:spPr>
      </p:sp>
      <p:sp>
        <p:nvSpPr>
          <p:cNvPr id="66" name="!!text-3va" descr="Open Library"/>
          <p:cNvSpPr txBox="1"/>
          <p:nvPr/>
        </p:nvSpPr>
        <p:spPr>
          <a:xfrm>
            <a:off x="4441278" y="2490767"/>
            <a:ext cx="926492" cy="20329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06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Open Lib</a:t>
            </a:r>
            <a:r>
              <a:rPr lang="zh-TW" altLang="en-US" sz="1106" kern="0" spc="-38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r</a:t>
            </a:r>
            <a:r>
              <a:rPr lang="zh-TW" altLang="en-US" sz="1106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a</a:t>
            </a:r>
            <a:r>
              <a:rPr lang="zh-TW" altLang="en-US" sz="1106" kern="0" spc="15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r</a:t>
            </a:r>
            <a:r>
              <a:rPr lang="zh-TW" altLang="en-US" sz="1106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y</a:t>
            </a:r>
            <a:endParaRPr lang="zh-TW" sz="1106"/>
          </a:p>
        </p:txBody>
      </p:sp>
      <p:sp>
        <p:nvSpPr>
          <p:cNvPr id="67" name="!!path-3vm"/>
          <p:cNvSpPr/>
          <p:nvPr/>
        </p:nvSpPr>
        <p:spPr>
          <a:xfrm>
            <a:off x="6632068" y="2321778"/>
            <a:ext cx="1289117" cy="1"/>
          </a:xfrm>
          <a:custGeom>
            <a:avLst/>
            <a:gdLst/>
            <a:ahLst/>
            <a:cxnLst/>
            <a:rect l="l" t="t" r="r" b="b"/>
            <a:pathLst>
              <a:path w="1289117" h="1" fill="none">
                <a:moveTo>
                  <a:pt x="0" y="0"/>
                </a:moveTo>
                <a:lnTo>
                  <a:pt x="1289117" y="0"/>
                </a:lnTo>
              </a:path>
            </a:pathLst>
          </a:custGeom>
          <a:noFill/>
          <a:ln w="12764" cap="rnd">
            <a:solidFill>
              <a:srgbClr val="627D8D"/>
            </a:solidFill>
            <a:prstDash val="solid"/>
            <a:round/>
          </a:ln>
        </p:spPr>
      </p:sp>
      <p:sp>
        <p:nvSpPr>
          <p:cNvPr id="68" name="!!circle-3vp"/>
          <p:cNvSpPr/>
          <p:nvPr/>
        </p:nvSpPr>
        <p:spPr>
          <a:xfrm>
            <a:off x="6364034" y="2206906"/>
            <a:ext cx="229744" cy="229744"/>
          </a:xfrm>
          <a:prstGeom prst="ellipse">
            <a:avLst/>
          </a:prstGeom>
          <a:solidFill>
            <a:srgbClr val="FFFFFF"/>
          </a:solidFill>
          <a:ln w="12764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69" name="!!circle-3vw"/>
          <p:cNvSpPr/>
          <p:nvPr/>
        </p:nvSpPr>
        <p:spPr>
          <a:xfrm>
            <a:off x="6364034" y="2206906"/>
            <a:ext cx="229744" cy="229744"/>
          </a:xfrm>
          <a:prstGeom prst="ellipse">
            <a:avLst/>
          </a:prstGeom>
          <a:solidFill>
            <a:srgbClr val="2E9E5B"/>
          </a:solidFill>
          <a:ln>
            <a:noFill/>
          </a:ln>
        </p:spPr>
      </p:sp>
      <p:sp>
        <p:nvSpPr>
          <p:cNvPr id="70" name="!!path-3vx"/>
          <p:cNvSpPr/>
          <p:nvPr/>
        </p:nvSpPr>
        <p:spPr>
          <a:xfrm>
            <a:off x="6427852" y="2289869"/>
            <a:ext cx="95726" cy="63818"/>
          </a:xfrm>
          <a:custGeom>
            <a:avLst/>
            <a:gdLst/>
            <a:ahLst/>
            <a:cxnLst/>
            <a:rect l="l" t="t" r="r" b="b"/>
            <a:pathLst>
              <a:path w="95726" h="63818" fill="none">
                <a:moveTo>
                  <a:pt x="0" y="31909"/>
                </a:moveTo>
                <a:lnTo>
                  <a:pt x="31909" y="63818"/>
                </a:lnTo>
                <a:lnTo>
                  <a:pt x="95726" y="0"/>
                </a:lnTo>
              </a:path>
            </a:pathLst>
          </a:custGeom>
          <a:noFill/>
          <a:ln w="16593" cap="rnd">
            <a:solidFill>
              <a:srgbClr val="FFFFFF"/>
            </a:solidFill>
            <a:prstDash val="solid"/>
            <a:round/>
          </a:ln>
        </p:spPr>
      </p:sp>
      <p:sp>
        <p:nvSpPr>
          <p:cNvPr id="71" name="!!text-3vy" descr="網路搜尋"/>
          <p:cNvSpPr txBox="1"/>
          <p:nvPr/>
        </p:nvSpPr>
        <p:spPr>
          <a:xfrm>
            <a:off x="6198108" y="2490767"/>
            <a:ext cx="603715" cy="20329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06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網路搜尋</a:t>
            </a:r>
            <a:endParaRPr lang="zh-TW" sz="1106"/>
          </a:p>
        </p:txBody>
      </p:sp>
      <p:sp>
        <p:nvSpPr>
          <p:cNvPr id="72" name="!!circle-3w3"/>
          <p:cNvSpPr/>
          <p:nvPr/>
        </p:nvSpPr>
        <p:spPr>
          <a:xfrm>
            <a:off x="7959476" y="2206906"/>
            <a:ext cx="229744" cy="229744"/>
          </a:xfrm>
          <a:prstGeom prst="ellipse">
            <a:avLst/>
          </a:prstGeom>
          <a:solidFill>
            <a:srgbClr val="FFFFFF"/>
          </a:solidFill>
          <a:ln w="12764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73" name="!!circle-3wa"/>
          <p:cNvSpPr/>
          <p:nvPr/>
        </p:nvSpPr>
        <p:spPr>
          <a:xfrm>
            <a:off x="7961419" y="2208850"/>
            <a:ext cx="225856" cy="225856"/>
          </a:xfrm>
          <a:prstGeom prst="ellipse">
            <a:avLst/>
          </a:prstGeom>
          <a:solidFill>
            <a:srgbClr val="627D8D"/>
          </a:solidFill>
          <a:ln>
            <a:noFill/>
          </a:ln>
        </p:spPr>
      </p:sp>
      <p:sp>
        <p:nvSpPr>
          <p:cNvPr id="74" name="!!path-3wb"/>
          <p:cNvSpPr/>
          <p:nvPr/>
        </p:nvSpPr>
        <p:spPr>
          <a:xfrm>
            <a:off x="8011089" y="2258519"/>
            <a:ext cx="126567" cy="126567"/>
          </a:xfrm>
          <a:custGeom>
            <a:avLst/>
            <a:gdLst/>
            <a:ahLst/>
            <a:cxnLst/>
            <a:rect l="l" t="t" r="r" b="b"/>
            <a:pathLst>
              <a:path w="126567" h="126567">
                <a:moveTo>
                  <a:pt x="103555" y="46025"/>
                </a:moveTo>
                <a:lnTo>
                  <a:pt x="110746" y="30204"/>
                </a:lnTo>
                <a:lnTo>
                  <a:pt x="126567" y="23012"/>
                </a:lnTo>
                <a:lnTo>
                  <a:pt x="110746" y="15821"/>
                </a:lnTo>
                <a:lnTo>
                  <a:pt x="103555" y="0"/>
                </a:lnTo>
                <a:lnTo>
                  <a:pt x="96364" y="15821"/>
                </a:lnTo>
                <a:lnTo>
                  <a:pt x="80543" y="23012"/>
                </a:lnTo>
                <a:lnTo>
                  <a:pt x="96364" y="30204"/>
                </a:lnTo>
                <a:lnTo>
                  <a:pt x="103555" y="46025"/>
                </a:lnTo>
                <a:close/>
                <a:moveTo>
                  <a:pt x="60407" y="48901"/>
                </a:moveTo>
                <a:lnTo>
                  <a:pt x="46025" y="17259"/>
                </a:lnTo>
                <a:lnTo>
                  <a:pt x="31642" y="48901"/>
                </a:lnTo>
                <a:lnTo>
                  <a:pt x="0" y="63284"/>
                </a:lnTo>
                <a:lnTo>
                  <a:pt x="31642" y="77666"/>
                </a:lnTo>
                <a:lnTo>
                  <a:pt x="46025" y="109308"/>
                </a:lnTo>
                <a:lnTo>
                  <a:pt x="60407" y="77666"/>
                </a:lnTo>
                <a:lnTo>
                  <a:pt x="92049" y="63284"/>
                </a:lnTo>
                <a:lnTo>
                  <a:pt x="60407" y="48901"/>
                </a:lnTo>
                <a:close/>
                <a:moveTo>
                  <a:pt x="103555" y="80543"/>
                </a:moveTo>
                <a:lnTo>
                  <a:pt x="96364" y="96364"/>
                </a:lnTo>
                <a:lnTo>
                  <a:pt x="80543" y="103555"/>
                </a:lnTo>
                <a:lnTo>
                  <a:pt x="96364" y="110746"/>
                </a:lnTo>
                <a:lnTo>
                  <a:pt x="103555" y="126567"/>
                </a:lnTo>
                <a:lnTo>
                  <a:pt x="110746" y="110746"/>
                </a:lnTo>
                <a:lnTo>
                  <a:pt x="126567" y="103555"/>
                </a:lnTo>
                <a:lnTo>
                  <a:pt x="110746" y="96364"/>
                </a:lnTo>
                <a:lnTo>
                  <a:pt x="103555" y="8054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75" name="!!text-3wc" descr="AI 整理"/>
          <p:cNvSpPr txBox="1"/>
          <p:nvPr/>
        </p:nvSpPr>
        <p:spPr>
          <a:xfrm>
            <a:off x="7851324" y="2490767"/>
            <a:ext cx="488167" cy="20329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06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AI 整理</a:t>
            </a:r>
            <a:endParaRPr lang="zh-TW" sz="1106"/>
          </a:p>
        </p:txBody>
      </p:sp>
      <p:sp>
        <p:nvSpPr>
          <p:cNvPr id="76" name="!!rect-3wl"/>
          <p:cNvSpPr/>
          <p:nvPr/>
        </p:nvSpPr>
        <p:spPr>
          <a:xfrm>
            <a:off x="2841299" y="2934427"/>
            <a:ext cx="6509401" cy="3497208"/>
          </a:xfrm>
          <a:prstGeom prst="roundRect">
            <a:avLst>
              <a:gd name="adj" fmla="val 5039"/>
            </a:avLst>
          </a:prstGeom>
          <a:solidFill>
            <a:srgbClr val="0B1A26">
              <a:alpha val="12000"/>
            </a:srgbClr>
          </a:solidFill>
          <a:ln>
            <a:noFill/>
          </a:ln>
          <a:effectLst>
            <a:softEdge rad="224638"/>
          </a:effectLst>
        </p:spPr>
      </p:sp>
      <p:sp>
        <p:nvSpPr>
          <p:cNvPr id="77" name="!!rect-3wm"/>
          <p:cNvSpPr/>
          <p:nvPr/>
        </p:nvSpPr>
        <p:spPr>
          <a:xfrm>
            <a:off x="2905117" y="2947191"/>
            <a:ext cx="6381766" cy="331851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82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78" name="!!rect-3wn"/>
          <p:cNvSpPr/>
          <p:nvPr/>
        </p:nvSpPr>
        <p:spPr>
          <a:xfrm>
            <a:off x="3160388" y="3202462"/>
            <a:ext cx="1340171" cy="1914530"/>
          </a:xfrm>
          <a:prstGeom prst="roundRect">
            <a:avLst>
              <a:gd name="adj" fmla="val 4762"/>
            </a:avLst>
          </a:prstGeom>
          <a:solidFill>
            <a:srgbClr val="DDE3E7"/>
          </a:solidFill>
          <a:ln>
            <a:noFill/>
          </a:ln>
        </p:spPr>
      </p:sp>
      <p:sp>
        <p:nvSpPr>
          <p:cNvPr id="79" name="!!rect-3wp"/>
          <p:cNvSpPr/>
          <p:nvPr/>
        </p:nvSpPr>
        <p:spPr>
          <a:xfrm>
            <a:off x="3288023" y="3355624"/>
            <a:ext cx="1084900" cy="1595441"/>
          </a:xfrm>
          <a:prstGeom prst="roundRect">
            <a:avLst>
              <a:gd name="adj" fmla="val 2941"/>
            </a:avLst>
          </a:prstGeom>
          <a:gradFill rotWithShape="1">
            <a:gsLst>
              <a:gs pos="0">
                <a:srgbClr val="5D856F"/>
              </a:gs>
              <a:gs pos="100000">
                <a:srgbClr val="3F624F"/>
              </a:gs>
            </a:gsLst>
            <a:lin ang="3347058" scaled="0"/>
          </a:gradFill>
          <a:ln>
            <a:noFill/>
          </a:ln>
        </p:spPr>
      </p:sp>
      <p:sp>
        <p:nvSpPr>
          <p:cNvPr id="80" name="!!rect-3wq"/>
          <p:cNvSpPr/>
          <p:nvPr/>
        </p:nvSpPr>
        <p:spPr>
          <a:xfrm>
            <a:off x="3385664" y="3355624"/>
            <a:ext cx="54245" cy="1595441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</p:spPr>
      </p:sp>
      <p:sp>
        <p:nvSpPr>
          <p:cNvPr id="81" name="!!rect-3wr"/>
          <p:cNvSpPr/>
          <p:nvPr/>
        </p:nvSpPr>
        <p:spPr>
          <a:xfrm>
            <a:off x="3559248" y="3642803"/>
            <a:ext cx="607544" cy="111681"/>
          </a:xfrm>
          <a:prstGeom prst="roundRect">
            <a:avLst>
              <a:gd name="adj" fmla="val 28571"/>
            </a:avLst>
          </a:prstGeom>
          <a:solidFill>
            <a:srgbClr val="E7D9B8"/>
          </a:solidFill>
          <a:ln>
            <a:noFill/>
          </a:ln>
        </p:spPr>
      </p:sp>
      <p:sp>
        <p:nvSpPr>
          <p:cNvPr id="82" name="!!rect-3ws"/>
          <p:cNvSpPr/>
          <p:nvPr/>
        </p:nvSpPr>
        <p:spPr>
          <a:xfrm>
            <a:off x="3559248" y="3834256"/>
            <a:ext cx="412262" cy="71795"/>
          </a:xfrm>
          <a:prstGeom prst="roundRect">
            <a:avLst>
              <a:gd name="adj" fmla="val 44444"/>
            </a:avLst>
          </a:prstGeom>
          <a:solidFill>
            <a:srgbClr val="E7D9B8">
              <a:alpha val="72000"/>
            </a:srgbClr>
          </a:solidFill>
          <a:ln>
            <a:noFill/>
          </a:ln>
        </p:spPr>
      </p:sp>
      <p:sp>
        <p:nvSpPr>
          <p:cNvPr id="83" name="!!rect-3wt"/>
          <p:cNvSpPr/>
          <p:nvPr/>
        </p:nvSpPr>
        <p:spPr>
          <a:xfrm>
            <a:off x="3559248" y="4631977"/>
            <a:ext cx="303772" cy="63818"/>
          </a:xfrm>
          <a:prstGeom prst="roundRect">
            <a:avLst>
              <a:gd name="adj" fmla="val 50000"/>
            </a:avLst>
          </a:prstGeom>
          <a:solidFill>
            <a:srgbClr val="E7D9B8">
              <a:alpha val="55000"/>
            </a:srgbClr>
          </a:solidFill>
          <a:ln>
            <a:noFill/>
          </a:ln>
        </p:spPr>
      </p:sp>
      <p:sp>
        <p:nvSpPr>
          <p:cNvPr id="84" name="!!text-3wu" descr="統計學概論"/>
          <p:cNvSpPr txBox="1"/>
          <p:nvPr/>
        </p:nvSpPr>
        <p:spPr>
          <a:xfrm>
            <a:off x="4819647" y="3182550"/>
            <a:ext cx="1082348" cy="29570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608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統計學概論</a:t>
            </a:r>
            <a:endParaRPr lang="zh-TW" sz="1608"/>
          </a:p>
        </p:txBody>
      </p:sp>
      <p:sp>
        <p:nvSpPr>
          <p:cNvPr id="85" name="!!text-3x0" descr="作者"/>
          <p:cNvSpPr txBox="1"/>
          <p:nvPr/>
        </p:nvSpPr>
        <p:spPr>
          <a:xfrm>
            <a:off x="4819647" y="3560862"/>
            <a:ext cx="352274" cy="2217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06" kern="0" dirty="0">
                <a:solidFill>
                  <a:srgbClr val="5B6770"/>
                </a:solidFill>
                <a:latin typeface="Noto Sans TC Medium"/>
                <a:ea typeface="Noto Sans TC Medium"/>
                <a:cs typeface="Noto Sans TC Medium"/>
              </a:rPr>
              <a:t>作者</a:t>
            </a:r>
            <a:endParaRPr lang="zh-TW" sz="1206"/>
          </a:p>
        </p:txBody>
      </p:sp>
      <p:sp>
        <p:nvSpPr>
          <p:cNvPr id="86" name="!!rect-3x3"/>
          <p:cNvSpPr/>
          <p:nvPr/>
        </p:nvSpPr>
        <p:spPr>
          <a:xfrm>
            <a:off x="5713094" y="3598131"/>
            <a:ext cx="1403988" cy="165926"/>
          </a:xfrm>
          <a:prstGeom prst="roundRect">
            <a:avLst>
              <a:gd name="adj" fmla="val 30769"/>
            </a:avLst>
          </a:prstGeom>
          <a:solidFill>
            <a:srgbClr val="E6EAEE">
              <a:alpha val="2822"/>
            </a:srgbClr>
          </a:solidFill>
          <a:ln>
            <a:noFill/>
          </a:ln>
        </p:spPr>
      </p:sp>
      <p:sp>
        <p:nvSpPr>
          <p:cNvPr id="87" name="!!text-3x9" descr="林志明"/>
          <p:cNvSpPr txBox="1"/>
          <p:nvPr/>
        </p:nvSpPr>
        <p:spPr>
          <a:xfrm>
            <a:off x="5729780" y="3560862"/>
            <a:ext cx="505436" cy="2217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06" b="1" kern="0" dirty="0">
                <a:solidFill>
                  <a:srgbClr val="151E27">
                    <a:alpha val="90288"/>
                  </a:srgbClr>
                </a:solidFill>
                <a:latin typeface="Noto Sans TC"/>
                <a:ea typeface="Noto Sans TC"/>
                <a:cs typeface="Noto Sans TC"/>
              </a:rPr>
              <a:t>林志明</a:t>
            </a:r>
            <a:endParaRPr lang="zh-TW" sz="1206"/>
          </a:p>
        </p:txBody>
      </p:sp>
      <p:sp>
        <p:nvSpPr>
          <p:cNvPr id="88" name="!!text-3xd" descr="出版社"/>
          <p:cNvSpPr txBox="1"/>
          <p:nvPr/>
        </p:nvSpPr>
        <p:spPr>
          <a:xfrm>
            <a:off x="4819647" y="3879950"/>
            <a:ext cx="505436" cy="2217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06" kern="0" dirty="0">
                <a:solidFill>
                  <a:srgbClr val="5B6770"/>
                </a:solidFill>
                <a:latin typeface="Noto Sans TC Medium"/>
                <a:ea typeface="Noto Sans TC Medium"/>
                <a:cs typeface="Noto Sans TC Medium"/>
              </a:rPr>
              <a:t>出版社</a:t>
            </a:r>
            <a:endParaRPr lang="zh-TW" sz="1206"/>
          </a:p>
        </p:txBody>
      </p:sp>
      <p:sp>
        <p:nvSpPr>
          <p:cNvPr id="89" name="!!rect-3xh"/>
          <p:cNvSpPr/>
          <p:nvPr/>
        </p:nvSpPr>
        <p:spPr>
          <a:xfrm>
            <a:off x="5713094" y="3917219"/>
            <a:ext cx="1403988" cy="165926"/>
          </a:xfrm>
          <a:prstGeom prst="roundRect">
            <a:avLst>
              <a:gd name="adj" fmla="val 30769"/>
            </a:avLst>
          </a:prstGeom>
          <a:solidFill>
            <a:srgbClr val="E6EAEE"/>
          </a:solidFill>
          <a:ln>
            <a:noFill/>
          </a:ln>
        </p:spPr>
      </p:sp>
      <p:sp>
        <p:nvSpPr>
          <p:cNvPr id="90" name="!!text-3xs" descr="出版日期"/>
          <p:cNvSpPr txBox="1"/>
          <p:nvPr/>
        </p:nvSpPr>
        <p:spPr>
          <a:xfrm>
            <a:off x="4819647" y="4199038"/>
            <a:ext cx="658598" cy="2217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06" kern="0" dirty="0">
                <a:solidFill>
                  <a:srgbClr val="5B6770"/>
                </a:solidFill>
                <a:latin typeface="Noto Sans TC Medium"/>
                <a:ea typeface="Noto Sans TC Medium"/>
                <a:cs typeface="Noto Sans TC Medium"/>
              </a:rPr>
              <a:t>出版日期</a:t>
            </a:r>
            <a:endParaRPr lang="zh-TW" sz="1206"/>
          </a:p>
        </p:txBody>
      </p:sp>
      <p:sp>
        <p:nvSpPr>
          <p:cNvPr id="91" name="!!rect-3xx"/>
          <p:cNvSpPr/>
          <p:nvPr/>
        </p:nvSpPr>
        <p:spPr>
          <a:xfrm>
            <a:off x="5713094" y="4236308"/>
            <a:ext cx="1403988" cy="165926"/>
          </a:xfrm>
          <a:prstGeom prst="roundRect">
            <a:avLst>
              <a:gd name="adj" fmla="val 30769"/>
            </a:avLst>
          </a:prstGeom>
          <a:solidFill>
            <a:srgbClr val="E6EAEE"/>
          </a:solidFill>
          <a:ln>
            <a:noFill/>
          </a:ln>
        </p:spPr>
      </p:sp>
      <p:sp>
        <p:nvSpPr>
          <p:cNvPr id="92" name="!!text-3yb" descr="頁數"/>
          <p:cNvSpPr txBox="1"/>
          <p:nvPr/>
        </p:nvSpPr>
        <p:spPr>
          <a:xfrm>
            <a:off x="4819647" y="4518126"/>
            <a:ext cx="352274" cy="2217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06" kern="0" dirty="0">
                <a:solidFill>
                  <a:srgbClr val="5B6770"/>
                </a:solidFill>
                <a:latin typeface="Noto Sans TC Medium"/>
                <a:ea typeface="Noto Sans TC Medium"/>
                <a:cs typeface="Noto Sans TC Medium"/>
              </a:rPr>
              <a:t>頁數</a:t>
            </a:r>
            <a:endParaRPr lang="zh-TW" sz="1206"/>
          </a:p>
        </p:txBody>
      </p:sp>
      <p:sp>
        <p:nvSpPr>
          <p:cNvPr id="93" name="!!rect-3ye"/>
          <p:cNvSpPr/>
          <p:nvPr/>
        </p:nvSpPr>
        <p:spPr>
          <a:xfrm>
            <a:off x="5713094" y="4555396"/>
            <a:ext cx="1403988" cy="165926"/>
          </a:xfrm>
          <a:prstGeom prst="roundRect">
            <a:avLst>
              <a:gd name="adj" fmla="val 30769"/>
            </a:avLst>
          </a:prstGeom>
          <a:solidFill>
            <a:srgbClr val="E6EAEE"/>
          </a:solidFill>
          <a:ln>
            <a:noFill/>
          </a:ln>
        </p:spPr>
      </p:sp>
      <p:sp>
        <p:nvSpPr>
          <p:cNvPr id="94" name="!!text-3yp" descr="書籍簡介"/>
          <p:cNvSpPr txBox="1"/>
          <p:nvPr/>
        </p:nvSpPr>
        <p:spPr>
          <a:xfrm>
            <a:off x="4819647" y="4941365"/>
            <a:ext cx="603715" cy="20329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06" b="1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書籍簡介</a:t>
            </a:r>
            <a:endParaRPr lang="zh-TW" sz="1106"/>
          </a:p>
        </p:txBody>
      </p:sp>
      <p:sp>
        <p:nvSpPr>
          <p:cNvPr id="95" name="!!text-40s" descr="資料補齊"/>
          <p:cNvSpPr txBox="1"/>
          <p:nvPr/>
        </p:nvSpPr>
        <p:spPr>
          <a:xfrm>
            <a:off x="684263" y="618867"/>
            <a:ext cx="713737" cy="2217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06" b="1" kern="0" spc="145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資料補</a:t>
            </a:r>
            <a:r>
              <a:rPr lang="zh-TW" altLang="en-US" sz="1206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齊</a:t>
            </a:r>
            <a:endParaRPr lang="zh-TW" sz="1206"/>
          </a:p>
        </p:txBody>
      </p:sp>
      <p:sp>
        <p:nvSpPr>
          <p:cNvPr id="96" name="!!text-412" descr="空白欄位，自動補齊"/>
          <p:cNvSpPr txBox="1"/>
          <p:nvPr/>
        </p:nvSpPr>
        <p:spPr>
          <a:xfrm>
            <a:off x="684263" y="888944"/>
            <a:ext cx="4052677" cy="66533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3618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空白欄</a:t>
            </a:r>
            <a:r>
              <a:rPr lang="zh-TW" altLang="en-US" sz="3618" kern="0" spc="-1085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位</a:t>
            </a:r>
            <a:r>
              <a:rPr lang="zh-TW" altLang="en-US" sz="3618" kern="0" spc="-651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，</a:t>
            </a:r>
            <a:r>
              <a:rPr lang="zh-TW" altLang="en-US" sz="3618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自動補齊</a:t>
            </a:r>
            <a:endParaRPr lang="zh-TW" sz="3618"/>
          </a:p>
        </p:txBody>
      </p:sp>
      <p:sp>
        <p:nvSpPr>
          <p:cNvPr id="97" name="!!text-41g" descr="上架後於背景依 ISBN 查詢書目，由 AI 整理成繁體中文簡介。"/>
          <p:cNvSpPr txBox="1"/>
          <p:nvPr/>
        </p:nvSpPr>
        <p:spPr>
          <a:xfrm>
            <a:off x="684263" y="1608296"/>
            <a:ext cx="5255193" cy="27722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508" kern="0" dirty="0">
                <a:solidFill>
                  <a:srgbClr val="3F4A54"/>
                </a:solidFill>
                <a:latin typeface="Noto Sans TC Medium"/>
                <a:ea typeface="Noto Sans TC Medium"/>
                <a:cs typeface="Noto Sans TC Medium"/>
              </a:rPr>
              <a:t>上架後於背景依 ISBN 查詢書目，由 AI 整理成繁體中文簡介。</a:t>
            </a:r>
            <a:endParaRPr lang="zh-TW" sz="1508"/>
          </a:p>
        </p:txBody>
      </p:sp>
      <p:sp>
        <p:nvSpPr>
          <p:cNvPr id="98" name="!!path-9ic"/>
          <p:cNvSpPr/>
          <p:nvPr/>
        </p:nvSpPr>
        <p:spPr>
          <a:xfrm>
            <a:off x="381000" y="306527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99" name="!!path-9id"/>
          <p:cNvSpPr/>
          <p:nvPr/>
        </p:nvSpPr>
        <p:spPr>
          <a:xfrm>
            <a:off x="381000" y="308153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00" name="!!path-9ie"/>
          <p:cNvSpPr/>
          <p:nvPr/>
        </p:nvSpPr>
        <p:spPr>
          <a:xfrm>
            <a:off x="381000" y="309778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01" name="!!path-9if"/>
          <p:cNvSpPr/>
          <p:nvPr/>
        </p:nvSpPr>
        <p:spPr>
          <a:xfrm>
            <a:off x="381000" y="311404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02" name="!!path-9ig"/>
          <p:cNvSpPr/>
          <p:nvPr/>
        </p:nvSpPr>
        <p:spPr>
          <a:xfrm>
            <a:off x="381000" y="313030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03" name="!!path-9ih"/>
          <p:cNvSpPr/>
          <p:nvPr/>
        </p:nvSpPr>
        <p:spPr>
          <a:xfrm>
            <a:off x="381000" y="314655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04" name="!!path-9ii"/>
          <p:cNvSpPr/>
          <p:nvPr/>
        </p:nvSpPr>
        <p:spPr>
          <a:xfrm>
            <a:off x="381000" y="316281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05" name="!!path-9ij"/>
          <p:cNvSpPr/>
          <p:nvPr/>
        </p:nvSpPr>
        <p:spPr>
          <a:xfrm>
            <a:off x="381000" y="317906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06" name="!!path-9ik"/>
          <p:cNvSpPr/>
          <p:nvPr/>
        </p:nvSpPr>
        <p:spPr>
          <a:xfrm>
            <a:off x="419608" y="269342"/>
            <a:ext cx="128422" cy="122936"/>
          </a:xfrm>
          <a:custGeom>
            <a:avLst/>
            <a:gdLst/>
            <a:ahLst/>
            <a:cxnLst/>
            <a:rect l="l" t="t" r="r" b="b"/>
            <a:pathLst>
              <a:path w="128422" h="122936">
                <a:moveTo>
                  <a:pt x="0" y="17678"/>
                </a:moveTo>
                <a:lnTo>
                  <a:pt x="8128" y="5080"/>
                </a:lnTo>
                <a:cubicBezTo>
                  <a:pt x="32512" y="0"/>
                  <a:pt x="73152" y="7112"/>
                  <a:pt x="101600" y="26416"/>
                </a:cubicBezTo>
                <a:cubicBezTo>
                  <a:pt x="116840" y="37186"/>
                  <a:pt x="124968" y="49784"/>
                  <a:pt x="128422" y="62992"/>
                </a:cubicBezTo>
                <a:lnTo>
                  <a:pt x="128422" y="122936"/>
                </a:lnTo>
                <a:lnTo>
                  <a:pt x="0" y="1229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07" name="!!path-9il"/>
          <p:cNvSpPr/>
          <p:nvPr/>
        </p:nvSpPr>
        <p:spPr>
          <a:xfrm>
            <a:off x="419608" y="269342"/>
            <a:ext cx="128422" cy="62992"/>
          </a:xfrm>
          <a:custGeom>
            <a:avLst/>
            <a:gdLst/>
            <a:ahLst/>
            <a:cxnLst/>
            <a:rect l="l" t="t" r="r" b="b"/>
            <a:pathLst>
              <a:path w="128422" h="62992" fill="none">
                <a:moveTo>
                  <a:pt x="128422" y="62992"/>
                </a:moveTo>
                <a:cubicBezTo>
                  <a:pt x="124968" y="49784"/>
                  <a:pt x="116840" y="37186"/>
                  <a:pt x="101600" y="26416"/>
                </a:cubicBezTo>
                <a:cubicBezTo>
                  <a:pt x="73152" y="7112"/>
                  <a:pt x="32512" y="0"/>
                  <a:pt x="8128" y="5080"/>
                </a:cubicBezTo>
                <a:lnTo>
                  <a:pt x="0" y="1767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08" name="!!path-9im"/>
          <p:cNvSpPr/>
          <p:nvPr/>
        </p:nvSpPr>
        <p:spPr>
          <a:xfrm>
            <a:off x="407010" y="281534"/>
            <a:ext cx="141021" cy="110744"/>
          </a:xfrm>
          <a:custGeom>
            <a:avLst/>
            <a:gdLst/>
            <a:ahLst/>
            <a:cxnLst/>
            <a:rect l="l" t="t" r="r" b="b"/>
            <a:pathLst>
              <a:path w="141021" h="110744">
                <a:moveTo>
                  <a:pt x="0" y="22352"/>
                </a:moveTo>
                <a:lnTo>
                  <a:pt x="6502" y="6502"/>
                </a:lnTo>
                <a:cubicBezTo>
                  <a:pt x="36982" y="0"/>
                  <a:pt x="79654" y="7112"/>
                  <a:pt x="110134" y="25400"/>
                </a:cubicBezTo>
                <a:cubicBezTo>
                  <a:pt x="126390" y="35154"/>
                  <a:pt x="136550" y="49784"/>
                  <a:pt x="141021" y="62992"/>
                </a:cubicBezTo>
                <a:lnTo>
                  <a:pt x="141021" y="110744"/>
                </a:lnTo>
                <a:lnTo>
                  <a:pt x="0" y="110744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09" name="!!path-9in"/>
          <p:cNvSpPr/>
          <p:nvPr/>
        </p:nvSpPr>
        <p:spPr>
          <a:xfrm>
            <a:off x="407010" y="281534"/>
            <a:ext cx="141021" cy="62992"/>
          </a:xfrm>
          <a:custGeom>
            <a:avLst/>
            <a:gdLst/>
            <a:ahLst/>
            <a:cxnLst/>
            <a:rect l="l" t="t" r="r" b="b"/>
            <a:pathLst>
              <a:path w="141021" h="62992" fill="none">
                <a:moveTo>
                  <a:pt x="141021" y="62992"/>
                </a:moveTo>
                <a:cubicBezTo>
                  <a:pt x="136550" y="49784"/>
                  <a:pt x="126390" y="35154"/>
                  <a:pt x="110134" y="25400"/>
                </a:cubicBezTo>
                <a:cubicBezTo>
                  <a:pt x="79654" y="7112"/>
                  <a:pt x="36982" y="0"/>
                  <a:pt x="6502" y="6502"/>
                </a:cubicBezTo>
                <a:lnTo>
                  <a:pt x="0" y="22352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10" name="!!path-9io"/>
          <p:cNvSpPr/>
          <p:nvPr/>
        </p:nvSpPr>
        <p:spPr>
          <a:xfrm>
            <a:off x="395834" y="294742"/>
            <a:ext cx="151790" cy="97536"/>
          </a:xfrm>
          <a:custGeom>
            <a:avLst/>
            <a:gdLst/>
            <a:ahLst/>
            <a:cxnLst/>
            <a:rect l="l" t="t" r="r" b="b"/>
            <a:pathLst>
              <a:path w="151790" h="97536">
                <a:moveTo>
                  <a:pt x="0" y="23165"/>
                </a:moveTo>
                <a:lnTo>
                  <a:pt x="3861" y="12598"/>
                </a:lnTo>
                <a:cubicBezTo>
                  <a:pt x="37998" y="0"/>
                  <a:pt x="84734" y="5080"/>
                  <a:pt x="117246" y="21946"/>
                </a:cubicBezTo>
                <a:cubicBezTo>
                  <a:pt x="135534" y="31496"/>
                  <a:pt x="146710" y="43688"/>
                  <a:pt x="151790" y="55270"/>
                </a:cubicBezTo>
                <a:lnTo>
                  <a:pt x="151790" y="97536"/>
                </a:lnTo>
                <a:lnTo>
                  <a:pt x="0" y="975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11" name="!!path-9ip"/>
          <p:cNvSpPr/>
          <p:nvPr/>
        </p:nvSpPr>
        <p:spPr>
          <a:xfrm>
            <a:off x="395834" y="294742"/>
            <a:ext cx="151790" cy="55270"/>
          </a:xfrm>
          <a:custGeom>
            <a:avLst/>
            <a:gdLst/>
            <a:ahLst/>
            <a:cxnLst/>
            <a:rect l="l" t="t" r="r" b="b"/>
            <a:pathLst>
              <a:path w="151790" h="55270" fill="none">
                <a:moveTo>
                  <a:pt x="151790" y="55270"/>
                </a:moveTo>
                <a:cubicBezTo>
                  <a:pt x="146710" y="43688"/>
                  <a:pt x="135534" y="31496"/>
                  <a:pt x="117246" y="21946"/>
                </a:cubicBezTo>
                <a:cubicBezTo>
                  <a:pt x="84734" y="5080"/>
                  <a:pt x="37998" y="0"/>
                  <a:pt x="3861" y="12598"/>
                </a:cubicBezTo>
                <a:lnTo>
                  <a:pt x="0" y="23165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12" name="!!path-9iq"/>
          <p:cNvSpPr/>
          <p:nvPr/>
        </p:nvSpPr>
        <p:spPr>
          <a:xfrm>
            <a:off x="548234" y="264262"/>
            <a:ext cx="120294" cy="128016"/>
          </a:xfrm>
          <a:custGeom>
            <a:avLst/>
            <a:gdLst/>
            <a:ahLst/>
            <a:cxnLst/>
            <a:rect l="l" t="t" r="r" b="b"/>
            <a:pathLst>
              <a:path w="120294" h="128016">
                <a:moveTo>
                  <a:pt x="120294" y="18288"/>
                </a:moveTo>
                <a:lnTo>
                  <a:pt x="113589" y="4470"/>
                </a:lnTo>
                <a:cubicBezTo>
                  <a:pt x="86766" y="0"/>
                  <a:pt x="44094" y="10160"/>
                  <a:pt x="17678" y="30480"/>
                </a:cubicBezTo>
                <a:cubicBezTo>
                  <a:pt x="6502" y="39624"/>
                  <a:pt x="1422" y="52832"/>
                  <a:pt x="0" y="67056"/>
                </a:cubicBezTo>
                <a:lnTo>
                  <a:pt x="0" y="128016"/>
                </a:lnTo>
                <a:lnTo>
                  <a:pt x="120294" y="12801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13" name="!!path-9ir"/>
          <p:cNvSpPr/>
          <p:nvPr/>
        </p:nvSpPr>
        <p:spPr>
          <a:xfrm>
            <a:off x="548234" y="264262"/>
            <a:ext cx="120294" cy="67056"/>
          </a:xfrm>
          <a:custGeom>
            <a:avLst/>
            <a:gdLst/>
            <a:ahLst/>
            <a:cxnLst/>
            <a:rect l="l" t="t" r="r" b="b"/>
            <a:pathLst>
              <a:path w="120294" h="67056" fill="none">
                <a:moveTo>
                  <a:pt x="0" y="67056"/>
                </a:moveTo>
                <a:cubicBezTo>
                  <a:pt x="1422" y="52832"/>
                  <a:pt x="6502" y="39624"/>
                  <a:pt x="17678" y="30480"/>
                </a:cubicBezTo>
                <a:cubicBezTo>
                  <a:pt x="44094" y="10160"/>
                  <a:pt x="86766" y="0"/>
                  <a:pt x="113589" y="4470"/>
                </a:cubicBezTo>
                <a:lnTo>
                  <a:pt x="120294" y="1828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14" name="!!path-9is"/>
          <p:cNvSpPr/>
          <p:nvPr/>
        </p:nvSpPr>
        <p:spPr>
          <a:xfrm>
            <a:off x="548437" y="279502"/>
            <a:ext cx="133299" cy="112776"/>
          </a:xfrm>
          <a:custGeom>
            <a:avLst/>
            <a:gdLst/>
            <a:ahLst/>
            <a:cxnLst/>
            <a:rect l="l" t="t" r="r" b="b"/>
            <a:pathLst>
              <a:path w="133299" h="112776">
                <a:moveTo>
                  <a:pt x="133299" y="19710"/>
                </a:moveTo>
                <a:lnTo>
                  <a:pt x="127203" y="3048"/>
                </a:lnTo>
                <a:cubicBezTo>
                  <a:pt x="94691" y="0"/>
                  <a:pt x="54051" y="11176"/>
                  <a:pt x="27635" y="30683"/>
                </a:cubicBezTo>
                <a:cubicBezTo>
                  <a:pt x="13411" y="41250"/>
                  <a:pt x="4267" y="53848"/>
                  <a:pt x="0" y="65024"/>
                </a:cubicBezTo>
                <a:lnTo>
                  <a:pt x="0" y="112776"/>
                </a:lnTo>
                <a:lnTo>
                  <a:pt x="133299" y="11277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15" name="!!path-9it"/>
          <p:cNvSpPr/>
          <p:nvPr/>
        </p:nvSpPr>
        <p:spPr>
          <a:xfrm>
            <a:off x="548437" y="279502"/>
            <a:ext cx="133299" cy="65024"/>
          </a:xfrm>
          <a:custGeom>
            <a:avLst/>
            <a:gdLst/>
            <a:ahLst/>
            <a:cxnLst/>
            <a:rect l="l" t="t" r="r" b="b"/>
            <a:pathLst>
              <a:path w="133299" h="65024" fill="none">
                <a:moveTo>
                  <a:pt x="0" y="65024"/>
                </a:moveTo>
                <a:cubicBezTo>
                  <a:pt x="4267" y="53848"/>
                  <a:pt x="13411" y="41250"/>
                  <a:pt x="27635" y="30683"/>
                </a:cubicBezTo>
                <a:cubicBezTo>
                  <a:pt x="54051" y="11176"/>
                  <a:pt x="94691" y="0"/>
                  <a:pt x="127203" y="3048"/>
                </a:cubicBezTo>
                <a:lnTo>
                  <a:pt x="133299" y="19710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16" name="!!path-9iu"/>
          <p:cNvSpPr/>
          <p:nvPr/>
        </p:nvSpPr>
        <p:spPr>
          <a:xfrm>
            <a:off x="548843" y="293726"/>
            <a:ext cx="142646" cy="98552"/>
          </a:xfrm>
          <a:custGeom>
            <a:avLst/>
            <a:gdLst/>
            <a:ahLst/>
            <a:cxnLst/>
            <a:rect l="l" t="t" r="r" b="b"/>
            <a:pathLst>
              <a:path w="142646" h="98552">
                <a:moveTo>
                  <a:pt x="142646" y="18898"/>
                </a:moveTo>
                <a:lnTo>
                  <a:pt x="139802" y="8738"/>
                </a:lnTo>
                <a:cubicBezTo>
                  <a:pt x="106477" y="0"/>
                  <a:pt x="63805" y="5080"/>
                  <a:pt x="35357" y="19304"/>
                </a:cubicBezTo>
                <a:cubicBezTo>
                  <a:pt x="17069" y="28448"/>
                  <a:pt x="5893" y="42672"/>
                  <a:pt x="0" y="56286"/>
                </a:cubicBezTo>
                <a:lnTo>
                  <a:pt x="0" y="98552"/>
                </a:lnTo>
                <a:lnTo>
                  <a:pt x="142646" y="98552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17" name="!!path-9iv"/>
          <p:cNvSpPr/>
          <p:nvPr/>
        </p:nvSpPr>
        <p:spPr>
          <a:xfrm>
            <a:off x="548843" y="293726"/>
            <a:ext cx="142646" cy="56286"/>
          </a:xfrm>
          <a:custGeom>
            <a:avLst/>
            <a:gdLst/>
            <a:ahLst/>
            <a:cxnLst/>
            <a:rect l="l" t="t" r="r" b="b"/>
            <a:pathLst>
              <a:path w="142646" h="56286" fill="none">
                <a:moveTo>
                  <a:pt x="0" y="56286"/>
                </a:moveTo>
                <a:cubicBezTo>
                  <a:pt x="5893" y="42672"/>
                  <a:pt x="17069" y="28448"/>
                  <a:pt x="35357" y="19304"/>
                </a:cubicBezTo>
                <a:cubicBezTo>
                  <a:pt x="63805" y="5080"/>
                  <a:pt x="106477" y="0"/>
                  <a:pt x="139802" y="8738"/>
                </a:cubicBezTo>
                <a:lnTo>
                  <a:pt x="142646" y="1889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18" name="!!path-9iw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627D8D"/>
              </a:gs>
              <a:gs pos="21794">
                <a:srgbClr val="627D8D"/>
              </a:gs>
              <a:gs pos="55376">
                <a:srgbClr val="627D8D"/>
              </a:gs>
              <a:gs pos="96421">
                <a:srgbClr val="98ABB7"/>
              </a:gs>
              <a:gs pos="100000">
                <a:srgbClr val="98ABB7"/>
              </a:gs>
            </a:gsLst>
            <a:lin ang="1983350" scaled="0"/>
          </a:gradFill>
          <a:ln>
            <a:noFill/>
          </a:ln>
        </p:spPr>
      </p:sp>
      <p:sp>
        <p:nvSpPr>
          <p:cNvPr id="119" name="!!path-9ix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0000"/>
                </a:srgbClr>
              </a:gs>
              <a:gs pos="4764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83333" t="79291" r="16667" b="20709"/>
            </a:path>
          </a:gradFill>
          <a:ln>
            <a:noFill/>
          </a:ln>
        </p:spPr>
      </p:sp>
      <p:sp>
        <p:nvSpPr>
          <p:cNvPr id="120" name="!!line-9iy"/>
          <p:cNvSpPr/>
          <p:nvPr/>
        </p:nvSpPr>
        <p:spPr>
          <a:xfrm>
            <a:off x="549046" y="363017"/>
            <a:ext cx="1" cy="153619"/>
          </a:xfrm>
          <a:custGeom>
            <a:avLst/>
            <a:gdLst/>
            <a:ahLst/>
            <a:cxnLst/>
            <a:rect l="l" t="t" r="r" b="b"/>
            <a:pathLst>
              <a:path w="1" h="153619">
                <a:moveTo>
                  <a:pt x="0" y="0"/>
                </a:moveTo>
                <a:lnTo>
                  <a:pt x="0" y="153619"/>
                </a:lnTo>
              </a:path>
            </a:pathLst>
          </a:custGeom>
          <a:solidFill>
            <a:srgbClr val="000000"/>
          </a:solidFill>
          <a:ln w="6909" cap="rnd">
            <a:solidFill>
              <a:srgbClr val="C9D3D9"/>
            </a:solidFill>
            <a:prstDash val="solid"/>
            <a:miter lim="800000"/>
          </a:ln>
        </p:spPr>
      </p:sp>
      <p:sp>
        <p:nvSpPr>
          <p:cNvPr id="121" name="!!path-9iz"/>
          <p:cNvSpPr/>
          <p:nvPr/>
        </p:nvSpPr>
        <p:spPr>
          <a:xfrm>
            <a:off x="657962" y="442062"/>
            <a:ext cx="25400" cy="37998"/>
          </a:xfrm>
          <a:custGeom>
            <a:avLst/>
            <a:gdLst/>
            <a:ahLst/>
            <a:cxnLst/>
            <a:rect l="l" t="t" r="r" b="b"/>
            <a:pathLst>
              <a:path w="25400" h="37998">
                <a:moveTo>
                  <a:pt x="0" y="2642"/>
                </a:moveTo>
                <a:lnTo>
                  <a:pt x="15240" y="0"/>
                </a:lnTo>
                <a:lnTo>
                  <a:pt x="25400" y="37186"/>
                </a:lnTo>
                <a:lnTo>
                  <a:pt x="7518" y="37998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 w="1016" cap="flat">
            <a:solidFill>
              <a:srgbClr val="FFFFFF">
                <a:alpha val="55000"/>
              </a:srgbClr>
            </a:solidFill>
            <a:prstDash val="solid"/>
            <a:round/>
          </a:ln>
        </p:spPr>
      </p:sp>
      <p:sp>
        <p:nvSpPr>
          <p:cNvPr id="122" name="!!text-9j0" descr="救「舊」我的書"/>
          <p:cNvSpPr txBox="1"/>
          <p:nvPr/>
        </p:nvSpPr>
        <p:spPr>
          <a:xfrm>
            <a:off x="805879" y="251460"/>
            <a:ext cx="1120140" cy="25745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400" b="1" kern="0" spc="-70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救</a:t>
            </a:r>
            <a:r>
              <a:rPr lang="zh-TW" altLang="en-US" sz="14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「舊</a:t>
            </a:r>
            <a:r>
              <a:rPr lang="zh-TW" altLang="en-US" sz="1400" b="1" kern="0" spc="-70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」</a:t>
            </a:r>
            <a:r>
              <a:rPr lang="zh-TW" altLang="en-US" sz="14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我的書</a:t>
            </a:r>
            <a:endParaRPr lang="zh-TW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fast" p14:dur="900" advTm="100">
        <p159:morph option="byObject"/>
      </p:transition>
    </mc:Choice>
    <mc:Fallback>
      <p:transition spd="fast" advTm="100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81.0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rect-1q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7"/>
          </a:solidFill>
          <a:ln>
            <a:noFill/>
          </a:ln>
        </p:spPr>
      </p:sp>
      <p:sp>
        <p:nvSpPr>
          <p:cNvPr id="3" name="!!ellipse-1q2"/>
          <p:cNvSpPr/>
          <p:nvPr/>
        </p:nvSpPr>
        <p:spPr>
          <a:xfrm>
            <a:off x="-889000" y="-952500"/>
            <a:ext cx="13970000" cy="7874000"/>
          </a:xfrm>
          <a:prstGeom prst="ellipse">
            <a:avLst/>
          </a:prstGeom>
          <a:gradFill rotWithShape="1">
            <a:gsLst>
              <a:gs pos="0">
                <a:srgbClr val="FFFFFF">
                  <a:alpha val="95000"/>
                </a:srgbClr>
              </a:gs>
              <a:gs pos="40865">
                <a:srgbClr val="FFFFFF">
                  <a:alpha val="35000"/>
                </a:srgbClr>
              </a:gs>
              <a:gs pos="68108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!!rect-1q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P1"/>
            <a:srcRect/>
            <a:tile tx="136575" ty="15253" sx="16667" sy="16667" flip="none" algn="tl"/>
          </a:blipFill>
          <a:ln>
            <a:noFill/>
          </a:ln>
        </p:spPr>
      </p:sp>
      <p:sp>
        <p:nvSpPr>
          <p:cNvPr id="5" name="!!circle-1q9"/>
          <p:cNvSpPr/>
          <p:nvPr/>
        </p:nvSpPr>
        <p:spPr>
          <a:xfrm>
            <a:off x="10560049" y="5461750"/>
            <a:ext cx="2047469" cy="2047469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" name="!!circle-1qc"/>
          <p:cNvSpPr/>
          <p:nvPr/>
        </p:nvSpPr>
        <p:spPr>
          <a:xfrm>
            <a:off x="6679094" y="3906590"/>
            <a:ext cx="2495906" cy="2495906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7" name="!!circle-1qf"/>
          <p:cNvSpPr/>
          <p:nvPr/>
        </p:nvSpPr>
        <p:spPr>
          <a:xfrm>
            <a:off x="3680135" y="1406087"/>
            <a:ext cx="1998675" cy="1998675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8" name="!!circle-1qp"/>
          <p:cNvSpPr/>
          <p:nvPr/>
        </p:nvSpPr>
        <p:spPr>
          <a:xfrm>
            <a:off x="10026451" y="5681091"/>
            <a:ext cx="1404176" cy="1404176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9" name="!!circle-1qt"/>
          <p:cNvSpPr/>
          <p:nvPr/>
        </p:nvSpPr>
        <p:spPr>
          <a:xfrm>
            <a:off x="8382552" y="1273512"/>
            <a:ext cx="980973" cy="980973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0" name="!!circle-1qy"/>
          <p:cNvSpPr/>
          <p:nvPr/>
        </p:nvSpPr>
        <p:spPr>
          <a:xfrm>
            <a:off x="1746014" y="1085628"/>
            <a:ext cx="2674569" cy="2674569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1" name="!!circle-1rp"/>
          <p:cNvSpPr/>
          <p:nvPr/>
        </p:nvSpPr>
        <p:spPr>
          <a:xfrm>
            <a:off x="5464593" y="6072759"/>
            <a:ext cx="985317" cy="985317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2" name="!!circle-1sb"/>
          <p:cNvSpPr/>
          <p:nvPr/>
        </p:nvSpPr>
        <p:spPr>
          <a:xfrm>
            <a:off x="3402506" y="3830308"/>
            <a:ext cx="1718970" cy="1718970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3" name="!!rect-1sh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5F7">
                  <a:alpha val="0"/>
                </a:srgbClr>
              </a:gs>
              <a:gs pos="20428">
                <a:srgbClr val="F3F5F7">
                  <a:alpha val="0"/>
                </a:srgbClr>
              </a:gs>
              <a:gs pos="66730">
                <a:srgbClr val="F3F5F7"/>
              </a:gs>
              <a:gs pos="100000">
                <a:srgbClr val="F3F5F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4" name="!!circle-1sj"/>
          <p:cNvSpPr/>
          <p:nvPr/>
        </p:nvSpPr>
        <p:spPr>
          <a:xfrm>
            <a:off x="102099" y="117892"/>
            <a:ext cx="50038" cy="50038"/>
          </a:xfrm>
          <a:prstGeom prst="ellipse">
            <a:avLst/>
          </a:prstGeom>
          <a:solidFill>
            <a:srgbClr val="627D8D">
              <a:alpha val="25400"/>
            </a:srgbClr>
          </a:solidFill>
          <a:ln>
            <a:noFill/>
          </a:ln>
        </p:spPr>
      </p:sp>
      <p:sp>
        <p:nvSpPr>
          <p:cNvPr id="15" name="!!circle-1sm"/>
          <p:cNvSpPr/>
          <p:nvPr/>
        </p:nvSpPr>
        <p:spPr>
          <a:xfrm>
            <a:off x="5609530" y="1432352"/>
            <a:ext cx="36055" cy="36055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16" name="!!circle-1sp"/>
          <p:cNvSpPr/>
          <p:nvPr/>
        </p:nvSpPr>
        <p:spPr>
          <a:xfrm>
            <a:off x="9309368" y="3336342"/>
            <a:ext cx="24295" cy="24295"/>
          </a:xfrm>
          <a:prstGeom prst="ellipse">
            <a:avLst/>
          </a:prstGeom>
          <a:solidFill>
            <a:srgbClr val="627D8D">
              <a:alpha val="18100"/>
            </a:srgbClr>
          </a:solidFill>
          <a:ln>
            <a:noFill/>
          </a:ln>
        </p:spPr>
      </p:sp>
      <p:sp>
        <p:nvSpPr>
          <p:cNvPr id="17" name="!!circle-1ss"/>
          <p:cNvSpPr/>
          <p:nvPr/>
        </p:nvSpPr>
        <p:spPr>
          <a:xfrm>
            <a:off x="3541097" y="6520862"/>
            <a:ext cx="25959" cy="25959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18" name="!!circle-1sv"/>
          <p:cNvSpPr/>
          <p:nvPr/>
        </p:nvSpPr>
        <p:spPr>
          <a:xfrm>
            <a:off x="1935600" y="1842849"/>
            <a:ext cx="35878" cy="35878"/>
          </a:xfrm>
          <a:prstGeom prst="ellipse">
            <a:avLst/>
          </a:prstGeom>
          <a:solidFill>
            <a:srgbClr val="627D8D">
              <a:alpha val="26800"/>
            </a:srgbClr>
          </a:solidFill>
          <a:ln>
            <a:noFill/>
          </a:ln>
        </p:spPr>
      </p:sp>
      <p:sp>
        <p:nvSpPr>
          <p:cNvPr id="19" name="!!circle-1sy"/>
          <p:cNvSpPr/>
          <p:nvPr/>
        </p:nvSpPr>
        <p:spPr>
          <a:xfrm>
            <a:off x="6800206" y="3927027"/>
            <a:ext cx="40234" cy="40234"/>
          </a:xfrm>
          <a:prstGeom prst="ellipse">
            <a:avLst/>
          </a:prstGeom>
          <a:solidFill>
            <a:srgbClr val="627D8D">
              <a:alpha val="31300"/>
            </a:srgbClr>
          </a:solidFill>
          <a:ln>
            <a:noFill/>
          </a:ln>
        </p:spPr>
      </p:sp>
      <p:sp>
        <p:nvSpPr>
          <p:cNvPr id="20" name="!!circle-1t1"/>
          <p:cNvSpPr/>
          <p:nvPr/>
        </p:nvSpPr>
        <p:spPr>
          <a:xfrm>
            <a:off x="9999521" y="12108"/>
            <a:ext cx="23559" cy="23559"/>
          </a:xfrm>
          <a:prstGeom prst="ellipse">
            <a:avLst/>
          </a:prstGeom>
          <a:solidFill>
            <a:srgbClr val="627D8D">
              <a:alpha val="17900"/>
            </a:srgbClr>
          </a:solidFill>
          <a:ln>
            <a:noFill/>
          </a:ln>
        </p:spPr>
      </p:sp>
      <p:sp>
        <p:nvSpPr>
          <p:cNvPr id="21" name="!!circle-1t4"/>
          <p:cNvSpPr/>
          <p:nvPr/>
        </p:nvSpPr>
        <p:spPr>
          <a:xfrm>
            <a:off x="1132817" y="4987484"/>
            <a:ext cx="29959" cy="29959"/>
          </a:xfrm>
          <a:prstGeom prst="ellipse">
            <a:avLst/>
          </a:prstGeom>
          <a:solidFill>
            <a:srgbClr val="627D8D">
              <a:alpha val="19400"/>
            </a:srgbClr>
          </a:solidFill>
          <a:ln>
            <a:noFill/>
          </a:ln>
        </p:spPr>
      </p:sp>
      <p:sp>
        <p:nvSpPr>
          <p:cNvPr id="22" name="!!circle-1t7"/>
          <p:cNvSpPr/>
          <p:nvPr/>
        </p:nvSpPr>
        <p:spPr>
          <a:xfrm>
            <a:off x="8499565" y="4550233"/>
            <a:ext cx="28702" cy="28702"/>
          </a:xfrm>
          <a:prstGeom prst="ellipse">
            <a:avLst/>
          </a:prstGeom>
          <a:solidFill>
            <a:srgbClr val="627D8D">
              <a:alpha val="17800"/>
            </a:srgbClr>
          </a:solidFill>
          <a:ln>
            <a:noFill/>
          </a:ln>
        </p:spPr>
      </p:sp>
      <p:sp>
        <p:nvSpPr>
          <p:cNvPr id="23" name="!!circle-1ta"/>
          <p:cNvSpPr/>
          <p:nvPr/>
        </p:nvSpPr>
        <p:spPr>
          <a:xfrm>
            <a:off x="11044408" y="1978095"/>
            <a:ext cx="24066" cy="24066"/>
          </a:xfrm>
          <a:prstGeom prst="ellipse">
            <a:avLst/>
          </a:prstGeom>
          <a:solidFill>
            <a:srgbClr val="627D8D">
              <a:alpha val="23900"/>
            </a:srgbClr>
          </a:solidFill>
          <a:ln>
            <a:noFill/>
          </a:ln>
        </p:spPr>
      </p:sp>
      <p:sp>
        <p:nvSpPr>
          <p:cNvPr id="24" name="!!circle-1td"/>
          <p:cNvSpPr/>
          <p:nvPr/>
        </p:nvSpPr>
        <p:spPr>
          <a:xfrm>
            <a:off x="8393750" y="5974697"/>
            <a:ext cx="35865" cy="35865"/>
          </a:xfrm>
          <a:prstGeom prst="ellipse">
            <a:avLst/>
          </a:prstGeom>
          <a:solidFill>
            <a:srgbClr val="627D8D">
              <a:alpha val="28200"/>
            </a:srgbClr>
          </a:solidFill>
          <a:ln>
            <a:noFill/>
          </a:ln>
        </p:spPr>
      </p:sp>
      <p:sp>
        <p:nvSpPr>
          <p:cNvPr id="25" name="!!circle-1tg"/>
          <p:cNvSpPr/>
          <p:nvPr/>
        </p:nvSpPr>
        <p:spPr>
          <a:xfrm>
            <a:off x="1463103" y="3187794"/>
            <a:ext cx="39218" cy="39218"/>
          </a:xfrm>
          <a:prstGeom prst="ellipse">
            <a:avLst/>
          </a:prstGeom>
          <a:solidFill>
            <a:srgbClr val="627D8D">
              <a:alpha val="29600"/>
            </a:srgbClr>
          </a:solidFill>
          <a:ln>
            <a:noFill/>
          </a:ln>
        </p:spPr>
      </p:sp>
      <p:sp>
        <p:nvSpPr>
          <p:cNvPr id="26" name="!!circle-1tj"/>
          <p:cNvSpPr/>
          <p:nvPr/>
        </p:nvSpPr>
        <p:spPr>
          <a:xfrm>
            <a:off x="7138502" y="6205349"/>
            <a:ext cx="49733" cy="49733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7" name="!!circle-1tm"/>
          <p:cNvSpPr/>
          <p:nvPr/>
        </p:nvSpPr>
        <p:spPr>
          <a:xfrm>
            <a:off x="6349793" y="1869775"/>
            <a:ext cx="41694" cy="41694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8" name="!!circle-1tp"/>
          <p:cNvSpPr/>
          <p:nvPr/>
        </p:nvSpPr>
        <p:spPr>
          <a:xfrm>
            <a:off x="6790226" y="5275612"/>
            <a:ext cx="31979" cy="31979"/>
          </a:xfrm>
          <a:prstGeom prst="ellipse">
            <a:avLst/>
          </a:prstGeom>
          <a:solidFill>
            <a:srgbClr val="627D8D">
              <a:alpha val="24100"/>
            </a:srgbClr>
          </a:solidFill>
          <a:ln>
            <a:noFill/>
          </a:ln>
        </p:spPr>
      </p:sp>
      <p:sp>
        <p:nvSpPr>
          <p:cNvPr id="29" name="!!circle-1ts"/>
          <p:cNvSpPr/>
          <p:nvPr/>
        </p:nvSpPr>
        <p:spPr>
          <a:xfrm>
            <a:off x="3854532" y="1193966"/>
            <a:ext cx="18085" cy="18085"/>
          </a:xfrm>
          <a:prstGeom prst="ellipse">
            <a:avLst/>
          </a:prstGeom>
          <a:solidFill>
            <a:srgbClr val="627D8D">
              <a:alpha val="10500"/>
            </a:srgbClr>
          </a:solidFill>
          <a:ln>
            <a:noFill/>
          </a:ln>
        </p:spPr>
      </p:sp>
      <p:sp>
        <p:nvSpPr>
          <p:cNvPr id="30" name="!!circle-1ty"/>
          <p:cNvSpPr/>
          <p:nvPr/>
        </p:nvSpPr>
        <p:spPr>
          <a:xfrm>
            <a:off x="3424180" y="6428287"/>
            <a:ext cx="39243" cy="39243"/>
          </a:xfrm>
          <a:prstGeom prst="ellipse">
            <a:avLst/>
          </a:prstGeom>
          <a:solidFill>
            <a:srgbClr val="627D8D">
              <a:alpha val="27700"/>
            </a:srgbClr>
          </a:solidFill>
          <a:ln>
            <a:noFill/>
          </a:ln>
        </p:spPr>
      </p:sp>
      <p:sp>
        <p:nvSpPr>
          <p:cNvPr id="31" name="!!circle-1u1"/>
          <p:cNvSpPr/>
          <p:nvPr/>
        </p:nvSpPr>
        <p:spPr>
          <a:xfrm>
            <a:off x="1661082" y="6637911"/>
            <a:ext cx="34519" cy="34519"/>
          </a:xfrm>
          <a:prstGeom prst="ellipse">
            <a:avLst/>
          </a:prstGeom>
          <a:solidFill>
            <a:srgbClr val="627D8D">
              <a:alpha val="22500"/>
            </a:srgbClr>
          </a:solidFill>
          <a:ln>
            <a:noFill/>
          </a:ln>
        </p:spPr>
      </p:sp>
      <p:sp>
        <p:nvSpPr>
          <p:cNvPr id="32" name="!!circle-1u4"/>
          <p:cNvSpPr/>
          <p:nvPr/>
        </p:nvSpPr>
        <p:spPr>
          <a:xfrm>
            <a:off x="2626235" y="5228959"/>
            <a:ext cx="46228" cy="46228"/>
          </a:xfrm>
          <a:prstGeom prst="ellipse">
            <a:avLst/>
          </a:prstGeom>
          <a:solidFill>
            <a:srgbClr val="627D8D">
              <a:alpha val="26200"/>
            </a:srgbClr>
          </a:solidFill>
          <a:ln>
            <a:noFill/>
          </a:ln>
        </p:spPr>
      </p:sp>
      <p:sp>
        <p:nvSpPr>
          <p:cNvPr id="33" name="!!circle-1u7"/>
          <p:cNvSpPr/>
          <p:nvPr/>
        </p:nvSpPr>
        <p:spPr>
          <a:xfrm>
            <a:off x="7417899" y="4840174"/>
            <a:ext cx="49327" cy="49327"/>
          </a:xfrm>
          <a:prstGeom prst="ellipse">
            <a:avLst/>
          </a:prstGeom>
          <a:solidFill>
            <a:srgbClr val="627D8D">
              <a:alpha val="20800"/>
            </a:srgbClr>
          </a:solidFill>
          <a:ln>
            <a:noFill/>
          </a:ln>
        </p:spPr>
      </p:sp>
      <p:sp>
        <p:nvSpPr>
          <p:cNvPr id="34" name="!!circle-1ua"/>
          <p:cNvSpPr/>
          <p:nvPr/>
        </p:nvSpPr>
        <p:spPr>
          <a:xfrm>
            <a:off x="9693156" y="5576582"/>
            <a:ext cx="24054" cy="24054"/>
          </a:xfrm>
          <a:prstGeom prst="ellipse">
            <a:avLst/>
          </a:prstGeom>
          <a:solidFill>
            <a:srgbClr val="627D8D">
              <a:alpha val="22200"/>
            </a:srgbClr>
          </a:solidFill>
          <a:ln>
            <a:noFill/>
          </a:ln>
        </p:spPr>
      </p:sp>
      <p:sp>
        <p:nvSpPr>
          <p:cNvPr id="35" name="!!circle-1ud"/>
          <p:cNvSpPr/>
          <p:nvPr/>
        </p:nvSpPr>
        <p:spPr>
          <a:xfrm>
            <a:off x="2098986" y="1536369"/>
            <a:ext cx="32271" cy="32271"/>
          </a:xfrm>
          <a:prstGeom prst="ellipse">
            <a:avLst/>
          </a:prstGeom>
          <a:solidFill>
            <a:srgbClr val="627D8D">
              <a:alpha val="20500"/>
            </a:srgbClr>
          </a:solidFill>
          <a:ln>
            <a:noFill/>
          </a:ln>
        </p:spPr>
      </p:sp>
      <p:sp>
        <p:nvSpPr>
          <p:cNvPr id="36" name="!!circle-1uj"/>
          <p:cNvSpPr/>
          <p:nvPr/>
        </p:nvSpPr>
        <p:spPr>
          <a:xfrm>
            <a:off x="2086735" y="2529159"/>
            <a:ext cx="34252" cy="34252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37" name="!!circle-1um"/>
          <p:cNvSpPr/>
          <p:nvPr/>
        </p:nvSpPr>
        <p:spPr>
          <a:xfrm>
            <a:off x="9613699" y="4478772"/>
            <a:ext cx="44196" cy="44196"/>
          </a:xfrm>
          <a:prstGeom prst="ellipse">
            <a:avLst/>
          </a:prstGeom>
          <a:solidFill>
            <a:srgbClr val="627D8D">
              <a:alpha val="21700"/>
            </a:srgbClr>
          </a:solidFill>
          <a:ln>
            <a:noFill/>
          </a:ln>
        </p:spPr>
      </p:sp>
      <p:sp>
        <p:nvSpPr>
          <p:cNvPr id="38" name="!!circle-1up"/>
          <p:cNvSpPr/>
          <p:nvPr/>
        </p:nvSpPr>
        <p:spPr>
          <a:xfrm>
            <a:off x="6801192" y="1853004"/>
            <a:ext cx="35192" cy="35192"/>
          </a:xfrm>
          <a:prstGeom prst="ellipse">
            <a:avLst/>
          </a:prstGeom>
          <a:solidFill>
            <a:srgbClr val="627D8D">
              <a:alpha val="27100"/>
            </a:srgbClr>
          </a:solidFill>
          <a:ln>
            <a:noFill/>
          </a:ln>
        </p:spPr>
      </p:sp>
      <p:sp>
        <p:nvSpPr>
          <p:cNvPr id="39" name="!!circle-1us"/>
          <p:cNvSpPr/>
          <p:nvPr/>
        </p:nvSpPr>
        <p:spPr>
          <a:xfrm>
            <a:off x="10128523" y="5424735"/>
            <a:ext cx="43358" cy="43358"/>
          </a:xfrm>
          <a:prstGeom prst="ellipse">
            <a:avLst/>
          </a:prstGeom>
          <a:solidFill>
            <a:srgbClr val="627D8D">
              <a:alpha val="19500"/>
            </a:srgbClr>
          </a:solidFill>
          <a:ln>
            <a:noFill/>
          </a:ln>
        </p:spPr>
      </p:sp>
      <p:sp>
        <p:nvSpPr>
          <p:cNvPr id="40" name="!!circle-1uv"/>
          <p:cNvSpPr/>
          <p:nvPr/>
        </p:nvSpPr>
        <p:spPr>
          <a:xfrm>
            <a:off x="3125762" y="2218520"/>
            <a:ext cx="33528" cy="33528"/>
          </a:xfrm>
          <a:prstGeom prst="ellipse">
            <a:avLst/>
          </a:prstGeom>
          <a:solidFill>
            <a:srgbClr val="627D8D">
              <a:alpha val="28300"/>
            </a:srgbClr>
          </a:solidFill>
          <a:ln>
            <a:noFill/>
          </a:ln>
        </p:spPr>
      </p:sp>
      <p:sp>
        <p:nvSpPr>
          <p:cNvPr id="41" name="!!circle-1uy"/>
          <p:cNvSpPr/>
          <p:nvPr/>
        </p:nvSpPr>
        <p:spPr>
          <a:xfrm>
            <a:off x="6770116" y="2771050"/>
            <a:ext cx="28956" cy="28956"/>
          </a:xfrm>
          <a:prstGeom prst="ellipse">
            <a:avLst/>
          </a:prstGeom>
          <a:solidFill>
            <a:srgbClr val="627D8D">
              <a:alpha val="21800"/>
            </a:srgbClr>
          </a:solidFill>
          <a:ln>
            <a:noFill/>
          </a:ln>
        </p:spPr>
      </p:sp>
      <p:sp>
        <p:nvSpPr>
          <p:cNvPr id="42" name="!!circle-1v1"/>
          <p:cNvSpPr/>
          <p:nvPr/>
        </p:nvSpPr>
        <p:spPr>
          <a:xfrm>
            <a:off x="6986809" y="6485406"/>
            <a:ext cx="45555" cy="45555"/>
          </a:xfrm>
          <a:prstGeom prst="ellipse">
            <a:avLst/>
          </a:prstGeom>
          <a:solidFill>
            <a:srgbClr val="627D8D">
              <a:alpha val="20900"/>
            </a:srgbClr>
          </a:solidFill>
          <a:ln>
            <a:noFill/>
          </a:ln>
        </p:spPr>
      </p:sp>
      <p:sp>
        <p:nvSpPr>
          <p:cNvPr id="43" name="!!circle-1v4"/>
          <p:cNvSpPr/>
          <p:nvPr/>
        </p:nvSpPr>
        <p:spPr>
          <a:xfrm>
            <a:off x="11313797" y="3417950"/>
            <a:ext cx="39484" cy="39484"/>
          </a:xfrm>
          <a:prstGeom prst="ellipse">
            <a:avLst/>
          </a:prstGeom>
          <a:solidFill>
            <a:srgbClr val="627D8D">
              <a:alpha val="13600"/>
            </a:srgbClr>
          </a:solidFill>
          <a:ln>
            <a:noFill/>
          </a:ln>
        </p:spPr>
      </p:sp>
      <p:sp>
        <p:nvSpPr>
          <p:cNvPr id="44" name="!!circle-1v7"/>
          <p:cNvSpPr/>
          <p:nvPr/>
        </p:nvSpPr>
        <p:spPr>
          <a:xfrm>
            <a:off x="7448651" y="5715582"/>
            <a:ext cx="30455" cy="30455"/>
          </a:xfrm>
          <a:prstGeom prst="ellipse">
            <a:avLst/>
          </a:prstGeom>
          <a:solidFill>
            <a:srgbClr val="627D8D">
              <a:alpha val="16500"/>
            </a:srgbClr>
          </a:solidFill>
          <a:ln>
            <a:noFill/>
          </a:ln>
        </p:spPr>
      </p:sp>
      <p:sp>
        <p:nvSpPr>
          <p:cNvPr id="45" name="!!circle-1va"/>
          <p:cNvSpPr/>
          <p:nvPr/>
        </p:nvSpPr>
        <p:spPr>
          <a:xfrm>
            <a:off x="8948325" y="6469093"/>
            <a:ext cx="28257" cy="28257"/>
          </a:xfrm>
          <a:prstGeom prst="ellipse">
            <a:avLst/>
          </a:prstGeom>
          <a:solidFill>
            <a:srgbClr val="627D8D">
              <a:alpha val="15700"/>
            </a:srgbClr>
          </a:solidFill>
          <a:ln>
            <a:noFill/>
          </a:ln>
        </p:spPr>
      </p:sp>
      <p:sp>
        <p:nvSpPr>
          <p:cNvPr id="46" name="!!circle-1vd"/>
          <p:cNvSpPr/>
          <p:nvPr/>
        </p:nvSpPr>
        <p:spPr>
          <a:xfrm>
            <a:off x="11348457" y="5170683"/>
            <a:ext cx="45149" cy="45149"/>
          </a:xfrm>
          <a:prstGeom prst="ellipse">
            <a:avLst/>
          </a:prstGeom>
          <a:solidFill>
            <a:srgbClr val="627D8D">
              <a:alpha val="31200"/>
            </a:srgbClr>
          </a:solidFill>
          <a:ln>
            <a:noFill/>
          </a:ln>
        </p:spPr>
      </p:sp>
      <p:sp>
        <p:nvSpPr>
          <p:cNvPr id="47" name="!!circle-1vg"/>
          <p:cNvSpPr/>
          <p:nvPr/>
        </p:nvSpPr>
        <p:spPr>
          <a:xfrm>
            <a:off x="3450427" y="3316480"/>
            <a:ext cx="30696" cy="30696"/>
          </a:xfrm>
          <a:prstGeom prst="ellipse">
            <a:avLst/>
          </a:prstGeom>
          <a:solidFill>
            <a:srgbClr val="627D8D">
              <a:alpha val="25700"/>
            </a:srgbClr>
          </a:solidFill>
          <a:ln>
            <a:noFill/>
          </a:ln>
        </p:spPr>
      </p:sp>
      <p:sp>
        <p:nvSpPr>
          <p:cNvPr id="48" name="!!circle-1vj"/>
          <p:cNvSpPr/>
          <p:nvPr/>
        </p:nvSpPr>
        <p:spPr>
          <a:xfrm>
            <a:off x="8824017" y="3859136"/>
            <a:ext cx="37401" cy="37401"/>
          </a:xfrm>
          <a:prstGeom prst="ellipse">
            <a:avLst/>
          </a:prstGeom>
          <a:solidFill>
            <a:srgbClr val="627D8D">
              <a:alpha val="16000"/>
            </a:srgbClr>
          </a:solidFill>
          <a:ln>
            <a:noFill/>
          </a:ln>
        </p:spPr>
      </p:sp>
      <p:sp>
        <p:nvSpPr>
          <p:cNvPr id="49" name="!!circle-1vm"/>
          <p:cNvSpPr/>
          <p:nvPr/>
        </p:nvSpPr>
        <p:spPr>
          <a:xfrm>
            <a:off x="1752168" y="4646774"/>
            <a:ext cx="33096" cy="33096"/>
          </a:xfrm>
          <a:prstGeom prst="ellipse">
            <a:avLst/>
          </a:prstGeom>
          <a:solidFill>
            <a:srgbClr val="627D8D">
              <a:alpha val="22300"/>
            </a:srgbClr>
          </a:solidFill>
          <a:ln>
            <a:noFill/>
          </a:ln>
        </p:spPr>
      </p:sp>
      <p:sp>
        <p:nvSpPr>
          <p:cNvPr id="50" name="!!circle-1vp"/>
          <p:cNvSpPr/>
          <p:nvPr/>
        </p:nvSpPr>
        <p:spPr>
          <a:xfrm>
            <a:off x="11591118" y="757928"/>
            <a:ext cx="21145" cy="21145"/>
          </a:xfrm>
          <a:prstGeom prst="ellipse">
            <a:avLst/>
          </a:prstGeom>
          <a:solidFill>
            <a:srgbClr val="627D8D">
              <a:alpha val="16300"/>
            </a:srgbClr>
          </a:solidFill>
          <a:ln>
            <a:noFill/>
          </a:ln>
        </p:spPr>
      </p:sp>
      <p:sp>
        <p:nvSpPr>
          <p:cNvPr id="51" name="!!circle-1vs"/>
          <p:cNvSpPr/>
          <p:nvPr/>
        </p:nvSpPr>
        <p:spPr>
          <a:xfrm>
            <a:off x="11076643" y="5659555"/>
            <a:ext cx="35281" cy="35281"/>
          </a:xfrm>
          <a:prstGeom prst="ellipse">
            <a:avLst/>
          </a:prstGeom>
          <a:solidFill>
            <a:srgbClr val="627D8D">
              <a:alpha val="30000"/>
            </a:srgbClr>
          </a:solidFill>
          <a:ln>
            <a:noFill/>
          </a:ln>
        </p:spPr>
      </p:sp>
      <p:sp>
        <p:nvSpPr>
          <p:cNvPr id="52" name="!!path-37d"/>
          <p:cNvSpPr/>
          <p:nvPr/>
        </p:nvSpPr>
        <p:spPr>
          <a:xfrm>
            <a:off x="-2525050" y="4565881"/>
            <a:ext cx="7613423" cy="3792106"/>
          </a:xfrm>
          <a:custGeom>
            <a:avLst/>
            <a:gdLst/>
            <a:ahLst/>
            <a:cxnLst/>
            <a:rect l="l" t="t" r="r" b="b"/>
            <a:pathLst>
              <a:path w="7613423" h="3792106" fill="none">
                <a:moveTo>
                  <a:pt x="0" y="3792106"/>
                </a:moveTo>
                <a:quadBezTo>
                  <a:pt x="4408030" y="3103315"/>
                  <a:pt x="7613423" y="0"/>
                </a:quadBezTo>
              </a:path>
            </a:pathLst>
          </a:custGeom>
          <a:noFill/>
          <a:ln w="32163" cap="rnd">
            <a:solidFill>
              <a:srgbClr val="627D8D">
                <a:alpha val="7800"/>
              </a:srgbClr>
            </a:solidFill>
            <a:prstDash val="solid"/>
            <a:round/>
          </a:ln>
        </p:spPr>
      </p:sp>
      <p:sp>
        <p:nvSpPr>
          <p:cNvPr id="53" name="!!circle-37j"/>
          <p:cNvSpPr/>
          <p:nvPr/>
        </p:nvSpPr>
        <p:spPr>
          <a:xfrm>
            <a:off x="4086835" y="5266111"/>
            <a:ext cx="205842" cy="205842"/>
          </a:xfrm>
          <a:prstGeom prst="ellipse">
            <a:avLst/>
          </a:prstGeom>
          <a:gradFill rotWithShape="1">
            <a:gsLst>
              <a:gs pos="0">
                <a:srgbClr val="FFFFFF">
                  <a:alpha val="16936"/>
                </a:srgbClr>
              </a:gs>
              <a:gs pos="28284">
                <a:srgbClr val="627D8D">
                  <a:alpha val="8468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4" name="!!circle-37m"/>
          <p:cNvSpPr/>
          <p:nvPr/>
        </p:nvSpPr>
        <p:spPr>
          <a:xfrm>
            <a:off x="1689487" y="6855687"/>
            <a:ext cx="205842" cy="205842"/>
          </a:xfrm>
          <a:prstGeom prst="ellipse">
            <a:avLst/>
          </a:prstGeom>
          <a:gradFill rotWithShape="1">
            <a:gsLst>
              <a:gs pos="0">
                <a:srgbClr val="FFFFFF">
                  <a:alpha val="24300"/>
                </a:srgbClr>
              </a:gs>
              <a:gs pos="28284">
                <a:srgbClr val="627D8D">
                  <a:alpha val="1215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5" name="!!circle-3as"/>
          <p:cNvSpPr/>
          <p:nvPr/>
        </p:nvSpPr>
        <p:spPr>
          <a:xfrm>
            <a:off x="-8410693" y="4628778"/>
            <a:ext cx="8892363" cy="8892363"/>
          </a:xfrm>
          <a:prstGeom prst="ellipse">
            <a:avLst/>
          </a:prstGeom>
          <a:gradFill rotWithShape="1">
            <a:gsLst>
              <a:gs pos="0">
                <a:srgbClr val="627D8D">
                  <a:alpha val="220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6" name="!!path-3ua"/>
          <p:cNvSpPr/>
          <p:nvPr/>
        </p:nvSpPr>
        <p:spPr>
          <a:xfrm>
            <a:off x="3420058" y="2307913"/>
            <a:ext cx="1299376" cy="1"/>
          </a:xfrm>
          <a:custGeom>
            <a:avLst/>
            <a:gdLst/>
            <a:ahLst/>
            <a:cxnLst/>
            <a:rect l="l" t="t" r="r" b="b"/>
            <a:pathLst>
              <a:path w="1299376" h="1" fill="none">
                <a:moveTo>
                  <a:pt x="0" y="0"/>
                </a:moveTo>
                <a:lnTo>
                  <a:pt x="1299376" y="0"/>
                </a:lnTo>
              </a:path>
            </a:pathLst>
          </a:custGeom>
          <a:noFill/>
          <a:ln w="12865" cap="rnd">
            <a:solidFill>
              <a:srgbClr val="627D8D"/>
            </a:solidFill>
            <a:prstDash val="solid"/>
            <a:round/>
          </a:ln>
        </p:spPr>
      </p:sp>
      <p:sp>
        <p:nvSpPr>
          <p:cNvPr id="57" name="!!circle-3ud"/>
          <p:cNvSpPr/>
          <p:nvPr/>
        </p:nvSpPr>
        <p:spPr>
          <a:xfrm>
            <a:off x="3149890" y="2192127"/>
            <a:ext cx="231572" cy="231572"/>
          </a:xfrm>
          <a:prstGeom prst="ellipse">
            <a:avLst/>
          </a:prstGeom>
          <a:solidFill>
            <a:srgbClr val="FFFFFF"/>
          </a:solidFill>
          <a:ln w="12865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58" name="!!circle-3uk"/>
          <p:cNvSpPr/>
          <p:nvPr/>
        </p:nvSpPr>
        <p:spPr>
          <a:xfrm>
            <a:off x="3149890" y="2192127"/>
            <a:ext cx="231572" cy="231572"/>
          </a:xfrm>
          <a:prstGeom prst="ellipse">
            <a:avLst/>
          </a:prstGeom>
          <a:solidFill>
            <a:srgbClr val="2E9E5B"/>
          </a:solidFill>
          <a:ln>
            <a:noFill/>
          </a:ln>
        </p:spPr>
      </p:sp>
      <p:sp>
        <p:nvSpPr>
          <p:cNvPr id="59" name="!!path-3ul"/>
          <p:cNvSpPr/>
          <p:nvPr/>
        </p:nvSpPr>
        <p:spPr>
          <a:xfrm>
            <a:off x="3214216" y="2275750"/>
            <a:ext cx="96488" cy="64326"/>
          </a:xfrm>
          <a:custGeom>
            <a:avLst/>
            <a:gdLst/>
            <a:ahLst/>
            <a:cxnLst/>
            <a:rect l="l" t="t" r="r" b="b"/>
            <a:pathLst>
              <a:path w="96488" h="64326" fill="none">
                <a:moveTo>
                  <a:pt x="0" y="32163"/>
                </a:moveTo>
                <a:lnTo>
                  <a:pt x="32163" y="64326"/>
                </a:lnTo>
                <a:lnTo>
                  <a:pt x="96488" y="0"/>
                </a:lnTo>
              </a:path>
            </a:pathLst>
          </a:custGeom>
          <a:noFill/>
          <a:ln w="16725" cap="rnd">
            <a:solidFill>
              <a:srgbClr val="FFFFFF"/>
            </a:solidFill>
            <a:prstDash val="solid"/>
            <a:round/>
          </a:ln>
        </p:spPr>
      </p:sp>
      <p:sp>
        <p:nvSpPr>
          <p:cNvPr id="60" name="!!text-3um" descr="Google Books"/>
          <p:cNvSpPr txBox="1"/>
          <p:nvPr/>
        </p:nvSpPr>
        <p:spPr>
          <a:xfrm>
            <a:off x="2796409" y="2478247"/>
            <a:ext cx="980990" cy="20491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14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Google Books</a:t>
            </a:r>
            <a:endParaRPr lang="zh-TW" sz="1114"/>
          </a:p>
        </p:txBody>
      </p:sp>
      <p:sp>
        <p:nvSpPr>
          <p:cNvPr id="61" name="!!path-3uy"/>
          <p:cNvSpPr/>
          <p:nvPr/>
        </p:nvSpPr>
        <p:spPr>
          <a:xfrm>
            <a:off x="5028196" y="2307913"/>
            <a:ext cx="1299376" cy="1"/>
          </a:xfrm>
          <a:custGeom>
            <a:avLst/>
            <a:gdLst/>
            <a:ahLst/>
            <a:cxnLst/>
            <a:rect l="l" t="t" r="r" b="b"/>
            <a:pathLst>
              <a:path w="1299376" h="1" fill="none">
                <a:moveTo>
                  <a:pt x="0" y="0"/>
                </a:moveTo>
                <a:lnTo>
                  <a:pt x="1299376" y="0"/>
                </a:lnTo>
              </a:path>
            </a:pathLst>
          </a:custGeom>
          <a:noFill/>
          <a:ln w="12865" cap="rnd">
            <a:solidFill>
              <a:srgbClr val="627D8D"/>
            </a:solidFill>
            <a:prstDash val="solid"/>
            <a:round/>
          </a:ln>
        </p:spPr>
      </p:sp>
      <p:sp>
        <p:nvSpPr>
          <p:cNvPr id="62" name="!!circle-3v1"/>
          <p:cNvSpPr/>
          <p:nvPr/>
        </p:nvSpPr>
        <p:spPr>
          <a:xfrm>
            <a:off x="4758029" y="2192127"/>
            <a:ext cx="231572" cy="231572"/>
          </a:xfrm>
          <a:prstGeom prst="ellipse">
            <a:avLst/>
          </a:prstGeom>
          <a:solidFill>
            <a:srgbClr val="FFFFFF"/>
          </a:solidFill>
          <a:ln w="12865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63" name="!!circle-3v8"/>
          <p:cNvSpPr/>
          <p:nvPr/>
        </p:nvSpPr>
        <p:spPr>
          <a:xfrm>
            <a:off x="4758029" y="2192127"/>
            <a:ext cx="231572" cy="231572"/>
          </a:xfrm>
          <a:prstGeom prst="ellipse">
            <a:avLst/>
          </a:prstGeom>
          <a:solidFill>
            <a:srgbClr val="2E9E5B"/>
          </a:solidFill>
          <a:ln>
            <a:noFill/>
          </a:ln>
        </p:spPr>
      </p:sp>
      <p:sp>
        <p:nvSpPr>
          <p:cNvPr id="64" name="!!path-3v9"/>
          <p:cNvSpPr/>
          <p:nvPr/>
        </p:nvSpPr>
        <p:spPr>
          <a:xfrm>
            <a:off x="4822354" y="2275750"/>
            <a:ext cx="96488" cy="64326"/>
          </a:xfrm>
          <a:custGeom>
            <a:avLst/>
            <a:gdLst/>
            <a:ahLst/>
            <a:cxnLst/>
            <a:rect l="l" t="t" r="r" b="b"/>
            <a:pathLst>
              <a:path w="96488" h="64326" fill="none">
                <a:moveTo>
                  <a:pt x="0" y="32163"/>
                </a:moveTo>
                <a:lnTo>
                  <a:pt x="32163" y="64326"/>
                </a:lnTo>
                <a:lnTo>
                  <a:pt x="96488" y="0"/>
                </a:lnTo>
              </a:path>
            </a:pathLst>
          </a:custGeom>
          <a:noFill/>
          <a:ln w="16725" cap="rnd">
            <a:solidFill>
              <a:srgbClr val="FFFFFF"/>
            </a:solidFill>
            <a:prstDash val="solid"/>
            <a:round/>
          </a:ln>
        </p:spPr>
      </p:sp>
      <p:sp>
        <p:nvSpPr>
          <p:cNvPr id="65" name="!!text-3va" descr="Open Library"/>
          <p:cNvSpPr txBox="1"/>
          <p:nvPr/>
        </p:nvSpPr>
        <p:spPr>
          <a:xfrm>
            <a:off x="4428110" y="2478247"/>
            <a:ext cx="933865" cy="20491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14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Open Lib</a:t>
            </a:r>
            <a:r>
              <a:rPr lang="zh-TW" altLang="en-US" sz="1114" kern="0" spc="-38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r</a:t>
            </a:r>
            <a:r>
              <a:rPr lang="zh-TW" altLang="en-US" sz="1114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a</a:t>
            </a:r>
            <a:r>
              <a:rPr lang="zh-TW" altLang="en-US" sz="1114" kern="0" spc="16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r</a:t>
            </a:r>
            <a:r>
              <a:rPr lang="zh-TW" altLang="en-US" sz="1114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y</a:t>
            </a:r>
            <a:endParaRPr lang="zh-TW" sz="1114"/>
          </a:p>
        </p:txBody>
      </p:sp>
      <p:sp>
        <p:nvSpPr>
          <p:cNvPr id="66" name="!!path-3vm"/>
          <p:cNvSpPr/>
          <p:nvPr/>
        </p:nvSpPr>
        <p:spPr>
          <a:xfrm>
            <a:off x="6636335" y="2307913"/>
            <a:ext cx="1299376" cy="1"/>
          </a:xfrm>
          <a:custGeom>
            <a:avLst/>
            <a:gdLst/>
            <a:ahLst/>
            <a:cxnLst/>
            <a:rect l="l" t="t" r="r" b="b"/>
            <a:pathLst>
              <a:path w="1299376" h="1" fill="none">
                <a:moveTo>
                  <a:pt x="0" y="0"/>
                </a:moveTo>
                <a:lnTo>
                  <a:pt x="1299376" y="0"/>
                </a:lnTo>
              </a:path>
            </a:pathLst>
          </a:custGeom>
          <a:noFill/>
          <a:ln w="12865" cap="rnd">
            <a:solidFill>
              <a:srgbClr val="627D8D"/>
            </a:solidFill>
            <a:prstDash val="solid"/>
            <a:round/>
          </a:ln>
        </p:spPr>
      </p:sp>
      <p:sp>
        <p:nvSpPr>
          <p:cNvPr id="67" name="!!circle-3vp"/>
          <p:cNvSpPr/>
          <p:nvPr/>
        </p:nvSpPr>
        <p:spPr>
          <a:xfrm>
            <a:off x="6366167" y="2192127"/>
            <a:ext cx="231572" cy="231572"/>
          </a:xfrm>
          <a:prstGeom prst="ellipse">
            <a:avLst/>
          </a:prstGeom>
          <a:solidFill>
            <a:srgbClr val="FFFFFF"/>
          </a:solidFill>
          <a:ln w="12865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68" name="!!circle-3vw"/>
          <p:cNvSpPr/>
          <p:nvPr/>
        </p:nvSpPr>
        <p:spPr>
          <a:xfrm>
            <a:off x="6366167" y="2192127"/>
            <a:ext cx="231572" cy="231572"/>
          </a:xfrm>
          <a:prstGeom prst="ellipse">
            <a:avLst/>
          </a:prstGeom>
          <a:solidFill>
            <a:srgbClr val="2E9E5B"/>
          </a:solidFill>
          <a:ln>
            <a:noFill/>
          </a:ln>
        </p:spPr>
      </p:sp>
      <p:sp>
        <p:nvSpPr>
          <p:cNvPr id="69" name="!!path-3vx"/>
          <p:cNvSpPr/>
          <p:nvPr/>
        </p:nvSpPr>
        <p:spPr>
          <a:xfrm>
            <a:off x="6430493" y="2275750"/>
            <a:ext cx="96488" cy="64326"/>
          </a:xfrm>
          <a:custGeom>
            <a:avLst/>
            <a:gdLst/>
            <a:ahLst/>
            <a:cxnLst/>
            <a:rect l="l" t="t" r="r" b="b"/>
            <a:pathLst>
              <a:path w="96488" h="64326" fill="none">
                <a:moveTo>
                  <a:pt x="0" y="32163"/>
                </a:moveTo>
                <a:lnTo>
                  <a:pt x="32163" y="64326"/>
                </a:lnTo>
                <a:lnTo>
                  <a:pt x="96488" y="0"/>
                </a:lnTo>
              </a:path>
            </a:pathLst>
          </a:custGeom>
          <a:noFill/>
          <a:ln w="16725" cap="rnd">
            <a:solidFill>
              <a:srgbClr val="FFFFFF"/>
            </a:solidFill>
            <a:prstDash val="solid"/>
            <a:round/>
          </a:ln>
        </p:spPr>
      </p:sp>
      <p:sp>
        <p:nvSpPr>
          <p:cNvPr id="70" name="!!text-3vy" descr="網路搜尋"/>
          <p:cNvSpPr txBox="1"/>
          <p:nvPr/>
        </p:nvSpPr>
        <p:spPr>
          <a:xfrm>
            <a:off x="6198921" y="2478247"/>
            <a:ext cx="608520" cy="20491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14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網路搜尋</a:t>
            </a:r>
            <a:endParaRPr lang="zh-TW" sz="1114"/>
          </a:p>
        </p:txBody>
      </p:sp>
      <p:sp>
        <p:nvSpPr>
          <p:cNvPr id="71" name="!!circle-3w3"/>
          <p:cNvSpPr/>
          <p:nvPr/>
        </p:nvSpPr>
        <p:spPr>
          <a:xfrm>
            <a:off x="7974306" y="2192127"/>
            <a:ext cx="231572" cy="231572"/>
          </a:xfrm>
          <a:prstGeom prst="ellipse">
            <a:avLst/>
          </a:prstGeom>
          <a:solidFill>
            <a:srgbClr val="FFFFFF"/>
          </a:solidFill>
          <a:ln w="12865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72" name="!!circle-3wa"/>
          <p:cNvSpPr/>
          <p:nvPr/>
        </p:nvSpPr>
        <p:spPr>
          <a:xfrm>
            <a:off x="7974306" y="2192127"/>
            <a:ext cx="231572" cy="231572"/>
          </a:xfrm>
          <a:prstGeom prst="ellipse">
            <a:avLst/>
          </a:prstGeom>
          <a:solidFill>
            <a:srgbClr val="627D8D"/>
          </a:solidFill>
          <a:ln>
            <a:noFill/>
          </a:ln>
        </p:spPr>
      </p:sp>
      <p:sp>
        <p:nvSpPr>
          <p:cNvPr id="73" name="!!path-3wb"/>
          <p:cNvSpPr/>
          <p:nvPr/>
        </p:nvSpPr>
        <p:spPr>
          <a:xfrm>
            <a:off x="8025232" y="2243053"/>
            <a:ext cx="129770" cy="129770"/>
          </a:xfrm>
          <a:custGeom>
            <a:avLst/>
            <a:gdLst/>
            <a:ahLst/>
            <a:cxnLst/>
            <a:rect l="l" t="t" r="r" b="b"/>
            <a:pathLst>
              <a:path w="129770" h="129770">
                <a:moveTo>
                  <a:pt x="106176" y="47189"/>
                </a:moveTo>
                <a:lnTo>
                  <a:pt x="113549" y="30968"/>
                </a:lnTo>
                <a:lnTo>
                  <a:pt x="129770" y="23595"/>
                </a:lnTo>
                <a:lnTo>
                  <a:pt x="113549" y="16221"/>
                </a:lnTo>
                <a:lnTo>
                  <a:pt x="106176" y="0"/>
                </a:lnTo>
                <a:lnTo>
                  <a:pt x="98802" y="16221"/>
                </a:lnTo>
                <a:lnTo>
                  <a:pt x="82581" y="23595"/>
                </a:lnTo>
                <a:lnTo>
                  <a:pt x="98802" y="30968"/>
                </a:lnTo>
                <a:lnTo>
                  <a:pt x="106176" y="47189"/>
                </a:lnTo>
                <a:close/>
                <a:moveTo>
                  <a:pt x="61936" y="50139"/>
                </a:moveTo>
                <a:lnTo>
                  <a:pt x="47189" y="17696"/>
                </a:lnTo>
                <a:lnTo>
                  <a:pt x="32443" y="50139"/>
                </a:lnTo>
                <a:lnTo>
                  <a:pt x="0" y="64885"/>
                </a:lnTo>
                <a:lnTo>
                  <a:pt x="32443" y="79632"/>
                </a:lnTo>
                <a:lnTo>
                  <a:pt x="47189" y="112074"/>
                </a:lnTo>
                <a:lnTo>
                  <a:pt x="61936" y="79632"/>
                </a:lnTo>
                <a:lnTo>
                  <a:pt x="94378" y="64885"/>
                </a:lnTo>
                <a:lnTo>
                  <a:pt x="61936" y="50139"/>
                </a:lnTo>
                <a:close/>
                <a:moveTo>
                  <a:pt x="106176" y="82581"/>
                </a:moveTo>
                <a:lnTo>
                  <a:pt x="98802" y="98802"/>
                </a:lnTo>
                <a:lnTo>
                  <a:pt x="82581" y="106176"/>
                </a:lnTo>
                <a:lnTo>
                  <a:pt x="98802" y="113549"/>
                </a:lnTo>
                <a:lnTo>
                  <a:pt x="106176" y="129770"/>
                </a:lnTo>
                <a:lnTo>
                  <a:pt x="113549" y="113549"/>
                </a:lnTo>
                <a:lnTo>
                  <a:pt x="129770" y="106176"/>
                </a:lnTo>
                <a:lnTo>
                  <a:pt x="113549" y="98802"/>
                </a:lnTo>
                <a:lnTo>
                  <a:pt x="106176" y="8258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74" name="!!text-3wc" descr="AI 整理"/>
          <p:cNvSpPr txBox="1"/>
          <p:nvPr/>
        </p:nvSpPr>
        <p:spPr>
          <a:xfrm>
            <a:off x="7865293" y="2478247"/>
            <a:ext cx="492052" cy="20491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14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AI 整理</a:t>
            </a:r>
            <a:endParaRPr lang="zh-TW" sz="1114"/>
          </a:p>
        </p:txBody>
      </p:sp>
      <p:sp>
        <p:nvSpPr>
          <p:cNvPr id="75" name="!!rect-3wl"/>
          <p:cNvSpPr/>
          <p:nvPr/>
        </p:nvSpPr>
        <p:spPr>
          <a:xfrm>
            <a:off x="2815398" y="2925438"/>
            <a:ext cx="6561205" cy="3525040"/>
          </a:xfrm>
          <a:prstGeom prst="roundRect">
            <a:avLst>
              <a:gd name="adj" fmla="val 5039"/>
            </a:avLst>
          </a:prstGeom>
          <a:solidFill>
            <a:srgbClr val="0B1A26">
              <a:alpha val="12000"/>
            </a:srgbClr>
          </a:solidFill>
          <a:ln>
            <a:noFill/>
          </a:ln>
          <a:effectLst>
            <a:softEdge rad="226426"/>
          </a:effectLst>
        </p:spPr>
      </p:sp>
      <p:sp>
        <p:nvSpPr>
          <p:cNvPr id="76" name="!!rect-3wm"/>
          <p:cNvSpPr/>
          <p:nvPr/>
        </p:nvSpPr>
        <p:spPr>
          <a:xfrm>
            <a:off x="2879723" y="2938303"/>
            <a:ext cx="6432554" cy="3344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433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77" name="!!rect-3wn"/>
          <p:cNvSpPr/>
          <p:nvPr/>
        </p:nvSpPr>
        <p:spPr>
          <a:xfrm>
            <a:off x="3137025" y="3195605"/>
            <a:ext cx="1350836" cy="1929766"/>
          </a:xfrm>
          <a:prstGeom prst="roundRect">
            <a:avLst>
              <a:gd name="adj" fmla="val 4762"/>
            </a:avLst>
          </a:prstGeom>
          <a:solidFill>
            <a:srgbClr val="DDE3E7"/>
          </a:solidFill>
          <a:ln>
            <a:noFill/>
          </a:ln>
        </p:spPr>
      </p:sp>
      <p:sp>
        <p:nvSpPr>
          <p:cNvPr id="78" name="!!rect-3wp"/>
          <p:cNvSpPr/>
          <p:nvPr/>
        </p:nvSpPr>
        <p:spPr>
          <a:xfrm>
            <a:off x="3265676" y="3349987"/>
            <a:ext cx="1093534" cy="1608138"/>
          </a:xfrm>
          <a:prstGeom prst="roundRect">
            <a:avLst>
              <a:gd name="adj" fmla="val 2941"/>
            </a:avLst>
          </a:prstGeom>
          <a:gradFill rotWithShape="1">
            <a:gsLst>
              <a:gs pos="0">
                <a:srgbClr val="5D856F"/>
              </a:gs>
              <a:gs pos="100000">
                <a:srgbClr val="3F624F"/>
              </a:gs>
            </a:gsLst>
            <a:lin ang="3347058" scaled="0"/>
          </a:gradFill>
          <a:ln>
            <a:noFill/>
          </a:ln>
        </p:spPr>
      </p:sp>
      <p:sp>
        <p:nvSpPr>
          <p:cNvPr id="79" name="!!rect-3wq"/>
          <p:cNvSpPr/>
          <p:nvPr/>
        </p:nvSpPr>
        <p:spPr>
          <a:xfrm>
            <a:off x="3364094" y="3349987"/>
            <a:ext cx="54677" cy="1608138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</p:spPr>
      </p:sp>
      <p:sp>
        <p:nvSpPr>
          <p:cNvPr id="80" name="!!rect-3wr"/>
          <p:cNvSpPr/>
          <p:nvPr/>
        </p:nvSpPr>
        <p:spPr>
          <a:xfrm>
            <a:off x="3539060" y="3639451"/>
            <a:ext cx="612379" cy="112570"/>
          </a:xfrm>
          <a:prstGeom prst="roundRect">
            <a:avLst>
              <a:gd name="adj" fmla="val 28571"/>
            </a:avLst>
          </a:prstGeom>
          <a:solidFill>
            <a:srgbClr val="E7D9B8"/>
          </a:solidFill>
          <a:ln>
            <a:noFill/>
          </a:ln>
        </p:spPr>
      </p:sp>
      <p:sp>
        <p:nvSpPr>
          <p:cNvPr id="81" name="!!rect-3ws"/>
          <p:cNvSpPr/>
          <p:nvPr/>
        </p:nvSpPr>
        <p:spPr>
          <a:xfrm>
            <a:off x="3539060" y="3832428"/>
            <a:ext cx="415543" cy="72366"/>
          </a:xfrm>
          <a:prstGeom prst="roundRect">
            <a:avLst>
              <a:gd name="adj" fmla="val 44444"/>
            </a:avLst>
          </a:prstGeom>
          <a:solidFill>
            <a:srgbClr val="E7D9B8">
              <a:alpha val="72000"/>
            </a:srgbClr>
          </a:solidFill>
          <a:ln>
            <a:noFill/>
          </a:ln>
        </p:spPr>
      </p:sp>
      <p:sp>
        <p:nvSpPr>
          <p:cNvPr id="82" name="!!rect-3wt"/>
          <p:cNvSpPr/>
          <p:nvPr/>
        </p:nvSpPr>
        <p:spPr>
          <a:xfrm>
            <a:off x="3539060" y="4636497"/>
            <a:ext cx="306190" cy="64326"/>
          </a:xfrm>
          <a:prstGeom prst="roundRect">
            <a:avLst>
              <a:gd name="adj" fmla="val 50000"/>
            </a:avLst>
          </a:prstGeom>
          <a:solidFill>
            <a:srgbClr val="E7D9B8">
              <a:alpha val="55000"/>
            </a:srgbClr>
          </a:solidFill>
          <a:ln>
            <a:noFill/>
          </a:ln>
        </p:spPr>
      </p:sp>
      <p:sp>
        <p:nvSpPr>
          <p:cNvPr id="83" name="!!text-3wu" descr="統計學概論"/>
          <p:cNvSpPr txBox="1"/>
          <p:nvPr/>
        </p:nvSpPr>
        <p:spPr>
          <a:xfrm>
            <a:off x="4809489" y="3175536"/>
            <a:ext cx="1090961" cy="29805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621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統計學概論</a:t>
            </a:r>
            <a:endParaRPr lang="zh-TW" sz="1621"/>
          </a:p>
        </p:txBody>
      </p:sp>
      <p:sp>
        <p:nvSpPr>
          <p:cNvPr id="84" name="!!text-3x0" descr="作者"/>
          <p:cNvSpPr txBox="1"/>
          <p:nvPr/>
        </p:nvSpPr>
        <p:spPr>
          <a:xfrm>
            <a:off x="4809489" y="3556857"/>
            <a:ext cx="355077" cy="22354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16" kern="0" dirty="0">
                <a:solidFill>
                  <a:srgbClr val="5B6770"/>
                </a:solidFill>
                <a:latin typeface="Noto Sans TC Medium"/>
                <a:ea typeface="Noto Sans TC Medium"/>
                <a:cs typeface="Noto Sans TC Medium"/>
              </a:rPr>
              <a:t>作者</a:t>
            </a:r>
            <a:endParaRPr lang="zh-TW" sz="1216"/>
          </a:p>
        </p:txBody>
      </p:sp>
      <p:sp>
        <p:nvSpPr>
          <p:cNvPr id="85" name="!!text-3x9" descr="林志明"/>
          <p:cNvSpPr txBox="1"/>
          <p:nvPr/>
        </p:nvSpPr>
        <p:spPr>
          <a:xfrm>
            <a:off x="5710047" y="3556857"/>
            <a:ext cx="509458" cy="22354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16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林志明</a:t>
            </a:r>
            <a:endParaRPr lang="zh-TW" sz="1216"/>
          </a:p>
        </p:txBody>
      </p:sp>
      <p:sp>
        <p:nvSpPr>
          <p:cNvPr id="86" name="!!text-3xd" descr="出版社"/>
          <p:cNvSpPr txBox="1"/>
          <p:nvPr/>
        </p:nvSpPr>
        <p:spPr>
          <a:xfrm>
            <a:off x="4809489" y="3878485"/>
            <a:ext cx="509458" cy="22354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16" kern="0" dirty="0">
                <a:solidFill>
                  <a:srgbClr val="5B6770"/>
                </a:solidFill>
                <a:latin typeface="Noto Sans TC Medium"/>
                <a:ea typeface="Noto Sans TC Medium"/>
                <a:cs typeface="Noto Sans TC Medium"/>
              </a:rPr>
              <a:t>出版社</a:t>
            </a:r>
            <a:endParaRPr lang="zh-TW" sz="1216"/>
          </a:p>
        </p:txBody>
      </p:sp>
      <p:sp>
        <p:nvSpPr>
          <p:cNvPr id="87" name="!!text-3xn" descr="智識出版"/>
          <p:cNvSpPr txBox="1"/>
          <p:nvPr/>
        </p:nvSpPr>
        <p:spPr>
          <a:xfrm>
            <a:off x="5710047" y="3878485"/>
            <a:ext cx="663840" cy="22354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16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智識出版</a:t>
            </a:r>
            <a:endParaRPr lang="zh-TW" sz="1216"/>
          </a:p>
        </p:txBody>
      </p:sp>
      <p:sp>
        <p:nvSpPr>
          <p:cNvPr id="88" name="!!text-3xs" descr="出版日期"/>
          <p:cNvSpPr txBox="1"/>
          <p:nvPr/>
        </p:nvSpPr>
        <p:spPr>
          <a:xfrm>
            <a:off x="4809489" y="4200113"/>
            <a:ext cx="663840" cy="22354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16" kern="0" dirty="0">
                <a:solidFill>
                  <a:srgbClr val="5B6770"/>
                </a:solidFill>
                <a:latin typeface="Noto Sans TC Medium"/>
                <a:ea typeface="Noto Sans TC Medium"/>
                <a:cs typeface="Noto Sans TC Medium"/>
              </a:rPr>
              <a:t>出版日期</a:t>
            </a:r>
            <a:endParaRPr lang="zh-TW" sz="1216"/>
          </a:p>
        </p:txBody>
      </p:sp>
      <p:sp>
        <p:nvSpPr>
          <p:cNvPr id="89" name="!!text-3y3" descr="2022 年 2 月"/>
          <p:cNvSpPr txBox="1"/>
          <p:nvPr/>
        </p:nvSpPr>
        <p:spPr>
          <a:xfrm>
            <a:off x="5710047" y="4200113"/>
            <a:ext cx="915636" cy="22354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16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2022 年 2 月</a:t>
            </a:r>
            <a:endParaRPr lang="zh-TW" sz="1216"/>
          </a:p>
        </p:txBody>
      </p:sp>
      <p:sp>
        <p:nvSpPr>
          <p:cNvPr id="90" name="!!text-3yb" descr="頁數"/>
          <p:cNvSpPr txBox="1"/>
          <p:nvPr/>
        </p:nvSpPr>
        <p:spPr>
          <a:xfrm>
            <a:off x="4809489" y="4521741"/>
            <a:ext cx="355077" cy="22354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16" kern="0" dirty="0">
                <a:solidFill>
                  <a:srgbClr val="5B6770"/>
                </a:solidFill>
                <a:latin typeface="Noto Sans TC Medium"/>
                <a:ea typeface="Noto Sans TC Medium"/>
                <a:cs typeface="Noto Sans TC Medium"/>
              </a:rPr>
              <a:t>頁數</a:t>
            </a:r>
            <a:endParaRPr lang="zh-TW" sz="1216"/>
          </a:p>
        </p:txBody>
      </p:sp>
      <p:sp>
        <p:nvSpPr>
          <p:cNvPr id="91" name="!!text-3yk" descr="512 頁"/>
          <p:cNvSpPr txBox="1"/>
          <p:nvPr/>
        </p:nvSpPr>
        <p:spPr>
          <a:xfrm>
            <a:off x="5710070" y="4521741"/>
            <a:ext cx="508995" cy="22354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16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512 頁</a:t>
            </a:r>
            <a:endParaRPr lang="zh-TW" sz="1216"/>
          </a:p>
        </p:txBody>
      </p:sp>
      <p:sp>
        <p:nvSpPr>
          <p:cNvPr id="92" name="!!text-3yp" descr="書籍簡介"/>
          <p:cNvSpPr txBox="1"/>
          <p:nvPr/>
        </p:nvSpPr>
        <p:spPr>
          <a:xfrm>
            <a:off x="4809489" y="4948347"/>
            <a:ext cx="608520" cy="20491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14" b="1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書籍簡介</a:t>
            </a:r>
            <a:endParaRPr lang="zh-TW" sz="1114"/>
          </a:p>
        </p:txBody>
      </p:sp>
      <p:sp>
        <p:nvSpPr>
          <p:cNvPr id="93" name="!!text-40s" descr="資料補齊"/>
          <p:cNvSpPr txBox="1"/>
          <p:nvPr/>
        </p:nvSpPr>
        <p:spPr>
          <a:xfrm>
            <a:off x="641194" y="591450"/>
            <a:ext cx="719417" cy="22354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16" b="1" kern="0" spc="146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資料補</a:t>
            </a:r>
            <a:r>
              <a:rPr lang="zh-TW" altLang="en-US" sz="1216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齊</a:t>
            </a:r>
            <a:endParaRPr lang="zh-TW" sz="1216"/>
          </a:p>
        </p:txBody>
      </p:sp>
      <p:sp>
        <p:nvSpPr>
          <p:cNvPr id="94" name="!!text-412" descr="空白欄位，自動補齊"/>
          <p:cNvSpPr txBox="1"/>
          <p:nvPr/>
        </p:nvSpPr>
        <p:spPr>
          <a:xfrm>
            <a:off x="641194" y="863676"/>
            <a:ext cx="4084929" cy="6706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3647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空白欄</a:t>
            </a:r>
            <a:r>
              <a:rPr lang="zh-TW" altLang="en-US" sz="3647" kern="0" spc="-1094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位</a:t>
            </a:r>
            <a:r>
              <a:rPr lang="zh-TW" altLang="en-US" sz="3647" kern="0" spc="-656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，</a:t>
            </a:r>
            <a:r>
              <a:rPr lang="zh-TW" altLang="en-US" sz="3647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自動補齊</a:t>
            </a:r>
            <a:endParaRPr lang="zh-TW" sz="3647"/>
          </a:p>
        </p:txBody>
      </p:sp>
      <p:sp>
        <p:nvSpPr>
          <p:cNvPr id="95" name="!!text-41g" descr="上架後於背景依 ISBN 查詢書目，由 AI 整理成繁體中文簡介。"/>
          <p:cNvSpPr txBox="1"/>
          <p:nvPr/>
        </p:nvSpPr>
        <p:spPr>
          <a:xfrm>
            <a:off x="641194" y="1588753"/>
            <a:ext cx="5297015" cy="2794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520" kern="0" dirty="0">
                <a:solidFill>
                  <a:srgbClr val="3F4A54"/>
                </a:solidFill>
                <a:latin typeface="Noto Sans TC Medium"/>
                <a:ea typeface="Noto Sans TC Medium"/>
                <a:cs typeface="Noto Sans TC Medium"/>
              </a:rPr>
              <a:t>上架後於背景依 ISBN 查詢書目，由 AI 整理成繁體中文簡介。</a:t>
            </a:r>
            <a:endParaRPr lang="zh-TW" sz="1520"/>
          </a:p>
        </p:txBody>
      </p:sp>
      <p:sp>
        <p:nvSpPr>
          <p:cNvPr id="96" name="!!path-9ic"/>
          <p:cNvSpPr/>
          <p:nvPr/>
        </p:nvSpPr>
        <p:spPr>
          <a:xfrm>
            <a:off x="381000" y="306527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97" name="!!path-9id"/>
          <p:cNvSpPr/>
          <p:nvPr/>
        </p:nvSpPr>
        <p:spPr>
          <a:xfrm>
            <a:off x="381000" y="308153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98" name="!!path-9ie"/>
          <p:cNvSpPr/>
          <p:nvPr/>
        </p:nvSpPr>
        <p:spPr>
          <a:xfrm>
            <a:off x="381000" y="309778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99" name="!!path-9if"/>
          <p:cNvSpPr/>
          <p:nvPr/>
        </p:nvSpPr>
        <p:spPr>
          <a:xfrm>
            <a:off x="381000" y="311404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00" name="!!path-9ig"/>
          <p:cNvSpPr/>
          <p:nvPr/>
        </p:nvSpPr>
        <p:spPr>
          <a:xfrm>
            <a:off x="381000" y="313030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01" name="!!path-9ih"/>
          <p:cNvSpPr/>
          <p:nvPr/>
        </p:nvSpPr>
        <p:spPr>
          <a:xfrm>
            <a:off x="381000" y="314655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02" name="!!path-9ii"/>
          <p:cNvSpPr/>
          <p:nvPr/>
        </p:nvSpPr>
        <p:spPr>
          <a:xfrm>
            <a:off x="381000" y="316281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03" name="!!path-9ij"/>
          <p:cNvSpPr/>
          <p:nvPr/>
        </p:nvSpPr>
        <p:spPr>
          <a:xfrm>
            <a:off x="381000" y="317906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04" name="!!path-9ik"/>
          <p:cNvSpPr/>
          <p:nvPr/>
        </p:nvSpPr>
        <p:spPr>
          <a:xfrm>
            <a:off x="419608" y="269342"/>
            <a:ext cx="128422" cy="122936"/>
          </a:xfrm>
          <a:custGeom>
            <a:avLst/>
            <a:gdLst/>
            <a:ahLst/>
            <a:cxnLst/>
            <a:rect l="l" t="t" r="r" b="b"/>
            <a:pathLst>
              <a:path w="128422" h="122936">
                <a:moveTo>
                  <a:pt x="0" y="17678"/>
                </a:moveTo>
                <a:lnTo>
                  <a:pt x="8128" y="5080"/>
                </a:lnTo>
                <a:cubicBezTo>
                  <a:pt x="32512" y="0"/>
                  <a:pt x="73152" y="7112"/>
                  <a:pt x="101600" y="26416"/>
                </a:cubicBezTo>
                <a:cubicBezTo>
                  <a:pt x="116840" y="37186"/>
                  <a:pt x="124968" y="49784"/>
                  <a:pt x="128422" y="62992"/>
                </a:cubicBezTo>
                <a:lnTo>
                  <a:pt x="128422" y="122936"/>
                </a:lnTo>
                <a:lnTo>
                  <a:pt x="0" y="1229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05" name="!!path-9il"/>
          <p:cNvSpPr/>
          <p:nvPr/>
        </p:nvSpPr>
        <p:spPr>
          <a:xfrm>
            <a:off x="419608" y="269342"/>
            <a:ext cx="128422" cy="62992"/>
          </a:xfrm>
          <a:custGeom>
            <a:avLst/>
            <a:gdLst/>
            <a:ahLst/>
            <a:cxnLst/>
            <a:rect l="l" t="t" r="r" b="b"/>
            <a:pathLst>
              <a:path w="128422" h="62992" fill="none">
                <a:moveTo>
                  <a:pt x="128422" y="62992"/>
                </a:moveTo>
                <a:cubicBezTo>
                  <a:pt x="124968" y="49784"/>
                  <a:pt x="116840" y="37186"/>
                  <a:pt x="101600" y="26416"/>
                </a:cubicBezTo>
                <a:cubicBezTo>
                  <a:pt x="73152" y="7112"/>
                  <a:pt x="32512" y="0"/>
                  <a:pt x="8128" y="5080"/>
                </a:cubicBezTo>
                <a:lnTo>
                  <a:pt x="0" y="1767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06" name="!!path-9im"/>
          <p:cNvSpPr/>
          <p:nvPr/>
        </p:nvSpPr>
        <p:spPr>
          <a:xfrm>
            <a:off x="407010" y="281534"/>
            <a:ext cx="141021" cy="110744"/>
          </a:xfrm>
          <a:custGeom>
            <a:avLst/>
            <a:gdLst/>
            <a:ahLst/>
            <a:cxnLst/>
            <a:rect l="l" t="t" r="r" b="b"/>
            <a:pathLst>
              <a:path w="141021" h="110744">
                <a:moveTo>
                  <a:pt x="0" y="22352"/>
                </a:moveTo>
                <a:lnTo>
                  <a:pt x="6502" y="6502"/>
                </a:lnTo>
                <a:cubicBezTo>
                  <a:pt x="36982" y="0"/>
                  <a:pt x="79654" y="7112"/>
                  <a:pt x="110134" y="25400"/>
                </a:cubicBezTo>
                <a:cubicBezTo>
                  <a:pt x="126390" y="35154"/>
                  <a:pt x="136550" y="49784"/>
                  <a:pt x="141021" y="62992"/>
                </a:cubicBezTo>
                <a:lnTo>
                  <a:pt x="141021" y="110744"/>
                </a:lnTo>
                <a:lnTo>
                  <a:pt x="0" y="110744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07" name="!!path-9in"/>
          <p:cNvSpPr/>
          <p:nvPr/>
        </p:nvSpPr>
        <p:spPr>
          <a:xfrm>
            <a:off x="407010" y="281534"/>
            <a:ext cx="141021" cy="62992"/>
          </a:xfrm>
          <a:custGeom>
            <a:avLst/>
            <a:gdLst/>
            <a:ahLst/>
            <a:cxnLst/>
            <a:rect l="l" t="t" r="r" b="b"/>
            <a:pathLst>
              <a:path w="141021" h="62992" fill="none">
                <a:moveTo>
                  <a:pt x="141021" y="62992"/>
                </a:moveTo>
                <a:cubicBezTo>
                  <a:pt x="136550" y="49784"/>
                  <a:pt x="126390" y="35154"/>
                  <a:pt x="110134" y="25400"/>
                </a:cubicBezTo>
                <a:cubicBezTo>
                  <a:pt x="79654" y="7112"/>
                  <a:pt x="36982" y="0"/>
                  <a:pt x="6502" y="6502"/>
                </a:cubicBezTo>
                <a:lnTo>
                  <a:pt x="0" y="22352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08" name="!!path-9io"/>
          <p:cNvSpPr/>
          <p:nvPr/>
        </p:nvSpPr>
        <p:spPr>
          <a:xfrm>
            <a:off x="395834" y="294742"/>
            <a:ext cx="151790" cy="97536"/>
          </a:xfrm>
          <a:custGeom>
            <a:avLst/>
            <a:gdLst/>
            <a:ahLst/>
            <a:cxnLst/>
            <a:rect l="l" t="t" r="r" b="b"/>
            <a:pathLst>
              <a:path w="151790" h="97536">
                <a:moveTo>
                  <a:pt x="0" y="23165"/>
                </a:moveTo>
                <a:lnTo>
                  <a:pt x="3861" y="12598"/>
                </a:lnTo>
                <a:cubicBezTo>
                  <a:pt x="37998" y="0"/>
                  <a:pt x="84734" y="5080"/>
                  <a:pt x="117246" y="21946"/>
                </a:cubicBezTo>
                <a:cubicBezTo>
                  <a:pt x="135534" y="31496"/>
                  <a:pt x="146710" y="43688"/>
                  <a:pt x="151790" y="55270"/>
                </a:cubicBezTo>
                <a:lnTo>
                  <a:pt x="151790" y="97536"/>
                </a:lnTo>
                <a:lnTo>
                  <a:pt x="0" y="975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09" name="!!path-9ip"/>
          <p:cNvSpPr/>
          <p:nvPr/>
        </p:nvSpPr>
        <p:spPr>
          <a:xfrm>
            <a:off x="395834" y="294742"/>
            <a:ext cx="151790" cy="55270"/>
          </a:xfrm>
          <a:custGeom>
            <a:avLst/>
            <a:gdLst/>
            <a:ahLst/>
            <a:cxnLst/>
            <a:rect l="l" t="t" r="r" b="b"/>
            <a:pathLst>
              <a:path w="151790" h="55270" fill="none">
                <a:moveTo>
                  <a:pt x="151790" y="55270"/>
                </a:moveTo>
                <a:cubicBezTo>
                  <a:pt x="146710" y="43688"/>
                  <a:pt x="135534" y="31496"/>
                  <a:pt x="117246" y="21946"/>
                </a:cubicBezTo>
                <a:cubicBezTo>
                  <a:pt x="84734" y="5080"/>
                  <a:pt x="37998" y="0"/>
                  <a:pt x="3861" y="12598"/>
                </a:cubicBezTo>
                <a:lnTo>
                  <a:pt x="0" y="23165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10" name="!!path-9iq"/>
          <p:cNvSpPr/>
          <p:nvPr/>
        </p:nvSpPr>
        <p:spPr>
          <a:xfrm>
            <a:off x="548234" y="264262"/>
            <a:ext cx="120294" cy="128016"/>
          </a:xfrm>
          <a:custGeom>
            <a:avLst/>
            <a:gdLst/>
            <a:ahLst/>
            <a:cxnLst/>
            <a:rect l="l" t="t" r="r" b="b"/>
            <a:pathLst>
              <a:path w="120294" h="128016">
                <a:moveTo>
                  <a:pt x="120294" y="18288"/>
                </a:moveTo>
                <a:lnTo>
                  <a:pt x="113589" y="4470"/>
                </a:lnTo>
                <a:cubicBezTo>
                  <a:pt x="86766" y="0"/>
                  <a:pt x="44094" y="10160"/>
                  <a:pt x="17678" y="30480"/>
                </a:cubicBezTo>
                <a:cubicBezTo>
                  <a:pt x="6502" y="39624"/>
                  <a:pt x="1422" y="52832"/>
                  <a:pt x="0" y="67056"/>
                </a:cubicBezTo>
                <a:lnTo>
                  <a:pt x="0" y="128016"/>
                </a:lnTo>
                <a:lnTo>
                  <a:pt x="120294" y="12801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11" name="!!path-9ir"/>
          <p:cNvSpPr/>
          <p:nvPr/>
        </p:nvSpPr>
        <p:spPr>
          <a:xfrm>
            <a:off x="548234" y="264262"/>
            <a:ext cx="120294" cy="67056"/>
          </a:xfrm>
          <a:custGeom>
            <a:avLst/>
            <a:gdLst/>
            <a:ahLst/>
            <a:cxnLst/>
            <a:rect l="l" t="t" r="r" b="b"/>
            <a:pathLst>
              <a:path w="120294" h="67056" fill="none">
                <a:moveTo>
                  <a:pt x="0" y="67056"/>
                </a:moveTo>
                <a:cubicBezTo>
                  <a:pt x="1422" y="52832"/>
                  <a:pt x="6502" y="39624"/>
                  <a:pt x="17678" y="30480"/>
                </a:cubicBezTo>
                <a:cubicBezTo>
                  <a:pt x="44094" y="10160"/>
                  <a:pt x="86766" y="0"/>
                  <a:pt x="113589" y="4470"/>
                </a:cubicBezTo>
                <a:lnTo>
                  <a:pt x="120294" y="1828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12" name="!!path-9is"/>
          <p:cNvSpPr/>
          <p:nvPr/>
        </p:nvSpPr>
        <p:spPr>
          <a:xfrm>
            <a:off x="548437" y="279502"/>
            <a:ext cx="133299" cy="112776"/>
          </a:xfrm>
          <a:custGeom>
            <a:avLst/>
            <a:gdLst/>
            <a:ahLst/>
            <a:cxnLst/>
            <a:rect l="l" t="t" r="r" b="b"/>
            <a:pathLst>
              <a:path w="133299" h="112776">
                <a:moveTo>
                  <a:pt x="133299" y="19710"/>
                </a:moveTo>
                <a:lnTo>
                  <a:pt x="127203" y="3048"/>
                </a:lnTo>
                <a:cubicBezTo>
                  <a:pt x="94691" y="0"/>
                  <a:pt x="54051" y="11176"/>
                  <a:pt x="27635" y="30683"/>
                </a:cubicBezTo>
                <a:cubicBezTo>
                  <a:pt x="13411" y="41250"/>
                  <a:pt x="4267" y="53848"/>
                  <a:pt x="0" y="65024"/>
                </a:cubicBezTo>
                <a:lnTo>
                  <a:pt x="0" y="112776"/>
                </a:lnTo>
                <a:lnTo>
                  <a:pt x="133299" y="11277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13" name="!!path-9it"/>
          <p:cNvSpPr/>
          <p:nvPr/>
        </p:nvSpPr>
        <p:spPr>
          <a:xfrm>
            <a:off x="548437" y="279502"/>
            <a:ext cx="133299" cy="65024"/>
          </a:xfrm>
          <a:custGeom>
            <a:avLst/>
            <a:gdLst/>
            <a:ahLst/>
            <a:cxnLst/>
            <a:rect l="l" t="t" r="r" b="b"/>
            <a:pathLst>
              <a:path w="133299" h="65024" fill="none">
                <a:moveTo>
                  <a:pt x="0" y="65024"/>
                </a:moveTo>
                <a:cubicBezTo>
                  <a:pt x="4267" y="53848"/>
                  <a:pt x="13411" y="41250"/>
                  <a:pt x="27635" y="30683"/>
                </a:cubicBezTo>
                <a:cubicBezTo>
                  <a:pt x="54051" y="11176"/>
                  <a:pt x="94691" y="0"/>
                  <a:pt x="127203" y="3048"/>
                </a:cubicBezTo>
                <a:lnTo>
                  <a:pt x="133299" y="19710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14" name="!!path-9iu"/>
          <p:cNvSpPr/>
          <p:nvPr/>
        </p:nvSpPr>
        <p:spPr>
          <a:xfrm>
            <a:off x="548843" y="293726"/>
            <a:ext cx="142646" cy="98552"/>
          </a:xfrm>
          <a:custGeom>
            <a:avLst/>
            <a:gdLst/>
            <a:ahLst/>
            <a:cxnLst/>
            <a:rect l="l" t="t" r="r" b="b"/>
            <a:pathLst>
              <a:path w="142646" h="98552">
                <a:moveTo>
                  <a:pt x="142646" y="18898"/>
                </a:moveTo>
                <a:lnTo>
                  <a:pt x="139802" y="8738"/>
                </a:lnTo>
                <a:cubicBezTo>
                  <a:pt x="106477" y="0"/>
                  <a:pt x="63805" y="5080"/>
                  <a:pt x="35357" y="19304"/>
                </a:cubicBezTo>
                <a:cubicBezTo>
                  <a:pt x="17069" y="28448"/>
                  <a:pt x="5893" y="42672"/>
                  <a:pt x="0" y="56286"/>
                </a:cubicBezTo>
                <a:lnTo>
                  <a:pt x="0" y="98552"/>
                </a:lnTo>
                <a:lnTo>
                  <a:pt x="142646" y="98552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15" name="!!path-9iv"/>
          <p:cNvSpPr/>
          <p:nvPr/>
        </p:nvSpPr>
        <p:spPr>
          <a:xfrm>
            <a:off x="548843" y="293726"/>
            <a:ext cx="142646" cy="56286"/>
          </a:xfrm>
          <a:custGeom>
            <a:avLst/>
            <a:gdLst/>
            <a:ahLst/>
            <a:cxnLst/>
            <a:rect l="l" t="t" r="r" b="b"/>
            <a:pathLst>
              <a:path w="142646" h="56286" fill="none">
                <a:moveTo>
                  <a:pt x="0" y="56286"/>
                </a:moveTo>
                <a:cubicBezTo>
                  <a:pt x="5893" y="42672"/>
                  <a:pt x="17069" y="28448"/>
                  <a:pt x="35357" y="19304"/>
                </a:cubicBezTo>
                <a:cubicBezTo>
                  <a:pt x="63805" y="5080"/>
                  <a:pt x="106477" y="0"/>
                  <a:pt x="139802" y="8738"/>
                </a:cubicBezTo>
                <a:lnTo>
                  <a:pt x="142646" y="1889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16" name="!!path-9iw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627D8D"/>
              </a:gs>
              <a:gs pos="21794">
                <a:srgbClr val="627D8D"/>
              </a:gs>
              <a:gs pos="55376">
                <a:srgbClr val="627D8D"/>
              </a:gs>
              <a:gs pos="96421">
                <a:srgbClr val="98ABB7"/>
              </a:gs>
              <a:gs pos="100000">
                <a:srgbClr val="98ABB7"/>
              </a:gs>
            </a:gsLst>
            <a:lin ang="1983350" scaled="0"/>
          </a:gradFill>
          <a:ln>
            <a:noFill/>
          </a:ln>
        </p:spPr>
      </p:sp>
      <p:sp>
        <p:nvSpPr>
          <p:cNvPr id="117" name="!!path-9ix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0000"/>
                </a:srgbClr>
              </a:gs>
              <a:gs pos="4764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83333" t="79291" r="16667" b="20709"/>
            </a:path>
          </a:gradFill>
          <a:ln>
            <a:noFill/>
          </a:ln>
        </p:spPr>
      </p:sp>
      <p:sp>
        <p:nvSpPr>
          <p:cNvPr id="118" name="!!line-9iy"/>
          <p:cNvSpPr/>
          <p:nvPr/>
        </p:nvSpPr>
        <p:spPr>
          <a:xfrm>
            <a:off x="549046" y="363017"/>
            <a:ext cx="1" cy="153619"/>
          </a:xfrm>
          <a:custGeom>
            <a:avLst/>
            <a:gdLst/>
            <a:ahLst/>
            <a:cxnLst/>
            <a:rect l="l" t="t" r="r" b="b"/>
            <a:pathLst>
              <a:path w="1" h="153619">
                <a:moveTo>
                  <a:pt x="0" y="0"/>
                </a:moveTo>
                <a:lnTo>
                  <a:pt x="0" y="153619"/>
                </a:lnTo>
              </a:path>
            </a:pathLst>
          </a:custGeom>
          <a:solidFill>
            <a:srgbClr val="000000"/>
          </a:solidFill>
          <a:ln w="6909" cap="rnd">
            <a:solidFill>
              <a:srgbClr val="C9D3D9"/>
            </a:solidFill>
            <a:prstDash val="solid"/>
            <a:miter lim="800000"/>
          </a:ln>
        </p:spPr>
      </p:sp>
      <p:sp>
        <p:nvSpPr>
          <p:cNvPr id="119" name="!!path-9iz"/>
          <p:cNvSpPr/>
          <p:nvPr/>
        </p:nvSpPr>
        <p:spPr>
          <a:xfrm>
            <a:off x="657962" y="442062"/>
            <a:ext cx="25400" cy="37998"/>
          </a:xfrm>
          <a:custGeom>
            <a:avLst/>
            <a:gdLst/>
            <a:ahLst/>
            <a:cxnLst/>
            <a:rect l="l" t="t" r="r" b="b"/>
            <a:pathLst>
              <a:path w="25400" h="37998">
                <a:moveTo>
                  <a:pt x="0" y="2642"/>
                </a:moveTo>
                <a:lnTo>
                  <a:pt x="15240" y="0"/>
                </a:lnTo>
                <a:lnTo>
                  <a:pt x="25400" y="37186"/>
                </a:lnTo>
                <a:lnTo>
                  <a:pt x="7518" y="37998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 w="1016" cap="flat">
            <a:solidFill>
              <a:srgbClr val="FFFFFF">
                <a:alpha val="55000"/>
              </a:srgbClr>
            </a:solidFill>
            <a:prstDash val="solid"/>
            <a:round/>
          </a:ln>
        </p:spPr>
      </p:sp>
      <p:sp>
        <p:nvSpPr>
          <p:cNvPr id="120" name="!!text-9j0" descr="救「舊」我的書"/>
          <p:cNvSpPr txBox="1"/>
          <p:nvPr/>
        </p:nvSpPr>
        <p:spPr>
          <a:xfrm>
            <a:off x="805879" y="251460"/>
            <a:ext cx="1120140" cy="25745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400" b="1" kern="0" spc="-70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救</a:t>
            </a:r>
            <a:r>
              <a:rPr lang="zh-TW" altLang="en-US" sz="14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「舊</a:t>
            </a:r>
            <a:r>
              <a:rPr lang="zh-TW" altLang="en-US" sz="1400" b="1" kern="0" spc="-70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」</a:t>
            </a:r>
            <a:r>
              <a:rPr lang="zh-TW" altLang="en-US" sz="14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我的書</a:t>
            </a:r>
            <a:endParaRPr lang="zh-TW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fast" p14:dur="1100" advTm="0">
        <p159:morph option="byObject"/>
      </p:transition>
    </mc:Choice>
    <mc:Fallback>
      <p:transition spd="fast" advTm="0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82.2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rect-1q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7"/>
          </a:solidFill>
          <a:ln>
            <a:noFill/>
          </a:ln>
        </p:spPr>
      </p:sp>
      <p:sp>
        <p:nvSpPr>
          <p:cNvPr id="3" name="!!ellipse-1q2"/>
          <p:cNvSpPr/>
          <p:nvPr/>
        </p:nvSpPr>
        <p:spPr>
          <a:xfrm>
            <a:off x="-889000" y="-952500"/>
            <a:ext cx="13970000" cy="7874000"/>
          </a:xfrm>
          <a:prstGeom prst="ellipse">
            <a:avLst/>
          </a:prstGeom>
          <a:gradFill rotWithShape="1">
            <a:gsLst>
              <a:gs pos="0">
                <a:srgbClr val="FFFFFF">
                  <a:alpha val="95000"/>
                </a:srgbClr>
              </a:gs>
              <a:gs pos="40865">
                <a:srgbClr val="FFFFFF">
                  <a:alpha val="35000"/>
                </a:srgbClr>
              </a:gs>
              <a:gs pos="68108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!!rect-1q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P1"/>
            <a:srcRect/>
            <a:tile tx="103830" ty="20320" sx="16667" sy="16667" flip="none" algn="tl"/>
          </a:blipFill>
          <a:ln>
            <a:noFill/>
          </a:ln>
        </p:spPr>
      </p:sp>
      <p:sp>
        <p:nvSpPr>
          <p:cNvPr id="5" name="!!circle-1q9"/>
          <p:cNvSpPr/>
          <p:nvPr/>
        </p:nvSpPr>
        <p:spPr>
          <a:xfrm>
            <a:off x="10469094" y="5475827"/>
            <a:ext cx="2047469" cy="2047469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" name="!!circle-1qc"/>
          <p:cNvSpPr/>
          <p:nvPr/>
        </p:nvSpPr>
        <p:spPr>
          <a:xfrm>
            <a:off x="6588139" y="3920667"/>
            <a:ext cx="2495906" cy="2495906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7" name="!!circle-1qf"/>
          <p:cNvSpPr/>
          <p:nvPr/>
        </p:nvSpPr>
        <p:spPr>
          <a:xfrm>
            <a:off x="3589181" y="1420164"/>
            <a:ext cx="1998675" cy="1998675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8" name="!!circle-1qp"/>
          <p:cNvSpPr/>
          <p:nvPr/>
        </p:nvSpPr>
        <p:spPr>
          <a:xfrm>
            <a:off x="9935497" y="5695169"/>
            <a:ext cx="1404176" cy="1404176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9" name="!!circle-1qt"/>
          <p:cNvSpPr/>
          <p:nvPr/>
        </p:nvSpPr>
        <p:spPr>
          <a:xfrm>
            <a:off x="8291597" y="1287589"/>
            <a:ext cx="980973" cy="980973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0" name="!!circle-1qy"/>
          <p:cNvSpPr/>
          <p:nvPr/>
        </p:nvSpPr>
        <p:spPr>
          <a:xfrm>
            <a:off x="1655060" y="1099705"/>
            <a:ext cx="2674569" cy="2674569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1" name="!!circle-1rp"/>
          <p:cNvSpPr/>
          <p:nvPr/>
        </p:nvSpPr>
        <p:spPr>
          <a:xfrm>
            <a:off x="5373639" y="6086837"/>
            <a:ext cx="985317" cy="985317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2" name="!!circle-1sb"/>
          <p:cNvSpPr/>
          <p:nvPr/>
        </p:nvSpPr>
        <p:spPr>
          <a:xfrm>
            <a:off x="3311552" y="3844385"/>
            <a:ext cx="1718970" cy="1718970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3" name="!!rect-1sh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5F7">
                  <a:alpha val="0"/>
                </a:srgbClr>
              </a:gs>
              <a:gs pos="20428">
                <a:srgbClr val="F3F5F7">
                  <a:alpha val="0"/>
                </a:srgbClr>
              </a:gs>
              <a:gs pos="66730">
                <a:srgbClr val="F3F5F7"/>
              </a:gs>
              <a:gs pos="100000">
                <a:srgbClr val="F3F5F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4" name="!!circle-1sj"/>
          <p:cNvSpPr/>
          <p:nvPr/>
        </p:nvSpPr>
        <p:spPr>
          <a:xfrm>
            <a:off x="101715" y="110939"/>
            <a:ext cx="50038" cy="50038"/>
          </a:xfrm>
          <a:prstGeom prst="ellipse">
            <a:avLst/>
          </a:prstGeom>
          <a:solidFill>
            <a:srgbClr val="627D8D">
              <a:alpha val="25400"/>
            </a:srgbClr>
          </a:solidFill>
          <a:ln>
            <a:noFill/>
          </a:ln>
        </p:spPr>
      </p:sp>
      <p:sp>
        <p:nvSpPr>
          <p:cNvPr id="15" name="!!circle-1sm"/>
          <p:cNvSpPr/>
          <p:nvPr/>
        </p:nvSpPr>
        <p:spPr>
          <a:xfrm>
            <a:off x="5608131" y="1427543"/>
            <a:ext cx="36055" cy="36055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16" name="!!circle-1sp"/>
          <p:cNvSpPr/>
          <p:nvPr/>
        </p:nvSpPr>
        <p:spPr>
          <a:xfrm>
            <a:off x="9309510" y="3331246"/>
            <a:ext cx="24295" cy="24295"/>
          </a:xfrm>
          <a:prstGeom prst="ellipse">
            <a:avLst/>
          </a:prstGeom>
          <a:solidFill>
            <a:srgbClr val="627D8D">
              <a:alpha val="18100"/>
            </a:srgbClr>
          </a:solidFill>
          <a:ln>
            <a:noFill/>
          </a:ln>
        </p:spPr>
      </p:sp>
      <p:sp>
        <p:nvSpPr>
          <p:cNvPr id="17" name="!!circle-1ss"/>
          <p:cNvSpPr/>
          <p:nvPr/>
        </p:nvSpPr>
        <p:spPr>
          <a:xfrm>
            <a:off x="3539647" y="6516599"/>
            <a:ext cx="25959" cy="25959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18" name="!!circle-1sv"/>
          <p:cNvSpPr/>
          <p:nvPr/>
        </p:nvSpPr>
        <p:spPr>
          <a:xfrm>
            <a:off x="1937279" y="1839531"/>
            <a:ext cx="35878" cy="35878"/>
          </a:xfrm>
          <a:prstGeom prst="ellipse">
            <a:avLst/>
          </a:prstGeom>
          <a:solidFill>
            <a:srgbClr val="627D8D">
              <a:alpha val="26800"/>
            </a:srgbClr>
          </a:solidFill>
          <a:ln>
            <a:noFill/>
          </a:ln>
        </p:spPr>
      </p:sp>
      <p:sp>
        <p:nvSpPr>
          <p:cNvPr id="19" name="!!circle-1sy"/>
          <p:cNvSpPr/>
          <p:nvPr/>
        </p:nvSpPr>
        <p:spPr>
          <a:xfrm>
            <a:off x="6801919" y="3919236"/>
            <a:ext cx="40234" cy="40234"/>
          </a:xfrm>
          <a:prstGeom prst="ellipse">
            <a:avLst/>
          </a:prstGeom>
          <a:solidFill>
            <a:srgbClr val="627D8D">
              <a:alpha val="31300"/>
            </a:srgbClr>
          </a:solidFill>
          <a:ln>
            <a:noFill/>
          </a:ln>
        </p:spPr>
      </p:sp>
      <p:sp>
        <p:nvSpPr>
          <p:cNvPr id="20" name="!!circle-1t1"/>
          <p:cNvSpPr/>
          <p:nvPr/>
        </p:nvSpPr>
        <p:spPr>
          <a:xfrm>
            <a:off x="9997569" y="5937"/>
            <a:ext cx="23559" cy="23559"/>
          </a:xfrm>
          <a:prstGeom prst="ellipse">
            <a:avLst/>
          </a:prstGeom>
          <a:solidFill>
            <a:srgbClr val="627D8D">
              <a:alpha val="17900"/>
            </a:srgbClr>
          </a:solidFill>
          <a:ln>
            <a:noFill/>
          </a:ln>
        </p:spPr>
      </p:sp>
      <p:sp>
        <p:nvSpPr>
          <p:cNvPr id="21" name="!!circle-1t4"/>
          <p:cNvSpPr/>
          <p:nvPr/>
        </p:nvSpPr>
        <p:spPr>
          <a:xfrm>
            <a:off x="1134632" y="4980960"/>
            <a:ext cx="29959" cy="29959"/>
          </a:xfrm>
          <a:prstGeom prst="ellipse">
            <a:avLst/>
          </a:prstGeom>
          <a:solidFill>
            <a:srgbClr val="627D8D">
              <a:alpha val="19400"/>
            </a:srgbClr>
          </a:solidFill>
          <a:ln>
            <a:noFill/>
          </a:ln>
        </p:spPr>
      </p:sp>
      <p:sp>
        <p:nvSpPr>
          <p:cNvPr id="22" name="!!circle-1t7"/>
          <p:cNvSpPr/>
          <p:nvPr/>
        </p:nvSpPr>
        <p:spPr>
          <a:xfrm>
            <a:off x="8498074" y="4546392"/>
            <a:ext cx="28702" cy="28702"/>
          </a:xfrm>
          <a:prstGeom prst="ellipse">
            <a:avLst/>
          </a:prstGeom>
          <a:solidFill>
            <a:srgbClr val="627D8D">
              <a:alpha val="17800"/>
            </a:srgbClr>
          </a:solidFill>
          <a:ln>
            <a:noFill/>
          </a:ln>
        </p:spPr>
      </p:sp>
      <p:sp>
        <p:nvSpPr>
          <p:cNvPr id="23" name="!!circle-1ta"/>
          <p:cNvSpPr/>
          <p:nvPr/>
        </p:nvSpPr>
        <p:spPr>
          <a:xfrm>
            <a:off x="11042552" y="1972644"/>
            <a:ext cx="24066" cy="24066"/>
          </a:xfrm>
          <a:prstGeom prst="ellipse">
            <a:avLst/>
          </a:prstGeom>
          <a:solidFill>
            <a:srgbClr val="627D8D">
              <a:alpha val="23900"/>
            </a:srgbClr>
          </a:solidFill>
          <a:ln>
            <a:noFill/>
          </a:ln>
        </p:spPr>
      </p:sp>
      <p:sp>
        <p:nvSpPr>
          <p:cNvPr id="24" name="!!circle-1td"/>
          <p:cNvSpPr/>
          <p:nvPr/>
        </p:nvSpPr>
        <p:spPr>
          <a:xfrm>
            <a:off x="8395458" y="5966656"/>
            <a:ext cx="35865" cy="35865"/>
          </a:xfrm>
          <a:prstGeom prst="ellipse">
            <a:avLst/>
          </a:prstGeom>
          <a:solidFill>
            <a:srgbClr val="627D8D">
              <a:alpha val="28200"/>
            </a:srgbClr>
          </a:solidFill>
          <a:ln>
            <a:noFill/>
          </a:ln>
        </p:spPr>
      </p:sp>
      <p:sp>
        <p:nvSpPr>
          <p:cNvPr id="25" name="!!circle-1tg"/>
          <p:cNvSpPr/>
          <p:nvPr/>
        </p:nvSpPr>
        <p:spPr>
          <a:xfrm>
            <a:off x="1464478" y="3177269"/>
            <a:ext cx="39218" cy="39218"/>
          </a:xfrm>
          <a:prstGeom prst="ellipse">
            <a:avLst/>
          </a:prstGeom>
          <a:solidFill>
            <a:srgbClr val="627D8D">
              <a:alpha val="29600"/>
            </a:srgbClr>
          </a:solidFill>
          <a:ln>
            <a:noFill/>
          </a:ln>
        </p:spPr>
      </p:sp>
      <p:sp>
        <p:nvSpPr>
          <p:cNvPr id="26" name="!!circle-1tj"/>
          <p:cNvSpPr/>
          <p:nvPr/>
        </p:nvSpPr>
        <p:spPr>
          <a:xfrm>
            <a:off x="7136491" y="6195980"/>
            <a:ext cx="49733" cy="49733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7" name="!!circle-1tm"/>
          <p:cNvSpPr/>
          <p:nvPr/>
        </p:nvSpPr>
        <p:spPr>
          <a:xfrm>
            <a:off x="6351733" y="1860918"/>
            <a:ext cx="41694" cy="41694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8" name="!!circle-1tp"/>
          <p:cNvSpPr/>
          <p:nvPr/>
        </p:nvSpPr>
        <p:spPr>
          <a:xfrm>
            <a:off x="6790437" y="5266893"/>
            <a:ext cx="31979" cy="31979"/>
          </a:xfrm>
          <a:prstGeom prst="ellipse">
            <a:avLst/>
          </a:prstGeom>
          <a:solidFill>
            <a:srgbClr val="627D8D">
              <a:alpha val="24100"/>
            </a:srgbClr>
          </a:solidFill>
          <a:ln>
            <a:noFill/>
          </a:ln>
        </p:spPr>
      </p:sp>
      <p:sp>
        <p:nvSpPr>
          <p:cNvPr id="29" name="!!circle-1ts"/>
          <p:cNvSpPr/>
          <p:nvPr/>
        </p:nvSpPr>
        <p:spPr>
          <a:xfrm>
            <a:off x="3855888" y="1183580"/>
            <a:ext cx="18085" cy="18085"/>
          </a:xfrm>
          <a:prstGeom prst="ellipse">
            <a:avLst/>
          </a:prstGeom>
          <a:solidFill>
            <a:srgbClr val="627D8D">
              <a:alpha val="10500"/>
            </a:srgbClr>
          </a:solidFill>
          <a:ln>
            <a:noFill/>
          </a:ln>
        </p:spPr>
      </p:sp>
      <p:sp>
        <p:nvSpPr>
          <p:cNvPr id="30" name="!!circle-1ty"/>
          <p:cNvSpPr/>
          <p:nvPr/>
        </p:nvSpPr>
        <p:spPr>
          <a:xfrm>
            <a:off x="3425523" y="6420496"/>
            <a:ext cx="39243" cy="39243"/>
          </a:xfrm>
          <a:prstGeom prst="ellipse">
            <a:avLst/>
          </a:prstGeom>
          <a:solidFill>
            <a:srgbClr val="627D8D">
              <a:alpha val="27700"/>
            </a:srgbClr>
          </a:solidFill>
          <a:ln>
            <a:noFill/>
          </a:ln>
        </p:spPr>
      </p:sp>
      <p:sp>
        <p:nvSpPr>
          <p:cNvPr id="31" name="!!circle-1u1"/>
          <p:cNvSpPr/>
          <p:nvPr/>
        </p:nvSpPr>
        <p:spPr>
          <a:xfrm>
            <a:off x="1660660" y="6633891"/>
            <a:ext cx="34519" cy="34519"/>
          </a:xfrm>
          <a:prstGeom prst="ellipse">
            <a:avLst/>
          </a:prstGeom>
          <a:solidFill>
            <a:srgbClr val="627D8D">
              <a:alpha val="22500"/>
            </a:srgbClr>
          </a:solidFill>
          <a:ln>
            <a:noFill/>
          </a:ln>
        </p:spPr>
      </p:sp>
      <p:sp>
        <p:nvSpPr>
          <p:cNvPr id="32" name="!!circle-1u4"/>
          <p:cNvSpPr/>
          <p:nvPr/>
        </p:nvSpPr>
        <p:spPr>
          <a:xfrm>
            <a:off x="2628229" y="5220891"/>
            <a:ext cx="46228" cy="46228"/>
          </a:xfrm>
          <a:prstGeom prst="ellipse">
            <a:avLst/>
          </a:prstGeom>
          <a:solidFill>
            <a:srgbClr val="627D8D">
              <a:alpha val="26200"/>
            </a:srgbClr>
          </a:solidFill>
          <a:ln>
            <a:noFill/>
          </a:ln>
        </p:spPr>
      </p:sp>
      <p:sp>
        <p:nvSpPr>
          <p:cNvPr id="33" name="!!circle-1u7"/>
          <p:cNvSpPr/>
          <p:nvPr/>
        </p:nvSpPr>
        <p:spPr>
          <a:xfrm>
            <a:off x="7418241" y="4835593"/>
            <a:ext cx="49327" cy="49327"/>
          </a:xfrm>
          <a:prstGeom prst="ellipse">
            <a:avLst/>
          </a:prstGeom>
          <a:solidFill>
            <a:srgbClr val="627D8D">
              <a:alpha val="20800"/>
            </a:srgbClr>
          </a:solidFill>
          <a:ln>
            <a:noFill/>
          </a:ln>
        </p:spPr>
      </p:sp>
      <p:sp>
        <p:nvSpPr>
          <p:cNvPr id="34" name="!!circle-1ua"/>
          <p:cNvSpPr/>
          <p:nvPr/>
        </p:nvSpPr>
        <p:spPr>
          <a:xfrm>
            <a:off x="9693261" y="5569984"/>
            <a:ext cx="24054" cy="24054"/>
          </a:xfrm>
          <a:prstGeom prst="ellipse">
            <a:avLst/>
          </a:prstGeom>
          <a:solidFill>
            <a:srgbClr val="627D8D">
              <a:alpha val="22200"/>
            </a:srgbClr>
          </a:solidFill>
          <a:ln>
            <a:noFill/>
          </a:ln>
        </p:spPr>
      </p:sp>
      <p:sp>
        <p:nvSpPr>
          <p:cNvPr id="35" name="!!circle-1ud"/>
          <p:cNvSpPr/>
          <p:nvPr/>
        </p:nvSpPr>
        <p:spPr>
          <a:xfrm>
            <a:off x="2096965" y="1532268"/>
            <a:ext cx="32271" cy="32271"/>
          </a:xfrm>
          <a:prstGeom prst="ellipse">
            <a:avLst/>
          </a:prstGeom>
          <a:solidFill>
            <a:srgbClr val="627D8D">
              <a:alpha val="20500"/>
            </a:srgbClr>
          </a:solidFill>
          <a:ln>
            <a:noFill/>
          </a:ln>
        </p:spPr>
      </p:sp>
      <p:sp>
        <p:nvSpPr>
          <p:cNvPr id="36" name="!!circle-1uj"/>
          <p:cNvSpPr/>
          <p:nvPr/>
        </p:nvSpPr>
        <p:spPr>
          <a:xfrm>
            <a:off x="2086165" y="2523452"/>
            <a:ext cx="34252" cy="34252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37" name="!!circle-1um"/>
          <p:cNvSpPr/>
          <p:nvPr/>
        </p:nvSpPr>
        <p:spPr>
          <a:xfrm>
            <a:off x="9613342" y="4469567"/>
            <a:ext cx="44196" cy="44196"/>
          </a:xfrm>
          <a:prstGeom prst="ellipse">
            <a:avLst/>
          </a:prstGeom>
          <a:solidFill>
            <a:srgbClr val="627D8D">
              <a:alpha val="21700"/>
            </a:srgbClr>
          </a:solidFill>
          <a:ln>
            <a:noFill/>
          </a:ln>
        </p:spPr>
      </p:sp>
      <p:sp>
        <p:nvSpPr>
          <p:cNvPr id="38" name="!!circle-1up"/>
          <p:cNvSpPr/>
          <p:nvPr/>
        </p:nvSpPr>
        <p:spPr>
          <a:xfrm>
            <a:off x="6800184" y="1849642"/>
            <a:ext cx="35192" cy="35192"/>
          </a:xfrm>
          <a:prstGeom prst="ellipse">
            <a:avLst/>
          </a:prstGeom>
          <a:solidFill>
            <a:srgbClr val="627D8D">
              <a:alpha val="27100"/>
            </a:srgbClr>
          </a:solidFill>
          <a:ln>
            <a:noFill/>
          </a:ln>
        </p:spPr>
      </p:sp>
      <p:sp>
        <p:nvSpPr>
          <p:cNvPr id="39" name="!!circle-1us"/>
          <p:cNvSpPr/>
          <p:nvPr/>
        </p:nvSpPr>
        <p:spPr>
          <a:xfrm>
            <a:off x="10130233" y="5419120"/>
            <a:ext cx="43358" cy="43358"/>
          </a:xfrm>
          <a:prstGeom prst="ellipse">
            <a:avLst/>
          </a:prstGeom>
          <a:solidFill>
            <a:srgbClr val="627D8D">
              <a:alpha val="19500"/>
            </a:srgbClr>
          </a:solidFill>
          <a:ln>
            <a:noFill/>
          </a:ln>
        </p:spPr>
      </p:sp>
      <p:sp>
        <p:nvSpPr>
          <p:cNvPr id="40" name="!!circle-1uv"/>
          <p:cNvSpPr/>
          <p:nvPr/>
        </p:nvSpPr>
        <p:spPr>
          <a:xfrm>
            <a:off x="3127692" y="2212521"/>
            <a:ext cx="33528" cy="33528"/>
          </a:xfrm>
          <a:prstGeom prst="ellipse">
            <a:avLst/>
          </a:prstGeom>
          <a:solidFill>
            <a:srgbClr val="627D8D">
              <a:alpha val="28300"/>
            </a:srgbClr>
          </a:solidFill>
          <a:ln>
            <a:noFill/>
          </a:ln>
        </p:spPr>
      </p:sp>
      <p:sp>
        <p:nvSpPr>
          <p:cNvPr id="41" name="!!circle-1uy"/>
          <p:cNvSpPr/>
          <p:nvPr/>
        </p:nvSpPr>
        <p:spPr>
          <a:xfrm>
            <a:off x="6771678" y="2765953"/>
            <a:ext cx="28956" cy="28956"/>
          </a:xfrm>
          <a:prstGeom prst="ellipse">
            <a:avLst/>
          </a:prstGeom>
          <a:solidFill>
            <a:srgbClr val="627D8D">
              <a:alpha val="21800"/>
            </a:srgbClr>
          </a:solidFill>
          <a:ln>
            <a:noFill/>
          </a:ln>
        </p:spPr>
      </p:sp>
      <p:sp>
        <p:nvSpPr>
          <p:cNvPr id="42" name="!!circle-1v1"/>
          <p:cNvSpPr/>
          <p:nvPr/>
        </p:nvSpPr>
        <p:spPr>
          <a:xfrm>
            <a:off x="6987613" y="6479141"/>
            <a:ext cx="45555" cy="45555"/>
          </a:xfrm>
          <a:prstGeom prst="ellipse">
            <a:avLst/>
          </a:prstGeom>
          <a:solidFill>
            <a:srgbClr val="627D8D">
              <a:alpha val="20900"/>
            </a:srgbClr>
          </a:solidFill>
          <a:ln>
            <a:noFill/>
          </a:ln>
        </p:spPr>
      </p:sp>
      <p:sp>
        <p:nvSpPr>
          <p:cNvPr id="43" name="!!circle-1v4"/>
          <p:cNvSpPr/>
          <p:nvPr/>
        </p:nvSpPr>
        <p:spPr>
          <a:xfrm>
            <a:off x="11313353" y="3409599"/>
            <a:ext cx="39484" cy="39484"/>
          </a:xfrm>
          <a:prstGeom prst="ellipse">
            <a:avLst/>
          </a:prstGeom>
          <a:solidFill>
            <a:srgbClr val="627D8D">
              <a:alpha val="13600"/>
            </a:srgbClr>
          </a:solidFill>
          <a:ln>
            <a:noFill/>
          </a:ln>
        </p:spPr>
      </p:sp>
      <p:sp>
        <p:nvSpPr>
          <p:cNvPr id="44" name="!!circle-1v7"/>
          <p:cNvSpPr/>
          <p:nvPr/>
        </p:nvSpPr>
        <p:spPr>
          <a:xfrm>
            <a:off x="7449397" y="5712134"/>
            <a:ext cx="30455" cy="30455"/>
          </a:xfrm>
          <a:prstGeom prst="ellipse">
            <a:avLst/>
          </a:prstGeom>
          <a:solidFill>
            <a:srgbClr val="627D8D">
              <a:alpha val="16500"/>
            </a:srgbClr>
          </a:solidFill>
          <a:ln>
            <a:noFill/>
          </a:ln>
        </p:spPr>
      </p:sp>
      <p:sp>
        <p:nvSpPr>
          <p:cNvPr id="45" name="!!circle-1va"/>
          <p:cNvSpPr/>
          <p:nvPr/>
        </p:nvSpPr>
        <p:spPr>
          <a:xfrm>
            <a:off x="8949222" y="6465833"/>
            <a:ext cx="28257" cy="28257"/>
          </a:xfrm>
          <a:prstGeom prst="ellipse">
            <a:avLst/>
          </a:prstGeom>
          <a:solidFill>
            <a:srgbClr val="627D8D">
              <a:alpha val="15700"/>
            </a:srgbClr>
          </a:solidFill>
          <a:ln>
            <a:noFill/>
          </a:ln>
        </p:spPr>
      </p:sp>
      <p:sp>
        <p:nvSpPr>
          <p:cNvPr id="46" name="!!circle-1vd"/>
          <p:cNvSpPr/>
          <p:nvPr/>
        </p:nvSpPr>
        <p:spPr>
          <a:xfrm>
            <a:off x="11350404" y="5166129"/>
            <a:ext cx="45149" cy="45149"/>
          </a:xfrm>
          <a:prstGeom prst="ellipse">
            <a:avLst/>
          </a:prstGeom>
          <a:solidFill>
            <a:srgbClr val="627D8D">
              <a:alpha val="31200"/>
            </a:srgbClr>
          </a:solidFill>
          <a:ln>
            <a:noFill/>
          </a:ln>
        </p:spPr>
      </p:sp>
      <p:sp>
        <p:nvSpPr>
          <p:cNvPr id="47" name="!!circle-1vg"/>
          <p:cNvSpPr/>
          <p:nvPr/>
        </p:nvSpPr>
        <p:spPr>
          <a:xfrm>
            <a:off x="3450930" y="3307586"/>
            <a:ext cx="30696" cy="30696"/>
          </a:xfrm>
          <a:prstGeom prst="ellipse">
            <a:avLst/>
          </a:prstGeom>
          <a:solidFill>
            <a:srgbClr val="627D8D">
              <a:alpha val="25700"/>
            </a:srgbClr>
          </a:solidFill>
          <a:ln>
            <a:noFill/>
          </a:ln>
        </p:spPr>
      </p:sp>
      <p:sp>
        <p:nvSpPr>
          <p:cNvPr id="48" name="!!circle-1vj"/>
          <p:cNvSpPr/>
          <p:nvPr/>
        </p:nvSpPr>
        <p:spPr>
          <a:xfrm>
            <a:off x="8823946" y="3849657"/>
            <a:ext cx="37401" cy="37401"/>
          </a:xfrm>
          <a:prstGeom prst="ellipse">
            <a:avLst/>
          </a:prstGeom>
          <a:solidFill>
            <a:srgbClr val="627D8D">
              <a:alpha val="16000"/>
            </a:srgbClr>
          </a:solidFill>
          <a:ln>
            <a:noFill/>
          </a:ln>
        </p:spPr>
      </p:sp>
      <p:sp>
        <p:nvSpPr>
          <p:cNvPr id="49" name="!!circle-1vm"/>
          <p:cNvSpPr/>
          <p:nvPr/>
        </p:nvSpPr>
        <p:spPr>
          <a:xfrm>
            <a:off x="1753747" y="4639578"/>
            <a:ext cx="33096" cy="33096"/>
          </a:xfrm>
          <a:prstGeom prst="ellipse">
            <a:avLst/>
          </a:prstGeom>
          <a:solidFill>
            <a:srgbClr val="627D8D">
              <a:alpha val="22300"/>
            </a:srgbClr>
          </a:solidFill>
          <a:ln>
            <a:noFill/>
          </a:ln>
        </p:spPr>
      </p:sp>
      <p:sp>
        <p:nvSpPr>
          <p:cNvPr id="50" name="!!circle-1vp"/>
          <p:cNvSpPr/>
          <p:nvPr/>
        </p:nvSpPr>
        <p:spPr>
          <a:xfrm>
            <a:off x="11590682" y="750955"/>
            <a:ext cx="21145" cy="21145"/>
          </a:xfrm>
          <a:prstGeom prst="ellipse">
            <a:avLst/>
          </a:prstGeom>
          <a:solidFill>
            <a:srgbClr val="627D8D">
              <a:alpha val="16300"/>
            </a:srgbClr>
          </a:solidFill>
          <a:ln>
            <a:noFill/>
          </a:ln>
        </p:spPr>
      </p:sp>
      <p:sp>
        <p:nvSpPr>
          <p:cNvPr id="51" name="!!circle-1vs"/>
          <p:cNvSpPr/>
          <p:nvPr/>
        </p:nvSpPr>
        <p:spPr>
          <a:xfrm>
            <a:off x="11076615" y="5654576"/>
            <a:ext cx="35281" cy="35281"/>
          </a:xfrm>
          <a:prstGeom prst="ellipse">
            <a:avLst/>
          </a:prstGeom>
          <a:solidFill>
            <a:srgbClr val="627D8D">
              <a:alpha val="30000"/>
            </a:srgbClr>
          </a:solidFill>
          <a:ln>
            <a:noFill/>
          </a:ln>
        </p:spPr>
      </p:sp>
      <p:sp>
        <p:nvSpPr>
          <p:cNvPr id="52" name="!!path-37d"/>
          <p:cNvSpPr/>
          <p:nvPr/>
        </p:nvSpPr>
        <p:spPr>
          <a:xfrm>
            <a:off x="-2576108" y="4568853"/>
            <a:ext cx="7658513" cy="3814565"/>
          </a:xfrm>
          <a:custGeom>
            <a:avLst/>
            <a:gdLst/>
            <a:ahLst/>
            <a:cxnLst/>
            <a:rect l="l" t="t" r="r" b="b"/>
            <a:pathLst>
              <a:path w="7658513" h="3814565" fill="none">
                <a:moveTo>
                  <a:pt x="0" y="3814565"/>
                </a:moveTo>
                <a:quadBezTo>
                  <a:pt x="4434136" y="3121694"/>
                  <a:pt x="7658513" y="0"/>
                </a:quadBezTo>
              </a:path>
            </a:pathLst>
          </a:custGeom>
          <a:noFill/>
          <a:ln w="32353" cap="rnd">
            <a:solidFill>
              <a:srgbClr val="627D8D">
                <a:alpha val="7800"/>
              </a:srgbClr>
            </a:solidFill>
            <a:prstDash val="solid"/>
            <a:round/>
          </a:ln>
        </p:spPr>
      </p:sp>
      <p:sp>
        <p:nvSpPr>
          <p:cNvPr id="53" name="!!circle-37g"/>
          <p:cNvSpPr/>
          <p:nvPr/>
        </p:nvSpPr>
        <p:spPr>
          <a:xfrm>
            <a:off x="1896017" y="6748304"/>
            <a:ext cx="207061" cy="207061"/>
          </a:xfrm>
          <a:prstGeom prst="ellipse">
            <a:avLst/>
          </a:prstGeom>
          <a:gradFill rotWithShape="1">
            <a:gsLst>
              <a:gs pos="0">
                <a:srgbClr val="FFFFFF">
                  <a:alpha val="24300"/>
                </a:srgbClr>
              </a:gs>
              <a:gs pos="28284">
                <a:srgbClr val="627D8D">
                  <a:alpha val="1215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4" name="!!circle-37m"/>
          <p:cNvSpPr/>
          <p:nvPr/>
        </p:nvSpPr>
        <p:spPr>
          <a:xfrm>
            <a:off x="4276761" y="5104061"/>
            <a:ext cx="207061" cy="207061"/>
          </a:xfrm>
          <a:prstGeom prst="ellipse">
            <a:avLst/>
          </a:prstGeom>
          <a:gradFill rotWithShape="1">
            <a:gsLst>
              <a:gs pos="0">
                <a:srgbClr val="FFFFFF">
                  <a:alpha val="13255"/>
                </a:srgbClr>
              </a:gs>
              <a:gs pos="28284">
                <a:srgbClr val="627D8D">
                  <a:alpha val="6627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5" name="!!circle-3as"/>
          <p:cNvSpPr/>
          <p:nvPr/>
        </p:nvSpPr>
        <p:spPr>
          <a:xfrm>
            <a:off x="-8496608" y="4632123"/>
            <a:ext cx="8945027" cy="8945027"/>
          </a:xfrm>
          <a:prstGeom prst="ellipse">
            <a:avLst/>
          </a:prstGeom>
          <a:gradFill rotWithShape="1">
            <a:gsLst>
              <a:gs pos="0">
                <a:srgbClr val="627D8D">
                  <a:alpha val="220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6" name="!!circle-3b4"/>
          <p:cNvSpPr/>
          <p:nvPr/>
        </p:nvSpPr>
        <p:spPr>
          <a:xfrm>
            <a:off x="-7877056" y="5251675"/>
            <a:ext cx="7705924" cy="7705924"/>
          </a:xfrm>
          <a:custGeom>
            <a:avLst/>
            <a:gdLst/>
            <a:ahLst/>
            <a:cxnLst/>
            <a:rect l="l" t="t" r="r" b="b"/>
            <a:pathLst>
              <a:path w="7705924" h="7705924" fill="none">
                <a:moveTo>
                  <a:pt x="4684342" y="459158"/>
                </a:moveTo>
                <a:cubicBezTo>
                  <a:pt x="6558688" y="918317"/>
                  <a:pt x="7705924" y="2809996"/>
                  <a:pt x="7246765" y="4684342"/>
                </a:cubicBezTo>
                <a:cubicBezTo>
                  <a:pt x="6787607" y="6558688"/>
                  <a:pt x="4895928" y="7705924"/>
                  <a:pt x="3021582" y="7246765"/>
                </a:cubicBezTo>
                <a:cubicBezTo>
                  <a:pt x="1147236" y="6787607"/>
                  <a:pt x="0" y="4895928"/>
                  <a:pt x="459158" y="3021582"/>
                </a:cubicBezTo>
                <a:cubicBezTo>
                  <a:pt x="918317" y="1147236"/>
                  <a:pt x="2809996" y="0"/>
                  <a:pt x="4684342" y="459158"/>
                </a:cubicBezTo>
                <a:close/>
              </a:path>
            </a:pathLst>
          </a:custGeom>
          <a:noFill/>
          <a:ln w="21741" cap="rnd">
            <a:solidFill>
              <a:srgbClr val="627D8D">
                <a:alpha val="20000"/>
              </a:srgbClr>
            </a:solidFill>
            <a:custDash>
              <a:ds d="2857143" sp="1285714"/>
              <a:ds d="285714" sp="1285714"/>
            </a:custDash>
            <a:miter lim="800000"/>
          </a:ln>
        </p:spPr>
      </p:sp>
      <p:sp>
        <p:nvSpPr>
          <p:cNvPr id="57" name="!!path-3ua"/>
          <p:cNvSpPr/>
          <p:nvPr/>
        </p:nvSpPr>
        <p:spPr>
          <a:xfrm>
            <a:off x="3404209" y="2297512"/>
            <a:ext cx="1307071" cy="1"/>
          </a:xfrm>
          <a:custGeom>
            <a:avLst/>
            <a:gdLst/>
            <a:ahLst/>
            <a:cxnLst/>
            <a:rect l="l" t="t" r="r" b="b"/>
            <a:pathLst>
              <a:path w="1307071" h="1" fill="none">
                <a:moveTo>
                  <a:pt x="0" y="0"/>
                </a:moveTo>
                <a:lnTo>
                  <a:pt x="1307071" y="0"/>
                </a:lnTo>
              </a:path>
            </a:pathLst>
          </a:custGeom>
          <a:noFill/>
          <a:ln w="12941" cap="rnd">
            <a:solidFill>
              <a:srgbClr val="627D8D"/>
            </a:solidFill>
            <a:prstDash val="solid"/>
            <a:round/>
          </a:ln>
        </p:spPr>
      </p:sp>
      <p:sp>
        <p:nvSpPr>
          <p:cNvPr id="58" name="!!circle-3ud"/>
          <p:cNvSpPr/>
          <p:nvPr/>
        </p:nvSpPr>
        <p:spPr>
          <a:xfrm>
            <a:off x="3132442" y="2181041"/>
            <a:ext cx="232943" cy="232943"/>
          </a:xfrm>
          <a:prstGeom prst="ellipse">
            <a:avLst/>
          </a:prstGeom>
          <a:solidFill>
            <a:srgbClr val="FFFFFF"/>
          </a:solidFill>
          <a:ln w="12941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59" name="!!circle-3uk"/>
          <p:cNvSpPr/>
          <p:nvPr/>
        </p:nvSpPr>
        <p:spPr>
          <a:xfrm>
            <a:off x="3132442" y="2181041"/>
            <a:ext cx="232943" cy="232943"/>
          </a:xfrm>
          <a:prstGeom prst="ellipse">
            <a:avLst/>
          </a:prstGeom>
          <a:solidFill>
            <a:srgbClr val="2E9E5B"/>
          </a:solidFill>
          <a:ln>
            <a:noFill/>
          </a:ln>
        </p:spPr>
      </p:sp>
      <p:sp>
        <p:nvSpPr>
          <p:cNvPr id="60" name="!!path-3ul"/>
          <p:cNvSpPr/>
          <p:nvPr/>
        </p:nvSpPr>
        <p:spPr>
          <a:xfrm>
            <a:off x="3197149" y="2265159"/>
            <a:ext cx="97060" cy="64707"/>
          </a:xfrm>
          <a:custGeom>
            <a:avLst/>
            <a:gdLst/>
            <a:ahLst/>
            <a:cxnLst/>
            <a:rect l="l" t="t" r="r" b="b"/>
            <a:pathLst>
              <a:path w="97060" h="64707" fill="none">
                <a:moveTo>
                  <a:pt x="0" y="32353"/>
                </a:moveTo>
                <a:lnTo>
                  <a:pt x="32353" y="64707"/>
                </a:lnTo>
                <a:lnTo>
                  <a:pt x="97060" y="0"/>
                </a:lnTo>
              </a:path>
            </a:pathLst>
          </a:custGeom>
          <a:noFill/>
          <a:ln w="16824" cap="rnd">
            <a:solidFill>
              <a:srgbClr val="FFFFFF"/>
            </a:solidFill>
            <a:prstDash val="solid"/>
            <a:round/>
          </a:ln>
        </p:spPr>
      </p:sp>
      <p:sp>
        <p:nvSpPr>
          <p:cNvPr id="61" name="!!text-3um" descr="Google Books"/>
          <p:cNvSpPr txBox="1"/>
          <p:nvPr/>
        </p:nvSpPr>
        <p:spPr>
          <a:xfrm>
            <a:off x="2776867" y="2468855"/>
            <a:ext cx="986800" cy="2061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21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Google Books</a:t>
            </a:r>
            <a:endParaRPr lang="zh-TW" sz="1121"/>
          </a:p>
        </p:txBody>
      </p:sp>
      <p:sp>
        <p:nvSpPr>
          <p:cNvPr id="62" name="!!path-3uy"/>
          <p:cNvSpPr/>
          <p:nvPr/>
        </p:nvSpPr>
        <p:spPr>
          <a:xfrm>
            <a:off x="5021872" y="2297512"/>
            <a:ext cx="1307071" cy="1"/>
          </a:xfrm>
          <a:custGeom>
            <a:avLst/>
            <a:gdLst/>
            <a:ahLst/>
            <a:cxnLst/>
            <a:rect l="l" t="t" r="r" b="b"/>
            <a:pathLst>
              <a:path w="1307071" h="1" fill="none">
                <a:moveTo>
                  <a:pt x="0" y="0"/>
                </a:moveTo>
                <a:lnTo>
                  <a:pt x="1307071" y="0"/>
                </a:lnTo>
              </a:path>
            </a:pathLst>
          </a:custGeom>
          <a:noFill/>
          <a:ln w="12941" cap="rnd">
            <a:solidFill>
              <a:srgbClr val="627D8D"/>
            </a:solidFill>
            <a:prstDash val="solid"/>
            <a:round/>
          </a:ln>
        </p:spPr>
      </p:sp>
      <p:sp>
        <p:nvSpPr>
          <p:cNvPr id="63" name="!!circle-3v1"/>
          <p:cNvSpPr/>
          <p:nvPr/>
        </p:nvSpPr>
        <p:spPr>
          <a:xfrm>
            <a:off x="4750105" y="2181041"/>
            <a:ext cx="232943" cy="232943"/>
          </a:xfrm>
          <a:prstGeom prst="ellipse">
            <a:avLst/>
          </a:prstGeom>
          <a:solidFill>
            <a:srgbClr val="FFFFFF"/>
          </a:solidFill>
          <a:ln w="12941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64" name="!!circle-3v8"/>
          <p:cNvSpPr/>
          <p:nvPr/>
        </p:nvSpPr>
        <p:spPr>
          <a:xfrm>
            <a:off x="4750105" y="2181041"/>
            <a:ext cx="232943" cy="232943"/>
          </a:xfrm>
          <a:prstGeom prst="ellipse">
            <a:avLst/>
          </a:prstGeom>
          <a:solidFill>
            <a:srgbClr val="2E9E5B"/>
          </a:solidFill>
          <a:ln>
            <a:noFill/>
          </a:ln>
        </p:spPr>
      </p:sp>
      <p:sp>
        <p:nvSpPr>
          <p:cNvPr id="65" name="!!path-3v9"/>
          <p:cNvSpPr/>
          <p:nvPr/>
        </p:nvSpPr>
        <p:spPr>
          <a:xfrm>
            <a:off x="4814811" y="2265159"/>
            <a:ext cx="97060" cy="64707"/>
          </a:xfrm>
          <a:custGeom>
            <a:avLst/>
            <a:gdLst/>
            <a:ahLst/>
            <a:cxnLst/>
            <a:rect l="l" t="t" r="r" b="b"/>
            <a:pathLst>
              <a:path w="97060" h="64707" fill="none">
                <a:moveTo>
                  <a:pt x="0" y="32353"/>
                </a:moveTo>
                <a:lnTo>
                  <a:pt x="32353" y="64707"/>
                </a:lnTo>
                <a:lnTo>
                  <a:pt x="97060" y="0"/>
                </a:lnTo>
              </a:path>
            </a:pathLst>
          </a:custGeom>
          <a:noFill/>
          <a:ln w="16824" cap="rnd">
            <a:solidFill>
              <a:srgbClr val="FFFFFF"/>
            </a:solidFill>
            <a:prstDash val="solid"/>
            <a:round/>
          </a:ln>
        </p:spPr>
      </p:sp>
      <p:sp>
        <p:nvSpPr>
          <p:cNvPr id="66" name="!!text-3va" descr="Open Library"/>
          <p:cNvSpPr txBox="1"/>
          <p:nvPr/>
        </p:nvSpPr>
        <p:spPr>
          <a:xfrm>
            <a:off x="4418232" y="2468855"/>
            <a:ext cx="939396" cy="2061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21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Open Lib</a:t>
            </a:r>
            <a:r>
              <a:rPr lang="zh-TW" altLang="en-US" sz="1121" kern="0" spc="-38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r</a:t>
            </a:r>
            <a:r>
              <a:rPr lang="zh-TW" altLang="en-US" sz="1121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a</a:t>
            </a:r>
            <a:r>
              <a:rPr lang="zh-TW" altLang="en-US" sz="1121" kern="0" spc="16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r</a:t>
            </a:r>
            <a:r>
              <a:rPr lang="zh-TW" altLang="en-US" sz="1121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y</a:t>
            </a:r>
            <a:endParaRPr lang="zh-TW" sz="1121"/>
          </a:p>
        </p:txBody>
      </p:sp>
      <p:sp>
        <p:nvSpPr>
          <p:cNvPr id="67" name="!!path-3vm"/>
          <p:cNvSpPr/>
          <p:nvPr/>
        </p:nvSpPr>
        <p:spPr>
          <a:xfrm>
            <a:off x="6639535" y="2297512"/>
            <a:ext cx="1307071" cy="1"/>
          </a:xfrm>
          <a:custGeom>
            <a:avLst/>
            <a:gdLst/>
            <a:ahLst/>
            <a:cxnLst/>
            <a:rect l="l" t="t" r="r" b="b"/>
            <a:pathLst>
              <a:path w="1307071" h="1" fill="none">
                <a:moveTo>
                  <a:pt x="0" y="0"/>
                </a:moveTo>
                <a:lnTo>
                  <a:pt x="1307071" y="0"/>
                </a:lnTo>
              </a:path>
            </a:pathLst>
          </a:custGeom>
          <a:noFill/>
          <a:ln w="12941" cap="rnd">
            <a:solidFill>
              <a:srgbClr val="627D8D"/>
            </a:solidFill>
            <a:prstDash val="solid"/>
            <a:round/>
          </a:ln>
        </p:spPr>
      </p:sp>
      <p:sp>
        <p:nvSpPr>
          <p:cNvPr id="68" name="!!circle-3vp"/>
          <p:cNvSpPr/>
          <p:nvPr/>
        </p:nvSpPr>
        <p:spPr>
          <a:xfrm>
            <a:off x="6367767" y="2181041"/>
            <a:ext cx="232943" cy="232943"/>
          </a:xfrm>
          <a:prstGeom prst="ellipse">
            <a:avLst/>
          </a:prstGeom>
          <a:solidFill>
            <a:srgbClr val="FFFFFF"/>
          </a:solidFill>
          <a:ln w="12941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69" name="!!circle-3vw"/>
          <p:cNvSpPr/>
          <p:nvPr/>
        </p:nvSpPr>
        <p:spPr>
          <a:xfrm>
            <a:off x="6367767" y="2181041"/>
            <a:ext cx="232943" cy="232943"/>
          </a:xfrm>
          <a:prstGeom prst="ellipse">
            <a:avLst/>
          </a:prstGeom>
          <a:solidFill>
            <a:srgbClr val="2E9E5B"/>
          </a:solidFill>
          <a:ln>
            <a:noFill/>
          </a:ln>
        </p:spPr>
      </p:sp>
      <p:sp>
        <p:nvSpPr>
          <p:cNvPr id="70" name="!!path-3vx"/>
          <p:cNvSpPr/>
          <p:nvPr/>
        </p:nvSpPr>
        <p:spPr>
          <a:xfrm>
            <a:off x="6432474" y="2265159"/>
            <a:ext cx="97060" cy="64707"/>
          </a:xfrm>
          <a:custGeom>
            <a:avLst/>
            <a:gdLst/>
            <a:ahLst/>
            <a:cxnLst/>
            <a:rect l="l" t="t" r="r" b="b"/>
            <a:pathLst>
              <a:path w="97060" h="64707" fill="none">
                <a:moveTo>
                  <a:pt x="0" y="32353"/>
                </a:moveTo>
                <a:lnTo>
                  <a:pt x="32353" y="64707"/>
                </a:lnTo>
                <a:lnTo>
                  <a:pt x="97060" y="0"/>
                </a:lnTo>
              </a:path>
            </a:pathLst>
          </a:custGeom>
          <a:noFill/>
          <a:ln w="16824" cap="rnd">
            <a:solidFill>
              <a:srgbClr val="FFFFFF"/>
            </a:solidFill>
            <a:prstDash val="solid"/>
            <a:round/>
          </a:ln>
        </p:spPr>
      </p:sp>
      <p:sp>
        <p:nvSpPr>
          <p:cNvPr id="71" name="!!text-3vy" descr="網路搜尋"/>
          <p:cNvSpPr txBox="1"/>
          <p:nvPr/>
        </p:nvSpPr>
        <p:spPr>
          <a:xfrm>
            <a:off x="6199530" y="2468855"/>
            <a:ext cx="612124" cy="2061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21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網路搜尋</a:t>
            </a:r>
            <a:endParaRPr lang="zh-TW" sz="1121"/>
          </a:p>
        </p:txBody>
      </p:sp>
      <p:sp>
        <p:nvSpPr>
          <p:cNvPr id="72" name="!!circle-3w3"/>
          <p:cNvSpPr/>
          <p:nvPr/>
        </p:nvSpPr>
        <p:spPr>
          <a:xfrm>
            <a:off x="7985430" y="2181041"/>
            <a:ext cx="232943" cy="232943"/>
          </a:xfrm>
          <a:prstGeom prst="ellipse">
            <a:avLst/>
          </a:prstGeom>
          <a:solidFill>
            <a:srgbClr val="FFFFFF"/>
          </a:solidFill>
          <a:ln w="12941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73" name="!!circle-3wa"/>
          <p:cNvSpPr/>
          <p:nvPr/>
        </p:nvSpPr>
        <p:spPr>
          <a:xfrm>
            <a:off x="7985430" y="2181041"/>
            <a:ext cx="232943" cy="232943"/>
          </a:xfrm>
          <a:prstGeom prst="ellipse">
            <a:avLst/>
          </a:prstGeom>
          <a:solidFill>
            <a:srgbClr val="627D8D"/>
          </a:solidFill>
          <a:ln>
            <a:noFill/>
          </a:ln>
        </p:spPr>
      </p:sp>
      <p:sp>
        <p:nvSpPr>
          <p:cNvPr id="74" name="!!path-3wb"/>
          <p:cNvSpPr/>
          <p:nvPr/>
        </p:nvSpPr>
        <p:spPr>
          <a:xfrm>
            <a:off x="8036658" y="2232269"/>
            <a:ext cx="130539" cy="130539"/>
          </a:xfrm>
          <a:custGeom>
            <a:avLst/>
            <a:gdLst/>
            <a:ahLst/>
            <a:cxnLst/>
            <a:rect l="l" t="t" r="r" b="b"/>
            <a:pathLst>
              <a:path w="130539" h="130539">
                <a:moveTo>
                  <a:pt x="106805" y="47469"/>
                </a:moveTo>
                <a:lnTo>
                  <a:pt x="114222" y="31151"/>
                </a:lnTo>
                <a:lnTo>
                  <a:pt x="130539" y="23734"/>
                </a:lnTo>
                <a:lnTo>
                  <a:pt x="114222" y="16317"/>
                </a:lnTo>
                <a:lnTo>
                  <a:pt x="106805" y="0"/>
                </a:lnTo>
                <a:lnTo>
                  <a:pt x="99388" y="16317"/>
                </a:lnTo>
                <a:lnTo>
                  <a:pt x="83070" y="23734"/>
                </a:lnTo>
                <a:lnTo>
                  <a:pt x="99388" y="31151"/>
                </a:lnTo>
                <a:lnTo>
                  <a:pt x="106805" y="47469"/>
                </a:lnTo>
                <a:close/>
                <a:moveTo>
                  <a:pt x="62303" y="50435"/>
                </a:moveTo>
                <a:lnTo>
                  <a:pt x="47469" y="17801"/>
                </a:lnTo>
                <a:lnTo>
                  <a:pt x="32635" y="50435"/>
                </a:lnTo>
                <a:lnTo>
                  <a:pt x="0" y="65269"/>
                </a:lnTo>
                <a:lnTo>
                  <a:pt x="32635" y="80103"/>
                </a:lnTo>
                <a:lnTo>
                  <a:pt x="47469" y="112738"/>
                </a:lnTo>
                <a:lnTo>
                  <a:pt x="62303" y="80103"/>
                </a:lnTo>
                <a:lnTo>
                  <a:pt x="94937" y="65269"/>
                </a:lnTo>
                <a:lnTo>
                  <a:pt x="62303" y="50435"/>
                </a:lnTo>
                <a:close/>
                <a:moveTo>
                  <a:pt x="106805" y="83070"/>
                </a:moveTo>
                <a:lnTo>
                  <a:pt x="99388" y="99388"/>
                </a:lnTo>
                <a:lnTo>
                  <a:pt x="83070" y="106805"/>
                </a:lnTo>
                <a:lnTo>
                  <a:pt x="99388" y="114222"/>
                </a:lnTo>
                <a:lnTo>
                  <a:pt x="106805" y="130539"/>
                </a:lnTo>
                <a:lnTo>
                  <a:pt x="114222" y="114222"/>
                </a:lnTo>
                <a:lnTo>
                  <a:pt x="130539" y="106805"/>
                </a:lnTo>
                <a:lnTo>
                  <a:pt x="114222" y="99388"/>
                </a:lnTo>
                <a:lnTo>
                  <a:pt x="106805" y="8307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75" name="!!text-3wc" descr="AI 整理"/>
          <p:cNvSpPr txBox="1"/>
          <p:nvPr/>
        </p:nvSpPr>
        <p:spPr>
          <a:xfrm>
            <a:off x="7875772" y="2468855"/>
            <a:ext cx="494966" cy="2061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21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AI 整理</a:t>
            </a:r>
            <a:endParaRPr lang="zh-TW" sz="1121"/>
          </a:p>
        </p:txBody>
      </p:sp>
      <p:sp>
        <p:nvSpPr>
          <p:cNvPr id="76" name="!!rect-3wl"/>
          <p:cNvSpPr/>
          <p:nvPr/>
        </p:nvSpPr>
        <p:spPr>
          <a:xfrm>
            <a:off x="2795968" y="2918695"/>
            <a:ext cx="6600063" cy="3545916"/>
          </a:xfrm>
          <a:prstGeom prst="roundRect">
            <a:avLst>
              <a:gd name="adj" fmla="val 5039"/>
            </a:avLst>
          </a:prstGeom>
          <a:solidFill>
            <a:srgbClr val="0B1A26">
              <a:alpha val="12000"/>
            </a:srgbClr>
          </a:solidFill>
          <a:ln>
            <a:noFill/>
          </a:ln>
          <a:effectLst>
            <a:softEdge rad="227767"/>
          </a:effectLst>
        </p:spPr>
      </p:sp>
      <p:sp>
        <p:nvSpPr>
          <p:cNvPr id="77" name="!!rect-3wm"/>
          <p:cNvSpPr/>
          <p:nvPr/>
        </p:nvSpPr>
        <p:spPr>
          <a:xfrm>
            <a:off x="2860675" y="2931636"/>
            <a:ext cx="6470650" cy="336473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471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78" name="!!rect-3wn"/>
          <p:cNvSpPr/>
          <p:nvPr/>
        </p:nvSpPr>
        <p:spPr>
          <a:xfrm>
            <a:off x="3119501" y="3190462"/>
            <a:ext cx="1358837" cy="1941195"/>
          </a:xfrm>
          <a:prstGeom prst="roundRect">
            <a:avLst>
              <a:gd name="adj" fmla="val 4762"/>
            </a:avLst>
          </a:prstGeom>
          <a:solidFill>
            <a:srgbClr val="DDE3E7"/>
          </a:solidFill>
          <a:ln>
            <a:noFill/>
          </a:ln>
        </p:spPr>
      </p:sp>
      <p:sp>
        <p:nvSpPr>
          <p:cNvPr id="79" name="!!rect-3wp"/>
          <p:cNvSpPr/>
          <p:nvPr/>
        </p:nvSpPr>
        <p:spPr>
          <a:xfrm>
            <a:off x="3248914" y="3345758"/>
            <a:ext cx="1100011" cy="1617663"/>
          </a:xfrm>
          <a:prstGeom prst="roundRect">
            <a:avLst>
              <a:gd name="adj" fmla="val 2941"/>
            </a:avLst>
          </a:prstGeom>
          <a:gradFill rotWithShape="1">
            <a:gsLst>
              <a:gs pos="0">
                <a:srgbClr val="5D856F"/>
              </a:gs>
              <a:gs pos="100000">
                <a:srgbClr val="3F624F"/>
              </a:gs>
            </a:gsLst>
            <a:lin ang="3347058" scaled="0"/>
          </a:gradFill>
          <a:ln>
            <a:noFill/>
          </a:ln>
        </p:spPr>
      </p:sp>
      <p:sp>
        <p:nvSpPr>
          <p:cNvPr id="80" name="!!rect-3wq"/>
          <p:cNvSpPr/>
          <p:nvPr/>
        </p:nvSpPr>
        <p:spPr>
          <a:xfrm>
            <a:off x="3347915" y="3345758"/>
            <a:ext cx="55001" cy="1617663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</p:spPr>
      </p:sp>
      <p:sp>
        <p:nvSpPr>
          <p:cNvPr id="81" name="!!rect-3wr"/>
          <p:cNvSpPr/>
          <p:nvPr/>
        </p:nvSpPr>
        <p:spPr>
          <a:xfrm>
            <a:off x="3523916" y="3636937"/>
            <a:ext cx="616006" cy="113236"/>
          </a:xfrm>
          <a:prstGeom prst="roundRect">
            <a:avLst>
              <a:gd name="adj" fmla="val 28571"/>
            </a:avLst>
          </a:prstGeom>
          <a:solidFill>
            <a:srgbClr val="E7D9B8"/>
          </a:solidFill>
          <a:ln>
            <a:noFill/>
          </a:ln>
        </p:spPr>
      </p:sp>
      <p:sp>
        <p:nvSpPr>
          <p:cNvPr id="82" name="!!rect-3ws"/>
          <p:cNvSpPr/>
          <p:nvPr/>
        </p:nvSpPr>
        <p:spPr>
          <a:xfrm>
            <a:off x="3523916" y="3831057"/>
            <a:ext cx="418004" cy="72795"/>
          </a:xfrm>
          <a:prstGeom prst="roundRect">
            <a:avLst>
              <a:gd name="adj" fmla="val 44444"/>
            </a:avLst>
          </a:prstGeom>
          <a:solidFill>
            <a:srgbClr val="E7D9B8">
              <a:alpha val="72000"/>
            </a:srgbClr>
          </a:solidFill>
          <a:ln>
            <a:noFill/>
          </a:ln>
        </p:spPr>
      </p:sp>
      <p:sp>
        <p:nvSpPr>
          <p:cNvPr id="83" name="!!rect-3wt"/>
          <p:cNvSpPr/>
          <p:nvPr/>
        </p:nvSpPr>
        <p:spPr>
          <a:xfrm>
            <a:off x="3523916" y="4639888"/>
            <a:ext cx="308003" cy="64707"/>
          </a:xfrm>
          <a:prstGeom prst="roundRect">
            <a:avLst>
              <a:gd name="adj" fmla="val 50000"/>
            </a:avLst>
          </a:prstGeom>
          <a:solidFill>
            <a:srgbClr val="E7D9B8">
              <a:alpha val="55000"/>
            </a:srgbClr>
          </a:solidFill>
          <a:ln>
            <a:noFill/>
          </a:ln>
        </p:spPr>
      </p:sp>
      <p:sp>
        <p:nvSpPr>
          <p:cNvPr id="84" name="!!text-3wu" descr="統計學概論"/>
          <p:cNvSpPr txBox="1"/>
          <p:nvPr/>
        </p:nvSpPr>
        <p:spPr>
          <a:xfrm>
            <a:off x="4801870" y="3170274"/>
            <a:ext cx="1097422" cy="29982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63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統計學概論</a:t>
            </a:r>
            <a:endParaRPr lang="zh-TW" sz="1630"/>
          </a:p>
        </p:txBody>
      </p:sp>
      <p:sp>
        <p:nvSpPr>
          <p:cNvPr id="85" name="!!text-3x0" descr="作者"/>
          <p:cNvSpPr txBox="1"/>
          <p:nvPr/>
        </p:nvSpPr>
        <p:spPr>
          <a:xfrm>
            <a:off x="4801870" y="3553854"/>
            <a:ext cx="357180" cy="22486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23" kern="0" dirty="0">
                <a:solidFill>
                  <a:srgbClr val="5B6770"/>
                </a:solidFill>
                <a:latin typeface="Noto Sans TC Medium"/>
                <a:ea typeface="Noto Sans TC Medium"/>
                <a:cs typeface="Noto Sans TC Medium"/>
              </a:rPr>
              <a:t>作者</a:t>
            </a:r>
            <a:endParaRPr lang="zh-TW" sz="1223"/>
          </a:p>
        </p:txBody>
      </p:sp>
      <p:sp>
        <p:nvSpPr>
          <p:cNvPr id="86" name="!!text-3x9" descr="林志明"/>
          <p:cNvSpPr txBox="1"/>
          <p:nvPr/>
        </p:nvSpPr>
        <p:spPr>
          <a:xfrm>
            <a:off x="5707761" y="3553854"/>
            <a:ext cx="512476" cy="22486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23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林志明</a:t>
            </a:r>
            <a:endParaRPr lang="zh-TW" sz="1223"/>
          </a:p>
        </p:txBody>
      </p:sp>
      <p:sp>
        <p:nvSpPr>
          <p:cNvPr id="87" name="!!text-3xd" descr="出版社"/>
          <p:cNvSpPr txBox="1"/>
          <p:nvPr/>
        </p:nvSpPr>
        <p:spPr>
          <a:xfrm>
            <a:off x="4801870" y="3877386"/>
            <a:ext cx="512476" cy="22486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23" kern="0" dirty="0">
                <a:solidFill>
                  <a:srgbClr val="5B6770"/>
                </a:solidFill>
                <a:latin typeface="Noto Sans TC Medium"/>
                <a:ea typeface="Noto Sans TC Medium"/>
                <a:cs typeface="Noto Sans TC Medium"/>
              </a:rPr>
              <a:t>出版社</a:t>
            </a:r>
            <a:endParaRPr lang="zh-TW" sz="1223"/>
          </a:p>
        </p:txBody>
      </p:sp>
      <p:sp>
        <p:nvSpPr>
          <p:cNvPr id="88" name="!!text-3xn" descr="智識出版"/>
          <p:cNvSpPr txBox="1"/>
          <p:nvPr/>
        </p:nvSpPr>
        <p:spPr>
          <a:xfrm>
            <a:off x="5707761" y="3877386"/>
            <a:ext cx="667771" cy="22486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23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智識出版</a:t>
            </a:r>
            <a:endParaRPr lang="zh-TW" sz="1223"/>
          </a:p>
        </p:txBody>
      </p:sp>
      <p:sp>
        <p:nvSpPr>
          <p:cNvPr id="89" name="!!text-3xs" descr="出版日期"/>
          <p:cNvSpPr txBox="1"/>
          <p:nvPr/>
        </p:nvSpPr>
        <p:spPr>
          <a:xfrm>
            <a:off x="4801870" y="4200919"/>
            <a:ext cx="667771" cy="22486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23" kern="0" dirty="0">
                <a:solidFill>
                  <a:srgbClr val="5B6770"/>
                </a:solidFill>
                <a:latin typeface="Noto Sans TC Medium"/>
                <a:ea typeface="Noto Sans TC Medium"/>
                <a:cs typeface="Noto Sans TC Medium"/>
              </a:rPr>
              <a:t>出版日期</a:t>
            </a:r>
            <a:endParaRPr lang="zh-TW" sz="1223"/>
          </a:p>
        </p:txBody>
      </p:sp>
      <p:sp>
        <p:nvSpPr>
          <p:cNvPr id="90" name="!!text-3y3" descr="2022 年 2 月"/>
          <p:cNvSpPr txBox="1"/>
          <p:nvPr/>
        </p:nvSpPr>
        <p:spPr>
          <a:xfrm>
            <a:off x="5707761" y="4200919"/>
            <a:ext cx="921058" cy="22486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23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2022 年 2 月</a:t>
            </a:r>
            <a:endParaRPr lang="zh-TW" sz="1223"/>
          </a:p>
        </p:txBody>
      </p:sp>
      <p:sp>
        <p:nvSpPr>
          <p:cNvPr id="91" name="!!text-3yb" descr="頁數"/>
          <p:cNvSpPr txBox="1"/>
          <p:nvPr/>
        </p:nvSpPr>
        <p:spPr>
          <a:xfrm>
            <a:off x="4801870" y="4524451"/>
            <a:ext cx="357180" cy="22486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23" kern="0" dirty="0">
                <a:solidFill>
                  <a:srgbClr val="5B6770"/>
                </a:solidFill>
                <a:latin typeface="Noto Sans TC Medium"/>
                <a:ea typeface="Noto Sans TC Medium"/>
                <a:cs typeface="Noto Sans TC Medium"/>
              </a:rPr>
              <a:t>頁數</a:t>
            </a:r>
            <a:endParaRPr lang="zh-TW" sz="1223"/>
          </a:p>
        </p:txBody>
      </p:sp>
      <p:sp>
        <p:nvSpPr>
          <p:cNvPr id="92" name="!!text-3yk" descr="512 頁"/>
          <p:cNvSpPr txBox="1"/>
          <p:nvPr/>
        </p:nvSpPr>
        <p:spPr>
          <a:xfrm>
            <a:off x="5707761" y="4524451"/>
            <a:ext cx="512010" cy="22486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23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512 頁</a:t>
            </a:r>
            <a:endParaRPr lang="zh-TW" sz="1223"/>
          </a:p>
        </p:txBody>
      </p:sp>
      <p:sp>
        <p:nvSpPr>
          <p:cNvPr id="93" name="!!text-3yp" descr="書籍簡介"/>
          <p:cNvSpPr txBox="1"/>
          <p:nvPr/>
        </p:nvSpPr>
        <p:spPr>
          <a:xfrm>
            <a:off x="4801870" y="4953585"/>
            <a:ext cx="612124" cy="2061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21" b="1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書籍簡介</a:t>
            </a:r>
            <a:endParaRPr lang="zh-TW" sz="1121"/>
          </a:p>
        </p:txBody>
      </p:sp>
      <p:sp>
        <p:nvSpPr>
          <p:cNvPr id="94" name="!!text-3yw" descr="從資料蒐集、敘述統計到推論統計，"/>
          <p:cNvSpPr txBox="1"/>
          <p:nvPr/>
        </p:nvSpPr>
        <p:spPr>
          <a:xfrm>
            <a:off x="4801870" y="5197399"/>
            <a:ext cx="2531319" cy="22486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23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從資料蒐集、敘述統計到推論統計，</a:t>
            </a:r>
            <a:endParaRPr lang="zh-TW" sz="1223"/>
          </a:p>
        </p:txBody>
      </p:sp>
      <p:sp>
        <p:nvSpPr>
          <p:cNvPr id="95" name="!!text-3zf" descr="循序說明統計學的核心概念，"/>
          <p:cNvSpPr txBox="1"/>
          <p:nvPr/>
        </p:nvSpPr>
        <p:spPr>
          <a:xfrm>
            <a:off x="4801870" y="5443284"/>
            <a:ext cx="2065432" cy="22486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23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循序說明統計學的核心概念，</a:t>
            </a:r>
            <a:endParaRPr lang="zh-TW" sz="1223"/>
          </a:p>
        </p:txBody>
      </p:sp>
      <p:sp>
        <p:nvSpPr>
          <p:cNvPr id="96" name="!!text-3zv" descr="並以生活實例與練習題幫助理解。"/>
          <p:cNvSpPr txBox="1"/>
          <p:nvPr/>
        </p:nvSpPr>
        <p:spPr>
          <a:xfrm>
            <a:off x="4801870" y="5689169"/>
            <a:ext cx="2376023" cy="22486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23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並以生活實例與練習題幫助理解。</a:t>
            </a:r>
            <a:endParaRPr lang="zh-TW" sz="1223"/>
          </a:p>
        </p:txBody>
      </p:sp>
      <p:sp>
        <p:nvSpPr>
          <p:cNvPr id="97" name="!!path-40d"/>
          <p:cNvSpPr/>
          <p:nvPr/>
        </p:nvSpPr>
        <p:spPr>
          <a:xfrm>
            <a:off x="4807804" y="6004658"/>
            <a:ext cx="130539" cy="130539"/>
          </a:xfrm>
          <a:custGeom>
            <a:avLst/>
            <a:gdLst/>
            <a:ahLst/>
            <a:cxnLst/>
            <a:rect l="l" t="t" r="r" b="b"/>
            <a:pathLst>
              <a:path w="130539" h="130539">
                <a:moveTo>
                  <a:pt x="106805" y="47469"/>
                </a:moveTo>
                <a:lnTo>
                  <a:pt x="114222" y="31151"/>
                </a:lnTo>
                <a:lnTo>
                  <a:pt x="130539" y="23734"/>
                </a:lnTo>
                <a:lnTo>
                  <a:pt x="114222" y="16317"/>
                </a:lnTo>
                <a:lnTo>
                  <a:pt x="106805" y="0"/>
                </a:lnTo>
                <a:lnTo>
                  <a:pt x="99388" y="16317"/>
                </a:lnTo>
                <a:lnTo>
                  <a:pt x="83070" y="23734"/>
                </a:lnTo>
                <a:lnTo>
                  <a:pt x="99388" y="31151"/>
                </a:lnTo>
                <a:lnTo>
                  <a:pt x="106805" y="47469"/>
                </a:lnTo>
                <a:close/>
                <a:moveTo>
                  <a:pt x="62303" y="50435"/>
                </a:moveTo>
                <a:lnTo>
                  <a:pt x="47469" y="17801"/>
                </a:lnTo>
                <a:lnTo>
                  <a:pt x="32635" y="50435"/>
                </a:lnTo>
                <a:lnTo>
                  <a:pt x="0" y="65269"/>
                </a:lnTo>
                <a:lnTo>
                  <a:pt x="32635" y="80103"/>
                </a:lnTo>
                <a:lnTo>
                  <a:pt x="47469" y="112738"/>
                </a:lnTo>
                <a:lnTo>
                  <a:pt x="62303" y="80103"/>
                </a:lnTo>
                <a:lnTo>
                  <a:pt x="94937" y="65269"/>
                </a:lnTo>
                <a:lnTo>
                  <a:pt x="62303" y="50435"/>
                </a:lnTo>
                <a:close/>
                <a:moveTo>
                  <a:pt x="106805" y="83070"/>
                </a:moveTo>
                <a:lnTo>
                  <a:pt x="99388" y="99388"/>
                </a:lnTo>
                <a:lnTo>
                  <a:pt x="83070" y="106805"/>
                </a:lnTo>
                <a:lnTo>
                  <a:pt x="99388" y="114222"/>
                </a:lnTo>
                <a:lnTo>
                  <a:pt x="106805" y="130539"/>
                </a:lnTo>
                <a:lnTo>
                  <a:pt x="114222" y="114222"/>
                </a:lnTo>
                <a:lnTo>
                  <a:pt x="130539" y="106805"/>
                </a:lnTo>
                <a:lnTo>
                  <a:pt x="114222" y="99388"/>
                </a:lnTo>
                <a:lnTo>
                  <a:pt x="106805" y="83070"/>
                </a:lnTo>
                <a:close/>
              </a:path>
            </a:pathLst>
          </a:custGeom>
          <a:solidFill>
            <a:srgbClr val="8A969F"/>
          </a:solidFill>
          <a:ln>
            <a:noFill/>
          </a:ln>
        </p:spPr>
      </p:sp>
      <p:sp>
        <p:nvSpPr>
          <p:cNvPr id="98" name="!!text-40e" descr="由 AI 依書目整理"/>
          <p:cNvSpPr txBox="1"/>
          <p:nvPr/>
        </p:nvSpPr>
        <p:spPr>
          <a:xfrm>
            <a:off x="4995989" y="5950065"/>
            <a:ext cx="1088868" cy="2061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21" kern="0" dirty="0">
                <a:solidFill>
                  <a:srgbClr val="8A969F"/>
                </a:solidFill>
                <a:latin typeface="Noto Sans TC"/>
                <a:ea typeface="Noto Sans TC"/>
                <a:cs typeface="Noto Sans TC"/>
              </a:rPr>
              <a:t>由 AI 依書目整理</a:t>
            </a:r>
            <a:endParaRPr lang="zh-TW" sz="1121"/>
          </a:p>
        </p:txBody>
      </p:sp>
      <p:sp>
        <p:nvSpPr>
          <p:cNvPr id="99" name="!!text-40s" descr="資料補齊"/>
          <p:cNvSpPr txBox="1"/>
          <p:nvPr/>
        </p:nvSpPr>
        <p:spPr>
          <a:xfrm>
            <a:off x="608889" y="570884"/>
            <a:ext cx="723678" cy="22486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23" b="1" kern="0" spc="147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資料補</a:t>
            </a:r>
            <a:r>
              <a:rPr lang="zh-TW" altLang="en-US" sz="1223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齊</a:t>
            </a:r>
            <a:endParaRPr lang="zh-TW" sz="1223"/>
          </a:p>
        </p:txBody>
      </p:sp>
      <p:sp>
        <p:nvSpPr>
          <p:cNvPr id="100" name="!!text-412" descr="空白欄位，自動補齊"/>
          <p:cNvSpPr txBox="1"/>
          <p:nvPr/>
        </p:nvSpPr>
        <p:spPr>
          <a:xfrm>
            <a:off x="608889" y="844722"/>
            <a:ext cx="4109122" cy="67460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3668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空白欄</a:t>
            </a:r>
            <a:r>
              <a:rPr lang="zh-TW" altLang="en-US" sz="3668" kern="0" spc="-1101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位</a:t>
            </a:r>
            <a:r>
              <a:rPr lang="zh-TW" altLang="en-US" sz="3668" kern="0" spc="-66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，</a:t>
            </a:r>
            <a:r>
              <a:rPr lang="zh-TW" altLang="en-US" sz="3668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自動補齊</a:t>
            </a:r>
            <a:endParaRPr lang="zh-TW" sz="3668"/>
          </a:p>
        </p:txBody>
      </p:sp>
      <p:sp>
        <p:nvSpPr>
          <p:cNvPr id="101" name="!!text-41g" descr="上架後於背景依 ISBN 查詢書目，由 AI 整理成繁體中文簡介。"/>
          <p:cNvSpPr txBox="1"/>
          <p:nvPr/>
        </p:nvSpPr>
        <p:spPr>
          <a:xfrm>
            <a:off x="608889" y="1574094"/>
            <a:ext cx="5328387" cy="28108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529" kern="0" dirty="0">
                <a:solidFill>
                  <a:srgbClr val="3F4A54"/>
                </a:solidFill>
                <a:latin typeface="Noto Sans TC Medium"/>
                <a:ea typeface="Noto Sans TC Medium"/>
                <a:cs typeface="Noto Sans TC Medium"/>
              </a:rPr>
              <a:t>上架後於背景依 ISBN 查詢書目，由 AI 整理成繁體中文簡介。</a:t>
            </a:r>
            <a:endParaRPr lang="zh-TW" sz="1529"/>
          </a:p>
        </p:txBody>
      </p:sp>
      <p:sp>
        <p:nvSpPr>
          <p:cNvPr id="102" name="!!path-9ic"/>
          <p:cNvSpPr/>
          <p:nvPr/>
        </p:nvSpPr>
        <p:spPr>
          <a:xfrm>
            <a:off x="381000" y="306527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03" name="!!path-9id"/>
          <p:cNvSpPr/>
          <p:nvPr/>
        </p:nvSpPr>
        <p:spPr>
          <a:xfrm>
            <a:off x="381000" y="308153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04" name="!!path-9ie"/>
          <p:cNvSpPr/>
          <p:nvPr/>
        </p:nvSpPr>
        <p:spPr>
          <a:xfrm>
            <a:off x="381000" y="309778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05" name="!!path-9if"/>
          <p:cNvSpPr/>
          <p:nvPr/>
        </p:nvSpPr>
        <p:spPr>
          <a:xfrm>
            <a:off x="381000" y="311404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06" name="!!path-9ig"/>
          <p:cNvSpPr/>
          <p:nvPr/>
        </p:nvSpPr>
        <p:spPr>
          <a:xfrm>
            <a:off x="381000" y="313030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07" name="!!path-9ih"/>
          <p:cNvSpPr/>
          <p:nvPr/>
        </p:nvSpPr>
        <p:spPr>
          <a:xfrm>
            <a:off x="381000" y="314655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08" name="!!path-9ii"/>
          <p:cNvSpPr/>
          <p:nvPr/>
        </p:nvSpPr>
        <p:spPr>
          <a:xfrm>
            <a:off x="381000" y="316281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09" name="!!path-9ij"/>
          <p:cNvSpPr/>
          <p:nvPr/>
        </p:nvSpPr>
        <p:spPr>
          <a:xfrm>
            <a:off x="381000" y="317906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10" name="!!path-9ik"/>
          <p:cNvSpPr/>
          <p:nvPr/>
        </p:nvSpPr>
        <p:spPr>
          <a:xfrm>
            <a:off x="419608" y="269342"/>
            <a:ext cx="128422" cy="122936"/>
          </a:xfrm>
          <a:custGeom>
            <a:avLst/>
            <a:gdLst/>
            <a:ahLst/>
            <a:cxnLst/>
            <a:rect l="l" t="t" r="r" b="b"/>
            <a:pathLst>
              <a:path w="128422" h="122936">
                <a:moveTo>
                  <a:pt x="0" y="17678"/>
                </a:moveTo>
                <a:lnTo>
                  <a:pt x="8128" y="5080"/>
                </a:lnTo>
                <a:cubicBezTo>
                  <a:pt x="32512" y="0"/>
                  <a:pt x="73152" y="7112"/>
                  <a:pt x="101600" y="26416"/>
                </a:cubicBezTo>
                <a:cubicBezTo>
                  <a:pt x="116840" y="37186"/>
                  <a:pt x="124968" y="49784"/>
                  <a:pt x="128422" y="62992"/>
                </a:cubicBezTo>
                <a:lnTo>
                  <a:pt x="128422" y="122936"/>
                </a:lnTo>
                <a:lnTo>
                  <a:pt x="0" y="1229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11" name="!!path-9il"/>
          <p:cNvSpPr/>
          <p:nvPr/>
        </p:nvSpPr>
        <p:spPr>
          <a:xfrm>
            <a:off x="419608" y="269342"/>
            <a:ext cx="128422" cy="62992"/>
          </a:xfrm>
          <a:custGeom>
            <a:avLst/>
            <a:gdLst/>
            <a:ahLst/>
            <a:cxnLst/>
            <a:rect l="l" t="t" r="r" b="b"/>
            <a:pathLst>
              <a:path w="128422" h="62992" fill="none">
                <a:moveTo>
                  <a:pt x="128422" y="62992"/>
                </a:moveTo>
                <a:cubicBezTo>
                  <a:pt x="124968" y="49784"/>
                  <a:pt x="116840" y="37186"/>
                  <a:pt x="101600" y="26416"/>
                </a:cubicBezTo>
                <a:cubicBezTo>
                  <a:pt x="73152" y="7112"/>
                  <a:pt x="32512" y="0"/>
                  <a:pt x="8128" y="5080"/>
                </a:cubicBezTo>
                <a:lnTo>
                  <a:pt x="0" y="1767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12" name="!!path-9im"/>
          <p:cNvSpPr/>
          <p:nvPr/>
        </p:nvSpPr>
        <p:spPr>
          <a:xfrm>
            <a:off x="407010" y="281534"/>
            <a:ext cx="141021" cy="110744"/>
          </a:xfrm>
          <a:custGeom>
            <a:avLst/>
            <a:gdLst/>
            <a:ahLst/>
            <a:cxnLst/>
            <a:rect l="l" t="t" r="r" b="b"/>
            <a:pathLst>
              <a:path w="141021" h="110744">
                <a:moveTo>
                  <a:pt x="0" y="22352"/>
                </a:moveTo>
                <a:lnTo>
                  <a:pt x="6502" y="6502"/>
                </a:lnTo>
                <a:cubicBezTo>
                  <a:pt x="36982" y="0"/>
                  <a:pt x="79654" y="7112"/>
                  <a:pt x="110134" y="25400"/>
                </a:cubicBezTo>
                <a:cubicBezTo>
                  <a:pt x="126390" y="35154"/>
                  <a:pt x="136550" y="49784"/>
                  <a:pt x="141021" y="62992"/>
                </a:cubicBezTo>
                <a:lnTo>
                  <a:pt x="141021" y="110744"/>
                </a:lnTo>
                <a:lnTo>
                  <a:pt x="0" y="110744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13" name="!!path-9in"/>
          <p:cNvSpPr/>
          <p:nvPr/>
        </p:nvSpPr>
        <p:spPr>
          <a:xfrm>
            <a:off x="407010" y="281534"/>
            <a:ext cx="141021" cy="62992"/>
          </a:xfrm>
          <a:custGeom>
            <a:avLst/>
            <a:gdLst/>
            <a:ahLst/>
            <a:cxnLst/>
            <a:rect l="l" t="t" r="r" b="b"/>
            <a:pathLst>
              <a:path w="141021" h="62992" fill="none">
                <a:moveTo>
                  <a:pt x="141021" y="62992"/>
                </a:moveTo>
                <a:cubicBezTo>
                  <a:pt x="136550" y="49784"/>
                  <a:pt x="126390" y="35154"/>
                  <a:pt x="110134" y="25400"/>
                </a:cubicBezTo>
                <a:cubicBezTo>
                  <a:pt x="79654" y="7112"/>
                  <a:pt x="36982" y="0"/>
                  <a:pt x="6502" y="6502"/>
                </a:cubicBezTo>
                <a:lnTo>
                  <a:pt x="0" y="22352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14" name="!!path-9io"/>
          <p:cNvSpPr/>
          <p:nvPr/>
        </p:nvSpPr>
        <p:spPr>
          <a:xfrm>
            <a:off x="395834" y="294742"/>
            <a:ext cx="151790" cy="97536"/>
          </a:xfrm>
          <a:custGeom>
            <a:avLst/>
            <a:gdLst/>
            <a:ahLst/>
            <a:cxnLst/>
            <a:rect l="l" t="t" r="r" b="b"/>
            <a:pathLst>
              <a:path w="151790" h="97536">
                <a:moveTo>
                  <a:pt x="0" y="23165"/>
                </a:moveTo>
                <a:lnTo>
                  <a:pt x="3861" y="12598"/>
                </a:lnTo>
                <a:cubicBezTo>
                  <a:pt x="37998" y="0"/>
                  <a:pt x="84734" y="5080"/>
                  <a:pt x="117246" y="21946"/>
                </a:cubicBezTo>
                <a:cubicBezTo>
                  <a:pt x="135534" y="31496"/>
                  <a:pt x="146710" y="43688"/>
                  <a:pt x="151790" y="55270"/>
                </a:cubicBezTo>
                <a:lnTo>
                  <a:pt x="151790" y="97536"/>
                </a:lnTo>
                <a:lnTo>
                  <a:pt x="0" y="975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15" name="!!path-9ip"/>
          <p:cNvSpPr/>
          <p:nvPr/>
        </p:nvSpPr>
        <p:spPr>
          <a:xfrm>
            <a:off x="395834" y="294742"/>
            <a:ext cx="151790" cy="55270"/>
          </a:xfrm>
          <a:custGeom>
            <a:avLst/>
            <a:gdLst/>
            <a:ahLst/>
            <a:cxnLst/>
            <a:rect l="l" t="t" r="r" b="b"/>
            <a:pathLst>
              <a:path w="151790" h="55270" fill="none">
                <a:moveTo>
                  <a:pt x="151790" y="55270"/>
                </a:moveTo>
                <a:cubicBezTo>
                  <a:pt x="146710" y="43688"/>
                  <a:pt x="135534" y="31496"/>
                  <a:pt x="117246" y="21946"/>
                </a:cubicBezTo>
                <a:cubicBezTo>
                  <a:pt x="84734" y="5080"/>
                  <a:pt x="37998" y="0"/>
                  <a:pt x="3861" y="12598"/>
                </a:cubicBezTo>
                <a:lnTo>
                  <a:pt x="0" y="23165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16" name="!!path-9iq"/>
          <p:cNvSpPr/>
          <p:nvPr/>
        </p:nvSpPr>
        <p:spPr>
          <a:xfrm>
            <a:off x="548234" y="264262"/>
            <a:ext cx="120294" cy="128016"/>
          </a:xfrm>
          <a:custGeom>
            <a:avLst/>
            <a:gdLst/>
            <a:ahLst/>
            <a:cxnLst/>
            <a:rect l="l" t="t" r="r" b="b"/>
            <a:pathLst>
              <a:path w="120294" h="128016">
                <a:moveTo>
                  <a:pt x="120294" y="18288"/>
                </a:moveTo>
                <a:lnTo>
                  <a:pt x="113589" y="4470"/>
                </a:lnTo>
                <a:cubicBezTo>
                  <a:pt x="86766" y="0"/>
                  <a:pt x="44094" y="10160"/>
                  <a:pt x="17678" y="30480"/>
                </a:cubicBezTo>
                <a:cubicBezTo>
                  <a:pt x="6502" y="39624"/>
                  <a:pt x="1422" y="52832"/>
                  <a:pt x="0" y="67056"/>
                </a:cubicBezTo>
                <a:lnTo>
                  <a:pt x="0" y="128016"/>
                </a:lnTo>
                <a:lnTo>
                  <a:pt x="120294" y="12801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17" name="!!path-9ir"/>
          <p:cNvSpPr/>
          <p:nvPr/>
        </p:nvSpPr>
        <p:spPr>
          <a:xfrm>
            <a:off x="548234" y="264262"/>
            <a:ext cx="120294" cy="67056"/>
          </a:xfrm>
          <a:custGeom>
            <a:avLst/>
            <a:gdLst/>
            <a:ahLst/>
            <a:cxnLst/>
            <a:rect l="l" t="t" r="r" b="b"/>
            <a:pathLst>
              <a:path w="120294" h="67056" fill="none">
                <a:moveTo>
                  <a:pt x="0" y="67056"/>
                </a:moveTo>
                <a:cubicBezTo>
                  <a:pt x="1422" y="52832"/>
                  <a:pt x="6502" y="39624"/>
                  <a:pt x="17678" y="30480"/>
                </a:cubicBezTo>
                <a:cubicBezTo>
                  <a:pt x="44094" y="10160"/>
                  <a:pt x="86766" y="0"/>
                  <a:pt x="113589" y="4470"/>
                </a:cubicBezTo>
                <a:lnTo>
                  <a:pt x="120294" y="1828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18" name="!!path-9is"/>
          <p:cNvSpPr/>
          <p:nvPr/>
        </p:nvSpPr>
        <p:spPr>
          <a:xfrm>
            <a:off x="548437" y="279502"/>
            <a:ext cx="133299" cy="112776"/>
          </a:xfrm>
          <a:custGeom>
            <a:avLst/>
            <a:gdLst/>
            <a:ahLst/>
            <a:cxnLst/>
            <a:rect l="l" t="t" r="r" b="b"/>
            <a:pathLst>
              <a:path w="133299" h="112776">
                <a:moveTo>
                  <a:pt x="133299" y="19710"/>
                </a:moveTo>
                <a:lnTo>
                  <a:pt x="127203" y="3048"/>
                </a:lnTo>
                <a:cubicBezTo>
                  <a:pt x="94691" y="0"/>
                  <a:pt x="54051" y="11176"/>
                  <a:pt x="27635" y="30683"/>
                </a:cubicBezTo>
                <a:cubicBezTo>
                  <a:pt x="13411" y="41250"/>
                  <a:pt x="4267" y="53848"/>
                  <a:pt x="0" y="65024"/>
                </a:cubicBezTo>
                <a:lnTo>
                  <a:pt x="0" y="112776"/>
                </a:lnTo>
                <a:lnTo>
                  <a:pt x="133299" y="11277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19" name="!!path-9it"/>
          <p:cNvSpPr/>
          <p:nvPr/>
        </p:nvSpPr>
        <p:spPr>
          <a:xfrm>
            <a:off x="548437" y="279502"/>
            <a:ext cx="133299" cy="65024"/>
          </a:xfrm>
          <a:custGeom>
            <a:avLst/>
            <a:gdLst/>
            <a:ahLst/>
            <a:cxnLst/>
            <a:rect l="l" t="t" r="r" b="b"/>
            <a:pathLst>
              <a:path w="133299" h="65024" fill="none">
                <a:moveTo>
                  <a:pt x="0" y="65024"/>
                </a:moveTo>
                <a:cubicBezTo>
                  <a:pt x="4267" y="53848"/>
                  <a:pt x="13411" y="41250"/>
                  <a:pt x="27635" y="30683"/>
                </a:cubicBezTo>
                <a:cubicBezTo>
                  <a:pt x="54051" y="11176"/>
                  <a:pt x="94691" y="0"/>
                  <a:pt x="127203" y="3048"/>
                </a:cubicBezTo>
                <a:lnTo>
                  <a:pt x="133299" y="19710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20" name="!!path-9iu"/>
          <p:cNvSpPr/>
          <p:nvPr/>
        </p:nvSpPr>
        <p:spPr>
          <a:xfrm>
            <a:off x="548843" y="293726"/>
            <a:ext cx="142646" cy="98552"/>
          </a:xfrm>
          <a:custGeom>
            <a:avLst/>
            <a:gdLst/>
            <a:ahLst/>
            <a:cxnLst/>
            <a:rect l="l" t="t" r="r" b="b"/>
            <a:pathLst>
              <a:path w="142646" h="98552">
                <a:moveTo>
                  <a:pt x="142646" y="18898"/>
                </a:moveTo>
                <a:lnTo>
                  <a:pt x="139802" y="8738"/>
                </a:lnTo>
                <a:cubicBezTo>
                  <a:pt x="106477" y="0"/>
                  <a:pt x="63805" y="5080"/>
                  <a:pt x="35357" y="19304"/>
                </a:cubicBezTo>
                <a:cubicBezTo>
                  <a:pt x="17069" y="28448"/>
                  <a:pt x="5893" y="42672"/>
                  <a:pt x="0" y="56286"/>
                </a:cubicBezTo>
                <a:lnTo>
                  <a:pt x="0" y="98552"/>
                </a:lnTo>
                <a:lnTo>
                  <a:pt x="142646" y="98552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21" name="!!path-9iv"/>
          <p:cNvSpPr/>
          <p:nvPr/>
        </p:nvSpPr>
        <p:spPr>
          <a:xfrm>
            <a:off x="548843" y="293726"/>
            <a:ext cx="142646" cy="56286"/>
          </a:xfrm>
          <a:custGeom>
            <a:avLst/>
            <a:gdLst/>
            <a:ahLst/>
            <a:cxnLst/>
            <a:rect l="l" t="t" r="r" b="b"/>
            <a:pathLst>
              <a:path w="142646" h="56286" fill="none">
                <a:moveTo>
                  <a:pt x="0" y="56286"/>
                </a:moveTo>
                <a:cubicBezTo>
                  <a:pt x="5893" y="42672"/>
                  <a:pt x="17069" y="28448"/>
                  <a:pt x="35357" y="19304"/>
                </a:cubicBezTo>
                <a:cubicBezTo>
                  <a:pt x="63805" y="5080"/>
                  <a:pt x="106477" y="0"/>
                  <a:pt x="139802" y="8738"/>
                </a:cubicBezTo>
                <a:lnTo>
                  <a:pt x="142646" y="1889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22" name="!!path-9iw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627D8D"/>
              </a:gs>
              <a:gs pos="21794">
                <a:srgbClr val="627D8D"/>
              </a:gs>
              <a:gs pos="55376">
                <a:srgbClr val="627D8D"/>
              </a:gs>
              <a:gs pos="96421">
                <a:srgbClr val="98ABB7"/>
              </a:gs>
              <a:gs pos="100000">
                <a:srgbClr val="98ABB7"/>
              </a:gs>
            </a:gsLst>
            <a:lin ang="1983350" scaled="0"/>
          </a:gradFill>
          <a:ln>
            <a:noFill/>
          </a:ln>
        </p:spPr>
      </p:sp>
      <p:sp>
        <p:nvSpPr>
          <p:cNvPr id="123" name="!!path-9ix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0000"/>
                </a:srgbClr>
              </a:gs>
              <a:gs pos="4764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83333" t="79291" r="16667" b="20709"/>
            </a:path>
          </a:gradFill>
          <a:ln>
            <a:noFill/>
          </a:ln>
        </p:spPr>
      </p:sp>
      <p:sp>
        <p:nvSpPr>
          <p:cNvPr id="124" name="!!line-9iy"/>
          <p:cNvSpPr/>
          <p:nvPr/>
        </p:nvSpPr>
        <p:spPr>
          <a:xfrm>
            <a:off x="549046" y="363017"/>
            <a:ext cx="1" cy="153619"/>
          </a:xfrm>
          <a:custGeom>
            <a:avLst/>
            <a:gdLst/>
            <a:ahLst/>
            <a:cxnLst/>
            <a:rect l="l" t="t" r="r" b="b"/>
            <a:pathLst>
              <a:path w="1" h="153619">
                <a:moveTo>
                  <a:pt x="0" y="0"/>
                </a:moveTo>
                <a:lnTo>
                  <a:pt x="0" y="153619"/>
                </a:lnTo>
              </a:path>
            </a:pathLst>
          </a:custGeom>
          <a:solidFill>
            <a:srgbClr val="000000"/>
          </a:solidFill>
          <a:ln w="6909" cap="rnd">
            <a:solidFill>
              <a:srgbClr val="C9D3D9"/>
            </a:solidFill>
            <a:prstDash val="solid"/>
            <a:miter lim="800000"/>
          </a:ln>
        </p:spPr>
      </p:sp>
      <p:sp>
        <p:nvSpPr>
          <p:cNvPr id="125" name="!!path-9iz"/>
          <p:cNvSpPr/>
          <p:nvPr/>
        </p:nvSpPr>
        <p:spPr>
          <a:xfrm>
            <a:off x="657962" y="442062"/>
            <a:ext cx="25400" cy="37998"/>
          </a:xfrm>
          <a:custGeom>
            <a:avLst/>
            <a:gdLst/>
            <a:ahLst/>
            <a:cxnLst/>
            <a:rect l="l" t="t" r="r" b="b"/>
            <a:pathLst>
              <a:path w="25400" h="37998">
                <a:moveTo>
                  <a:pt x="0" y="2642"/>
                </a:moveTo>
                <a:lnTo>
                  <a:pt x="15240" y="0"/>
                </a:lnTo>
                <a:lnTo>
                  <a:pt x="25400" y="37186"/>
                </a:lnTo>
                <a:lnTo>
                  <a:pt x="7518" y="37998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 w="1016" cap="flat">
            <a:solidFill>
              <a:srgbClr val="FFFFFF">
                <a:alpha val="55000"/>
              </a:srgbClr>
            </a:solidFill>
            <a:prstDash val="solid"/>
            <a:round/>
          </a:ln>
        </p:spPr>
      </p:sp>
      <p:sp>
        <p:nvSpPr>
          <p:cNvPr id="126" name="!!text-9j0" descr="救「舊」我的書"/>
          <p:cNvSpPr txBox="1"/>
          <p:nvPr/>
        </p:nvSpPr>
        <p:spPr>
          <a:xfrm>
            <a:off x="805879" y="251460"/>
            <a:ext cx="1120140" cy="25745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400" b="1" kern="0" spc="-70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救</a:t>
            </a:r>
            <a:r>
              <a:rPr lang="zh-TW" altLang="en-US" sz="14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「舊</a:t>
            </a:r>
            <a:r>
              <a:rPr lang="zh-TW" altLang="en-US" sz="1400" b="1" kern="0" spc="-70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」</a:t>
            </a:r>
            <a:r>
              <a:rPr lang="zh-TW" altLang="en-US" sz="14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我的書</a:t>
            </a:r>
            <a:endParaRPr lang="zh-TW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fast" p14:dur="1200" advTm="400">
        <p159:morph option="byObject"/>
      </p:transition>
    </mc:Choice>
    <mc:Fallback>
      <p:transition spd="fast" advTm="400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84.8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rect-1q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7"/>
          </a:solidFill>
          <a:ln>
            <a:noFill/>
          </a:ln>
        </p:spPr>
      </p:sp>
      <p:sp>
        <p:nvSpPr>
          <p:cNvPr id="3" name="!!ellipse-1q2"/>
          <p:cNvSpPr/>
          <p:nvPr/>
        </p:nvSpPr>
        <p:spPr>
          <a:xfrm>
            <a:off x="-889000" y="-952500"/>
            <a:ext cx="13970000" cy="7874000"/>
          </a:xfrm>
          <a:prstGeom prst="ellipse">
            <a:avLst/>
          </a:prstGeom>
          <a:gradFill rotWithShape="1">
            <a:gsLst>
              <a:gs pos="0">
                <a:srgbClr val="FFFFFF">
                  <a:alpha val="95000"/>
                </a:srgbClr>
              </a:gs>
              <a:gs pos="40865">
                <a:srgbClr val="FFFFFF">
                  <a:alpha val="35000"/>
                </a:srgbClr>
              </a:gs>
              <a:gs pos="68108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!!rect-1q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P1"/>
            <a:srcRect/>
            <a:tile tx="146171" ty="90761" sx="16667" sy="16667" flip="none" algn="tl"/>
          </a:blipFill>
          <a:ln>
            <a:noFill/>
          </a:ln>
        </p:spPr>
      </p:sp>
      <p:sp>
        <p:nvSpPr>
          <p:cNvPr id="5" name="!!circle-1q9"/>
          <p:cNvSpPr/>
          <p:nvPr/>
        </p:nvSpPr>
        <p:spPr>
          <a:xfrm>
            <a:off x="8787537" y="2073161"/>
            <a:ext cx="2047469" cy="2047469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" name="!!circle-1qc"/>
          <p:cNvSpPr/>
          <p:nvPr/>
        </p:nvSpPr>
        <p:spPr>
          <a:xfrm>
            <a:off x="4906582" y="518001"/>
            <a:ext cx="2495906" cy="2495906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7" name="!!circle-1qd"/>
          <p:cNvSpPr/>
          <p:nvPr/>
        </p:nvSpPr>
        <p:spPr>
          <a:xfrm>
            <a:off x="3249340" y="5744006"/>
            <a:ext cx="2187308" cy="2187308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8" name="!!circle-1qf"/>
          <p:cNvSpPr/>
          <p:nvPr/>
        </p:nvSpPr>
        <p:spPr>
          <a:xfrm>
            <a:off x="1907623" y="-1982502"/>
            <a:ext cx="1998675" cy="1998675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9" name="!!circle-1qp"/>
          <p:cNvSpPr/>
          <p:nvPr/>
        </p:nvSpPr>
        <p:spPr>
          <a:xfrm>
            <a:off x="8253939" y="2292502"/>
            <a:ext cx="1404176" cy="1404176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0" name="!!circle-1qy"/>
          <p:cNvSpPr/>
          <p:nvPr/>
        </p:nvSpPr>
        <p:spPr>
          <a:xfrm>
            <a:off x="-26498" y="-2302961"/>
            <a:ext cx="2674569" cy="2674569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1" name="!!circle-1r4"/>
          <p:cNvSpPr/>
          <p:nvPr/>
        </p:nvSpPr>
        <p:spPr>
          <a:xfrm>
            <a:off x="11233918" y="2130965"/>
            <a:ext cx="1085901" cy="1085901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2" name="!!circle-1r5"/>
          <p:cNvSpPr/>
          <p:nvPr/>
        </p:nvSpPr>
        <p:spPr>
          <a:xfrm>
            <a:off x="11395017" y="4266127"/>
            <a:ext cx="2573795" cy="2573795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3" name="!!circle-1rp"/>
          <p:cNvSpPr/>
          <p:nvPr/>
        </p:nvSpPr>
        <p:spPr>
          <a:xfrm>
            <a:off x="3692082" y="2684170"/>
            <a:ext cx="985317" cy="985317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4" name="!!circle-1rs"/>
          <p:cNvSpPr/>
          <p:nvPr/>
        </p:nvSpPr>
        <p:spPr>
          <a:xfrm>
            <a:off x="-1340141" y="3865416"/>
            <a:ext cx="1598701" cy="1598701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5" name="!!circle-1sb"/>
          <p:cNvSpPr/>
          <p:nvPr/>
        </p:nvSpPr>
        <p:spPr>
          <a:xfrm>
            <a:off x="1629994" y="441719"/>
            <a:ext cx="1718970" cy="1718970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6" name="!!rect-1sh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5F7">
                  <a:alpha val="0"/>
                </a:srgbClr>
              </a:gs>
              <a:gs pos="20428">
                <a:srgbClr val="F3F5F7">
                  <a:alpha val="0"/>
                </a:srgbClr>
              </a:gs>
              <a:gs pos="66730">
                <a:srgbClr val="F3F5F7"/>
              </a:gs>
              <a:gs pos="100000">
                <a:srgbClr val="F3F5F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7" name="!!circle-1sj"/>
          <p:cNvSpPr/>
          <p:nvPr/>
        </p:nvSpPr>
        <p:spPr>
          <a:xfrm>
            <a:off x="100879" y="95817"/>
            <a:ext cx="50038" cy="50038"/>
          </a:xfrm>
          <a:prstGeom prst="ellipse">
            <a:avLst/>
          </a:prstGeom>
          <a:solidFill>
            <a:srgbClr val="627D8D">
              <a:alpha val="25400"/>
            </a:srgbClr>
          </a:solidFill>
          <a:ln>
            <a:noFill/>
          </a:ln>
        </p:spPr>
      </p:sp>
      <p:sp>
        <p:nvSpPr>
          <p:cNvPr id="18" name="!!circle-1sm"/>
          <p:cNvSpPr/>
          <p:nvPr/>
        </p:nvSpPr>
        <p:spPr>
          <a:xfrm>
            <a:off x="5605087" y="1417085"/>
            <a:ext cx="36055" cy="36055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19" name="!!circle-1sp"/>
          <p:cNvSpPr/>
          <p:nvPr/>
        </p:nvSpPr>
        <p:spPr>
          <a:xfrm>
            <a:off x="9309817" y="3320161"/>
            <a:ext cx="24295" cy="24295"/>
          </a:xfrm>
          <a:prstGeom prst="ellipse">
            <a:avLst/>
          </a:prstGeom>
          <a:solidFill>
            <a:srgbClr val="627D8D">
              <a:alpha val="18100"/>
            </a:srgbClr>
          </a:solidFill>
          <a:ln>
            <a:noFill/>
          </a:ln>
        </p:spPr>
      </p:sp>
      <p:sp>
        <p:nvSpPr>
          <p:cNvPr id="20" name="!!circle-1ss"/>
          <p:cNvSpPr/>
          <p:nvPr/>
        </p:nvSpPr>
        <p:spPr>
          <a:xfrm>
            <a:off x="3536495" y="6507326"/>
            <a:ext cx="25959" cy="25959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21" name="!!circle-1sv"/>
          <p:cNvSpPr/>
          <p:nvPr/>
        </p:nvSpPr>
        <p:spPr>
          <a:xfrm>
            <a:off x="1940932" y="1832316"/>
            <a:ext cx="35878" cy="35878"/>
          </a:xfrm>
          <a:prstGeom prst="ellipse">
            <a:avLst/>
          </a:prstGeom>
          <a:solidFill>
            <a:srgbClr val="627D8D">
              <a:alpha val="26800"/>
            </a:srgbClr>
          </a:solidFill>
          <a:ln>
            <a:noFill/>
          </a:ln>
        </p:spPr>
      </p:sp>
      <p:sp>
        <p:nvSpPr>
          <p:cNvPr id="22" name="!!circle-1sy"/>
          <p:cNvSpPr/>
          <p:nvPr/>
        </p:nvSpPr>
        <p:spPr>
          <a:xfrm>
            <a:off x="6805645" y="3902293"/>
            <a:ext cx="40234" cy="40234"/>
          </a:xfrm>
          <a:prstGeom prst="ellipse">
            <a:avLst/>
          </a:prstGeom>
          <a:solidFill>
            <a:srgbClr val="627D8D">
              <a:alpha val="31300"/>
            </a:srgbClr>
          </a:solidFill>
          <a:ln>
            <a:noFill/>
          </a:ln>
        </p:spPr>
      </p:sp>
      <p:sp>
        <p:nvSpPr>
          <p:cNvPr id="23" name="!!circle-1t1"/>
          <p:cNvSpPr/>
          <p:nvPr/>
        </p:nvSpPr>
        <p:spPr>
          <a:xfrm>
            <a:off x="9993325" y="-7484"/>
            <a:ext cx="23559" cy="23559"/>
          </a:xfrm>
          <a:prstGeom prst="ellipse">
            <a:avLst/>
          </a:prstGeom>
          <a:solidFill>
            <a:srgbClr val="627D8D">
              <a:alpha val="17900"/>
            </a:srgbClr>
          </a:solidFill>
          <a:ln>
            <a:noFill/>
          </a:ln>
        </p:spPr>
      </p:sp>
      <p:sp>
        <p:nvSpPr>
          <p:cNvPr id="24" name="!!circle-1t4"/>
          <p:cNvSpPr/>
          <p:nvPr/>
        </p:nvSpPr>
        <p:spPr>
          <a:xfrm>
            <a:off x="1138579" y="4966772"/>
            <a:ext cx="29959" cy="29959"/>
          </a:xfrm>
          <a:prstGeom prst="ellipse">
            <a:avLst/>
          </a:prstGeom>
          <a:solidFill>
            <a:srgbClr val="627D8D">
              <a:alpha val="19400"/>
            </a:srgbClr>
          </a:solidFill>
          <a:ln>
            <a:noFill/>
          </a:ln>
        </p:spPr>
      </p:sp>
      <p:sp>
        <p:nvSpPr>
          <p:cNvPr id="25" name="!!circle-1t7"/>
          <p:cNvSpPr/>
          <p:nvPr/>
        </p:nvSpPr>
        <p:spPr>
          <a:xfrm>
            <a:off x="8494830" y="4538040"/>
            <a:ext cx="28702" cy="28702"/>
          </a:xfrm>
          <a:prstGeom prst="ellipse">
            <a:avLst/>
          </a:prstGeom>
          <a:solidFill>
            <a:srgbClr val="627D8D">
              <a:alpha val="17800"/>
            </a:srgbClr>
          </a:solidFill>
          <a:ln>
            <a:noFill/>
          </a:ln>
        </p:spPr>
      </p:sp>
      <p:sp>
        <p:nvSpPr>
          <p:cNvPr id="26" name="!!circle-1ta"/>
          <p:cNvSpPr/>
          <p:nvPr/>
        </p:nvSpPr>
        <p:spPr>
          <a:xfrm>
            <a:off x="11038515" y="1960789"/>
            <a:ext cx="24066" cy="24066"/>
          </a:xfrm>
          <a:prstGeom prst="ellipse">
            <a:avLst/>
          </a:prstGeom>
          <a:solidFill>
            <a:srgbClr val="627D8D">
              <a:alpha val="23900"/>
            </a:srgbClr>
          </a:solidFill>
          <a:ln>
            <a:noFill/>
          </a:ln>
        </p:spPr>
      </p:sp>
      <p:sp>
        <p:nvSpPr>
          <p:cNvPr id="27" name="!!circle-1td"/>
          <p:cNvSpPr/>
          <p:nvPr/>
        </p:nvSpPr>
        <p:spPr>
          <a:xfrm>
            <a:off x="8399172" y="5949167"/>
            <a:ext cx="35865" cy="35865"/>
          </a:xfrm>
          <a:prstGeom prst="ellipse">
            <a:avLst/>
          </a:prstGeom>
          <a:solidFill>
            <a:srgbClr val="627D8D">
              <a:alpha val="28200"/>
            </a:srgbClr>
          </a:solidFill>
          <a:ln>
            <a:noFill/>
          </a:ln>
        </p:spPr>
      </p:sp>
      <p:sp>
        <p:nvSpPr>
          <p:cNvPr id="28" name="!!circle-1tg"/>
          <p:cNvSpPr/>
          <p:nvPr/>
        </p:nvSpPr>
        <p:spPr>
          <a:xfrm>
            <a:off x="1467467" y="3154380"/>
            <a:ext cx="39218" cy="39218"/>
          </a:xfrm>
          <a:prstGeom prst="ellipse">
            <a:avLst/>
          </a:prstGeom>
          <a:solidFill>
            <a:srgbClr val="627D8D">
              <a:alpha val="29600"/>
            </a:srgbClr>
          </a:solidFill>
          <a:ln>
            <a:noFill/>
          </a:ln>
        </p:spPr>
      </p:sp>
      <p:sp>
        <p:nvSpPr>
          <p:cNvPr id="29" name="!!circle-1tj"/>
          <p:cNvSpPr/>
          <p:nvPr/>
        </p:nvSpPr>
        <p:spPr>
          <a:xfrm>
            <a:off x="7132119" y="6175602"/>
            <a:ext cx="49733" cy="49733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30" name="!!circle-1tm"/>
          <p:cNvSpPr/>
          <p:nvPr/>
        </p:nvSpPr>
        <p:spPr>
          <a:xfrm>
            <a:off x="6355952" y="1841657"/>
            <a:ext cx="41694" cy="41694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31" name="!!circle-1tp"/>
          <p:cNvSpPr/>
          <p:nvPr/>
        </p:nvSpPr>
        <p:spPr>
          <a:xfrm>
            <a:off x="6790894" y="5247930"/>
            <a:ext cx="31979" cy="31979"/>
          </a:xfrm>
          <a:prstGeom prst="ellipse">
            <a:avLst/>
          </a:prstGeom>
          <a:solidFill>
            <a:srgbClr val="627D8D">
              <a:alpha val="24100"/>
            </a:srgbClr>
          </a:solidFill>
          <a:ln>
            <a:noFill/>
          </a:ln>
        </p:spPr>
      </p:sp>
      <p:sp>
        <p:nvSpPr>
          <p:cNvPr id="32" name="!!circle-1ts"/>
          <p:cNvSpPr/>
          <p:nvPr/>
        </p:nvSpPr>
        <p:spPr>
          <a:xfrm>
            <a:off x="3858837" y="1160994"/>
            <a:ext cx="18085" cy="18085"/>
          </a:xfrm>
          <a:prstGeom prst="ellipse">
            <a:avLst/>
          </a:prstGeom>
          <a:solidFill>
            <a:srgbClr val="627D8D">
              <a:alpha val="10500"/>
            </a:srgbClr>
          </a:solidFill>
          <a:ln>
            <a:noFill/>
          </a:ln>
        </p:spPr>
      </p:sp>
      <p:sp>
        <p:nvSpPr>
          <p:cNvPr id="33" name="!!circle-1ty"/>
          <p:cNvSpPr/>
          <p:nvPr/>
        </p:nvSpPr>
        <p:spPr>
          <a:xfrm>
            <a:off x="3428443" y="6403553"/>
            <a:ext cx="39243" cy="39243"/>
          </a:xfrm>
          <a:prstGeom prst="ellipse">
            <a:avLst/>
          </a:prstGeom>
          <a:solidFill>
            <a:srgbClr val="627D8D">
              <a:alpha val="27700"/>
            </a:srgbClr>
          </a:solidFill>
          <a:ln>
            <a:noFill/>
          </a:ln>
        </p:spPr>
      </p:sp>
      <p:sp>
        <p:nvSpPr>
          <p:cNvPr id="34" name="!!circle-1u1"/>
          <p:cNvSpPr/>
          <p:nvPr/>
        </p:nvSpPr>
        <p:spPr>
          <a:xfrm>
            <a:off x="1659741" y="6625147"/>
            <a:ext cx="34519" cy="34519"/>
          </a:xfrm>
          <a:prstGeom prst="ellipse">
            <a:avLst/>
          </a:prstGeom>
          <a:solidFill>
            <a:srgbClr val="627D8D">
              <a:alpha val="22500"/>
            </a:srgbClr>
          </a:solidFill>
          <a:ln>
            <a:noFill/>
          </a:ln>
        </p:spPr>
      </p:sp>
      <p:sp>
        <p:nvSpPr>
          <p:cNvPr id="35" name="!!circle-1u4"/>
          <p:cNvSpPr/>
          <p:nvPr/>
        </p:nvSpPr>
        <p:spPr>
          <a:xfrm>
            <a:off x="2632565" y="5203345"/>
            <a:ext cx="46228" cy="46228"/>
          </a:xfrm>
          <a:prstGeom prst="ellipse">
            <a:avLst/>
          </a:prstGeom>
          <a:solidFill>
            <a:srgbClr val="627D8D">
              <a:alpha val="26200"/>
            </a:srgbClr>
          </a:solidFill>
          <a:ln>
            <a:noFill/>
          </a:ln>
        </p:spPr>
      </p:sp>
      <p:sp>
        <p:nvSpPr>
          <p:cNvPr id="36" name="!!circle-1u7"/>
          <p:cNvSpPr/>
          <p:nvPr/>
        </p:nvSpPr>
        <p:spPr>
          <a:xfrm>
            <a:off x="7418984" y="4825631"/>
            <a:ext cx="49327" cy="49327"/>
          </a:xfrm>
          <a:prstGeom prst="ellipse">
            <a:avLst/>
          </a:prstGeom>
          <a:solidFill>
            <a:srgbClr val="627D8D">
              <a:alpha val="20800"/>
            </a:srgbClr>
          </a:solidFill>
          <a:ln>
            <a:noFill/>
          </a:ln>
        </p:spPr>
      </p:sp>
      <p:sp>
        <p:nvSpPr>
          <p:cNvPr id="37" name="!!circle-1ua"/>
          <p:cNvSpPr/>
          <p:nvPr/>
        </p:nvSpPr>
        <p:spPr>
          <a:xfrm>
            <a:off x="9693487" y="5555636"/>
            <a:ext cx="24054" cy="24054"/>
          </a:xfrm>
          <a:prstGeom prst="ellipse">
            <a:avLst/>
          </a:prstGeom>
          <a:solidFill>
            <a:srgbClr val="627D8D">
              <a:alpha val="22200"/>
            </a:srgbClr>
          </a:solidFill>
          <a:ln>
            <a:noFill/>
          </a:ln>
        </p:spPr>
      </p:sp>
      <p:sp>
        <p:nvSpPr>
          <p:cNvPr id="38" name="!!circle-1ud"/>
          <p:cNvSpPr/>
          <p:nvPr/>
        </p:nvSpPr>
        <p:spPr>
          <a:xfrm>
            <a:off x="2092571" y="1523349"/>
            <a:ext cx="32271" cy="32271"/>
          </a:xfrm>
          <a:prstGeom prst="ellipse">
            <a:avLst/>
          </a:prstGeom>
          <a:solidFill>
            <a:srgbClr val="627D8D">
              <a:alpha val="20500"/>
            </a:srgbClr>
          </a:solidFill>
          <a:ln>
            <a:noFill/>
          </a:ln>
        </p:spPr>
      </p:sp>
      <p:sp>
        <p:nvSpPr>
          <p:cNvPr id="39" name="!!circle-1uj"/>
          <p:cNvSpPr/>
          <p:nvPr/>
        </p:nvSpPr>
        <p:spPr>
          <a:xfrm>
            <a:off x="2084927" y="2511040"/>
            <a:ext cx="34252" cy="34252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40" name="!!circle-1um"/>
          <p:cNvSpPr/>
          <p:nvPr/>
        </p:nvSpPr>
        <p:spPr>
          <a:xfrm>
            <a:off x="9612565" y="4449547"/>
            <a:ext cx="44196" cy="44196"/>
          </a:xfrm>
          <a:prstGeom prst="ellipse">
            <a:avLst/>
          </a:prstGeom>
          <a:solidFill>
            <a:srgbClr val="627D8D">
              <a:alpha val="21700"/>
            </a:srgbClr>
          </a:solidFill>
          <a:ln>
            <a:noFill/>
          </a:ln>
        </p:spPr>
      </p:sp>
      <p:sp>
        <p:nvSpPr>
          <p:cNvPr id="41" name="!!circle-1up"/>
          <p:cNvSpPr/>
          <p:nvPr/>
        </p:nvSpPr>
        <p:spPr>
          <a:xfrm>
            <a:off x="6797992" y="1842329"/>
            <a:ext cx="35192" cy="35192"/>
          </a:xfrm>
          <a:prstGeom prst="ellipse">
            <a:avLst/>
          </a:prstGeom>
          <a:solidFill>
            <a:srgbClr val="627D8D">
              <a:alpha val="27100"/>
            </a:srgbClr>
          </a:solidFill>
          <a:ln>
            <a:noFill/>
          </a:ln>
        </p:spPr>
      </p:sp>
      <p:sp>
        <p:nvSpPr>
          <p:cNvPr id="42" name="!!circle-1us"/>
          <p:cNvSpPr/>
          <p:nvPr/>
        </p:nvSpPr>
        <p:spPr>
          <a:xfrm>
            <a:off x="10133951" y="5406909"/>
            <a:ext cx="43358" cy="43358"/>
          </a:xfrm>
          <a:prstGeom prst="ellipse">
            <a:avLst/>
          </a:prstGeom>
          <a:solidFill>
            <a:srgbClr val="627D8D">
              <a:alpha val="19500"/>
            </a:srgbClr>
          </a:solidFill>
          <a:ln>
            <a:noFill/>
          </a:ln>
        </p:spPr>
      </p:sp>
      <p:sp>
        <p:nvSpPr>
          <p:cNvPr id="43" name="!!circle-1uv"/>
          <p:cNvSpPr/>
          <p:nvPr/>
        </p:nvSpPr>
        <p:spPr>
          <a:xfrm>
            <a:off x="3131890" y="2199477"/>
            <a:ext cx="33528" cy="33528"/>
          </a:xfrm>
          <a:prstGeom prst="ellipse">
            <a:avLst/>
          </a:prstGeom>
          <a:solidFill>
            <a:srgbClr val="627D8D">
              <a:alpha val="28300"/>
            </a:srgbClr>
          </a:solidFill>
          <a:ln>
            <a:noFill/>
          </a:ln>
        </p:spPr>
      </p:sp>
      <p:sp>
        <p:nvSpPr>
          <p:cNvPr id="44" name="!!circle-1uy"/>
          <p:cNvSpPr/>
          <p:nvPr/>
        </p:nvSpPr>
        <p:spPr>
          <a:xfrm>
            <a:off x="6775077" y="2754868"/>
            <a:ext cx="28956" cy="28956"/>
          </a:xfrm>
          <a:prstGeom prst="ellipse">
            <a:avLst/>
          </a:prstGeom>
          <a:solidFill>
            <a:srgbClr val="627D8D">
              <a:alpha val="21800"/>
            </a:srgbClr>
          </a:solidFill>
          <a:ln>
            <a:noFill/>
          </a:ln>
        </p:spPr>
      </p:sp>
      <p:sp>
        <p:nvSpPr>
          <p:cNvPr id="45" name="!!circle-1v1"/>
          <p:cNvSpPr/>
          <p:nvPr/>
        </p:nvSpPr>
        <p:spPr>
          <a:xfrm>
            <a:off x="6989361" y="6465517"/>
            <a:ext cx="45555" cy="45555"/>
          </a:xfrm>
          <a:prstGeom prst="ellipse">
            <a:avLst/>
          </a:prstGeom>
          <a:solidFill>
            <a:srgbClr val="627D8D">
              <a:alpha val="20900"/>
            </a:srgbClr>
          </a:solidFill>
          <a:ln>
            <a:noFill/>
          </a:ln>
        </p:spPr>
      </p:sp>
      <p:sp>
        <p:nvSpPr>
          <p:cNvPr id="46" name="!!circle-1v4"/>
          <p:cNvSpPr/>
          <p:nvPr/>
        </p:nvSpPr>
        <p:spPr>
          <a:xfrm>
            <a:off x="11312387" y="3391437"/>
            <a:ext cx="39484" cy="39484"/>
          </a:xfrm>
          <a:prstGeom prst="ellipse">
            <a:avLst/>
          </a:prstGeom>
          <a:solidFill>
            <a:srgbClr val="627D8D">
              <a:alpha val="13600"/>
            </a:srgbClr>
          </a:solidFill>
          <a:ln>
            <a:noFill/>
          </a:ln>
        </p:spPr>
      </p:sp>
      <p:sp>
        <p:nvSpPr>
          <p:cNvPr id="47" name="!!circle-1v7"/>
          <p:cNvSpPr/>
          <p:nvPr/>
        </p:nvSpPr>
        <p:spPr>
          <a:xfrm>
            <a:off x="7451020" y="5704636"/>
            <a:ext cx="30455" cy="30455"/>
          </a:xfrm>
          <a:prstGeom prst="ellipse">
            <a:avLst/>
          </a:prstGeom>
          <a:solidFill>
            <a:srgbClr val="627D8D">
              <a:alpha val="16500"/>
            </a:srgbClr>
          </a:solidFill>
          <a:ln>
            <a:noFill/>
          </a:ln>
        </p:spPr>
      </p:sp>
      <p:sp>
        <p:nvSpPr>
          <p:cNvPr id="48" name="!!circle-1va"/>
          <p:cNvSpPr/>
          <p:nvPr/>
        </p:nvSpPr>
        <p:spPr>
          <a:xfrm>
            <a:off x="8951171" y="6458743"/>
            <a:ext cx="28257" cy="28257"/>
          </a:xfrm>
          <a:prstGeom prst="ellipse">
            <a:avLst/>
          </a:prstGeom>
          <a:solidFill>
            <a:srgbClr val="627D8D">
              <a:alpha val="15700"/>
            </a:srgbClr>
          </a:solidFill>
          <a:ln>
            <a:noFill/>
          </a:ln>
        </p:spPr>
      </p:sp>
      <p:sp>
        <p:nvSpPr>
          <p:cNvPr id="49" name="!!circle-1vd"/>
          <p:cNvSpPr/>
          <p:nvPr/>
        </p:nvSpPr>
        <p:spPr>
          <a:xfrm>
            <a:off x="11354639" y="5156225"/>
            <a:ext cx="45149" cy="45149"/>
          </a:xfrm>
          <a:prstGeom prst="ellipse">
            <a:avLst/>
          </a:prstGeom>
          <a:solidFill>
            <a:srgbClr val="627D8D">
              <a:alpha val="31200"/>
            </a:srgbClr>
          </a:solidFill>
          <a:ln>
            <a:noFill/>
          </a:ln>
        </p:spPr>
      </p:sp>
      <p:sp>
        <p:nvSpPr>
          <p:cNvPr id="50" name="!!circle-1vg"/>
          <p:cNvSpPr/>
          <p:nvPr/>
        </p:nvSpPr>
        <p:spPr>
          <a:xfrm>
            <a:off x="3452024" y="3288242"/>
            <a:ext cx="30696" cy="30696"/>
          </a:xfrm>
          <a:prstGeom prst="ellipse">
            <a:avLst/>
          </a:prstGeom>
          <a:solidFill>
            <a:srgbClr val="627D8D">
              <a:alpha val="25700"/>
            </a:srgbClr>
          </a:solidFill>
          <a:ln>
            <a:noFill/>
          </a:ln>
        </p:spPr>
      </p:sp>
      <p:sp>
        <p:nvSpPr>
          <p:cNvPr id="51" name="!!circle-1vj"/>
          <p:cNvSpPr/>
          <p:nvPr/>
        </p:nvSpPr>
        <p:spPr>
          <a:xfrm>
            <a:off x="8823792" y="3829042"/>
            <a:ext cx="37401" cy="37401"/>
          </a:xfrm>
          <a:prstGeom prst="ellipse">
            <a:avLst/>
          </a:prstGeom>
          <a:solidFill>
            <a:srgbClr val="627D8D">
              <a:alpha val="16000"/>
            </a:srgbClr>
          </a:solidFill>
          <a:ln>
            <a:noFill/>
          </a:ln>
        </p:spPr>
      </p:sp>
      <p:sp>
        <p:nvSpPr>
          <p:cNvPr id="52" name="!!circle-1vm"/>
          <p:cNvSpPr/>
          <p:nvPr/>
        </p:nvSpPr>
        <p:spPr>
          <a:xfrm>
            <a:off x="1757179" y="4623928"/>
            <a:ext cx="33096" cy="33096"/>
          </a:xfrm>
          <a:prstGeom prst="ellipse">
            <a:avLst/>
          </a:prstGeom>
          <a:solidFill>
            <a:srgbClr val="627D8D">
              <a:alpha val="22300"/>
            </a:srgbClr>
          </a:solidFill>
          <a:ln>
            <a:noFill/>
          </a:ln>
        </p:spPr>
      </p:sp>
      <p:sp>
        <p:nvSpPr>
          <p:cNvPr id="53" name="!!circle-1vp"/>
          <p:cNvSpPr/>
          <p:nvPr/>
        </p:nvSpPr>
        <p:spPr>
          <a:xfrm>
            <a:off x="11589733" y="735790"/>
            <a:ext cx="21145" cy="21145"/>
          </a:xfrm>
          <a:prstGeom prst="ellipse">
            <a:avLst/>
          </a:prstGeom>
          <a:solidFill>
            <a:srgbClr val="627D8D">
              <a:alpha val="16300"/>
            </a:srgbClr>
          </a:solidFill>
          <a:ln>
            <a:noFill/>
          </a:ln>
        </p:spPr>
      </p:sp>
      <p:sp>
        <p:nvSpPr>
          <p:cNvPr id="54" name="!!circle-1vs"/>
          <p:cNvSpPr/>
          <p:nvPr/>
        </p:nvSpPr>
        <p:spPr>
          <a:xfrm>
            <a:off x="11076554" y="5643748"/>
            <a:ext cx="35281" cy="35281"/>
          </a:xfrm>
          <a:prstGeom prst="ellipse">
            <a:avLst/>
          </a:prstGeom>
          <a:solidFill>
            <a:srgbClr val="627D8D">
              <a:alpha val="30000"/>
            </a:srgbClr>
          </a:solidFill>
          <a:ln>
            <a:noFill/>
          </a:ln>
        </p:spPr>
      </p:sp>
      <p:sp>
        <p:nvSpPr>
          <p:cNvPr id="55" name="!!path-37d"/>
          <p:cNvSpPr/>
          <p:nvPr/>
        </p:nvSpPr>
        <p:spPr>
          <a:xfrm>
            <a:off x="-6368722" y="-2158727"/>
            <a:ext cx="7523230" cy="3747183"/>
          </a:xfrm>
          <a:custGeom>
            <a:avLst/>
            <a:gdLst/>
            <a:ahLst/>
            <a:cxnLst/>
            <a:rect l="l" t="t" r="r" b="b"/>
            <a:pathLst>
              <a:path w="7523230" h="3747183" fill="none">
                <a:moveTo>
                  <a:pt x="0" y="3747183"/>
                </a:moveTo>
                <a:quadBezTo>
                  <a:pt x="4355810" y="3066551"/>
                  <a:pt x="7523230" y="0"/>
                </a:quadBezTo>
              </a:path>
            </a:pathLst>
          </a:custGeom>
          <a:noFill/>
          <a:ln w="31782" cap="rnd">
            <a:solidFill>
              <a:srgbClr val="627D8D">
                <a:alpha val="26000"/>
              </a:srgbClr>
            </a:solidFill>
            <a:prstDash val="solid"/>
            <a:round/>
          </a:ln>
        </p:spPr>
      </p:sp>
      <p:sp>
        <p:nvSpPr>
          <p:cNvPr id="56" name="!!path-37x"/>
          <p:cNvSpPr/>
          <p:nvPr/>
        </p:nvSpPr>
        <p:spPr>
          <a:xfrm>
            <a:off x="-6217949" y="2521212"/>
            <a:ext cx="9720474" cy="2180285"/>
          </a:xfrm>
          <a:custGeom>
            <a:avLst/>
            <a:gdLst/>
            <a:ahLst/>
            <a:cxnLst/>
            <a:rect l="l" t="t" r="r" b="b"/>
            <a:pathLst>
              <a:path w="9720474" h="2180285" fill="none">
                <a:moveTo>
                  <a:pt x="0" y="0"/>
                </a:moveTo>
                <a:quadBezTo>
                  <a:pt x="4648189" y="2180285"/>
                  <a:pt x="9720474" y="1385792"/>
                </a:quadBezTo>
              </a:path>
            </a:pathLst>
          </a:custGeom>
          <a:noFill/>
          <a:ln w="31782" cap="rnd">
            <a:solidFill>
              <a:srgbClr val="627D8D">
                <a:alpha val="7800"/>
              </a:srgbClr>
            </a:solidFill>
            <a:prstDash val="solid"/>
            <a:round/>
          </a:ln>
        </p:spPr>
      </p:sp>
      <p:sp>
        <p:nvSpPr>
          <p:cNvPr id="57" name="!!circle-383"/>
          <p:cNvSpPr/>
          <p:nvPr/>
        </p:nvSpPr>
        <p:spPr>
          <a:xfrm>
            <a:off x="3131113" y="3845489"/>
            <a:ext cx="203403" cy="203403"/>
          </a:xfrm>
          <a:prstGeom prst="ellipse">
            <a:avLst/>
          </a:prstGeom>
          <a:gradFill rotWithShape="1">
            <a:gsLst>
              <a:gs pos="0">
                <a:srgbClr val="FFFFFF">
                  <a:alpha val="3314"/>
                </a:srgbClr>
              </a:gs>
              <a:gs pos="28284">
                <a:srgbClr val="627D8D">
                  <a:alpha val="1657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8" name="!!circle-386"/>
          <p:cNvSpPr/>
          <p:nvPr/>
        </p:nvSpPr>
        <p:spPr>
          <a:xfrm>
            <a:off x="-183035" y="3992544"/>
            <a:ext cx="203403" cy="203403"/>
          </a:xfrm>
          <a:prstGeom prst="ellipse">
            <a:avLst/>
          </a:prstGeom>
          <a:gradFill rotWithShape="1">
            <a:gsLst>
              <a:gs pos="0">
                <a:srgbClr val="FFFFFF">
                  <a:alpha val="24300"/>
                </a:srgbClr>
              </a:gs>
              <a:gs pos="28284">
                <a:srgbClr val="627D8D">
                  <a:alpha val="1215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9" name="!!rect-42m"/>
          <p:cNvSpPr/>
          <p:nvPr/>
        </p:nvSpPr>
        <p:spPr>
          <a:xfrm>
            <a:off x="2887535" y="2207946"/>
            <a:ext cx="3432429" cy="3864661"/>
          </a:xfrm>
          <a:prstGeom prst="roundRect">
            <a:avLst>
              <a:gd name="adj" fmla="val 5118"/>
            </a:avLst>
          </a:prstGeom>
          <a:solidFill>
            <a:srgbClr val="0B1A26">
              <a:alpha val="12000"/>
            </a:srgbClr>
          </a:solidFill>
          <a:ln>
            <a:noFill/>
          </a:ln>
          <a:effectLst>
            <a:softEdge rad="223744"/>
          </a:effectLst>
        </p:spPr>
      </p:sp>
      <p:sp>
        <p:nvSpPr>
          <p:cNvPr id="60" name="!!rect-42n"/>
          <p:cNvSpPr/>
          <p:nvPr/>
        </p:nvSpPr>
        <p:spPr>
          <a:xfrm>
            <a:off x="2951099" y="2220658"/>
            <a:ext cx="3305302" cy="368668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6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61" name="!!text-42o" descr="語意向量空間"/>
          <p:cNvSpPr txBox="1"/>
          <p:nvPr/>
        </p:nvSpPr>
        <p:spPr>
          <a:xfrm>
            <a:off x="3154502" y="2372194"/>
            <a:ext cx="1041170" cy="23930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01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語意向量空間</a:t>
            </a:r>
            <a:endParaRPr lang="zh-TW" sz="1301"/>
          </a:p>
        </p:txBody>
      </p:sp>
      <p:sp>
        <p:nvSpPr>
          <p:cNvPr id="62" name="!!text-42v" descr="依收藏、購物車與瀏覽紀錄比對"/>
          <p:cNvSpPr txBox="1"/>
          <p:nvPr/>
        </p:nvSpPr>
        <p:spPr>
          <a:xfrm>
            <a:off x="3154502" y="2643229"/>
            <a:ext cx="1999708" cy="20248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01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依收藏、購物車與瀏覽紀錄比對</a:t>
            </a:r>
            <a:endParaRPr lang="zh-TW" sz="1101"/>
          </a:p>
        </p:txBody>
      </p:sp>
      <p:sp>
        <p:nvSpPr>
          <p:cNvPr id="63" name="!!circle-43a"/>
          <p:cNvSpPr/>
          <p:nvPr/>
        </p:nvSpPr>
        <p:spPr>
          <a:xfrm>
            <a:off x="4595271" y="4327439"/>
            <a:ext cx="81768" cy="81768"/>
          </a:xfrm>
          <a:prstGeom prst="ellipse">
            <a:avLst/>
          </a:prstGeom>
          <a:solidFill>
            <a:srgbClr val="627D8D">
              <a:alpha val="35700"/>
            </a:srgbClr>
          </a:solidFill>
          <a:ln>
            <a:noFill/>
          </a:ln>
        </p:spPr>
      </p:sp>
      <p:sp>
        <p:nvSpPr>
          <p:cNvPr id="64" name="!!circle-43c"/>
          <p:cNvSpPr/>
          <p:nvPr/>
        </p:nvSpPr>
        <p:spPr>
          <a:xfrm>
            <a:off x="5557343" y="4362939"/>
            <a:ext cx="54919" cy="54919"/>
          </a:xfrm>
          <a:prstGeom prst="ellipse">
            <a:avLst/>
          </a:prstGeom>
          <a:solidFill>
            <a:srgbClr val="627D8D">
              <a:alpha val="33900"/>
            </a:srgbClr>
          </a:solidFill>
          <a:ln>
            <a:noFill/>
          </a:ln>
        </p:spPr>
      </p:sp>
      <p:sp>
        <p:nvSpPr>
          <p:cNvPr id="65" name="!!circle-43e"/>
          <p:cNvSpPr/>
          <p:nvPr/>
        </p:nvSpPr>
        <p:spPr>
          <a:xfrm>
            <a:off x="4867437" y="4113071"/>
            <a:ext cx="75259" cy="75259"/>
          </a:xfrm>
          <a:prstGeom prst="ellipse">
            <a:avLst/>
          </a:prstGeom>
          <a:solidFill>
            <a:srgbClr val="627D8D">
              <a:alpha val="43300"/>
            </a:srgbClr>
          </a:solidFill>
          <a:ln>
            <a:noFill/>
          </a:ln>
        </p:spPr>
      </p:sp>
      <p:sp>
        <p:nvSpPr>
          <p:cNvPr id="66" name="!!circle-43g"/>
          <p:cNvSpPr/>
          <p:nvPr/>
        </p:nvSpPr>
        <p:spPr>
          <a:xfrm>
            <a:off x="4337183" y="4708935"/>
            <a:ext cx="85506" cy="85506"/>
          </a:xfrm>
          <a:prstGeom prst="ellipse">
            <a:avLst/>
          </a:prstGeom>
          <a:solidFill>
            <a:srgbClr val="627D8D">
              <a:alpha val="22800"/>
            </a:srgbClr>
          </a:solidFill>
          <a:ln>
            <a:noFill/>
          </a:ln>
        </p:spPr>
      </p:sp>
      <p:sp>
        <p:nvSpPr>
          <p:cNvPr id="67" name="!!circle-43i"/>
          <p:cNvSpPr/>
          <p:nvPr/>
        </p:nvSpPr>
        <p:spPr>
          <a:xfrm>
            <a:off x="3669125" y="3639027"/>
            <a:ext cx="70988" cy="70988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68" name="!!circle-43k"/>
          <p:cNvSpPr/>
          <p:nvPr/>
        </p:nvSpPr>
        <p:spPr>
          <a:xfrm>
            <a:off x="4793906" y="3227689"/>
            <a:ext cx="81209" cy="81209"/>
          </a:xfrm>
          <a:prstGeom prst="ellipse">
            <a:avLst/>
          </a:prstGeom>
          <a:solidFill>
            <a:srgbClr val="627D8D">
              <a:alpha val="35300"/>
            </a:srgbClr>
          </a:solidFill>
          <a:ln>
            <a:noFill/>
          </a:ln>
        </p:spPr>
      </p:sp>
      <p:sp>
        <p:nvSpPr>
          <p:cNvPr id="69" name="!!circle-43m"/>
          <p:cNvSpPr/>
          <p:nvPr/>
        </p:nvSpPr>
        <p:spPr>
          <a:xfrm>
            <a:off x="4329677" y="5181485"/>
            <a:ext cx="91811" cy="91811"/>
          </a:xfrm>
          <a:prstGeom prst="ellipse">
            <a:avLst/>
          </a:prstGeom>
          <a:solidFill>
            <a:srgbClr val="627D8D">
              <a:alpha val="41100"/>
            </a:srgbClr>
          </a:solidFill>
          <a:ln>
            <a:noFill/>
          </a:ln>
        </p:spPr>
      </p:sp>
      <p:sp>
        <p:nvSpPr>
          <p:cNvPr id="70" name="!!circle-43o"/>
          <p:cNvSpPr/>
          <p:nvPr/>
        </p:nvSpPr>
        <p:spPr>
          <a:xfrm>
            <a:off x="4061820" y="4591126"/>
            <a:ext cx="63652" cy="63652"/>
          </a:xfrm>
          <a:prstGeom prst="ellipse">
            <a:avLst/>
          </a:prstGeom>
          <a:solidFill>
            <a:srgbClr val="627D8D">
              <a:alpha val="19700"/>
            </a:srgbClr>
          </a:solidFill>
          <a:ln>
            <a:noFill/>
          </a:ln>
        </p:spPr>
      </p:sp>
      <p:sp>
        <p:nvSpPr>
          <p:cNvPr id="71" name="!!circle-43q"/>
          <p:cNvSpPr/>
          <p:nvPr/>
        </p:nvSpPr>
        <p:spPr>
          <a:xfrm>
            <a:off x="5244559" y="5559084"/>
            <a:ext cx="65941" cy="65941"/>
          </a:xfrm>
          <a:prstGeom prst="ellipse">
            <a:avLst/>
          </a:prstGeom>
          <a:solidFill>
            <a:srgbClr val="627D8D">
              <a:alpha val="22400"/>
            </a:srgbClr>
          </a:solidFill>
          <a:ln>
            <a:noFill/>
          </a:ln>
        </p:spPr>
      </p:sp>
      <p:sp>
        <p:nvSpPr>
          <p:cNvPr id="72" name="!!circle-43s"/>
          <p:cNvSpPr/>
          <p:nvPr/>
        </p:nvSpPr>
        <p:spPr>
          <a:xfrm>
            <a:off x="5245417" y="3829374"/>
            <a:ext cx="78997" cy="78997"/>
          </a:xfrm>
          <a:prstGeom prst="ellipse">
            <a:avLst/>
          </a:prstGeom>
          <a:solidFill>
            <a:srgbClr val="627D8D">
              <a:alpha val="35300"/>
            </a:srgbClr>
          </a:solidFill>
          <a:ln>
            <a:noFill/>
          </a:ln>
        </p:spPr>
      </p:sp>
      <p:sp>
        <p:nvSpPr>
          <p:cNvPr id="73" name="!!circle-43u"/>
          <p:cNvSpPr/>
          <p:nvPr/>
        </p:nvSpPr>
        <p:spPr>
          <a:xfrm>
            <a:off x="5523024" y="3264276"/>
            <a:ext cx="94061" cy="94061"/>
          </a:xfrm>
          <a:prstGeom prst="ellipse">
            <a:avLst/>
          </a:prstGeom>
          <a:solidFill>
            <a:srgbClr val="627D8D">
              <a:alpha val="42600"/>
            </a:srgbClr>
          </a:solidFill>
          <a:ln>
            <a:noFill/>
          </a:ln>
        </p:spPr>
      </p:sp>
      <p:sp>
        <p:nvSpPr>
          <p:cNvPr id="74" name="!!circle-43w"/>
          <p:cNvSpPr/>
          <p:nvPr/>
        </p:nvSpPr>
        <p:spPr>
          <a:xfrm>
            <a:off x="4253928" y="2961949"/>
            <a:ext cx="54754" cy="54754"/>
          </a:xfrm>
          <a:prstGeom prst="ellipse">
            <a:avLst/>
          </a:prstGeom>
          <a:solidFill>
            <a:srgbClr val="627D8D">
              <a:alpha val="43200"/>
            </a:srgbClr>
          </a:solidFill>
          <a:ln>
            <a:noFill/>
          </a:ln>
        </p:spPr>
      </p:sp>
      <p:sp>
        <p:nvSpPr>
          <p:cNvPr id="75" name="!!circle-43y"/>
          <p:cNvSpPr/>
          <p:nvPr/>
        </p:nvSpPr>
        <p:spPr>
          <a:xfrm>
            <a:off x="4563781" y="4325532"/>
            <a:ext cx="64606" cy="64606"/>
          </a:xfrm>
          <a:prstGeom prst="ellipse">
            <a:avLst/>
          </a:prstGeom>
          <a:solidFill>
            <a:srgbClr val="627D8D">
              <a:alpha val="33100"/>
            </a:srgbClr>
          </a:solidFill>
          <a:ln>
            <a:noFill/>
          </a:ln>
        </p:spPr>
      </p:sp>
      <p:sp>
        <p:nvSpPr>
          <p:cNvPr id="76" name="!!circle-440"/>
          <p:cNvSpPr/>
          <p:nvPr/>
        </p:nvSpPr>
        <p:spPr>
          <a:xfrm>
            <a:off x="5217017" y="3121042"/>
            <a:ext cx="83599" cy="83599"/>
          </a:xfrm>
          <a:prstGeom prst="ellipse">
            <a:avLst/>
          </a:prstGeom>
          <a:solidFill>
            <a:srgbClr val="627D8D">
              <a:alpha val="19400"/>
            </a:srgbClr>
          </a:solidFill>
          <a:ln>
            <a:noFill/>
          </a:ln>
        </p:spPr>
      </p:sp>
      <p:sp>
        <p:nvSpPr>
          <p:cNvPr id="77" name="!!circle-442"/>
          <p:cNvSpPr/>
          <p:nvPr/>
        </p:nvSpPr>
        <p:spPr>
          <a:xfrm>
            <a:off x="4398186" y="4604442"/>
            <a:ext cx="100901" cy="100901"/>
          </a:xfrm>
          <a:prstGeom prst="ellipse">
            <a:avLst/>
          </a:prstGeom>
          <a:solidFill>
            <a:srgbClr val="627D8D">
              <a:alpha val="30800"/>
            </a:srgbClr>
          </a:solidFill>
          <a:ln>
            <a:noFill/>
          </a:ln>
        </p:spPr>
      </p:sp>
      <p:sp>
        <p:nvSpPr>
          <p:cNvPr id="78" name="!!circle-444"/>
          <p:cNvSpPr/>
          <p:nvPr/>
        </p:nvSpPr>
        <p:spPr>
          <a:xfrm>
            <a:off x="4482490" y="3857800"/>
            <a:ext cx="53304" cy="53304"/>
          </a:xfrm>
          <a:prstGeom prst="ellipse">
            <a:avLst/>
          </a:prstGeom>
          <a:solidFill>
            <a:srgbClr val="627D8D">
              <a:alpha val="40000"/>
            </a:srgbClr>
          </a:solidFill>
          <a:ln>
            <a:noFill/>
          </a:ln>
        </p:spPr>
      </p:sp>
      <p:sp>
        <p:nvSpPr>
          <p:cNvPr id="79" name="!!circle-446"/>
          <p:cNvSpPr/>
          <p:nvPr/>
        </p:nvSpPr>
        <p:spPr>
          <a:xfrm>
            <a:off x="4345345" y="4962572"/>
            <a:ext cx="66131" cy="66131"/>
          </a:xfrm>
          <a:prstGeom prst="ellipse">
            <a:avLst/>
          </a:prstGeom>
          <a:solidFill>
            <a:srgbClr val="627D8D">
              <a:alpha val="34600"/>
            </a:srgbClr>
          </a:solidFill>
          <a:ln>
            <a:noFill/>
          </a:ln>
        </p:spPr>
      </p:sp>
      <p:sp>
        <p:nvSpPr>
          <p:cNvPr id="80" name="!!circle-448"/>
          <p:cNvSpPr/>
          <p:nvPr/>
        </p:nvSpPr>
        <p:spPr>
          <a:xfrm>
            <a:off x="4148648" y="5192831"/>
            <a:ext cx="59000" cy="59000"/>
          </a:xfrm>
          <a:prstGeom prst="ellipse">
            <a:avLst/>
          </a:prstGeom>
          <a:solidFill>
            <a:srgbClr val="627D8D">
              <a:alpha val="21600"/>
            </a:srgbClr>
          </a:solidFill>
          <a:ln>
            <a:noFill/>
          </a:ln>
        </p:spPr>
      </p:sp>
      <p:sp>
        <p:nvSpPr>
          <p:cNvPr id="81" name="!!circle-44a"/>
          <p:cNvSpPr/>
          <p:nvPr/>
        </p:nvSpPr>
        <p:spPr>
          <a:xfrm>
            <a:off x="4939353" y="4595779"/>
            <a:ext cx="57233" cy="57233"/>
          </a:xfrm>
          <a:prstGeom prst="ellipse">
            <a:avLst/>
          </a:prstGeom>
          <a:solidFill>
            <a:srgbClr val="627D8D">
              <a:alpha val="29100"/>
            </a:srgbClr>
          </a:solidFill>
          <a:ln>
            <a:noFill/>
          </a:ln>
        </p:spPr>
      </p:sp>
      <p:sp>
        <p:nvSpPr>
          <p:cNvPr id="82" name="!!circle-44c"/>
          <p:cNvSpPr/>
          <p:nvPr/>
        </p:nvSpPr>
        <p:spPr>
          <a:xfrm>
            <a:off x="4214360" y="5434614"/>
            <a:ext cx="94227" cy="94227"/>
          </a:xfrm>
          <a:prstGeom prst="ellipse">
            <a:avLst/>
          </a:prstGeom>
          <a:solidFill>
            <a:srgbClr val="627D8D">
              <a:alpha val="36900"/>
            </a:srgbClr>
          </a:solidFill>
          <a:ln>
            <a:noFill/>
          </a:ln>
        </p:spPr>
      </p:sp>
      <p:sp>
        <p:nvSpPr>
          <p:cNvPr id="83" name="!!circle-44e"/>
          <p:cNvSpPr/>
          <p:nvPr/>
        </p:nvSpPr>
        <p:spPr>
          <a:xfrm>
            <a:off x="4314136" y="5390736"/>
            <a:ext cx="80713" cy="80713"/>
          </a:xfrm>
          <a:prstGeom prst="ellipse">
            <a:avLst/>
          </a:prstGeom>
          <a:solidFill>
            <a:srgbClr val="627D8D">
              <a:alpha val="31000"/>
            </a:srgbClr>
          </a:solidFill>
          <a:ln>
            <a:noFill/>
          </a:ln>
        </p:spPr>
      </p:sp>
      <p:sp>
        <p:nvSpPr>
          <p:cNvPr id="84" name="!!circle-44g"/>
          <p:cNvSpPr/>
          <p:nvPr/>
        </p:nvSpPr>
        <p:spPr>
          <a:xfrm>
            <a:off x="4040723" y="4300482"/>
            <a:ext cx="51283" cy="51283"/>
          </a:xfrm>
          <a:prstGeom prst="ellipse">
            <a:avLst/>
          </a:prstGeom>
          <a:solidFill>
            <a:srgbClr val="627D8D">
              <a:alpha val="44400"/>
            </a:srgbClr>
          </a:solidFill>
          <a:ln>
            <a:noFill/>
          </a:ln>
        </p:spPr>
      </p:sp>
      <p:sp>
        <p:nvSpPr>
          <p:cNvPr id="85" name="!!circle-44i"/>
          <p:cNvSpPr/>
          <p:nvPr/>
        </p:nvSpPr>
        <p:spPr>
          <a:xfrm>
            <a:off x="4020288" y="4006837"/>
            <a:ext cx="57131" cy="57131"/>
          </a:xfrm>
          <a:prstGeom prst="ellipse">
            <a:avLst/>
          </a:prstGeom>
          <a:solidFill>
            <a:srgbClr val="627D8D">
              <a:alpha val="20400"/>
            </a:srgbClr>
          </a:solidFill>
          <a:ln>
            <a:noFill/>
          </a:ln>
        </p:spPr>
      </p:sp>
      <p:sp>
        <p:nvSpPr>
          <p:cNvPr id="86" name="!!circle-44k"/>
          <p:cNvSpPr/>
          <p:nvPr/>
        </p:nvSpPr>
        <p:spPr>
          <a:xfrm>
            <a:off x="5250750" y="4369652"/>
            <a:ext cx="76988" cy="76988"/>
          </a:xfrm>
          <a:prstGeom prst="ellipse">
            <a:avLst/>
          </a:prstGeom>
          <a:solidFill>
            <a:srgbClr val="627D8D">
              <a:alpha val="21100"/>
            </a:srgbClr>
          </a:solidFill>
          <a:ln>
            <a:noFill/>
          </a:ln>
        </p:spPr>
      </p:sp>
      <p:sp>
        <p:nvSpPr>
          <p:cNvPr id="87" name="!!circle-44m"/>
          <p:cNvSpPr/>
          <p:nvPr/>
        </p:nvSpPr>
        <p:spPr>
          <a:xfrm>
            <a:off x="4722747" y="4572120"/>
            <a:ext cx="95828" cy="95828"/>
          </a:xfrm>
          <a:prstGeom prst="ellipse">
            <a:avLst/>
          </a:prstGeom>
          <a:solidFill>
            <a:srgbClr val="627D8D">
              <a:alpha val="46800"/>
            </a:srgbClr>
          </a:solidFill>
          <a:ln>
            <a:noFill/>
          </a:ln>
        </p:spPr>
      </p:sp>
      <p:sp>
        <p:nvSpPr>
          <p:cNvPr id="88" name="!!circle-44o"/>
          <p:cNvSpPr/>
          <p:nvPr/>
        </p:nvSpPr>
        <p:spPr>
          <a:xfrm>
            <a:off x="4838369" y="4530028"/>
            <a:ext cx="80001" cy="80001"/>
          </a:xfrm>
          <a:prstGeom prst="ellipse">
            <a:avLst/>
          </a:prstGeom>
          <a:solidFill>
            <a:srgbClr val="627D8D">
              <a:alpha val="32600"/>
            </a:srgbClr>
          </a:solidFill>
          <a:ln>
            <a:noFill/>
          </a:ln>
        </p:spPr>
      </p:sp>
      <p:sp>
        <p:nvSpPr>
          <p:cNvPr id="89" name="!!circle-44q"/>
          <p:cNvSpPr/>
          <p:nvPr/>
        </p:nvSpPr>
        <p:spPr>
          <a:xfrm>
            <a:off x="3427488" y="4659247"/>
            <a:ext cx="83942" cy="83942"/>
          </a:xfrm>
          <a:prstGeom prst="ellipse">
            <a:avLst/>
          </a:prstGeom>
          <a:solidFill>
            <a:srgbClr val="627D8D">
              <a:alpha val="47900"/>
            </a:srgbClr>
          </a:solidFill>
          <a:ln>
            <a:noFill/>
          </a:ln>
        </p:spPr>
      </p:sp>
      <p:sp>
        <p:nvSpPr>
          <p:cNvPr id="90" name="!!circle-44s"/>
          <p:cNvSpPr/>
          <p:nvPr/>
        </p:nvSpPr>
        <p:spPr>
          <a:xfrm>
            <a:off x="5163662" y="3260125"/>
            <a:ext cx="57843" cy="57843"/>
          </a:xfrm>
          <a:prstGeom prst="ellipse">
            <a:avLst/>
          </a:prstGeom>
          <a:solidFill>
            <a:srgbClr val="627D8D">
              <a:alpha val="37400"/>
            </a:srgbClr>
          </a:solidFill>
          <a:ln>
            <a:noFill/>
          </a:ln>
        </p:spPr>
      </p:sp>
      <p:sp>
        <p:nvSpPr>
          <p:cNvPr id="91" name="!!circle-44u"/>
          <p:cNvSpPr/>
          <p:nvPr/>
        </p:nvSpPr>
        <p:spPr>
          <a:xfrm>
            <a:off x="5875122" y="3809708"/>
            <a:ext cx="97913" cy="97913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92" name="!!circle-44w"/>
          <p:cNvSpPr/>
          <p:nvPr/>
        </p:nvSpPr>
        <p:spPr>
          <a:xfrm>
            <a:off x="5305599" y="4679689"/>
            <a:ext cx="54474" cy="54474"/>
          </a:xfrm>
          <a:prstGeom prst="ellipse">
            <a:avLst/>
          </a:prstGeom>
          <a:solidFill>
            <a:srgbClr val="627D8D">
              <a:alpha val="26600"/>
            </a:srgbClr>
          </a:solidFill>
          <a:ln>
            <a:noFill/>
          </a:ln>
        </p:spPr>
      </p:sp>
      <p:sp>
        <p:nvSpPr>
          <p:cNvPr id="93" name="!!circle-44y"/>
          <p:cNvSpPr/>
          <p:nvPr/>
        </p:nvSpPr>
        <p:spPr>
          <a:xfrm>
            <a:off x="5021070" y="4224263"/>
            <a:ext cx="82772" cy="82772"/>
          </a:xfrm>
          <a:prstGeom prst="ellipse">
            <a:avLst/>
          </a:prstGeom>
          <a:solidFill>
            <a:srgbClr val="627D8D">
              <a:alpha val="24800"/>
            </a:srgbClr>
          </a:solidFill>
          <a:ln>
            <a:noFill/>
          </a:ln>
        </p:spPr>
      </p:sp>
      <p:sp>
        <p:nvSpPr>
          <p:cNvPr id="94" name="!!circle-450"/>
          <p:cNvSpPr/>
          <p:nvPr/>
        </p:nvSpPr>
        <p:spPr>
          <a:xfrm>
            <a:off x="5186004" y="3752831"/>
            <a:ext cx="55529" cy="55529"/>
          </a:xfrm>
          <a:prstGeom prst="ellipse">
            <a:avLst/>
          </a:prstGeom>
          <a:solidFill>
            <a:srgbClr val="627D8D">
              <a:alpha val="34600"/>
            </a:srgbClr>
          </a:solidFill>
          <a:ln>
            <a:noFill/>
          </a:ln>
        </p:spPr>
      </p:sp>
      <p:sp>
        <p:nvSpPr>
          <p:cNvPr id="95" name="!!circle-452"/>
          <p:cNvSpPr/>
          <p:nvPr/>
        </p:nvSpPr>
        <p:spPr>
          <a:xfrm>
            <a:off x="4224517" y="3368564"/>
            <a:ext cx="92383" cy="92383"/>
          </a:xfrm>
          <a:prstGeom prst="ellipse">
            <a:avLst/>
          </a:prstGeom>
          <a:solidFill>
            <a:srgbClr val="627D8D">
              <a:alpha val="46100"/>
            </a:srgbClr>
          </a:solidFill>
          <a:ln>
            <a:noFill/>
          </a:ln>
        </p:spPr>
      </p:sp>
      <p:sp>
        <p:nvSpPr>
          <p:cNvPr id="96" name="!!circle-454"/>
          <p:cNvSpPr/>
          <p:nvPr/>
        </p:nvSpPr>
        <p:spPr>
          <a:xfrm>
            <a:off x="5268211" y="2897203"/>
            <a:ext cx="72869" cy="72869"/>
          </a:xfrm>
          <a:prstGeom prst="ellipse">
            <a:avLst/>
          </a:prstGeom>
          <a:solidFill>
            <a:srgbClr val="627D8D">
              <a:alpha val="43500"/>
            </a:srgbClr>
          </a:solidFill>
          <a:ln>
            <a:noFill/>
          </a:ln>
        </p:spPr>
      </p:sp>
      <p:sp>
        <p:nvSpPr>
          <p:cNvPr id="97" name="!!circle-456"/>
          <p:cNvSpPr/>
          <p:nvPr/>
        </p:nvSpPr>
        <p:spPr>
          <a:xfrm>
            <a:off x="4756080" y="4792431"/>
            <a:ext cx="82823" cy="82823"/>
          </a:xfrm>
          <a:prstGeom prst="ellipse">
            <a:avLst/>
          </a:prstGeom>
          <a:solidFill>
            <a:srgbClr val="627D8D">
              <a:alpha val="18000"/>
            </a:srgbClr>
          </a:solidFill>
          <a:ln>
            <a:noFill/>
          </a:ln>
        </p:spPr>
      </p:sp>
      <p:sp>
        <p:nvSpPr>
          <p:cNvPr id="98" name="!!circle-458"/>
          <p:cNvSpPr/>
          <p:nvPr/>
        </p:nvSpPr>
        <p:spPr>
          <a:xfrm>
            <a:off x="4563158" y="4232857"/>
            <a:ext cx="59152" cy="59152"/>
          </a:xfrm>
          <a:prstGeom prst="ellipse">
            <a:avLst/>
          </a:prstGeom>
          <a:solidFill>
            <a:srgbClr val="627D8D">
              <a:alpha val="42199"/>
            </a:srgbClr>
          </a:solidFill>
          <a:ln>
            <a:noFill/>
          </a:ln>
        </p:spPr>
      </p:sp>
      <p:sp>
        <p:nvSpPr>
          <p:cNvPr id="99" name="!!circle-45a"/>
          <p:cNvSpPr/>
          <p:nvPr/>
        </p:nvSpPr>
        <p:spPr>
          <a:xfrm>
            <a:off x="3332715" y="3100784"/>
            <a:ext cx="101574" cy="101574"/>
          </a:xfrm>
          <a:prstGeom prst="ellipse">
            <a:avLst/>
          </a:prstGeom>
          <a:solidFill>
            <a:srgbClr val="627D8D">
              <a:alpha val="36395"/>
            </a:srgbClr>
          </a:solidFill>
          <a:ln>
            <a:noFill/>
          </a:ln>
        </p:spPr>
      </p:sp>
      <p:sp>
        <p:nvSpPr>
          <p:cNvPr id="100" name="!!circle-45c"/>
          <p:cNvSpPr/>
          <p:nvPr/>
        </p:nvSpPr>
        <p:spPr>
          <a:xfrm>
            <a:off x="5125340" y="5152728"/>
            <a:ext cx="97570" cy="97570"/>
          </a:xfrm>
          <a:prstGeom prst="ellipse">
            <a:avLst/>
          </a:prstGeom>
          <a:solidFill>
            <a:srgbClr val="627D8D">
              <a:alpha val="47481"/>
            </a:srgbClr>
          </a:solidFill>
          <a:ln>
            <a:noFill/>
          </a:ln>
        </p:spPr>
      </p:sp>
      <p:sp>
        <p:nvSpPr>
          <p:cNvPr id="101" name="!!circle-45e"/>
          <p:cNvSpPr/>
          <p:nvPr/>
        </p:nvSpPr>
        <p:spPr>
          <a:xfrm>
            <a:off x="3306355" y="3339624"/>
            <a:ext cx="81158" cy="81158"/>
          </a:xfrm>
          <a:prstGeom prst="ellipse">
            <a:avLst/>
          </a:prstGeom>
          <a:solidFill>
            <a:srgbClr val="627D8D">
              <a:alpha val="29774"/>
            </a:srgbClr>
          </a:solidFill>
          <a:ln>
            <a:noFill/>
          </a:ln>
        </p:spPr>
      </p:sp>
      <p:sp>
        <p:nvSpPr>
          <p:cNvPr id="102" name="!!circle-45g"/>
          <p:cNvSpPr/>
          <p:nvPr/>
        </p:nvSpPr>
        <p:spPr>
          <a:xfrm>
            <a:off x="4345816" y="4349807"/>
            <a:ext cx="53419" cy="53419"/>
          </a:xfrm>
          <a:prstGeom prst="ellipse">
            <a:avLst/>
          </a:prstGeom>
          <a:solidFill>
            <a:srgbClr val="627D8D">
              <a:alpha val="19767"/>
            </a:srgbClr>
          </a:solidFill>
          <a:ln>
            <a:noFill/>
          </a:ln>
        </p:spPr>
      </p:sp>
      <p:sp>
        <p:nvSpPr>
          <p:cNvPr id="103" name="!!circle-45i"/>
          <p:cNvSpPr/>
          <p:nvPr/>
        </p:nvSpPr>
        <p:spPr>
          <a:xfrm>
            <a:off x="4463065" y="3623079"/>
            <a:ext cx="72068" cy="72068"/>
          </a:xfrm>
          <a:prstGeom prst="ellipse">
            <a:avLst/>
          </a:prstGeom>
          <a:solidFill>
            <a:srgbClr val="627D8D">
              <a:alpha val="39685"/>
            </a:srgbClr>
          </a:solidFill>
          <a:ln>
            <a:noFill/>
          </a:ln>
        </p:spPr>
      </p:sp>
      <p:sp>
        <p:nvSpPr>
          <p:cNvPr id="104" name="!!circle-45k"/>
          <p:cNvSpPr/>
          <p:nvPr/>
        </p:nvSpPr>
        <p:spPr>
          <a:xfrm>
            <a:off x="4322329" y="3803720"/>
            <a:ext cx="80789" cy="80789"/>
          </a:xfrm>
          <a:prstGeom prst="ellipse">
            <a:avLst/>
          </a:prstGeom>
          <a:solidFill>
            <a:srgbClr val="627D8D">
              <a:alpha val="29064"/>
            </a:srgbClr>
          </a:solidFill>
          <a:ln>
            <a:noFill/>
          </a:ln>
        </p:spPr>
      </p:sp>
      <p:sp>
        <p:nvSpPr>
          <p:cNvPr id="105" name="!!circle-45m"/>
          <p:cNvSpPr/>
          <p:nvPr/>
        </p:nvSpPr>
        <p:spPr>
          <a:xfrm>
            <a:off x="5896333" y="3694493"/>
            <a:ext cx="73505" cy="73505"/>
          </a:xfrm>
          <a:prstGeom prst="ellipse">
            <a:avLst/>
          </a:prstGeom>
          <a:solidFill>
            <a:srgbClr val="627D8D">
              <a:alpha val="25218"/>
            </a:srgbClr>
          </a:solidFill>
          <a:ln>
            <a:noFill/>
          </a:ln>
        </p:spPr>
      </p:sp>
      <p:sp>
        <p:nvSpPr>
          <p:cNvPr id="106" name="!!circle-45o"/>
          <p:cNvSpPr/>
          <p:nvPr/>
        </p:nvSpPr>
        <p:spPr>
          <a:xfrm>
            <a:off x="5078690" y="3747161"/>
            <a:ext cx="79454" cy="79454"/>
          </a:xfrm>
          <a:prstGeom prst="ellipse">
            <a:avLst/>
          </a:prstGeom>
          <a:solidFill>
            <a:srgbClr val="627D8D">
              <a:alpha val="36904"/>
            </a:srgbClr>
          </a:solidFill>
          <a:ln>
            <a:noFill/>
          </a:ln>
        </p:spPr>
      </p:sp>
      <p:sp>
        <p:nvSpPr>
          <p:cNvPr id="107" name="!!circle-45q"/>
          <p:cNvSpPr/>
          <p:nvPr/>
        </p:nvSpPr>
        <p:spPr>
          <a:xfrm>
            <a:off x="3183582" y="3247508"/>
            <a:ext cx="59228" cy="59228"/>
          </a:xfrm>
          <a:prstGeom prst="ellipse">
            <a:avLst/>
          </a:prstGeom>
          <a:solidFill>
            <a:srgbClr val="627D8D">
              <a:alpha val="42047"/>
            </a:srgbClr>
          </a:solidFill>
          <a:ln>
            <a:noFill/>
          </a:ln>
        </p:spPr>
      </p:sp>
      <p:sp>
        <p:nvSpPr>
          <p:cNvPr id="108" name="!!circle-45s"/>
          <p:cNvSpPr/>
          <p:nvPr/>
        </p:nvSpPr>
        <p:spPr>
          <a:xfrm>
            <a:off x="3554450" y="5122180"/>
            <a:ext cx="60678" cy="60678"/>
          </a:xfrm>
          <a:prstGeom prst="ellipse">
            <a:avLst/>
          </a:prstGeom>
          <a:solidFill>
            <a:srgbClr val="627D8D">
              <a:alpha val="36204"/>
            </a:srgbClr>
          </a:solidFill>
          <a:ln>
            <a:noFill/>
          </a:ln>
        </p:spPr>
      </p:sp>
      <p:sp>
        <p:nvSpPr>
          <p:cNvPr id="109" name="!!text-48o" descr="個人化推薦"/>
          <p:cNvSpPr txBox="1"/>
          <p:nvPr/>
        </p:nvSpPr>
        <p:spPr>
          <a:xfrm>
            <a:off x="707307" y="632588"/>
            <a:ext cx="881753" cy="22089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01" b="1" kern="0" spc="144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個人化推</a:t>
            </a:r>
            <a:r>
              <a:rPr lang="zh-TW" altLang="en-US" sz="1201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薦</a:t>
            </a:r>
            <a:endParaRPr lang="zh-TW" sz="1201"/>
          </a:p>
        </p:txBody>
      </p:sp>
      <p:sp>
        <p:nvSpPr>
          <p:cNvPr id="110" name="!!text-48z" descr="每本推薦，都有理由"/>
          <p:cNvSpPr txBox="1"/>
          <p:nvPr/>
        </p:nvSpPr>
        <p:spPr>
          <a:xfrm>
            <a:off x="707307" y="901589"/>
            <a:ext cx="4036537" cy="66268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3604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每本推</a:t>
            </a:r>
            <a:r>
              <a:rPr lang="zh-TW" altLang="en-US" sz="3604" kern="0" spc="-1081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薦</a:t>
            </a:r>
            <a:r>
              <a:rPr lang="zh-TW" altLang="en-US" sz="3604" kern="0" spc="-649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，</a:t>
            </a:r>
            <a:r>
              <a:rPr lang="zh-TW" altLang="en-US" sz="3604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都有理由</a:t>
            </a:r>
            <a:endParaRPr lang="zh-TW" sz="3604"/>
          </a:p>
        </p:txBody>
      </p:sp>
      <p:sp>
        <p:nvSpPr>
          <p:cNvPr id="111" name="!!text-49d" descr="分析收藏與瀏覽紀錄，以語意向量找出相近書籍並寫下推薦理由。"/>
          <p:cNvSpPr txBox="1"/>
          <p:nvPr/>
        </p:nvSpPr>
        <p:spPr>
          <a:xfrm>
            <a:off x="707307" y="1618159"/>
            <a:ext cx="5587232" cy="2761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502" kern="0" dirty="0">
                <a:solidFill>
                  <a:srgbClr val="3F4A54"/>
                </a:solidFill>
                <a:latin typeface="Noto Sans TC Medium"/>
                <a:ea typeface="Noto Sans TC Medium"/>
                <a:cs typeface="Noto Sans TC Medium"/>
              </a:rPr>
              <a:t>分析收藏與瀏覽紀錄，以語意向量找出相近書籍並寫下推薦理由。</a:t>
            </a:r>
            <a:endParaRPr lang="zh-TW" sz="1502"/>
          </a:p>
        </p:txBody>
      </p:sp>
      <p:sp>
        <p:nvSpPr>
          <p:cNvPr id="112" name="!!rect-7lb"/>
          <p:cNvSpPr/>
          <p:nvPr/>
        </p:nvSpPr>
        <p:spPr>
          <a:xfrm>
            <a:off x="8521700" y="660400"/>
            <a:ext cx="2933700" cy="6121400"/>
          </a:xfrm>
          <a:prstGeom prst="roundRect">
            <a:avLst>
              <a:gd name="adj" fmla="val 18020"/>
            </a:avLst>
          </a:prstGeom>
          <a:solidFill>
            <a:srgbClr val="0B1A26">
              <a:alpha val="30000"/>
            </a:srgbClr>
          </a:solidFill>
          <a:ln>
            <a:noFill/>
          </a:ln>
          <a:effectLst>
            <a:softEdge rad="474980"/>
          </a:effectLst>
        </p:spPr>
      </p:sp>
      <p:sp>
        <p:nvSpPr>
          <p:cNvPr id="113" name="!!rect-7lc"/>
          <p:cNvSpPr/>
          <p:nvPr/>
        </p:nvSpPr>
        <p:spPr>
          <a:xfrm>
            <a:off x="8591550" y="527050"/>
            <a:ext cx="2794000" cy="5829300"/>
          </a:xfrm>
          <a:prstGeom prst="roundRect">
            <a:avLst>
              <a:gd name="adj" fmla="val 16825"/>
            </a:avLst>
          </a:prstGeom>
          <a:solidFill>
            <a:srgbClr val="0B1A26">
              <a:alpha val="16000"/>
            </a:srgbClr>
          </a:solidFill>
          <a:ln>
            <a:noFill/>
          </a:ln>
          <a:effectLst>
            <a:softEdge rad="125730"/>
          </a:effectLst>
        </p:spPr>
      </p:sp>
      <p:sp>
        <p:nvSpPr>
          <p:cNvPr id="114" name="!!rect-7ld"/>
          <p:cNvSpPr/>
          <p:nvPr/>
        </p:nvSpPr>
        <p:spPr>
          <a:xfrm>
            <a:off x="8590280" y="1676400"/>
            <a:ext cx="31750" cy="2159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115" name="!!rect-7le"/>
          <p:cNvSpPr/>
          <p:nvPr/>
        </p:nvSpPr>
        <p:spPr>
          <a:xfrm>
            <a:off x="8590280" y="2108200"/>
            <a:ext cx="31750" cy="4064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116" name="!!rect-7lf"/>
          <p:cNvSpPr/>
          <p:nvPr/>
        </p:nvSpPr>
        <p:spPr>
          <a:xfrm>
            <a:off x="8590280" y="2603500"/>
            <a:ext cx="31750" cy="4064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117" name="!!rect-7lg"/>
          <p:cNvSpPr/>
          <p:nvPr/>
        </p:nvSpPr>
        <p:spPr>
          <a:xfrm>
            <a:off x="11355070" y="2260600"/>
            <a:ext cx="31750" cy="6350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118" name="!!rect-7lh"/>
          <p:cNvSpPr/>
          <p:nvPr/>
        </p:nvSpPr>
        <p:spPr>
          <a:xfrm>
            <a:off x="11357610" y="4114800"/>
            <a:ext cx="25400" cy="419100"/>
          </a:xfrm>
          <a:prstGeom prst="roundRect">
            <a:avLst>
              <a:gd name="adj" fmla="val 50000"/>
            </a:avLst>
          </a:prstGeom>
          <a:solidFill>
            <a:srgbClr val="8795A0"/>
          </a:solidFill>
          <a:ln>
            <a:noFill/>
          </a:ln>
        </p:spPr>
      </p:sp>
      <p:sp>
        <p:nvSpPr>
          <p:cNvPr id="119" name="!!rect-7li"/>
          <p:cNvSpPr/>
          <p:nvPr/>
        </p:nvSpPr>
        <p:spPr>
          <a:xfrm>
            <a:off x="8610600" y="508000"/>
            <a:ext cx="2755900" cy="5753100"/>
          </a:xfrm>
          <a:prstGeom prst="roundRect">
            <a:avLst>
              <a:gd name="adj" fmla="val 16359"/>
            </a:avLst>
          </a:prstGeom>
          <a:gradFill rotWithShape="1">
            <a:gsLst>
              <a:gs pos="0">
                <a:srgbClr val="FBFCFD"/>
              </a:gs>
              <a:gs pos="18000">
                <a:srgbClr val="DDE5EB"/>
              </a:gs>
              <a:gs pos="46000">
                <a:srgbClr val="B4C2CC"/>
              </a:gs>
              <a:gs pos="62000">
                <a:srgbClr val="D3DCE3"/>
              </a:gs>
              <a:gs pos="84000">
                <a:srgbClr val="A9B8C3"/>
              </a:gs>
              <a:gs pos="100000">
                <a:srgbClr val="E8EEF2"/>
              </a:gs>
              <a:gs pos="100000">
                <a:srgbClr val="E8EEF2"/>
              </a:gs>
            </a:gsLst>
            <a:lin ang="3864255" scaled="0"/>
          </a:gradFill>
          <a:ln>
            <a:noFill/>
          </a:ln>
        </p:spPr>
      </p:sp>
      <p:sp>
        <p:nvSpPr>
          <p:cNvPr id="120" name="!!rect-7lj"/>
          <p:cNvSpPr/>
          <p:nvPr/>
        </p:nvSpPr>
        <p:spPr>
          <a:xfrm>
            <a:off x="8614410" y="511810"/>
            <a:ext cx="2748280" cy="5745480"/>
          </a:xfrm>
          <a:prstGeom prst="roundRect">
            <a:avLst>
              <a:gd name="adj" fmla="val 16266"/>
            </a:avLst>
          </a:prstGeom>
          <a:noFill/>
          <a:ln w="7620" cap="flat">
            <a:solidFill>
              <a:srgbClr val="7F8F9B">
                <a:alpha val="55000"/>
              </a:srgbClr>
            </a:solidFill>
            <a:prstDash val="solid"/>
            <a:miter lim="800000"/>
          </a:ln>
        </p:spPr>
      </p:sp>
      <p:sp>
        <p:nvSpPr>
          <p:cNvPr id="121" name="!!rect-7lk"/>
          <p:cNvSpPr/>
          <p:nvPr/>
        </p:nvSpPr>
        <p:spPr>
          <a:xfrm>
            <a:off x="8637270" y="534670"/>
            <a:ext cx="2702560" cy="5699760"/>
          </a:xfrm>
          <a:prstGeom prst="roundRect">
            <a:avLst>
              <a:gd name="adj" fmla="val 15695"/>
            </a:avLst>
          </a:prstGeom>
          <a:noFill/>
          <a:ln w="8890" cap="flat">
            <a:solidFill>
              <a:srgbClr val="FFFFFF">
                <a:alpha val="75000"/>
              </a:srgbClr>
            </a:solidFill>
            <a:prstDash val="solid"/>
            <a:miter lim="800000"/>
          </a:ln>
        </p:spPr>
      </p:sp>
      <p:sp>
        <p:nvSpPr>
          <p:cNvPr id="122" name="!!rect-7ll"/>
          <p:cNvSpPr/>
          <p:nvPr/>
        </p:nvSpPr>
        <p:spPr>
          <a:xfrm>
            <a:off x="8664575" y="561975"/>
            <a:ext cx="2647950" cy="5645150"/>
          </a:xfrm>
          <a:prstGeom prst="roundRect">
            <a:avLst>
              <a:gd name="adj" fmla="val 14988"/>
            </a:avLst>
          </a:prstGeom>
          <a:solidFill>
            <a:srgbClr val="050608"/>
          </a:solidFill>
          <a:ln>
            <a:noFill/>
          </a:ln>
        </p:spPr>
      </p:sp>
      <p:sp>
        <p:nvSpPr>
          <p:cNvPr id="123" name="!!rect-7ln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solidFill>
            <a:srgbClr val="F3F5F7"/>
          </a:solidFill>
          <a:ln>
            <a:noFill/>
          </a:ln>
        </p:spPr>
      </p:sp>
      <p:sp>
        <p:nvSpPr>
          <p:cNvPr id="124" name="!!rect-7zu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solidFill>
            <a:srgbClr val="F3F5F7"/>
          </a:solidFill>
          <a:ln>
            <a:noFill/>
          </a:ln>
        </p:spPr>
      </p:sp>
      <p:sp>
        <p:nvSpPr>
          <p:cNvPr id="125" name="!!path-7zw"/>
          <p:cNvSpPr/>
          <p:nvPr/>
        </p:nvSpPr>
        <p:spPr>
          <a:xfrm>
            <a:off x="8712200" y="609600"/>
            <a:ext cx="2552700" cy="1149350"/>
          </a:xfrm>
          <a:custGeom>
            <a:avLst/>
            <a:gdLst/>
            <a:ahLst/>
            <a:cxnLst/>
            <a:rect l="l" t="t" r="r" b="b"/>
            <a:pathLst>
              <a:path w="2552700" h="1149350">
                <a:moveTo>
                  <a:pt x="0" y="349250"/>
                </a:moveTo>
                <a:lnTo>
                  <a:pt x="6711" y="281115"/>
                </a:lnTo>
                <a:lnTo>
                  <a:pt x="26585" y="215598"/>
                </a:lnTo>
                <a:lnTo>
                  <a:pt x="58859" y="155217"/>
                </a:lnTo>
                <a:lnTo>
                  <a:pt x="102293" y="102293"/>
                </a:lnTo>
                <a:lnTo>
                  <a:pt x="155217" y="58859"/>
                </a:lnTo>
                <a:lnTo>
                  <a:pt x="215598" y="26585"/>
                </a:lnTo>
                <a:lnTo>
                  <a:pt x="281115" y="6711"/>
                </a:lnTo>
                <a:lnTo>
                  <a:pt x="349250" y="0"/>
                </a:lnTo>
                <a:lnTo>
                  <a:pt x="2203450" y="0"/>
                </a:lnTo>
                <a:lnTo>
                  <a:pt x="2271585" y="6711"/>
                </a:lnTo>
                <a:lnTo>
                  <a:pt x="2337102" y="26585"/>
                </a:lnTo>
                <a:lnTo>
                  <a:pt x="2397483" y="58859"/>
                </a:lnTo>
                <a:lnTo>
                  <a:pt x="2450407" y="102293"/>
                </a:lnTo>
                <a:lnTo>
                  <a:pt x="2493841" y="155217"/>
                </a:lnTo>
                <a:lnTo>
                  <a:pt x="2526115" y="215598"/>
                </a:lnTo>
                <a:lnTo>
                  <a:pt x="2545989" y="281115"/>
                </a:lnTo>
                <a:lnTo>
                  <a:pt x="2552700" y="349250"/>
                </a:lnTo>
                <a:lnTo>
                  <a:pt x="2552700" y="996950"/>
                </a:lnTo>
                <a:lnTo>
                  <a:pt x="2551642" y="1021292"/>
                </a:lnTo>
                <a:lnTo>
                  <a:pt x="2548467" y="1043517"/>
                </a:lnTo>
                <a:lnTo>
                  <a:pt x="2543175" y="1063625"/>
                </a:lnTo>
                <a:lnTo>
                  <a:pt x="2535767" y="1081617"/>
                </a:lnTo>
                <a:lnTo>
                  <a:pt x="2526242" y="1097492"/>
                </a:lnTo>
                <a:lnTo>
                  <a:pt x="2514600" y="1111250"/>
                </a:lnTo>
                <a:lnTo>
                  <a:pt x="2500842" y="1122892"/>
                </a:lnTo>
                <a:lnTo>
                  <a:pt x="2484967" y="1132417"/>
                </a:lnTo>
                <a:lnTo>
                  <a:pt x="2466975" y="1139825"/>
                </a:lnTo>
                <a:lnTo>
                  <a:pt x="2446867" y="1145117"/>
                </a:lnTo>
                <a:lnTo>
                  <a:pt x="2424642" y="1148292"/>
                </a:lnTo>
                <a:lnTo>
                  <a:pt x="2400300" y="1149350"/>
                </a:lnTo>
                <a:lnTo>
                  <a:pt x="152400" y="1149350"/>
                </a:lnTo>
                <a:lnTo>
                  <a:pt x="128058" y="1148292"/>
                </a:lnTo>
                <a:lnTo>
                  <a:pt x="105833" y="1145117"/>
                </a:lnTo>
                <a:lnTo>
                  <a:pt x="85725" y="1139825"/>
                </a:lnTo>
                <a:lnTo>
                  <a:pt x="67733" y="1132417"/>
                </a:lnTo>
                <a:lnTo>
                  <a:pt x="51858" y="1122892"/>
                </a:lnTo>
                <a:lnTo>
                  <a:pt x="38100" y="1111250"/>
                </a:lnTo>
                <a:lnTo>
                  <a:pt x="26458" y="1097492"/>
                </a:lnTo>
                <a:lnTo>
                  <a:pt x="16933" y="1081617"/>
                </a:lnTo>
                <a:lnTo>
                  <a:pt x="9525" y="1063625"/>
                </a:lnTo>
                <a:lnTo>
                  <a:pt x="4233" y="1043517"/>
                </a:lnTo>
                <a:lnTo>
                  <a:pt x="1058" y="1021292"/>
                </a:lnTo>
                <a:lnTo>
                  <a:pt x="0" y="996950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126" name="!!text-7zx" descr="2:25"/>
          <p:cNvSpPr txBox="1"/>
          <p:nvPr/>
        </p:nvSpPr>
        <p:spPr>
          <a:xfrm>
            <a:off x="9020597" y="714883"/>
            <a:ext cx="253790" cy="1563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50" kern="0" dirty="0">
                <a:solidFill>
                  <a:srgbClr val="FFFFFF"/>
                </a:solidFill>
                <a:latin typeface="Noto Sans TC SemiBold"/>
                <a:ea typeface="Noto Sans TC SemiBold"/>
                <a:cs typeface="Noto Sans TC SemiBold"/>
              </a:rPr>
              <a:t>2:25</a:t>
            </a:r>
            <a:endParaRPr lang="zh-TW" sz="850"/>
          </a:p>
        </p:txBody>
      </p:sp>
      <p:sp>
        <p:nvSpPr>
          <p:cNvPr id="127" name="!!rect-802"/>
          <p:cNvSpPr/>
          <p:nvPr/>
        </p:nvSpPr>
        <p:spPr>
          <a:xfrm>
            <a:off x="10579100" y="808990"/>
            <a:ext cx="21590" cy="2667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28" name="!!rect-803"/>
          <p:cNvSpPr/>
          <p:nvPr/>
        </p:nvSpPr>
        <p:spPr>
          <a:xfrm>
            <a:off x="10612120" y="792480"/>
            <a:ext cx="21590" cy="4318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29" name="!!rect-804"/>
          <p:cNvSpPr/>
          <p:nvPr/>
        </p:nvSpPr>
        <p:spPr>
          <a:xfrm>
            <a:off x="10645140" y="775970"/>
            <a:ext cx="21590" cy="5969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30" name="!!rect-805"/>
          <p:cNvSpPr/>
          <p:nvPr/>
        </p:nvSpPr>
        <p:spPr>
          <a:xfrm>
            <a:off x="10678160" y="759460"/>
            <a:ext cx="21590" cy="7620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31" name="!!path-806"/>
          <p:cNvSpPr/>
          <p:nvPr/>
        </p:nvSpPr>
        <p:spPr>
          <a:xfrm>
            <a:off x="10763250" y="763570"/>
            <a:ext cx="95250" cy="70820"/>
          </a:xfrm>
          <a:custGeom>
            <a:avLst/>
            <a:gdLst/>
            <a:ahLst/>
            <a:cxnLst/>
            <a:rect l="l" t="t" r="r" b="b"/>
            <a:pathLst>
              <a:path w="95250" h="70820">
                <a:moveTo>
                  <a:pt x="47625" y="70820"/>
                </a:moveTo>
                <a:lnTo>
                  <a:pt x="31115" y="51135"/>
                </a:lnTo>
                <a:cubicBezTo>
                  <a:pt x="40714" y="43262"/>
                  <a:pt x="54536" y="43262"/>
                  <a:pt x="64135" y="51135"/>
                </a:cubicBezTo>
                <a:close/>
                <a:moveTo>
                  <a:pt x="0" y="23830"/>
                </a:moveTo>
                <a:cubicBezTo>
                  <a:pt x="27279" y="0"/>
                  <a:pt x="67971" y="0"/>
                  <a:pt x="95250" y="23830"/>
                </a:cubicBezTo>
                <a:lnTo>
                  <a:pt x="83820" y="37165"/>
                </a:lnTo>
                <a:cubicBezTo>
                  <a:pt x="63051" y="19153"/>
                  <a:pt x="32199" y="19153"/>
                  <a:pt x="11430" y="37165"/>
                </a:cubicBezTo>
                <a:close/>
                <a:moveTo>
                  <a:pt x="16510" y="43515"/>
                </a:moveTo>
                <a:cubicBezTo>
                  <a:pt x="34385" y="28089"/>
                  <a:pt x="60865" y="28089"/>
                  <a:pt x="78740" y="43515"/>
                </a:cubicBezTo>
                <a:lnTo>
                  <a:pt x="67310" y="56850"/>
                </a:lnTo>
                <a:cubicBezTo>
                  <a:pt x="55947" y="47238"/>
                  <a:pt x="39303" y="47238"/>
                  <a:pt x="27940" y="5685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32" name="!!rect-807"/>
          <p:cNvSpPr/>
          <p:nvPr/>
        </p:nvSpPr>
        <p:spPr>
          <a:xfrm>
            <a:off x="10902950" y="760730"/>
            <a:ext cx="161925" cy="78740"/>
          </a:xfrm>
          <a:prstGeom prst="roundRect">
            <a:avLst>
              <a:gd name="adj" fmla="val 32258"/>
            </a:avLst>
          </a:prstGeom>
          <a:noFill/>
          <a:ln w="6985" cap="flat">
            <a:solidFill>
              <a:srgbClr val="FFFFFF">
                <a:alpha val="38000"/>
              </a:srgbClr>
            </a:solidFill>
            <a:prstDash val="solid"/>
            <a:miter lim="800000"/>
          </a:ln>
        </p:spPr>
      </p:sp>
      <p:sp>
        <p:nvSpPr>
          <p:cNvPr id="133" name="!!rect-808"/>
          <p:cNvSpPr/>
          <p:nvPr/>
        </p:nvSpPr>
        <p:spPr>
          <a:xfrm>
            <a:off x="10916285" y="774065"/>
            <a:ext cx="110909" cy="52070"/>
          </a:xfrm>
          <a:prstGeom prst="roundRect">
            <a:avLst>
              <a:gd name="adj" fmla="val 26829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34" name="!!path-809"/>
          <p:cNvSpPr/>
          <p:nvPr/>
        </p:nvSpPr>
        <p:spPr>
          <a:xfrm>
            <a:off x="11074400" y="786130"/>
            <a:ext cx="10345" cy="27940"/>
          </a:xfrm>
          <a:custGeom>
            <a:avLst/>
            <a:gdLst/>
            <a:ahLst/>
            <a:cxnLst/>
            <a:rect l="l" t="t" r="r" b="b"/>
            <a:pathLst>
              <a:path w="10345" h="27940">
                <a:moveTo>
                  <a:pt x="0" y="0"/>
                </a:moveTo>
                <a:lnTo>
                  <a:pt x="0" y="27940"/>
                </a:lnTo>
                <a:cubicBezTo>
                  <a:pt x="6146" y="26066"/>
                  <a:pt x="10345" y="20395"/>
                  <a:pt x="10345" y="13970"/>
                </a:cubicBezTo>
                <a:cubicBezTo>
                  <a:pt x="10345" y="7545"/>
                  <a:pt x="6146" y="1874"/>
                  <a:pt x="0" y="0"/>
                </a:cubicBezTo>
                <a:close/>
              </a:path>
            </a:pathLst>
          </a:custGeom>
          <a:solidFill>
            <a:srgbClr val="FFFFFF">
              <a:alpha val="45000"/>
            </a:srgbClr>
          </a:solidFill>
          <a:ln>
            <a:noFill/>
          </a:ln>
        </p:spPr>
      </p:sp>
      <p:sp>
        <p:nvSpPr>
          <p:cNvPr id="135" name="!!text-80a" descr="您好，海嫄"/>
          <p:cNvSpPr txBox="1"/>
          <p:nvPr/>
        </p:nvSpPr>
        <p:spPr>
          <a:xfrm>
            <a:off x="8813800" y="1025398"/>
            <a:ext cx="740410" cy="20228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00" b="1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您好，海嫄</a:t>
            </a:r>
            <a:endParaRPr lang="zh-TW" sz="1100"/>
          </a:p>
        </p:txBody>
      </p:sp>
      <p:sp>
        <p:nvSpPr>
          <p:cNvPr id="136" name="!!path-80g"/>
          <p:cNvSpPr/>
          <p:nvPr/>
        </p:nvSpPr>
        <p:spPr>
          <a:xfrm>
            <a:off x="10763777" y="1067854"/>
            <a:ext cx="137870" cy="137541"/>
          </a:xfrm>
          <a:custGeom>
            <a:avLst/>
            <a:gdLst/>
            <a:ahLst/>
            <a:cxnLst/>
            <a:rect l="l" t="t" r="r" b="b"/>
            <a:pathLst>
              <a:path w="137870" h="137541">
                <a:moveTo>
                  <a:pt x="41262" y="110033"/>
                </a:moveTo>
                <a:cubicBezTo>
                  <a:pt x="33698" y="110033"/>
                  <a:pt x="27577" y="116222"/>
                  <a:pt x="27577" y="123787"/>
                </a:cubicBezTo>
                <a:cubicBezTo>
                  <a:pt x="27577" y="131352"/>
                  <a:pt x="33698" y="137541"/>
                  <a:pt x="41262" y="137541"/>
                </a:cubicBezTo>
                <a:cubicBezTo>
                  <a:pt x="48827" y="137541"/>
                  <a:pt x="55016" y="131352"/>
                  <a:pt x="55016" y="123787"/>
                </a:cubicBezTo>
                <a:cubicBezTo>
                  <a:pt x="55016" y="116222"/>
                  <a:pt x="48827" y="110033"/>
                  <a:pt x="41262" y="110033"/>
                </a:cubicBezTo>
                <a:close/>
                <a:moveTo>
                  <a:pt x="0" y="0"/>
                </a:moveTo>
                <a:lnTo>
                  <a:pt x="0" y="13754"/>
                </a:lnTo>
                <a:lnTo>
                  <a:pt x="13754" y="13754"/>
                </a:lnTo>
                <a:lnTo>
                  <a:pt x="38511" y="65951"/>
                </a:lnTo>
                <a:lnTo>
                  <a:pt x="29227" y="82800"/>
                </a:lnTo>
                <a:cubicBezTo>
                  <a:pt x="28127" y="84725"/>
                  <a:pt x="27508" y="86995"/>
                  <a:pt x="27508" y="89402"/>
                </a:cubicBezTo>
                <a:cubicBezTo>
                  <a:pt x="27508" y="96966"/>
                  <a:pt x="33698" y="103156"/>
                  <a:pt x="41262" y="103156"/>
                </a:cubicBezTo>
                <a:lnTo>
                  <a:pt x="123787" y="103156"/>
                </a:lnTo>
                <a:lnTo>
                  <a:pt x="123787" y="89402"/>
                </a:lnTo>
                <a:lnTo>
                  <a:pt x="44151" y="89402"/>
                </a:lnTo>
                <a:cubicBezTo>
                  <a:pt x="43188" y="89402"/>
                  <a:pt x="42431" y="88645"/>
                  <a:pt x="42431" y="87682"/>
                </a:cubicBezTo>
                <a:lnTo>
                  <a:pt x="42638" y="86857"/>
                </a:lnTo>
                <a:lnTo>
                  <a:pt x="48827" y="75648"/>
                </a:lnTo>
                <a:lnTo>
                  <a:pt x="100061" y="75648"/>
                </a:lnTo>
                <a:cubicBezTo>
                  <a:pt x="105219" y="75648"/>
                  <a:pt x="109758" y="72828"/>
                  <a:pt x="112096" y="68564"/>
                </a:cubicBezTo>
                <a:lnTo>
                  <a:pt x="136716" y="23932"/>
                </a:lnTo>
                <a:cubicBezTo>
                  <a:pt x="137870" y="21797"/>
                  <a:pt x="137817" y="19213"/>
                  <a:pt x="136577" y="17127"/>
                </a:cubicBezTo>
                <a:cubicBezTo>
                  <a:pt x="135336" y="15040"/>
                  <a:pt x="133091" y="13760"/>
                  <a:pt x="130664" y="13754"/>
                </a:cubicBezTo>
                <a:lnTo>
                  <a:pt x="28952" y="13754"/>
                </a:lnTo>
                <a:lnTo>
                  <a:pt x="22488" y="0"/>
                </a:lnTo>
                <a:lnTo>
                  <a:pt x="0" y="0"/>
                </a:lnTo>
                <a:close/>
                <a:moveTo>
                  <a:pt x="110033" y="110033"/>
                </a:moveTo>
                <a:cubicBezTo>
                  <a:pt x="102468" y="110033"/>
                  <a:pt x="96347" y="116222"/>
                  <a:pt x="96347" y="123787"/>
                </a:cubicBezTo>
                <a:cubicBezTo>
                  <a:pt x="96347" y="131352"/>
                  <a:pt x="102468" y="137541"/>
                  <a:pt x="110033" y="137541"/>
                </a:cubicBezTo>
                <a:cubicBezTo>
                  <a:pt x="117598" y="137541"/>
                  <a:pt x="123787" y="131352"/>
                  <a:pt x="123787" y="123787"/>
                </a:cubicBezTo>
                <a:cubicBezTo>
                  <a:pt x="123787" y="116222"/>
                  <a:pt x="117598" y="110033"/>
                  <a:pt x="110033" y="11003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37" name="!!path-80h"/>
          <p:cNvSpPr/>
          <p:nvPr/>
        </p:nvSpPr>
        <p:spPr>
          <a:xfrm>
            <a:off x="10998200" y="107950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14300" y="0"/>
                </a:moveTo>
                <a:lnTo>
                  <a:pt x="12700" y="0"/>
                </a:lnTo>
                <a:cubicBezTo>
                  <a:pt x="5715" y="0"/>
                  <a:pt x="0" y="5715"/>
                  <a:pt x="0" y="12700"/>
                </a:cubicBezTo>
                <a:lnTo>
                  <a:pt x="0" y="127000"/>
                </a:lnTo>
                <a:lnTo>
                  <a:pt x="25400" y="101600"/>
                </a:lnTo>
                <a:lnTo>
                  <a:pt x="114300" y="101600"/>
                </a:lnTo>
                <a:cubicBezTo>
                  <a:pt x="121285" y="101600"/>
                  <a:pt x="127000" y="95885"/>
                  <a:pt x="127000" y="88900"/>
                </a:cubicBezTo>
                <a:lnTo>
                  <a:pt x="127000" y="12700"/>
                </a:lnTo>
                <a:cubicBezTo>
                  <a:pt x="127000" y="5715"/>
                  <a:pt x="121285" y="0"/>
                  <a:pt x="114300" y="0"/>
                </a:cubicBezTo>
                <a:close/>
                <a:moveTo>
                  <a:pt x="114300" y="88900"/>
                </a:moveTo>
                <a:lnTo>
                  <a:pt x="25400" y="88900"/>
                </a:lnTo>
                <a:lnTo>
                  <a:pt x="12700" y="101600"/>
                </a:lnTo>
                <a:lnTo>
                  <a:pt x="12700" y="12700"/>
                </a:lnTo>
                <a:lnTo>
                  <a:pt x="114300" y="12700"/>
                </a:lnTo>
                <a:lnTo>
                  <a:pt x="114300" y="889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38" name="!!rect-80i"/>
          <p:cNvSpPr/>
          <p:nvPr/>
        </p:nvSpPr>
        <p:spPr>
          <a:xfrm>
            <a:off x="8813800" y="1352550"/>
            <a:ext cx="2349500" cy="279400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39" name="!!path-80j"/>
          <p:cNvSpPr/>
          <p:nvPr/>
        </p:nvSpPr>
        <p:spPr>
          <a:xfrm>
            <a:off x="8920169" y="1439869"/>
            <a:ext cx="101843" cy="101843"/>
          </a:xfrm>
          <a:custGeom>
            <a:avLst/>
            <a:gdLst/>
            <a:ahLst/>
            <a:cxnLst/>
            <a:rect l="l" t="t" r="r" b="b"/>
            <a:pathLst>
              <a:path w="101843" h="101843">
                <a:moveTo>
                  <a:pt x="72787" y="64052"/>
                </a:moveTo>
                <a:lnTo>
                  <a:pt x="68187" y="64052"/>
                </a:lnTo>
                <a:lnTo>
                  <a:pt x="66556" y="62480"/>
                </a:lnTo>
                <a:cubicBezTo>
                  <a:pt x="72263" y="55842"/>
                  <a:pt x="75698" y="47224"/>
                  <a:pt x="75698" y="37849"/>
                </a:cubicBezTo>
                <a:cubicBezTo>
                  <a:pt x="75698" y="16945"/>
                  <a:pt x="58754" y="0"/>
                  <a:pt x="37849" y="0"/>
                </a:cubicBezTo>
                <a:cubicBezTo>
                  <a:pt x="16945" y="0"/>
                  <a:pt x="0" y="16945"/>
                  <a:pt x="0" y="37849"/>
                </a:cubicBezTo>
                <a:cubicBezTo>
                  <a:pt x="0" y="58754"/>
                  <a:pt x="16945" y="75698"/>
                  <a:pt x="37849" y="75698"/>
                </a:cubicBezTo>
                <a:cubicBezTo>
                  <a:pt x="47224" y="75698"/>
                  <a:pt x="55842" y="72263"/>
                  <a:pt x="62480" y="66556"/>
                </a:cubicBezTo>
                <a:lnTo>
                  <a:pt x="64052" y="68187"/>
                </a:lnTo>
                <a:lnTo>
                  <a:pt x="64052" y="72787"/>
                </a:lnTo>
                <a:lnTo>
                  <a:pt x="93167" y="101843"/>
                </a:lnTo>
                <a:lnTo>
                  <a:pt x="101843" y="93167"/>
                </a:lnTo>
                <a:lnTo>
                  <a:pt x="72787" y="64052"/>
                </a:lnTo>
                <a:close/>
                <a:moveTo>
                  <a:pt x="37849" y="64052"/>
                </a:moveTo>
                <a:cubicBezTo>
                  <a:pt x="23350" y="64052"/>
                  <a:pt x="11646" y="52348"/>
                  <a:pt x="11646" y="37849"/>
                </a:cubicBezTo>
                <a:cubicBezTo>
                  <a:pt x="11646" y="23350"/>
                  <a:pt x="23350" y="11646"/>
                  <a:pt x="37849" y="11646"/>
                </a:cubicBezTo>
                <a:cubicBezTo>
                  <a:pt x="52348" y="11646"/>
                  <a:pt x="64052" y="23350"/>
                  <a:pt x="64052" y="37849"/>
                </a:cubicBezTo>
                <a:cubicBezTo>
                  <a:pt x="64052" y="52348"/>
                  <a:pt x="52348" y="64052"/>
                  <a:pt x="37849" y="64052"/>
                </a:cubicBezTo>
                <a:close/>
              </a:path>
            </a:pathLst>
          </a:custGeom>
          <a:solidFill>
            <a:srgbClr val="BDBDBD"/>
          </a:solidFill>
          <a:ln>
            <a:noFill/>
          </a:ln>
        </p:spPr>
      </p:sp>
      <p:sp>
        <p:nvSpPr>
          <p:cNvPr id="140" name="!!text-80k" descr="搜尋書名、作者或 ISBN"/>
          <p:cNvSpPr txBox="1"/>
          <p:nvPr/>
        </p:nvSpPr>
        <p:spPr>
          <a:xfrm>
            <a:off x="9093200" y="1419860"/>
            <a:ext cx="1028033" cy="1379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0" kern="0" dirty="0">
                <a:solidFill>
                  <a:srgbClr val="BDBDBD"/>
                </a:solidFill>
                <a:latin typeface="Noto Sans TC"/>
                <a:ea typeface="Noto Sans TC"/>
                <a:cs typeface="Noto Sans TC"/>
              </a:rPr>
              <a:t>搜尋書名、作者或 ISBN</a:t>
            </a:r>
            <a:endParaRPr lang="zh-TW" sz="750"/>
          </a:p>
        </p:txBody>
      </p:sp>
      <p:sp>
        <p:nvSpPr>
          <p:cNvPr id="141" name="!!rect-811"/>
          <p:cNvSpPr/>
          <p:nvPr/>
        </p:nvSpPr>
        <p:spPr>
          <a:xfrm>
            <a:off x="8813800" y="1847850"/>
            <a:ext cx="482600" cy="203200"/>
          </a:xfrm>
          <a:prstGeom prst="roundRect">
            <a:avLst>
              <a:gd name="adj" fmla="val 50000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142" name="!!text-812" descr="全部書籍"/>
          <p:cNvSpPr txBox="1"/>
          <p:nvPr/>
        </p:nvSpPr>
        <p:spPr>
          <a:xfrm>
            <a:off x="8890000" y="1885442"/>
            <a:ext cx="354965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kern="0" dirty="0">
                <a:solidFill>
                  <a:srgbClr val="FFFFFF"/>
                </a:solidFill>
                <a:latin typeface="Noto Sans TC SemiBold"/>
                <a:ea typeface="Noto Sans TC SemiBold"/>
                <a:cs typeface="Noto Sans TC SemiBold"/>
              </a:rPr>
              <a:t>全部書籍</a:t>
            </a:r>
            <a:endParaRPr lang="zh-TW" sz="650"/>
          </a:p>
        </p:txBody>
      </p:sp>
      <p:sp>
        <p:nvSpPr>
          <p:cNvPr id="143" name="!!rect-81b"/>
          <p:cNvSpPr/>
          <p:nvPr/>
        </p:nvSpPr>
        <p:spPr>
          <a:xfrm>
            <a:off x="9347200" y="1847850"/>
            <a:ext cx="482600" cy="203200"/>
          </a:xfrm>
          <a:prstGeom prst="roundRect">
            <a:avLst>
              <a:gd name="adj" fmla="val 50000"/>
            </a:avLst>
          </a:prstGeom>
          <a:solidFill>
            <a:srgbClr val="E8ECEF"/>
          </a:solidFill>
          <a:ln>
            <a:noFill/>
          </a:ln>
        </p:spPr>
      </p:sp>
      <p:sp>
        <p:nvSpPr>
          <p:cNvPr id="144" name="!!text-81c" descr="考試用書"/>
          <p:cNvSpPr txBox="1"/>
          <p:nvPr/>
        </p:nvSpPr>
        <p:spPr>
          <a:xfrm>
            <a:off x="9423400" y="1885442"/>
            <a:ext cx="354965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考試用書</a:t>
            </a:r>
            <a:endParaRPr lang="zh-TW" sz="650"/>
          </a:p>
        </p:txBody>
      </p:sp>
      <p:sp>
        <p:nvSpPr>
          <p:cNvPr id="145" name="!!rect-81l"/>
          <p:cNvSpPr/>
          <p:nvPr/>
        </p:nvSpPr>
        <p:spPr>
          <a:xfrm>
            <a:off x="9880600" y="1847850"/>
            <a:ext cx="400050" cy="203200"/>
          </a:xfrm>
          <a:prstGeom prst="roundRect">
            <a:avLst>
              <a:gd name="adj" fmla="val 50000"/>
            </a:avLst>
          </a:prstGeom>
          <a:solidFill>
            <a:srgbClr val="E8ECEF"/>
          </a:solidFill>
          <a:ln>
            <a:noFill/>
          </a:ln>
        </p:spPr>
      </p:sp>
      <p:sp>
        <p:nvSpPr>
          <p:cNvPr id="146" name="!!text-81m" descr="統計學"/>
          <p:cNvSpPr txBox="1"/>
          <p:nvPr/>
        </p:nvSpPr>
        <p:spPr>
          <a:xfrm>
            <a:off x="9956800" y="1885442"/>
            <a:ext cx="272415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統計學</a:t>
            </a:r>
            <a:endParaRPr lang="zh-TW" sz="650"/>
          </a:p>
        </p:txBody>
      </p:sp>
      <p:sp>
        <p:nvSpPr>
          <p:cNvPr id="147" name="!!rect-81u"/>
          <p:cNvSpPr/>
          <p:nvPr/>
        </p:nvSpPr>
        <p:spPr>
          <a:xfrm>
            <a:off x="10331450" y="1847850"/>
            <a:ext cx="482600" cy="203200"/>
          </a:xfrm>
          <a:prstGeom prst="roundRect">
            <a:avLst>
              <a:gd name="adj" fmla="val 50000"/>
            </a:avLst>
          </a:prstGeom>
          <a:solidFill>
            <a:srgbClr val="E8ECEF"/>
          </a:solidFill>
          <a:ln>
            <a:noFill/>
          </a:ln>
        </p:spPr>
      </p:sp>
      <p:sp>
        <p:nvSpPr>
          <p:cNvPr id="148" name="!!text-81v" descr="程式設計"/>
          <p:cNvSpPr txBox="1"/>
          <p:nvPr/>
        </p:nvSpPr>
        <p:spPr>
          <a:xfrm>
            <a:off x="10407650" y="1885442"/>
            <a:ext cx="354965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程式設計</a:t>
            </a:r>
            <a:endParaRPr lang="zh-TW" sz="650"/>
          </a:p>
        </p:txBody>
      </p:sp>
      <p:sp>
        <p:nvSpPr>
          <p:cNvPr id="149" name="!!rect-824"/>
          <p:cNvSpPr/>
          <p:nvPr/>
        </p:nvSpPr>
        <p:spPr>
          <a:xfrm>
            <a:off x="10864850" y="1847850"/>
            <a:ext cx="482600" cy="203200"/>
          </a:xfrm>
          <a:prstGeom prst="roundRect">
            <a:avLst>
              <a:gd name="adj" fmla="val 50000"/>
            </a:avLst>
          </a:prstGeom>
          <a:solidFill>
            <a:srgbClr val="E8ECEF"/>
          </a:solidFill>
          <a:ln>
            <a:noFill/>
          </a:ln>
        </p:spPr>
      </p:sp>
      <p:sp>
        <p:nvSpPr>
          <p:cNvPr id="150" name="!!text-825" descr="文學小說"/>
          <p:cNvSpPr txBox="1"/>
          <p:nvPr/>
        </p:nvSpPr>
        <p:spPr>
          <a:xfrm>
            <a:off x="10941050" y="1885442"/>
            <a:ext cx="354965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文學小說</a:t>
            </a:r>
            <a:endParaRPr lang="zh-TW" sz="650"/>
          </a:p>
        </p:txBody>
      </p:sp>
      <p:sp>
        <p:nvSpPr>
          <p:cNvPr id="151" name="!!text-82e" descr="為您推薦"/>
          <p:cNvSpPr txBox="1"/>
          <p:nvPr/>
        </p:nvSpPr>
        <p:spPr>
          <a:xfrm>
            <a:off x="8813800" y="2108962"/>
            <a:ext cx="491490" cy="16550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為您推薦</a:t>
            </a:r>
            <a:endParaRPr lang="zh-TW" sz="900"/>
          </a:p>
        </p:txBody>
      </p:sp>
      <p:sp>
        <p:nvSpPr>
          <p:cNvPr id="152" name="!!path-82j"/>
          <p:cNvSpPr/>
          <p:nvPr/>
        </p:nvSpPr>
        <p:spPr>
          <a:xfrm>
            <a:off x="9377363" y="2132013"/>
            <a:ext cx="104775" cy="104775"/>
          </a:xfrm>
          <a:custGeom>
            <a:avLst/>
            <a:gdLst/>
            <a:ahLst/>
            <a:cxnLst/>
            <a:rect l="l" t="t" r="r" b="b"/>
            <a:pathLst>
              <a:path w="104775" h="104775">
                <a:moveTo>
                  <a:pt x="85725" y="38100"/>
                </a:moveTo>
                <a:lnTo>
                  <a:pt x="91678" y="25003"/>
                </a:lnTo>
                <a:lnTo>
                  <a:pt x="104775" y="19050"/>
                </a:lnTo>
                <a:lnTo>
                  <a:pt x="91678" y="13097"/>
                </a:lnTo>
                <a:lnTo>
                  <a:pt x="85725" y="0"/>
                </a:lnTo>
                <a:lnTo>
                  <a:pt x="79772" y="13097"/>
                </a:lnTo>
                <a:lnTo>
                  <a:pt x="66675" y="19050"/>
                </a:lnTo>
                <a:lnTo>
                  <a:pt x="79772" y="25003"/>
                </a:lnTo>
                <a:lnTo>
                  <a:pt x="85725" y="38100"/>
                </a:lnTo>
                <a:close/>
                <a:moveTo>
                  <a:pt x="50006" y="40481"/>
                </a:moveTo>
                <a:lnTo>
                  <a:pt x="38100" y="14288"/>
                </a:lnTo>
                <a:lnTo>
                  <a:pt x="26194" y="40481"/>
                </a:lnTo>
                <a:lnTo>
                  <a:pt x="0" y="52388"/>
                </a:lnTo>
                <a:lnTo>
                  <a:pt x="26194" y="64294"/>
                </a:lnTo>
                <a:lnTo>
                  <a:pt x="38100" y="90488"/>
                </a:lnTo>
                <a:lnTo>
                  <a:pt x="50006" y="64294"/>
                </a:lnTo>
                <a:lnTo>
                  <a:pt x="76200" y="52388"/>
                </a:lnTo>
                <a:lnTo>
                  <a:pt x="50006" y="40481"/>
                </a:lnTo>
                <a:close/>
                <a:moveTo>
                  <a:pt x="85725" y="66675"/>
                </a:moveTo>
                <a:lnTo>
                  <a:pt x="79772" y="79772"/>
                </a:lnTo>
                <a:lnTo>
                  <a:pt x="66675" y="85725"/>
                </a:lnTo>
                <a:lnTo>
                  <a:pt x="79772" y="91678"/>
                </a:lnTo>
                <a:lnTo>
                  <a:pt x="85725" y="104775"/>
                </a:lnTo>
                <a:lnTo>
                  <a:pt x="91678" y="91678"/>
                </a:lnTo>
                <a:lnTo>
                  <a:pt x="104775" y="85725"/>
                </a:lnTo>
                <a:lnTo>
                  <a:pt x="91678" y="79772"/>
                </a:lnTo>
                <a:lnTo>
                  <a:pt x="85725" y="66675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153" name="!!rect-88h"/>
          <p:cNvSpPr/>
          <p:nvPr/>
        </p:nvSpPr>
        <p:spPr>
          <a:xfrm>
            <a:off x="8813800" y="5562600"/>
            <a:ext cx="2349500" cy="482600"/>
          </a:xfrm>
          <a:prstGeom prst="roundRect">
            <a:avLst>
              <a:gd name="adj" fmla="val 50000"/>
            </a:avLst>
          </a:prstGeom>
          <a:solidFill>
            <a:srgbClr val="0B1A26">
              <a:alpha val="12000"/>
            </a:srgbClr>
          </a:solidFill>
          <a:ln>
            <a:noFill/>
          </a:ln>
          <a:effectLst>
            <a:softEdge rad="139700"/>
          </a:effectLst>
        </p:spPr>
      </p:sp>
      <p:sp>
        <p:nvSpPr>
          <p:cNvPr id="154" name="!!rect-88i"/>
          <p:cNvSpPr/>
          <p:nvPr/>
        </p:nvSpPr>
        <p:spPr>
          <a:xfrm>
            <a:off x="8839200" y="5562600"/>
            <a:ext cx="2298700" cy="355600"/>
          </a:xfrm>
          <a:prstGeom prst="roundRect">
            <a:avLst>
              <a:gd name="adj" fmla="val 50000"/>
            </a:avLst>
          </a:prstGeom>
          <a:solidFill>
            <a:srgbClr val="FFFFFF">
              <a:alpha val="90000"/>
            </a:srgbClr>
          </a:solidFill>
          <a:ln w="6350" cap="flat">
            <a:solidFill>
              <a:srgbClr val="FFFFFF"/>
            </a:solidFill>
            <a:prstDash val="solid"/>
            <a:miter lim="800000"/>
          </a:ln>
        </p:spPr>
      </p:sp>
      <p:sp>
        <p:nvSpPr>
          <p:cNvPr id="155" name="!!rect-88j"/>
          <p:cNvSpPr/>
          <p:nvPr/>
        </p:nvSpPr>
        <p:spPr>
          <a:xfrm>
            <a:off x="8903970" y="5594350"/>
            <a:ext cx="330200" cy="292100"/>
          </a:xfrm>
          <a:prstGeom prst="roundRect">
            <a:avLst>
              <a:gd name="adj" fmla="val 50000"/>
            </a:avLst>
          </a:prstGeom>
          <a:solidFill>
            <a:srgbClr val="627D8D">
              <a:alpha val="12000"/>
            </a:srgbClr>
          </a:solidFill>
          <a:ln>
            <a:noFill/>
          </a:ln>
        </p:spPr>
      </p:sp>
      <p:sp>
        <p:nvSpPr>
          <p:cNvPr id="156" name="!!path-88k"/>
          <p:cNvSpPr/>
          <p:nvPr/>
        </p:nvSpPr>
        <p:spPr>
          <a:xfrm>
            <a:off x="9014534" y="5632383"/>
            <a:ext cx="109180" cy="97476"/>
          </a:xfrm>
          <a:custGeom>
            <a:avLst/>
            <a:gdLst/>
            <a:ahLst/>
            <a:cxnLst/>
            <a:rect l="l" t="t" r="r" b="b"/>
            <a:pathLst>
              <a:path w="109180" h="97476">
                <a:moveTo>
                  <a:pt x="42915" y="91653"/>
                </a:moveTo>
                <a:lnTo>
                  <a:pt x="42915" y="62538"/>
                </a:lnTo>
                <a:lnTo>
                  <a:pt x="66207" y="62538"/>
                </a:lnTo>
                <a:lnTo>
                  <a:pt x="66207" y="91653"/>
                </a:lnTo>
                <a:cubicBezTo>
                  <a:pt x="66207" y="94856"/>
                  <a:pt x="68827" y="97476"/>
                  <a:pt x="72030" y="97476"/>
                </a:cubicBezTo>
                <a:lnTo>
                  <a:pt x="89499" y="97476"/>
                </a:lnTo>
                <a:cubicBezTo>
                  <a:pt x="92701" y="97476"/>
                  <a:pt x="95322" y="94856"/>
                  <a:pt x="95322" y="91653"/>
                </a:cubicBezTo>
                <a:lnTo>
                  <a:pt x="95322" y="50893"/>
                </a:lnTo>
                <a:lnTo>
                  <a:pt x="105221" y="50893"/>
                </a:lnTo>
                <a:cubicBezTo>
                  <a:pt x="107899" y="50893"/>
                  <a:pt x="109180" y="47574"/>
                  <a:pt x="107142" y="45827"/>
                </a:cubicBezTo>
                <a:lnTo>
                  <a:pt x="58462" y="1980"/>
                </a:lnTo>
                <a:cubicBezTo>
                  <a:pt x="56250" y="0"/>
                  <a:pt x="52872" y="0"/>
                  <a:pt x="50660" y="1980"/>
                </a:cubicBezTo>
                <a:lnTo>
                  <a:pt x="1980" y="45827"/>
                </a:lnTo>
                <a:cubicBezTo>
                  <a:pt x="0" y="47574"/>
                  <a:pt x="1223" y="50893"/>
                  <a:pt x="3901" y="50893"/>
                </a:cubicBezTo>
                <a:lnTo>
                  <a:pt x="13800" y="50893"/>
                </a:lnTo>
                <a:lnTo>
                  <a:pt x="13800" y="91653"/>
                </a:lnTo>
                <a:cubicBezTo>
                  <a:pt x="13800" y="94856"/>
                  <a:pt x="16421" y="97476"/>
                  <a:pt x="19623" y="97476"/>
                </a:cubicBezTo>
                <a:lnTo>
                  <a:pt x="37092" y="97476"/>
                </a:lnTo>
                <a:cubicBezTo>
                  <a:pt x="40295" y="97476"/>
                  <a:pt x="42915" y="94856"/>
                  <a:pt x="42915" y="91653"/>
                </a:cubicBez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157" name="!!text-88l" descr="首頁"/>
          <p:cNvSpPr txBox="1"/>
          <p:nvPr/>
        </p:nvSpPr>
        <p:spPr>
          <a:xfrm>
            <a:off x="8999220" y="5773674"/>
            <a:ext cx="160655" cy="10114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55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首頁</a:t>
            </a:r>
            <a:endParaRPr lang="zh-TW" sz="550"/>
          </a:p>
        </p:txBody>
      </p:sp>
      <p:sp>
        <p:nvSpPr>
          <p:cNvPr id="158" name="!!path-88o"/>
          <p:cNvSpPr/>
          <p:nvPr/>
        </p:nvSpPr>
        <p:spPr>
          <a:xfrm>
            <a:off x="9482252" y="5627957"/>
            <a:ext cx="93167" cy="113548"/>
          </a:xfrm>
          <a:custGeom>
            <a:avLst/>
            <a:gdLst/>
            <a:ahLst/>
            <a:cxnLst/>
            <a:rect l="l" t="t" r="r" b="b"/>
            <a:pathLst>
              <a:path w="93167" h="113548">
                <a:moveTo>
                  <a:pt x="46584" y="113548"/>
                </a:moveTo>
                <a:cubicBezTo>
                  <a:pt x="52989" y="113548"/>
                  <a:pt x="58230" y="108307"/>
                  <a:pt x="58230" y="101902"/>
                </a:cubicBezTo>
                <a:lnTo>
                  <a:pt x="34938" y="101902"/>
                </a:lnTo>
                <a:cubicBezTo>
                  <a:pt x="34938" y="108307"/>
                  <a:pt x="40120" y="113548"/>
                  <a:pt x="46584" y="113548"/>
                </a:cubicBezTo>
                <a:close/>
                <a:moveTo>
                  <a:pt x="81521" y="78610"/>
                </a:moveTo>
                <a:lnTo>
                  <a:pt x="81521" y="49495"/>
                </a:lnTo>
                <a:cubicBezTo>
                  <a:pt x="81521" y="31619"/>
                  <a:pt x="71972" y="16654"/>
                  <a:pt x="55318" y="12694"/>
                </a:cubicBezTo>
                <a:lnTo>
                  <a:pt x="55318" y="8734"/>
                </a:lnTo>
                <a:cubicBezTo>
                  <a:pt x="55318" y="3901"/>
                  <a:pt x="51417" y="0"/>
                  <a:pt x="46584" y="0"/>
                </a:cubicBezTo>
                <a:cubicBezTo>
                  <a:pt x="41751" y="0"/>
                  <a:pt x="37849" y="3901"/>
                  <a:pt x="37849" y="8734"/>
                </a:cubicBezTo>
                <a:lnTo>
                  <a:pt x="37849" y="12694"/>
                </a:lnTo>
                <a:cubicBezTo>
                  <a:pt x="21137" y="16654"/>
                  <a:pt x="11646" y="31560"/>
                  <a:pt x="11646" y="49495"/>
                </a:cubicBezTo>
                <a:lnTo>
                  <a:pt x="11646" y="78610"/>
                </a:lnTo>
                <a:lnTo>
                  <a:pt x="0" y="90256"/>
                </a:lnTo>
                <a:lnTo>
                  <a:pt x="0" y="96079"/>
                </a:lnTo>
                <a:lnTo>
                  <a:pt x="93167" y="96079"/>
                </a:lnTo>
                <a:lnTo>
                  <a:pt x="93167" y="90256"/>
                </a:lnTo>
                <a:lnTo>
                  <a:pt x="81521" y="78610"/>
                </a:lnTo>
                <a:close/>
                <a:moveTo>
                  <a:pt x="69875" y="84433"/>
                </a:moveTo>
                <a:lnTo>
                  <a:pt x="23292" y="84433"/>
                </a:lnTo>
                <a:lnTo>
                  <a:pt x="23292" y="49495"/>
                </a:lnTo>
                <a:cubicBezTo>
                  <a:pt x="23292" y="35054"/>
                  <a:pt x="32084" y="23292"/>
                  <a:pt x="46584" y="23292"/>
                </a:cubicBezTo>
                <a:cubicBezTo>
                  <a:pt x="61083" y="23292"/>
                  <a:pt x="69875" y="35054"/>
                  <a:pt x="69875" y="49495"/>
                </a:cubicBezTo>
                <a:lnTo>
                  <a:pt x="69875" y="84433"/>
                </a:lnTo>
                <a:close/>
              </a:path>
            </a:pathLst>
          </a:custGeom>
          <a:solidFill>
            <a:srgbClr val="BDBDBD"/>
          </a:solidFill>
          <a:ln>
            <a:noFill/>
          </a:ln>
        </p:spPr>
      </p:sp>
      <p:sp>
        <p:nvSpPr>
          <p:cNvPr id="159" name="!!text-88p" descr="通知"/>
          <p:cNvSpPr txBox="1"/>
          <p:nvPr/>
        </p:nvSpPr>
        <p:spPr>
          <a:xfrm>
            <a:off x="9458960" y="5773674"/>
            <a:ext cx="160655" cy="10114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550" kern="0" dirty="0">
                <a:solidFill>
                  <a:srgbClr val="BDBDBD"/>
                </a:solidFill>
                <a:latin typeface="Noto Sans TC Medium"/>
                <a:ea typeface="Noto Sans TC Medium"/>
                <a:cs typeface="Noto Sans TC Medium"/>
              </a:rPr>
              <a:t>通知</a:t>
            </a:r>
            <a:endParaRPr lang="zh-TW" sz="550"/>
          </a:p>
        </p:txBody>
      </p:sp>
      <p:sp>
        <p:nvSpPr>
          <p:cNvPr id="160" name="!!circle-88s"/>
          <p:cNvSpPr/>
          <p:nvPr/>
        </p:nvSpPr>
        <p:spPr>
          <a:xfrm>
            <a:off x="9861550" y="5613400"/>
            <a:ext cx="254000" cy="254000"/>
          </a:xfrm>
          <a:prstGeom prst="ellipse">
            <a:avLst/>
          </a:prstGeom>
          <a:solidFill>
            <a:srgbClr val="627D8D"/>
          </a:solidFill>
          <a:ln>
            <a:noFill/>
          </a:ln>
        </p:spPr>
      </p:sp>
      <p:sp>
        <p:nvSpPr>
          <p:cNvPr id="161" name="!!path-88t"/>
          <p:cNvSpPr/>
          <p:nvPr/>
        </p:nvSpPr>
        <p:spPr>
          <a:xfrm>
            <a:off x="9944100" y="569595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88900" y="50800"/>
                </a:moveTo>
                <a:lnTo>
                  <a:pt x="50800" y="50800"/>
                </a:lnTo>
                <a:lnTo>
                  <a:pt x="50800" y="88900"/>
                </a:lnTo>
                <a:lnTo>
                  <a:pt x="38100" y="88900"/>
                </a:lnTo>
                <a:lnTo>
                  <a:pt x="38100" y="50800"/>
                </a:lnTo>
                <a:lnTo>
                  <a:pt x="0" y="50800"/>
                </a:lnTo>
                <a:lnTo>
                  <a:pt x="0" y="38100"/>
                </a:lnTo>
                <a:lnTo>
                  <a:pt x="38100" y="38100"/>
                </a:lnTo>
                <a:lnTo>
                  <a:pt x="38100" y="0"/>
                </a:lnTo>
                <a:lnTo>
                  <a:pt x="50800" y="0"/>
                </a:lnTo>
                <a:lnTo>
                  <a:pt x="50800" y="38100"/>
                </a:lnTo>
                <a:lnTo>
                  <a:pt x="88900" y="38100"/>
                </a:lnTo>
                <a:lnTo>
                  <a:pt x="88900" y="508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62" name="!!path-88u"/>
          <p:cNvSpPr/>
          <p:nvPr/>
        </p:nvSpPr>
        <p:spPr>
          <a:xfrm>
            <a:off x="10390086" y="5625046"/>
            <a:ext cx="116459" cy="116459"/>
          </a:xfrm>
          <a:custGeom>
            <a:avLst/>
            <a:gdLst/>
            <a:ahLst/>
            <a:cxnLst/>
            <a:rect l="l" t="t" r="r" b="b"/>
            <a:pathLst>
              <a:path w="116459" h="116459">
                <a:moveTo>
                  <a:pt x="43672" y="26203"/>
                </a:moveTo>
                <a:lnTo>
                  <a:pt x="43672" y="43672"/>
                </a:lnTo>
                <a:lnTo>
                  <a:pt x="26203" y="43672"/>
                </a:lnTo>
                <a:lnTo>
                  <a:pt x="26203" y="26203"/>
                </a:lnTo>
                <a:lnTo>
                  <a:pt x="43672" y="26203"/>
                </a:lnTo>
                <a:moveTo>
                  <a:pt x="52407" y="17469"/>
                </a:moveTo>
                <a:lnTo>
                  <a:pt x="17469" y="17469"/>
                </a:lnTo>
                <a:lnTo>
                  <a:pt x="17469" y="52407"/>
                </a:lnTo>
                <a:lnTo>
                  <a:pt x="52407" y="52407"/>
                </a:lnTo>
                <a:lnTo>
                  <a:pt x="52407" y="17469"/>
                </a:lnTo>
                <a:close/>
                <a:moveTo>
                  <a:pt x="43672" y="72787"/>
                </a:moveTo>
                <a:lnTo>
                  <a:pt x="43672" y="90256"/>
                </a:lnTo>
                <a:lnTo>
                  <a:pt x="26203" y="90256"/>
                </a:lnTo>
                <a:lnTo>
                  <a:pt x="26203" y="72787"/>
                </a:lnTo>
                <a:lnTo>
                  <a:pt x="43672" y="72787"/>
                </a:lnTo>
                <a:moveTo>
                  <a:pt x="52407" y="64052"/>
                </a:moveTo>
                <a:lnTo>
                  <a:pt x="17469" y="64052"/>
                </a:lnTo>
                <a:lnTo>
                  <a:pt x="17469" y="98990"/>
                </a:lnTo>
                <a:lnTo>
                  <a:pt x="52407" y="98990"/>
                </a:lnTo>
                <a:lnTo>
                  <a:pt x="52407" y="64052"/>
                </a:lnTo>
                <a:close/>
                <a:moveTo>
                  <a:pt x="90256" y="26203"/>
                </a:moveTo>
                <a:lnTo>
                  <a:pt x="90256" y="43672"/>
                </a:lnTo>
                <a:lnTo>
                  <a:pt x="72787" y="43672"/>
                </a:lnTo>
                <a:lnTo>
                  <a:pt x="72787" y="26203"/>
                </a:lnTo>
                <a:lnTo>
                  <a:pt x="90256" y="26203"/>
                </a:lnTo>
                <a:moveTo>
                  <a:pt x="98990" y="17469"/>
                </a:moveTo>
                <a:lnTo>
                  <a:pt x="64052" y="17469"/>
                </a:lnTo>
                <a:lnTo>
                  <a:pt x="64052" y="52407"/>
                </a:lnTo>
                <a:lnTo>
                  <a:pt x="98990" y="52407"/>
                </a:lnTo>
                <a:lnTo>
                  <a:pt x="98990" y="17469"/>
                </a:lnTo>
                <a:close/>
                <a:moveTo>
                  <a:pt x="64052" y="64052"/>
                </a:moveTo>
                <a:lnTo>
                  <a:pt x="72787" y="64052"/>
                </a:lnTo>
                <a:lnTo>
                  <a:pt x="72787" y="72787"/>
                </a:lnTo>
                <a:lnTo>
                  <a:pt x="64052" y="72787"/>
                </a:lnTo>
                <a:lnTo>
                  <a:pt x="64052" y="64052"/>
                </a:lnTo>
                <a:close/>
                <a:moveTo>
                  <a:pt x="72787" y="72787"/>
                </a:moveTo>
                <a:lnTo>
                  <a:pt x="81521" y="72787"/>
                </a:lnTo>
                <a:lnTo>
                  <a:pt x="81521" y="81521"/>
                </a:lnTo>
                <a:lnTo>
                  <a:pt x="72787" y="81521"/>
                </a:lnTo>
                <a:lnTo>
                  <a:pt x="72787" y="72787"/>
                </a:lnTo>
                <a:close/>
                <a:moveTo>
                  <a:pt x="81521" y="64052"/>
                </a:moveTo>
                <a:lnTo>
                  <a:pt x="90256" y="64052"/>
                </a:lnTo>
                <a:lnTo>
                  <a:pt x="90256" y="72787"/>
                </a:lnTo>
                <a:lnTo>
                  <a:pt x="81521" y="72787"/>
                </a:lnTo>
                <a:lnTo>
                  <a:pt x="81521" y="64052"/>
                </a:lnTo>
                <a:close/>
                <a:moveTo>
                  <a:pt x="64052" y="81521"/>
                </a:moveTo>
                <a:lnTo>
                  <a:pt x="72787" y="81521"/>
                </a:lnTo>
                <a:lnTo>
                  <a:pt x="72787" y="90256"/>
                </a:lnTo>
                <a:lnTo>
                  <a:pt x="64052" y="90256"/>
                </a:lnTo>
                <a:lnTo>
                  <a:pt x="64052" y="81521"/>
                </a:lnTo>
                <a:close/>
                <a:moveTo>
                  <a:pt x="72787" y="90256"/>
                </a:moveTo>
                <a:lnTo>
                  <a:pt x="81521" y="90256"/>
                </a:lnTo>
                <a:lnTo>
                  <a:pt x="81521" y="98990"/>
                </a:lnTo>
                <a:lnTo>
                  <a:pt x="72787" y="98990"/>
                </a:lnTo>
                <a:lnTo>
                  <a:pt x="72787" y="90256"/>
                </a:lnTo>
                <a:close/>
                <a:moveTo>
                  <a:pt x="81521" y="81521"/>
                </a:moveTo>
                <a:lnTo>
                  <a:pt x="90256" y="81521"/>
                </a:lnTo>
                <a:lnTo>
                  <a:pt x="90256" y="90256"/>
                </a:lnTo>
                <a:lnTo>
                  <a:pt x="81521" y="90256"/>
                </a:lnTo>
                <a:lnTo>
                  <a:pt x="81521" y="81521"/>
                </a:lnTo>
                <a:close/>
                <a:moveTo>
                  <a:pt x="90256" y="72787"/>
                </a:moveTo>
                <a:lnTo>
                  <a:pt x="98990" y="72787"/>
                </a:lnTo>
                <a:lnTo>
                  <a:pt x="98990" y="81521"/>
                </a:lnTo>
                <a:lnTo>
                  <a:pt x="90256" y="81521"/>
                </a:lnTo>
                <a:lnTo>
                  <a:pt x="90256" y="72787"/>
                </a:lnTo>
                <a:close/>
                <a:moveTo>
                  <a:pt x="90256" y="90256"/>
                </a:moveTo>
                <a:lnTo>
                  <a:pt x="98990" y="90256"/>
                </a:lnTo>
                <a:lnTo>
                  <a:pt x="98990" y="98990"/>
                </a:lnTo>
                <a:lnTo>
                  <a:pt x="90256" y="98990"/>
                </a:lnTo>
                <a:lnTo>
                  <a:pt x="90256" y="90256"/>
                </a:lnTo>
                <a:close/>
                <a:moveTo>
                  <a:pt x="116459" y="29115"/>
                </a:moveTo>
                <a:lnTo>
                  <a:pt x="104813" y="29115"/>
                </a:lnTo>
                <a:lnTo>
                  <a:pt x="104813" y="11646"/>
                </a:lnTo>
                <a:lnTo>
                  <a:pt x="87344" y="11646"/>
                </a:lnTo>
                <a:lnTo>
                  <a:pt x="87344" y="0"/>
                </a:lnTo>
                <a:lnTo>
                  <a:pt x="116459" y="0"/>
                </a:lnTo>
                <a:lnTo>
                  <a:pt x="116459" y="29115"/>
                </a:lnTo>
                <a:close/>
                <a:moveTo>
                  <a:pt x="116459" y="116459"/>
                </a:moveTo>
                <a:lnTo>
                  <a:pt x="116459" y="87344"/>
                </a:lnTo>
                <a:lnTo>
                  <a:pt x="104813" y="87344"/>
                </a:lnTo>
                <a:lnTo>
                  <a:pt x="104813" y="104813"/>
                </a:lnTo>
                <a:lnTo>
                  <a:pt x="87344" y="104813"/>
                </a:lnTo>
                <a:lnTo>
                  <a:pt x="87344" y="116459"/>
                </a:lnTo>
                <a:lnTo>
                  <a:pt x="116459" y="116459"/>
                </a:lnTo>
                <a:close/>
                <a:moveTo>
                  <a:pt x="0" y="116459"/>
                </a:moveTo>
                <a:lnTo>
                  <a:pt x="29115" y="116459"/>
                </a:lnTo>
                <a:lnTo>
                  <a:pt x="29115" y="104813"/>
                </a:lnTo>
                <a:lnTo>
                  <a:pt x="11646" y="104813"/>
                </a:lnTo>
                <a:lnTo>
                  <a:pt x="11646" y="87344"/>
                </a:lnTo>
                <a:lnTo>
                  <a:pt x="0" y="87344"/>
                </a:lnTo>
                <a:lnTo>
                  <a:pt x="0" y="116459"/>
                </a:lnTo>
                <a:close/>
                <a:moveTo>
                  <a:pt x="0" y="0"/>
                </a:moveTo>
                <a:lnTo>
                  <a:pt x="0" y="29115"/>
                </a:lnTo>
                <a:lnTo>
                  <a:pt x="11646" y="29115"/>
                </a:lnTo>
                <a:lnTo>
                  <a:pt x="11646" y="11646"/>
                </a:lnTo>
                <a:lnTo>
                  <a:pt x="29115" y="11646"/>
                </a:lnTo>
                <a:lnTo>
                  <a:pt x="29115" y="0"/>
                </a:lnTo>
                <a:lnTo>
                  <a:pt x="0" y="0"/>
                </a:lnTo>
                <a:close/>
              </a:path>
            </a:pathLst>
          </a:custGeom>
          <a:solidFill>
            <a:srgbClr val="BDBDBD"/>
          </a:solidFill>
          <a:ln>
            <a:noFill/>
          </a:ln>
        </p:spPr>
      </p:sp>
      <p:sp>
        <p:nvSpPr>
          <p:cNvPr id="163" name="!!text-88v" descr="取書"/>
          <p:cNvSpPr txBox="1"/>
          <p:nvPr/>
        </p:nvSpPr>
        <p:spPr>
          <a:xfrm>
            <a:off x="10378440" y="5773674"/>
            <a:ext cx="160655" cy="10114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550" kern="0" dirty="0">
                <a:solidFill>
                  <a:srgbClr val="BDBDBD"/>
                </a:solidFill>
                <a:latin typeface="Noto Sans TC Medium"/>
                <a:ea typeface="Noto Sans TC Medium"/>
                <a:cs typeface="Noto Sans TC Medium"/>
              </a:rPr>
              <a:t>取書</a:t>
            </a:r>
            <a:endParaRPr lang="zh-TW" sz="550"/>
          </a:p>
        </p:txBody>
      </p:sp>
      <p:sp>
        <p:nvSpPr>
          <p:cNvPr id="164" name="!!path-88y"/>
          <p:cNvSpPr/>
          <p:nvPr/>
        </p:nvSpPr>
        <p:spPr>
          <a:xfrm>
            <a:off x="10861472" y="5636692"/>
            <a:ext cx="93167" cy="93167"/>
          </a:xfrm>
          <a:custGeom>
            <a:avLst/>
            <a:gdLst/>
            <a:ahLst/>
            <a:cxnLst/>
            <a:rect l="l" t="t" r="r" b="b"/>
            <a:pathLst>
              <a:path w="93167" h="93167">
                <a:moveTo>
                  <a:pt x="46584" y="11064"/>
                </a:moveTo>
                <a:cubicBezTo>
                  <a:pt x="53338" y="11064"/>
                  <a:pt x="58812" y="16537"/>
                  <a:pt x="58812" y="23292"/>
                </a:cubicBezTo>
                <a:cubicBezTo>
                  <a:pt x="58812" y="30046"/>
                  <a:pt x="53338" y="35520"/>
                  <a:pt x="46584" y="35520"/>
                </a:cubicBezTo>
                <a:cubicBezTo>
                  <a:pt x="39829" y="35520"/>
                  <a:pt x="34355" y="30046"/>
                  <a:pt x="34355" y="23292"/>
                </a:cubicBezTo>
                <a:cubicBezTo>
                  <a:pt x="34355" y="16537"/>
                  <a:pt x="39829" y="11064"/>
                  <a:pt x="46584" y="11064"/>
                </a:cubicBezTo>
                <a:moveTo>
                  <a:pt x="46584" y="63470"/>
                </a:moveTo>
                <a:cubicBezTo>
                  <a:pt x="63878" y="63470"/>
                  <a:pt x="82104" y="71972"/>
                  <a:pt x="82104" y="75698"/>
                </a:cubicBezTo>
                <a:lnTo>
                  <a:pt x="82104" y="82104"/>
                </a:lnTo>
                <a:lnTo>
                  <a:pt x="11064" y="82104"/>
                </a:lnTo>
                <a:lnTo>
                  <a:pt x="11064" y="75698"/>
                </a:lnTo>
                <a:cubicBezTo>
                  <a:pt x="11064" y="71972"/>
                  <a:pt x="29289" y="63470"/>
                  <a:pt x="46584" y="63470"/>
                </a:cubicBezTo>
                <a:moveTo>
                  <a:pt x="46584" y="0"/>
                </a:moveTo>
                <a:cubicBezTo>
                  <a:pt x="33715" y="0"/>
                  <a:pt x="23292" y="10423"/>
                  <a:pt x="23292" y="23292"/>
                </a:cubicBezTo>
                <a:cubicBezTo>
                  <a:pt x="23292" y="36161"/>
                  <a:pt x="33715" y="46584"/>
                  <a:pt x="46584" y="46584"/>
                </a:cubicBezTo>
                <a:cubicBezTo>
                  <a:pt x="59452" y="46584"/>
                  <a:pt x="69875" y="36161"/>
                  <a:pt x="69875" y="23292"/>
                </a:cubicBezTo>
                <a:cubicBezTo>
                  <a:pt x="69875" y="10423"/>
                  <a:pt x="59452" y="0"/>
                  <a:pt x="46584" y="0"/>
                </a:cubicBezTo>
                <a:close/>
                <a:moveTo>
                  <a:pt x="46584" y="52407"/>
                </a:moveTo>
                <a:cubicBezTo>
                  <a:pt x="31036" y="52407"/>
                  <a:pt x="0" y="60209"/>
                  <a:pt x="0" y="75698"/>
                </a:cubicBezTo>
                <a:lnTo>
                  <a:pt x="0" y="93167"/>
                </a:lnTo>
                <a:lnTo>
                  <a:pt x="93167" y="93167"/>
                </a:lnTo>
                <a:lnTo>
                  <a:pt x="93167" y="75698"/>
                </a:lnTo>
                <a:cubicBezTo>
                  <a:pt x="93167" y="60209"/>
                  <a:pt x="62131" y="52407"/>
                  <a:pt x="46584" y="52407"/>
                </a:cubicBezTo>
                <a:close/>
              </a:path>
            </a:pathLst>
          </a:custGeom>
          <a:solidFill>
            <a:srgbClr val="BDBDBD"/>
          </a:solidFill>
          <a:ln>
            <a:noFill/>
          </a:ln>
        </p:spPr>
      </p:sp>
      <p:sp>
        <p:nvSpPr>
          <p:cNvPr id="165" name="!!text-88z" descr="會員"/>
          <p:cNvSpPr txBox="1"/>
          <p:nvPr/>
        </p:nvSpPr>
        <p:spPr>
          <a:xfrm>
            <a:off x="10838180" y="5773674"/>
            <a:ext cx="160655" cy="10114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550" kern="0" dirty="0">
                <a:solidFill>
                  <a:srgbClr val="BDBDBD"/>
                </a:solidFill>
                <a:latin typeface="Noto Sans TC Medium"/>
                <a:ea typeface="Noto Sans TC Medium"/>
                <a:cs typeface="Noto Sans TC Medium"/>
              </a:rPr>
              <a:t>會員</a:t>
            </a:r>
            <a:endParaRPr lang="zh-TW" sz="550"/>
          </a:p>
        </p:txBody>
      </p:sp>
      <p:sp>
        <p:nvSpPr>
          <p:cNvPr id="166" name="!!rect-892"/>
          <p:cNvSpPr/>
          <p:nvPr/>
        </p:nvSpPr>
        <p:spPr>
          <a:xfrm>
            <a:off x="9531350" y="6076950"/>
            <a:ext cx="914400" cy="31750"/>
          </a:xfrm>
          <a:prstGeom prst="roundRect">
            <a:avLst>
              <a:gd name="adj" fmla="val 50000"/>
            </a:avLst>
          </a:prstGeom>
          <a:solidFill>
            <a:srgbClr val="000000">
              <a:alpha val="90000"/>
            </a:srgbClr>
          </a:solidFill>
          <a:ln>
            <a:noFill/>
          </a:ln>
        </p:spPr>
      </p:sp>
      <p:sp>
        <p:nvSpPr>
          <p:cNvPr id="167" name="!!rect-8qh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10000"/>
                </a:srgbClr>
              </a:gs>
              <a:gs pos="30762">
                <a:srgbClr val="FFFFFF">
                  <a:alpha val="2000"/>
                </a:srgbClr>
              </a:gs>
              <a:gs pos="31723">
                <a:srgbClr val="FFFFFF">
                  <a:alpha val="0"/>
                </a:srgbClr>
              </a:gs>
              <a:gs pos="9613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4329186" scaled="0"/>
          </a:gradFill>
          <a:ln>
            <a:noFill/>
          </a:ln>
        </p:spPr>
      </p:sp>
      <p:sp>
        <p:nvSpPr>
          <p:cNvPr id="168" name="!!rect-8qk"/>
          <p:cNvSpPr/>
          <p:nvPr/>
        </p:nvSpPr>
        <p:spPr>
          <a:xfrm>
            <a:off x="9728200" y="679450"/>
            <a:ext cx="520700" cy="23495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</p:spPr>
      </p:sp>
      <p:sp>
        <p:nvSpPr>
          <p:cNvPr id="169" name="!!circle-8ql"/>
          <p:cNvSpPr/>
          <p:nvPr/>
        </p:nvSpPr>
        <p:spPr>
          <a:xfrm>
            <a:off x="10088880" y="757555"/>
            <a:ext cx="78740" cy="78740"/>
          </a:xfrm>
          <a:prstGeom prst="ellipse">
            <a:avLst/>
          </a:prstGeom>
          <a:solidFill>
            <a:srgbClr val="0A0F16"/>
          </a:solidFill>
          <a:ln>
            <a:noFill/>
          </a:ln>
        </p:spPr>
      </p:sp>
      <p:sp>
        <p:nvSpPr>
          <p:cNvPr id="170" name="!!circle-8qm"/>
          <p:cNvSpPr/>
          <p:nvPr/>
        </p:nvSpPr>
        <p:spPr>
          <a:xfrm>
            <a:off x="10107930" y="776605"/>
            <a:ext cx="40640" cy="40640"/>
          </a:xfrm>
          <a:prstGeom prst="ellipse">
            <a:avLst/>
          </a:prstGeom>
          <a:solidFill>
            <a:srgbClr val="111B28"/>
          </a:solidFill>
          <a:ln>
            <a:noFill/>
          </a:ln>
        </p:spPr>
      </p:sp>
      <p:sp>
        <p:nvSpPr>
          <p:cNvPr id="171" name="!!circle-8qn"/>
          <p:cNvSpPr/>
          <p:nvPr/>
        </p:nvSpPr>
        <p:spPr>
          <a:xfrm>
            <a:off x="10130155" y="781685"/>
            <a:ext cx="13970" cy="13970"/>
          </a:xfrm>
          <a:prstGeom prst="ellipse">
            <a:avLst/>
          </a:prstGeom>
          <a:solidFill>
            <a:srgbClr val="3A5070">
              <a:alpha val="80000"/>
            </a:srgbClr>
          </a:solidFill>
          <a:ln>
            <a:noFill/>
          </a:ln>
        </p:spPr>
      </p:sp>
      <p:sp>
        <p:nvSpPr>
          <p:cNvPr id="172" name="!!path-9ic"/>
          <p:cNvSpPr/>
          <p:nvPr/>
        </p:nvSpPr>
        <p:spPr>
          <a:xfrm>
            <a:off x="381000" y="306527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73" name="!!path-9id"/>
          <p:cNvSpPr/>
          <p:nvPr/>
        </p:nvSpPr>
        <p:spPr>
          <a:xfrm>
            <a:off x="381000" y="308153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74" name="!!path-9ie"/>
          <p:cNvSpPr/>
          <p:nvPr/>
        </p:nvSpPr>
        <p:spPr>
          <a:xfrm>
            <a:off x="381000" y="309778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75" name="!!path-9if"/>
          <p:cNvSpPr/>
          <p:nvPr/>
        </p:nvSpPr>
        <p:spPr>
          <a:xfrm>
            <a:off x="381000" y="311404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76" name="!!path-9ig"/>
          <p:cNvSpPr/>
          <p:nvPr/>
        </p:nvSpPr>
        <p:spPr>
          <a:xfrm>
            <a:off x="381000" y="313030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77" name="!!path-9ih"/>
          <p:cNvSpPr/>
          <p:nvPr/>
        </p:nvSpPr>
        <p:spPr>
          <a:xfrm>
            <a:off x="381000" y="314655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78" name="!!path-9ii"/>
          <p:cNvSpPr/>
          <p:nvPr/>
        </p:nvSpPr>
        <p:spPr>
          <a:xfrm>
            <a:off x="381000" y="316281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79" name="!!path-9ij"/>
          <p:cNvSpPr/>
          <p:nvPr/>
        </p:nvSpPr>
        <p:spPr>
          <a:xfrm>
            <a:off x="381000" y="317906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80" name="!!path-9ik"/>
          <p:cNvSpPr/>
          <p:nvPr/>
        </p:nvSpPr>
        <p:spPr>
          <a:xfrm>
            <a:off x="419608" y="269342"/>
            <a:ext cx="128422" cy="122936"/>
          </a:xfrm>
          <a:custGeom>
            <a:avLst/>
            <a:gdLst/>
            <a:ahLst/>
            <a:cxnLst/>
            <a:rect l="l" t="t" r="r" b="b"/>
            <a:pathLst>
              <a:path w="128422" h="122936">
                <a:moveTo>
                  <a:pt x="0" y="17678"/>
                </a:moveTo>
                <a:lnTo>
                  <a:pt x="8128" y="5080"/>
                </a:lnTo>
                <a:cubicBezTo>
                  <a:pt x="32512" y="0"/>
                  <a:pt x="73152" y="7112"/>
                  <a:pt x="101600" y="26416"/>
                </a:cubicBezTo>
                <a:cubicBezTo>
                  <a:pt x="116840" y="37186"/>
                  <a:pt x="124968" y="49784"/>
                  <a:pt x="128422" y="62992"/>
                </a:cubicBezTo>
                <a:lnTo>
                  <a:pt x="128422" y="122936"/>
                </a:lnTo>
                <a:lnTo>
                  <a:pt x="0" y="1229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81" name="!!path-9il"/>
          <p:cNvSpPr/>
          <p:nvPr/>
        </p:nvSpPr>
        <p:spPr>
          <a:xfrm>
            <a:off x="419608" y="269342"/>
            <a:ext cx="128422" cy="62992"/>
          </a:xfrm>
          <a:custGeom>
            <a:avLst/>
            <a:gdLst/>
            <a:ahLst/>
            <a:cxnLst/>
            <a:rect l="l" t="t" r="r" b="b"/>
            <a:pathLst>
              <a:path w="128422" h="62992" fill="none">
                <a:moveTo>
                  <a:pt x="128422" y="62992"/>
                </a:moveTo>
                <a:cubicBezTo>
                  <a:pt x="124968" y="49784"/>
                  <a:pt x="116840" y="37186"/>
                  <a:pt x="101600" y="26416"/>
                </a:cubicBezTo>
                <a:cubicBezTo>
                  <a:pt x="73152" y="7112"/>
                  <a:pt x="32512" y="0"/>
                  <a:pt x="8128" y="5080"/>
                </a:cubicBezTo>
                <a:lnTo>
                  <a:pt x="0" y="1767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82" name="!!path-9im"/>
          <p:cNvSpPr/>
          <p:nvPr/>
        </p:nvSpPr>
        <p:spPr>
          <a:xfrm>
            <a:off x="407010" y="281534"/>
            <a:ext cx="141021" cy="110744"/>
          </a:xfrm>
          <a:custGeom>
            <a:avLst/>
            <a:gdLst/>
            <a:ahLst/>
            <a:cxnLst/>
            <a:rect l="l" t="t" r="r" b="b"/>
            <a:pathLst>
              <a:path w="141021" h="110744">
                <a:moveTo>
                  <a:pt x="0" y="22352"/>
                </a:moveTo>
                <a:lnTo>
                  <a:pt x="6502" y="6502"/>
                </a:lnTo>
                <a:cubicBezTo>
                  <a:pt x="36982" y="0"/>
                  <a:pt x="79654" y="7112"/>
                  <a:pt x="110134" y="25400"/>
                </a:cubicBezTo>
                <a:cubicBezTo>
                  <a:pt x="126390" y="35154"/>
                  <a:pt x="136550" y="49784"/>
                  <a:pt x="141021" y="62992"/>
                </a:cubicBezTo>
                <a:lnTo>
                  <a:pt x="141021" y="110744"/>
                </a:lnTo>
                <a:lnTo>
                  <a:pt x="0" y="110744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83" name="!!path-9in"/>
          <p:cNvSpPr/>
          <p:nvPr/>
        </p:nvSpPr>
        <p:spPr>
          <a:xfrm>
            <a:off x="407010" y="281534"/>
            <a:ext cx="141021" cy="62992"/>
          </a:xfrm>
          <a:custGeom>
            <a:avLst/>
            <a:gdLst/>
            <a:ahLst/>
            <a:cxnLst/>
            <a:rect l="l" t="t" r="r" b="b"/>
            <a:pathLst>
              <a:path w="141021" h="62992" fill="none">
                <a:moveTo>
                  <a:pt x="141021" y="62992"/>
                </a:moveTo>
                <a:cubicBezTo>
                  <a:pt x="136550" y="49784"/>
                  <a:pt x="126390" y="35154"/>
                  <a:pt x="110134" y="25400"/>
                </a:cubicBezTo>
                <a:cubicBezTo>
                  <a:pt x="79654" y="7112"/>
                  <a:pt x="36982" y="0"/>
                  <a:pt x="6502" y="6502"/>
                </a:cubicBezTo>
                <a:lnTo>
                  <a:pt x="0" y="22352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84" name="!!path-9io"/>
          <p:cNvSpPr/>
          <p:nvPr/>
        </p:nvSpPr>
        <p:spPr>
          <a:xfrm>
            <a:off x="395834" y="294742"/>
            <a:ext cx="151790" cy="97536"/>
          </a:xfrm>
          <a:custGeom>
            <a:avLst/>
            <a:gdLst/>
            <a:ahLst/>
            <a:cxnLst/>
            <a:rect l="l" t="t" r="r" b="b"/>
            <a:pathLst>
              <a:path w="151790" h="97536">
                <a:moveTo>
                  <a:pt x="0" y="23165"/>
                </a:moveTo>
                <a:lnTo>
                  <a:pt x="3861" y="12598"/>
                </a:lnTo>
                <a:cubicBezTo>
                  <a:pt x="37998" y="0"/>
                  <a:pt x="84734" y="5080"/>
                  <a:pt x="117246" y="21946"/>
                </a:cubicBezTo>
                <a:cubicBezTo>
                  <a:pt x="135534" y="31496"/>
                  <a:pt x="146710" y="43688"/>
                  <a:pt x="151790" y="55270"/>
                </a:cubicBezTo>
                <a:lnTo>
                  <a:pt x="151790" y="97536"/>
                </a:lnTo>
                <a:lnTo>
                  <a:pt x="0" y="975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85" name="!!path-9ip"/>
          <p:cNvSpPr/>
          <p:nvPr/>
        </p:nvSpPr>
        <p:spPr>
          <a:xfrm>
            <a:off x="395834" y="294742"/>
            <a:ext cx="151790" cy="55270"/>
          </a:xfrm>
          <a:custGeom>
            <a:avLst/>
            <a:gdLst/>
            <a:ahLst/>
            <a:cxnLst/>
            <a:rect l="l" t="t" r="r" b="b"/>
            <a:pathLst>
              <a:path w="151790" h="55270" fill="none">
                <a:moveTo>
                  <a:pt x="151790" y="55270"/>
                </a:moveTo>
                <a:cubicBezTo>
                  <a:pt x="146710" y="43688"/>
                  <a:pt x="135534" y="31496"/>
                  <a:pt x="117246" y="21946"/>
                </a:cubicBezTo>
                <a:cubicBezTo>
                  <a:pt x="84734" y="5080"/>
                  <a:pt x="37998" y="0"/>
                  <a:pt x="3861" y="12598"/>
                </a:cubicBezTo>
                <a:lnTo>
                  <a:pt x="0" y="23165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86" name="!!path-9iq"/>
          <p:cNvSpPr/>
          <p:nvPr/>
        </p:nvSpPr>
        <p:spPr>
          <a:xfrm>
            <a:off x="548234" y="264262"/>
            <a:ext cx="120294" cy="128016"/>
          </a:xfrm>
          <a:custGeom>
            <a:avLst/>
            <a:gdLst/>
            <a:ahLst/>
            <a:cxnLst/>
            <a:rect l="l" t="t" r="r" b="b"/>
            <a:pathLst>
              <a:path w="120294" h="128016">
                <a:moveTo>
                  <a:pt x="120294" y="18288"/>
                </a:moveTo>
                <a:lnTo>
                  <a:pt x="113589" y="4470"/>
                </a:lnTo>
                <a:cubicBezTo>
                  <a:pt x="86766" y="0"/>
                  <a:pt x="44094" y="10160"/>
                  <a:pt x="17678" y="30480"/>
                </a:cubicBezTo>
                <a:cubicBezTo>
                  <a:pt x="6502" y="39624"/>
                  <a:pt x="1422" y="52832"/>
                  <a:pt x="0" y="67056"/>
                </a:cubicBezTo>
                <a:lnTo>
                  <a:pt x="0" y="128016"/>
                </a:lnTo>
                <a:lnTo>
                  <a:pt x="120294" y="12801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87" name="!!path-9ir"/>
          <p:cNvSpPr/>
          <p:nvPr/>
        </p:nvSpPr>
        <p:spPr>
          <a:xfrm>
            <a:off x="548234" y="264262"/>
            <a:ext cx="120294" cy="67056"/>
          </a:xfrm>
          <a:custGeom>
            <a:avLst/>
            <a:gdLst/>
            <a:ahLst/>
            <a:cxnLst/>
            <a:rect l="l" t="t" r="r" b="b"/>
            <a:pathLst>
              <a:path w="120294" h="67056" fill="none">
                <a:moveTo>
                  <a:pt x="0" y="67056"/>
                </a:moveTo>
                <a:cubicBezTo>
                  <a:pt x="1422" y="52832"/>
                  <a:pt x="6502" y="39624"/>
                  <a:pt x="17678" y="30480"/>
                </a:cubicBezTo>
                <a:cubicBezTo>
                  <a:pt x="44094" y="10160"/>
                  <a:pt x="86766" y="0"/>
                  <a:pt x="113589" y="4470"/>
                </a:cubicBezTo>
                <a:lnTo>
                  <a:pt x="120294" y="1828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88" name="!!path-9is"/>
          <p:cNvSpPr/>
          <p:nvPr/>
        </p:nvSpPr>
        <p:spPr>
          <a:xfrm>
            <a:off x="548437" y="279502"/>
            <a:ext cx="133299" cy="112776"/>
          </a:xfrm>
          <a:custGeom>
            <a:avLst/>
            <a:gdLst/>
            <a:ahLst/>
            <a:cxnLst/>
            <a:rect l="l" t="t" r="r" b="b"/>
            <a:pathLst>
              <a:path w="133299" h="112776">
                <a:moveTo>
                  <a:pt x="133299" y="19710"/>
                </a:moveTo>
                <a:lnTo>
                  <a:pt x="127203" y="3048"/>
                </a:lnTo>
                <a:cubicBezTo>
                  <a:pt x="94691" y="0"/>
                  <a:pt x="54051" y="11176"/>
                  <a:pt x="27635" y="30683"/>
                </a:cubicBezTo>
                <a:cubicBezTo>
                  <a:pt x="13411" y="41250"/>
                  <a:pt x="4267" y="53848"/>
                  <a:pt x="0" y="65024"/>
                </a:cubicBezTo>
                <a:lnTo>
                  <a:pt x="0" y="112776"/>
                </a:lnTo>
                <a:lnTo>
                  <a:pt x="133299" y="11277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89" name="!!path-9it"/>
          <p:cNvSpPr/>
          <p:nvPr/>
        </p:nvSpPr>
        <p:spPr>
          <a:xfrm>
            <a:off x="548437" y="279502"/>
            <a:ext cx="133299" cy="65024"/>
          </a:xfrm>
          <a:custGeom>
            <a:avLst/>
            <a:gdLst/>
            <a:ahLst/>
            <a:cxnLst/>
            <a:rect l="l" t="t" r="r" b="b"/>
            <a:pathLst>
              <a:path w="133299" h="65024" fill="none">
                <a:moveTo>
                  <a:pt x="0" y="65024"/>
                </a:moveTo>
                <a:cubicBezTo>
                  <a:pt x="4267" y="53848"/>
                  <a:pt x="13411" y="41250"/>
                  <a:pt x="27635" y="30683"/>
                </a:cubicBezTo>
                <a:cubicBezTo>
                  <a:pt x="54051" y="11176"/>
                  <a:pt x="94691" y="0"/>
                  <a:pt x="127203" y="3048"/>
                </a:cubicBezTo>
                <a:lnTo>
                  <a:pt x="133299" y="19710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90" name="!!path-9iu"/>
          <p:cNvSpPr/>
          <p:nvPr/>
        </p:nvSpPr>
        <p:spPr>
          <a:xfrm>
            <a:off x="548843" y="293726"/>
            <a:ext cx="142646" cy="98552"/>
          </a:xfrm>
          <a:custGeom>
            <a:avLst/>
            <a:gdLst/>
            <a:ahLst/>
            <a:cxnLst/>
            <a:rect l="l" t="t" r="r" b="b"/>
            <a:pathLst>
              <a:path w="142646" h="98552">
                <a:moveTo>
                  <a:pt x="142646" y="18898"/>
                </a:moveTo>
                <a:lnTo>
                  <a:pt x="139802" y="8738"/>
                </a:lnTo>
                <a:cubicBezTo>
                  <a:pt x="106477" y="0"/>
                  <a:pt x="63805" y="5080"/>
                  <a:pt x="35357" y="19304"/>
                </a:cubicBezTo>
                <a:cubicBezTo>
                  <a:pt x="17069" y="28448"/>
                  <a:pt x="5893" y="42672"/>
                  <a:pt x="0" y="56286"/>
                </a:cubicBezTo>
                <a:lnTo>
                  <a:pt x="0" y="98552"/>
                </a:lnTo>
                <a:lnTo>
                  <a:pt x="142646" y="98552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91" name="!!path-9iv"/>
          <p:cNvSpPr/>
          <p:nvPr/>
        </p:nvSpPr>
        <p:spPr>
          <a:xfrm>
            <a:off x="548843" y="293726"/>
            <a:ext cx="142646" cy="56286"/>
          </a:xfrm>
          <a:custGeom>
            <a:avLst/>
            <a:gdLst/>
            <a:ahLst/>
            <a:cxnLst/>
            <a:rect l="l" t="t" r="r" b="b"/>
            <a:pathLst>
              <a:path w="142646" h="56286" fill="none">
                <a:moveTo>
                  <a:pt x="0" y="56286"/>
                </a:moveTo>
                <a:cubicBezTo>
                  <a:pt x="5893" y="42672"/>
                  <a:pt x="17069" y="28448"/>
                  <a:pt x="35357" y="19304"/>
                </a:cubicBezTo>
                <a:cubicBezTo>
                  <a:pt x="63805" y="5080"/>
                  <a:pt x="106477" y="0"/>
                  <a:pt x="139802" y="8738"/>
                </a:cubicBezTo>
                <a:lnTo>
                  <a:pt x="142646" y="1889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92" name="!!path-9iw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627D8D"/>
              </a:gs>
              <a:gs pos="21794">
                <a:srgbClr val="627D8D"/>
              </a:gs>
              <a:gs pos="55376">
                <a:srgbClr val="627D8D"/>
              </a:gs>
              <a:gs pos="96421">
                <a:srgbClr val="98ABB7"/>
              </a:gs>
              <a:gs pos="100000">
                <a:srgbClr val="98ABB7"/>
              </a:gs>
            </a:gsLst>
            <a:lin ang="1983350" scaled="0"/>
          </a:gradFill>
          <a:ln>
            <a:noFill/>
          </a:ln>
        </p:spPr>
      </p:sp>
      <p:sp>
        <p:nvSpPr>
          <p:cNvPr id="193" name="!!path-9ix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0000"/>
                </a:srgbClr>
              </a:gs>
              <a:gs pos="4764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83333" t="79291" r="16667" b="20709"/>
            </a:path>
          </a:gradFill>
          <a:ln>
            <a:noFill/>
          </a:ln>
        </p:spPr>
      </p:sp>
      <p:sp>
        <p:nvSpPr>
          <p:cNvPr id="194" name="!!line-9iy"/>
          <p:cNvSpPr/>
          <p:nvPr/>
        </p:nvSpPr>
        <p:spPr>
          <a:xfrm>
            <a:off x="549046" y="363017"/>
            <a:ext cx="1" cy="153619"/>
          </a:xfrm>
          <a:custGeom>
            <a:avLst/>
            <a:gdLst/>
            <a:ahLst/>
            <a:cxnLst/>
            <a:rect l="l" t="t" r="r" b="b"/>
            <a:pathLst>
              <a:path w="1" h="153619">
                <a:moveTo>
                  <a:pt x="0" y="0"/>
                </a:moveTo>
                <a:lnTo>
                  <a:pt x="0" y="153619"/>
                </a:lnTo>
              </a:path>
            </a:pathLst>
          </a:custGeom>
          <a:solidFill>
            <a:srgbClr val="000000"/>
          </a:solidFill>
          <a:ln w="6909" cap="rnd">
            <a:solidFill>
              <a:srgbClr val="C9D3D9"/>
            </a:solidFill>
            <a:prstDash val="solid"/>
            <a:miter lim="800000"/>
          </a:ln>
        </p:spPr>
      </p:sp>
      <p:sp>
        <p:nvSpPr>
          <p:cNvPr id="195" name="!!path-9iz"/>
          <p:cNvSpPr/>
          <p:nvPr/>
        </p:nvSpPr>
        <p:spPr>
          <a:xfrm>
            <a:off x="657962" y="442062"/>
            <a:ext cx="25400" cy="37998"/>
          </a:xfrm>
          <a:custGeom>
            <a:avLst/>
            <a:gdLst/>
            <a:ahLst/>
            <a:cxnLst/>
            <a:rect l="l" t="t" r="r" b="b"/>
            <a:pathLst>
              <a:path w="25400" h="37998">
                <a:moveTo>
                  <a:pt x="0" y="2642"/>
                </a:moveTo>
                <a:lnTo>
                  <a:pt x="15240" y="0"/>
                </a:lnTo>
                <a:lnTo>
                  <a:pt x="25400" y="37186"/>
                </a:lnTo>
                <a:lnTo>
                  <a:pt x="7518" y="37998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 w="1016" cap="flat">
            <a:solidFill>
              <a:srgbClr val="FFFFFF">
                <a:alpha val="55000"/>
              </a:srgbClr>
            </a:solidFill>
            <a:prstDash val="solid"/>
            <a:round/>
          </a:ln>
        </p:spPr>
      </p:sp>
      <p:sp>
        <p:nvSpPr>
          <p:cNvPr id="196" name="!!text-9j0" descr="救「舊」我的書"/>
          <p:cNvSpPr txBox="1"/>
          <p:nvPr/>
        </p:nvSpPr>
        <p:spPr>
          <a:xfrm>
            <a:off x="805879" y="251460"/>
            <a:ext cx="1120140" cy="25745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400" b="1" kern="0" spc="-70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救</a:t>
            </a:r>
            <a:r>
              <a:rPr lang="zh-TW" altLang="en-US" sz="14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「舊</a:t>
            </a:r>
            <a:r>
              <a:rPr lang="zh-TW" altLang="en-US" sz="1400" b="1" kern="0" spc="-70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」</a:t>
            </a:r>
            <a:r>
              <a:rPr lang="zh-TW" altLang="en-US" sz="14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我的書</a:t>
            </a:r>
            <a:endParaRPr lang="zh-TW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fast" p14:dur="2200" advTm="0">
        <p159:morph option="byObject"/>
      </p:transition>
    </mc:Choice>
    <mc:Fallback>
      <p:transition spd="fast" advTm="0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85.9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rect-1q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7"/>
          </a:solidFill>
          <a:ln>
            <a:noFill/>
          </a:ln>
        </p:spPr>
      </p:sp>
      <p:sp>
        <p:nvSpPr>
          <p:cNvPr id="3" name="!!ellipse-1q2"/>
          <p:cNvSpPr/>
          <p:nvPr/>
        </p:nvSpPr>
        <p:spPr>
          <a:xfrm>
            <a:off x="-889000" y="-952500"/>
            <a:ext cx="13970000" cy="7874000"/>
          </a:xfrm>
          <a:prstGeom prst="ellipse">
            <a:avLst/>
          </a:prstGeom>
          <a:gradFill rotWithShape="1">
            <a:gsLst>
              <a:gs pos="0">
                <a:srgbClr val="FFFFFF">
                  <a:alpha val="95000"/>
                </a:srgbClr>
              </a:gs>
              <a:gs pos="40865">
                <a:srgbClr val="FFFFFF">
                  <a:alpha val="35000"/>
                </a:srgbClr>
              </a:gs>
              <a:gs pos="68108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!!rect-1q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P1"/>
            <a:srcRect/>
            <a:tile tx="129884" ty="89840" sx="16667" sy="16667" flip="none" algn="tl"/>
          </a:blipFill>
          <a:ln>
            <a:noFill/>
          </a:ln>
        </p:spPr>
      </p:sp>
      <p:sp>
        <p:nvSpPr>
          <p:cNvPr id="5" name="!!circle-1q9"/>
          <p:cNvSpPr/>
          <p:nvPr/>
        </p:nvSpPr>
        <p:spPr>
          <a:xfrm>
            <a:off x="8742290" y="2070608"/>
            <a:ext cx="2047469" cy="2047469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" name="!!circle-1qc"/>
          <p:cNvSpPr/>
          <p:nvPr/>
        </p:nvSpPr>
        <p:spPr>
          <a:xfrm>
            <a:off x="4861335" y="515449"/>
            <a:ext cx="2495906" cy="2495906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7" name="!!circle-1qd"/>
          <p:cNvSpPr/>
          <p:nvPr/>
        </p:nvSpPr>
        <p:spPr>
          <a:xfrm>
            <a:off x="3204093" y="5741454"/>
            <a:ext cx="2187308" cy="2187308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8" name="!!circle-1qf"/>
          <p:cNvSpPr/>
          <p:nvPr/>
        </p:nvSpPr>
        <p:spPr>
          <a:xfrm>
            <a:off x="1862376" y="-1985054"/>
            <a:ext cx="1998675" cy="1998675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9" name="!!circle-1qp"/>
          <p:cNvSpPr/>
          <p:nvPr/>
        </p:nvSpPr>
        <p:spPr>
          <a:xfrm>
            <a:off x="8208692" y="2289950"/>
            <a:ext cx="1404176" cy="1404176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0" name="!!circle-1qy"/>
          <p:cNvSpPr/>
          <p:nvPr/>
        </p:nvSpPr>
        <p:spPr>
          <a:xfrm>
            <a:off x="-71745" y="-2305513"/>
            <a:ext cx="2674569" cy="2674569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1" name="!!circle-1r4"/>
          <p:cNvSpPr/>
          <p:nvPr/>
        </p:nvSpPr>
        <p:spPr>
          <a:xfrm>
            <a:off x="11188672" y="2128412"/>
            <a:ext cx="1085901" cy="1085901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2" name="!!circle-1r5"/>
          <p:cNvSpPr/>
          <p:nvPr/>
        </p:nvSpPr>
        <p:spPr>
          <a:xfrm>
            <a:off x="11349770" y="4263575"/>
            <a:ext cx="2573795" cy="2573795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3" name="!!circle-1rp"/>
          <p:cNvSpPr/>
          <p:nvPr/>
        </p:nvSpPr>
        <p:spPr>
          <a:xfrm>
            <a:off x="3646835" y="2681618"/>
            <a:ext cx="985317" cy="985317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4" name="!!circle-1rs"/>
          <p:cNvSpPr/>
          <p:nvPr/>
        </p:nvSpPr>
        <p:spPr>
          <a:xfrm>
            <a:off x="-1385388" y="3862864"/>
            <a:ext cx="1598701" cy="1598701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5" name="!!circle-1sb"/>
          <p:cNvSpPr/>
          <p:nvPr/>
        </p:nvSpPr>
        <p:spPr>
          <a:xfrm>
            <a:off x="1584747" y="439166"/>
            <a:ext cx="1718970" cy="1718970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6" name="!!rect-1sh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5F7">
                  <a:alpha val="0"/>
                </a:srgbClr>
              </a:gs>
              <a:gs pos="20428">
                <a:srgbClr val="F3F5F7">
                  <a:alpha val="0"/>
                </a:srgbClr>
              </a:gs>
              <a:gs pos="66730">
                <a:srgbClr val="F3F5F7"/>
              </a:gs>
              <a:gs pos="100000">
                <a:srgbClr val="F3F5F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7" name="!!circle-1sj"/>
          <p:cNvSpPr/>
          <p:nvPr/>
        </p:nvSpPr>
        <p:spPr>
          <a:xfrm>
            <a:off x="100524" y="89403"/>
            <a:ext cx="50038" cy="50038"/>
          </a:xfrm>
          <a:prstGeom prst="ellipse">
            <a:avLst/>
          </a:prstGeom>
          <a:solidFill>
            <a:srgbClr val="627D8D">
              <a:alpha val="25400"/>
            </a:srgbClr>
          </a:solidFill>
          <a:ln>
            <a:noFill/>
          </a:ln>
        </p:spPr>
      </p:sp>
      <p:sp>
        <p:nvSpPr>
          <p:cNvPr id="18" name="!!circle-1sm"/>
          <p:cNvSpPr/>
          <p:nvPr/>
        </p:nvSpPr>
        <p:spPr>
          <a:xfrm>
            <a:off x="5603796" y="1412649"/>
            <a:ext cx="36055" cy="36055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19" name="!!circle-1sp"/>
          <p:cNvSpPr/>
          <p:nvPr/>
        </p:nvSpPr>
        <p:spPr>
          <a:xfrm>
            <a:off x="9309947" y="3315459"/>
            <a:ext cx="24295" cy="24295"/>
          </a:xfrm>
          <a:prstGeom prst="ellipse">
            <a:avLst/>
          </a:prstGeom>
          <a:solidFill>
            <a:srgbClr val="627D8D">
              <a:alpha val="18100"/>
            </a:srgbClr>
          </a:solidFill>
          <a:ln>
            <a:noFill/>
          </a:ln>
        </p:spPr>
      </p:sp>
      <p:sp>
        <p:nvSpPr>
          <p:cNvPr id="20" name="!!circle-1ss"/>
          <p:cNvSpPr/>
          <p:nvPr/>
        </p:nvSpPr>
        <p:spPr>
          <a:xfrm>
            <a:off x="3535158" y="6503393"/>
            <a:ext cx="25959" cy="25959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21" name="!!circle-1sv"/>
          <p:cNvSpPr/>
          <p:nvPr/>
        </p:nvSpPr>
        <p:spPr>
          <a:xfrm>
            <a:off x="1942481" y="1829255"/>
            <a:ext cx="35878" cy="35878"/>
          </a:xfrm>
          <a:prstGeom prst="ellipse">
            <a:avLst/>
          </a:prstGeom>
          <a:solidFill>
            <a:srgbClr val="627D8D">
              <a:alpha val="26800"/>
            </a:srgbClr>
          </a:solidFill>
          <a:ln>
            <a:noFill/>
          </a:ln>
        </p:spPr>
      </p:sp>
      <p:sp>
        <p:nvSpPr>
          <p:cNvPr id="22" name="!!circle-1sy"/>
          <p:cNvSpPr/>
          <p:nvPr/>
        </p:nvSpPr>
        <p:spPr>
          <a:xfrm>
            <a:off x="6807225" y="3895107"/>
            <a:ext cx="40234" cy="40234"/>
          </a:xfrm>
          <a:prstGeom prst="ellipse">
            <a:avLst/>
          </a:prstGeom>
          <a:solidFill>
            <a:srgbClr val="627D8D">
              <a:alpha val="31300"/>
            </a:srgbClr>
          </a:solidFill>
          <a:ln>
            <a:noFill/>
          </a:ln>
        </p:spPr>
      </p:sp>
      <p:sp>
        <p:nvSpPr>
          <p:cNvPr id="23" name="!!circle-1t1"/>
          <p:cNvSpPr/>
          <p:nvPr/>
        </p:nvSpPr>
        <p:spPr>
          <a:xfrm>
            <a:off x="9991525" y="-13177"/>
            <a:ext cx="23559" cy="23559"/>
          </a:xfrm>
          <a:prstGeom prst="ellipse">
            <a:avLst/>
          </a:prstGeom>
          <a:solidFill>
            <a:srgbClr val="627D8D">
              <a:alpha val="17900"/>
            </a:srgbClr>
          </a:solidFill>
          <a:ln>
            <a:noFill/>
          </a:ln>
        </p:spPr>
      </p:sp>
      <p:sp>
        <p:nvSpPr>
          <p:cNvPr id="24" name="!!circle-1t4"/>
          <p:cNvSpPr/>
          <p:nvPr/>
        </p:nvSpPr>
        <p:spPr>
          <a:xfrm>
            <a:off x="1140254" y="4960754"/>
            <a:ext cx="29959" cy="29959"/>
          </a:xfrm>
          <a:prstGeom prst="ellipse">
            <a:avLst/>
          </a:prstGeom>
          <a:solidFill>
            <a:srgbClr val="627D8D">
              <a:alpha val="19400"/>
            </a:srgbClr>
          </a:solidFill>
          <a:ln>
            <a:noFill/>
          </a:ln>
        </p:spPr>
      </p:sp>
      <p:sp>
        <p:nvSpPr>
          <p:cNvPr id="25" name="!!circle-1t7"/>
          <p:cNvSpPr/>
          <p:nvPr/>
        </p:nvSpPr>
        <p:spPr>
          <a:xfrm>
            <a:off x="8493454" y="4534497"/>
            <a:ext cx="28702" cy="28702"/>
          </a:xfrm>
          <a:prstGeom prst="ellipse">
            <a:avLst/>
          </a:prstGeom>
          <a:solidFill>
            <a:srgbClr val="627D8D">
              <a:alpha val="17800"/>
            </a:srgbClr>
          </a:solidFill>
          <a:ln>
            <a:noFill/>
          </a:ln>
        </p:spPr>
      </p:sp>
      <p:sp>
        <p:nvSpPr>
          <p:cNvPr id="26" name="!!circle-1ta"/>
          <p:cNvSpPr/>
          <p:nvPr/>
        </p:nvSpPr>
        <p:spPr>
          <a:xfrm>
            <a:off x="11036803" y="1955760"/>
            <a:ext cx="24066" cy="24066"/>
          </a:xfrm>
          <a:prstGeom prst="ellipse">
            <a:avLst/>
          </a:prstGeom>
          <a:solidFill>
            <a:srgbClr val="627D8D">
              <a:alpha val="23900"/>
            </a:srgbClr>
          </a:solidFill>
          <a:ln>
            <a:noFill/>
          </a:ln>
        </p:spPr>
      </p:sp>
      <p:sp>
        <p:nvSpPr>
          <p:cNvPr id="27" name="!!circle-1td"/>
          <p:cNvSpPr/>
          <p:nvPr/>
        </p:nvSpPr>
        <p:spPr>
          <a:xfrm>
            <a:off x="8400747" y="5941748"/>
            <a:ext cx="35865" cy="35865"/>
          </a:xfrm>
          <a:prstGeom prst="ellipse">
            <a:avLst/>
          </a:prstGeom>
          <a:solidFill>
            <a:srgbClr val="627D8D">
              <a:alpha val="28200"/>
            </a:srgbClr>
          </a:solidFill>
          <a:ln>
            <a:noFill/>
          </a:ln>
        </p:spPr>
      </p:sp>
      <p:sp>
        <p:nvSpPr>
          <p:cNvPr id="28" name="!!circle-1tg"/>
          <p:cNvSpPr/>
          <p:nvPr/>
        </p:nvSpPr>
        <p:spPr>
          <a:xfrm>
            <a:off x="1468735" y="3144671"/>
            <a:ext cx="39218" cy="39218"/>
          </a:xfrm>
          <a:prstGeom prst="ellipse">
            <a:avLst/>
          </a:prstGeom>
          <a:solidFill>
            <a:srgbClr val="627D8D">
              <a:alpha val="29600"/>
            </a:srgbClr>
          </a:solidFill>
          <a:ln>
            <a:noFill/>
          </a:ln>
        </p:spPr>
      </p:sp>
      <p:sp>
        <p:nvSpPr>
          <p:cNvPr id="29" name="!!circle-1tj"/>
          <p:cNvSpPr/>
          <p:nvPr/>
        </p:nvSpPr>
        <p:spPr>
          <a:xfrm>
            <a:off x="7130265" y="6166959"/>
            <a:ext cx="49733" cy="49733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30" name="!!circle-1tm"/>
          <p:cNvSpPr/>
          <p:nvPr/>
        </p:nvSpPr>
        <p:spPr>
          <a:xfrm>
            <a:off x="6357741" y="1833487"/>
            <a:ext cx="41694" cy="41694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31" name="!!circle-1tp"/>
          <p:cNvSpPr/>
          <p:nvPr/>
        </p:nvSpPr>
        <p:spPr>
          <a:xfrm>
            <a:off x="6791088" y="5239886"/>
            <a:ext cx="31979" cy="31979"/>
          </a:xfrm>
          <a:prstGeom prst="ellipse">
            <a:avLst/>
          </a:prstGeom>
          <a:solidFill>
            <a:srgbClr val="627D8D">
              <a:alpha val="24100"/>
            </a:srgbClr>
          </a:solidFill>
          <a:ln>
            <a:noFill/>
          </a:ln>
        </p:spPr>
      </p:sp>
      <p:sp>
        <p:nvSpPr>
          <p:cNvPr id="32" name="!!circle-1ts"/>
          <p:cNvSpPr/>
          <p:nvPr/>
        </p:nvSpPr>
        <p:spPr>
          <a:xfrm>
            <a:off x="3860087" y="1151413"/>
            <a:ext cx="18085" cy="18085"/>
          </a:xfrm>
          <a:prstGeom prst="ellipse">
            <a:avLst/>
          </a:prstGeom>
          <a:solidFill>
            <a:srgbClr val="627D8D">
              <a:alpha val="10500"/>
            </a:srgbClr>
          </a:solidFill>
          <a:ln>
            <a:noFill/>
          </a:ln>
        </p:spPr>
      </p:sp>
      <p:sp>
        <p:nvSpPr>
          <p:cNvPr id="33" name="!!circle-1ty"/>
          <p:cNvSpPr/>
          <p:nvPr/>
        </p:nvSpPr>
        <p:spPr>
          <a:xfrm>
            <a:off x="3429682" y="6396366"/>
            <a:ext cx="39243" cy="39243"/>
          </a:xfrm>
          <a:prstGeom prst="ellipse">
            <a:avLst/>
          </a:prstGeom>
          <a:solidFill>
            <a:srgbClr val="627D8D">
              <a:alpha val="27700"/>
            </a:srgbClr>
          </a:solidFill>
          <a:ln>
            <a:noFill/>
          </a:ln>
        </p:spPr>
      </p:sp>
      <p:sp>
        <p:nvSpPr>
          <p:cNvPr id="34" name="!!circle-1u1"/>
          <p:cNvSpPr/>
          <p:nvPr/>
        </p:nvSpPr>
        <p:spPr>
          <a:xfrm>
            <a:off x="1659351" y="6621439"/>
            <a:ext cx="34519" cy="34519"/>
          </a:xfrm>
          <a:prstGeom prst="ellipse">
            <a:avLst/>
          </a:prstGeom>
          <a:solidFill>
            <a:srgbClr val="627D8D">
              <a:alpha val="22500"/>
            </a:srgbClr>
          </a:solidFill>
          <a:ln>
            <a:noFill/>
          </a:ln>
        </p:spPr>
      </p:sp>
      <p:sp>
        <p:nvSpPr>
          <p:cNvPr id="35" name="!!circle-1u4"/>
          <p:cNvSpPr/>
          <p:nvPr/>
        </p:nvSpPr>
        <p:spPr>
          <a:xfrm>
            <a:off x="2634405" y="5195903"/>
            <a:ext cx="46228" cy="46228"/>
          </a:xfrm>
          <a:prstGeom prst="ellipse">
            <a:avLst/>
          </a:prstGeom>
          <a:solidFill>
            <a:srgbClr val="627D8D">
              <a:alpha val="26200"/>
            </a:srgbClr>
          </a:solidFill>
          <a:ln>
            <a:noFill/>
          </a:ln>
        </p:spPr>
      </p:sp>
      <p:sp>
        <p:nvSpPr>
          <p:cNvPr id="36" name="!!circle-1u7"/>
          <p:cNvSpPr/>
          <p:nvPr/>
        </p:nvSpPr>
        <p:spPr>
          <a:xfrm>
            <a:off x="7419299" y="4821406"/>
            <a:ext cx="49327" cy="49327"/>
          </a:xfrm>
          <a:prstGeom prst="ellipse">
            <a:avLst/>
          </a:prstGeom>
          <a:solidFill>
            <a:srgbClr val="627D8D">
              <a:alpha val="20800"/>
            </a:srgbClr>
          </a:solidFill>
          <a:ln>
            <a:noFill/>
          </a:ln>
        </p:spPr>
      </p:sp>
      <p:sp>
        <p:nvSpPr>
          <p:cNvPr id="37" name="!!circle-1ua"/>
          <p:cNvSpPr/>
          <p:nvPr/>
        </p:nvSpPr>
        <p:spPr>
          <a:xfrm>
            <a:off x="9693584" y="5549550"/>
            <a:ext cx="24054" cy="24054"/>
          </a:xfrm>
          <a:prstGeom prst="ellipse">
            <a:avLst/>
          </a:prstGeom>
          <a:solidFill>
            <a:srgbClr val="627D8D">
              <a:alpha val="22200"/>
            </a:srgbClr>
          </a:solidFill>
          <a:ln>
            <a:noFill/>
          </a:ln>
        </p:spPr>
      </p:sp>
      <p:sp>
        <p:nvSpPr>
          <p:cNvPr id="38" name="!!circle-1ud"/>
          <p:cNvSpPr/>
          <p:nvPr/>
        </p:nvSpPr>
        <p:spPr>
          <a:xfrm>
            <a:off x="2090707" y="1519565"/>
            <a:ext cx="32271" cy="32271"/>
          </a:xfrm>
          <a:prstGeom prst="ellipse">
            <a:avLst/>
          </a:prstGeom>
          <a:solidFill>
            <a:srgbClr val="627D8D">
              <a:alpha val="20500"/>
            </a:srgbClr>
          </a:solidFill>
          <a:ln>
            <a:noFill/>
          </a:ln>
        </p:spPr>
      </p:sp>
      <p:sp>
        <p:nvSpPr>
          <p:cNvPr id="39" name="!!circle-1uj"/>
          <p:cNvSpPr/>
          <p:nvPr/>
        </p:nvSpPr>
        <p:spPr>
          <a:xfrm>
            <a:off x="2084402" y="2505775"/>
            <a:ext cx="34252" cy="34252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40" name="!!circle-1um"/>
          <p:cNvSpPr/>
          <p:nvPr/>
        </p:nvSpPr>
        <p:spPr>
          <a:xfrm>
            <a:off x="9612235" y="4441054"/>
            <a:ext cx="44196" cy="44196"/>
          </a:xfrm>
          <a:prstGeom prst="ellipse">
            <a:avLst/>
          </a:prstGeom>
          <a:solidFill>
            <a:srgbClr val="627D8D">
              <a:alpha val="21700"/>
            </a:srgbClr>
          </a:solidFill>
          <a:ln>
            <a:noFill/>
          </a:ln>
        </p:spPr>
      </p:sp>
      <p:sp>
        <p:nvSpPr>
          <p:cNvPr id="41" name="!!circle-1up"/>
          <p:cNvSpPr/>
          <p:nvPr/>
        </p:nvSpPr>
        <p:spPr>
          <a:xfrm>
            <a:off x="6797062" y="1839227"/>
            <a:ext cx="35192" cy="35192"/>
          </a:xfrm>
          <a:prstGeom prst="ellipse">
            <a:avLst/>
          </a:prstGeom>
          <a:solidFill>
            <a:srgbClr val="627D8D">
              <a:alpha val="27100"/>
            </a:srgbClr>
          </a:solidFill>
          <a:ln>
            <a:noFill/>
          </a:ln>
        </p:spPr>
      </p:sp>
      <p:sp>
        <p:nvSpPr>
          <p:cNvPr id="42" name="!!circle-1us"/>
          <p:cNvSpPr/>
          <p:nvPr/>
        </p:nvSpPr>
        <p:spPr>
          <a:xfrm>
            <a:off x="10135528" y="5401729"/>
            <a:ext cx="43358" cy="43358"/>
          </a:xfrm>
          <a:prstGeom prst="ellipse">
            <a:avLst/>
          </a:prstGeom>
          <a:solidFill>
            <a:srgbClr val="627D8D">
              <a:alpha val="19500"/>
            </a:srgbClr>
          </a:solidFill>
          <a:ln>
            <a:noFill/>
          </a:ln>
        </p:spPr>
      </p:sp>
      <p:sp>
        <p:nvSpPr>
          <p:cNvPr id="43" name="!!circle-1uv"/>
          <p:cNvSpPr/>
          <p:nvPr/>
        </p:nvSpPr>
        <p:spPr>
          <a:xfrm>
            <a:off x="3133670" y="2193943"/>
            <a:ext cx="33528" cy="33528"/>
          </a:xfrm>
          <a:prstGeom prst="ellipse">
            <a:avLst/>
          </a:prstGeom>
          <a:solidFill>
            <a:srgbClr val="627D8D">
              <a:alpha val="28300"/>
            </a:srgbClr>
          </a:solidFill>
          <a:ln>
            <a:noFill/>
          </a:ln>
        </p:spPr>
      </p:sp>
      <p:sp>
        <p:nvSpPr>
          <p:cNvPr id="44" name="!!circle-1uy"/>
          <p:cNvSpPr/>
          <p:nvPr/>
        </p:nvSpPr>
        <p:spPr>
          <a:xfrm>
            <a:off x="6776518" y="2750166"/>
            <a:ext cx="28956" cy="28956"/>
          </a:xfrm>
          <a:prstGeom prst="ellipse">
            <a:avLst/>
          </a:prstGeom>
          <a:solidFill>
            <a:srgbClr val="627D8D">
              <a:alpha val="21800"/>
            </a:srgbClr>
          </a:solidFill>
          <a:ln>
            <a:noFill/>
          </a:ln>
        </p:spPr>
      </p:sp>
      <p:sp>
        <p:nvSpPr>
          <p:cNvPr id="45" name="!!circle-1v1"/>
          <p:cNvSpPr/>
          <p:nvPr/>
        </p:nvSpPr>
        <p:spPr>
          <a:xfrm>
            <a:off x="6990103" y="6459737"/>
            <a:ext cx="45555" cy="45555"/>
          </a:xfrm>
          <a:prstGeom prst="ellipse">
            <a:avLst/>
          </a:prstGeom>
          <a:solidFill>
            <a:srgbClr val="627D8D">
              <a:alpha val="20900"/>
            </a:srgbClr>
          </a:solidFill>
          <a:ln>
            <a:noFill/>
          </a:ln>
        </p:spPr>
      </p:sp>
      <p:sp>
        <p:nvSpPr>
          <p:cNvPr id="46" name="!!circle-1v4"/>
          <p:cNvSpPr/>
          <p:nvPr/>
        </p:nvSpPr>
        <p:spPr>
          <a:xfrm>
            <a:off x="11311977" y="3383733"/>
            <a:ext cx="39484" cy="39484"/>
          </a:xfrm>
          <a:prstGeom prst="ellipse">
            <a:avLst/>
          </a:prstGeom>
          <a:solidFill>
            <a:srgbClr val="627D8D">
              <a:alpha val="13600"/>
            </a:srgbClr>
          </a:solidFill>
          <a:ln>
            <a:noFill/>
          </a:ln>
        </p:spPr>
      </p:sp>
      <p:sp>
        <p:nvSpPr>
          <p:cNvPr id="47" name="!!circle-1v7"/>
          <p:cNvSpPr/>
          <p:nvPr/>
        </p:nvSpPr>
        <p:spPr>
          <a:xfrm>
            <a:off x="7451708" y="5701455"/>
            <a:ext cx="30455" cy="30455"/>
          </a:xfrm>
          <a:prstGeom prst="ellipse">
            <a:avLst/>
          </a:prstGeom>
          <a:solidFill>
            <a:srgbClr val="627D8D">
              <a:alpha val="16500"/>
            </a:srgbClr>
          </a:solidFill>
          <a:ln>
            <a:noFill/>
          </a:ln>
        </p:spPr>
      </p:sp>
      <p:sp>
        <p:nvSpPr>
          <p:cNvPr id="48" name="!!circle-1va"/>
          <p:cNvSpPr/>
          <p:nvPr/>
        </p:nvSpPr>
        <p:spPr>
          <a:xfrm>
            <a:off x="8951998" y="6455736"/>
            <a:ext cx="28257" cy="28257"/>
          </a:xfrm>
          <a:prstGeom prst="ellipse">
            <a:avLst/>
          </a:prstGeom>
          <a:solidFill>
            <a:srgbClr val="627D8D">
              <a:alpha val="15700"/>
            </a:srgbClr>
          </a:solidFill>
          <a:ln>
            <a:noFill/>
          </a:ln>
        </p:spPr>
      </p:sp>
      <p:sp>
        <p:nvSpPr>
          <p:cNvPr id="49" name="!!circle-1vd"/>
          <p:cNvSpPr/>
          <p:nvPr/>
        </p:nvSpPr>
        <p:spPr>
          <a:xfrm>
            <a:off x="11356435" y="5152024"/>
            <a:ext cx="45149" cy="45149"/>
          </a:xfrm>
          <a:prstGeom prst="ellipse">
            <a:avLst/>
          </a:prstGeom>
          <a:solidFill>
            <a:srgbClr val="627D8D">
              <a:alpha val="31200"/>
            </a:srgbClr>
          </a:solidFill>
          <a:ln>
            <a:noFill/>
          </a:ln>
        </p:spPr>
      </p:sp>
      <p:sp>
        <p:nvSpPr>
          <p:cNvPr id="50" name="!!circle-1vg"/>
          <p:cNvSpPr/>
          <p:nvPr/>
        </p:nvSpPr>
        <p:spPr>
          <a:xfrm>
            <a:off x="3452489" y="3280037"/>
            <a:ext cx="30696" cy="30696"/>
          </a:xfrm>
          <a:prstGeom prst="ellipse">
            <a:avLst/>
          </a:prstGeom>
          <a:solidFill>
            <a:srgbClr val="627D8D">
              <a:alpha val="25700"/>
            </a:srgbClr>
          </a:solidFill>
          <a:ln>
            <a:noFill/>
          </a:ln>
        </p:spPr>
      </p:sp>
      <p:sp>
        <p:nvSpPr>
          <p:cNvPr id="51" name="!!circle-1vj"/>
          <p:cNvSpPr/>
          <p:nvPr/>
        </p:nvSpPr>
        <p:spPr>
          <a:xfrm>
            <a:off x="8823727" y="3820298"/>
            <a:ext cx="37401" cy="37401"/>
          </a:xfrm>
          <a:prstGeom prst="ellipse">
            <a:avLst/>
          </a:prstGeom>
          <a:solidFill>
            <a:srgbClr val="627D8D">
              <a:alpha val="16000"/>
            </a:srgbClr>
          </a:solidFill>
          <a:ln>
            <a:noFill/>
          </a:ln>
        </p:spPr>
      </p:sp>
      <p:sp>
        <p:nvSpPr>
          <p:cNvPr id="52" name="!!circle-1vm"/>
          <p:cNvSpPr/>
          <p:nvPr/>
        </p:nvSpPr>
        <p:spPr>
          <a:xfrm>
            <a:off x="1758635" y="4617290"/>
            <a:ext cx="33096" cy="33096"/>
          </a:xfrm>
          <a:prstGeom prst="ellipse">
            <a:avLst/>
          </a:prstGeom>
          <a:solidFill>
            <a:srgbClr val="627D8D">
              <a:alpha val="22300"/>
            </a:srgbClr>
          </a:solidFill>
          <a:ln>
            <a:noFill/>
          </a:ln>
        </p:spPr>
      </p:sp>
      <p:sp>
        <p:nvSpPr>
          <p:cNvPr id="53" name="!!circle-1vp"/>
          <p:cNvSpPr/>
          <p:nvPr/>
        </p:nvSpPr>
        <p:spPr>
          <a:xfrm>
            <a:off x="11589331" y="729358"/>
            <a:ext cx="21145" cy="21145"/>
          </a:xfrm>
          <a:prstGeom prst="ellipse">
            <a:avLst/>
          </a:prstGeom>
          <a:solidFill>
            <a:srgbClr val="627D8D">
              <a:alpha val="16300"/>
            </a:srgbClr>
          </a:solidFill>
          <a:ln>
            <a:noFill/>
          </a:ln>
        </p:spPr>
      </p:sp>
      <p:sp>
        <p:nvSpPr>
          <p:cNvPr id="54" name="!!circle-1vs"/>
          <p:cNvSpPr/>
          <p:nvPr/>
        </p:nvSpPr>
        <p:spPr>
          <a:xfrm>
            <a:off x="11076528" y="5639155"/>
            <a:ext cx="35281" cy="35281"/>
          </a:xfrm>
          <a:prstGeom prst="ellipse">
            <a:avLst/>
          </a:prstGeom>
          <a:solidFill>
            <a:srgbClr val="627D8D">
              <a:alpha val="30000"/>
            </a:srgbClr>
          </a:solidFill>
          <a:ln>
            <a:noFill/>
          </a:ln>
        </p:spPr>
      </p:sp>
      <p:sp>
        <p:nvSpPr>
          <p:cNvPr id="55" name="!!path-37d"/>
          <p:cNvSpPr/>
          <p:nvPr/>
        </p:nvSpPr>
        <p:spPr>
          <a:xfrm>
            <a:off x="-6390644" y="-2171160"/>
            <a:ext cx="7538261" cy="3754670"/>
          </a:xfrm>
          <a:custGeom>
            <a:avLst/>
            <a:gdLst/>
            <a:ahLst/>
            <a:cxnLst/>
            <a:rect l="l" t="t" r="r" b="b"/>
            <a:pathLst>
              <a:path w="7538261" h="3754670" fill="none">
                <a:moveTo>
                  <a:pt x="0" y="3754670"/>
                </a:moveTo>
                <a:quadBezTo>
                  <a:pt x="4364513" y="3072678"/>
                  <a:pt x="7538261" y="0"/>
                </a:quadBezTo>
              </a:path>
            </a:pathLst>
          </a:custGeom>
          <a:noFill/>
          <a:ln w="31845" cap="rnd">
            <a:solidFill>
              <a:srgbClr val="627D8D">
                <a:alpha val="26000"/>
              </a:srgbClr>
            </a:solidFill>
            <a:prstDash val="solid"/>
            <a:round/>
          </a:ln>
        </p:spPr>
      </p:sp>
      <p:sp>
        <p:nvSpPr>
          <p:cNvPr id="56" name="!!path-37x"/>
          <p:cNvSpPr/>
          <p:nvPr/>
        </p:nvSpPr>
        <p:spPr>
          <a:xfrm>
            <a:off x="-6239571" y="2518130"/>
            <a:ext cx="9739895" cy="2184642"/>
          </a:xfrm>
          <a:custGeom>
            <a:avLst/>
            <a:gdLst/>
            <a:ahLst/>
            <a:cxnLst/>
            <a:rect l="l" t="t" r="r" b="b"/>
            <a:pathLst>
              <a:path w="9739895" h="2184642" fill="none">
                <a:moveTo>
                  <a:pt x="0" y="0"/>
                </a:moveTo>
                <a:quadBezTo>
                  <a:pt x="4657476" y="2184642"/>
                  <a:pt x="9739895" y="1388561"/>
                </a:quadBezTo>
              </a:path>
            </a:pathLst>
          </a:custGeom>
          <a:noFill/>
          <a:ln w="31845" cap="rnd">
            <a:solidFill>
              <a:srgbClr val="627D8D">
                <a:alpha val="7800"/>
              </a:srgbClr>
            </a:solidFill>
            <a:prstDash val="solid"/>
            <a:round/>
          </a:ln>
        </p:spPr>
      </p:sp>
      <p:sp>
        <p:nvSpPr>
          <p:cNvPr id="57" name="!!circle-380"/>
          <p:cNvSpPr/>
          <p:nvPr/>
        </p:nvSpPr>
        <p:spPr>
          <a:xfrm>
            <a:off x="-192605" y="3992401"/>
            <a:ext cx="203810" cy="203810"/>
          </a:xfrm>
          <a:prstGeom prst="ellipse">
            <a:avLst/>
          </a:prstGeom>
          <a:gradFill rotWithShape="1">
            <a:gsLst>
              <a:gs pos="0">
                <a:srgbClr val="FFFFFF">
                  <a:alpha val="24300"/>
                </a:srgbClr>
              </a:gs>
              <a:gs pos="28284">
                <a:srgbClr val="627D8D">
                  <a:alpha val="1215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8" name="!!circle-386"/>
          <p:cNvSpPr/>
          <p:nvPr/>
        </p:nvSpPr>
        <p:spPr>
          <a:xfrm>
            <a:off x="3128164" y="3845053"/>
            <a:ext cx="203810" cy="203810"/>
          </a:xfrm>
          <a:prstGeom prst="ellipse">
            <a:avLst/>
          </a:prstGeom>
          <a:gradFill rotWithShape="1">
            <a:gsLst>
              <a:gs pos="0">
                <a:srgbClr val="FFFFFF">
                  <a:alpha val="3314"/>
                </a:srgbClr>
              </a:gs>
              <a:gs pos="28284">
                <a:srgbClr val="627D8D">
                  <a:alpha val="1657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9" name="!!rect-42m"/>
          <p:cNvSpPr/>
          <p:nvPr/>
        </p:nvSpPr>
        <p:spPr>
          <a:xfrm>
            <a:off x="2884106" y="2204237"/>
            <a:ext cx="3439287" cy="3872382"/>
          </a:xfrm>
          <a:prstGeom prst="roundRect">
            <a:avLst>
              <a:gd name="adj" fmla="val 5118"/>
            </a:avLst>
          </a:prstGeom>
          <a:solidFill>
            <a:srgbClr val="0B1A26">
              <a:alpha val="12000"/>
            </a:srgbClr>
          </a:solidFill>
          <a:ln>
            <a:noFill/>
          </a:ln>
          <a:effectLst>
            <a:softEdge rad="224191"/>
          </a:effectLst>
        </p:spPr>
      </p:sp>
      <p:sp>
        <p:nvSpPr>
          <p:cNvPr id="60" name="!!rect-42n"/>
          <p:cNvSpPr/>
          <p:nvPr/>
        </p:nvSpPr>
        <p:spPr>
          <a:xfrm>
            <a:off x="2947797" y="2216975"/>
            <a:ext cx="3311906" cy="369404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69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61" name="!!text-42o" descr="語意向量空間"/>
          <p:cNvSpPr txBox="1"/>
          <p:nvPr/>
        </p:nvSpPr>
        <p:spPr>
          <a:xfrm>
            <a:off x="3151607" y="2368814"/>
            <a:ext cx="1043250" cy="23978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04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語意向量空間</a:t>
            </a:r>
            <a:endParaRPr lang="zh-TW" sz="1304"/>
          </a:p>
        </p:txBody>
      </p:sp>
      <p:sp>
        <p:nvSpPr>
          <p:cNvPr id="62" name="!!text-42v" descr="依收藏、購物車與瀏覽紀錄比對"/>
          <p:cNvSpPr txBox="1"/>
          <p:nvPr/>
        </p:nvSpPr>
        <p:spPr>
          <a:xfrm>
            <a:off x="3151607" y="2640390"/>
            <a:ext cx="2003703" cy="20289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03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依收藏、購物車與瀏覽紀錄比對</a:t>
            </a:r>
            <a:endParaRPr lang="zh-TW" sz="1103"/>
          </a:p>
        </p:txBody>
      </p:sp>
      <p:sp>
        <p:nvSpPr>
          <p:cNvPr id="63" name="!!circle-43a"/>
          <p:cNvSpPr/>
          <p:nvPr/>
        </p:nvSpPr>
        <p:spPr>
          <a:xfrm>
            <a:off x="4595254" y="4327965"/>
            <a:ext cx="81931" cy="81931"/>
          </a:xfrm>
          <a:prstGeom prst="ellipse">
            <a:avLst/>
          </a:prstGeom>
          <a:solidFill>
            <a:srgbClr val="627D8D">
              <a:alpha val="35700"/>
            </a:srgbClr>
          </a:solidFill>
          <a:ln>
            <a:noFill/>
          </a:ln>
        </p:spPr>
      </p:sp>
      <p:sp>
        <p:nvSpPr>
          <p:cNvPr id="64" name="!!circle-43c"/>
          <p:cNvSpPr/>
          <p:nvPr/>
        </p:nvSpPr>
        <p:spPr>
          <a:xfrm>
            <a:off x="5559248" y="4363536"/>
            <a:ext cx="55029" cy="55029"/>
          </a:xfrm>
          <a:prstGeom prst="ellipse">
            <a:avLst/>
          </a:prstGeom>
          <a:solidFill>
            <a:srgbClr val="627D8D">
              <a:alpha val="33900"/>
            </a:srgbClr>
          </a:solidFill>
          <a:ln>
            <a:noFill/>
          </a:ln>
        </p:spPr>
      </p:sp>
      <p:sp>
        <p:nvSpPr>
          <p:cNvPr id="65" name="!!circle-43e"/>
          <p:cNvSpPr/>
          <p:nvPr/>
        </p:nvSpPr>
        <p:spPr>
          <a:xfrm>
            <a:off x="4867964" y="4113169"/>
            <a:ext cx="75410" cy="75410"/>
          </a:xfrm>
          <a:prstGeom prst="ellipse">
            <a:avLst/>
          </a:prstGeom>
          <a:solidFill>
            <a:srgbClr val="627D8D">
              <a:alpha val="43300"/>
            </a:srgbClr>
          </a:solidFill>
          <a:ln>
            <a:noFill/>
          </a:ln>
        </p:spPr>
      </p:sp>
      <p:sp>
        <p:nvSpPr>
          <p:cNvPr id="66" name="!!circle-43g"/>
          <p:cNvSpPr/>
          <p:nvPr/>
        </p:nvSpPr>
        <p:spPr>
          <a:xfrm>
            <a:off x="4336651" y="4710223"/>
            <a:ext cx="85676" cy="85676"/>
          </a:xfrm>
          <a:prstGeom prst="ellipse">
            <a:avLst/>
          </a:prstGeom>
          <a:solidFill>
            <a:srgbClr val="627D8D">
              <a:alpha val="22800"/>
            </a:srgbClr>
          </a:solidFill>
          <a:ln>
            <a:noFill/>
          </a:ln>
        </p:spPr>
      </p:sp>
      <p:sp>
        <p:nvSpPr>
          <p:cNvPr id="67" name="!!circle-43i"/>
          <p:cNvSpPr/>
          <p:nvPr/>
        </p:nvSpPr>
        <p:spPr>
          <a:xfrm>
            <a:off x="3667258" y="3638178"/>
            <a:ext cx="71130" cy="71130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68" name="!!circle-43k"/>
          <p:cNvSpPr/>
          <p:nvPr/>
        </p:nvSpPr>
        <p:spPr>
          <a:xfrm>
            <a:off x="4794286" y="3226018"/>
            <a:ext cx="81371" cy="81371"/>
          </a:xfrm>
          <a:prstGeom prst="ellipse">
            <a:avLst/>
          </a:prstGeom>
          <a:solidFill>
            <a:srgbClr val="627D8D">
              <a:alpha val="35300"/>
            </a:srgbClr>
          </a:solidFill>
          <a:ln>
            <a:noFill/>
          </a:ln>
        </p:spPr>
      </p:sp>
      <p:sp>
        <p:nvSpPr>
          <p:cNvPr id="69" name="!!circle-43m"/>
          <p:cNvSpPr/>
          <p:nvPr/>
        </p:nvSpPr>
        <p:spPr>
          <a:xfrm>
            <a:off x="4329129" y="5183717"/>
            <a:ext cx="91995" cy="91995"/>
          </a:xfrm>
          <a:prstGeom prst="ellipse">
            <a:avLst/>
          </a:prstGeom>
          <a:solidFill>
            <a:srgbClr val="627D8D">
              <a:alpha val="41100"/>
            </a:srgbClr>
          </a:solidFill>
          <a:ln>
            <a:noFill/>
          </a:ln>
        </p:spPr>
      </p:sp>
      <p:sp>
        <p:nvSpPr>
          <p:cNvPr id="70" name="!!circle-43o"/>
          <p:cNvSpPr/>
          <p:nvPr/>
        </p:nvSpPr>
        <p:spPr>
          <a:xfrm>
            <a:off x="4060738" y="4592179"/>
            <a:ext cx="63780" cy="63780"/>
          </a:xfrm>
          <a:prstGeom prst="ellipse">
            <a:avLst/>
          </a:prstGeom>
          <a:solidFill>
            <a:srgbClr val="627D8D">
              <a:alpha val="19700"/>
            </a:srgbClr>
          </a:solidFill>
          <a:ln>
            <a:noFill/>
          </a:ln>
        </p:spPr>
      </p:sp>
      <p:sp>
        <p:nvSpPr>
          <p:cNvPr id="71" name="!!circle-43q"/>
          <p:cNvSpPr/>
          <p:nvPr/>
        </p:nvSpPr>
        <p:spPr>
          <a:xfrm>
            <a:off x="5245839" y="5562071"/>
            <a:ext cx="66073" cy="66073"/>
          </a:xfrm>
          <a:prstGeom prst="ellipse">
            <a:avLst/>
          </a:prstGeom>
          <a:solidFill>
            <a:srgbClr val="627D8D">
              <a:alpha val="22400"/>
            </a:srgbClr>
          </a:solidFill>
          <a:ln>
            <a:noFill/>
          </a:ln>
        </p:spPr>
      </p:sp>
      <p:sp>
        <p:nvSpPr>
          <p:cNvPr id="72" name="!!circle-43s"/>
          <p:cNvSpPr/>
          <p:nvPr/>
        </p:nvSpPr>
        <p:spPr>
          <a:xfrm>
            <a:off x="5246699" y="3828906"/>
            <a:ext cx="79155" cy="79155"/>
          </a:xfrm>
          <a:prstGeom prst="ellipse">
            <a:avLst/>
          </a:prstGeom>
          <a:solidFill>
            <a:srgbClr val="627D8D">
              <a:alpha val="35300"/>
            </a:srgbClr>
          </a:solidFill>
          <a:ln>
            <a:noFill/>
          </a:ln>
        </p:spPr>
      </p:sp>
      <p:sp>
        <p:nvSpPr>
          <p:cNvPr id="73" name="!!circle-43u"/>
          <p:cNvSpPr/>
          <p:nvPr/>
        </p:nvSpPr>
        <p:spPr>
          <a:xfrm>
            <a:off x="5524861" y="3262678"/>
            <a:ext cx="94249" cy="94249"/>
          </a:xfrm>
          <a:prstGeom prst="ellipse">
            <a:avLst/>
          </a:prstGeom>
          <a:solidFill>
            <a:srgbClr val="627D8D">
              <a:alpha val="42600"/>
            </a:srgbClr>
          </a:solidFill>
          <a:ln>
            <a:noFill/>
          </a:ln>
        </p:spPr>
      </p:sp>
      <p:sp>
        <p:nvSpPr>
          <p:cNvPr id="74" name="!!circle-43w"/>
          <p:cNvSpPr/>
          <p:nvPr/>
        </p:nvSpPr>
        <p:spPr>
          <a:xfrm>
            <a:off x="4253229" y="2959747"/>
            <a:ext cx="54863" cy="54863"/>
          </a:xfrm>
          <a:prstGeom prst="ellipse">
            <a:avLst/>
          </a:prstGeom>
          <a:solidFill>
            <a:srgbClr val="627D8D">
              <a:alpha val="43200"/>
            </a:srgbClr>
          </a:solidFill>
          <a:ln>
            <a:noFill/>
          </a:ln>
        </p:spPr>
      </p:sp>
      <p:sp>
        <p:nvSpPr>
          <p:cNvPr id="75" name="!!circle-43y"/>
          <p:cNvSpPr/>
          <p:nvPr/>
        </p:nvSpPr>
        <p:spPr>
          <a:xfrm>
            <a:off x="4563701" y="4326055"/>
            <a:ext cx="64735" cy="64735"/>
          </a:xfrm>
          <a:prstGeom prst="ellipse">
            <a:avLst/>
          </a:prstGeom>
          <a:solidFill>
            <a:srgbClr val="627D8D">
              <a:alpha val="33100"/>
            </a:srgbClr>
          </a:solidFill>
          <a:ln>
            <a:noFill/>
          </a:ln>
        </p:spPr>
      </p:sp>
      <p:sp>
        <p:nvSpPr>
          <p:cNvPr id="76" name="!!circle-440"/>
          <p:cNvSpPr/>
          <p:nvPr/>
        </p:nvSpPr>
        <p:spPr>
          <a:xfrm>
            <a:off x="5218242" y="3119158"/>
            <a:ext cx="83766" cy="83766"/>
          </a:xfrm>
          <a:prstGeom prst="ellipse">
            <a:avLst/>
          </a:prstGeom>
          <a:solidFill>
            <a:srgbClr val="627D8D">
              <a:alpha val="19400"/>
            </a:srgbClr>
          </a:solidFill>
          <a:ln>
            <a:noFill/>
          </a:ln>
        </p:spPr>
      </p:sp>
      <p:sp>
        <p:nvSpPr>
          <p:cNvPr id="77" name="!!circle-442"/>
          <p:cNvSpPr/>
          <p:nvPr/>
        </p:nvSpPr>
        <p:spPr>
          <a:xfrm>
            <a:off x="4397775" y="4605522"/>
            <a:ext cx="101102" cy="101102"/>
          </a:xfrm>
          <a:prstGeom prst="ellipse">
            <a:avLst/>
          </a:prstGeom>
          <a:solidFill>
            <a:srgbClr val="627D8D">
              <a:alpha val="30800"/>
            </a:srgbClr>
          </a:solidFill>
          <a:ln>
            <a:noFill/>
          </a:ln>
        </p:spPr>
      </p:sp>
      <p:sp>
        <p:nvSpPr>
          <p:cNvPr id="78" name="!!circle-444"/>
          <p:cNvSpPr/>
          <p:nvPr/>
        </p:nvSpPr>
        <p:spPr>
          <a:xfrm>
            <a:off x="4482247" y="3857388"/>
            <a:ext cx="53411" cy="53411"/>
          </a:xfrm>
          <a:prstGeom prst="ellipse">
            <a:avLst/>
          </a:prstGeom>
          <a:solidFill>
            <a:srgbClr val="627D8D">
              <a:alpha val="40000"/>
            </a:srgbClr>
          </a:solidFill>
          <a:ln>
            <a:noFill/>
          </a:ln>
        </p:spPr>
      </p:sp>
      <p:sp>
        <p:nvSpPr>
          <p:cNvPr id="79" name="!!circle-446"/>
          <p:cNvSpPr/>
          <p:nvPr/>
        </p:nvSpPr>
        <p:spPr>
          <a:xfrm>
            <a:off x="4344829" y="4964367"/>
            <a:ext cx="66264" cy="66264"/>
          </a:xfrm>
          <a:prstGeom prst="ellipse">
            <a:avLst/>
          </a:prstGeom>
          <a:solidFill>
            <a:srgbClr val="627D8D">
              <a:alpha val="34600"/>
            </a:srgbClr>
          </a:solidFill>
          <a:ln>
            <a:noFill/>
          </a:ln>
        </p:spPr>
      </p:sp>
      <p:sp>
        <p:nvSpPr>
          <p:cNvPr id="80" name="!!circle-448"/>
          <p:cNvSpPr/>
          <p:nvPr/>
        </p:nvSpPr>
        <p:spPr>
          <a:xfrm>
            <a:off x="4147739" y="5195086"/>
            <a:ext cx="59118" cy="59118"/>
          </a:xfrm>
          <a:prstGeom prst="ellipse">
            <a:avLst/>
          </a:prstGeom>
          <a:solidFill>
            <a:srgbClr val="627D8D">
              <a:alpha val="21600"/>
            </a:srgbClr>
          </a:solidFill>
          <a:ln>
            <a:noFill/>
          </a:ln>
        </p:spPr>
      </p:sp>
      <p:sp>
        <p:nvSpPr>
          <p:cNvPr id="81" name="!!circle-44a"/>
          <p:cNvSpPr/>
          <p:nvPr/>
        </p:nvSpPr>
        <p:spPr>
          <a:xfrm>
            <a:off x="4940023" y="4596841"/>
            <a:ext cx="57347" cy="57347"/>
          </a:xfrm>
          <a:prstGeom prst="ellipse">
            <a:avLst/>
          </a:prstGeom>
          <a:solidFill>
            <a:srgbClr val="627D8D">
              <a:alpha val="29100"/>
            </a:srgbClr>
          </a:solidFill>
          <a:ln>
            <a:noFill/>
          </a:ln>
        </p:spPr>
      </p:sp>
      <p:sp>
        <p:nvSpPr>
          <p:cNvPr id="82" name="!!circle-44c"/>
          <p:cNvSpPr/>
          <p:nvPr/>
        </p:nvSpPr>
        <p:spPr>
          <a:xfrm>
            <a:off x="4213582" y="5437352"/>
            <a:ext cx="94415" cy="94415"/>
          </a:xfrm>
          <a:prstGeom prst="ellipse">
            <a:avLst/>
          </a:prstGeom>
          <a:solidFill>
            <a:srgbClr val="627D8D">
              <a:alpha val="36900"/>
            </a:srgbClr>
          </a:solidFill>
          <a:ln>
            <a:noFill/>
          </a:ln>
        </p:spPr>
      </p:sp>
      <p:sp>
        <p:nvSpPr>
          <p:cNvPr id="83" name="!!circle-44e"/>
          <p:cNvSpPr/>
          <p:nvPr/>
        </p:nvSpPr>
        <p:spPr>
          <a:xfrm>
            <a:off x="4313557" y="5393386"/>
            <a:ext cx="80874" cy="80874"/>
          </a:xfrm>
          <a:prstGeom prst="ellipse">
            <a:avLst/>
          </a:prstGeom>
          <a:solidFill>
            <a:srgbClr val="627D8D">
              <a:alpha val="31000"/>
            </a:srgbClr>
          </a:solidFill>
          <a:ln>
            <a:noFill/>
          </a:ln>
        </p:spPr>
      </p:sp>
      <p:sp>
        <p:nvSpPr>
          <p:cNvPr id="84" name="!!circle-44g"/>
          <p:cNvSpPr/>
          <p:nvPr/>
        </p:nvSpPr>
        <p:spPr>
          <a:xfrm>
            <a:off x="4039598" y="4300954"/>
            <a:ext cx="51385" cy="51385"/>
          </a:xfrm>
          <a:prstGeom prst="ellipse">
            <a:avLst/>
          </a:prstGeom>
          <a:solidFill>
            <a:srgbClr val="627D8D">
              <a:alpha val="44400"/>
            </a:srgbClr>
          </a:solidFill>
          <a:ln>
            <a:noFill/>
          </a:ln>
        </p:spPr>
      </p:sp>
      <p:sp>
        <p:nvSpPr>
          <p:cNvPr id="85" name="!!circle-44i"/>
          <p:cNvSpPr/>
          <p:nvPr/>
        </p:nvSpPr>
        <p:spPr>
          <a:xfrm>
            <a:off x="4019122" y="4006723"/>
            <a:ext cx="57245" cy="57245"/>
          </a:xfrm>
          <a:prstGeom prst="ellipse">
            <a:avLst/>
          </a:prstGeom>
          <a:solidFill>
            <a:srgbClr val="627D8D">
              <a:alpha val="20400"/>
            </a:srgbClr>
          </a:solidFill>
          <a:ln>
            <a:noFill/>
          </a:ln>
        </p:spPr>
      </p:sp>
      <p:sp>
        <p:nvSpPr>
          <p:cNvPr id="86" name="!!circle-44k"/>
          <p:cNvSpPr/>
          <p:nvPr/>
        </p:nvSpPr>
        <p:spPr>
          <a:xfrm>
            <a:off x="5252043" y="4370262"/>
            <a:ext cx="77142" cy="77142"/>
          </a:xfrm>
          <a:prstGeom prst="ellipse">
            <a:avLst/>
          </a:prstGeom>
          <a:solidFill>
            <a:srgbClr val="627D8D">
              <a:alpha val="21100"/>
            </a:srgbClr>
          </a:solidFill>
          <a:ln>
            <a:noFill/>
          </a:ln>
        </p:spPr>
      </p:sp>
      <p:sp>
        <p:nvSpPr>
          <p:cNvPr id="87" name="!!circle-44m"/>
          <p:cNvSpPr/>
          <p:nvPr/>
        </p:nvSpPr>
        <p:spPr>
          <a:xfrm>
            <a:off x="4722985" y="4573135"/>
            <a:ext cx="96020" cy="96020"/>
          </a:xfrm>
          <a:prstGeom prst="ellipse">
            <a:avLst/>
          </a:prstGeom>
          <a:solidFill>
            <a:srgbClr val="627D8D">
              <a:alpha val="46800"/>
            </a:srgbClr>
          </a:solidFill>
          <a:ln>
            <a:noFill/>
          </a:ln>
        </p:spPr>
      </p:sp>
      <p:sp>
        <p:nvSpPr>
          <p:cNvPr id="88" name="!!circle-44o"/>
          <p:cNvSpPr/>
          <p:nvPr/>
        </p:nvSpPr>
        <p:spPr>
          <a:xfrm>
            <a:off x="4838838" y="4530960"/>
            <a:ext cx="80161" cy="80161"/>
          </a:xfrm>
          <a:prstGeom prst="ellipse">
            <a:avLst/>
          </a:prstGeom>
          <a:solidFill>
            <a:srgbClr val="627D8D">
              <a:alpha val="32600"/>
            </a:srgbClr>
          </a:solidFill>
          <a:ln>
            <a:noFill/>
          </a:ln>
        </p:spPr>
      </p:sp>
      <p:sp>
        <p:nvSpPr>
          <p:cNvPr id="89" name="!!circle-44q"/>
          <p:cNvSpPr/>
          <p:nvPr/>
        </p:nvSpPr>
        <p:spPr>
          <a:xfrm>
            <a:off x="3425138" y="4660436"/>
            <a:ext cx="84110" cy="84110"/>
          </a:xfrm>
          <a:prstGeom prst="ellipse">
            <a:avLst/>
          </a:prstGeom>
          <a:solidFill>
            <a:srgbClr val="627D8D">
              <a:alpha val="47900"/>
            </a:srgbClr>
          </a:solidFill>
          <a:ln>
            <a:noFill/>
          </a:ln>
        </p:spPr>
      </p:sp>
      <p:sp>
        <p:nvSpPr>
          <p:cNvPr id="90" name="!!circle-44s"/>
          <p:cNvSpPr/>
          <p:nvPr/>
        </p:nvSpPr>
        <p:spPr>
          <a:xfrm>
            <a:off x="5164780" y="3258519"/>
            <a:ext cx="57958" cy="57958"/>
          </a:xfrm>
          <a:prstGeom prst="ellipse">
            <a:avLst/>
          </a:prstGeom>
          <a:solidFill>
            <a:srgbClr val="627D8D">
              <a:alpha val="37400"/>
            </a:srgbClr>
          </a:solidFill>
          <a:ln>
            <a:noFill/>
          </a:ln>
        </p:spPr>
      </p:sp>
      <p:sp>
        <p:nvSpPr>
          <p:cNvPr id="91" name="!!circle-44u"/>
          <p:cNvSpPr/>
          <p:nvPr/>
        </p:nvSpPr>
        <p:spPr>
          <a:xfrm>
            <a:off x="5877662" y="3809200"/>
            <a:ext cx="98109" cy="98109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92" name="!!circle-44w"/>
          <p:cNvSpPr/>
          <p:nvPr/>
        </p:nvSpPr>
        <p:spPr>
          <a:xfrm>
            <a:off x="5307002" y="4680919"/>
            <a:ext cx="54583" cy="54583"/>
          </a:xfrm>
          <a:prstGeom prst="ellipse">
            <a:avLst/>
          </a:prstGeom>
          <a:solidFill>
            <a:srgbClr val="627D8D">
              <a:alpha val="26600"/>
            </a:srgbClr>
          </a:solidFill>
          <a:ln>
            <a:noFill/>
          </a:ln>
        </p:spPr>
      </p:sp>
      <p:sp>
        <p:nvSpPr>
          <p:cNvPr id="93" name="!!circle-44y"/>
          <p:cNvSpPr/>
          <p:nvPr/>
        </p:nvSpPr>
        <p:spPr>
          <a:xfrm>
            <a:off x="5021904" y="4224583"/>
            <a:ext cx="82938" cy="82938"/>
          </a:xfrm>
          <a:prstGeom prst="ellipse">
            <a:avLst/>
          </a:prstGeom>
          <a:solidFill>
            <a:srgbClr val="627D8D">
              <a:alpha val="24800"/>
            </a:srgbClr>
          </a:solidFill>
          <a:ln>
            <a:noFill/>
          </a:ln>
        </p:spPr>
      </p:sp>
      <p:sp>
        <p:nvSpPr>
          <p:cNvPr id="94" name="!!circle-450"/>
          <p:cNvSpPr/>
          <p:nvPr/>
        </p:nvSpPr>
        <p:spPr>
          <a:xfrm>
            <a:off x="5187168" y="3752210"/>
            <a:ext cx="55640" cy="55640"/>
          </a:xfrm>
          <a:prstGeom prst="ellipse">
            <a:avLst/>
          </a:prstGeom>
          <a:solidFill>
            <a:srgbClr val="627D8D">
              <a:alpha val="34600"/>
            </a:srgbClr>
          </a:solidFill>
          <a:ln>
            <a:noFill/>
          </a:ln>
        </p:spPr>
      </p:sp>
      <p:sp>
        <p:nvSpPr>
          <p:cNvPr id="95" name="!!circle-452"/>
          <p:cNvSpPr/>
          <p:nvPr/>
        </p:nvSpPr>
        <p:spPr>
          <a:xfrm>
            <a:off x="4223760" y="3367175"/>
            <a:ext cx="92568" cy="92568"/>
          </a:xfrm>
          <a:prstGeom prst="ellipse">
            <a:avLst/>
          </a:prstGeom>
          <a:solidFill>
            <a:srgbClr val="627D8D">
              <a:alpha val="46100"/>
            </a:srgbClr>
          </a:solidFill>
          <a:ln>
            <a:noFill/>
          </a:ln>
        </p:spPr>
      </p:sp>
      <p:sp>
        <p:nvSpPr>
          <p:cNvPr id="96" name="!!circle-454"/>
          <p:cNvSpPr/>
          <p:nvPr/>
        </p:nvSpPr>
        <p:spPr>
          <a:xfrm>
            <a:off x="5269538" y="2894872"/>
            <a:ext cx="73015" cy="73015"/>
          </a:xfrm>
          <a:prstGeom prst="ellipse">
            <a:avLst/>
          </a:prstGeom>
          <a:solidFill>
            <a:srgbClr val="627D8D">
              <a:alpha val="43500"/>
            </a:srgbClr>
          </a:solidFill>
          <a:ln>
            <a:noFill/>
          </a:ln>
        </p:spPr>
      </p:sp>
      <p:sp>
        <p:nvSpPr>
          <p:cNvPr id="97" name="!!circle-456"/>
          <p:cNvSpPr/>
          <p:nvPr/>
        </p:nvSpPr>
        <p:spPr>
          <a:xfrm>
            <a:off x="4756384" y="4793887"/>
            <a:ext cx="82989" cy="82989"/>
          </a:xfrm>
          <a:prstGeom prst="ellipse">
            <a:avLst/>
          </a:prstGeom>
          <a:solidFill>
            <a:srgbClr val="627D8D">
              <a:alpha val="18000"/>
            </a:srgbClr>
          </a:solidFill>
          <a:ln>
            <a:noFill/>
          </a:ln>
        </p:spPr>
      </p:sp>
      <p:sp>
        <p:nvSpPr>
          <p:cNvPr id="98" name="!!circle-458"/>
          <p:cNvSpPr/>
          <p:nvPr/>
        </p:nvSpPr>
        <p:spPr>
          <a:xfrm>
            <a:off x="4563077" y="4233194"/>
            <a:ext cx="59270" cy="59270"/>
          </a:xfrm>
          <a:prstGeom prst="ellipse">
            <a:avLst/>
          </a:prstGeom>
          <a:solidFill>
            <a:srgbClr val="627D8D">
              <a:alpha val="42200"/>
            </a:srgbClr>
          </a:solidFill>
          <a:ln>
            <a:noFill/>
          </a:ln>
        </p:spPr>
      </p:sp>
      <p:sp>
        <p:nvSpPr>
          <p:cNvPr id="99" name="!!circle-45a"/>
          <p:cNvSpPr/>
          <p:nvPr/>
        </p:nvSpPr>
        <p:spPr>
          <a:xfrm>
            <a:off x="3330175" y="3098860"/>
            <a:ext cx="101777" cy="101777"/>
          </a:xfrm>
          <a:prstGeom prst="ellipse">
            <a:avLst/>
          </a:prstGeom>
          <a:solidFill>
            <a:srgbClr val="627D8D">
              <a:alpha val="36400"/>
            </a:srgbClr>
          </a:solidFill>
          <a:ln>
            <a:noFill/>
          </a:ln>
        </p:spPr>
      </p:sp>
      <p:sp>
        <p:nvSpPr>
          <p:cNvPr id="100" name="!!circle-45c"/>
          <p:cNvSpPr/>
          <p:nvPr/>
        </p:nvSpPr>
        <p:spPr>
          <a:xfrm>
            <a:off x="5126382" y="5154903"/>
            <a:ext cx="97765" cy="97765"/>
          </a:xfrm>
          <a:prstGeom prst="ellipse">
            <a:avLst/>
          </a:prstGeom>
          <a:solidFill>
            <a:srgbClr val="627D8D">
              <a:alpha val="47500"/>
            </a:srgbClr>
          </a:solidFill>
          <a:ln>
            <a:noFill/>
          </a:ln>
        </p:spPr>
      </p:sp>
      <p:sp>
        <p:nvSpPr>
          <p:cNvPr id="101" name="!!circle-45e"/>
          <p:cNvSpPr/>
          <p:nvPr/>
        </p:nvSpPr>
        <p:spPr>
          <a:xfrm>
            <a:off x="3303763" y="3338177"/>
            <a:ext cx="81320" cy="81320"/>
          </a:xfrm>
          <a:prstGeom prst="ellipse">
            <a:avLst/>
          </a:prstGeom>
          <a:solidFill>
            <a:srgbClr val="627D8D">
              <a:alpha val="29800"/>
            </a:srgbClr>
          </a:solidFill>
          <a:ln>
            <a:noFill/>
          </a:ln>
        </p:spPr>
      </p:sp>
      <p:sp>
        <p:nvSpPr>
          <p:cNvPr id="102" name="!!circle-45g"/>
          <p:cNvSpPr/>
          <p:nvPr/>
        </p:nvSpPr>
        <p:spPr>
          <a:xfrm>
            <a:off x="4345300" y="4350378"/>
            <a:ext cx="53525" cy="53525"/>
          </a:xfrm>
          <a:prstGeom prst="ellipse">
            <a:avLst/>
          </a:prstGeom>
          <a:solidFill>
            <a:srgbClr val="627D8D">
              <a:alpha val="19800"/>
            </a:srgbClr>
          </a:solidFill>
          <a:ln>
            <a:noFill/>
          </a:ln>
        </p:spPr>
      </p:sp>
      <p:sp>
        <p:nvSpPr>
          <p:cNvPr id="103" name="!!circle-45i"/>
          <p:cNvSpPr/>
          <p:nvPr/>
        </p:nvSpPr>
        <p:spPr>
          <a:xfrm>
            <a:off x="4462784" y="3622198"/>
            <a:ext cx="72212" cy="72212"/>
          </a:xfrm>
          <a:prstGeom prst="ellipse">
            <a:avLst/>
          </a:prstGeom>
          <a:solidFill>
            <a:srgbClr val="627D8D">
              <a:alpha val="39800"/>
            </a:srgbClr>
          </a:solidFill>
          <a:ln>
            <a:noFill/>
          </a:ln>
        </p:spPr>
      </p:sp>
      <p:sp>
        <p:nvSpPr>
          <p:cNvPr id="104" name="!!circle-45k"/>
          <p:cNvSpPr/>
          <p:nvPr/>
        </p:nvSpPr>
        <p:spPr>
          <a:xfrm>
            <a:off x="4321767" y="3803200"/>
            <a:ext cx="80951" cy="80951"/>
          </a:xfrm>
          <a:prstGeom prst="ellipse">
            <a:avLst/>
          </a:prstGeom>
          <a:solidFill>
            <a:srgbClr val="627D8D">
              <a:alpha val="29200"/>
            </a:srgbClr>
          </a:solidFill>
          <a:ln>
            <a:noFill/>
          </a:ln>
        </p:spPr>
      </p:sp>
      <p:sp>
        <p:nvSpPr>
          <p:cNvPr id="105" name="!!circle-45m"/>
          <p:cNvSpPr/>
          <p:nvPr/>
        </p:nvSpPr>
        <p:spPr>
          <a:xfrm>
            <a:off x="5898916" y="3693754"/>
            <a:ext cx="73652" cy="73652"/>
          </a:xfrm>
          <a:prstGeom prst="ellipse">
            <a:avLst/>
          </a:prstGeom>
          <a:solidFill>
            <a:srgbClr val="627D8D">
              <a:alpha val="25400"/>
            </a:srgbClr>
          </a:solidFill>
          <a:ln>
            <a:noFill/>
          </a:ln>
        </p:spPr>
      </p:sp>
      <p:sp>
        <p:nvSpPr>
          <p:cNvPr id="106" name="!!circle-45o"/>
          <p:cNvSpPr/>
          <p:nvPr/>
        </p:nvSpPr>
        <p:spPr>
          <a:xfrm>
            <a:off x="5079639" y="3746528"/>
            <a:ext cx="79613" cy="79613"/>
          </a:xfrm>
          <a:prstGeom prst="ellipse">
            <a:avLst/>
          </a:prstGeom>
          <a:solidFill>
            <a:srgbClr val="627D8D">
              <a:alpha val="37300"/>
            </a:srgbClr>
          </a:solidFill>
          <a:ln>
            <a:noFill/>
          </a:ln>
        </p:spPr>
      </p:sp>
      <p:sp>
        <p:nvSpPr>
          <p:cNvPr id="107" name="!!circle-45q"/>
          <p:cNvSpPr/>
          <p:nvPr/>
        </p:nvSpPr>
        <p:spPr>
          <a:xfrm>
            <a:off x="3180745" y="3245876"/>
            <a:ext cx="59347" cy="59347"/>
          </a:xfrm>
          <a:prstGeom prst="ellipse">
            <a:avLst/>
          </a:prstGeom>
          <a:solidFill>
            <a:srgbClr val="627D8D">
              <a:alpha val="42700"/>
            </a:srgbClr>
          </a:solidFill>
          <a:ln>
            <a:noFill/>
          </a:ln>
        </p:spPr>
      </p:sp>
      <p:sp>
        <p:nvSpPr>
          <p:cNvPr id="108" name="!!circle-45s"/>
          <p:cNvSpPr/>
          <p:nvPr/>
        </p:nvSpPr>
        <p:spPr>
          <a:xfrm>
            <a:off x="3552353" y="5124294"/>
            <a:ext cx="60799" cy="60799"/>
          </a:xfrm>
          <a:prstGeom prst="ellipse">
            <a:avLst/>
          </a:prstGeom>
          <a:solidFill>
            <a:srgbClr val="627D8D">
              <a:alpha val="37000"/>
            </a:srgbClr>
          </a:solidFill>
          <a:ln>
            <a:noFill/>
          </a:ln>
        </p:spPr>
      </p:sp>
      <p:sp>
        <p:nvSpPr>
          <p:cNvPr id="109" name="!!circle-45u"/>
          <p:cNvSpPr/>
          <p:nvPr/>
        </p:nvSpPr>
        <p:spPr>
          <a:xfrm>
            <a:off x="3343315" y="3249399"/>
            <a:ext cx="2138726" cy="2138726"/>
          </a:xfrm>
          <a:prstGeom prst="ellipse">
            <a:avLst/>
          </a:prstGeom>
          <a:noFill/>
          <a:ln w="12738" cap="flat">
            <a:solidFill>
              <a:srgbClr val="627D8D">
                <a:alpha val="1120"/>
              </a:srgbClr>
            </a:solidFill>
            <a:prstDash val="solid"/>
            <a:miter lim="800000"/>
          </a:ln>
        </p:spPr>
      </p:sp>
      <p:sp>
        <p:nvSpPr>
          <p:cNvPr id="110" name="!!circle-45x"/>
          <p:cNvSpPr/>
          <p:nvPr/>
        </p:nvSpPr>
        <p:spPr>
          <a:xfrm>
            <a:off x="3496532" y="3402616"/>
            <a:ext cx="1832293" cy="1832293"/>
          </a:xfrm>
          <a:prstGeom prst="ellipse">
            <a:avLst/>
          </a:prstGeom>
          <a:noFill/>
          <a:ln w="12738" cap="flat">
            <a:solidFill>
              <a:srgbClr val="627D8D">
                <a:alpha val="10463"/>
              </a:srgbClr>
            </a:solidFill>
            <a:prstDash val="solid"/>
            <a:miter lim="800000"/>
          </a:ln>
        </p:spPr>
      </p:sp>
      <p:sp>
        <p:nvSpPr>
          <p:cNvPr id="111" name="!!circle-466"/>
          <p:cNvSpPr/>
          <p:nvPr/>
        </p:nvSpPr>
        <p:spPr>
          <a:xfrm>
            <a:off x="4317143" y="4223226"/>
            <a:ext cx="191072" cy="191072"/>
          </a:xfrm>
          <a:prstGeom prst="ellipse">
            <a:avLst/>
          </a:prstGeom>
          <a:solidFill>
            <a:srgbClr val="627D8D"/>
          </a:solidFill>
          <a:ln>
            <a:noFill/>
          </a:ln>
        </p:spPr>
      </p:sp>
      <p:sp>
        <p:nvSpPr>
          <p:cNvPr id="112" name="!!path-467"/>
          <p:cNvSpPr/>
          <p:nvPr/>
        </p:nvSpPr>
        <p:spPr>
          <a:xfrm>
            <a:off x="4364911" y="4275771"/>
            <a:ext cx="95536" cy="87654"/>
          </a:xfrm>
          <a:custGeom>
            <a:avLst/>
            <a:gdLst/>
            <a:ahLst/>
            <a:cxnLst/>
            <a:rect l="l" t="t" r="r" b="b"/>
            <a:pathLst>
              <a:path w="95536" h="87654">
                <a:moveTo>
                  <a:pt x="69263" y="0"/>
                </a:moveTo>
                <a:cubicBezTo>
                  <a:pt x="60952" y="0"/>
                  <a:pt x="52975" y="3869"/>
                  <a:pt x="47768" y="9983"/>
                </a:cubicBezTo>
                <a:cubicBezTo>
                  <a:pt x="42561" y="3869"/>
                  <a:pt x="34584" y="0"/>
                  <a:pt x="26272" y="0"/>
                </a:cubicBezTo>
                <a:cubicBezTo>
                  <a:pt x="11560" y="0"/>
                  <a:pt x="0" y="11560"/>
                  <a:pt x="0" y="26272"/>
                </a:cubicBezTo>
                <a:cubicBezTo>
                  <a:pt x="0" y="44329"/>
                  <a:pt x="16241" y="59041"/>
                  <a:pt x="40842" y="81396"/>
                </a:cubicBezTo>
                <a:lnTo>
                  <a:pt x="47768" y="87654"/>
                </a:lnTo>
                <a:lnTo>
                  <a:pt x="54694" y="81349"/>
                </a:lnTo>
                <a:cubicBezTo>
                  <a:pt x="79295" y="59041"/>
                  <a:pt x="95536" y="44329"/>
                  <a:pt x="95536" y="26272"/>
                </a:cubicBezTo>
                <a:cubicBezTo>
                  <a:pt x="95536" y="11560"/>
                  <a:pt x="83976" y="0"/>
                  <a:pt x="69263" y="0"/>
                </a:cubicBezTo>
                <a:close/>
                <a:moveTo>
                  <a:pt x="48246" y="74279"/>
                </a:moveTo>
                <a:lnTo>
                  <a:pt x="47768" y="74757"/>
                </a:lnTo>
                <a:lnTo>
                  <a:pt x="47290" y="74279"/>
                </a:lnTo>
                <a:cubicBezTo>
                  <a:pt x="24553" y="53691"/>
                  <a:pt x="9554" y="40077"/>
                  <a:pt x="9554" y="26272"/>
                </a:cubicBezTo>
                <a:cubicBezTo>
                  <a:pt x="9554" y="16719"/>
                  <a:pt x="16719" y="9554"/>
                  <a:pt x="26272" y="9554"/>
                </a:cubicBezTo>
                <a:cubicBezTo>
                  <a:pt x="33629" y="9554"/>
                  <a:pt x="40794" y="14283"/>
                  <a:pt x="43325" y="20827"/>
                </a:cubicBezTo>
                <a:lnTo>
                  <a:pt x="52258" y="20827"/>
                </a:lnTo>
                <a:cubicBezTo>
                  <a:pt x="54742" y="14283"/>
                  <a:pt x="61907" y="9554"/>
                  <a:pt x="69263" y="9554"/>
                </a:cubicBezTo>
                <a:cubicBezTo>
                  <a:pt x="78817" y="9554"/>
                  <a:pt x="85982" y="16719"/>
                  <a:pt x="85982" y="26272"/>
                </a:cubicBezTo>
                <a:cubicBezTo>
                  <a:pt x="85982" y="40077"/>
                  <a:pt x="70983" y="53691"/>
                  <a:pt x="48246" y="7427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13" name="!!rect-46e"/>
          <p:cNvSpPr/>
          <p:nvPr/>
        </p:nvSpPr>
        <p:spPr>
          <a:xfrm>
            <a:off x="3644571" y="4541679"/>
            <a:ext cx="1536215" cy="369405"/>
          </a:xfrm>
          <a:prstGeom prst="roundRect">
            <a:avLst>
              <a:gd name="adj" fmla="val 50000"/>
            </a:avLst>
          </a:prstGeom>
          <a:solidFill>
            <a:srgbClr val="0B1A26">
              <a:alpha val="10000"/>
            </a:srgbClr>
          </a:solidFill>
          <a:ln>
            <a:noFill/>
          </a:ln>
          <a:effectLst>
            <a:softEdge rad="98083"/>
          </a:effectLst>
        </p:spPr>
      </p:sp>
      <p:sp>
        <p:nvSpPr>
          <p:cNvPr id="114" name="!!rect-46f"/>
          <p:cNvSpPr/>
          <p:nvPr/>
        </p:nvSpPr>
        <p:spPr>
          <a:xfrm>
            <a:off x="3670047" y="4535310"/>
            <a:ext cx="1485262" cy="28023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43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115" name="!!text-46g" descr="已收藏：統計學概論"/>
          <p:cNvSpPr txBox="1"/>
          <p:nvPr/>
        </p:nvSpPr>
        <p:spPr>
          <a:xfrm>
            <a:off x="3782143" y="4563333"/>
            <a:ext cx="1303108" cy="20289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03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已收藏：統計學概論</a:t>
            </a:r>
            <a:endParaRPr lang="zh-TW" sz="1103"/>
          </a:p>
        </p:txBody>
      </p:sp>
      <p:sp>
        <p:nvSpPr>
          <p:cNvPr id="116" name="!!path-46q"/>
          <p:cNvSpPr/>
          <p:nvPr/>
        </p:nvSpPr>
        <p:spPr>
          <a:xfrm>
            <a:off x="4412678" y="3872928"/>
            <a:ext cx="573215" cy="445834"/>
          </a:xfrm>
          <a:custGeom>
            <a:avLst/>
            <a:gdLst/>
            <a:ahLst/>
            <a:cxnLst/>
            <a:rect l="l" t="t" r="r" b="b"/>
            <a:pathLst>
              <a:path w="573215" h="445834" fill="none">
                <a:moveTo>
                  <a:pt x="0" y="445834"/>
                </a:moveTo>
                <a:lnTo>
                  <a:pt x="573215" y="0"/>
                </a:lnTo>
              </a:path>
            </a:pathLst>
          </a:custGeom>
          <a:noFill/>
          <a:ln w="12738" cap="rnd">
            <a:solidFill>
              <a:srgbClr val="627D8D"/>
            </a:solidFill>
            <a:prstDash val="solid"/>
            <a:round/>
          </a:ln>
        </p:spPr>
      </p:sp>
      <p:sp>
        <p:nvSpPr>
          <p:cNvPr id="117" name="!!circle-46z"/>
          <p:cNvSpPr/>
          <p:nvPr/>
        </p:nvSpPr>
        <p:spPr>
          <a:xfrm>
            <a:off x="4924007" y="3811043"/>
            <a:ext cx="123772" cy="123772"/>
          </a:xfrm>
          <a:prstGeom prst="ellipse">
            <a:avLst/>
          </a:prstGeom>
          <a:solidFill>
            <a:srgbClr val="627D8D"/>
          </a:solidFill>
          <a:ln>
            <a:noFill/>
          </a:ln>
        </p:spPr>
      </p:sp>
      <p:sp>
        <p:nvSpPr>
          <p:cNvPr id="118" name="!!circle-47k"/>
          <p:cNvSpPr/>
          <p:nvPr/>
        </p:nvSpPr>
        <p:spPr>
          <a:xfrm>
            <a:off x="3669632" y="4021549"/>
            <a:ext cx="84902" cy="84902"/>
          </a:xfrm>
          <a:prstGeom prst="ellipse">
            <a:avLst/>
          </a:prstGeom>
          <a:solidFill>
            <a:srgbClr val="627D8D">
              <a:alpha val="82563"/>
            </a:srgbClr>
          </a:solidFill>
          <a:ln>
            <a:noFill/>
          </a:ln>
        </p:spPr>
      </p:sp>
      <p:sp>
        <p:nvSpPr>
          <p:cNvPr id="119" name="!!text-48o" descr="個人化推薦"/>
          <p:cNvSpPr txBox="1"/>
          <p:nvPr/>
        </p:nvSpPr>
        <p:spPr>
          <a:xfrm>
            <a:off x="699522" y="625732"/>
            <a:ext cx="883515" cy="22133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04" b="1" kern="0" spc="144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個人化推</a:t>
            </a:r>
            <a:r>
              <a:rPr lang="zh-TW" altLang="en-US" sz="1204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薦</a:t>
            </a:r>
            <a:endParaRPr lang="zh-TW" sz="1204"/>
          </a:p>
        </p:txBody>
      </p:sp>
      <p:sp>
        <p:nvSpPr>
          <p:cNvPr id="120" name="!!text-48z" descr="每本推薦，都有理由"/>
          <p:cNvSpPr txBox="1"/>
          <p:nvPr/>
        </p:nvSpPr>
        <p:spPr>
          <a:xfrm>
            <a:off x="699522" y="895270"/>
            <a:ext cx="4044602" cy="6640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3611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每本推</a:t>
            </a:r>
            <a:r>
              <a:rPr lang="zh-TW" altLang="en-US" sz="3611" kern="0" spc="-1083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薦</a:t>
            </a:r>
            <a:r>
              <a:rPr lang="zh-TW" altLang="en-US" sz="3611" kern="0" spc="-65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，</a:t>
            </a:r>
            <a:r>
              <a:rPr lang="zh-TW" altLang="en-US" sz="3611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都有理由</a:t>
            </a:r>
            <a:endParaRPr lang="zh-TW" sz="3611"/>
          </a:p>
        </p:txBody>
      </p:sp>
      <p:sp>
        <p:nvSpPr>
          <p:cNvPr id="121" name="!!text-49d" descr="分析收藏與瀏覽紀錄，以語意向量找出相近書籍並寫下推薦理由。"/>
          <p:cNvSpPr txBox="1"/>
          <p:nvPr/>
        </p:nvSpPr>
        <p:spPr>
          <a:xfrm>
            <a:off x="699522" y="1613189"/>
            <a:ext cx="5598395" cy="27667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505" kern="0" dirty="0">
                <a:solidFill>
                  <a:srgbClr val="3F4A54"/>
                </a:solidFill>
                <a:latin typeface="Noto Sans TC Medium"/>
                <a:ea typeface="Noto Sans TC Medium"/>
                <a:cs typeface="Noto Sans TC Medium"/>
              </a:rPr>
              <a:t>分析收藏與瀏覽紀錄，以語意向量找出相近書籍並寫下推薦理由。</a:t>
            </a:r>
            <a:endParaRPr lang="zh-TW" sz="1505"/>
          </a:p>
        </p:txBody>
      </p:sp>
      <p:sp>
        <p:nvSpPr>
          <p:cNvPr id="122" name="!!rect-7lb"/>
          <p:cNvSpPr/>
          <p:nvPr/>
        </p:nvSpPr>
        <p:spPr>
          <a:xfrm>
            <a:off x="8521700" y="660400"/>
            <a:ext cx="2933700" cy="6121400"/>
          </a:xfrm>
          <a:prstGeom prst="roundRect">
            <a:avLst>
              <a:gd name="adj" fmla="val 18020"/>
            </a:avLst>
          </a:prstGeom>
          <a:solidFill>
            <a:srgbClr val="0B1A26">
              <a:alpha val="30000"/>
            </a:srgbClr>
          </a:solidFill>
          <a:ln>
            <a:noFill/>
          </a:ln>
          <a:effectLst>
            <a:softEdge rad="474980"/>
          </a:effectLst>
        </p:spPr>
      </p:sp>
      <p:sp>
        <p:nvSpPr>
          <p:cNvPr id="123" name="!!rect-7lc"/>
          <p:cNvSpPr/>
          <p:nvPr/>
        </p:nvSpPr>
        <p:spPr>
          <a:xfrm>
            <a:off x="8591550" y="527050"/>
            <a:ext cx="2794000" cy="5829300"/>
          </a:xfrm>
          <a:prstGeom prst="roundRect">
            <a:avLst>
              <a:gd name="adj" fmla="val 16825"/>
            </a:avLst>
          </a:prstGeom>
          <a:solidFill>
            <a:srgbClr val="0B1A26">
              <a:alpha val="16000"/>
            </a:srgbClr>
          </a:solidFill>
          <a:ln>
            <a:noFill/>
          </a:ln>
          <a:effectLst>
            <a:softEdge rad="125730"/>
          </a:effectLst>
        </p:spPr>
      </p:sp>
      <p:sp>
        <p:nvSpPr>
          <p:cNvPr id="124" name="!!rect-7ld"/>
          <p:cNvSpPr/>
          <p:nvPr/>
        </p:nvSpPr>
        <p:spPr>
          <a:xfrm>
            <a:off x="8590280" y="1676400"/>
            <a:ext cx="31750" cy="2159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125" name="!!rect-7le"/>
          <p:cNvSpPr/>
          <p:nvPr/>
        </p:nvSpPr>
        <p:spPr>
          <a:xfrm>
            <a:off x="8590280" y="2108200"/>
            <a:ext cx="31750" cy="4064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126" name="!!rect-7lf"/>
          <p:cNvSpPr/>
          <p:nvPr/>
        </p:nvSpPr>
        <p:spPr>
          <a:xfrm>
            <a:off x="8590280" y="2603500"/>
            <a:ext cx="31750" cy="4064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127" name="!!rect-7lg"/>
          <p:cNvSpPr/>
          <p:nvPr/>
        </p:nvSpPr>
        <p:spPr>
          <a:xfrm>
            <a:off x="11355070" y="2260600"/>
            <a:ext cx="31750" cy="6350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128" name="!!rect-7lh"/>
          <p:cNvSpPr/>
          <p:nvPr/>
        </p:nvSpPr>
        <p:spPr>
          <a:xfrm>
            <a:off x="11357610" y="4114800"/>
            <a:ext cx="25400" cy="419100"/>
          </a:xfrm>
          <a:prstGeom prst="roundRect">
            <a:avLst>
              <a:gd name="adj" fmla="val 50000"/>
            </a:avLst>
          </a:prstGeom>
          <a:solidFill>
            <a:srgbClr val="8795A0"/>
          </a:solidFill>
          <a:ln>
            <a:noFill/>
          </a:ln>
        </p:spPr>
      </p:sp>
      <p:sp>
        <p:nvSpPr>
          <p:cNvPr id="129" name="!!rect-7li"/>
          <p:cNvSpPr/>
          <p:nvPr/>
        </p:nvSpPr>
        <p:spPr>
          <a:xfrm>
            <a:off x="8610600" y="508000"/>
            <a:ext cx="2755900" cy="5753100"/>
          </a:xfrm>
          <a:prstGeom prst="roundRect">
            <a:avLst>
              <a:gd name="adj" fmla="val 16359"/>
            </a:avLst>
          </a:prstGeom>
          <a:gradFill rotWithShape="1">
            <a:gsLst>
              <a:gs pos="0">
                <a:srgbClr val="FBFCFD"/>
              </a:gs>
              <a:gs pos="18000">
                <a:srgbClr val="DDE5EB"/>
              </a:gs>
              <a:gs pos="46000">
                <a:srgbClr val="B4C2CC"/>
              </a:gs>
              <a:gs pos="62000">
                <a:srgbClr val="D3DCE3"/>
              </a:gs>
              <a:gs pos="84000">
                <a:srgbClr val="A9B8C3"/>
              </a:gs>
              <a:gs pos="100000">
                <a:srgbClr val="E8EEF2"/>
              </a:gs>
              <a:gs pos="100000">
                <a:srgbClr val="E8EEF2"/>
              </a:gs>
            </a:gsLst>
            <a:lin ang="3864255" scaled="0"/>
          </a:gradFill>
          <a:ln>
            <a:noFill/>
          </a:ln>
        </p:spPr>
      </p:sp>
      <p:sp>
        <p:nvSpPr>
          <p:cNvPr id="130" name="!!rect-7lj"/>
          <p:cNvSpPr/>
          <p:nvPr/>
        </p:nvSpPr>
        <p:spPr>
          <a:xfrm>
            <a:off x="8614410" y="511810"/>
            <a:ext cx="2748280" cy="5745480"/>
          </a:xfrm>
          <a:prstGeom prst="roundRect">
            <a:avLst>
              <a:gd name="adj" fmla="val 16266"/>
            </a:avLst>
          </a:prstGeom>
          <a:noFill/>
          <a:ln w="7620" cap="flat">
            <a:solidFill>
              <a:srgbClr val="7F8F9B">
                <a:alpha val="55000"/>
              </a:srgbClr>
            </a:solidFill>
            <a:prstDash val="solid"/>
            <a:miter lim="800000"/>
          </a:ln>
        </p:spPr>
      </p:sp>
      <p:sp>
        <p:nvSpPr>
          <p:cNvPr id="131" name="!!rect-7lk"/>
          <p:cNvSpPr/>
          <p:nvPr/>
        </p:nvSpPr>
        <p:spPr>
          <a:xfrm>
            <a:off x="8637270" y="534670"/>
            <a:ext cx="2702560" cy="5699760"/>
          </a:xfrm>
          <a:prstGeom prst="roundRect">
            <a:avLst>
              <a:gd name="adj" fmla="val 15695"/>
            </a:avLst>
          </a:prstGeom>
          <a:noFill/>
          <a:ln w="8890" cap="flat">
            <a:solidFill>
              <a:srgbClr val="FFFFFF">
                <a:alpha val="75000"/>
              </a:srgbClr>
            </a:solidFill>
            <a:prstDash val="solid"/>
            <a:miter lim="800000"/>
          </a:ln>
        </p:spPr>
      </p:sp>
      <p:sp>
        <p:nvSpPr>
          <p:cNvPr id="132" name="!!rect-7ll"/>
          <p:cNvSpPr/>
          <p:nvPr/>
        </p:nvSpPr>
        <p:spPr>
          <a:xfrm>
            <a:off x="8664575" y="561975"/>
            <a:ext cx="2647950" cy="5645150"/>
          </a:xfrm>
          <a:prstGeom prst="roundRect">
            <a:avLst>
              <a:gd name="adj" fmla="val 14988"/>
            </a:avLst>
          </a:prstGeom>
          <a:solidFill>
            <a:srgbClr val="050608"/>
          </a:solidFill>
          <a:ln>
            <a:noFill/>
          </a:ln>
        </p:spPr>
      </p:sp>
      <p:sp>
        <p:nvSpPr>
          <p:cNvPr id="133" name="!!rect-7ln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solidFill>
            <a:srgbClr val="F3F5F7"/>
          </a:solidFill>
          <a:ln>
            <a:noFill/>
          </a:ln>
        </p:spPr>
      </p:sp>
      <p:sp>
        <p:nvSpPr>
          <p:cNvPr id="134" name="!!rect-7zu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solidFill>
            <a:srgbClr val="F3F5F7"/>
          </a:solidFill>
          <a:ln>
            <a:noFill/>
          </a:ln>
        </p:spPr>
      </p:sp>
      <p:sp>
        <p:nvSpPr>
          <p:cNvPr id="135" name="!!path-7zw"/>
          <p:cNvSpPr/>
          <p:nvPr/>
        </p:nvSpPr>
        <p:spPr>
          <a:xfrm>
            <a:off x="8712200" y="609600"/>
            <a:ext cx="2552700" cy="1149350"/>
          </a:xfrm>
          <a:custGeom>
            <a:avLst/>
            <a:gdLst/>
            <a:ahLst/>
            <a:cxnLst/>
            <a:rect l="l" t="t" r="r" b="b"/>
            <a:pathLst>
              <a:path w="2552700" h="1149350">
                <a:moveTo>
                  <a:pt x="0" y="349250"/>
                </a:moveTo>
                <a:lnTo>
                  <a:pt x="6711" y="281115"/>
                </a:lnTo>
                <a:lnTo>
                  <a:pt x="26585" y="215598"/>
                </a:lnTo>
                <a:lnTo>
                  <a:pt x="58859" y="155217"/>
                </a:lnTo>
                <a:lnTo>
                  <a:pt x="102293" y="102293"/>
                </a:lnTo>
                <a:lnTo>
                  <a:pt x="155217" y="58859"/>
                </a:lnTo>
                <a:lnTo>
                  <a:pt x="215598" y="26585"/>
                </a:lnTo>
                <a:lnTo>
                  <a:pt x="281115" y="6711"/>
                </a:lnTo>
                <a:lnTo>
                  <a:pt x="349250" y="0"/>
                </a:lnTo>
                <a:lnTo>
                  <a:pt x="2203450" y="0"/>
                </a:lnTo>
                <a:lnTo>
                  <a:pt x="2271585" y="6711"/>
                </a:lnTo>
                <a:lnTo>
                  <a:pt x="2337102" y="26585"/>
                </a:lnTo>
                <a:lnTo>
                  <a:pt x="2397483" y="58859"/>
                </a:lnTo>
                <a:lnTo>
                  <a:pt x="2450407" y="102293"/>
                </a:lnTo>
                <a:lnTo>
                  <a:pt x="2493841" y="155217"/>
                </a:lnTo>
                <a:lnTo>
                  <a:pt x="2526115" y="215598"/>
                </a:lnTo>
                <a:lnTo>
                  <a:pt x="2545989" y="281115"/>
                </a:lnTo>
                <a:lnTo>
                  <a:pt x="2552700" y="349250"/>
                </a:lnTo>
                <a:lnTo>
                  <a:pt x="2552700" y="996950"/>
                </a:lnTo>
                <a:lnTo>
                  <a:pt x="2551642" y="1021292"/>
                </a:lnTo>
                <a:lnTo>
                  <a:pt x="2548467" y="1043517"/>
                </a:lnTo>
                <a:lnTo>
                  <a:pt x="2543175" y="1063625"/>
                </a:lnTo>
                <a:lnTo>
                  <a:pt x="2535767" y="1081617"/>
                </a:lnTo>
                <a:lnTo>
                  <a:pt x="2526242" y="1097492"/>
                </a:lnTo>
                <a:lnTo>
                  <a:pt x="2514600" y="1111250"/>
                </a:lnTo>
                <a:lnTo>
                  <a:pt x="2500842" y="1122892"/>
                </a:lnTo>
                <a:lnTo>
                  <a:pt x="2484967" y="1132417"/>
                </a:lnTo>
                <a:lnTo>
                  <a:pt x="2466975" y="1139825"/>
                </a:lnTo>
                <a:lnTo>
                  <a:pt x="2446867" y="1145117"/>
                </a:lnTo>
                <a:lnTo>
                  <a:pt x="2424642" y="1148292"/>
                </a:lnTo>
                <a:lnTo>
                  <a:pt x="2400300" y="1149350"/>
                </a:lnTo>
                <a:lnTo>
                  <a:pt x="152400" y="1149350"/>
                </a:lnTo>
                <a:lnTo>
                  <a:pt x="128058" y="1148292"/>
                </a:lnTo>
                <a:lnTo>
                  <a:pt x="105833" y="1145117"/>
                </a:lnTo>
                <a:lnTo>
                  <a:pt x="85725" y="1139825"/>
                </a:lnTo>
                <a:lnTo>
                  <a:pt x="67733" y="1132417"/>
                </a:lnTo>
                <a:lnTo>
                  <a:pt x="51858" y="1122892"/>
                </a:lnTo>
                <a:lnTo>
                  <a:pt x="38100" y="1111250"/>
                </a:lnTo>
                <a:lnTo>
                  <a:pt x="26458" y="1097492"/>
                </a:lnTo>
                <a:lnTo>
                  <a:pt x="16933" y="1081617"/>
                </a:lnTo>
                <a:lnTo>
                  <a:pt x="9525" y="1063625"/>
                </a:lnTo>
                <a:lnTo>
                  <a:pt x="4233" y="1043517"/>
                </a:lnTo>
                <a:lnTo>
                  <a:pt x="1058" y="1021292"/>
                </a:lnTo>
                <a:lnTo>
                  <a:pt x="0" y="996950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136" name="!!text-7zx" descr="2:25"/>
          <p:cNvSpPr txBox="1"/>
          <p:nvPr/>
        </p:nvSpPr>
        <p:spPr>
          <a:xfrm>
            <a:off x="9020597" y="714883"/>
            <a:ext cx="253790" cy="1563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50" kern="0" dirty="0">
                <a:solidFill>
                  <a:srgbClr val="FFFFFF"/>
                </a:solidFill>
                <a:latin typeface="Noto Sans TC SemiBold"/>
                <a:ea typeface="Noto Sans TC SemiBold"/>
                <a:cs typeface="Noto Sans TC SemiBold"/>
              </a:rPr>
              <a:t>2:25</a:t>
            </a:r>
            <a:endParaRPr lang="zh-TW" sz="850"/>
          </a:p>
        </p:txBody>
      </p:sp>
      <p:sp>
        <p:nvSpPr>
          <p:cNvPr id="137" name="!!rect-802"/>
          <p:cNvSpPr/>
          <p:nvPr/>
        </p:nvSpPr>
        <p:spPr>
          <a:xfrm>
            <a:off x="10579100" y="808990"/>
            <a:ext cx="21590" cy="2667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38" name="!!rect-803"/>
          <p:cNvSpPr/>
          <p:nvPr/>
        </p:nvSpPr>
        <p:spPr>
          <a:xfrm>
            <a:off x="10612120" y="792480"/>
            <a:ext cx="21590" cy="4318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39" name="!!rect-804"/>
          <p:cNvSpPr/>
          <p:nvPr/>
        </p:nvSpPr>
        <p:spPr>
          <a:xfrm>
            <a:off x="10645140" y="775970"/>
            <a:ext cx="21590" cy="5969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40" name="!!rect-805"/>
          <p:cNvSpPr/>
          <p:nvPr/>
        </p:nvSpPr>
        <p:spPr>
          <a:xfrm>
            <a:off x="10678160" y="759460"/>
            <a:ext cx="21590" cy="7620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41" name="!!path-806"/>
          <p:cNvSpPr/>
          <p:nvPr/>
        </p:nvSpPr>
        <p:spPr>
          <a:xfrm>
            <a:off x="10763250" y="763570"/>
            <a:ext cx="95250" cy="70820"/>
          </a:xfrm>
          <a:custGeom>
            <a:avLst/>
            <a:gdLst/>
            <a:ahLst/>
            <a:cxnLst/>
            <a:rect l="l" t="t" r="r" b="b"/>
            <a:pathLst>
              <a:path w="95250" h="70820">
                <a:moveTo>
                  <a:pt x="47625" y="70820"/>
                </a:moveTo>
                <a:lnTo>
                  <a:pt x="31115" y="51135"/>
                </a:lnTo>
                <a:cubicBezTo>
                  <a:pt x="40714" y="43262"/>
                  <a:pt x="54536" y="43262"/>
                  <a:pt x="64135" y="51135"/>
                </a:cubicBezTo>
                <a:close/>
                <a:moveTo>
                  <a:pt x="0" y="23830"/>
                </a:moveTo>
                <a:cubicBezTo>
                  <a:pt x="27279" y="0"/>
                  <a:pt x="67971" y="0"/>
                  <a:pt x="95250" y="23830"/>
                </a:cubicBezTo>
                <a:lnTo>
                  <a:pt x="83820" y="37165"/>
                </a:lnTo>
                <a:cubicBezTo>
                  <a:pt x="63051" y="19153"/>
                  <a:pt x="32199" y="19153"/>
                  <a:pt x="11430" y="37165"/>
                </a:cubicBezTo>
                <a:close/>
                <a:moveTo>
                  <a:pt x="16510" y="43515"/>
                </a:moveTo>
                <a:cubicBezTo>
                  <a:pt x="34385" y="28089"/>
                  <a:pt x="60865" y="28089"/>
                  <a:pt x="78740" y="43515"/>
                </a:cubicBezTo>
                <a:lnTo>
                  <a:pt x="67310" y="56850"/>
                </a:lnTo>
                <a:cubicBezTo>
                  <a:pt x="55947" y="47238"/>
                  <a:pt x="39303" y="47238"/>
                  <a:pt x="27940" y="5685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42" name="!!rect-807"/>
          <p:cNvSpPr/>
          <p:nvPr/>
        </p:nvSpPr>
        <p:spPr>
          <a:xfrm>
            <a:off x="10902950" y="760730"/>
            <a:ext cx="161925" cy="78740"/>
          </a:xfrm>
          <a:prstGeom prst="roundRect">
            <a:avLst>
              <a:gd name="adj" fmla="val 32258"/>
            </a:avLst>
          </a:prstGeom>
          <a:noFill/>
          <a:ln w="6985" cap="flat">
            <a:solidFill>
              <a:srgbClr val="FFFFFF">
                <a:alpha val="38000"/>
              </a:srgbClr>
            </a:solidFill>
            <a:prstDash val="solid"/>
            <a:miter lim="800000"/>
          </a:ln>
        </p:spPr>
      </p:sp>
      <p:sp>
        <p:nvSpPr>
          <p:cNvPr id="143" name="!!rect-808"/>
          <p:cNvSpPr/>
          <p:nvPr/>
        </p:nvSpPr>
        <p:spPr>
          <a:xfrm>
            <a:off x="10916285" y="774065"/>
            <a:ext cx="110909" cy="52070"/>
          </a:xfrm>
          <a:prstGeom prst="roundRect">
            <a:avLst>
              <a:gd name="adj" fmla="val 26829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44" name="!!path-809"/>
          <p:cNvSpPr/>
          <p:nvPr/>
        </p:nvSpPr>
        <p:spPr>
          <a:xfrm>
            <a:off x="11074400" y="786130"/>
            <a:ext cx="10345" cy="27940"/>
          </a:xfrm>
          <a:custGeom>
            <a:avLst/>
            <a:gdLst/>
            <a:ahLst/>
            <a:cxnLst/>
            <a:rect l="l" t="t" r="r" b="b"/>
            <a:pathLst>
              <a:path w="10345" h="27940">
                <a:moveTo>
                  <a:pt x="0" y="0"/>
                </a:moveTo>
                <a:lnTo>
                  <a:pt x="0" y="27940"/>
                </a:lnTo>
                <a:cubicBezTo>
                  <a:pt x="6146" y="26066"/>
                  <a:pt x="10345" y="20395"/>
                  <a:pt x="10345" y="13970"/>
                </a:cubicBezTo>
                <a:cubicBezTo>
                  <a:pt x="10345" y="7545"/>
                  <a:pt x="6146" y="1874"/>
                  <a:pt x="0" y="0"/>
                </a:cubicBezTo>
                <a:close/>
              </a:path>
            </a:pathLst>
          </a:custGeom>
          <a:solidFill>
            <a:srgbClr val="FFFFFF">
              <a:alpha val="45000"/>
            </a:srgbClr>
          </a:solidFill>
          <a:ln>
            <a:noFill/>
          </a:ln>
        </p:spPr>
      </p:sp>
      <p:sp>
        <p:nvSpPr>
          <p:cNvPr id="145" name="!!text-80a" descr="您好，海嫄"/>
          <p:cNvSpPr txBox="1"/>
          <p:nvPr/>
        </p:nvSpPr>
        <p:spPr>
          <a:xfrm>
            <a:off x="8813800" y="1025398"/>
            <a:ext cx="740410" cy="20228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00" b="1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您好，海嫄</a:t>
            </a:r>
            <a:endParaRPr lang="zh-TW" sz="1100"/>
          </a:p>
        </p:txBody>
      </p:sp>
      <p:sp>
        <p:nvSpPr>
          <p:cNvPr id="146" name="!!path-80g"/>
          <p:cNvSpPr/>
          <p:nvPr/>
        </p:nvSpPr>
        <p:spPr>
          <a:xfrm>
            <a:off x="10763777" y="1067854"/>
            <a:ext cx="137870" cy="137541"/>
          </a:xfrm>
          <a:custGeom>
            <a:avLst/>
            <a:gdLst/>
            <a:ahLst/>
            <a:cxnLst/>
            <a:rect l="l" t="t" r="r" b="b"/>
            <a:pathLst>
              <a:path w="137870" h="137541">
                <a:moveTo>
                  <a:pt x="41262" y="110033"/>
                </a:moveTo>
                <a:cubicBezTo>
                  <a:pt x="33698" y="110033"/>
                  <a:pt x="27577" y="116222"/>
                  <a:pt x="27577" y="123787"/>
                </a:cubicBezTo>
                <a:cubicBezTo>
                  <a:pt x="27577" y="131352"/>
                  <a:pt x="33698" y="137541"/>
                  <a:pt x="41262" y="137541"/>
                </a:cubicBezTo>
                <a:cubicBezTo>
                  <a:pt x="48827" y="137541"/>
                  <a:pt x="55016" y="131352"/>
                  <a:pt x="55016" y="123787"/>
                </a:cubicBezTo>
                <a:cubicBezTo>
                  <a:pt x="55016" y="116222"/>
                  <a:pt x="48827" y="110033"/>
                  <a:pt x="41262" y="110033"/>
                </a:cubicBezTo>
                <a:close/>
                <a:moveTo>
                  <a:pt x="0" y="0"/>
                </a:moveTo>
                <a:lnTo>
                  <a:pt x="0" y="13754"/>
                </a:lnTo>
                <a:lnTo>
                  <a:pt x="13754" y="13754"/>
                </a:lnTo>
                <a:lnTo>
                  <a:pt x="38511" y="65951"/>
                </a:lnTo>
                <a:lnTo>
                  <a:pt x="29227" y="82800"/>
                </a:lnTo>
                <a:cubicBezTo>
                  <a:pt x="28127" y="84725"/>
                  <a:pt x="27508" y="86995"/>
                  <a:pt x="27508" y="89402"/>
                </a:cubicBezTo>
                <a:cubicBezTo>
                  <a:pt x="27508" y="96966"/>
                  <a:pt x="33698" y="103156"/>
                  <a:pt x="41262" y="103156"/>
                </a:cubicBezTo>
                <a:lnTo>
                  <a:pt x="123787" y="103156"/>
                </a:lnTo>
                <a:lnTo>
                  <a:pt x="123787" y="89402"/>
                </a:lnTo>
                <a:lnTo>
                  <a:pt x="44151" y="89402"/>
                </a:lnTo>
                <a:cubicBezTo>
                  <a:pt x="43188" y="89402"/>
                  <a:pt x="42431" y="88645"/>
                  <a:pt x="42431" y="87682"/>
                </a:cubicBezTo>
                <a:lnTo>
                  <a:pt x="42638" y="86857"/>
                </a:lnTo>
                <a:lnTo>
                  <a:pt x="48827" y="75648"/>
                </a:lnTo>
                <a:lnTo>
                  <a:pt x="100061" y="75648"/>
                </a:lnTo>
                <a:cubicBezTo>
                  <a:pt x="105219" y="75648"/>
                  <a:pt x="109758" y="72828"/>
                  <a:pt x="112096" y="68564"/>
                </a:cubicBezTo>
                <a:lnTo>
                  <a:pt x="136716" y="23932"/>
                </a:lnTo>
                <a:cubicBezTo>
                  <a:pt x="137870" y="21797"/>
                  <a:pt x="137817" y="19213"/>
                  <a:pt x="136577" y="17127"/>
                </a:cubicBezTo>
                <a:cubicBezTo>
                  <a:pt x="135336" y="15040"/>
                  <a:pt x="133091" y="13760"/>
                  <a:pt x="130664" y="13754"/>
                </a:cubicBezTo>
                <a:lnTo>
                  <a:pt x="28952" y="13754"/>
                </a:lnTo>
                <a:lnTo>
                  <a:pt x="22488" y="0"/>
                </a:lnTo>
                <a:lnTo>
                  <a:pt x="0" y="0"/>
                </a:lnTo>
                <a:close/>
                <a:moveTo>
                  <a:pt x="110033" y="110033"/>
                </a:moveTo>
                <a:cubicBezTo>
                  <a:pt x="102468" y="110033"/>
                  <a:pt x="96347" y="116222"/>
                  <a:pt x="96347" y="123787"/>
                </a:cubicBezTo>
                <a:cubicBezTo>
                  <a:pt x="96347" y="131352"/>
                  <a:pt x="102468" y="137541"/>
                  <a:pt x="110033" y="137541"/>
                </a:cubicBezTo>
                <a:cubicBezTo>
                  <a:pt x="117598" y="137541"/>
                  <a:pt x="123787" y="131352"/>
                  <a:pt x="123787" y="123787"/>
                </a:cubicBezTo>
                <a:cubicBezTo>
                  <a:pt x="123787" y="116222"/>
                  <a:pt x="117598" y="110033"/>
                  <a:pt x="110033" y="11003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47" name="!!path-80h"/>
          <p:cNvSpPr/>
          <p:nvPr/>
        </p:nvSpPr>
        <p:spPr>
          <a:xfrm>
            <a:off x="10998200" y="107950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14300" y="0"/>
                </a:moveTo>
                <a:lnTo>
                  <a:pt x="12700" y="0"/>
                </a:lnTo>
                <a:cubicBezTo>
                  <a:pt x="5715" y="0"/>
                  <a:pt x="0" y="5715"/>
                  <a:pt x="0" y="12700"/>
                </a:cubicBezTo>
                <a:lnTo>
                  <a:pt x="0" y="127000"/>
                </a:lnTo>
                <a:lnTo>
                  <a:pt x="25400" y="101600"/>
                </a:lnTo>
                <a:lnTo>
                  <a:pt x="114300" y="101600"/>
                </a:lnTo>
                <a:cubicBezTo>
                  <a:pt x="121285" y="101600"/>
                  <a:pt x="127000" y="95885"/>
                  <a:pt x="127000" y="88900"/>
                </a:cubicBezTo>
                <a:lnTo>
                  <a:pt x="127000" y="12700"/>
                </a:lnTo>
                <a:cubicBezTo>
                  <a:pt x="127000" y="5715"/>
                  <a:pt x="121285" y="0"/>
                  <a:pt x="114300" y="0"/>
                </a:cubicBezTo>
                <a:close/>
                <a:moveTo>
                  <a:pt x="114300" y="88900"/>
                </a:moveTo>
                <a:lnTo>
                  <a:pt x="25400" y="88900"/>
                </a:lnTo>
                <a:lnTo>
                  <a:pt x="12700" y="101600"/>
                </a:lnTo>
                <a:lnTo>
                  <a:pt x="12700" y="12700"/>
                </a:lnTo>
                <a:lnTo>
                  <a:pt x="114300" y="12700"/>
                </a:lnTo>
                <a:lnTo>
                  <a:pt x="114300" y="889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48" name="!!rect-80i"/>
          <p:cNvSpPr/>
          <p:nvPr/>
        </p:nvSpPr>
        <p:spPr>
          <a:xfrm>
            <a:off x="8813800" y="1352550"/>
            <a:ext cx="2349500" cy="279400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49" name="!!path-80j"/>
          <p:cNvSpPr/>
          <p:nvPr/>
        </p:nvSpPr>
        <p:spPr>
          <a:xfrm>
            <a:off x="8920169" y="1439869"/>
            <a:ext cx="101843" cy="101843"/>
          </a:xfrm>
          <a:custGeom>
            <a:avLst/>
            <a:gdLst/>
            <a:ahLst/>
            <a:cxnLst/>
            <a:rect l="l" t="t" r="r" b="b"/>
            <a:pathLst>
              <a:path w="101843" h="101843">
                <a:moveTo>
                  <a:pt x="72787" y="64052"/>
                </a:moveTo>
                <a:lnTo>
                  <a:pt x="68187" y="64052"/>
                </a:lnTo>
                <a:lnTo>
                  <a:pt x="66556" y="62480"/>
                </a:lnTo>
                <a:cubicBezTo>
                  <a:pt x="72263" y="55842"/>
                  <a:pt x="75698" y="47224"/>
                  <a:pt x="75698" y="37849"/>
                </a:cubicBezTo>
                <a:cubicBezTo>
                  <a:pt x="75698" y="16945"/>
                  <a:pt x="58754" y="0"/>
                  <a:pt x="37849" y="0"/>
                </a:cubicBezTo>
                <a:cubicBezTo>
                  <a:pt x="16945" y="0"/>
                  <a:pt x="0" y="16945"/>
                  <a:pt x="0" y="37849"/>
                </a:cubicBezTo>
                <a:cubicBezTo>
                  <a:pt x="0" y="58754"/>
                  <a:pt x="16945" y="75698"/>
                  <a:pt x="37849" y="75698"/>
                </a:cubicBezTo>
                <a:cubicBezTo>
                  <a:pt x="47224" y="75698"/>
                  <a:pt x="55842" y="72263"/>
                  <a:pt x="62480" y="66556"/>
                </a:cubicBezTo>
                <a:lnTo>
                  <a:pt x="64052" y="68187"/>
                </a:lnTo>
                <a:lnTo>
                  <a:pt x="64052" y="72787"/>
                </a:lnTo>
                <a:lnTo>
                  <a:pt x="93167" y="101843"/>
                </a:lnTo>
                <a:lnTo>
                  <a:pt x="101843" y="93167"/>
                </a:lnTo>
                <a:lnTo>
                  <a:pt x="72787" y="64052"/>
                </a:lnTo>
                <a:close/>
                <a:moveTo>
                  <a:pt x="37849" y="64052"/>
                </a:moveTo>
                <a:cubicBezTo>
                  <a:pt x="23350" y="64052"/>
                  <a:pt x="11646" y="52348"/>
                  <a:pt x="11646" y="37849"/>
                </a:cubicBezTo>
                <a:cubicBezTo>
                  <a:pt x="11646" y="23350"/>
                  <a:pt x="23350" y="11646"/>
                  <a:pt x="37849" y="11646"/>
                </a:cubicBezTo>
                <a:cubicBezTo>
                  <a:pt x="52348" y="11646"/>
                  <a:pt x="64052" y="23350"/>
                  <a:pt x="64052" y="37849"/>
                </a:cubicBezTo>
                <a:cubicBezTo>
                  <a:pt x="64052" y="52348"/>
                  <a:pt x="52348" y="64052"/>
                  <a:pt x="37849" y="64052"/>
                </a:cubicBezTo>
                <a:close/>
              </a:path>
            </a:pathLst>
          </a:custGeom>
          <a:solidFill>
            <a:srgbClr val="BDBDBD"/>
          </a:solidFill>
          <a:ln>
            <a:noFill/>
          </a:ln>
        </p:spPr>
      </p:sp>
      <p:sp>
        <p:nvSpPr>
          <p:cNvPr id="150" name="!!text-80k" descr="搜尋書名、作者或 ISBN"/>
          <p:cNvSpPr txBox="1"/>
          <p:nvPr/>
        </p:nvSpPr>
        <p:spPr>
          <a:xfrm>
            <a:off x="9093200" y="1419860"/>
            <a:ext cx="1028033" cy="1379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0" kern="0" dirty="0">
                <a:solidFill>
                  <a:srgbClr val="BDBDBD"/>
                </a:solidFill>
                <a:latin typeface="Noto Sans TC"/>
                <a:ea typeface="Noto Sans TC"/>
                <a:cs typeface="Noto Sans TC"/>
              </a:rPr>
              <a:t>搜尋書名、作者或 ISBN</a:t>
            </a:r>
            <a:endParaRPr lang="zh-TW" sz="750"/>
          </a:p>
        </p:txBody>
      </p:sp>
      <p:sp>
        <p:nvSpPr>
          <p:cNvPr id="151" name="!!rect-811"/>
          <p:cNvSpPr/>
          <p:nvPr/>
        </p:nvSpPr>
        <p:spPr>
          <a:xfrm>
            <a:off x="8813800" y="1847850"/>
            <a:ext cx="482600" cy="203200"/>
          </a:xfrm>
          <a:prstGeom prst="roundRect">
            <a:avLst>
              <a:gd name="adj" fmla="val 50000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152" name="!!text-812" descr="全部書籍"/>
          <p:cNvSpPr txBox="1"/>
          <p:nvPr/>
        </p:nvSpPr>
        <p:spPr>
          <a:xfrm>
            <a:off x="8890000" y="1885442"/>
            <a:ext cx="354965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kern="0" dirty="0">
                <a:solidFill>
                  <a:srgbClr val="FFFFFF"/>
                </a:solidFill>
                <a:latin typeface="Noto Sans TC SemiBold"/>
                <a:ea typeface="Noto Sans TC SemiBold"/>
                <a:cs typeface="Noto Sans TC SemiBold"/>
              </a:rPr>
              <a:t>全部書籍</a:t>
            </a:r>
            <a:endParaRPr lang="zh-TW" sz="650"/>
          </a:p>
        </p:txBody>
      </p:sp>
      <p:sp>
        <p:nvSpPr>
          <p:cNvPr id="153" name="!!rect-81b"/>
          <p:cNvSpPr/>
          <p:nvPr/>
        </p:nvSpPr>
        <p:spPr>
          <a:xfrm>
            <a:off x="9347200" y="1847850"/>
            <a:ext cx="482600" cy="203200"/>
          </a:xfrm>
          <a:prstGeom prst="roundRect">
            <a:avLst>
              <a:gd name="adj" fmla="val 50000"/>
            </a:avLst>
          </a:prstGeom>
          <a:solidFill>
            <a:srgbClr val="E8ECEF"/>
          </a:solidFill>
          <a:ln>
            <a:noFill/>
          </a:ln>
        </p:spPr>
      </p:sp>
      <p:sp>
        <p:nvSpPr>
          <p:cNvPr id="154" name="!!text-81c" descr="考試用書"/>
          <p:cNvSpPr txBox="1"/>
          <p:nvPr/>
        </p:nvSpPr>
        <p:spPr>
          <a:xfrm>
            <a:off x="9423400" y="1885442"/>
            <a:ext cx="354965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考試用書</a:t>
            </a:r>
            <a:endParaRPr lang="zh-TW" sz="650"/>
          </a:p>
        </p:txBody>
      </p:sp>
      <p:sp>
        <p:nvSpPr>
          <p:cNvPr id="155" name="!!rect-81l"/>
          <p:cNvSpPr/>
          <p:nvPr/>
        </p:nvSpPr>
        <p:spPr>
          <a:xfrm>
            <a:off x="9880600" y="1847850"/>
            <a:ext cx="400050" cy="203200"/>
          </a:xfrm>
          <a:prstGeom prst="roundRect">
            <a:avLst>
              <a:gd name="adj" fmla="val 50000"/>
            </a:avLst>
          </a:prstGeom>
          <a:solidFill>
            <a:srgbClr val="E8ECEF"/>
          </a:solidFill>
          <a:ln>
            <a:noFill/>
          </a:ln>
        </p:spPr>
      </p:sp>
      <p:sp>
        <p:nvSpPr>
          <p:cNvPr id="156" name="!!text-81m" descr="統計學"/>
          <p:cNvSpPr txBox="1"/>
          <p:nvPr/>
        </p:nvSpPr>
        <p:spPr>
          <a:xfrm>
            <a:off x="9956800" y="1885442"/>
            <a:ext cx="272415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統計學</a:t>
            </a:r>
            <a:endParaRPr lang="zh-TW" sz="650"/>
          </a:p>
        </p:txBody>
      </p:sp>
      <p:sp>
        <p:nvSpPr>
          <p:cNvPr id="157" name="!!rect-81u"/>
          <p:cNvSpPr/>
          <p:nvPr/>
        </p:nvSpPr>
        <p:spPr>
          <a:xfrm>
            <a:off x="10331450" y="1847850"/>
            <a:ext cx="482600" cy="203200"/>
          </a:xfrm>
          <a:prstGeom prst="roundRect">
            <a:avLst>
              <a:gd name="adj" fmla="val 50000"/>
            </a:avLst>
          </a:prstGeom>
          <a:solidFill>
            <a:srgbClr val="E8ECEF"/>
          </a:solidFill>
          <a:ln>
            <a:noFill/>
          </a:ln>
        </p:spPr>
      </p:sp>
      <p:sp>
        <p:nvSpPr>
          <p:cNvPr id="158" name="!!text-81v" descr="程式設計"/>
          <p:cNvSpPr txBox="1"/>
          <p:nvPr/>
        </p:nvSpPr>
        <p:spPr>
          <a:xfrm>
            <a:off x="10407650" y="1885442"/>
            <a:ext cx="354965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程式設計</a:t>
            </a:r>
            <a:endParaRPr lang="zh-TW" sz="650"/>
          </a:p>
        </p:txBody>
      </p:sp>
      <p:sp>
        <p:nvSpPr>
          <p:cNvPr id="159" name="!!rect-824"/>
          <p:cNvSpPr/>
          <p:nvPr/>
        </p:nvSpPr>
        <p:spPr>
          <a:xfrm>
            <a:off x="10864850" y="1847850"/>
            <a:ext cx="482600" cy="203200"/>
          </a:xfrm>
          <a:prstGeom prst="roundRect">
            <a:avLst>
              <a:gd name="adj" fmla="val 50000"/>
            </a:avLst>
          </a:prstGeom>
          <a:solidFill>
            <a:srgbClr val="E8ECEF"/>
          </a:solidFill>
          <a:ln>
            <a:noFill/>
          </a:ln>
        </p:spPr>
      </p:sp>
      <p:sp>
        <p:nvSpPr>
          <p:cNvPr id="160" name="!!text-825" descr="文學小說"/>
          <p:cNvSpPr txBox="1"/>
          <p:nvPr/>
        </p:nvSpPr>
        <p:spPr>
          <a:xfrm>
            <a:off x="10941050" y="1885442"/>
            <a:ext cx="354965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文學小說</a:t>
            </a:r>
            <a:endParaRPr lang="zh-TW" sz="650"/>
          </a:p>
        </p:txBody>
      </p:sp>
      <p:sp>
        <p:nvSpPr>
          <p:cNvPr id="161" name="!!text-82e" descr="為您推薦"/>
          <p:cNvSpPr txBox="1"/>
          <p:nvPr/>
        </p:nvSpPr>
        <p:spPr>
          <a:xfrm>
            <a:off x="8813800" y="2108962"/>
            <a:ext cx="491490" cy="16550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為您推薦</a:t>
            </a:r>
            <a:endParaRPr lang="zh-TW" sz="900"/>
          </a:p>
        </p:txBody>
      </p:sp>
      <p:sp>
        <p:nvSpPr>
          <p:cNvPr id="162" name="!!path-82j"/>
          <p:cNvSpPr/>
          <p:nvPr/>
        </p:nvSpPr>
        <p:spPr>
          <a:xfrm>
            <a:off x="9377363" y="2132013"/>
            <a:ext cx="104775" cy="104775"/>
          </a:xfrm>
          <a:custGeom>
            <a:avLst/>
            <a:gdLst/>
            <a:ahLst/>
            <a:cxnLst/>
            <a:rect l="l" t="t" r="r" b="b"/>
            <a:pathLst>
              <a:path w="104775" h="104775">
                <a:moveTo>
                  <a:pt x="85725" y="38100"/>
                </a:moveTo>
                <a:lnTo>
                  <a:pt x="91678" y="25003"/>
                </a:lnTo>
                <a:lnTo>
                  <a:pt x="104775" y="19050"/>
                </a:lnTo>
                <a:lnTo>
                  <a:pt x="91678" y="13097"/>
                </a:lnTo>
                <a:lnTo>
                  <a:pt x="85725" y="0"/>
                </a:lnTo>
                <a:lnTo>
                  <a:pt x="79772" y="13097"/>
                </a:lnTo>
                <a:lnTo>
                  <a:pt x="66675" y="19050"/>
                </a:lnTo>
                <a:lnTo>
                  <a:pt x="79772" y="25003"/>
                </a:lnTo>
                <a:lnTo>
                  <a:pt x="85725" y="38100"/>
                </a:lnTo>
                <a:close/>
                <a:moveTo>
                  <a:pt x="50006" y="40481"/>
                </a:moveTo>
                <a:lnTo>
                  <a:pt x="38100" y="14288"/>
                </a:lnTo>
                <a:lnTo>
                  <a:pt x="26194" y="40481"/>
                </a:lnTo>
                <a:lnTo>
                  <a:pt x="0" y="52388"/>
                </a:lnTo>
                <a:lnTo>
                  <a:pt x="26194" y="64294"/>
                </a:lnTo>
                <a:lnTo>
                  <a:pt x="38100" y="90488"/>
                </a:lnTo>
                <a:lnTo>
                  <a:pt x="50006" y="64294"/>
                </a:lnTo>
                <a:lnTo>
                  <a:pt x="76200" y="52388"/>
                </a:lnTo>
                <a:lnTo>
                  <a:pt x="50006" y="40481"/>
                </a:lnTo>
                <a:close/>
                <a:moveTo>
                  <a:pt x="85725" y="66675"/>
                </a:moveTo>
                <a:lnTo>
                  <a:pt x="79772" y="79772"/>
                </a:lnTo>
                <a:lnTo>
                  <a:pt x="66675" y="85725"/>
                </a:lnTo>
                <a:lnTo>
                  <a:pt x="79772" y="91678"/>
                </a:lnTo>
                <a:lnTo>
                  <a:pt x="85725" y="104775"/>
                </a:lnTo>
                <a:lnTo>
                  <a:pt x="91678" y="91678"/>
                </a:lnTo>
                <a:lnTo>
                  <a:pt x="104775" y="85725"/>
                </a:lnTo>
                <a:lnTo>
                  <a:pt x="91678" y="79772"/>
                </a:lnTo>
                <a:lnTo>
                  <a:pt x="85725" y="66675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163" name="!!rect-88h"/>
          <p:cNvSpPr/>
          <p:nvPr/>
        </p:nvSpPr>
        <p:spPr>
          <a:xfrm>
            <a:off x="8813800" y="5562600"/>
            <a:ext cx="2349500" cy="482600"/>
          </a:xfrm>
          <a:prstGeom prst="roundRect">
            <a:avLst>
              <a:gd name="adj" fmla="val 50000"/>
            </a:avLst>
          </a:prstGeom>
          <a:solidFill>
            <a:srgbClr val="0B1A26">
              <a:alpha val="12000"/>
            </a:srgbClr>
          </a:solidFill>
          <a:ln>
            <a:noFill/>
          </a:ln>
          <a:effectLst>
            <a:softEdge rad="139700"/>
          </a:effectLst>
        </p:spPr>
      </p:sp>
      <p:sp>
        <p:nvSpPr>
          <p:cNvPr id="164" name="!!rect-88i"/>
          <p:cNvSpPr/>
          <p:nvPr/>
        </p:nvSpPr>
        <p:spPr>
          <a:xfrm>
            <a:off x="8839200" y="5562600"/>
            <a:ext cx="2298700" cy="355600"/>
          </a:xfrm>
          <a:prstGeom prst="roundRect">
            <a:avLst>
              <a:gd name="adj" fmla="val 50000"/>
            </a:avLst>
          </a:prstGeom>
          <a:solidFill>
            <a:srgbClr val="FFFFFF">
              <a:alpha val="90000"/>
            </a:srgbClr>
          </a:solidFill>
          <a:ln w="6350" cap="flat">
            <a:solidFill>
              <a:srgbClr val="FFFFFF"/>
            </a:solidFill>
            <a:prstDash val="solid"/>
            <a:miter lim="800000"/>
          </a:ln>
        </p:spPr>
      </p:sp>
      <p:sp>
        <p:nvSpPr>
          <p:cNvPr id="165" name="!!rect-88j"/>
          <p:cNvSpPr/>
          <p:nvPr/>
        </p:nvSpPr>
        <p:spPr>
          <a:xfrm>
            <a:off x="8903970" y="5594350"/>
            <a:ext cx="330200" cy="292100"/>
          </a:xfrm>
          <a:prstGeom prst="roundRect">
            <a:avLst>
              <a:gd name="adj" fmla="val 50000"/>
            </a:avLst>
          </a:prstGeom>
          <a:solidFill>
            <a:srgbClr val="627D8D">
              <a:alpha val="12000"/>
            </a:srgbClr>
          </a:solidFill>
          <a:ln>
            <a:noFill/>
          </a:ln>
        </p:spPr>
      </p:sp>
      <p:sp>
        <p:nvSpPr>
          <p:cNvPr id="166" name="!!path-88k"/>
          <p:cNvSpPr/>
          <p:nvPr/>
        </p:nvSpPr>
        <p:spPr>
          <a:xfrm>
            <a:off x="9014534" y="5632383"/>
            <a:ext cx="109180" cy="97476"/>
          </a:xfrm>
          <a:custGeom>
            <a:avLst/>
            <a:gdLst/>
            <a:ahLst/>
            <a:cxnLst/>
            <a:rect l="l" t="t" r="r" b="b"/>
            <a:pathLst>
              <a:path w="109180" h="97476">
                <a:moveTo>
                  <a:pt x="42915" y="91653"/>
                </a:moveTo>
                <a:lnTo>
                  <a:pt x="42915" y="62538"/>
                </a:lnTo>
                <a:lnTo>
                  <a:pt x="66207" y="62538"/>
                </a:lnTo>
                <a:lnTo>
                  <a:pt x="66207" y="91653"/>
                </a:lnTo>
                <a:cubicBezTo>
                  <a:pt x="66207" y="94856"/>
                  <a:pt x="68827" y="97476"/>
                  <a:pt x="72030" y="97476"/>
                </a:cubicBezTo>
                <a:lnTo>
                  <a:pt x="89499" y="97476"/>
                </a:lnTo>
                <a:cubicBezTo>
                  <a:pt x="92701" y="97476"/>
                  <a:pt x="95322" y="94856"/>
                  <a:pt x="95322" y="91653"/>
                </a:cubicBezTo>
                <a:lnTo>
                  <a:pt x="95322" y="50893"/>
                </a:lnTo>
                <a:lnTo>
                  <a:pt x="105221" y="50893"/>
                </a:lnTo>
                <a:cubicBezTo>
                  <a:pt x="107899" y="50893"/>
                  <a:pt x="109180" y="47574"/>
                  <a:pt x="107142" y="45827"/>
                </a:cubicBezTo>
                <a:lnTo>
                  <a:pt x="58462" y="1980"/>
                </a:lnTo>
                <a:cubicBezTo>
                  <a:pt x="56250" y="0"/>
                  <a:pt x="52872" y="0"/>
                  <a:pt x="50660" y="1980"/>
                </a:cubicBezTo>
                <a:lnTo>
                  <a:pt x="1980" y="45827"/>
                </a:lnTo>
                <a:cubicBezTo>
                  <a:pt x="0" y="47574"/>
                  <a:pt x="1223" y="50893"/>
                  <a:pt x="3901" y="50893"/>
                </a:cubicBezTo>
                <a:lnTo>
                  <a:pt x="13800" y="50893"/>
                </a:lnTo>
                <a:lnTo>
                  <a:pt x="13800" y="91653"/>
                </a:lnTo>
                <a:cubicBezTo>
                  <a:pt x="13800" y="94856"/>
                  <a:pt x="16421" y="97476"/>
                  <a:pt x="19623" y="97476"/>
                </a:cubicBezTo>
                <a:lnTo>
                  <a:pt x="37092" y="97476"/>
                </a:lnTo>
                <a:cubicBezTo>
                  <a:pt x="40295" y="97476"/>
                  <a:pt x="42915" y="94856"/>
                  <a:pt x="42915" y="91653"/>
                </a:cubicBez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167" name="!!text-88l" descr="首頁"/>
          <p:cNvSpPr txBox="1"/>
          <p:nvPr/>
        </p:nvSpPr>
        <p:spPr>
          <a:xfrm>
            <a:off x="8999220" y="5773674"/>
            <a:ext cx="160655" cy="10114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55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首頁</a:t>
            </a:r>
            <a:endParaRPr lang="zh-TW" sz="550"/>
          </a:p>
        </p:txBody>
      </p:sp>
      <p:sp>
        <p:nvSpPr>
          <p:cNvPr id="168" name="!!path-88o"/>
          <p:cNvSpPr/>
          <p:nvPr/>
        </p:nvSpPr>
        <p:spPr>
          <a:xfrm>
            <a:off x="9482252" y="5627957"/>
            <a:ext cx="93167" cy="113548"/>
          </a:xfrm>
          <a:custGeom>
            <a:avLst/>
            <a:gdLst/>
            <a:ahLst/>
            <a:cxnLst/>
            <a:rect l="l" t="t" r="r" b="b"/>
            <a:pathLst>
              <a:path w="93167" h="113548">
                <a:moveTo>
                  <a:pt x="46584" y="113548"/>
                </a:moveTo>
                <a:cubicBezTo>
                  <a:pt x="52989" y="113548"/>
                  <a:pt x="58230" y="108307"/>
                  <a:pt x="58230" y="101902"/>
                </a:cubicBezTo>
                <a:lnTo>
                  <a:pt x="34938" y="101902"/>
                </a:lnTo>
                <a:cubicBezTo>
                  <a:pt x="34938" y="108307"/>
                  <a:pt x="40120" y="113548"/>
                  <a:pt x="46584" y="113548"/>
                </a:cubicBezTo>
                <a:close/>
                <a:moveTo>
                  <a:pt x="81521" y="78610"/>
                </a:moveTo>
                <a:lnTo>
                  <a:pt x="81521" y="49495"/>
                </a:lnTo>
                <a:cubicBezTo>
                  <a:pt x="81521" y="31619"/>
                  <a:pt x="71972" y="16654"/>
                  <a:pt x="55318" y="12694"/>
                </a:cubicBezTo>
                <a:lnTo>
                  <a:pt x="55318" y="8734"/>
                </a:lnTo>
                <a:cubicBezTo>
                  <a:pt x="55318" y="3901"/>
                  <a:pt x="51417" y="0"/>
                  <a:pt x="46584" y="0"/>
                </a:cubicBezTo>
                <a:cubicBezTo>
                  <a:pt x="41751" y="0"/>
                  <a:pt x="37849" y="3901"/>
                  <a:pt x="37849" y="8734"/>
                </a:cubicBezTo>
                <a:lnTo>
                  <a:pt x="37849" y="12694"/>
                </a:lnTo>
                <a:cubicBezTo>
                  <a:pt x="21137" y="16654"/>
                  <a:pt x="11646" y="31560"/>
                  <a:pt x="11646" y="49495"/>
                </a:cubicBezTo>
                <a:lnTo>
                  <a:pt x="11646" y="78610"/>
                </a:lnTo>
                <a:lnTo>
                  <a:pt x="0" y="90256"/>
                </a:lnTo>
                <a:lnTo>
                  <a:pt x="0" y="96079"/>
                </a:lnTo>
                <a:lnTo>
                  <a:pt x="93167" y="96079"/>
                </a:lnTo>
                <a:lnTo>
                  <a:pt x="93167" y="90256"/>
                </a:lnTo>
                <a:lnTo>
                  <a:pt x="81521" y="78610"/>
                </a:lnTo>
                <a:close/>
                <a:moveTo>
                  <a:pt x="69875" y="84433"/>
                </a:moveTo>
                <a:lnTo>
                  <a:pt x="23292" y="84433"/>
                </a:lnTo>
                <a:lnTo>
                  <a:pt x="23292" y="49495"/>
                </a:lnTo>
                <a:cubicBezTo>
                  <a:pt x="23292" y="35054"/>
                  <a:pt x="32084" y="23292"/>
                  <a:pt x="46584" y="23292"/>
                </a:cubicBezTo>
                <a:cubicBezTo>
                  <a:pt x="61083" y="23292"/>
                  <a:pt x="69875" y="35054"/>
                  <a:pt x="69875" y="49495"/>
                </a:cubicBezTo>
                <a:lnTo>
                  <a:pt x="69875" y="84433"/>
                </a:lnTo>
                <a:close/>
              </a:path>
            </a:pathLst>
          </a:custGeom>
          <a:solidFill>
            <a:srgbClr val="BDBDBD"/>
          </a:solidFill>
          <a:ln>
            <a:noFill/>
          </a:ln>
        </p:spPr>
      </p:sp>
      <p:sp>
        <p:nvSpPr>
          <p:cNvPr id="169" name="!!text-88p" descr="通知"/>
          <p:cNvSpPr txBox="1"/>
          <p:nvPr/>
        </p:nvSpPr>
        <p:spPr>
          <a:xfrm>
            <a:off x="9458960" y="5773674"/>
            <a:ext cx="160655" cy="10114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550" kern="0" dirty="0">
                <a:solidFill>
                  <a:srgbClr val="BDBDBD"/>
                </a:solidFill>
                <a:latin typeface="Noto Sans TC Medium"/>
                <a:ea typeface="Noto Sans TC Medium"/>
                <a:cs typeface="Noto Sans TC Medium"/>
              </a:rPr>
              <a:t>通知</a:t>
            </a:r>
            <a:endParaRPr lang="zh-TW" sz="550"/>
          </a:p>
        </p:txBody>
      </p:sp>
      <p:sp>
        <p:nvSpPr>
          <p:cNvPr id="170" name="!!circle-88s"/>
          <p:cNvSpPr/>
          <p:nvPr/>
        </p:nvSpPr>
        <p:spPr>
          <a:xfrm>
            <a:off x="9861550" y="5613400"/>
            <a:ext cx="254000" cy="254000"/>
          </a:xfrm>
          <a:prstGeom prst="ellipse">
            <a:avLst/>
          </a:prstGeom>
          <a:solidFill>
            <a:srgbClr val="627D8D"/>
          </a:solidFill>
          <a:ln>
            <a:noFill/>
          </a:ln>
        </p:spPr>
      </p:sp>
      <p:sp>
        <p:nvSpPr>
          <p:cNvPr id="171" name="!!path-88t"/>
          <p:cNvSpPr/>
          <p:nvPr/>
        </p:nvSpPr>
        <p:spPr>
          <a:xfrm>
            <a:off x="9944100" y="569595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88900" y="50800"/>
                </a:moveTo>
                <a:lnTo>
                  <a:pt x="50800" y="50800"/>
                </a:lnTo>
                <a:lnTo>
                  <a:pt x="50800" y="88900"/>
                </a:lnTo>
                <a:lnTo>
                  <a:pt x="38100" y="88900"/>
                </a:lnTo>
                <a:lnTo>
                  <a:pt x="38100" y="50800"/>
                </a:lnTo>
                <a:lnTo>
                  <a:pt x="0" y="50800"/>
                </a:lnTo>
                <a:lnTo>
                  <a:pt x="0" y="38100"/>
                </a:lnTo>
                <a:lnTo>
                  <a:pt x="38100" y="38100"/>
                </a:lnTo>
                <a:lnTo>
                  <a:pt x="38100" y="0"/>
                </a:lnTo>
                <a:lnTo>
                  <a:pt x="50800" y="0"/>
                </a:lnTo>
                <a:lnTo>
                  <a:pt x="50800" y="38100"/>
                </a:lnTo>
                <a:lnTo>
                  <a:pt x="88900" y="38100"/>
                </a:lnTo>
                <a:lnTo>
                  <a:pt x="88900" y="508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72" name="!!path-88u"/>
          <p:cNvSpPr/>
          <p:nvPr/>
        </p:nvSpPr>
        <p:spPr>
          <a:xfrm>
            <a:off x="10390086" y="5625046"/>
            <a:ext cx="116459" cy="116459"/>
          </a:xfrm>
          <a:custGeom>
            <a:avLst/>
            <a:gdLst/>
            <a:ahLst/>
            <a:cxnLst/>
            <a:rect l="l" t="t" r="r" b="b"/>
            <a:pathLst>
              <a:path w="116459" h="116459">
                <a:moveTo>
                  <a:pt x="43672" y="26203"/>
                </a:moveTo>
                <a:lnTo>
                  <a:pt x="43672" y="43672"/>
                </a:lnTo>
                <a:lnTo>
                  <a:pt x="26203" y="43672"/>
                </a:lnTo>
                <a:lnTo>
                  <a:pt x="26203" y="26203"/>
                </a:lnTo>
                <a:lnTo>
                  <a:pt x="43672" y="26203"/>
                </a:lnTo>
                <a:moveTo>
                  <a:pt x="52407" y="17469"/>
                </a:moveTo>
                <a:lnTo>
                  <a:pt x="17469" y="17469"/>
                </a:lnTo>
                <a:lnTo>
                  <a:pt x="17469" y="52407"/>
                </a:lnTo>
                <a:lnTo>
                  <a:pt x="52407" y="52407"/>
                </a:lnTo>
                <a:lnTo>
                  <a:pt x="52407" y="17469"/>
                </a:lnTo>
                <a:close/>
                <a:moveTo>
                  <a:pt x="43672" y="72787"/>
                </a:moveTo>
                <a:lnTo>
                  <a:pt x="43672" y="90256"/>
                </a:lnTo>
                <a:lnTo>
                  <a:pt x="26203" y="90256"/>
                </a:lnTo>
                <a:lnTo>
                  <a:pt x="26203" y="72787"/>
                </a:lnTo>
                <a:lnTo>
                  <a:pt x="43672" y="72787"/>
                </a:lnTo>
                <a:moveTo>
                  <a:pt x="52407" y="64052"/>
                </a:moveTo>
                <a:lnTo>
                  <a:pt x="17469" y="64052"/>
                </a:lnTo>
                <a:lnTo>
                  <a:pt x="17469" y="98990"/>
                </a:lnTo>
                <a:lnTo>
                  <a:pt x="52407" y="98990"/>
                </a:lnTo>
                <a:lnTo>
                  <a:pt x="52407" y="64052"/>
                </a:lnTo>
                <a:close/>
                <a:moveTo>
                  <a:pt x="90256" y="26203"/>
                </a:moveTo>
                <a:lnTo>
                  <a:pt x="90256" y="43672"/>
                </a:lnTo>
                <a:lnTo>
                  <a:pt x="72787" y="43672"/>
                </a:lnTo>
                <a:lnTo>
                  <a:pt x="72787" y="26203"/>
                </a:lnTo>
                <a:lnTo>
                  <a:pt x="90256" y="26203"/>
                </a:lnTo>
                <a:moveTo>
                  <a:pt x="98990" y="17469"/>
                </a:moveTo>
                <a:lnTo>
                  <a:pt x="64052" y="17469"/>
                </a:lnTo>
                <a:lnTo>
                  <a:pt x="64052" y="52407"/>
                </a:lnTo>
                <a:lnTo>
                  <a:pt x="98990" y="52407"/>
                </a:lnTo>
                <a:lnTo>
                  <a:pt x="98990" y="17469"/>
                </a:lnTo>
                <a:close/>
                <a:moveTo>
                  <a:pt x="64052" y="64052"/>
                </a:moveTo>
                <a:lnTo>
                  <a:pt x="72787" y="64052"/>
                </a:lnTo>
                <a:lnTo>
                  <a:pt x="72787" y="72787"/>
                </a:lnTo>
                <a:lnTo>
                  <a:pt x="64052" y="72787"/>
                </a:lnTo>
                <a:lnTo>
                  <a:pt x="64052" y="64052"/>
                </a:lnTo>
                <a:close/>
                <a:moveTo>
                  <a:pt x="72787" y="72787"/>
                </a:moveTo>
                <a:lnTo>
                  <a:pt x="81521" y="72787"/>
                </a:lnTo>
                <a:lnTo>
                  <a:pt x="81521" y="81521"/>
                </a:lnTo>
                <a:lnTo>
                  <a:pt x="72787" y="81521"/>
                </a:lnTo>
                <a:lnTo>
                  <a:pt x="72787" y="72787"/>
                </a:lnTo>
                <a:close/>
                <a:moveTo>
                  <a:pt x="81521" y="64052"/>
                </a:moveTo>
                <a:lnTo>
                  <a:pt x="90256" y="64052"/>
                </a:lnTo>
                <a:lnTo>
                  <a:pt x="90256" y="72787"/>
                </a:lnTo>
                <a:lnTo>
                  <a:pt x="81521" y="72787"/>
                </a:lnTo>
                <a:lnTo>
                  <a:pt x="81521" y="64052"/>
                </a:lnTo>
                <a:close/>
                <a:moveTo>
                  <a:pt x="64052" y="81521"/>
                </a:moveTo>
                <a:lnTo>
                  <a:pt x="72787" y="81521"/>
                </a:lnTo>
                <a:lnTo>
                  <a:pt x="72787" y="90256"/>
                </a:lnTo>
                <a:lnTo>
                  <a:pt x="64052" y="90256"/>
                </a:lnTo>
                <a:lnTo>
                  <a:pt x="64052" y="81521"/>
                </a:lnTo>
                <a:close/>
                <a:moveTo>
                  <a:pt x="72787" y="90256"/>
                </a:moveTo>
                <a:lnTo>
                  <a:pt x="81521" y="90256"/>
                </a:lnTo>
                <a:lnTo>
                  <a:pt x="81521" y="98990"/>
                </a:lnTo>
                <a:lnTo>
                  <a:pt x="72787" y="98990"/>
                </a:lnTo>
                <a:lnTo>
                  <a:pt x="72787" y="90256"/>
                </a:lnTo>
                <a:close/>
                <a:moveTo>
                  <a:pt x="81521" y="81521"/>
                </a:moveTo>
                <a:lnTo>
                  <a:pt x="90256" y="81521"/>
                </a:lnTo>
                <a:lnTo>
                  <a:pt x="90256" y="90256"/>
                </a:lnTo>
                <a:lnTo>
                  <a:pt x="81521" y="90256"/>
                </a:lnTo>
                <a:lnTo>
                  <a:pt x="81521" y="81521"/>
                </a:lnTo>
                <a:close/>
                <a:moveTo>
                  <a:pt x="90256" y="72787"/>
                </a:moveTo>
                <a:lnTo>
                  <a:pt x="98990" y="72787"/>
                </a:lnTo>
                <a:lnTo>
                  <a:pt x="98990" y="81521"/>
                </a:lnTo>
                <a:lnTo>
                  <a:pt x="90256" y="81521"/>
                </a:lnTo>
                <a:lnTo>
                  <a:pt x="90256" y="72787"/>
                </a:lnTo>
                <a:close/>
                <a:moveTo>
                  <a:pt x="90256" y="90256"/>
                </a:moveTo>
                <a:lnTo>
                  <a:pt x="98990" y="90256"/>
                </a:lnTo>
                <a:lnTo>
                  <a:pt x="98990" y="98990"/>
                </a:lnTo>
                <a:lnTo>
                  <a:pt x="90256" y="98990"/>
                </a:lnTo>
                <a:lnTo>
                  <a:pt x="90256" y="90256"/>
                </a:lnTo>
                <a:close/>
                <a:moveTo>
                  <a:pt x="116459" y="29115"/>
                </a:moveTo>
                <a:lnTo>
                  <a:pt x="104813" y="29115"/>
                </a:lnTo>
                <a:lnTo>
                  <a:pt x="104813" y="11646"/>
                </a:lnTo>
                <a:lnTo>
                  <a:pt x="87344" y="11646"/>
                </a:lnTo>
                <a:lnTo>
                  <a:pt x="87344" y="0"/>
                </a:lnTo>
                <a:lnTo>
                  <a:pt x="116459" y="0"/>
                </a:lnTo>
                <a:lnTo>
                  <a:pt x="116459" y="29115"/>
                </a:lnTo>
                <a:close/>
                <a:moveTo>
                  <a:pt x="116459" y="116459"/>
                </a:moveTo>
                <a:lnTo>
                  <a:pt x="116459" y="87344"/>
                </a:lnTo>
                <a:lnTo>
                  <a:pt x="104813" y="87344"/>
                </a:lnTo>
                <a:lnTo>
                  <a:pt x="104813" y="104813"/>
                </a:lnTo>
                <a:lnTo>
                  <a:pt x="87344" y="104813"/>
                </a:lnTo>
                <a:lnTo>
                  <a:pt x="87344" y="116459"/>
                </a:lnTo>
                <a:lnTo>
                  <a:pt x="116459" y="116459"/>
                </a:lnTo>
                <a:close/>
                <a:moveTo>
                  <a:pt x="0" y="116459"/>
                </a:moveTo>
                <a:lnTo>
                  <a:pt x="29115" y="116459"/>
                </a:lnTo>
                <a:lnTo>
                  <a:pt x="29115" y="104813"/>
                </a:lnTo>
                <a:lnTo>
                  <a:pt x="11646" y="104813"/>
                </a:lnTo>
                <a:lnTo>
                  <a:pt x="11646" y="87344"/>
                </a:lnTo>
                <a:lnTo>
                  <a:pt x="0" y="87344"/>
                </a:lnTo>
                <a:lnTo>
                  <a:pt x="0" y="116459"/>
                </a:lnTo>
                <a:close/>
                <a:moveTo>
                  <a:pt x="0" y="0"/>
                </a:moveTo>
                <a:lnTo>
                  <a:pt x="0" y="29115"/>
                </a:lnTo>
                <a:lnTo>
                  <a:pt x="11646" y="29115"/>
                </a:lnTo>
                <a:lnTo>
                  <a:pt x="11646" y="11646"/>
                </a:lnTo>
                <a:lnTo>
                  <a:pt x="29115" y="11646"/>
                </a:lnTo>
                <a:lnTo>
                  <a:pt x="29115" y="0"/>
                </a:lnTo>
                <a:lnTo>
                  <a:pt x="0" y="0"/>
                </a:lnTo>
                <a:close/>
              </a:path>
            </a:pathLst>
          </a:custGeom>
          <a:solidFill>
            <a:srgbClr val="BDBDBD"/>
          </a:solidFill>
          <a:ln>
            <a:noFill/>
          </a:ln>
        </p:spPr>
      </p:sp>
      <p:sp>
        <p:nvSpPr>
          <p:cNvPr id="173" name="!!text-88v" descr="取書"/>
          <p:cNvSpPr txBox="1"/>
          <p:nvPr/>
        </p:nvSpPr>
        <p:spPr>
          <a:xfrm>
            <a:off x="10378440" y="5773674"/>
            <a:ext cx="160655" cy="10114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550" kern="0" dirty="0">
                <a:solidFill>
                  <a:srgbClr val="BDBDBD"/>
                </a:solidFill>
                <a:latin typeface="Noto Sans TC Medium"/>
                <a:ea typeface="Noto Sans TC Medium"/>
                <a:cs typeface="Noto Sans TC Medium"/>
              </a:rPr>
              <a:t>取書</a:t>
            </a:r>
            <a:endParaRPr lang="zh-TW" sz="550"/>
          </a:p>
        </p:txBody>
      </p:sp>
      <p:sp>
        <p:nvSpPr>
          <p:cNvPr id="174" name="!!path-88y"/>
          <p:cNvSpPr/>
          <p:nvPr/>
        </p:nvSpPr>
        <p:spPr>
          <a:xfrm>
            <a:off x="10861472" y="5636692"/>
            <a:ext cx="93167" cy="93167"/>
          </a:xfrm>
          <a:custGeom>
            <a:avLst/>
            <a:gdLst/>
            <a:ahLst/>
            <a:cxnLst/>
            <a:rect l="l" t="t" r="r" b="b"/>
            <a:pathLst>
              <a:path w="93167" h="93167">
                <a:moveTo>
                  <a:pt x="46584" y="11064"/>
                </a:moveTo>
                <a:cubicBezTo>
                  <a:pt x="53338" y="11064"/>
                  <a:pt x="58812" y="16537"/>
                  <a:pt x="58812" y="23292"/>
                </a:cubicBezTo>
                <a:cubicBezTo>
                  <a:pt x="58812" y="30046"/>
                  <a:pt x="53338" y="35520"/>
                  <a:pt x="46584" y="35520"/>
                </a:cubicBezTo>
                <a:cubicBezTo>
                  <a:pt x="39829" y="35520"/>
                  <a:pt x="34355" y="30046"/>
                  <a:pt x="34355" y="23292"/>
                </a:cubicBezTo>
                <a:cubicBezTo>
                  <a:pt x="34355" y="16537"/>
                  <a:pt x="39829" y="11064"/>
                  <a:pt x="46584" y="11064"/>
                </a:cubicBezTo>
                <a:moveTo>
                  <a:pt x="46584" y="63470"/>
                </a:moveTo>
                <a:cubicBezTo>
                  <a:pt x="63878" y="63470"/>
                  <a:pt x="82104" y="71972"/>
                  <a:pt x="82104" y="75698"/>
                </a:cubicBezTo>
                <a:lnTo>
                  <a:pt x="82104" y="82104"/>
                </a:lnTo>
                <a:lnTo>
                  <a:pt x="11064" y="82104"/>
                </a:lnTo>
                <a:lnTo>
                  <a:pt x="11064" y="75698"/>
                </a:lnTo>
                <a:cubicBezTo>
                  <a:pt x="11064" y="71972"/>
                  <a:pt x="29289" y="63470"/>
                  <a:pt x="46584" y="63470"/>
                </a:cubicBezTo>
                <a:moveTo>
                  <a:pt x="46584" y="0"/>
                </a:moveTo>
                <a:cubicBezTo>
                  <a:pt x="33715" y="0"/>
                  <a:pt x="23292" y="10423"/>
                  <a:pt x="23292" y="23292"/>
                </a:cubicBezTo>
                <a:cubicBezTo>
                  <a:pt x="23292" y="36161"/>
                  <a:pt x="33715" y="46584"/>
                  <a:pt x="46584" y="46584"/>
                </a:cubicBezTo>
                <a:cubicBezTo>
                  <a:pt x="59452" y="46584"/>
                  <a:pt x="69875" y="36161"/>
                  <a:pt x="69875" y="23292"/>
                </a:cubicBezTo>
                <a:cubicBezTo>
                  <a:pt x="69875" y="10423"/>
                  <a:pt x="59452" y="0"/>
                  <a:pt x="46584" y="0"/>
                </a:cubicBezTo>
                <a:close/>
                <a:moveTo>
                  <a:pt x="46584" y="52407"/>
                </a:moveTo>
                <a:cubicBezTo>
                  <a:pt x="31036" y="52407"/>
                  <a:pt x="0" y="60209"/>
                  <a:pt x="0" y="75698"/>
                </a:cubicBezTo>
                <a:lnTo>
                  <a:pt x="0" y="93167"/>
                </a:lnTo>
                <a:lnTo>
                  <a:pt x="93167" y="93167"/>
                </a:lnTo>
                <a:lnTo>
                  <a:pt x="93167" y="75698"/>
                </a:lnTo>
                <a:cubicBezTo>
                  <a:pt x="93167" y="60209"/>
                  <a:pt x="62131" y="52407"/>
                  <a:pt x="46584" y="52407"/>
                </a:cubicBezTo>
                <a:close/>
              </a:path>
            </a:pathLst>
          </a:custGeom>
          <a:solidFill>
            <a:srgbClr val="BDBDBD"/>
          </a:solidFill>
          <a:ln>
            <a:noFill/>
          </a:ln>
        </p:spPr>
      </p:sp>
      <p:sp>
        <p:nvSpPr>
          <p:cNvPr id="175" name="!!text-88z" descr="會員"/>
          <p:cNvSpPr txBox="1"/>
          <p:nvPr/>
        </p:nvSpPr>
        <p:spPr>
          <a:xfrm>
            <a:off x="10838180" y="5773674"/>
            <a:ext cx="160655" cy="10114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550" kern="0" dirty="0">
                <a:solidFill>
                  <a:srgbClr val="BDBDBD"/>
                </a:solidFill>
                <a:latin typeface="Noto Sans TC Medium"/>
                <a:ea typeface="Noto Sans TC Medium"/>
                <a:cs typeface="Noto Sans TC Medium"/>
              </a:rPr>
              <a:t>會員</a:t>
            </a:r>
            <a:endParaRPr lang="zh-TW" sz="550"/>
          </a:p>
        </p:txBody>
      </p:sp>
      <p:sp>
        <p:nvSpPr>
          <p:cNvPr id="176" name="!!rect-892"/>
          <p:cNvSpPr/>
          <p:nvPr/>
        </p:nvSpPr>
        <p:spPr>
          <a:xfrm>
            <a:off x="9531350" y="6076950"/>
            <a:ext cx="914400" cy="31750"/>
          </a:xfrm>
          <a:prstGeom prst="roundRect">
            <a:avLst>
              <a:gd name="adj" fmla="val 50000"/>
            </a:avLst>
          </a:prstGeom>
          <a:solidFill>
            <a:srgbClr val="000000">
              <a:alpha val="90000"/>
            </a:srgbClr>
          </a:solidFill>
          <a:ln>
            <a:noFill/>
          </a:ln>
        </p:spPr>
      </p:sp>
      <p:sp>
        <p:nvSpPr>
          <p:cNvPr id="177" name="!!rect-8qh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10000"/>
                </a:srgbClr>
              </a:gs>
              <a:gs pos="30762">
                <a:srgbClr val="FFFFFF">
                  <a:alpha val="2000"/>
                </a:srgbClr>
              </a:gs>
              <a:gs pos="31723">
                <a:srgbClr val="FFFFFF">
                  <a:alpha val="0"/>
                </a:srgbClr>
              </a:gs>
              <a:gs pos="9613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4329186" scaled="0"/>
          </a:gradFill>
          <a:ln>
            <a:noFill/>
          </a:ln>
        </p:spPr>
      </p:sp>
      <p:sp>
        <p:nvSpPr>
          <p:cNvPr id="178" name="!!rect-8qk"/>
          <p:cNvSpPr/>
          <p:nvPr/>
        </p:nvSpPr>
        <p:spPr>
          <a:xfrm>
            <a:off x="9728200" y="679450"/>
            <a:ext cx="520700" cy="23495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</p:spPr>
      </p:sp>
      <p:sp>
        <p:nvSpPr>
          <p:cNvPr id="179" name="!!circle-8ql"/>
          <p:cNvSpPr/>
          <p:nvPr/>
        </p:nvSpPr>
        <p:spPr>
          <a:xfrm>
            <a:off x="10088880" y="757555"/>
            <a:ext cx="78740" cy="78740"/>
          </a:xfrm>
          <a:prstGeom prst="ellipse">
            <a:avLst/>
          </a:prstGeom>
          <a:solidFill>
            <a:srgbClr val="0A0F16"/>
          </a:solidFill>
          <a:ln>
            <a:noFill/>
          </a:ln>
        </p:spPr>
      </p:sp>
      <p:sp>
        <p:nvSpPr>
          <p:cNvPr id="180" name="!!circle-8qm"/>
          <p:cNvSpPr/>
          <p:nvPr/>
        </p:nvSpPr>
        <p:spPr>
          <a:xfrm>
            <a:off x="10107930" y="776605"/>
            <a:ext cx="40640" cy="40640"/>
          </a:xfrm>
          <a:prstGeom prst="ellipse">
            <a:avLst/>
          </a:prstGeom>
          <a:solidFill>
            <a:srgbClr val="111B28"/>
          </a:solidFill>
          <a:ln>
            <a:noFill/>
          </a:ln>
        </p:spPr>
      </p:sp>
      <p:sp>
        <p:nvSpPr>
          <p:cNvPr id="181" name="!!circle-8qn"/>
          <p:cNvSpPr/>
          <p:nvPr/>
        </p:nvSpPr>
        <p:spPr>
          <a:xfrm>
            <a:off x="10130155" y="781685"/>
            <a:ext cx="13970" cy="13970"/>
          </a:xfrm>
          <a:prstGeom prst="ellipse">
            <a:avLst/>
          </a:prstGeom>
          <a:solidFill>
            <a:srgbClr val="3A5070">
              <a:alpha val="80000"/>
            </a:srgbClr>
          </a:solidFill>
          <a:ln>
            <a:noFill/>
          </a:ln>
        </p:spPr>
      </p:sp>
      <p:sp>
        <p:nvSpPr>
          <p:cNvPr id="182" name="!!path-9ic"/>
          <p:cNvSpPr/>
          <p:nvPr/>
        </p:nvSpPr>
        <p:spPr>
          <a:xfrm>
            <a:off x="381000" y="306527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83" name="!!path-9id"/>
          <p:cNvSpPr/>
          <p:nvPr/>
        </p:nvSpPr>
        <p:spPr>
          <a:xfrm>
            <a:off x="381000" y="308153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84" name="!!path-9ie"/>
          <p:cNvSpPr/>
          <p:nvPr/>
        </p:nvSpPr>
        <p:spPr>
          <a:xfrm>
            <a:off x="381000" y="309778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85" name="!!path-9if"/>
          <p:cNvSpPr/>
          <p:nvPr/>
        </p:nvSpPr>
        <p:spPr>
          <a:xfrm>
            <a:off x="381000" y="311404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86" name="!!path-9ig"/>
          <p:cNvSpPr/>
          <p:nvPr/>
        </p:nvSpPr>
        <p:spPr>
          <a:xfrm>
            <a:off x="381000" y="313030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87" name="!!path-9ih"/>
          <p:cNvSpPr/>
          <p:nvPr/>
        </p:nvSpPr>
        <p:spPr>
          <a:xfrm>
            <a:off x="381000" y="314655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88" name="!!path-9ii"/>
          <p:cNvSpPr/>
          <p:nvPr/>
        </p:nvSpPr>
        <p:spPr>
          <a:xfrm>
            <a:off x="381000" y="316281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89" name="!!path-9ij"/>
          <p:cNvSpPr/>
          <p:nvPr/>
        </p:nvSpPr>
        <p:spPr>
          <a:xfrm>
            <a:off x="381000" y="317906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90" name="!!path-9ik"/>
          <p:cNvSpPr/>
          <p:nvPr/>
        </p:nvSpPr>
        <p:spPr>
          <a:xfrm>
            <a:off x="419608" y="269342"/>
            <a:ext cx="128422" cy="122936"/>
          </a:xfrm>
          <a:custGeom>
            <a:avLst/>
            <a:gdLst/>
            <a:ahLst/>
            <a:cxnLst/>
            <a:rect l="l" t="t" r="r" b="b"/>
            <a:pathLst>
              <a:path w="128422" h="122936">
                <a:moveTo>
                  <a:pt x="0" y="17678"/>
                </a:moveTo>
                <a:lnTo>
                  <a:pt x="8128" y="5080"/>
                </a:lnTo>
                <a:cubicBezTo>
                  <a:pt x="32512" y="0"/>
                  <a:pt x="73152" y="7112"/>
                  <a:pt x="101600" y="26416"/>
                </a:cubicBezTo>
                <a:cubicBezTo>
                  <a:pt x="116840" y="37186"/>
                  <a:pt x="124968" y="49784"/>
                  <a:pt x="128422" y="62992"/>
                </a:cubicBezTo>
                <a:lnTo>
                  <a:pt x="128422" y="122936"/>
                </a:lnTo>
                <a:lnTo>
                  <a:pt x="0" y="1229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91" name="!!path-9il"/>
          <p:cNvSpPr/>
          <p:nvPr/>
        </p:nvSpPr>
        <p:spPr>
          <a:xfrm>
            <a:off x="419608" y="269342"/>
            <a:ext cx="128422" cy="62992"/>
          </a:xfrm>
          <a:custGeom>
            <a:avLst/>
            <a:gdLst/>
            <a:ahLst/>
            <a:cxnLst/>
            <a:rect l="l" t="t" r="r" b="b"/>
            <a:pathLst>
              <a:path w="128422" h="62992" fill="none">
                <a:moveTo>
                  <a:pt x="128422" y="62992"/>
                </a:moveTo>
                <a:cubicBezTo>
                  <a:pt x="124968" y="49784"/>
                  <a:pt x="116840" y="37186"/>
                  <a:pt x="101600" y="26416"/>
                </a:cubicBezTo>
                <a:cubicBezTo>
                  <a:pt x="73152" y="7112"/>
                  <a:pt x="32512" y="0"/>
                  <a:pt x="8128" y="5080"/>
                </a:cubicBezTo>
                <a:lnTo>
                  <a:pt x="0" y="1767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92" name="!!path-9im"/>
          <p:cNvSpPr/>
          <p:nvPr/>
        </p:nvSpPr>
        <p:spPr>
          <a:xfrm>
            <a:off x="407010" y="281534"/>
            <a:ext cx="141021" cy="110744"/>
          </a:xfrm>
          <a:custGeom>
            <a:avLst/>
            <a:gdLst/>
            <a:ahLst/>
            <a:cxnLst/>
            <a:rect l="l" t="t" r="r" b="b"/>
            <a:pathLst>
              <a:path w="141021" h="110744">
                <a:moveTo>
                  <a:pt x="0" y="22352"/>
                </a:moveTo>
                <a:lnTo>
                  <a:pt x="6502" y="6502"/>
                </a:lnTo>
                <a:cubicBezTo>
                  <a:pt x="36982" y="0"/>
                  <a:pt x="79654" y="7112"/>
                  <a:pt x="110134" y="25400"/>
                </a:cubicBezTo>
                <a:cubicBezTo>
                  <a:pt x="126390" y="35154"/>
                  <a:pt x="136550" y="49784"/>
                  <a:pt x="141021" y="62992"/>
                </a:cubicBezTo>
                <a:lnTo>
                  <a:pt x="141021" y="110744"/>
                </a:lnTo>
                <a:lnTo>
                  <a:pt x="0" y="110744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93" name="!!path-9in"/>
          <p:cNvSpPr/>
          <p:nvPr/>
        </p:nvSpPr>
        <p:spPr>
          <a:xfrm>
            <a:off x="407010" y="281534"/>
            <a:ext cx="141021" cy="62992"/>
          </a:xfrm>
          <a:custGeom>
            <a:avLst/>
            <a:gdLst/>
            <a:ahLst/>
            <a:cxnLst/>
            <a:rect l="l" t="t" r="r" b="b"/>
            <a:pathLst>
              <a:path w="141021" h="62992" fill="none">
                <a:moveTo>
                  <a:pt x="141021" y="62992"/>
                </a:moveTo>
                <a:cubicBezTo>
                  <a:pt x="136550" y="49784"/>
                  <a:pt x="126390" y="35154"/>
                  <a:pt x="110134" y="25400"/>
                </a:cubicBezTo>
                <a:cubicBezTo>
                  <a:pt x="79654" y="7112"/>
                  <a:pt x="36982" y="0"/>
                  <a:pt x="6502" y="6502"/>
                </a:cubicBezTo>
                <a:lnTo>
                  <a:pt x="0" y="22352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94" name="!!path-9io"/>
          <p:cNvSpPr/>
          <p:nvPr/>
        </p:nvSpPr>
        <p:spPr>
          <a:xfrm>
            <a:off x="395834" y="294742"/>
            <a:ext cx="151790" cy="97536"/>
          </a:xfrm>
          <a:custGeom>
            <a:avLst/>
            <a:gdLst/>
            <a:ahLst/>
            <a:cxnLst/>
            <a:rect l="l" t="t" r="r" b="b"/>
            <a:pathLst>
              <a:path w="151790" h="97536">
                <a:moveTo>
                  <a:pt x="0" y="23165"/>
                </a:moveTo>
                <a:lnTo>
                  <a:pt x="3861" y="12598"/>
                </a:lnTo>
                <a:cubicBezTo>
                  <a:pt x="37998" y="0"/>
                  <a:pt x="84734" y="5080"/>
                  <a:pt x="117246" y="21946"/>
                </a:cubicBezTo>
                <a:cubicBezTo>
                  <a:pt x="135534" y="31496"/>
                  <a:pt x="146710" y="43688"/>
                  <a:pt x="151790" y="55270"/>
                </a:cubicBezTo>
                <a:lnTo>
                  <a:pt x="151790" y="97536"/>
                </a:lnTo>
                <a:lnTo>
                  <a:pt x="0" y="975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95" name="!!path-9ip"/>
          <p:cNvSpPr/>
          <p:nvPr/>
        </p:nvSpPr>
        <p:spPr>
          <a:xfrm>
            <a:off x="395834" y="294742"/>
            <a:ext cx="151790" cy="55270"/>
          </a:xfrm>
          <a:custGeom>
            <a:avLst/>
            <a:gdLst/>
            <a:ahLst/>
            <a:cxnLst/>
            <a:rect l="l" t="t" r="r" b="b"/>
            <a:pathLst>
              <a:path w="151790" h="55270" fill="none">
                <a:moveTo>
                  <a:pt x="151790" y="55270"/>
                </a:moveTo>
                <a:cubicBezTo>
                  <a:pt x="146710" y="43688"/>
                  <a:pt x="135534" y="31496"/>
                  <a:pt x="117246" y="21946"/>
                </a:cubicBezTo>
                <a:cubicBezTo>
                  <a:pt x="84734" y="5080"/>
                  <a:pt x="37998" y="0"/>
                  <a:pt x="3861" y="12598"/>
                </a:cubicBezTo>
                <a:lnTo>
                  <a:pt x="0" y="23165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96" name="!!path-9iq"/>
          <p:cNvSpPr/>
          <p:nvPr/>
        </p:nvSpPr>
        <p:spPr>
          <a:xfrm>
            <a:off x="548234" y="264262"/>
            <a:ext cx="120294" cy="128016"/>
          </a:xfrm>
          <a:custGeom>
            <a:avLst/>
            <a:gdLst/>
            <a:ahLst/>
            <a:cxnLst/>
            <a:rect l="l" t="t" r="r" b="b"/>
            <a:pathLst>
              <a:path w="120294" h="128016">
                <a:moveTo>
                  <a:pt x="120294" y="18288"/>
                </a:moveTo>
                <a:lnTo>
                  <a:pt x="113589" y="4470"/>
                </a:lnTo>
                <a:cubicBezTo>
                  <a:pt x="86766" y="0"/>
                  <a:pt x="44094" y="10160"/>
                  <a:pt x="17678" y="30480"/>
                </a:cubicBezTo>
                <a:cubicBezTo>
                  <a:pt x="6502" y="39624"/>
                  <a:pt x="1422" y="52832"/>
                  <a:pt x="0" y="67056"/>
                </a:cubicBezTo>
                <a:lnTo>
                  <a:pt x="0" y="128016"/>
                </a:lnTo>
                <a:lnTo>
                  <a:pt x="120294" y="12801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97" name="!!path-9ir"/>
          <p:cNvSpPr/>
          <p:nvPr/>
        </p:nvSpPr>
        <p:spPr>
          <a:xfrm>
            <a:off x="548234" y="264262"/>
            <a:ext cx="120294" cy="67056"/>
          </a:xfrm>
          <a:custGeom>
            <a:avLst/>
            <a:gdLst/>
            <a:ahLst/>
            <a:cxnLst/>
            <a:rect l="l" t="t" r="r" b="b"/>
            <a:pathLst>
              <a:path w="120294" h="67056" fill="none">
                <a:moveTo>
                  <a:pt x="0" y="67056"/>
                </a:moveTo>
                <a:cubicBezTo>
                  <a:pt x="1422" y="52832"/>
                  <a:pt x="6502" y="39624"/>
                  <a:pt x="17678" y="30480"/>
                </a:cubicBezTo>
                <a:cubicBezTo>
                  <a:pt x="44094" y="10160"/>
                  <a:pt x="86766" y="0"/>
                  <a:pt x="113589" y="4470"/>
                </a:cubicBezTo>
                <a:lnTo>
                  <a:pt x="120294" y="1828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98" name="!!path-9is"/>
          <p:cNvSpPr/>
          <p:nvPr/>
        </p:nvSpPr>
        <p:spPr>
          <a:xfrm>
            <a:off x="548437" y="279502"/>
            <a:ext cx="133299" cy="112776"/>
          </a:xfrm>
          <a:custGeom>
            <a:avLst/>
            <a:gdLst/>
            <a:ahLst/>
            <a:cxnLst/>
            <a:rect l="l" t="t" r="r" b="b"/>
            <a:pathLst>
              <a:path w="133299" h="112776">
                <a:moveTo>
                  <a:pt x="133299" y="19710"/>
                </a:moveTo>
                <a:lnTo>
                  <a:pt x="127203" y="3048"/>
                </a:lnTo>
                <a:cubicBezTo>
                  <a:pt x="94691" y="0"/>
                  <a:pt x="54051" y="11176"/>
                  <a:pt x="27635" y="30683"/>
                </a:cubicBezTo>
                <a:cubicBezTo>
                  <a:pt x="13411" y="41250"/>
                  <a:pt x="4267" y="53848"/>
                  <a:pt x="0" y="65024"/>
                </a:cubicBezTo>
                <a:lnTo>
                  <a:pt x="0" y="112776"/>
                </a:lnTo>
                <a:lnTo>
                  <a:pt x="133299" y="11277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99" name="!!path-9it"/>
          <p:cNvSpPr/>
          <p:nvPr/>
        </p:nvSpPr>
        <p:spPr>
          <a:xfrm>
            <a:off x="548437" y="279502"/>
            <a:ext cx="133299" cy="65024"/>
          </a:xfrm>
          <a:custGeom>
            <a:avLst/>
            <a:gdLst/>
            <a:ahLst/>
            <a:cxnLst/>
            <a:rect l="l" t="t" r="r" b="b"/>
            <a:pathLst>
              <a:path w="133299" h="65024" fill="none">
                <a:moveTo>
                  <a:pt x="0" y="65024"/>
                </a:moveTo>
                <a:cubicBezTo>
                  <a:pt x="4267" y="53848"/>
                  <a:pt x="13411" y="41250"/>
                  <a:pt x="27635" y="30683"/>
                </a:cubicBezTo>
                <a:cubicBezTo>
                  <a:pt x="54051" y="11176"/>
                  <a:pt x="94691" y="0"/>
                  <a:pt x="127203" y="3048"/>
                </a:cubicBezTo>
                <a:lnTo>
                  <a:pt x="133299" y="19710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200" name="!!path-9iu"/>
          <p:cNvSpPr/>
          <p:nvPr/>
        </p:nvSpPr>
        <p:spPr>
          <a:xfrm>
            <a:off x="548843" y="293726"/>
            <a:ext cx="142646" cy="98552"/>
          </a:xfrm>
          <a:custGeom>
            <a:avLst/>
            <a:gdLst/>
            <a:ahLst/>
            <a:cxnLst/>
            <a:rect l="l" t="t" r="r" b="b"/>
            <a:pathLst>
              <a:path w="142646" h="98552">
                <a:moveTo>
                  <a:pt x="142646" y="18898"/>
                </a:moveTo>
                <a:lnTo>
                  <a:pt x="139802" y="8738"/>
                </a:lnTo>
                <a:cubicBezTo>
                  <a:pt x="106477" y="0"/>
                  <a:pt x="63805" y="5080"/>
                  <a:pt x="35357" y="19304"/>
                </a:cubicBezTo>
                <a:cubicBezTo>
                  <a:pt x="17069" y="28448"/>
                  <a:pt x="5893" y="42672"/>
                  <a:pt x="0" y="56286"/>
                </a:cubicBezTo>
                <a:lnTo>
                  <a:pt x="0" y="98552"/>
                </a:lnTo>
                <a:lnTo>
                  <a:pt x="142646" y="98552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201" name="!!path-9iv"/>
          <p:cNvSpPr/>
          <p:nvPr/>
        </p:nvSpPr>
        <p:spPr>
          <a:xfrm>
            <a:off x="548843" y="293726"/>
            <a:ext cx="142646" cy="56286"/>
          </a:xfrm>
          <a:custGeom>
            <a:avLst/>
            <a:gdLst/>
            <a:ahLst/>
            <a:cxnLst/>
            <a:rect l="l" t="t" r="r" b="b"/>
            <a:pathLst>
              <a:path w="142646" h="56286" fill="none">
                <a:moveTo>
                  <a:pt x="0" y="56286"/>
                </a:moveTo>
                <a:cubicBezTo>
                  <a:pt x="5893" y="42672"/>
                  <a:pt x="17069" y="28448"/>
                  <a:pt x="35357" y="19304"/>
                </a:cubicBezTo>
                <a:cubicBezTo>
                  <a:pt x="63805" y="5080"/>
                  <a:pt x="106477" y="0"/>
                  <a:pt x="139802" y="8738"/>
                </a:cubicBezTo>
                <a:lnTo>
                  <a:pt x="142646" y="1889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202" name="!!path-9iw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627D8D"/>
              </a:gs>
              <a:gs pos="21794">
                <a:srgbClr val="627D8D"/>
              </a:gs>
              <a:gs pos="55376">
                <a:srgbClr val="627D8D"/>
              </a:gs>
              <a:gs pos="96421">
                <a:srgbClr val="98ABB7"/>
              </a:gs>
              <a:gs pos="100000">
                <a:srgbClr val="98ABB7"/>
              </a:gs>
            </a:gsLst>
            <a:lin ang="1983350" scaled="0"/>
          </a:gradFill>
          <a:ln>
            <a:noFill/>
          </a:ln>
        </p:spPr>
      </p:sp>
      <p:sp>
        <p:nvSpPr>
          <p:cNvPr id="203" name="!!path-9ix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0000"/>
                </a:srgbClr>
              </a:gs>
              <a:gs pos="4764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83333" t="79291" r="16667" b="20709"/>
            </a:path>
          </a:gradFill>
          <a:ln>
            <a:noFill/>
          </a:ln>
        </p:spPr>
      </p:sp>
      <p:sp>
        <p:nvSpPr>
          <p:cNvPr id="204" name="!!line-9iy"/>
          <p:cNvSpPr/>
          <p:nvPr/>
        </p:nvSpPr>
        <p:spPr>
          <a:xfrm>
            <a:off x="549046" y="363017"/>
            <a:ext cx="1" cy="153619"/>
          </a:xfrm>
          <a:custGeom>
            <a:avLst/>
            <a:gdLst/>
            <a:ahLst/>
            <a:cxnLst/>
            <a:rect l="l" t="t" r="r" b="b"/>
            <a:pathLst>
              <a:path w="1" h="153619">
                <a:moveTo>
                  <a:pt x="0" y="0"/>
                </a:moveTo>
                <a:lnTo>
                  <a:pt x="0" y="153619"/>
                </a:lnTo>
              </a:path>
            </a:pathLst>
          </a:custGeom>
          <a:solidFill>
            <a:srgbClr val="000000"/>
          </a:solidFill>
          <a:ln w="6909" cap="rnd">
            <a:solidFill>
              <a:srgbClr val="C9D3D9"/>
            </a:solidFill>
            <a:prstDash val="solid"/>
            <a:miter lim="800000"/>
          </a:ln>
        </p:spPr>
      </p:sp>
      <p:sp>
        <p:nvSpPr>
          <p:cNvPr id="205" name="!!path-9iz"/>
          <p:cNvSpPr/>
          <p:nvPr/>
        </p:nvSpPr>
        <p:spPr>
          <a:xfrm>
            <a:off x="657962" y="442062"/>
            <a:ext cx="25400" cy="37998"/>
          </a:xfrm>
          <a:custGeom>
            <a:avLst/>
            <a:gdLst/>
            <a:ahLst/>
            <a:cxnLst/>
            <a:rect l="l" t="t" r="r" b="b"/>
            <a:pathLst>
              <a:path w="25400" h="37998">
                <a:moveTo>
                  <a:pt x="0" y="2642"/>
                </a:moveTo>
                <a:lnTo>
                  <a:pt x="15240" y="0"/>
                </a:lnTo>
                <a:lnTo>
                  <a:pt x="25400" y="37186"/>
                </a:lnTo>
                <a:lnTo>
                  <a:pt x="7518" y="37998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 w="1016" cap="flat">
            <a:solidFill>
              <a:srgbClr val="FFFFFF">
                <a:alpha val="55000"/>
              </a:srgbClr>
            </a:solidFill>
            <a:prstDash val="solid"/>
            <a:round/>
          </a:ln>
        </p:spPr>
      </p:sp>
      <p:sp>
        <p:nvSpPr>
          <p:cNvPr id="206" name="!!text-9j0" descr="救「舊」我的書"/>
          <p:cNvSpPr txBox="1"/>
          <p:nvPr/>
        </p:nvSpPr>
        <p:spPr>
          <a:xfrm>
            <a:off x="805879" y="251460"/>
            <a:ext cx="1120140" cy="25745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400" b="1" kern="0" spc="-70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救</a:t>
            </a:r>
            <a:r>
              <a:rPr lang="zh-TW" altLang="en-US" sz="14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「舊</a:t>
            </a:r>
            <a:r>
              <a:rPr lang="zh-TW" altLang="en-US" sz="1400" b="1" kern="0" spc="-70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」</a:t>
            </a:r>
            <a:r>
              <a:rPr lang="zh-TW" altLang="en-US" sz="14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我的書</a:t>
            </a:r>
            <a:endParaRPr lang="zh-TW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fast" p14:dur="1100" advTm="0">
        <p159:morph option="byObject"/>
      </p:transition>
    </mc:Choice>
    <mc:Fallback>
      <p:transition spd="fast" advTm="0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87.7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rect-1q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7"/>
          </a:solidFill>
          <a:ln>
            <a:noFill/>
          </a:ln>
        </p:spPr>
      </p:sp>
      <p:sp>
        <p:nvSpPr>
          <p:cNvPr id="3" name="!!ellipse-1q2"/>
          <p:cNvSpPr/>
          <p:nvPr/>
        </p:nvSpPr>
        <p:spPr>
          <a:xfrm>
            <a:off x="-889000" y="-952500"/>
            <a:ext cx="13970000" cy="7874000"/>
          </a:xfrm>
          <a:prstGeom prst="ellipse">
            <a:avLst/>
          </a:prstGeom>
          <a:gradFill rotWithShape="1">
            <a:gsLst>
              <a:gs pos="0">
                <a:srgbClr val="FFFFFF">
                  <a:alpha val="95000"/>
                </a:srgbClr>
              </a:gs>
              <a:gs pos="40865">
                <a:srgbClr val="FFFFFF">
                  <a:alpha val="35000"/>
                </a:srgbClr>
              </a:gs>
              <a:gs pos="68108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!!rect-1q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P1"/>
            <a:srcRect/>
            <a:tile tx="83419" ty="87224" sx="16667" sy="16667" flip="none" algn="tl"/>
          </a:blipFill>
          <a:ln>
            <a:noFill/>
          </a:ln>
        </p:spPr>
      </p:sp>
      <p:sp>
        <p:nvSpPr>
          <p:cNvPr id="5" name="!!circle-1q9"/>
          <p:cNvSpPr/>
          <p:nvPr/>
        </p:nvSpPr>
        <p:spPr>
          <a:xfrm>
            <a:off x="8613226" y="2063337"/>
            <a:ext cx="2047469" cy="2047469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" name="!!circle-1qc"/>
          <p:cNvSpPr/>
          <p:nvPr/>
        </p:nvSpPr>
        <p:spPr>
          <a:xfrm>
            <a:off x="4732271" y="508177"/>
            <a:ext cx="2495906" cy="2495906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7" name="!!circle-1qd"/>
          <p:cNvSpPr/>
          <p:nvPr/>
        </p:nvSpPr>
        <p:spPr>
          <a:xfrm>
            <a:off x="3075029" y="5734183"/>
            <a:ext cx="2187308" cy="2187308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8" name="!!circle-1qf"/>
          <p:cNvSpPr/>
          <p:nvPr/>
        </p:nvSpPr>
        <p:spPr>
          <a:xfrm>
            <a:off x="1733313" y="-1992325"/>
            <a:ext cx="1998675" cy="1998675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9" name="!!circle-1qp"/>
          <p:cNvSpPr/>
          <p:nvPr/>
        </p:nvSpPr>
        <p:spPr>
          <a:xfrm>
            <a:off x="8079629" y="2282679"/>
            <a:ext cx="1404176" cy="1404176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0" name="!!circle-1qy"/>
          <p:cNvSpPr/>
          <p:nvPr/>
        </p:nvSpPr>
        <p:spPr>
          <a:xfrm>
            <a:off x="-200808" y="-2312785"/>
            <a:ext cx="2674569" cy="2674569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1" name="!!circle-1r4"/>
          <p:cNvSpPr/>
          <p:nvPr/>
        </p:nvSpPr>
        <p:spPr>
          <a:xfrm>
            <a:off x="11059608" y="2121141"/>
            <a:ext cx="1085901" cy="1085901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2" name="!!circle-1r5"/>
          <p:cNvSpPr/>
          <p:nvPr/>
        </p:nvSpPr>
        <p:spPr>
          <a:xfrm>
            <a:off x="11220707" y="4256303"/>
            <a:ext cx="2573795" cy="2573795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3" name="!!circle-1rp"/>
          <p:cNvSpPr/>
          <p:nvPr/>
        </p:nvSpPr>
        <p:spPr>
          <a:xfrm>
            <a:off x="3517771" y="2674347"/>
            <a:ext cx="985317" cy="985317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4" name="!!circle-1rs"/>
          <p:cNvSpPr/>
          <p:nvPr/>
        </p:nvSpPr>
        <p:spPr>
          <a:xfrm>
            <a:off x="-1514451" y="3855592"/>
            <a:ext cx="1598701" cy="1598701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5" name="!!circle-1sb"/>
          <p:cNvSpPr/>
          <p:nvPr/>
        </p:nvSpPr>
        <p:spPr>
          <a:xfrm>
            <a:off x="1455684" y="431895"/>
            <a:ext cx="1718970" cy="1718970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6" name="!!rect-1sh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5F7">
                  <a:alpha val="0"/>
                </a:srgbClr>
              </a:gs>
              <a:gs pos="20428">
                <a:srgbClr val="F3F5F7">
                  <a:alpha val="0"/>
                </a:srgbClr>
              </a:gs>
              <a:gs pos="66730">
                <a:srgbClr val="F3F5F7"/>
              </a:gs>
              <a:gs pos="100000">
                <a:srgbClr val="F3F5F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7" name="!!circle-1sj"/>
          <p:cNvSpPr/>
          <p:nvPr/>
        </p:nvSpPr>
        <p:spPr>
          <a:xfrm>
            <a:off x="99944" y="78895"/>
            <a:ext cx="50038" cy="50038"/>
          </a:xfrm>
          <a:prstGeom prst="ellipse">
            <a:avLst/>
          </a:prstGeom>
          <a:solidFill>
            <a:srgbClr val="627D8D">
              <a:alpha val="25400"/>
            </a:srgbClr>
          </a:solidFill>
          <a:ln>
            <a:noFill/>
          </a:ln>
        </p:spPr>
      </p:sp>
      <p:sp>
        <p:nvSpPr>
          <p:cNvPr id="18" name="!!circle-1sm"/>
          <p:cNvSpPr/>
          <p:nvPr/>
        </p:nvSpPr>
        <p:spPr>
          <a:xfrm>
            <a:off x="5601682" y="1405381"/>
            <a:ext cx="36055" cy="36055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19" name="!!circle-1sp"/>
          <p:cNvSpPr/>
          <p:nvPr/>
        </p:nvSpPr>
        <p:spPr>
          <a:xfrm>
            <a:off x="9310161" y="3307756"/>
            <a:ext cx="24295" cy="24295"/>
          </a:xfrm>
          <a:prstGeom prst="ellipse">
            <a:avLst/>
          </a:prstGeom>
          <a:solidFill>
            <a:srgbClr val="627D8D">
              <a:alpha val="18100"/>
            </a:srgbClr>
          </a:solidFill>
          <a:ln>
            <a:noFill/>
          </a:ln>
        </p:spPr>
      </p:sp>
      <p:sp>
        <p:nvSpPr>
          <p:cNvPr id="20" name="!!circle-1ss"/>
          <p:cNvSpPr/>
          <p:nvPr/>
        </p:nvSpPr>
        <p:spPr>
          <a:xfrm>
            <a:off x="3532968" y="6496950"/>
            <a:ext cx="25959" cy="25959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21" name="!!circle-1sv"/>
          <p:cNvSpPr/>
          <p:nvPr/>
        </p:nvSpPr>
        <p:spPr>
          <a:xfrm>
            <a:off x="1945019" y="1824241"/>
            <a:ext cx="35878" cy="35878"/>
          </a:xfrm>
          <a:prstGeom prst="ellipse">
            <a:avLst/>
          </a:prstGeom>
          <a:solidFill>
            <a:srgbClr val="627D8D">
              <a:alpha val="26800"/>
            </a:srgbClr>
          </a:solidFill>
          <a:ln>
            <a:noFill/>
          </a:ln>
        </p:spPr>
      </p:sp>
      <p:sp>
        <p:nvSpPr>
          <p:cNvPr id="22" name="!!circle-1sy"/>
          <p:cNvSpPr/>
          <p:nvPr/>
        </p:nvSpPr>
        <p:spPr>
          <a:xfrm>
            <a:off x="6809814" y="3883333"/>
            <a:ext cx="40234" cy="40234"/>
          </a:xfrm>
          <a:prstGeom prst="ellipse">
            <a:avLst/>
          </a:prstGeom>
          <a:solidFill>
            <a:srgbClr val="627D8D">
              <a:alpha val="31300"/>
            </a:srgbClr>
          </a:solidFill>
          <a:ln>
            <a:noFill/>
          </a:ln>
        </p:spPr>
      </p:sp>
      <p:sp>
        <p:nvSpPr>
          <p:cNvPr id="23" name="!!circle-1t1"/>
          <p:cNvSpPr/>
          <p:nvPr/>
        </p:nvSpPr>
        <p:spPr>
          <a:xfrm>
            <a:off x="9988576" y="-22504"/>
            <a:ext cx="23559" cy="23559"/>
          </a:xfrm>
          <a:prstGeom prst="ellipse">
            <a:avLst/>
          </a:prstGeom>
          <a:solidFill>
            <a:srgbClr val="627D8D">
              <a:alpha val="17900"/>
            </a:srgbClr>
          </a:solidFill>
          <a:ln>
            <a:noFill/>
          </a:ln>
        </p:spPr>
      </p:sp>
      <p:sp>
        <p:nvSpPr>
          <p:cNvPr id="24" name="!!circle-1t4"/>
          <p:cNvSpPr/>
          <p:nvPr/>
        </p:nvSpPr>
        <p:spPr>
          <a:xfrm>
            <a:off x="1142996" y="4950894"/>
            <a:ext cx="29959" cy="29959"/>
          </a:xfrm>
          <a:prstGeom prst="ellipse">
            <a:avLst/>
          </a:prstGeom>
          <a:solidFill>
            <a:srgbClr val="627D8D">
              <a:alpha val="19400"/>
            </a:srgbClr>
          </a:solidFill>
          <a:ln>
            <a:noFill/>
          </a:ln>
        </p:spPr>
      </p:sp>
      <p:sp>
        <p:nvSpPr>
          <p:cNvPr id="25" name="!!circle-1t7"/>
          <p:cNvSpPr/>
          <p:nvPr/>
        </p:nvSpPr>
        <p:spPr>
          <a:xfrm>
            <a:off x="8491200" y="4528693"/>
            <a:ext cx="28702" cy="28702"/>
          </a:xfrm>
          <a:prstGeom prst="ellipse">
            <a:avLst/>
          </a:prstGeom>
          <a:solidFill>
            <a:srgbClr val="627D8D">
              <a:alpha val="17800"/>
            </a:srgbClr>
          </a:solidFill>
          <a:ln>
            <a:noFill/>
          </a:ln>
        </p:spPr>
      </p:sp>
      <p:sp>
        <p:nvSpPr>
          <p:cNvPr id="26" name="!!circle-1ta"/>
          <p:cNvSpPr/>
          <p:nvPr/>
        </p:nvSpPr>
        <p:spPr>
          <a:xfrm>
            <a:off x="11033998" y="1947522"/>
            <a:ext cx="24066" cy="24066"/>
          </a:xfrm>
          <a:prstGeom prst="ellipse">
            <a:avLst/>
          </a:prstGeom>
          <a:solidFill>
            <a:srgbClr val="627D8D">
              <a:alpha val="23900"/>
            </a:srgbClr>
          </a:solidFill>
          <a:ln>
            <a:noFill/>
          </a:ln>
        </p:spPr>
      </p:sp>
      <p:sp>
        <p:nvSpPr>
          <p:cNvPr id="27" name="!!circle-1td"/>
          <p:cNvSpPr/>
          <p:nvPr/>
        </p:nvSpPr>
        <p:spPr>
          <a:xfrm>
            <a:off x="8403328" y="5929595"/>
            <a:ext cx="35865" cy="35865"/>
          </a:xfrm>
          <a:prstGeom prst="ellipse">
            <a:avLst/>
          </a:prstGeom>
          <a:solidFill>
            <a:srgbClr val="627D8D">
              <a:alpha val="28200"/>
            </a:srgbClr>
          </a:solidFill>
          <a:ln>
            <a:noFill/>
          </a:ln>
        </p:spPr>
      </p:sp>
      <p:sp>
        <p:nvSpPr>
          <p:cNvPr id="28" name="!!circle-1tg"/>
          <p:cNvSpPr/>
          <p:nvPr/>
        </p:nvSpPr>
        <p:spPr>
          <a:xfrm>
            <a:off x="1470813" y="3128765"/>
            <a:ext cx="39218" cy="39218"/>
          </a:xfrm>
          <a:prstGeom prst="ellipse">
            <a:avLst/>
          </a:prstGeom>
          <a:solidFill>
            <a:srgbClr val="627D8D">
              <a:alpha val="29600"/>
            </a:srgbClr>
          </a:solidFill>
          <a:ln>
            <a:noFill/>
          </a:ln>
        </p:spPr>
      </p:sp>
      <p:sp>
        <p:nvSpPr>
          <p:cNvPr id="29" name="!!circle-1tj"/>
          <p:cNvSpPr/>
          <p:nvPr/>
        </p:nvSpPr>
        <p:spPr>
          <a:xfrm>
            <a:off x="7127226" y="6152798"/>
            <a:ext cx="49733" cy="49733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30" name="!!circle-1tm"/>
          <p:cNvSpPr/>
          <p:nvPr/>
        </p:nvSpPr>
        <p:spPr>
          <a:xfrm>
            <a:off x="6360673" y="1820102"/>
            <a:ext cx="41694" cy="41694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31" name="!!circle-1tp"/>
          <p:cNvSpPr/>
          <p:nvPr/>
        </p:nvSpPr>
        <p:spPr>
          <a:xfrm>
            <a:off x="6791406" y="5226709"/>
            <a:ext cx="31979" cy="31979"/>
          </a:xfrm>
          <a:prstGeom prst="ellipse">
            <a:avLst/>
          </a:prstGeom>
          <a:solidFill>
            <a:srgbClr val="627D8D">
              <a:alpha val="24100"/>
            </a:srgbClr>
          </a:solidFill>
          <a:ln>
            <a:noFill/>
          </a:ln>
        </p:spPr>
      </p:sp>
      <p:sp>
        <p:nvSpPr>
          <p:cNvPr id="32" name="!!circle-1ts"/>
          <p:cNvSpPr/>
          <p:nvPr/>
        </p:nvSpPr>
        <p:spPr>
          <a:xfrm>
            <a:off x="3862137" y="1135717"/>
            <a:ext cx="18085" cy="18085"/>
          </a:xfrm>
          <a:prstGeom prst="ellipse">
            <a:avLst/>
          </a:prstGeom>
          <a:solidFill>
            <a:srgbClr val="627D8D">
              <a:alpha val="10500"/>
            </a:srgbClr>
          </a:solidFill>
          <a:ln>
            <a:noFill/>
          </a:ln>
        </p:spPr>
      </p:sp>
      <p:sp>
        <p:nvSpPr>
          <p:cNvPr id="33" name="!!circle-1ty"/>
          <p:cNvSpPr/>
          <p:nvPr/>
        </p:nvSpPr>
        <p:spPr>
          <a:xfrm>
            <a:off x="3431711" y="6384592"/>
            <a:ext cx="39243" cy="39243"/>
          </a:xfrm>
          <a:prstGeom prst="ellipse">
            <a:avLst/>
          </a:prstGeom>
          <a:solidFill>
            <a:srgbClr val="627D8D">
              <a:alpha val="27700"/>
            </a:srgbClr>
          </a:solidFill>
          <a:ln>
            <a:noFill/>
          </a:ln>
        </p:spPr>
      </p:sp>
      <p:sp>
        <p:nvSpPr>
          <p:cNvPr id="34" name="!!circle-1u1"/>
          <p:cNvSpPr/>
          <p:nvPr/>
        </p:nvSpPr>
        <p:spPr>
          <a:xfrm>
            <a:off x="1658713" y="6615363"/>
            <a:ext cx="34519" cy="34519"/>
          </a:xfrm>
          <a:prstGeom prst="ellipse">
            <a:avLst/>
          </a:prstGeom>
          <a:solidFill>
            <a:srgbClr val="627D8D">
              <a:alpha val="22500"/>
            </a:srgbClr>
          </a:solidFill>
          <a:ln>
            <a:noFill/>
          </a:ln>
        </p:spPr>
      </p:sp>
      <p:sp>
        <p:nvSpPr>
          <p:cNvPr id="35" name="!!circle-1u4"/>
          <p:cNvSpPr/>
          <p:nvPr/>
        </p:nvSpPr>
        <p:spPr>
          <a:xfrm>
            <a:off x="2637418" y="5183710"/>
            <a:ext cx="46228" cy="46228"/>
          </a:xfrm>
          <a:prstGeom prst="ellipse">
            <a:avLst/>
          </a:prstGeom>
          <a:solidFill>
            <a:srgbClr val="627D8D">
              <a:alpha val="26200"/>
            </a:srgbClr>
          </a:solidFill>
          <a:ln>
            <a:noFill/>
          </a:ln>
        </p:spPr>
      </p:sp>
      <p:sp>
        <p:nvSpPr>
          <p:cNvPr id="36" name="!!circle-1u7"/>
          <p:cNvSpPr/>
          <p:nvPr/>
        </p:nvSpPr>
        <p:spPr>
          <a:xfrm>
            <a:off x="7419815" y="4814483"/>
            <a:ext cx="49327" cy="49327"/>
          </a:xfrm>
          <a:prstGeom prst="ellipse">
            <a:avLst/>
          </a:prstGeom>
          <a:solidFill>
            <a:srgbClr val="627D8D">
              <a:alpha val="20800"/>
            </a:srgbClr>
          </a:solidFill>
          <a:ln>
            <a:noFill/>
          </a:ln>
        </p:spPr>
      </p:sp>
      <p:sp>
        <p:nvSpPr>
          <p:cNvPr id="37" name="!!circle-1ua"/>
          <p:cNvSpPr/>
          <p:nvPr/>
        </p:nvSpPr>
        <p:spPr>
          <a:xfrm>
            <a:off x="9693741" y="5539579"/>
            <a:ext cx="24054" cy="24054"/>
          </a:xfrm>
          <a:prstGeom prst="ellipse">
            <a:avLst/>
          </a:prstGeom>
          <a:solidFill>
            <a:srgbClr val="627D8D">
              <a:alpha val="22200"/>
            </a:srgbClr>
          </a:solidFill>
          <a:ln>
            <a:noFill/>
          </a:ln>
        </p:spPr>
      </p:sp>
      <p:sp>
        <p:nvSpPr>
          <p:cNvPr id="38" name="!!circle-1ud"/>
          <p:cNvSpPr/>
          <p:nvPr/>
        </p:nvSpPr>
        <p:spPr>
          <a:xfrm>
            <a:off x="2087654" y="1513367"/>
            <a:ext cx="32271" cy="32271"/>
          </a:xfrm>
          <a:prstGeom prst="ellipse">
            <a:avLst/>
          </a:prstGeom>
          <a:solidFill>
            <a:srgbClr val="627D8D">
              <a:alpha val="20500"/>
            </a:srgbClr>
          </a:solidFill>
          <a:ln>
            <a:noFill/>
          </a:ln>
        </p:spPr>
      </p:sp>
      <p:sp>
        <p:nvSpPr>
          <p:cNvPr id="39" name="!!circle-1uj"/>
          <p:cNvSpPr/>
          <p:nvPr/>
        </p:nvSpPr>
        <p:spPr>
          <a:xfrm>
            <a:off x="2083541" y="2497150"/>
            <a:ext cx="34252" cy="34252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40" name="!!circle-1um"/>
          <p:cNvSpPr/>
          <p:nvPr/>
        </p:nvSpPr>
        <p:spPr>
          <a:xfrm>
            <a:off x="9611695" y="4427142"/>
            <a:ext cx="44196" cy="44196"/>
          </a:xfrm>
          <a:prstGeom prst="ellipse">
            <a:avLst/>
          </a:prstGeom>
          <a:solidFill>
            <a:srgbClr val="627D8D">
              <a:alpha val="21700"/>
            </a:srgbClr>
          </a:solidFill>
          <a:ln>
            <a:noFill/>
          </a:ln>
        </p:spPr>
      </p:sp>
      <p:sp>
        <p:nvSpPr>
          <p:cNvPr id="41" name="!!circle-1up"/>
          <p:cNvSpPr/>
          <p:nvPr/>
        </p:nvSpPr>
        <p:spPr>
          <a:xfrm>
            <a:off x="6795539" y="1834146"/>
            <a:ext cx="35192" cy="35192"/>
          </a:xfrm>
          <a:prstGeom prst="ellipse">
            <a:avLst/>
          </a:prstGeom>
          <a:solidFill>
            <a:srgbClr val="627D8D">
              <a:alpha val="27100"/>
            </a:srgbClr>
          </a:solidFill>
          <a:ln>
            <a:noFill/>
          </a:ln>
        </p:spPr>
      </p:sp>
      <p:sp>
        <p:nvSpPr>
          <p:cNvPr id="42" name="!!circle-1us"/>
          <p:cNvSpPr/>
          <p:nvPr/>
        </p:nvSpPr>
        <p:spPr>
          <a:xfrm>
            <a:off x="10138112" y="5393244"/>
            <a:ext cx="43358" cy="43358"/>
          </a:xfrm>
          <a:prstGeom prst="ellipse">
            <a:avLst/>
          </a:prstGeom>
          <a:solidFill>
            <a:srgbClr val="627D8D">
              <a:alpha val="19500"/>
            </a:srgbClr>
          </a:solidFill>
          <a:ln>
            <a:noFill/>
          </a:ln>
        </p:spPr>
      </p:sp>
      <p:sp>
        <p:nvSpPr>
          <p:cNvPr id="43" name="!!circle-1uv"/>
          <p:cNvSpPr/>
          <p:nvPr/>
        </p:nvSpPr>
        <p:spPr>
          <a:xfrm>
            <a:off x="3136587" y="2184878"/>
            <a:ext cx="33528" cy="33528"/>
          </a:xfrm>
          <a:prstGeom prst="ellipse">
            <a:avLst/>
          </a:prstGeom>
          <a:solidFill>
            <a:srgbClr val="627D8D">
              <a:alpha val="28300"/>
            </a:srgbClr>
          </a:solidFill>
          <a:ln>
            <a:noFill/>
          </a:ln>
        </p:spPr>
      </p:sp>
      <p:sp>
        <p:nvSpPr>
          <p:cNvPr id="44" name="!!circle-1uy"/>
          <p:cNvSpPr/>
          <p:nvPr/>
        </p:nvSpPr>
        <p:spPr>
          <a:xfrm>
            <a:off x="6778880" y="2742463"/>
            <a:ext cx="28956" cy="28956"/>
          </a:xfrm>
          <a:prstGeom prst="ellipse">
            <a:avLst/>
          </a:prstGeom>
          <a:solidFill>
            <a:srgbClr val="627D8D">
              <a:alpha val="21800"/>
            </a:srgbClr>
          </a:solidFill>
          <a:ln>
            <a:noFill/>
          </a:ln>
        </p:spPr>
      </p:sp>
      <p:sp>
        <p:nvSpPr>
          <p:cNvPr id="45" name="!!circle-1v1"/>
          <p:cNvSpPr/>
          <p:nvPr/>
        </p:nvSpPr>
        <p:spPr>
          <a:xfrm>
            <a:off x="6991318" y="6450270"/>
            <a:ext cx="45555" cy="45555"/>
          </a:xfrm>
          <a:prstGeom prst="ellipse">
            <a:avLst/>
          </a:prstGeom>
          <a:solidFill>
            <a:srgbClr val="627D8D">
              <a:alpha val="20900"/>
            </a:srgbClr>
          </a:solidFill>
          <a:ln>
            <a:noFill/>
          </a:ln>
        </p:spPr>
      </p:sp>
      <p:sp>
        <p:nvSpPr>
          <p:cNvPr id="46" name="!!circle-1v4"/>
          <p:cNvSpPr/>
          <p:nvPr/>
        </p:nvSpPr>
        <p:spPr>
          <a:xfrm>
            <a:off x="11311306" y="3371112"/>
            <a:ext cx="39484" cy="39484"/>
          </a:xfrm>
          <a:prstGeom prst="ellipse">
            <a:avLst/>
          </a:prstGeom>
          <a:solidFill>
            <a:srgbClr val="627D8D">
              <a:alpha val="13600"/>
            </a:srgbClr>
          </a:solidFill>
          <a:ln>
            <a:noFill/>
          </a:ln>
        </p:spPr>
      </p:sp>
      <p:sp>
        <p:nvSpPr>
          <p:cNvPr id="47" name="!!circle-1v7"/>
          <p:cNvSpPr/>
          <p:nvPr/>
        </p:nvSpPr>
        <p:spPr>
          <a:xfrm>
            <a:off x="7452836" y="5696244"/>
            <a:ext cx="30455" cy="30455"/>
          </a:xfrm>
          <a:prstGeom prst="ellipse">
            <a:avLst/>
          </a:prstGeom>
          <a:solidFill>
            <a:srgbClr val="627D8D">
              <a:alpha val="16500"/>
            </a:srgbClr>
          </a:solidFill>
          <a:ln>
            <a:noFill/>
          </a:ln>
        </p:spPr>
      </p:sp>
      <p:sp>
        <p:nvSpPr>
          <p:cNvPr id="48" name="!!circle-1va"/>
          <p:cNvSpPr/>
          <p:nvPr/>
        </p:nvSpPr>
        <p:spPr>
          <a:xfrm>
            <a:off x="8953352" y="6450810"/>
            <a:ext cx="28257" cy="28257"/>
          </a:xfrm>
          <a:prstGeom prst="ellipse">
            <a:avLst/>
          </a:prstGeom>
          <a:solidFill>
            <a:srgbClr val="627D8D">
              <a:alpha val="15700"/>
            </a:srgbClr>
          </a:solidFill>
          <a:ln>
            <a:noFill/>
          </a:ln>
        </p:spPr>
      </p:sp>
      <p:sp>
        <p:nvSpPr>
          <p:cNvPr id="49" name="!!circle-1vd"/>
          <p:cNvSpPr/>
          <p:nvPr/>
        </p:nvSpPr>
        <p:spPr>
          <a:xfrm>
            <a:off x="11359378" y="5145141"/>
            <a:ext cx="45149" cy="45149"/>
          </a:xfrm>
          <a:prstGeom prst="ellipse">
            <a:avLst/>
          </a:prstGeom>
          <a:solidFill>
            <a:srgbClr val="627D8D">
              <a:alpha val="31200"/>
            </a:srgbClr>
          </a:solidFill>
          <a:ln>
            <a:noFill/>
          </a:ln>
        </p:spPr>
      </p:sp>
      <p:sp>
        <p:nvSpPr>
          <p:cNvPr id="50" name="!!circle-1vg"/>
          <p:cNvSpPr/>
          <p:nvPr/>
        </p:nvSpPr>
        <p:spPr>
          <a:xfrm>
            <a:off x="3453249" y="3266594"/>
            <a:ext cx="30696" cy="30696"/>
          </a:xfrm>
          <a:prstGeom prst="ellipse">
            <a:avLst/>
          </a:prstGeom>
          <a:solidFill>
            <a:srgbClr val="627D8D">
              <a:alpha val="25700"/>
            </a:srgbClr>
          </a:solidFill>
          <a:ln>
            <a:noFill/>
          </a:ln>
        </p:spPr>
      </p:sp>
      <p:sp>
        <p:nvSpPr>
          <p:cNvPr id="51" name="!!circle-1vj"/>
          <p:cNvSpPr/>
          <p:nvPr/>
        </p:nvSpPr>
        <p:spPr>
          <a:xfrm>
            <a:off x="8823620" y="3805972"/>
            <a:ext cx="37401" cy="37401"/>
          </a:xfrm>
          <a:prstGeom prst="ellipse">
            <a:avLst/>
          </a:prstGeom>
          <a:solidFill>
            <a:srgbClr val="627D8D">
              <a:alpha val="16000"/>
            </a:srgbClr>
          </a:solidFill>
          <a:ln>
            <a:noFill/>
          </a:ln>
        </p:spPr>
      </p:sp>
      <p:sp>
        <p:nvSpPr>
          <p:cNvPr id="52" name="!!circle-1vm"/>
          <p:cNvSpPr/>
          <p:nvPr/>
        </p:nvSpPr>
        <p:spPr>
          <a:xfrm>
            <a:off x="1761020" y="4606414"/>
            <a:ext cx="33096" cy="33096"/>
          </a:xfrm>
          <a:prstGeom prst="ellipse">
            <a:avLst/>
          </a:prstGeom>
          <a:solidFill>
            <a:srgbClr val="627D8D">
              <a:alpha val="22300"/>
            </a:srgbClr>
          </a:solidFill>
          <a:ln>
            <a:noFill/>
          </a:ln>
        </p:spPr>
      </p:sp>
      <p:sp>
        <p:nvSpPr>
          <p:cNvPr id="53" name="!!circle-1vp"/>
          <p:cNvSpPr/>
          <p:nvPr/>
        </p:nvSpPr>
        <p:spPr>
          <a:xfrm>
            <a:off x="11588672" y="718820"/>
            <a:ext cx="21145" cy="21145"/>
          </a:xfrm>
          <a:prstGeom prst="ellipse">
            <a:avLst/>
          </a:prstGeom>
          <a:solidFill>
            <a:srgbClr val="627D8D">
              <a:alpha val="16300"/>
            </a:srgbClr>
          </a:solidFill>
          <a:ln>
            <a:noFill/>
          </a:ln>
        </p:spPr>
      </p:sp>
      <p:sp>
        <p:nvSpPr>
          <p:cNvPr id="54" name="!!circle-1vs"/>
          <p:cNvSpPr/>
          <p:nvPr/>
        </p:nvSpPr>
        <p:spPr>
          <a:xfrm>
            <a:off x="11076486" y="5631630"/>
            <a:ext cx="35281" cy="35281"/>
          </a:xfrm>
          <a:prstGeom prst="ellipse">
            <a:avLst/>
          </a:prstGeom>
          <a:solidFill>
            <a:srgbClr val="627D8D">
              <a:alpha val="30000"/>
            </a:srgbClr>
          </a:solidFill>
          <a:ln>
            <a:noFill/>
          </a:ln>
        </p:spPr>
      </p:sp>
      <p:sp>
        <p:nvSpPr>
          <p:cNvPr id="55" name="!!path-37d"/>
          <p:cNvSpPr/>
          <p:nvPr/>
        </p:nvSpPr>
        <p:spPr>
          <a:xfrm>
            <a:off x="-6478337" y="-2220892"/>
            <a:ext cx="7598387" cy="3784617"/>
          </a:xfrm>
          <a:custGeom>
            <a:avLst/>
            <a:gdLst/>
            <a:ahLst/>
            <a:cxnLst/>
            <a:rect l="l" t="t" r="r" b="b"/>
            <a:pathLst>
              <a:path w="7598387" h="3784617" fill="none">
                <a:moveTo>
                  <a:pt x="0" y="3784617"/>
                </a:moveTo>
                <a:quadBezTo>
                  <a:pt x="4399324" y="3097186"/>
                  <a:pt x="7598387" y="0"/>
                </a:quadBezTo>
              </a:path>
            </a:pathLst>
          </a:custGeom>
          <a:noFill/>
          <a:ln w="32099" cap="rnd">
            <a:solidFill>
              <a:srgbClr val="627D8D">
                <a:alpha val="26000"/>
              </a:srgbClr>
            </a:solidFill>
            <a:prstDash val="solid"/>
            <a:round/>
          </a:ln>
        </p:spPr>
      </p:sp>
      <p:sp>
        <p:nvSpPr>
          <p:cNvPr id="56" name="!!path-37x"/>
          <p:cNvSpPr/>
          <p:nvPr/>
        </p:nvSpPr>
        <p:spPr>
          <a:xfrm>
            <a:off x="-6326058" y="2505800"/>
            <a:ext cx="9817582" cy="2202066"/>
          </a:xfrm>
          <a:custGeom>
            <a:avLst/>
            <a:gdLst/>
            <a:ahLst/>
            <a:cxnLst/>
            <a:rect l="l" t="t" r="r" b="b"/>
            <a:pathLst>
              <a:path w="9817582" h="2202066" fill="none">
                <a:moveTo>
                  <a:pt x="0" y="0"/>
                </a:moveTo>
                <a:quadBezTo>
                  <a:pt x="4694625" y="2202066"/>
                  <a:pt x="9817582" y="1399636"/>
                </a:quadBezTo>
              </a:path>
            </a:pathLst>
          </a:custGeom>
          <a:noFill/>
          <a:ln w="32099" cap="rnd">
            <a:solidFill>
              <a:srgbClr val="627D8D">
                <a:alpha val="7800"/>
              </a:srgbClr>
            </a:solidFill>
            <a:prstDash val="solid"/>
            <a:round/>
          </a:ln>
        </p:spPr>
      </p:sp>
      <p:sp>
        <p:nvSpPr>
          <p:cNvPr id="57" name="!!circle-383"/>
          <p:cNvSpPr/>
          <p:nvPr/>
        </p:nvSpPr>
        <p:spPr>
          <a:xfrm>
            <a:off x="1903228" y="3972898"/>
            <a:ext cx="205435" cy="205435"/>
          </a:xfrm>
          <a:prstGeom prst="ellipse">
            <a:avLst/>
          </a:prstGeom>
          <a:gradFill rotWithShape="1">
            <a:gsLst>
              <a:gs pos="0">
                <a:srgbClr val="FFFFFF">
                  <a:alpha val="18041"/>
                </a:srgbClr>
              </a:gs>
              <a:gs pos="28284">
                <a:srgbClr val="627D8D">
                  <a:alpha val="9021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8" name="!!rect-42m"/>
          <p:cNvSpPr/>
          <p:nvPr/>
        </p:nvSpPr>
        <p:spPr>
          <a:xfrm>
            <a:off x="2870390" y="2189404"/>
            <a:ext cx="3466719" cy="3903269"/>
          </a:xfrm>
          <a:prstGeom prst="roundRect">
            <a:avLst>
              <a:gd name="adj" fmla="val 5118"/>
            </a:avLst>
          </a:prstGeom>
          <a:solidFill>
            <a:srgbClr val="0B1A26">
              <a:alpha val="12000"/>
            </a:srgbClr>
          </a:solidFill>
          <a:ln>
            <a:noFill/>
          </a:ln>
          <a:effectLst>
            <a:softEdge rad="225979"/>
          </a:effectLst>
        </p:spPr>
      </p:sp>
      <p:sp>
        <p:nvSpPr>
          <p:cNvPr id="59" name="!!rect-42n"/>
          <p:cNvSpPr/>
          <p:nvPr/>
        </p:nvSpPr>
        <p:spPr>
          <a:xfrm>
            <a:off x="2934589" y="2202243"/>
            <a:ext cx="3338322" cy="372351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420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60" name="!!text-42o" descr="語意向量空間"/>
          <p:cNvSpPr txBox="1"/>
          <p:nvPr/>
        </p:nvSpPr>
        <p:spPr>
          <a:xfrm>
            <a:off x="3140024" y="2355293"/>
            <a:ext cx="1051571" cy="2416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14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語意向量空間</a:t>
            </a:r>
            <a:endParaRPr lang="zh-TW" sz="1314"/>
          </a:p>
        </p:txBody>
      </p:sp>
      <p:sp>
        <p:nvSpPr>
          <p:cNvPr id="61" name="!!text-42v" descr="依收藏、購物車與瀏覽紀錄比對"/>
          <p:cNvSpPr txBox="1"/>
          <p:nvPr/>
        </p:nvSpPr>
        <p:spPr>
          <a:xfrm>
            <a:off x="3140024" y="2629035"/>
            <a:ext cx="2019685" cy="20451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12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依收藏、購物車與瀏覽紀錄比對</a:t>
            </a:r>
            <a:endParaRPr lang="zh-TW" sz="1112"/>
          </a:p>
        </p:txBody>
      </p:sp>
      <p:sp>
        <p:nvSpPr>
          <p:cNvPr id="62" name="!!circle-43a"/>
          <p:cNvSpPr/>
          <p:nvPr/>
        </p:nvSpPr>
        <p:spPr>
          <a:xfrm>
            <a:off x="4595186" y="4330071"/>
            <a:ext cx="82585" cy="82585"/>
          </a:xfrm>
          <a:prstGeom prst="ellipse">
            <a:avLst/>
          </a:prstGeom>
          <a:solidFill>
            <a:srgbClr val="627D8D">
              <a:alpha val="35700"/>
            </a:srgbClr>
          </a:solidFill>
          <a:ln>
            <a:noFill/>
          </a:ln>
        </p:spPr>
      </p:sp>
      <p:sp>
        <p:nvSpPr>
          <p:cNvPr id="63" name="!!circle-43c"/>
          <p:cNvSpPr/>
          <p:nvPr/>
        </p:nvSpPr>
        <p:spPr>
          <a:xfrm>
            <a:off x="5566869" y="4365925"/>
            <a:ext cx="55468" cy="55468"/>
          </a:xfrm>
          <a:prstGeom prst="ellipse">
            <a:avLst/>
          </a:prstGeom>
          <a:solidFill>
            <a:srgbClr val="627D8D">
              <a:alpha val="33900"/>
            </a:srgbClr>
          </a:solidFill>
          <a:ln>
            <a:noFill/>
          </a:ln>
        </p:spPr>
      </p:sp>
      <p:sp>
        <p:nvSpPr>
          <p:cNvPr id="64" name="!!circle-43e"/>
          <p:cNvSpPr/>
          <p:nvPr/>
        </p:nvSpPr>
        <p:spPr>
          <a:xfrm>
            <a:off x="4870071" y="4113561"/>
            <a:ext cx="76011" cy="76011"/>
          </a:xfrm>
          <a:prstGeom prst="ellipse">
            <a:avLst/>
          </a:prstGeom>
          <a:solidFill>
            <a:srgbClr val="627D8D">
              <a:alpha val="43300"/>
            </a:srgbClr>
          </a:solidFill>
          <a:ln>
            <a:noFill/>
          </a:ln>
        </p:spPr>
      </p:sp>
      <p:sp>
        <p:nvSpPr>
          <p:cNvPr id="65" name="!!circle-43g"/>
          <p:cNvSpPr/>
          <p:nvPr/>
        </p:nvSpPr>
        <p:spPr>
          <a:xfrm>
            <a:off x="4334520" y="4715377"/>
            <a:ext cx="86360" cy="86360"/>
          </a:xfrm>
          <a:prstGeom prst="ellipse">
            <a:avLst/>
          </a:prstGeom>
          <a:solidFill>
            <a:srgbClr val="627D8D">
              <a:alpha val="22800"/>
            </a:srgbClr>
          </a:solidFill>
          <a:ln>
            <a:noFill/>
          </a:ln>
        </p:spPr>
      </p:sp>
      <p:sp>
        <p:nvSpPr>
          <p:cNvPr id="66" name="!!circle-43i"/>
          <p:cNvSpPr/>
          <p:nvPr/>
        </p:nvSpPr>
        <p:spPr>
          <a:xfrm>
            <a:off x="3659788" y="3634782"/>
            <a:ext cx="71697" cy="71697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67" name="!!circle-43k"/>
          <p:cNvSpPr/>
          <p:nvPr/>
        </p:nvSpPr>
        <p:spPr>
          <a:xfrm>
            <a:off x="4795806" y="3219334"/>
            <a:ext cx="82020" cy="82020"/>
          </a:xfrm>
          <a:prstGeom prst="ellipse">
            <a:avLst/>
          </a:prstGeom>
          <a:solidFill>
            <a:srgbClr val="627D8D">
              <a:alpha val="35300"/>
            </a:srgbClr>
          </a:solidFill>
          <a:ln>
            <a:noFill/>
          </a:ln>
        </p:spPr>
      </p:sp>
      <p:sp>
        <p:nvSpPr>
          <p:cNvPr id="68" name="!!circle-43m"/>
          <p:cNvSpPr/>
          <p:nvPr/>
        </p:nvSpPr>
        <p:spPr>
          <a:xfrm>
            <a:off x="4326939" y="5192648"/>
            <a:ext cx="92728" cy="92728"/>
          </a:xfrm>
          <a:prstGeom prst="ellipse">
            <a:avLst/>
          </a:prstGeom>
          <a:solidFill>
            <a:srgbClr val="627D8D">
              <a:alpha val="41100"/>
            </a:srgbClr>
          </a:solidFill>
          <a:ln>
            <a:noFill/>
          </a:ln>
        </p:spPr>
      </p:sp>
      <p:sp>
        <p:nvSpPr>
          <p:cNvPr id="69" name="!!circle-43o"/>
          <p:cNvSpPr/>
          <p:nvPr/>
        </p:nvSpPr>
        <p:spPr>
          <a:xfrm>
            <a:off x="4056407" y="4596392"/>
            <a:ext cx="64288" cy="64288"/>
          </a:xfrm>
          <a:prstGeom prst="ellipse">
            <a:avLst/>
          </a:prstGeom>
          <a:solidFill>
            <a:srgbClr val="627D8D">
              <a:alpha val="19700"/>
            </a:srgbClr>
          </a:solidFill>
          <a:ln>
            <a:noFill/>
          </a:ln>
        </p:spPr>
      </p:sp>
      <p:sp>
        <p:nvSpPr>
          <p:cNvPr id="70" name="!!circle-43q"/>
          <p:cNvSpPr/>
          <p:nvPr/>
        </p:nvSpPr>
        <p:spPr>
          <a:xfrm>
            <a:off x="5250961" y="5574019"/>
            <a:ext cx="66600" cy="66600"/>
          </a:xfrm>
          <a:prstGeom prst="ellipse">
            <a:avLst/>
          </a:prstGeom>
          <a:solidFill>
            <a:srgbClr val="627D8D">
              <a:alpha val="22400"/>
            </a:srgbClr>
          </a:solidFill>
          <a:ln>
            <a:noFill/>
          </a:ln>
        </p:spPr>
      </p:sp>
      <p:sp>
        <p:nvSpPr>
          <p:cNvPr id="71" name="!!circle-43s"/>
          <p:cNvSpPr/>
          <p:nvPr/>
        </p:nvSpPr>
        <p:spPr>
          <a:xfrm>
            <a:off x="5251827" y="3827030"/>
            <a:ext cx="79786" cy="79786"/>
          </a:xfrm>
          <a:prstGeom prst="ellipse">
            <a:avLst/>
          </a:prstGeom>
          <a:solidFill>
            <a:srgbClr val="627D8D">
              <a:alpha val="35300"/>
            </a:srgbClr>
          </a:solidFill>
          <a:ln>
            <a:noFill/>
          </a:ln>
        </p:spPr>
      </p:sp>
      <p:sp>
        <p:nvSpPr>
          <p:cNvPr id="72" name="!!circle-43u"/>
          <p:cNvSpPr/>
          <p:nvPr/>
        </p:nvSpPr>
        <p:spPr>
          <a:xfrm>
            <a:off x="5532208" y="3256287"/>
            <a:ext cx="95001" cy="95001"/>
          </a:xfrm>
          <a:prstGeom prst="ellipse">
            <a:avLst/>
          </a:prstGeom>
          <a:solidFill>
            <a:srgbClr val="627D8D">
              <a:alpha val="42600"/>
            </a:srgbClr>
          </a:solidFill>
          <a:ln>
            <a:noFill/>
          </a:ln>
        </p:spPr>
      </p:sp>
      <p:sp>
        <p:nvSpPr>
          <p:cNvPr id="73" name="!!circle-43w"/>
          <p:cNvSpPr/>
          <p:nvPr/>
        </p:nvSpPr>
        <p:spPr>
          <a:xfrm>
            <a:off x="4250433" y="2950939"/>
            <a:ext cx="55301" cy="55301"/>
          </a:xfrm>
          <a:prstGeom prst="ellipse">
            <a:avLst/>
          </a:prstGeom>
          <a:solidFill>
            <a:srgbClr val="627D8D">
              <a:alpha val="43200"/>
            </a:srgbClr>
          </a:solidFill>
          <a:ln>
            <a:noFill/>
          </a:ln>
        </p:spPr>
      </p:sp>
      <p:sp>
        <p:nvSpPr>
          <p:cNvPr id="74" name="!!circle-43y"/>
          <p:cNvSpPr/>
          <p:nvPr/>
        </p:nvSpPr>
        <p:spPr>
          <a:xfrm>
            <a:off x="4563382" y="4328145"/>
            <a:ext cx="65251" cy="65251"/>
          </a:xfrm>
          <a:prstGeom prst="ellipse">
            <a:avLst/>
          </a:prstGeom>
          <a:solidFill>
            <a:srgbClr val="627D8D">
              <a:alpha val="33100"/>
            </a:srgbClr>
          </a:solidFill>
          <a:ln>
            <a:noFill/>
          </a:ln>
        </p:spPr>
      </p:sp>
      <p:sp>
        <p:nvSpPr>
          <p:cNvPr id="75" name="!!circle-440"/>
          <p:cNvSpPr/>
          <p:nvPr/>
        </p:nvSpPr>
        <p:spPr>
          <a:xfrm>
            <a:off x="5223144" y="3111622"/>
            <a:ext cx="84434" cy="84434"/>
          </a:xfrm>
          <a:prstGeom prst="ellipse">
            <a:avLst/>
          </a:prstGeom>
          <a:solidFill>
            <a:srgbClr val="627D8D">
              <a:alpha val="19400"/>
            </a:srgbClr>
          </a:solidFill>
          <a:ln>
            <a:noFill/>
          </a:ln>
        </p:spPr>
      </p:sp>
      <p:sp>
        <p:nvSpPr>
          <p:cNvPr id="76" name="!!circle-442"/>
          <p:cNvSpPr/>
          <p:nvPr/>
        </p:nvSpPr>
        <p:spPr>
          <a:xfrm>
            <a:off x="4396132" y="4609841"/>
            <a:ext cx="101909" cy="101909"/>
          </a:xfrm>
          <a:prstGeom prst="ellipse">
            <a:avLst/>
          </a:prstGeom>
          <a:solidFill>
            <a:srgbClr val="627D8D">
              <a:alpha val="30800"/>
            </a:srgbClr>
          </a:solidFill>
          <a:ln>
            <a:noFill/>
          </a:ln>
        </p:spPr>
      </p:sp>
      <p:sp>
        <p:nvSpPr>
          <p:cNvPr id="77" name="!!circle-444"/>
          <p:cNvSpPr/>
          <p:nvPr/>
        </p:nvSpPr>
        <p:spPr>
          <a:xfrm>
            <a:off x="4481278" y="3855740"/>
            <a:ext cx="53837" cy="53837"/>
          </a:xfrm>
          <a:prstGeom prst="ellipse">
            <a:avLst/>
          </a:prstGeom>
          <a:solidFill>
            <a:srgbClr val="627D8D">
              <a:alpha val="40000"/>
            </a:srgbClr>
          </a:solidFill>
          <a:ln>
            <a:noFill/>
          </a:ln>
        </p:spPr>
      </p:sp>
      <p:sp>
        <p:nvSpPr>
          <p:cNvPr id="78" name="!!circle-446"/>
          <p:cNvSpPr/>
          <p:nvPr/>
        </p:nvSpPr>
        <p:spPr>
          <a:xfrm>
            <a:off x="4342764" y="4971549"/>
            <a:ext cx="66792" cy="66792"/>
          </a:xfrm>
          <a:prstGeom prst="ellipse">
            <a:avLst/>
          </a:prstGeom>
          <a:solidFill>
            <a:srgbClr val="627D8D">
              <a:alpha val="34600"/>
            </a:srgbClr>
          </a:solidFill>
          <a:ln>
            <a:noFill/>
          </a:ln>
        </p:spPr>
      </p:sp>
      <p:sp>
        <p:nvSpPr>
          <p:cNvPr id="79" name="!!circle-448"/>
          <p:cNvSpPr/>
          <p:nvPr/>
        </p:nvSpPr>
        <p:spPr>
          <a:xfrm>
            <a:off x="4144102" y="5204108"/>
            <a:ext cx="59589" cy="59589"/>
          </a:xfrm>
          <a:prstGeom prst="ellipse">
            <a:avLst/>
          </a:prstGeom>
          <a:solidFill>
            <a:srgbClr val="627D8D">
              <a:alpha val="21600"/>
            </a:srgbClr>
          </a:solidFill>
          <a:ln>
            <a:noFill/>
          </a:ln>
        </p:spPr>
      </p:sp>
      <p:sp>
        <p:nvSpPr>
          <p:cNvPr id="80" name="!!circle-44a"/>
          <p:cNvSpPr/>
          <p:nvPr/>
        </p:nvSpPr>
        <p:spPr>
          <a:xfrm>
            <a:off x="4942706" y="4601091"/>
            <a:ext cx="57804" cy="57804"/>
          </a:xfrm>
          <a:prstGeom prst="ellipse">
            <a:avLst/>
          </a:prstGeom>
          <a:solidFill>
            <a:srgbClr val="627D8D">
              <a:alpha val="29100"/>
            </a:srgbClr>
          </a:solidFill>
          <a:ln>
            <a:noFill/>
          </a:ln>
        </p:spPr>
      </p:sp>
      <p:sp>
        <p:nvSpPr>
          <p:cNvPr id="81" name="!!circle-44c"/>
          <p:cNvSpPr/>
          <p:nvPr/>
        </p:nvSpPr>
        <p:spPr>
          <a:xfrm>
            <a:off x="4210470" y="5448306"/>
            <a:ext cx="95168" cy="95168"/>
          </a:xfrm>
          <a:prstGeom prst="ellipse">
            <a:avLst/>
          </a:prstGeom>
          <a:solidFill>
            <a:srgbClr val="627D8D">
              <a:alpha val="36900"/>
            </a:srgbClr>
          </a:solidFill>
          <a:ln>
            <a:noFill/>
          </a:ln>
        </p:spPr>
      </p:sp>
      <p:sp>
        <p:nvSpPr>
          <p:cNvPr id="82" name="!!circle-44e"/>
          <p:cNvSpPr/>
          <p:nvPr/>
        </p:nvSpPr>
        <p:spPr>
          <a:xfrm>
            <a:off x="4311242" y="5403990"/>
            <a:ext cx="81519" cy="81519"/>
          </a:xfrm>
          <a:prstGeom prst="ellipse">
            <a:avLst/>
          </a:prstGeom>
          <a:solidFill>
            <a:srgbClr val="627D8D">
              <a:alpha val="31000"/>
            </a:srgbClr>
          </a:solidFill>
          <a:ln>
            <a:noFill/>
          </a:ln>
        </p:spPr>
      </p:sp>
      <p:sp>
        <p:nvSpPr>
          <p:cNvPr id="83" name="!!circle-44g"/>
          <p:cNvSpPr/>
          <p:nvPr/>
        </p:nvSpPr>
        <p:spPr>
          <a:xfrm>
            <a:off x="4035099" y="4302844"/>
            <a:ext cx="51795" cy="51795"/>
          </a:xfrm>
          <a:prstGeom prst="ellipse">
            <a:avLst/>
          </a:prstGeom>
          <a:solidFill>
            <a:srgbClr val="627D8D">
              <a:alpha val="44400"/>
            </a:srgbClr>
          </a:solidFill>
          <a:ln>
            <a:noFill/>
          </a:ln>
        </p:spPr>
      </p:sp>
      <p:sp>
        <p:nvSpPr>
          <p:cNvPr id="84" name="!!circle-44i"/>
          <p:cNvSpPr/>
          <p:nvPr/>
        </p:nvSpPr>
        <p:spPr>
          <a:xfrm>
            <a:off x="4014459" y="4006266"/>
            <a:ext cx="57702" cy="57702"/>
          </a:xfrm>
          <a:prstGeom prst="ellipse">
            <a:avLst/>
          </a:prstGeom>
          <a:solidFill>
            <a:srgbClr val="627D8D">
              <a:alpha val="20400"/>
            </a:srgbClr>
          </a:solidFill>
          <a:ln>
            <a:noFill/>
          </a:ln>
        </p:spPr>
      </p:sp>
      <p:sp>
        <p:nvSpPr>
          <p:cNvPr id="85" name="!!circle-44k"/>
          <p:cNvSpPr/>
          <p:nvPr/>
        </p:nvSpPr>
        <p:spPr>
          <a:xfrm>
            <a:off x="5257214" y="4372705"/>
            <a:ext cx="77757" cy="77757"/>
          </a:xfrm>
          <a:prstGeom prst="ellipse">
            <a:avLst/>
          </a:prstGeom>
          <a:solidFill>
            <a:srgbClr val="627D8D">
              <a:alpha val="21100"/>
            </a:srgbClr>
          </a:solidFill>
          <a:ln>
            <a:noFill/>
          </a:ln>
        </p:spPr>
      </p:sp>
      <p:sp>
        <p:nvSpPr>
          <p:cNvPr id="86" name="!!circle-44m"/>
          <p:cNvSpPr/>
          <p:nvPr/>
        </p:nvSpPr>
        <p:spPr>
          <a:xfrm>
            <a:off x="4723936" y="4577196"/>
            <a:ext cx="96786" cy="96786"/>
          </a:xfrm>
          <a:prstGeom prst="ellipse">
            <a:avLst/>
          </a:prstGeom>
          <a:solidFill>
            <a:srgbClr val="627D8D">
              <a:alpha val="46800"/>
            </a:srgbClr>
          </a:solidFill>
          <a:ln>
            <a:noFill/>
          </a:ln>
        </p:spPr>
      </p:sp>
      <p:sp>
        <p:nvSpPr>
          <p:cNvPr id="87" name="!!circle-44o"/>
          <p:cNvSpPr/>
          <p:nvPr/>
        </p:nvSpPr>
        <p:spPr>
          <a:xfrm>
            <a:off x="4840713" y="4534684"/>
            <a:ext cx="80800" cy="80800"/>
          </a:xfrm>
          <a:prstGeom prst="ellipse">
            <a:avLst/>
          </a:prstGeom>
          <a:solidFill>
            <a:srgbClr val="627D8D">
              <a:alpha val="32600"/>
            </a:srgbClr>
          </a:solidFill>
          <a:ln>
            <a:noFill/>
          </a:ln>
        </p:spPr>
      </p:sp>
      <p:sp>
        <p:nvSpPr>
          <p:cNvPr id="88" name="!!circle-44q"/>
          <p:cNvSpPr/>
          <p:nvPr/>
        </p:nvSpPr>
        <p:spPr>
          <a:xfrm>
            <a:off x="3415737" y="4665193"/>
            <a:ext cx="84781" cy="84781"/>
          </a:xfrm>
          <a:prstGeom prst="ellipse">
            <a:avLst/>
          </a:prstGeom>
          <a:solidFill>
            <a:srgbClr val="627D8D">
              <a:alpha val="47900"/>
            </a:srgbClr>
          </a:solidFill>
          <a:ln>
            <a:noFill/>
          </a:ln>
        </p:spPr>
      </p:sp>
      <p:sp>
        <p:nvSpPr>
          <p:cNvPr id="89" name="!!circle-44s"/>
          <p:cNvSpPr/>
          <p:nvPr/>
        </p:nvSpPr>
        <p:spPr>
          <a:xfrm>
            <a:off x="5169255" y="3252094"/>
            <a:ext cx="58421" cy="58421"/>
          </a:xfrm>
          <a:prstGeom prst="ellipse">
            <a:avLst/>
          </a:prstGeom>
          <a:solidFill>
            <a:srgbClr val="627D8D">
              <a:alpha val="37400"/>
            </a:srgbClr>
          </a:solidFill>
          <a:ln>
            <a:noFill/>
          </a:ln>
        </p:spPr>
      </p:sp>
      <p:sp>
        <p:nvSpPr>
          <p:cNvPr id="90" name="!!circle-44u"/>
          <p:cNvSpPr/>
          <p:nvPr/>
        </p:nvSpPr>
        <p:spPr>
          <a:xfrm>
            <a:off x="5887823" y="3807168"/>
            <a:ext cx="98891" cy="98891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91" name="!!circle-44w"/>
          <p:cNvSpPr/>
          <p:nvPr/>
        </p:nvSpPr>
        <p:spPr>
          <a:xfrm>
            <a:off x="5312611" y="4685839"/>
            <a:ext cx="55018" cy="55018"/>
          </a:xfrm>
          <a:prstGeom prst="ellipse">
            <a:avLst/>
          </a:prstGeom>
          <a:solidFill>
            <a:srgbClr val="627D8D">
              <a:alpha val="26600"/>
            </a:srgbClr>
          </a:solidFill>
          <a:ln>
            <a:noFill/>
          </a:ln>
        </p:spPr>
      </p:sp>
      <p:sp>
        <p:nvSpPr>
          <p:cNvPr id="92" name="!!circle-44y"/>
          <p:cNvSpPr/>
          <p:nvPr/>
        </p:nvSpPr>
        <p:spPr>
          <a:xfrm>
            <a:off x="5025239" y="4225864"/>
            <a:ext cx="83599" cy="83599"/>
          </a:xfrm>
          <a:prstGeom prst="ellipse">
            <a:avLst/>
          </a:prstGeom>
          <a:solidFill>
            <a:srgbClr val="627D8D">
              <a:alpha val="24800"/>
            </a:srgbClr>
          </a:solidFill>
          <a:ln>
            <a:noFill/>
          </a:ln>
        </p:spPr>
      </p:sp>
      <p:sp>
        <p:nvSpPr>
          <p:cNvPr id="93" name="!!circle-450"/>
          <p:cNvSpPr/>
          <p:nvPr/>
        </p:nvSpPr>
        <p:spPr>
          <a:xfrm>
            <a:off x="5191821" y="3749723"/>
            <a:ext cx="56084" cy="56084"/>
          </a:xfrm>
          <a:prstGeom prst="ellipse">
            <a:avLst/>
          </a:prstGeom>
          <a:solidFill>
            <a:srgbClr val="627D8D">
              <a:alpha val="34600"/>
            </a:srgbClr>
          </a:solidFill>
          <a:ln>
            <a:noFill/>
          </a:ln>
        </p:spPr>
      </p:sp>
      <p:sp>
        <p:nvSpPr>
          <p:cNvPr id="94" name="!!circle-452"/>
          <p:cNvSpPr/>
          <p:nvPr/>
        </p:nvSpPr>
        <p:spPr>
          <a:xfrm>
            <a:off x="4220729" y="3361617"/>
            <a:ext cx="93306" cy="93306"/>
          </a:xfrm>
          <a:prstGeom prst="ellipse">
            <a:avLst/>
          </a:prstGeom>
          <a:solidFill>
            <a:srgbClr val="627D8D">
              <a:alpha val="46100"/>
            </a:srgbClr>
          </a:solidFill>
          <a:ln>
            <a:noFill/>
          </a:ln>
        </p:spPr>
      </p:sp>
      <p:sp>
        <p:nvSpPr>
          <p:cNvPr id="95" name="!!circle-454"/>
          <p:cNvSpPr/>
          <p:nvPr/>
        </p:nvSpPr>
        <p:spPr>
          <a:xfrm>
            <a:off x="5274849" y="2885547"/>
            <a:ext cx="73597" cy="73597"/>
          </a:xfrm>
          <a:prstGeom prst="ellipse">
            <a:avLst/>
          </a:prstGeom>
          <a:solidFill>
            <a:srgbClr val="627D8D">
              <a:alpha val="43500"/>
            </a:srgbClr>
          </a:solidFill>
          <a:ln>
            <a:noFill/>
          </a:ln>
        </p:spPr>
      </p:sp>
      <p:sp>
        <p:nvSpPr>
          <p:cNvPr id="96" name="!!circle-456"/>
          <p:cNvSpPr/>
          <p:nvPr/>
        </p:nvSpPr>
        <p:spPr>
          <a:xfrm>
            <a:off x="4757602" y="4799709"/>
            <a:ext cx="83651" cy="83651"/>
          </a:xfrm>
          <a:prstGeom prst="ellipse">
            <a:avLst/>
          </a:prstGeom>
          <a:solidFill>
            <a:srgbClr val="627D8D">
              <a:alpha val="18000"/>
            </a:srgbClr>
          </a:solidFill>
          <a:ln>
            <a:noFill/>
          </a:ln>
        </p:spPr>
      </p:sp>
      <p:sp>
        <p:nvSpPr>
          <p:cNvPr id="97" name="!!circle-458"/>
          <p:cNvSpPr/>
          <p:nvPr/>
        </p:nvSpPr>
        <p:spPr>
          <a:xfrm>
            <a:off x="4562753" y="4234543"/>
            <a:ext cx="59743" cy="59743"/>
          </a:xfrm>
          <a:prstGeom prst="ellipse">
            <a:avLst/>
          </a:prstGeom>
          <a:solidFill>
            <a:srgbClr val="627D8D">
              <a:alpha val="42200"/>
            </a:srgbClr>
          </a:solidFill>
          <a:ln>
            <a:noFill/>
          </a:ln>
        </p:spPr>
      </p:sp>
      <p:sp>
        <p:nvSpPr>
          <p:cNvPr id="98" name="!!circle-45a"/>
          <p:cNvSpPr/>
          <p:nvPr/>
        </p:nvSpPr>
        <p:spPr>
          <a:xfrm>
            <a:off x="3320017" y="3091162"/>
            <a:ext cx="102589" cy="102589"/>
          </a:xfrm>
          <a:prstGeom prst="ellipse">
            <a:avLst/>
          </a:prstGeom>
          <a:solidFill>
            <a:srgbClr val="627D8D">
              <a:alpha val="36400"/>
            </a:srgbClr>
          </a:solidFill>
          <a:ln>
            <a:noFill/>
          </a:ln>
        </p:spPr>
      </p:sp>
      <p:sp>
        <p:nvSpPr>
          <p:cNvPr id="99" name="!!circle-45c"/>
          <p:cNvSpPr/>
          <p:nvPr/>
        </p:nvSpPr>
        <p:spPr>
          <a:xfrm>
            <a:off x="5130550" y="5163605"/>
            <a:ext cx="98545" cy="98545"/>
          </a:xfrm>
          <a:prstGeom prst="ellipse">
            <a:avLst/>
          </a:prstGeom>
          <a:solidFill>
            <a:srgbClr val="627D8D">
              <a:alpha val="47500"/>
            </a:srgbClr>
          </a:solidFill>
          <a:ln>
            <a:noFill/>
          </a:ln>
        </p:spPr>
      </p:sp>
      <p:sp>
        <p:nvSpPr>
          <p:cNvPr id="100" name="!!circle-45e"/>
          <p:cNvSpPr/>
          <p:nvPr/>
        </p:nvSpPr>
        <p:spPr>
          <a:xfrm>
            <a:off x="3293394" y="3332387"/>
            <a:ext cx="81969" cy="81969"/>
          </a:xfrm>
          <a:prstGeom prst="ellipse">
            <a:avLst/>
          </a:prstGeom>
          <a:solidFill>
            <a:srgbClr val="627D8D">
              <a:alpha val="29800"/>
            </a:srgbClr>
          </a:solidFill>
          <a:ln>
            <a:noFill/>
          </a:ln>
        </p:spPr>
      </p:sp>
      <p:sp>
        <p:nvSpPr>
          <p:cNvPr id="101" name="!!circle-45g"/>
          <p:cNvSpPr/>
          <p:nvPr/>
        </p:nvSpPr>
        <p:spPr>
          <a:xfrm>
            <a:off x="4343239" y="4352662"/>
            <a:ext cx="53952" cy="53952"/>
          </a:xfrm>
          <a:prstGeom prst="ellipse">
            <a:avLst/>
          </a:prstGeom>
          <a:solidFill>
            <a:srgbClr val="627D8D">
              <a:alpha val="19800"/>
            </a:srgbClr>
          </a:solidFill>
          <a:ln>
            <a:noFill/>
          </a:ln>
        </p:spPr>
      </p:sp>
      <p:sp>
        <p:nvSpPr>
          <p:cNvPr id="102" name="!!circle-45i"/>
          <p:cNvSpPr/>
          <p:nvPr/>
        </p:nvSpPr>
        <p:spPr>
          <a:xfrm>
            <a:off x="4461660" y="3618674"/>
            <a:ext cx="72788" cy="72788"/>
          </a:xfrm>
          <a:prstGeom prst="ellipse">
            <a:avLst/>
          </a:prstGeom>
          <a:solidFill>
            <a:srgbClr val="627D8D">
              <a:alpha val="39800"/>
            </a:srgbClr>
          </a:solidFill>
          <a:ln>
            <a:noFill/>
          </a:ln>
        </p:spPr>
      </p:sp>
      <p:sp>
        <p:nvSpPr>
          <p:cNvPr id="103" name="!!circle-45k"/>
          <p:cNvSpPr/>
          <p:nvPr/>
        </p:nvSpPr>
        <p:spPr>
          <a:xfrm>
            <a:off x="4319518" y="3801120"/>
            <a:ext cx="81596" cy="81596"/>
          </a:xfrm>
          <a:prstGeom prst="ellipse">
            <a:avLst/>
          </a:prstGeom>
          <a:solidFill>
            <a:srgbClr val="627D8D">
              <a:alpha val="29200"/>
            </a:srgbClr>
          </a:solidFill>
          <a:ln>
            <a:noFill/>
          </a:ln>
        </p:spPr>
      </p:sp>
      <p:sp>
        <p:nvSpPr>
          <p:cNvPr id="104" name="!!circle-45m"/>
          <p:cNvSpPr/>
          <p:nvPr/>
        </p:nvSpPr>
        <p:spPr>
          <a:xfrm>
            <a:off x="5909246" y="3690801"/>
            <a:ext cx="74239" cy="74239"/>
          </a:xfrm>
          <a:prstGeom prst="ellipse">
            <a:avLst/>
          </a:prstGeom>
          <a:solidFill>
            <a:srgbClr val="627D8D">
              <a:alpha val="25400"/>
            </a:srgbClr>
          </a:solidFill>
          <a:ln>
            <a:noFill/>
          </a:ln>
        </p:spPr>
      </p:sp>
      <p:sp>
        <p:nvSpPr>
          <p:cNvPr id="105" name="!!circle-45o"/>
          <p:cNvSpPr/>
          <p:nvPr/>
        </p:nvSpPr>
        <p:spPr>
          <a:xfrm>
            <a:off x="5083435" y="3743996"/>
            <a:ext cx="80248" cy="80248"/>
          </a:xfrm>
          <a:prstGeom prst="ellipse">
            <a:avLst/>
          </a:prstGeom>
          <a:solidFill>
            <a:srgbClr val="627D8D">
              <a:alpha val="37300"/>
            </a:srgbClr>
          </a:solidFill>
          <a:ln>
            <a:noFill/>
          </a:ln>
        </p:spPr>
      </p:sp>
      <p:sp>
        <p:nvSpPr>
          <p:cNvPr id="106" name="!!circle-45q"/>
          <p:cNvSpPr/>
          <p:nvPr/>
        </p:nvSpPr>
        <p:spPr>
          <a:xfrm>
            <a:off x="3169395" y="3239351"/>
            <a:ext cx="59820" cy="59820"/>
          </a:xfrm>
          <a:prstGeom prst="ellipse">
            <a:avLst/>
          </a:prstGeom>
          <a:solidFill>
            <a:srgbClr val="627D8D">
              <a:alpha val="42700"/>
            </a:srgbClr>
          </a:solidFill>
          <a:ln>
            <a:noFill/>
          </a:ln>
        </p:spPr>
      </p:sp>
      <p:sp>
        <p:nvSpPr>
          <p:cNvPr id="107" name="!!circle-45s"/>
          <p:cNvSpPr/>
          <p:nvPr/>
        </p:nvSpPr>
        <p:spPr>
          <a:xfrm>
            <a:off x="3543967" y="5132751"/>
            <a:ext cx="61284" cy="61284"/>
          </a:xfrm>
          <a:prstGeom prst="ellipse">
            <a:avLst/>
          </a:prstGeom>
          <a:solidFill>
            <a:srgbClr val="627D8D">
              <a:alpha val="37000"/>
            </a:srgbClr>
          </a:solidFill>
          <a:ln>
            <a:noFill/>
          </a:ln>
        </p:spPr>
      </p:sp>
      <p:sp>
        <p:nvSpPr>
          <p:cNvPr id="108" name="!!circle-466"/>
          <p:cNvSpPr/>
          <p:nvPr/>
        </p:nvSpPr>
        <p:spPr>
          <a:xfrm>
            <a:off x="4314857" y="4224496"/>
            <a:ext cx="192596" cy="192596"/>
          </a:xfrm>
          <a:prstGeom prst="ellipse">
            <a:avLst/>
          </a:prstGeom>
          <a:solidFill>
            <a:srgbClr val="627D8D"/>
          </a:solidFill>
          <a:ln>
            <a:noFill/>
          </a:ln>
        </p:spPr>
      </p:sp>
      <p:sp>
        <p:nvSpPr>
          <p:cNvPr id="109" name="!!path-467"/>
          <p:cNvSpPr/>
          <p:nvPr/>
        </p:nvSpPr>
        <p:spPr>
          <a:xfrm>
            <a:off x="4363006" y="4277460"/>
            <a:ext cx="96298" cy="88353"/>
          </a:xfrm>
          <a:custGeom>
            <a:avLst/>
            <a:gdLst/>
            <a:ahLst/>
            <a:cxnLst/>
            <a:rect l="l" t="t" r="r" b="b"/>
            <a:pathLst>
              <a:path w="96298" h="88353">
                <a:moveTo>
                  <a:pt x="69816" y="0"/>
                </a:moveTo>
                <a:cubicBezTo>
                  <a:pt x="61438" y="0"/>
                  <a:pt x="53397" y="3900"/>
                  <a:pt x="48149" y="10063"/>
                </a:cubicBezTo>
                <a:cubicBezTo>
                  <a:pt x="42901" y="3900"/>
                  <a:pt x="34860" y="0"/>
                  <a:pt x="26482" y="0"/>
                </a:cubicBezTo>
                <a:cubicBezTo>
                  <a:pt x="11652" y="0"/>
                  <a:pt x="0" y="11652"/>
                  <a:pt x="0" y="26482"/>
                </a:cubicBezTo>
                <a:cubicBezTo>
                  <a:pt x="0" y="44682"/>
                  <a:pt x="16371" y="59512"/>
                  <a:pt x="41167" y="82046"/>
                </a:cubicBezTo>
                <a:lnTo>
                  <a:pt x="48149" y="88353"/>
                </a:lnTo>
                <a:lnTo>
                  <a:pt x="55130" y="81998"/>
                </a:lnTo>
                <a:cubicBezTo>
                  <a:pt x="79927" y="59512"/>
                  <a:pt x="96298" y="44682"/>
                  <a:pt x="96298" y="26482"/>
                </a:cubicBezTo>
                <a:cubicBezTo>
                  <a:pt x="96298" y="11652"/>
                  <a:pt x="84646" y="0"/>
                  <a:pt x="69816" y="0"/>
                </a:cubicBezTo>
                <a:close/>
                <a:moveTo>
                  <a:pt x="48630" y="74872"/>
                </a:moveTo>
                <a:lnTo>
                  <a:pt x="48149" y="75353"/>
                </a:lnTo>
                <a:lnTo>
                  <a:pt x="47667" y="74872"/>
                </a:lnTo>
                <a:cubicBezTo>
                  <a:pt x="24749" y="54119"/>
                  <a:pt x="9630" y="40397"/>
                  <a:pt x="9630" y="26482"/>
                </a:cubicBezTo>
                <a:cubicBezTo>
                  <a:pt x="9630" y="16852"/>
                  <a:pt x="16852" y="9630"/>
                  <a:pt x="26482" y="9630"/>
                </a:cubicBezTo>
                <a:cubicBezTo>
                  <a:pt x="33897" y="9630"/>
                  <a:pt x="41119" y="14397"/>
                  <a:pt x="43671" y="20993"/>
                </a:cubicBezTo>
                <a:lnTo>
                  <a:pt x="52675" y="20993"/>
                </a:lnTo>
                <a:cubicBezTo>
                  <a:pt x="55179" y="14397"/>
                  <a:pt x="62401" y="9630"/>
                  <a:pt x="69816" y="9630"/>
                </a:cubicBezTo>
                <a:cubicBezTo>
                  <a:pt x="79446" y="9630"/>
                  <a:pt x="86668" y="16852"/>
                  <a:pt x="86668" y="26482"/>
                </a:cubicBezTo>
                <a:cubicBezTo>
                  <a:pt x="86668" y="40397"/>
                  <a:pt x="71549" y="54119"/>
                  <a:pt x="48630" y="7487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10" name="!!path-46q"/>
          <p:cNvSpPr/>
          <p:nvPr/>
        </p:nvSpPr>
        <p:spPr>
          <a:xfrm>
            <a:off x="4411154" y="3871404"/>
            <a:ext cx="577787" cy="449390"/>
          </a:xfrm>
          <a:custGeom>
            <a:avLst/>
            <a:gdLst/>
            <a:ahLst/>
            <a:cxnLst/>
            <a:rect l="l" t="t" r="r" b="b"/>
            <a:pathLst>
              <a:path w="577787" h="449390" fill="none">
                <a:moveTo>
                  <a:pt x="0" y="449390"/>
                </a:moveTo>
                <a:lnTo>
                  <a:pt x="577787" y="0"/>
                </a:lnTo>
              </a:path>
            </a:pathLst>
          </a:custGeom>
          <a:noFill/>
          <a:ln w="12840" cap="rnd">
            <a:solidFill>
              <a:srgbClr val="627D8D"/>
            </a:solidFill>
            <a:prstDash val="solid"/>
            <a:round/>
          </a:ln>
        </p:spPr>
      </p:sp>
      <p:sp>
        <p:nvSpPr>
          <p:cNvPr id="111" name="!!circle-46z"/>
          <p:cNvSpPr/>
          <p:nvPr/>
        </p:nvSpPr>
        <p:spPr>
          <a:xfrm>
            <a:off x="4924743" y="3807206"/>
            <a:ext cx="128397" cy="128397"/>
          </a:xfrm>
          <a:prstGeom prst="ellipse">
            <a:avLst/>
          </a:prstGeom>
          <a:solidFill>
            <a:srgbClr val="627D8D"/>
          </a:solidFill>
          <a:ln>
            <a:noFill/>
          </a:ln>
        </p:spPr>
      </p:sp>
      <p:sp>
        <p:nvSpPr>
          <p:cNvPr id="112" name="!!circle-478"/>
          <p:cNvSpPr/>
          <p:nvPr/>
        </p:nvSpPr>
        <p:spPr>
          <a:xfrm>
            <a:off x="8193937" y="2559086"/>
            <a:ext cx="141237" cy="141237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21213">
                <a:srgbClr val="627D8D">
                  <a:alpha val="900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13" name="!!path-47b"/>
          <p:cNvSpPr/>
          <p:nvPr/>
        </p:nvSpPr>
        <p:spPr>
          <a:xfrm>
            <a:off x="3704971" y="4064000"/>
            <a:ext cx="706184" cy="256794"/>
          </a:xfrm>
          <a:custGeom>
            <a:avLst/>
            <a:gdLst/>
            <a:ahLst/>
            <a:cxnLst/>
            <a:rect l="l" t="t" r="r" b="b"/>
            <a:pathLst>
              <a:path w="706184" h="256794" fill="none">
                <a:moveTo>
                  <a:pt x="706184" y="256794"/>
                </a:moveTo>
                <a:lnTo>
                  <a:pt x="0" y="0"/>
                </a:lnTo>
              </a:path>
            </a:pathLst>
          </a:custGeom>
          <a:noFill/>
          <a:ln w="12840" cap="rnd">
            <a:solidFill>
              <a:srgbClr val="627D8D"/>
            </a:solidFill>
            <a:prstDash val="solid"/>
            <a:round/>
          </a:ln>
        </p:spPr>
      </p:sp>
      <p:sp>
        <p:nvSpPr>
          <p:cNvPr id="114" name="!!circle-47k"/>
          <p:cNvSpPr/>
          <p:nvPr/>
        </p:nvSpPr>
        <p:spPr>
          <a:xfrm>
            <a:off x="3640772" y="3999801"/>
            <a:ext cx="128397" cy="128397"/>
          </a:xfrm>
          <a:prstGeom prst="ellipse">
            <a:avLst/>
          </a:prstGeom>
          <a:solidFill>
            <a:srgbClr val="627D8D"/>
          </a:solidFill>
          <a:ln>
            <a:noFill/>
          </a:ln>
        </p:spPr>
      </p:sp>
      <p:sp>
        <p:nvSpPr>
          <p:cNvPr id="115" name="!!circle-47u"/>
          <p:cNvSpPr/>
          <p:nvPr/>
        </p:nvSpPr>
        <p:spPr>
          <a:xfrm>
            <a:off x="7112480" y="2636126"/>
            <a:ext cx="141237" cy="141237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21213">
                <a:srgbClr val="627D8D">
                  <a:alpha val="900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16" name="!!path-47x"/>
          <p:cNvSpPr/>
          <p:nvPr/>
        </p:nvSpPr>
        <p:spPr>
          <a:xfrm>
            <a:off x="4411154" y="4320794"/>
            <a:ext cx="256794" cy="641985"/>
          </a:xfrm>
          <a:custGeom>
            <a:avLst/>
            <a:gdLst/>
            <a:ahLst/>
            <a:cxnLst/>
            <a:rect l="l" t="t" r="r" b="b"/>
            <a:pathLst>
              <a:path w="256794" h="641985" fill="none">
                <a:moveTo>
                  <a:pt x="0" y="0"/>
                </a:moveTo>
                <a:lnTo>
                  <a:pt x="256794" y="641985"/>
                </a:lnTo>
              </a:path>
            </a:pathLst>
          </a:custGeom>
          <a:noFill/>
          <a:ln w="12840" cap="rnd">
            <a:solidFill>
              <a:srgbClr val="627D8D"/>
            </a:solidFill>
            <a:prstDash val="solid"/>
            <a:round/>
          </a:ln>
        </p:spPr>
      </p:sp>
      <p:sp>
        <p:nvSpPr>
          <p:cNvPr id="117" name="!!circle-486"/>
          <p:cNvSpPr/>
          <p:nvPr/>
        </p:nvSpPr>
        <p:spPr>
          <a:xfrm>
            <a:off x="4603750" y="4898581"/>
            <a:ext cx="128397" cy="128397"/>
          </a:xfrm>
          <a:prstGeom prst="ellipse">
            <a:avLst/>
          </a:prstGeom>
          <a:solidFill>
            <a:srgbClr val="627D8D"/>
          </a:solidFill>
          <a:ln>
            <a:noFill/>
          </a:ln>
        </p:spPr>
      </p:sp>
      <p:sp>
        <p:nvSpPr>
          <p:cNvPr id="118" name="!!circle-48g"/>
          <p:cNvSpPr/>
          <p:nvPr/>
        </p:nvSpPr>
        <p:spPr>
          <a:xfrm>
            <a:off x="6216047" y="3621636"/>
            <a:ext cx="141237" cy="141237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21213">
                <a:srgbClr val="627D8D">
                  <a:alpha val="900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19" name="!!text-48o" descr="個人化推薦"/>
          <p:cNvSpPr txBox="1"/>
          <p:nvPr/>
        </p:nvSpPr>
        <p:spPr>
          <a:xfrm>
            <a:off x="668382" y="598308"/>
            <a:ext cx="890562" cy="22310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13" b="1" kern="0" spc="146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個人化推</a:t>
            </a:r>
            <a:r>
              <a:rPr lang="zh-TW" altLang="en-US" sz="1213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薦</a:t>
            </a:r>
            <a:endParaRPr lang="zh-TW" sz="1213"/>
          </a:p>
        </p:txBody>
      </p:sp>
      <p:sp>
        <p:nvSpPr>
          <p:cNvPr id="120" name="!!text-48z" descr="每本推薦，都有理由"/>
          <p:cNvSpPr txBox="1"/>
          <p:nvPr/>
        </p:nvSpPr>
        <p:spPr>
          <a:xfrm>
            <a:off x="668382" y="869996"/>
            <a:ext cx="4076862" cy="66930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3640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每本推</a:t>
            </a:r>
            <a:r>
              <a:rPr lang="zh-TW" altLang="en-US" sz="3640" kern="0" spc="-1092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薦</a:t>
            </a:r>
            <a:r>
              <a:rPr lang="zh-TW" altLang="en-US" sz="3640" kern="0" spc="-655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，</a:t>
            </a:r>
            <a:r>
              <a:rPr lang="zh-TW" altLang="en-US" sz="3640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都有理由</a:t>
            </a:r>
            <a:endParaRPr lang="zh-TW" sz="3640"/>
          </a:p>
        </p:txBody>
      </p:sp>
      <p:sp>
        <p:nvSpPr>
          <p:cNvPr id="121" name="!!text-49d" descr="分析收藏與瀏覽紀錄，以語意向量找出相近書籍並寫下推薦理由。"/>
          <p:cNvSpPr txBox="1"/>
          <p:nvPr/>
        </p:nvSpPr>
        <p:spPr>
          <a:xfrm>
            <a:off x="668382" y="1593642"/>
            <a:ext cx="5643049" cy="27887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517" kern="0" dirty="0">
                <a:solidFill>
                  <a:srgbClr val="3F4A54"/>
                </a:solidFill>
                <a:latin typeface="Noto Sans TC Medium"/>
                <a:ea typeface="Noto Sans TC Medium"/>
                <a:cs typeface="Noto Sans TC Medium"/>
              </a:rPr>
              <a:t>分析收藏與瀏覽紀錄，以語意向量找出相近書籍並寫下推薦理由。</a:t>
            </a:r>
            <a:endParaRPr lang="zh-TW" sz="1517"/>
          </a:p>
        </p:txBody>
      </p:sp>
      <p:sp>
        <p:nvSpPr>
          <p:cNvPr id="122" name="!!rect-7lb"/>
          <p:cNvSpPr/>
          <p:nvPr/>
        </p:nvSpPr>
        <p:spPr>
          <a:xfrm>
            <a:off x="8521700" y="660400"/>
            <a:ext cx="2933700" cy="6121400"/>
          </a:xfrm>
          <a:prstGeom prst="roundRect">
            <a:avLst>
              <a:gd name="adj" fmla="val 18020"/>
            </a:avLst>
          </a:prstGeom>
          <a:solidFill>
            <a:srgbClr val="0B1A26">
              <a:alpha val="30000"/>
            </a:srgbClr>
          </a:solidFill>
          <a:ln>
            <a:noFill/>
          </a:ln>
          <a:effectLst>
            <a:softEdge rad="474980"/>
          </a:effectLst>
        </p:spPr>
      </p:sp>
      <p:sp>
        <p:nvSpPr>
          <p:cNvPr id="123" name="!!rect-7lc"/>
          <p:cNvSpPr/>
          <p:nvPr/>
        </p:nvSpPr>
        <p:spPr>
          <a:xfrm>
            <a:off x="8591550" y="527050"/>
            <a:ext cx="2794000" cy="5829300"/>
          </a:xfrm>
          <a:prstGeom prst="roundRect">
            <a:avLst>
              <a:gd name="adj" fmla="val 16825"/>
            </a:avLst>
          </a:prstGeom>
          <a:solidFill>
            <a:srgbClr val="0B1A26">
              <a:alpha val="16000"/>
            </a:srgbClr>
          </a:solidFill>
          <a:ln>
            <a:noFill/>
          </a:ln>
          <a:effectLst>
            <a:softEdge rad="125730"/>
          </a:effectLst>
        </p:spPr>
      </p:sp>
      <p:sp>
        <p:nvSpPr>
          <p:cNvPr id="124" name="!!rect-7ld"/>
          <p:cNvSpPr/>
          <p:nvPr/>
        </p:nvSpPr>
        <p:spPr>
          <a:xfrm>
            <a:off x="8590280" y="1676400"/>
            <a:ext cx="31750" cy="2159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125" name="!!rect-7le"/>
          <p:cNvSpPr/>
          <p:nvPr/>
        </p:nvSpPr>
        <p:spPr>
          <a:xfrm>
            <a:off x="8590280" y="2108200"/>
            <a:ext cx="31750" cy="4064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126" name="!!rect-7lf"/>
          <p:cNvSpPr/>
          <p:nvPr/>
        </p:nvSpPr>
        <p:spPr>
          <a:xfrm>
            <a:off x="8590280" y="2603500"/>
            <a:ext cx="31750" cy="4064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127" name="!!rect-7lg"/>
          <p:cNvSpPr/>
          <p:nvPr/>
        </p:nvSpPr>
        <p:spPr>
          <a:xfrm>
            <a:off x="11355070" y="2260600"/>
            <a:ext cx="31750" cy="6350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128" name="!!rect-7lh"/>
          <p:cNvSpPr/>
          <p:nvPr/>
        </p:nvSpPr>
        <p:spPr>
          <a:xfrm>
            <a:off x="11357610" y="4114800"/>
            <a:ext cx="25400" cy="419100"/>
          </a:xfrm>
          <a:prstGeom prst="roundRect">
            <a:avLst>
              <a:gd name="adj" fmla="val 50000"/>
            </a:avLst>
          </a:prstGeom>
          <a:solidFill>
            <a:srgbClr val="8795A0"/>
          </a:solidFill>
          <a:ln>
            <a:noFill/>
          </a:ln>
        </p:spPr>
      </p:sp>
      <p:sp>
        <p:nvSpPr>
          <p:cNvPr id="129" name="!!rect-7li"/>
          <p:cNvSpPr/>
          <p:nvPr/>
        </p:nvSpPr>
        <p:spPr>
          <a:xfrm>
            <a:off x="8610600" y="508000"/>
            <a:ext cx="2755900" cy="5753100"/>
          </a:xfrm>
          <a:prstGeom prst="roundRect">
            <a:avLst>
              <a:gd name="adj" fmla="val 16359"/>
            </a:avLst>
          </a:prstGeom>
          <a:gradFill rotWithShape="1">
            <a:gsLst>
              <a:gs pos="0">
                <a:srgbClr val="FBFCFD"/>
              </a:gs>
              <a:gs pos="18000">
                <a:srgbClr val="DDE5EB"/>
              </a:gs>
              <a:gs pos="46000">
                <a:srgbClr val="B4C2CC"/>
              </a:gs>
              <a:gs pos="62000">
                <a:srgbClr val="D3DCE3"/>
              </a:gs>
              <a:gs pos="84000">
                <a:srgbClr val="A9B8C3"/>
              </a:gs>
              <a:gs pos="100000">
                <a:srgbClr val="E8EEF2"/>
              </a:gs>
              <a:gs pos="100000">
                <a:srgbClr val="E8EEF2"/>
              </a:gs>
            </a:gsLst>
            <a:lin ang="3864255" scaled="0"/>
          </a:gradFill>
          <a:ln>
            <a:noFill/>
          </a:ln>
        </p:spPr>
      </p:sp>
      <p:sp>
        <p:nvSpPr>
          <p:cNvPr id="130" name="!!rect-7lj"/>
          <p:cNvSpPr/>
          <p:nvPr/>
        </p:nvSpPr>
        <p:spPr>
          <a:xfrm>
            <a:off x="8614410" y="511810"/>
            <a:ext cx="2748280" cy="5745480"/>
          </a:xfrm>
          <a:prstGeom prst="roundRect">
            <a:avLst>
              <a:gd name="adj" fmla="val 16266"/>
            </a:avLst>
          </a:prstGeom>
          <a:noFill/>
          <a:ln w="7620" cap="flat">
            <a:solidFill>
              <a:srgbClr val="7F8F9B">
                <a:alpha val="55000"/>
              </a:srgbClr>
            </a:solidFill>
            <a:prstDash val="solid"/>
            <a:miter lim="800000"/>
          </a:ln>
        </p:spPr>
      </p:sp>
      <p:sp>
        <p:nvSpPr>
          <p:cNvPr id="131" name="!!rect-7lk"/>
          <p:cNvSpPr/>
          <p:nvPr/>
        </p:nvSpPr>
        <p:spPr>
          <a:xfrm>
            <a:off x="8637270" y="534670"/>
            <a:ext cx="2702560" cy="5699760"/>
          </a:xfrm>
          <a:prstGeom prst="roundRect">
            <a:avLst>
              <a:gd name="adj" fmla="val 15695"/>
            </a:avLst>
          </a:prstGeom>
          <a:noFill/>
          <a:ln w="8890" cap="flat">
            <a:solidFill>
              <a:srgbClr val="FFFFFF">
                <a:alpha val="75000"/>
              </a:srgbClr>
            </a:solidFill>
            <a:prstDash val="solid"/>
            <a:miter lim="800000"/>
          </a:ln>
        </p:spPr>
      </p:sp>
      <p:sp>
        <p:nvSpPr>
          <p:cNvPr id="132" name="!!rect-7ll"/>
          <p:cNvSpPr/>
          <p:nvPr/>
        </p:nvSpPr>
        <p:spPr>
          <a:xfrm>
            <a:off x="8664575" y="561975"/>
            <a:ext cx="2647950" cy="5645150"/>
          </a:xfrm>
          <a:prstGeom prst="roundRect">
            <a:avLst>
              <a:gd name="adj" fmla="val 14988"/>
            </a:avLst>
          </a:prstGeom>
          <a:solidFill>
            <a:srgbClr val="050608"/>
          </a:solidFill>
          <a:ln>
            <a:noFill/>
          </a:ln>
        </p:spPr>
      </p:sp>
      <p:sp>
        <p:nvSpPr>
          <p:cNvPr id="133" name="!!rect-7ln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solidFill>
            <a:srgbClr val="F3F5F7"/>
          </a:solidFill>
          <a:ln>
            <a:noFill/>
          </a:ln>
        </p:spPr>
      </p:sp>
      <p:sp>
        <p:nvSpPr>
          <p:cNvPr id="134" name="!!rect-7zu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solidFill>
            <a:srgbClr val="F3F5F7"/>
          </a:solidFill>
          <a:ln>
            <a:noFill/>
          </a:ln>
        </p:spPr>
      </p:sp>
      <p:sp>
        <p:nvSpPr>
          <p:cNvPr id="135" name="!!path-7zw"/>
          <p:cNvSpPr/>
          <p:nvPr/>
        </p:nvSpPr>
        <p:spPr>
          <a:xfrm>
            <a:off x="8712200" y="609600"/>
            <a:ext cx="2552700" cy="1149350"/>
          </a:xfrm>
          <a:custGeom>
            <a:avLst/>
            <a:gdLst/>
            <a:ahLst/>
            <a:cxnLst/>
            <a:rect l="l" t="t" r="r" b="b"/>
            <a:pathLst>
              <a:path w="2552700" h="1149350">
                <a:moveTo>
                  <a:pt x="0" y="349250"/>
                </a:moveTo>
                <a:lnTo>
                  <a:pt x="6711" y="281115"/>
                </a:lnTo>
                <a:lnTo>
                  <a:pt x="26585" y="215598"/>
                </a:lnTo>
                <a:lnTo>
                  <a:pt x="58859" y="155217"/>
                </a:lnTo>
                <a:lnTo>
                  <a:pt x="102293" y="102293"/>
                </a:lnTo>
                <a:lnTo>
                  <a:pt x="155217" y="58859"/>
                </a:lnTo>
                <a:lnTo>
                  <a:pt x="215598" y="26585"/>
                </a:lnTo>
                <a:lnTo>
                  <a:pt x="281115" y="6711"/>
                </a:lnTo>
                <a:lnTo>
                  <a:pt x="349250" y="0"/>
                </a:lnTo>
                <a:lnTo>
                  <a:pt x="2203450" y="0"/>
                </a:lnTo>
                <a:lnTo>
                  <a:pt x="2271585" y="6711"/>
                </a:lnTo>
                <a:lnTo>
                  <a:pt x="2337102" y="26585"/>
                </a:lnTo>
                <a:lnTo>
                  <a:pt x="2397483" y="58859"/>
                </a:lnTo>
                <a:lnTo>
                  <a:pt x="2450407" y="102293"/>
                </a:lnTo>
                <a:lnTo>
                  <a:pt x="2493841" y="155217"/>
                </a:lnTo>
                <a:lnTo>
                  <a:pt x="2526115" y="215598"/>
                </a:lnTo>
                <a:lnTo>
                  <a:pt x="2545989" y="281115"/>
                </a:lnTo>
                <a:lnTo>
                  <a:pt x="2552700" y="349250"/>
                </a:lnTo>
                <a:lnTo>
                  <a:pt x="2552700" y="996950"/>
                </a:lnTo>
                <a:lnTo>
                  <a:pt x="2551642" y="1021292"/>
                </a:lnTo>
                <a:lnTo>
                  <a:pt x="2548467" y="1043517"/>
                </a:lnTo>
                <a:lnTo>
                  <a:pt x="2543175" y="1063625"/>
                </a:lnTo>
                <a:lnTo>
                  <a:pt x="2535767" y="1081617"/>
                </a:lnTo>
                <a:lnTo>
                  <a:pt x="2526242" y="1097492"/>
                </a:lnTo>
                <a:lnTo>
                  <a:pt x="2514600" y="1111250"/>
                </a:lnTo>
                <a:lnTo>
                  <a:pt x="2500842" y="1122892"/>
                </a:lnTo>
                <a:lnTo>
                  <a:pt x="2484967" y="1132417"/>
                </a:lnTo>
                <a:lnTo>
                  <a:pt x="2466975" y="1139825"/>
                </a:lnTo>
                <a:lnTo>
                  <a:pt x="2446867" y="1145117"/>
                </a:lnTo>
                <a:lnTo>
                  <a:pt x="2424642" y="1148292"/>
                </a:lnTo>
                <a:lnTo>
                  <a:pt x="2400300" y="1149350"/>
                </a:lnTo>
                <a:lnTo>
                  <a:pt x="152400" y="1149350"/>
                </a:lnTo>
                <a:lnTo>
                  <a:pt x="128058" y="1148292"/>
                </a:lnTo>
                <a:lnTo>
                  <a:pt x="105833" y="1145117"/>
                </a:lnTo>
                <a:lnTo>
                  <a:pt x="85725" y="1139825"/>
                </a:lnTo>
                <a:lnTo>
                  <a:pt x="67733" y="1132417"/>
                </a:lnTo>
                <a:lnTo>
                  <a:pt x="51858" y="1122892"/>
                </a:lnTo>
                <a:lnTo>
                  <a:pt x="38100" y="1111250"/>
                </a:lnTo>
                <a:lnTo>
                  <a:pt x="26458" y="1097492"/>
                </a:lnTo>
                <a:lnTo>
                  <a:pt x="16933" y="1081617"/>
                </a:lnTo>
                <a:lnTo>
                  <a:pt x="9525" y="1063625"/>
                </a:lnTo>
                <a:lnTo>
                  <a:pt x="4233" y="1043517"/>
                </a:lnTo>
                <a:lnTo>
                  <a:pt x="1058" y="1021292"/>
                </a:lnTo>
                <a:lnTo>
                  <a:pt x="0" y="996950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136" name="!!text-7zx" descr="2:25"/>
          <p:cNvSpPr txBox="1"/>
          <p:nvPr/>
        </p:nvSpPr>
        <p:spPr>
          <a:xfrm>
            <a:off x="9020597" y="714883"/>
            <a:ext cx="253790" cy="1563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50" kern="0" dirty="0">
                <a:solidFill>
                  <a:srgbClr val="FFFFFF"/>
                </a:solidFill>
                <a:latin typeface="Noto Sans TC SemiBold"/>
                <a:ea typeface="Noto Sans TC SemiBold"/>
                <a:cs typeface="Noto Sans TC SemiBold"/>
              </a:rPr>
              <a:t>2:25</a:t>
            </a:r>
            <a:endParaRPr lang="zh-TW" sz="850"/>
          </a:p>
        </p:txBody>
      </p:sp>
      <p:sp>
        <p:nvSpPr>
          <p:cNvPr id="137" name="!!rect-802"/>
          <p:cNvSpPr/>
          <p:nvPr/>
        </p:nvSpPr>
        <p:spPr>
          <a:xfrm>
            <a:off x="10579100" y="808990"/>
            <a:ext cx="21590" cy="2667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38" name="!!rect-803"/>
          <p:cNvSpPr/>
          <p:nvPr/>
        </p:nvSpPr>
        <p:spPr>
          <a:xfrm>
            <a:off x="10612120" y="792480"/>
            <a:ext cx="21590" cy="4318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39" name="!!rect-804"/>
          <p:cNvSpPr/>
          <p:nvPr/>
        </p:nvSpPr>
        <p:spPr>
          <a:xfrm>
            <a:off x="10645140" y="775970"/>
            <a:ext cx="21590" cy="5969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40" name="!!rect-805"/>
          <p:cNvSpPr/>
          <p:nvPr/>
        </p:nvSpPr>
        <p:spPr>
          <a:xfrm>
            <a:off x="10678160" y="759460"/>
            <a:ext cx="21590" cy="7620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41" name="!!path-806"/>
          <p:cNvSpPr/>
          <p:nvPr/>
        </p:nvSpPr>
        <p:spPr>
          <a:xfrm>
            <a:off x="10763250" y="763570"/>
            <a:ext cx="95250" cy="70820"/>
          </a:xfrm>
          <a:custGeom>
            <a:avLst/>
            <a:gdLst/>
            <a:ahLst/>
            <a:cxnLst/>
            <a:rect l="l" t="t" r="r" b="b"/>
            <a:pathLst>
              <a:path w="95250" h="70820">
                <a:moveTo>
                  <a:pt x="47625" y="70820"/>
                </a:moveTo>
                <a:lnTo>
                  <a:pt x="31115" y="51135"/>
                </a:lnTo>
                <a:cubicBezTo>
                  <a:pt x="40714" y="43262"/>
                  <a:pt x="54536" y="43262"/>
                  <a:pt x="64135" y="51135"/>
                </a:cubicBezTo>
                <a:close/>
                <a:moveTo>
                  <a:pt x="0" y="23830"/>
                </a:moveTo>
                <a:cubicBezTo>
                  <a:pt x="27279" y="0"/>
                  <a:pt x="67971" y="0"/>
                  <a:pt x="95250" y="23830"/>
                </a:cubicBezTo>
                <a:lnTo>
                  <a:pt x="83820" y="37165"/>
                </a:lnTo>
                <a:cubicBezTo>
                  <a:pt x="63051" y="19153"/>
                  <a:pt x="32199" y="19153"/>
                  <a:pt x="11430" y="37165"/>
                </a:cubicBezTo>
                <a:close/>
                <a:moveTo>
                  <a:pt x="16510" y="43515"/>
                </a:moveTo>
                <a:cubicBezTo>
                  <a:pt x="34385" y="28089"/>
                  <a:pt x="60865" y="28089"/>
                  <a:pt x="78740" y="43515"/>
                </a:cubicBezTo>
                <a:lnTo>
                  <a:pt x="67310" y="56850"/>
                </a:lnTo>
                <a:cubicBezTo>
                  <a:pt x="55947" y="47238"/>
                  <a:pt x="39303" y="47238"/>
                  <a:pt x="27940" y="5685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42" name="!!rect-807"/>
          <p:cNvSpPr/>
          <p:nvPr/>
        </p:nvSpPr>
        <p:spPr>
          <a:xfrm>
            <a:off x="10902950" y="760730"/>
            <a:ext cx="161925" cy="78740"/>
          </a:xfrm>
          <a:prstGeom prst="roundRect">
            <a:avLst>
              <a:gd name="adj" fmla="val 32258"/>
            </a:avLst>
          </a:prstGeom>
          <a:noFill/>
          <a:ln w="6985" cap="flat">
            <a:solidFill>
              <a:srgbClr val="FFFFFF">
                <a:alpha val="38000"/>
              </a:srgbClr>
            </a:solidFill>
            <a:prstDash val="solid"/>
            <a:miter lim="800000"/>
          </a:ln>
        </p:spPr>
      </p:sp>
      <p:sp>
        <p:nvSpPr>
          <p:cNvPr id="143" name="!!rect-808"/>
          <p:cNvSpPr/>
          <p:nvPr/>
        </p:nvSpPr>
        <p:spPr>
          <a:xfrm>
            <a:off x="10916285" y="774065"/>
            <a:ext cx="110909" cy="52070"/>
          </a:xfrm>
          <a:prstGeom prst="roundRect">
            <a:avLst>
              <a:gd name="adj" fmla="val 26829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44" name="!!path-809"/>
          <p:cNvSpPr/>
          <p:nvPr/>
        </p:nvSpPr>
        <p:spPr>
          <a:xfrm>
            <a:off x="11074400" y="786130"/>
            <a:ext cx="10345" cy="27940"/>
          </a:xfrm>
          <a:custGeom>
            <a:avLst/>
            <a:gdLst/>
            <a:ahLst/>
            <a:cxnLst/>
            <a:rect l="l" t="t" r="r" b="b"/>
            <a:pathLst>
              <a:path w="10345" h="27940">
                <a:moveTo>
                  <a:pt x="0" y="0"/>
                </a:moveTo>
                <a:lnTo>
                  <a:pt x="0" y="27940"/>
                </a:lnTo>
                <a:cubicBezTo>
                  <a:pt x="6146" y="26066"/>
                  <a:pt x="10345" y="20395"/>
                  <a:pt x="10345" y="13970"/>
                </a:cubicBezTo>
                <a:cubicBezTo>
                  <a:pt x="10345" y="7545"/>
                  <a:pt x="6146" y="1874"/>
                  <a:pt x="0" y="0"/>
                </a:cubicBezTo>
                <a:close/>
              </a:path>
            </a:pathLst>
          </a:custGeom>
          <a:solidFill>
            <a:srgbClr val="FFFFFF">
              <a:alpha val="45000"/>
            </a:srgbClr>
          </a:solidFill>
          <a:ln>
            <a:noFill/>
          </a:ln>
        </p:spPr>
      </p:sp>
      <p:sp>
        <p:nvSpPr>
          <p:cNvPr id="145" name="!!text-80a" descr="您好，海嫄"/>
          <p:cNvSpPr txBox="1"/>
          <p:nvPr/>
        </p:nvSpPr>
        <p:spPr>
          <a:xfrm>
            <a:off x="8813800" y="1025398"/>
            <a:ext cx="740410" cy="20228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00" b="1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您好，海嫄</a:t>
            </a:r>
            <a:endParaRPr lang="zh-TW" sz="1100"/>
          </a:p>
        </p:txBody>
      </p:sp>
      <p:sp>
        <p:nvSpPr>
          <p:cNvPr id="146" name="!!path-80g"/>
          <p:cNvSpPr/>
          <p:nvPr/>
        </p:nvSpPr>
        <p:spPr>
          <a:xfrm>
            <a:off x="10763777" y="1067854"/>
            <a:ext cx="137870" cy="137541"/>
          </a:xfrm>
          <a:custGeom>
            <a:avLst/>
            <a:gdLst/>
            <a:ahLst/>
            <a:cxnLst/>
            <a:rect l="l" t="t" r="r" b="b"/>
            <a:pathLst>
              <a:path w="137870" h="137541">
                <a:moveTo>
                  <a:pt x="41262" y="110033"/>
                </a:moveTo>
                <a:cubicBezTo>
                  <a:pt x="33698" y="110033"/>
                  <a:pt x="27577" y="116222"/>
                  <a:pt x="27577" y="123787"/>
                </a:cubicBezTo>
                <a:cubicBezTo>
                  <a:pt x="27577" y="131352"/>
                  <a:pt x="33698" y="137541"/>
                  <a:pt x="41262" y="137541"/>
                </a:cubicBezTo>
                <a:cubicBezTo>
                  <a:pt x="48827" y="137541"/>
                  <a:pt x="55016" y="131352"/>
                  <a:pt x="55016" y="123787"/>
                </a:cubicBezTo>
                <a:cubicBezTo>
                  <a:pt x="55016" y="116222"/>
                  <a:pt x="48827" y="110033"/>
                  <a:pt x="41262" y="110033"/>
                </a:cubicBezTo>
                <a:close/>
                <a:moveTo>
                  <a:pt x="0" y="0"/>
                </a:moveTo>
                <a:lnTo>
                  <a:pt x="0" y="13754"/>
                </a:lnTo>
                <a:lnTo>
                  <a:pt x="13754" y="13754"/>
                </a:lnTo>
                <a:lnTo>
                  <a:pt x="38511" y="65951"/>
                </a:lnTo>
                <a:lnTo>
                  <a:pt x="29227" y="82800"/>
                </a:lnTo>
                <a:cubicBezTo>
                  <a:pt x="28127" y="84725"/>
                  <a:pt x="27508" y="86995"/>
                  <a:pt x="27508" y="89402"/>
                </a:cubicBezTo>
                <a:cubicBezTo>
                  <a:pt x="27508" y="96966"/>
                  <a:pt x="33698" y="103156"/>
                  <a:pt x="41262" y="103156"/>
                </a:cubicBezTo>
                <a:lnTo>
                  <a:pt x="123787" y="103156"/>
                </a:lnTo>
                <a:lnTo>
                  <a:pt x="123787" y="89402"/>
                </a:lnTo>
                <a:lnTo>
                  <a:pt x="44151" y="89402"/>
                </a:lnTo>
                <a:cubicBezTo>
                  <a:pt x="43188" y="89402"/>
                  <a:pt x="42431" y="88645"/>
                  <a:pt x="42431" y="87682"/>
                </a:cubicBezTo>
                <a:lnTo>
                  <a:pt x="42638" y="86857"/>
                </a:lnTo>
                <a:lnTo>
                  <a:pt x="48827" y="75648"/>
                </a:lnTo>
                <a:lnTo>
                  <a:pt x="100061" y="75648"/>
                </a:lnTo>
                <a:cubicBezTo>
                  <a:pt x="105219" y="75648"/>
                  <a:pt x="109758" y="72828"/>
                  <a:pt x="112096" y="68564"/>
                </a:cubicBezTo>
                <a:lnTo>
                  <a:pt x="136716" y="23932"/>
                </a:lnTo>
                <a:cubicBezTo>
                  <a:pt x="137870" y="21797"/>
                  <a:pt x="137817" y="19213"/>
                  <a:pt x="136577" y="17127"/>
                </a:cubicBezTo>
                <a:cubicBezTo>
                  <a:pt x="135336" y="15040"/>
                  <a:pt x="133091" y="13760"/>
                  <a:pt x="130664" y="13754"/>
                </a:cubicBezTo>
                <a:lnTo>
                  <a:pt x="28952" y="13754"/>
                </a:lnTo>
                <a:lnTo>
                  <a:pt x="22488" y="0"/>
                </a:lnTo>
                <a:lnTo>
                  <a:pt x="0" y="0"/>
                </a:lnTo>
                <a:close/>
                <a:moveTo>
                  <a:pt x="110033" y="110033"/>
                </a:moveTo>
                <a:cubicBezTo>
                  <a:pt x="102468" y="110033"/>
                  <a:pt x="96347" y="116222"/>
                  <a:pt x="96347" y="123787"/>
                </a:cubicBezTo>
                <a:cubicBezTo>
                  <a:pt x="96347" y="131352"/>
                  <a:pt x="102468" y="137541"/>
                  <a:pt x="110033" y="137541"/>
                </a:cubicBezTo>
                <a:cubicBezTo>
                  <a:pt x="117598" y="137541"/>
                  <a:pt x="123787" y="131352"/>
                  <a:pt x="123787" y="123787"/>
                </a:cubicBezTo>
                <a:cubicBezTo>
                  <a:pt x="123787" y="116222"/>
                  <a:pt x="117598" y="110033"/>
                  <a:pt x="110033" y="11003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47" name="!!path-80h"/>
          <p:cNvSpPr/>
          <p:nvPr/>
        </p:nvSpPr>
        <p:spPr>
          <a:xfrm>
            <a:off x="10998200" y="107950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14300" y="0"/>
                </a:moveTo>
                <a:lnTo>
                  <a:pt x="12700" y="0"/>
                </a:lnTo>
                <a:cubicBezTo>
                  <a:pt x="5715" y="0"/>
                  <a:pt x="0" y="5715"/>
                  <a:pt x="0" y="12700"/>
                </a:cubicBezTo>
                <a:lnTo>
                  <a:pt x="0" y="127000"/>
                </a:lnTo>
                <a:lnTo>
                  <a:pt x="25400" y="101600"/>
                </a:lnTo>
                <a:lnTo>
                  <a:pt x="114300" y="101600"/>
                </a:lnTo>
                <a:cubicBezTo>
                  <a:pt x="121285" y="101600"/>
                  <a:pt x="127000" y="95885"/>
                  <a:pt x="127000" y="88900"/>
                </a:cubicBezTo>
                <a:lnTo>
                  <a:pt x="127000" y="12700"/>
                </a:lnTo>
                <a:cubicBezTo>
                  <a:pt x="127000" y="5715"/>
                  <a:pt x="121285" y="0"/>
                  <a:pt x="114300" y="0"/>
                </a:cubicBezTo>
                <a:close/>
                <a:moveTo>
                  <a:pt x="114300" y="88900"/>
                </a:moveTo>
                <a:lnTo>
                  <a:pt x="25400" y="88900"/>
                </a:lnTo>
                <a:lnTo>
                  <a:pt x="12700" y="101600"/>
                </a:lnTo>
                <a:lnTo>
                  <a:pt x="12700" y="12700"/>
                </a:lnTo>
                <a:lnTo>
                  <a:pt x="114300" y="12700"/>
                </a:lnTo>
                <a:lnTo>
                  <a:pt x="114300" y="889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48" name="!!rect-80i"/>
          <p:cNvSpPr/>
          <p:nvPr/>
        </p:nvSpPr>
        <p:spPr>
          <a:xfrm>
            <a:off x="8813800" y="1352550"/>
            <a:ext cx="2349500" cy="279400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49" name="!!path-80j"/>
          <p:cNvSpPr/>
          <p:nvPr/>
        </p:nvSpPr>
        <p:spPr>
          <a:xfrm>
            <a:off x="8920169" y="1439869"/>
            <a:ext cx="101843" cy="101843"/>
          </a:xfrm>
          <a:custGeom>
            <a:avLst/>
            <a:gdLst/>
            <a:ahLst/>
            <a:cxnLst/>
            <a:rect l="l" t="t" r="r" b="b"/>
            <a:pathLst>
              <a:path w="101843" h="101843">
                <a:moveTo>
                  <a:pt x="72787" y="64052"/>
                </a:moveTo>
                <a:lnTo>
                  <a:pt x="68187" y="64052"/>
                </a:lnTo>
                <a:lnTo>
                  <a:pt x="66556" y="62480"/>
                </a:lnTo>
                <a:cubicBezTo>
                  <a:pt x="72263" y="55842"/>
                  <a:pt x="75698" y="47224"/>
                  <a:pt x="75698" y="37849"/>
                </a:cubicBezTo>
                <a:cubicBezTo>
                  <a:pt x="75698" y="16945"/>
                  <a:pt x="58754" y="0"/>
                  <a:pt x="37849" y="0"/>
                </a:cubicBezTo>
                <a:cubicBezTo>
                  <a:pt x="16945" y="0"/>
                  <a:pt x="0" y="16945"/>
                  <a:pt x="0" y="37849"/>
                </a:cubicBezTo>
                <a:cubicBezTo>
                  <a:pt x="0" y="58754"/>
                  <a:pt x="16945" y="75698"/>
                  <a:pt x="37849" y="75698"/>
                </a:cubicBezTo>
                <a:cubicBezTo>
                  <a:pt x="47224" y="75698"/>
                  <a:pt x="55842" y="72263"/>
                  <a:pt x="62480" y="66556"/>
                </a:cubicBezTo>
                <a:lnTo>
                  <a:pt x="64052" y="68187"/>
                </a:lnTo>
                <a:lnTo>
                  <a:pt x="64052" y="72787"/>
                </a:lnTo>
                <a:lnTo>
                  <a:pt x="93167" y="101843"/>
                </a:lnTo>
                <a:lnTo>
                  <a:pt x="101843" y="93167"/>
                </a:lnTo>
                <a:lnTo>
                  <a:pt x="72787" y="64052"/>
                </a:lnTo>
                <a:close/>
                <a:moveTo>
                  <a:pt x="37849" y="64052"/>
                </a:moveTo>
                <a:cubicBezTo>
                  <a:pt x="23350" y="64052"/>
                  <a:pt x="11646" y="52348"/>
                  <a:pt x="11646" y="37849"/>
                </a:cubicBezTo>
                <a:cubicBezTo>
                  <a:pt x="11646" y="23350"/>
                  <a:pt x="23350" y="11646"/>
                  <a:pt x="37849" y="11646"/>
                </a:cubicBezTo>
                <a:cubicBezTo>
                  <a:pt x="52348" y="11646"/>
                  <a:pt x="64052" y="23350"/>
                  <a:pt x="64052" y="37849"/>
                </a:cubicBezTo>
                <a:cubicBezTo>
                  <a:pt x="64052" y="52348"/>
                  <a:pt x="52348" y="64052"/>
                  <a:pt x="37849" y="64052"/>
                </a:cubicBezTo>
                <a:close/>
              </a:path>
            </a:pathLst>
          </a:custGeom>
          <a:solidFill>
            <a:srgbClr val="BDBDBD"/>
          </a:solidFill>
          <a:ln>
            <a:noFill/>
          </a:ln>
        </p:spPr>
      </p:sp>
      <p:sp>
        <p:nvSpPr>
          <p:cNvPr id="150" name="!!text-80k" descr="搜尋書名、作者或 ISBN"/>
          <p:cNvSpPr txBox="1"/>
          <p:nvPr/>
        </p:nvSpPr>
        <p:spPr>
          <a:xfrm>
            <a:off x="9093200" y="1419860"/>
            <a:ext cx="1028033" cy="1379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0" kern="0" dirty="0">
                <a:solidFill>
                  <a:srgbClr val="BDBDBD"/>
                </a:solidFill>
                <a:latin typeface="Noto Sans TC"/>
                <a:ea typeface="Noto Sans TC"/>
                <a:cs typeface="Noto Sans TC"/>
              </a:rPr>
              <a:t>搜尋書名、作者或 ISBN</a:t>
            </a:r>
            <a:endParaRPr lang="zh-TW" sz="750"/>
          </a:p>
        </p:txBody>
      </p:sp>
      <p:sp>
        <p:nvSpPr>
          <p:cNvPr id="151" name="!!rect-811"/>
          <p:cNvSpPr/>
          <p:nvPr/>
        </p:nvSpPr>
        <p:spPr>
          <a:xfrm>
            <a:off x="8813800" y="1847850"/>
            <a:ext cx="482600" cy="203200"/>
          </a:xfrm>
          <a:prstGeom prst="roundRect">
            <a:avLst>
              <a:gd name="adj" fmla="val 50000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152" name="!!text-812" descr="全部書籍"/>
          <p:cNvSpPr txBox="1"/>
          <p:nvPr/>
        </p:nvSpPr>
        <p:spPr>
          <a:xfrm>
            <a:off x="8890000" y="1885442"/>
            <a:ext cx="354965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kern="0" dirty="0">
                <a:solidFill>
                  <a:srgbClr val="FFFFFF"/>
                </a:solidFill>
                <a:latin typeface="Noto Sans TC SemiBold"/>
                <a:ea typeface="Noto Sans TC SemiBold"/>
                <a:cs typeface="Noto Sans TC SemiBold"/>
              </a:rPr>
              <a:t>全部書籍</a:t>
            </a:r>
            <a:endParaRPr lang="zh-TW" sz="650"/>
          </a:p>
        </p:txBody>
      </p:sp>
      <p:sp>
        <p:nvSpPr>
          <p:cNvPr id="153" name="!!rect-81b"/>
          <p:cNvSpPr/>
          <p:nvPr/>
        </p:nvSpPr>
        <p:spPr>
          <a:xfrm>
            <a:off x="9347200" y="1847850"/>
            <a:ext cx="482600" cy="203200"/>
          </a:xfrm>
          <a:prstGeom prst="roundRect">
            <a:avLst>
              <a:gd name="adj" fmla="val 50000"/>
            </a:avLst>
          </a:prstGeom>
          <a:solidFill>
            <a:srgbClr val="E8ECEF"/>
          </a:solidFill>
          <a:ln>
            <a:noFill/>
          </a:ln>
        </p:spPr>
      </p:sp>
      <p:sp>
        <p:nvSpPr>
          <p:cNvPr id="154" name="!!text-81c" descr="考試用書"/>
          <p:cNvSpPr txBox="1"/>
          <p:nvPr/>
        </p:nvSpPr>
        <p:spPr>
          <a:xfrm>
            <a:off x="9423400" y="1885442"/>
            <a:ext cx="354965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考試用書</a:t>
            </a:r>
            <a:endParaRPr lang="zh-TW" sz="650"/>
          </a:p>
        </p:txBody>
      </p:sp>
      <p:sp>
        <p:nvSpPr>
          <p:cNvPr id="155" name="!!rect-81l"/>
          <p:cNvSpPr/>
          <p:nvPr/>
        </p:nvSpPr>
        <p:spPr>
          <a:xfrm>
            <a:off x="9880600" y="1847850"/>
            <a:ext cx="400050" cy="203200"/>
          </a:xfrm>
          <a:prstGeom prst="roundRect">
            <a:avLst>
              <a:gd name="adj" fmla="val 50000"/>
            </a:avLst>
          </a:prstGeom>
          <a:solidFill>
            <a:srgbClr val="E8ECEF"/>
          </a:solidFill>
          <a:ln>
            <a:noFill/>
          </a:ln>
        </p:spPr>
      </p:sp>
      <p:sp>
        <p:nvSpPr>
          <p:cNvPr id="156" name="!!text-81m" descr="統計學"/>
          <p:cNvSpPr txBox="1"/>
          <p:nvPr/>
        </p:nvSpPr>
        <p:spPr>
          <a:xfrm>
            <a:off x="9956800" y="1885442"/>
            <a:ext cx="272415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統計學</a:t>
            </a:r>
            <a:endParaRPr lang="zh-TW" sz="650"/>
          </a:p>
        </p:txBody>
      </p:sp>
      <p:sp>
        <p:nvSpPr>
          <p:cNvPr id="157" name="!!rect-81u"/>
          <p:cNvSpPr/>
          <p:nvPr/>
        </p:nvSpPr>
        <p:spPr>
          <a:xfrm>
            <a:off x="10331450" y="1847850"/>
            <a:ext cx="482600" cy="203200"/>
          </a:xfrm>
          <a:prstGeom prst="roundRect">
            <a:avLst>
              <a:gd name="adj" fmla="val 50000"/>
            </a:avLst>
          </a:prstGeom>
          <a:solidFill>
            <a:srgbClr val="E8ECEF"/>
          </a:solidFill>
          <a:ln>
            <a:noFill/>
          </a:ln>
        </p:spPr>
      </p:sp>
      <p:sp>
        <p:nvSpPr>
          <p:cNvPr id="158" name="!!text-81v" descr="程式設計"/>
          <p:cNvSpPr txBox="1"/>
          <p:nvPr/>
        </p:nvSpPr>
        <p:spPr>
          <a:xfrm>
            <a:off x="10407650" y="1885442"/>
            <a:ext cx="354965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程式設計</a:t>
            </a:r>
            <a:endParaRPr lang="zh-TW" sz="650"/>
          </a:p>
        </p:txBody>
      </p:sp>
      <p:sp>
        <p:nvSpPr>
          <p:cNvPr id="159" name="!!rect-824"/>
          <p:cNvSpPr/>
          <p:nvPr/>
        </p:nvSpPr>
        <p:spPr>
          <a:xfrm>
            <a:off x="10864850" y="1847850"/>
            <a:ext cx="482600" cy="203200"/>
          </a:xfrm>
          <a:prstGeom prst="roundRect">
            <a:avLst>
              <a:gd name="adj" fmla="val 50000"/>
            </a:avLst>
          </a:prstGeom>
          <a:solidFill>
            <a:srgbClr val="E8ECEF"/>
          </a:solidFill>
          <a:ln>
            <a:noFill/>
          </a:ln>
        </p:spPr>
      </p:sp>
      <p:sp>
        <p:nvSpPr>
          <p:cNvPr id="160" name="!!text-825" descr="文學小說"/>
          <p:cNvSpPr txBox="1"/>
          <p:nvPr/>
        </p:nvSpPr>
        <p:spPr>
          <a:xfrm>
            <a:off x="10941050" y="1885442"/>
            <a:ext cx="354965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文學小說</a:t>
            </a:r>
            <a:endParaRPr lang="zh-TW" sz="650"/>
          </a:p>
        </p:txBody>
      </p:sp>
      <p:sp>
        <p:nvSpPr>
          <p:cNvPr id="161" name="!!text-82e" descr="為您推薦"/>
          <p:cNvSpPr txBox="1"/>
          <p:nvPr/>
        </p:nvSpPr>
        <p:spPr>
          <a:xfrm>
            <a:off x="8813800" y="2108962"/>
            <a:ext cx="491490" cy="16550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為您推薦</a:t>
            </a:r>
            <a:endParaRPr lang="zh-TW" sz="900"/>
          </a:p>
        </p:txBody>
      </p:sp>
      <p:sp>
        <p:nvSpPr>
          <p:cNvPr id="162" name="!!path-82j"/>
          <p:cNvSpPr/>
          <p:nvPr/>
        </p:nvSpPr>
        <p:spPr>
          <a:xfrm>
            <a:off x="9377363" y="2132013"/>
            <a:ext cx="104775" cy="104775"/>
          </a:xfrm>
          <a:custGeom>
            <a:avLst/>
            <a:gdLst/>
            <a:ahLst/>
            <a:cxnLst/>
            <a:rect l="l" t="t" r="r" b="b"/>
            <a:pathLst>
              <a:path w="104775" h="104775">
                <a:moveTo>
                  <a:pt x="85725" y="38100"/>
                </a:moveTo>
                <a:lnTo>
                  <a:pt x="91678" y="25003"/>
                </a:lnTo>
                <a:lnTo>
                  <a:pt x="104775" y="19050"/>
                </a:lnTo>
                <a:lnTo>
                  <a:pt x="91678" y="13097"/>
                </a:lnTo>
                <a:lnTo>
                  <a:pt x="85725" y="0"/>
                </a:lnTo>
                <a:lnTo>
                  <a:pt x="79772" y="13097"/>
                </a:lnTo>
                <a:lnTo>
                  <a:pt x="66675" y="19050"/>
                </a:lnTo>
                <a:lnTo>
                  <a:pt x="79772" y="25003"/>
                </a:lnTo>
                <a:lnTo>
                  <a:pt x="85725" y="38100"/>
                </a:lnTo>
                <a:close/>
                <a:moveTo>
                  <a:pt x="50006" y="40481"/>
                </a:moveTo>
                <a:lnTo>
                  <a:pt x="38100" y="14288"/>
                </a:lnTo>
                <a:lnTo>
                  <a:pt x="26194" y="40481"/>
                </a:lnTo>
                <a:lnTo>
                  <a:pt x="0" y="52388"/>
                </a:lnTo>
                <a:lnTo>
                  <a:pt x="26194" y="64294"/>
                </a:lnTo>
                <a:lnTo>
                  <a:pt x="38100" y="90488"/>
                </a:lnTo>
                <a:lnTo>
                  <a:pt x="50006" y="64294"/>
                </a:lnTo>
                <a:lnTo>
                  <a:pt x="76200" y="52388"/>
                </a:lnTo>
                <a:lnTo>
                  <a:pt x="50006" y="40481"/>
                </a:lnTo>
                <a:close/>
                <a:moveTo>
                  <a:pt x="85725" y="66675"/>
                </a:moveTo>
                <a:lnTo>
                  <a:pt x="79772" y="79772"/>
                </a:lnTo>
                <a:lnTo>
                  <a:pt x="66675" y="85725"/>
                </a:lnTo>
                <a:lnTo>
                  <a:pt x="79772" y="91678"/>
                </a:lnTo>
                <a:lnTo>
                  <a:pt x="85725" y="104775"/>
                </a:lnTo>
                <a:lnTo>
                  <a:pt x="91678" y="91678"/>
                </a:lnTo>
                <a:lnTo>
                  <a:pt x="104775" y="85725"/>
                </a:lnTo>
                <a:lnTo>
                  <a:pt x="91678" y="79772"/>
                </a:lnTo>
                <a:lnTo>
                  <a:pt x="85725" y="66675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163" name="!!rect-88h"/>
          <p:cNvSpPr/>
          <p:nvPr/>
        </p:nvSpPr>
        <p:spPr>
          <a:xfrm>
            <a:off x="8813800" y="5562600"/>
            <a:ext cx="2349500" cy="482600"/>
          </a:xfrm>
          <a:prstGeom prst="roundRect">
            <a:avLst>
              <a:gd name="adj" fmla="val 50000"/>
            </a:avLst>
          </a:prstGeom>
          <a:solidFill>
            <a:srgbClr val="0B1A26">
              <a:alpha val="12000"/>
            </a:srgbClr>
          </a:solidFill>
          <a:ln>
            <a:noFill/>
          </a:ln>
          <a:effectLst>
            <a:softEdge rad="139700"/>
          </a:effectLst>
        </p:spPr>
      </p:sp>
      <p:sp>
        <p:nvSpPr>
          <p:cNvPr id="164" name="!!rect-88i"/>
          <p:cNvSpPr/>
          <p:nvPr/>
        </p:nvSpPr>
        <p:spPr>
          <a:xfrm>
            <a:off x="8839200" y="5562600"/>
            <a:ext cx="2298700" cy="355600"/>
          </a:xfrm>
          <a:prstGeom prst="roundRect">
            <a:avLst>
              <a:gd name="adj" fmla="val 50000"/>
            </a:avLst>
          </a:prstGeom>
          <a:solidFill>
            <a:srgbClr val="FFFFFF">
              <a:alpha val="90000"/>
            </a:srgbClr>
          </a:solidFill>
          <a:ln w="6350" cap="flat">
            <a:solidFill>
              <a:srgbClr val="FFFFFF"/>
            </a:solidFill>
            <a:prstDash val="solid"/>
            <a:miter lim="800000"/>
          </a:ln>
        </p:spPr>
      </p:sp>
      <p:sp>
        <p:nvSpPr>
          <p:cNvPr id="165" name="!!rect-88j"/>
          <p:cNvSpPr/>
          <p:nvPr/>
        </p:nvSpPr>
        <p:spPr>
          <a:xfrm>
            <a:off x="8903970" y="5594350"/>
            <a:ext cx="330200" cy="292100"/>
          </a:xfrm>
          <a:prstGeom prst="roundRect">
            <a:avLst>
              <a:gd name="adj" fmla="val 50000"/>
            </a:avLst>
          </a:prstGeom>
          <a:solidFill>
            <a:srgbClr val="627D8D">
              <a:alpha val="12000"/>
            </a:srgbClr>
          </a:solidFill>
          <a:ln>
            <a:noFill/>
          </a:ln>
        </p:spPr>
      </p:sp>
      <p:sp>
        <p:nvSpPr>
          <p:cNvPr id="166" name="!!path-88k"/>
          <p:cNvSpPr/>
          <p:nvPr/>
        </p:nvSpPr>
        <p:spPr>
          <a:xfrm>
            <a:off x="9014534" y="5632383"/>
            <a:ext cx="109180" cy="97476"/>
          </a:xfrm>
          <a:custGeom>
            <a:avLst/>
            <a:gdLst/>
            <a:ahLst/>
            <a:cxnLst/>
            <a:rect l="l" t="t" r="r" b="b"/>
            <a:pathLst>
              <a:path w="109180" h="97476">
                <a:moveTo>
                  <a:pt x="42915" y="91653"/>
                </a:moveTo>
                <a:lnTo>
                  <a:pt x="42915" y="62538"/>
                </a:lnTo>
                <a:lnTo>
                  <a:pt x="66207" y="62538"/>
                </a:lnTo>
                <a:lnTo>
                  <a:pt x="66207" y="91653"/>
                </a:lnTo>
                <a:cubicBezTo>
                  <a:pt x="66207" y="94856"/>
                  <a:pt x="68827" y="97476"/>
                  <a:pt x="72030" y="97476"/>
                </a:cubicBezTo>
                <a:lnTo>
                  <a:pt x="89499" y="97476"/>
                </a:lnTo>
                <a:cubicBezTo>
                  <a:pt x="92701" y="97476"/>
                  <a:pt x="95322" y="94856"/>
                  <a:pt x="95322" y="91653"/>
                </a:cubicBezTo>
                <a:lnTo>
                  <a:pt x="95322" y="50893"/>
                </a:lnTo>
                <a:lnTo>
                  <a:pt x="105221" y="50893"/>
                </a:lnTo>
                <a:cubicBezTo>
                  <a:pt x="107899" y="50893"/>
                  <a:pt x="109180" y="47574"/>
                  <a:pt x="107142" y="45827"/>
                </a:cubicBezTo>
                <a:lnTo>
                  <a:pt x="58462" y="1980"/>
                </a:lnTo>
                <a:cubicBezTo>
                  <a:pt x="56250" y="0"/>
                  <a:pt x="52872" y="0"/>
                  <a:pt x="50660" y="1980"/>
                </a:cubicBezTo>
                <a:lnTo>
                  <a:pt x="1980" y="45827"/>
                </a:lnTo>
                <a:cubicBezTo>
                  <a:pt x="0" y="47574"/>
                  <a:pt x="1223" y="50893"/>
                  <a:pt x="3901" y="50893"/>
                </a:cubicBezTo>
                <a:lnTo>
                  <a:pt x="13800" y="50893"/>
                </a:lnTo>
                <a:lnTo>
                  <a:pt x="13800" y="91653"/>
                </a:lnTo>
                <a:cubicBezTo>
                  <a:pt x="13800" y="94856"/>
                  <a:pt x="16421" y="97476"/>
                  <a:pt x="19623" y="97476"/>
                </a:cubicBezTo>
                <a:lnTo>
                  <a:pt x="37092" y="97476"/>
                </a:lnTo>
                <a:cubicBezTo>
                  <a:pt x="40295" y="97476"/>
                  <a:pt x="42915" y="94856"/>
                  <a:pt x="42915" y="91653"/>
                </a:cubicBez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167" name="!!text-88l" descr="首頁"/>
          <p:cNvSpPr txBox="1"/>
          <p:nvPr/>
        </p:nvSpPr>
        <p:spPr>
          <a:xfrm>
            <a:off x="8999220" y="5773674"/>
            <a:ext cx="160655" cy="10114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55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首頁</a:t>
            </a:r>
            <a:endParaRPr lang="zh-TW" sz="550"/>
          </a:p>
        </p:txBody>
      </p:sp>
      <p:sp>
        <p:nvSpPr>
          <p:cNvPr id="168" name="!!path-88o"/>
          <p:cNvSpPr/>
          <p:nvPr/>
        </p:nvSpPr>
        <p:spPr>
          <a:xfrm>
            <a:off x="9482252" y="5627957"/>
            <a:ext cx="93167" cy="113548"/>
          </a:xfrm>
          <a:custGeom>
            <a:avLst/>
            <a:gdLst/>
            <a:ahLst/>
            <a:cxnLst/>
            <a:rect l="l" t="t" r="r" b="b"/>
            <a:pathLst>
              <a:path w="93167" h="113548">
                <a:moveTo>
                  <a:pt x="46584" y="113548"/>
                </a:moveTo>
                <a:cubicBezTo>
                  <a:pt x="52989" y="113548"/>
                  <a:pt x="58230" y="108307"/>
                  <a:pt x="58230" y="101902"/>
                </a:cubicBezTo>
                <a:lnTo>
                  <a:pt x="34938" y="101902"/>
                </a:lnTo>
                <a:cubicBezTo>
                  <a:pt x="34938" y="108307"/>
                  <a:pt x="40120" y="113548"/>
                  <a:pt x="46584" y="113548"/>
                </a:cubicBezTo>
                <a:close/>
                <a:moveTo>
                  <a:pt x="81521" y="78610"/>
                </a:moveTo>
                <a:lnTo>
                  <a:pt x="81521" y="49495"/>
                </a:lnTo>
                <a:cubicBezTo>
                  <a:pt x="81521" y="31619"/>
                  <a:pt x="71972" y="16654"/>
                  <a:pt x="55318" y="12694"/>
                </a:cubicBezTo>
                <a:lnTo>
                  <a:pt x="55318" y="8734"/>
                </a:lnTo>
                <a:cubicBezTo>
                  <a:pt x="55318" y="3901"/>
                  <a:pt x="51417" y="0"/>
                  <a:pt x="46584" y="0"/>
                </a:cubicBezTo>
                <a:cubicBezTo>
                  <a:pt x="41751" y="0"/>
                  <a:pt x="37849" y="3901"/>
                  <a:pt x="37849" y="8734"/>
                </a:cubicBezTo>
                <a:lnTo>
                  <a:pt x="37849" y="12694"/>
                </a:lnTo>
                <a:cubicBezTo>
                  <a:pt x="21137" y="16654"/>
                  <a:pt x="11646" y="31560"/>
                  <a:pt x="11646" y="49495"/>
                </a:cubicBezTo>
                <a:lnTo>
                  <a:pt x="11646" y="78610"/>
                </a:lnTo>
                <a:lnTo>
                  <a:pt x="0" y="90256"/>
                </a:lnTo>
                <a:lnTo>
                  <a:pt x="0" y="96079"/>
                </a:lnTo>
                <a:lnTo>
                  <a:pt x="93167" y="96079"/>
                </a:lnTo>
                <a:lnTo>
                  <a:pt x="93167" y="90256"/>
                </a:lnTo>
                <a:lnTo>
                  <a:pt x="81521" y="78610"/>
                </a:lnTo>
                <a:close/>
                <a:moveTo>
                  <a:pt x="69875" y="84433"/>
                </a:moveTo>
                <a:lnTo>
                  <a:pt x="23292" y="84433"/>
                </a:lnTo>
                <a:lnTo>
                  <a:pt x="23292" y="49495"/>
                </a:lnTo>
                <a:cubicBezTo>
                  <a:pt x="23292" y="35054"/>
                  <a:pt x="32084" y="23292"/>
                  <a:pt x="46584" y="23292"/>
                </a:cubicBezTo>
                <a:cubicBezTo>
                  <a:pt x="61083" y="23292"/>
                  <a:pt x="69875" y="35054"/>
                  <a:pt x="69875" y="49495"/>
                </a:cubicBezTo>
                <a:lnTo>
                  <a:pt x="69875" y="84433"/>
                </a:lnTo>
                <a:close/>
              </a:path>
            </a:pathLst>
          </a:custGeom>
          <a:solidFill>
            <a:srgbClr val="BDBDBD"/>
          </a:solidFill>
          <a:ln>
            <a:noFill/>
          </a:ln>
        </p:spPr>
      </p:sp>
      <p:sp>
        <p:nvSpPr>
          <p:cNvPr id="169" name="!!text-88p" descr="通知"/>
          <p:cNvSpPr txBox="1"/>
          <p:nvPr/>
        </p:nvSpPr>
        <p:spPr>
          <a:xfrm>
            <a:off x="9458960" y="5773674"/>
            <a:ext cx="160655" cy="10114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550" kern="0" dirty="0">
                <a:solidFill>
                  <a:srgbClr val="BDBDBD"/>
                </a:solidFill>
                <a:latin typeface="Noto Sans TC Medium"/>
                <a:ea typeface="Noto Sans TC Medium"/>
                <a:cs typeface="Noto Sans TC Medium"/>
              </a:rPr>
              <a:t>通知</a:t>
            </a:r>
            <a:endParaRPr lang="zh-TW" sz="550"/>
          </a:p>
        </p:txBody>
      </p:sp>
      <p:sp>
        <p:nvSpPr>
          <p:cNvPr id="170" name="!!circle-88s"/>
          <p:cNvSpPr/>
          <p:nvPr/>
        </p:nvSpPr>
        <p:spPr>
          <a:xfrm>
            <a:off x="9861550" y="5613400"/>
            <a:ext cx="254000" cy="254000"/>
          </a:xfrm>
          <a:prstGeom prst="ellipse">
            <a:avLst/>
          </a:prstGeom>
          <a:solidFill>
            <a:srgbClr val="627D8D"/>
          </a:solidFill>
          <a:ln>
            <a:noFill/>
          </a:ln>
        </p:spPr>
      </p:sp>
      <p:sp>
        <p:nvSpPr>
          <p:cNvPr id="171" name="!!path-88t"/>
          <p:cNvSpPr/>
          <p:nvPr/>
        </p:nvSpPr>
        <p:spPr>
          <a:xfrm>
            <a:off x="9944100" y="569595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88900" y="50800"/>
                </a:moveTo>
                <a:lnTo>
                  <a:pt x="50800" y="50800"/>
                </a:lnTo>
                <a:lnTo>
                  <a:pt x="50800" y="88900"/>
                </a:lnTo>
                <a:lnTo>
                  <a:pt x="38100" y="88900"/>
                </a:lnTo>
                <a:lnTo>
                  <a:pt x="38100" y="50800"/>
                </a:lnTo>
                <a:lnTo>
                  <a:pt x="0" y="50800"/>
                </a:lnTo>
                <a:lnTo>
                  <a:pt x="0" y="38100"/>
                </a:lnTo>
                <a:lnTo>
                  <a:pt x="38100" y="38100"/>
                </a:lnTo>
                <a:lnTo>
                  <a:pt x="38100" y="0"/>
                </a:lnTo>
                <a:lnTo>
                  <a:pt x="50800" y="0"/>
                </a:lnTo>
                <a:lnTo>
                  <a:pt x="50800" y="38100"/>
                </a:lnTo>
                <a:lnTo>
                  <a:pt x="88900" y="38100"/>
                </a:lnTo>
                <a:lnTo>
                  <a:pt x="88900" y="508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72" name="!!path-88u"/>
          <p:cNvSpPr/>
          <p:nvPr/>
        </p:nvSpPr>
        <p:spPr>
          <a:xfrm>
            <a:off x="10390086" y="5625046"/>
            <a:ext cx="116459" cy="116459"/>
          </a:xfrm>
          <a:custGeom>
            <a:avLst/>
            <a:gdLst/>
            <a:ahLst/>
            <a:cxnLst/>
            <a:rect l="l" t="t" r="r" b="b"/>
            <a:pathLst>
              <a:path w="116459" h="116459">
                <a:moveTo>
                  <a:pt x="43672" y="26203"/>
                </a:moveTo>
                <a:lnTo>
                  <a:pt x="43672" y="43672"/>
                </a:lnTo>
                <a:lnTo>
                  <a:pt x="26203" y="43672"/>
                </a:lnTo>
                <a:lnTo>
                  <a:pt x="26203" y="26203"/>
                </a:lnTo>
                <a:lnTo>
                  <a:pt x="43672" y="26203"/>
                </a:lnTo>
                <a:moveTo>
                  <a:pt x="52407" y="17469"/>
                </a:moveTo>
                <a:lnTo>
                  <a:pt x="17469" y="17469"/>
                </a:lnTo>
                <a:lnTo>
                  <a:pt x="17469" y="52407"/>
                </a:lnTo>
                <a:lnTo>
                  <a:pt x="52407" y="52407"/>
                </a:lnTo>
                <a:lnTo>
                  <a:pt x="52407" y="17469"/>
                </a:lnTo>
                <a:close/>
                <a:moveTo>
                  <a:pt x="43672" y="72787"/>
                </a:moveTo>
                <a:lnTo>
                  <a:pt x="43672" y="90256"/>
                </a:lnTo>
                <a:lnTo>
                  <a:pt x="26203" y="90256"/>
                </a:lnTo>
                <a:lnTo>
                  <a:pt x="26203" y="72787"/>
                </a:lnTo>
                <a:lnTo>
                  <a:pt x="43672" y="72787"/>
                </a:lnTo>
                <a:moveTo>
                  <a:pt x="52407" y="64052"/>
                </a:moveTo>
                <a:lnTo>
                  <a:pt x="17469" y="64052"/>
                </a:lnTo>
                <a:lnTo>
                  <a:pt x="17469" y="98990"/>
                </a:lnTo>
                <a:lnTo>
                  <a:pt x="52407" y="98990"/>
                </a:lnTo>
                <a:lnTo>
                  <a:pt x="52407" y="64052"/>
                </a:lnTo>
                <a:close/>
                <a:moveTo>
                  <a:pt x="90256" y="26203"/>
                </a:moveTo>
                <a:lnTo>
                  <a:pt x="90256" y="43672"/>
                </a:lnTo>
                <a:lnTo>
                  <a:pt x="72787" y="43672"/>
                </a:lnTo>
                <a:lnTo>
                  <a:pt x="72787" y="26203"/>
                </a:lnTo>
                <a:lnTo>
                  <a:pt x="90256" y="26203"/>
                </a:lnTo>
                <a:moveTo>
                  <a:pt x="98990" y="17469"/>
                </a:moveTo>
                <a:lnTo>
                  <a:pt x="64052" y="17469"/>
                </a:lnTo>
                <a:lnTo>
                  <a:pt x="64052" y="52407"/>
                </a:lnTo>
                <a:lnTo>
                  <a:pt x="98990" y="52407"/>
                </a:lnTo>
                <a:lnTo>
                  <a:pt x="98990" y="17469"/>
                </a:lnTo>
                <a:close/>
                <a:moveTo>
                  <a:pt x="64052" y="64052"/>
                </a:moveTo>
                <a:lnTo>
                  <a:pt x="72787" y="64052"/>
                </a:lnTo>
                <a:lnTo>
                  <a:pt x="72787" y="72787"/>
                </a:lnTo>
                <a:lnTo>
                  <a:pt x="64052" y="72787"/>
                </a:lnTo>
                <a:lnTo>
                  <a:pt x="64052" y="64052"/>
                </a:lnTo>
                <a:close/>
                <a:moveTo>
                  <a:pt x="72787" y="72787"/>
                </a:moveTo>
                <a:lnTo>
                  <a:pt x="81521" y="72787"/>
                </a:lnTo>
                <a:lnTo>
                  <a:pt x="81521" y="81521"/>
                </a:lnTo>
                <a:lnTo>
                  <a:pt x="72787" y="81521"/>
                </a:lnTo>
                <a:lnTo>
                  <a:pt x="72787" y="72787"/>
                </a:lnTo>
                <a:close/>
                <a:moveTo>
                  <a:pt x="81521" y="64052"/>
                </a:moveTo>
                <a:lnTo>
                  <a:pt x="90256" y="64052"/>
                </a:lnTo>
                <a:lnTo>
                  <a:pt x="90256" y="72787"/>
                </a:lnTo>
                <a:lnTo>
                  <a:pt x="81521" y="72787"/>
                </a:lnTo>
                <a:lnTo>
                  <a:pt x="81521" y="64052"/>
                </a:lnTo>
                <a:close/>
                <a:moveTo>
                  <a:pt x="64052" y="81521"/>
                </a:moveTo>
                <a:lnTo>
                  <a:pt x="72787" y="81521"/>
                </a:lnTo>
                <a:lnTo>
                  <a:pt x="72787" y="90256"/>
                </a:lnTo>
                <a:lnTo>
                  <a:pt x="64052" y="90256"/>
                </a:lnTo>
                <a:lnTo>
                  <a:pt x="64052" y="81521"/>
                </a:lnTo>
                <a:close/>
                <a:moveTo>
                  <a:pt x="72787" y="90256"/>
                </a:moveTo>
                <a:lnTo>
                  <a:pt x="81521" y="90256"/>
                </a:lnTo>
                <a:lnTo>
                  <a:pt x="81521" y="98990"/>
                </a:lnTo>
                <a:lnTo>
                  <a:pt x="72787" y="98990"/>
                </a:lnTo>
                <a:lnTo>
                  <a:pt x="72787" y="90256"/>
                </a:lnTo>
                <a:close/>
                <a:moveTo>
                  <a:pt x="81521" y="81521"/>
                </a:moveTo>
                <a:lnTo>
                  <a:pt x="90256" y="81521"/>
                </a:lnTo>
                <a:lnTo>
                  <a:pt x="90256" y="90256"/>
                </a:lnTo>
                <a:lnTo>
                  <a:pt x="81521" y="90256"/>
                </a:lnTo>
                <a:lnTo>
                  <a:pt x="81521" y="81521"/>
                </a:lnTo>
                <a:close/>
                <a:moveTo>
                  <a:pt x="90256" y="72787"/>
                </a:moveTo>
                <a:lnTo>
                  <a:pt x="98990" y="72787"/>
                </a:lnTo>
                <a:lnTo>
                  <a:pt x="98990" y="81521"/>
                </a:lnTo>
                <a:lnTo>
                  <a:pt x="90256" y="81521"/>
                </a:lnTo>
                <a:lnTo>
                  <a:pt x="90256" y="72787"/>
                </a:lnTo>
                <a:close/>
                <a:moveTo>
                  <a:pt x="90256" y="90256"/>
                </a:moveTo>
                <a:lnTo>
                  <a:pt x="98990" y="90256"/>
                </a:lnTo>
                <a:lnTo>
                  <a:pt x="98990" y="98990"/>
                </a:lnTo>
                <a:lnTo>
                  <a:pt x="90256" y="98990"/>
                </a:lnTo>
                <a:lnTo>
                  <a:pt x="90256" y="90256"/>
                </a:lnTo>
                <a:close/>
                <a:moveTo>
                  <a:pt x="116459" y="29115"/>
                </a:moveTo>
                <a:lnTo>
                  <a:pt x="104813" y="29115"/>
                </a:lnTo>
                <a:lnTo>
                  <a:pt x="104813" y="11646"/>
                </a:lnTo>
                <a:lnTo>
                  <a:pt x="87344" y="11646"/>
                </a:lnTo>
                <a:lnTo>
                  <a:pt x="87344" y="0"/>
                </a:lnTo>
                <a:lnTo>
                  <a:pt x="116459" y="0"/>
                </a:lnTo>
                <a:lnTo>
                  <a:pt x="116459" y="29115"/>
                </a:lnTo>
                <a:close/>
                <a:moveTo>
                  <a:pt x="116459" y="116459"/>
                </a:moveTo>
                <a:lnTo>
                  <a:pt x="116459" y="87344"/>
                </a:lnTo>
                <a:lnTo>
                  <a:pt x="104813" y="87344"/>
                </a:lnTo>
                <a:lnTo>
                  <a:pt x="104813" y="104813"/>
                </a:lnTo>
                <a:lnTo>
                  <a:pt x="87344" y="104813"/>
                </a:lnTo>
                <a:lnTo>
                  <a:pt x="87344" y="116459"/>
                </a:lnTo>
                <a:lnTo>
                  <a:pt x="116459" y="116459"/>
                </a:lnTo>
                <a:close/>
                <a:moveTo>
                  <a:pt x="0" y="116459"/>
                </a:moveTo>
                <a:lnTo>
                  <a:pt x="29115" y="116459"/>
                </a:lnTo>
                <a:lnTo>
                  <a:pt x="29115" y="104813"/>
                </a:lnTo>
                <a:lnTo>
                  <a:pt x="11646" y="104813"/>
                </a:lnTo>
                <a:lnTo>
                  <a:pt x="11646" y="87344"/>
                </a:lnTo>
                <a:lnTo>
                  <a:pt x="0" y="87344"/>
                </a:lnTo>
                <a:lnTo>
                  <a:pt x="0" y="116459"/>
                </a:lnTo>
                <a:close/>
                <a:moveTo>
                  <a:pt x="0" y="0"/>
                </a:moveTo>
                <a:lnTo>
                  <a:pt x="0" y="29115"/>
                </a:lnTo>
                <a:lnTo>
                  <a:pt x="11646" y="29115"/>
                </a:lnTo>
                <a:lnTo>
                  <a:pt x="11646" y="11646"/>
                </a:lnTo>
                <a:lnTo>
                  <a:pt x="29115" y="11646"/>
                </a:lnTo>
                <a:lnTo>
                  <a:pt x="29115" y="0"/>
                </a:lnTo>
                <a:lnTo>
                  <a:pt x="0" y="0"/>
                </a:lnTo>
                <a:close/>
              </a:path>
            </a:pathLst>
          </a:custGeom>
          <a:solidFill>
            <a:srgbClr val="BDBDBD"/>
          </a:solidFill>
          <a:ln>
            <a:noFill/>
          </a:ln>
        </p:spPr>
      </p:sp>
      <p:sp>
        <p:nvSpPr>
          <p:cNvPr id="173" name="!!text-88v" descr="取書"/>
          <p:cNvSpPr txBox="1"/>
          <p:nvPr/>
        </p:nvSpPr>
        <p:spPr>
          <a:xfrm>
            <a:off x="10378440" y="5773674"/>
            <a:ext cx="160655" cy="10114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550" kern="0" dirty="0">
                <a:solidFill>
                  <a:srgbClr val="BDBDBD"/>
                </a:solidFill>
                <a:latin typeface="Noto Sans TC Medium"/>
                <a:ea typeface="Noto Sans TC Medium"/>
                <a:cs typeface="Noto Sans TC Medium"/>
              </a:rPr>
              <a:t>取書</a:t>
            </a:r>
            <a:endParaRPr lang="zh-TW" sz="550"/>
          </a:p>
        </p:txBody>
      </p:sp>
      <p:sp>
        <p:nvSpPr>
          <p:cNvPr id="174" name="!!path-88y"/>
          <p:cNvSpPr/>
          <p:nvPr/>
        </p:nvSpPr>
        <p:spPr>
          <a:xfrm>
            <a:off x="10861472" y="5636692"/>
            <a:ext cx="93167" cy="93167"/>
          </a:xfrm>
          <a:custGeom>
            <a:avLst/>
            <a:gdLst/>
            <a:ahLst/>
            <a:cxnLst/>
            <a:rect l="l" t="t" r="r" b="b"/>
            <a:pathLst>
              <a:path w="93167" h="93167">
                <a:moveTo>
                  <a:pt x="46584" y="11064"/>
                </a:moveTo>
                <a:cubicBezTo>
                  <a:pt x="53338" y="11064"/>
                  <a:pt x="58812" y="16537"/>
                  <a:pt x="58812" y="23292"/>
                </a:cubicBezTo>
                <a:cubicBezTo>
                  <a:pt x="58812" y="30046"/>
                  <a:pt x="53338" y="35520"/>
                  <a:pt x="46584" y="35520"/>
                </a:cubicBezTo>
                <a:cubicBezTo>
                  <a:pt x="39829" y="35520"/>
                  <a:pt x="34355" y="30046"/>
                  <a:pt x="34355" y="23292"/>
                </a:cubicBezTo>
                <a:cubicBezTo>
                  <a:pt x="34355" y="16537"/>
                  <a:pt x="39829" y="11064"/>
                  <a:pt x="46584" y="11064"/>
                </a:cubicBezTo>
                <a:moveTo>
                  <a:pt x="46584" y="63470"/>
                </a:moveTo>
                <a:cubicBezTo>
                  <a:pt x="63878" y="63470"/>
                  <a:pt x="82104" y="71972"/>
                  <a:pt x="82104" y="75698"/>
                </a:cubicBezTo>
                <a:lnTo>
                  <a:pt x="82104" y="82104"/>
                </a:lnTo>
                <a:lnTo>
                  <a:pt x="11064" y="82104"/>
                </a:lnTo>
                <a:lnTo>
                  <a:pt x="11064" y="75698"/>
                </a:lnTo>
                <a:cubicBezTo>
                  <a:pt x="11064" y="71972"/>
                  <a:pt x="29289" y="63470"/>
                  <a:pt x="46584" y="63470"/>
                </a:cubicBezTo>
                <a:moveTo>
                  <a:pt x="46584" y="0"/>
                </a:moveTo>
                <a:cubicBezTo>
                  <a:pt x="33715" y="0"/>
                  <a:pt x="23292" y="10423"/>
                  <a:pt x="23292" y="23292"/>
                </a:cubicBezTo>
                <a:cubicBezTo>
                  <a:pt x="23292" y="36161"/>
                  <a:pt x="33715" y="46584"/>
                  <a:pt x="46584" y="46584"/>
                </a:cubicBezTo>
                <a:cubicBezTo>
                  <a:pt x="59452" y="46584"/>
                  <a:pt x="69875" y="36161"/>
                  <a:pt x="69875" y="23292"/>
                </a:cubicBezTo>
                <a:cubicBezTo>
                  <a:pt x="69875" y="10423"/>
                  <a:pt x="59452" y="0"/>
                  <a:pt x="46584" y="0"/>
                </a:cubicBezTo>
                <a:close/>
                <a:moveTo>
                  <a:pt x="46584" y="52407"/>
                </a:moveTo>
                <a:cubicBezTo>
                  <a:pt x="31036" y="52407"/>
                  <a:pt x="0" y="60209"/>
                  <a:pt x="0" y="75698"/>
                </a:cubicBezTo>
                <a:lnTo>
                  <a:pt x="0" y="93167"/>
                </a:lnTo>
                <a:lnTo>
                  <a:pt x="93167" y="93167"/>
                </a:lnTo>
                <a:lnTo>
                  <a:pt x="93167" y="75698"/>
                </a:lnTo>
                <a:cubicBezTo>
                  <a:pt x="93167" y="60209"/>
                  <a:pt x="62131" y="52407"/>
                  <a:pt x="46584" y="52407"/>
                </a:cubicBezTo>
                <a:close/>
              </a:path>
            </a:pathLst>
          </a:custGeom>
          <a:solidFill>
            <a:srgbClr val="BDBDBD"/>
          </a:solidFill>
          <a:ln>
            <a:noFill/>
          </a:ln>
        </p:spPr>
      </p:sp>
      <p:sp>
        <p:nvSpPr>
          <p:cNvPr id="175" name="!!text-88z" descr="會員"/>
          <p:cNvSpPr txBox="1"/>
          <p:nvPr/>
        </p:nvSpPr>
        <p:spPr>
          <a:xfrm>
            <a:off x="10838180" y="5773674"/>
            <a:ext cx="160655" cy="10114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550" kern="0" dirty="0">
                <a:solidFill>
                  <a:srgbClr val="BDBDBD"/>
                </a:solidFill>
                <a:latin typeface="Noto Sans TC Medium"/>
                <a:ea typeface="Noto Sans TC Medium"/>
                <a:cs typeface="Noto Sans TC Medium"/>
              </a:rPr>
              <a:t>會員</a:t>
            </a:r>
            <a:endParaRPr lang="zh-TW" sz="550"/>
          </a:p>
        </p:txBody>
      </p:sp>
      <p:sp>
        <p:nvSpPr>
          <p:cNvPr id="176" name="!!rect-892"/>
          <p:cNvSpPr/>
          <p:nvPr/>
        </p:nvSpPr>
        <p:spPr>
          <a:xfrm>
            <a:off x="9531350" y="6076950"/>
            <a:ext cx="914400" cy="31750"/>
          </a:xfrm>
          <a:prstGeom prst="roundRect">
            <a:avLst>
              <a:gd name="adj" fmla="val 50000"/>
            </a:avLst>
          </a:prstGeom>
          <a:solidFill>
            <a:srgbClr val="000000">
              <a:alpha val="90000"/>
            </a:srgbClr>
          </a:solidFill>
          <a:ln>
            <a:noFill/>
          </a:ln>
        </p:spPr>
      </p:sp>
      <p:sp>
        <p:nvSpPr>
          <p:cNvPr id="177" name="!!rect-8qh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10000"/>
                </a:srgbClr>
              </a:gs>
              <a:gs pos="30762">
                <a:srgbClr val="FFFFFF">
                  <a:alpha val="2000"/>
                </a:srgbClr>
              </a:gs>
              <a:gs pos="31723">
                <a:srgbClr val="FFFFFF">
                  <a:alpha val="0"/>
                </a:srgbClr>
              </a:gs>
              <a:gs pos="9613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4329186" scaled="0"/>
          </a:gradFill>
          <a:ln>
            <a:noFill/>
          </a:ln>
        </p:spPr>
      </p:sp>
      <p:sp>
        <p:nvSpPr>
          <p:cNvPr id="178" name="!!rect-8qk"/>
          <p:cNvSpPr/>
          <p:nvPr/>
        </p:nvSpPr>
        <p:spPr>
          <a:xfrm>
            <a:off x="9728200" y="679450"/>
            <a:ext cx="520700" cy="23495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</p:spPr>
      </p:sp>
      <p:sp>
        <p:nvSpPr>
          <p:cNvPr id="179" name="!!circle-8ql"/>
          <p:cNvSpPr/>
          <p:nvPr/>
        </p:nvSpPr>
        <p:spPr>
          <a:xfrm>
            <a:off x="10088880" y="757555"/>
            <a:ext cx="78740" cy="78740"/>
          </a:xfrm>
          <a:prstGeom prst="ellipse">
            <a:avLst/>
          </a:prstGeom>
          <a:solidFill>
            <a:srgbClr val="0A0F16"/>
          </a:solidFill>
          <a:ln>
            <a:noFill/>
          </a:ln>
        </p:spPr>
      </p:sp>
      <p:sp>
        <p:nvSpPr>
          <p:cNvPr id="180" name="!!circle-8qm"/>
          <p:cNvSpPr/>
          <p:nvPr/>
        </p:nvSpPr>
        <p:spPr>
          <a:xfrm>
            <a:off x="10107930" y="776605"/>
            <a:ext cx="40640" cy="40640"/>
          </a:xfrm>
          <a:prstGeom prst="ellipse">
            <a:avLst/>
          </a:prstGeom>
          <a:solidFill>
            <a:srgbClr val="111B28"/>
          </a:solidFill>
          <a:ln>
            <a:noFill/>
          </a:ln>
        </p:spPr>
      </p:sp>
      <p:sp>
        <p:nvSpPr>
          <p:cNvPr id="181" name="!!circle-8qn"/>
          <p:cNvSpPr/>
          <p:nvPr/>
        </p:nvSpPr>
        <p:spPr>
          <a:xfrm>
            <a:off x="10130155" y="781685"/>
            <a:ext cx="13970" cy="13970"/>
          </a:xfrm>
          <a:prstGeom prst="ellipse">
            <a:avLst/>
          </a:prstGeom>
          <a:solidFill>
            <a:srgbClr val="3A5070">
              <a:alpha val="80000"/>
            </a:srgbClr>
          </a:solidFill>
          <a:ln>
            <a:noFill/>
          </a:ln>
        </p:spPr>
      </p:sp>
      <p:sp>
        <p:nvSpPr>
          <p:cNvPr id="182" name="!!path-9ic"/>
          <p:cNvSpPr/>
          <p:nvPr/>
        </p:nvSpPr>
        <p:spPr>
          <a:xfrm>
            <a:off x="381000" y="306527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83" name="!!path-9id"/>
          <p:cNvSpPr/>
          <p:nvPr/>
        </p:nvSpPr>
        <p:spPr>
          <a:xfrm>
            <a:off x="381000" y="308153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84" name="!!path-9ie"/>
          <p:cNvSpPr/>
          <p:nvPr/>
        </p:nvSpPr>
        <p:spPr>
          <a:xfrm>
            <a:off x="381000" y="309778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85" name="!!path-9if"/>
          <p:cNvSpPr/>
          <p:nvPr/>
        </p:nvSpPr>
        <p:spPr>
          <a:xfrm>
            <a:off x="381000" y="311404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86" name="!!path-9ig"/>
          <p:cNvSpPr/>
          <p:nvPr/>
        </p:nvSpPr>
        <p:spPr>
          <a:xfrm>
            <a:off x="381000" y="313030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87" name="!!path-9ih"/>
          <p:cNvSpPr/>
          <p:nvPr/>
        </p:nvSpPr>
        <p:spPr>
          <a:xfrm>
            <a:off x="381000" y="314655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88" name="!!path-9ii"/>
          <p:cNvSpPr/>
          <p:nvPr/>
        </p:nvSpPr>
        <p:spPr>
          <a:xfrm>
            <a:off x="381000" y="316281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89" name="!!path-9ij"/>
          <p:cNvSpPr/>
          <p:nvPr/>
        </p:nvSpPr>
        <p:spPr>
          <a:xfrm>
            <a:off x="381000" y="317906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90" name="!!path-9ik"/>
          <p:cNvSpPr/>
          <p:nvPr/>
        </p:nvSpPr>
        <p:spPr>
          <a:xfrm>
            <a:off x="419608" y="269342"/>
            <a:ext cx="128422" cy="122936"/>
          </a:xfrm>
          <a:custGeom>
            <a:avLst/>
            <a:gdLst/>
            <a:ahLst/>
            <a:cxnLst/>
            <a:rect l="l" t="t" r="r" b="b"/>
            <a:pathLst>
              <a:path w="128422" h="122936">
                <a:moveTo>
                  <a:pt x="0" y="17678"/>
                </a:moveTo>
                <a:lnTo>
                  <a:pt x="8128" y="5080"/>
                </a:lnTo>
                <a:cubicBezTo>
                  <a:pt x="32512" y="0"/>
                  <a:pt x="73152" y="7112"/>
                  <a:pt x="101600" y="26416"/>
                </a:cubicBezTo>
                <a:cubicBezTo>
                  <a:pt x="116840" y="37186"/>
                  <a:pt x="124968" y="49784"/>
                  <a:pt x="128422" y="62992"/>
                </a:cubicBezTo>
                <a:lnTo>
                  <a:pt x="128422" y="122936"/>
                </a:lnTo>
                <a:lnTo>
                  <a:pt x="0" y="1229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91" name="!!path-9il"/>
          <p:cNvSpPr/>
          <p:nvPr/>
        </p:nvSpPr>
        <p:spPr>
          <a:xfrm>
            <a:off x="419608" y="269342"/>
            <a:ext cx="128422" cy="62992"/>
          </a:xfrm>
          <a:custGeom>
            <a:avLst/>
            <a:gdLst/>
            <a:ahLst/>
            <a:cxnLst/>
            <a:rect l="l" t="t" r="r" b="b"/>
            <a:pathLst>
              <a:path w="128422" h="62992" fill="none">
                <a:moveTo>
                  <a:pt x="128422" y="62992"/>
                </a:moveTo>
                <a:cubicBezTo>
                  <a:pt x="124968" y="49784"/>
                  <a:pt x="116840" y="37186"/>
                  <a:pt x="101600" y="26416"/>
                </a:cubicBezTo>
                <a:cubicBezTo>
                  <a:pt x="73152" y="7112"/>
                  <a:pt x="32512" y="0"/>
                  <a:pt x="8128" y="5080"/>
                </a:cubicBezTo>
                <a:lnTo>
                  <a:pt x="0" y="1767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92" name="!!path-9im"/>
          <p:cNvSpPr/>
          <p:nvPr/>
        </p:nvSpPr>
        <p:spPr>
          <a:xfrm>
            <a:off x="407010" y="281534"/>
            <a:ext cx="141021" cy="110744"/>
          </a:xfrm>
          <a:custGeom>
            <a:avLst/>
            <a:gdLst/>
            <a:ahLst/>
            <a:cxnLst/>
            <a:rect l="l" t="t" r="r" b="b"/>
            <a:pathLst>
              <a:path w="141021" h="110744">
                <a:moveTo>
                  <a:pt x="0" y="22352"/>
                </a:moveTo>
                <a:lnTo>
                  <a:pt x="6502" y="6502"/>
                </a:lnTo>
                <a:cubicBezTo>
                  <a:pt x="36982" y="0"/>
                  <a:pt x="79654" y="7112"/>
                  <a:pt x="110134" y="25400"/>
                </a:cubicBezTo>
                <a:cubicBezTo>
                  <a:pt x="126390" y="35154"/>
                  <a:pt x="136550" y="49784"/>
                  <a:pt x="141021" y="62992"/>
                </a:cubicBezTo>
                <a:lnTo>
                  <a:pt x="141021" y="110744"/>
                </a:lnTo>
                <a:lnTo>
                  <a:pt x="0" y="110744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93" name="!!path-9in"/>
          <p:cNvSpPr/>
          <p:nvPr/>
        </p:nvSpPr>
        <p:spPr>
          <a:xfrm>
            <a:off x="407010" y="281534"/>
            <a:ext cx="141021" cy="62992"/>
          </a:xfrm>
          <a:custGeom>
            <a:avLst/>
            <a:gdLst/>
            <a:ahLst/>
            <a:cxnLst/>
            <a:rect l="l" t="t" r="r" b="b"/>
            <a:pathLst>
              <a:path w="141021" h="62992" fill="none">
                <a:moveTo>
                  <a:pt x="141021" y="62992"/>
                </a:moveTo>
                <a:cubicBezTo>
                  <a:pt x="136550" y="49784"/>
                  <a:pt x="126390" y="35154"/>
                  <a:pt x="110134" y="25400"/>
                </a:cubicBezTo>
                <a:cubicBezTo>
                  <a:pt x="79654" y="7112"/>
                  <a:pt x="36982" y="0"/>
                  <a:pt x="6502" y="6502"/>
                </a:cubicBezTo>
                <a:lnTo>
                  <a:pt x="0" y="22352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94" name="!!path-9io"/>
          <p:cNvSpPr/>
          <p:nvPr/>
        </p:nvSpPr>
        <p:spPr>
          <a:xfrm>
            <a:off x="395834" y="294742"/>
            <a:ext cx="151790" cy="97536"/>
          </a:xfrm>
          <a:custGeom>
            <a:avLst/>
            <a:gdLst/>
            <a:ahLst/>
            <a:cxnLst/>
            <a:rect l="l" t="t" r="r" b="b"/>
            <a:pathLst>
              <a:path w="151790" h="97536">
                <a:moveTo>
                  <a:pt x="0" y="23165"/>
                </a:moveTo>
                <a:lnTo>
                  <a:pt x="3861" y="12598"/>
                </a:lnTo>
                <a:cubicBezTo>
                  <a:pt x="37998" y="0"/>
                  <a:pt x="84734" y="5080"/>
                  <a:pt x="117246" y="21946"/>
                </a:cubicBezTo>
                <a:cubicBezTo>
                  <a:pt x="135534" y="31496"/>
                  <a:pt x="146710" y="43688"/>
                  <a:pt x="151790" y="55270"/>
                </a:cubicBezTo>
                <a:lnTo>
                  <a:pt x="151790" y="97536"/>
                </a:lnTo>
                <a:lnTo>
                  <a:pt x="0" y="975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95" name="!!path-9ip"/>
          <p:cNvSpPr/>
          <p:nvPr/>
        </p:nvSpPr>
        <p:spPr>
          <a:xfrm>
            <a:off x="395834" y="294742"/>
            <a:ext cx="151790" cy="55270"/>
          </a:xfrm>
          <a:custGeom>
            <a:avLst/>
            <a:gdLst/>
            <a:ahLst/>
            <a:cxnLst/>
            <a:rect l="l" t="t" r="r" b="b"/>
            <a:pathLst>
              <a:path w="151790" h="55270" fill="none">
                <a:moveTo>
                  <a:pt x="151790" y="55270"/>
                </a:moveTo>
                <a:cubicBezTo>
                  <a:pt x="146710" y="43688"/>
                  <a:pt x="135534" y="31496"/>
                  <a:pt x="117246" y="21946"/>
                </a:cubicBezTo>
                <a:cubicBezTo>
                  <a:pt x="84734" y="5080"/>
                  <a:pt x="37998" y="0"/>
                  <a:pt x="3861" y="12598"/>
                </a:cubicBezTo>
                <a:lnTo>
                  <a:pt x="0" y="23165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96" name="!!path-9iq"/>
          <p:cNvSpPr/>
          <p:nvPr/>
        </p:nvSpPr>
        <p:spPr>
          <a:xfrm>
            <a:off x="548234" y="264262"/>
            <a:ext cx="120294" cy="128016"/>
          </a:xfrm>
          <a:custGeom>
            <a:avLst/>
            <a:gdLst/>
            <a:ahLst/>
            <a:cxnLst/>
            <a:rect l="l" t="t" r="r" b="b"/>
            <a:pathLst>
              <a:path w="120294" h="128016">
                <a:moveTo>
                  <a:pt x="120294" y="18288"/>
                </a:moveTo>
                <a:lnTo>
                  <a:pt x="113589" y="4470"/>
                </a:lnTo>
                <a:cubicBezTo>
                  <a:pt x="86766" y="0"/>
                  <a:pt x="44094" y="10160"/>
                  <a:pt x="17678" y="30480"/>
                </a:cubicBezTo>
                <a:cubicBezTo>
                  <a:pt x="6502" y="39624"/>
                  <a:pt x="1422" y="52832"/>
                  <a:pt x="0" y="67056"/>
                </a:cubicBezTo>
                <a:lnTo>
                  <a:pt x="0" y="128016"/>
                </a:lnTo>
                <a:lnTo>
                  <a:pt x="120294" y="12801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97" name="!!path-9ir"/>
          <p:cNvSpPr/>
          <p:nvPr/>
        </p:nvSpPr>
        <p:spPr>
          <a:xfrm>
            <a:off x="548234" y="264262"/>
            <a:ext cx="120294" cy="67056"/>
          </a:xfrm>
          <a:custGeom>
            <a:avLst/>
            <a:gdLst/>
            <a:ahLst/>
            <a:cxnLst/>
            <a:rect l="l" t="t" r="r" b="b"/>
            <a:pathLst>
              <a:path w="120294" h="67056" fill="none">
                <a:moveTo>
                  <a:pt x="0" y="67056"/>
                </a:moveTo>
                <a:cubicBezTo>
                  <a:pt x="1422" y="52832"/>
                  <a:pt x="6502" y="39624"/>
                  <a:pt x="17678" y="30480"/>
                </a:cubicBezTo>
                <a:cubicBezTo>
                  <a:pt x="44094" y="10160"/>
                  <a:pt x="86766" y="0"/>
                  <a:pt x="113589" y="4470"/>
                </a:cubicBezTo>
                <a:lnTo>
                  <a:pt x="120294" y="1828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98" name="!!path-9is"/>
          <p:cNvSpPr/>
          <p:nvPr/>
        </p:nvSpPr>
        <p:spPr>
          <a:xfrm>
            <a:off x="548437" y="279502"/>
            <a:ext cx="133299" cy="112776"/>
          </a:xfrm>
          <a:custGeom>
            <a:avLst/>
            <a:gdLst/>
            <a:ahLst/>
            <a:cxnLst/>
            <a:rect l="l" t="t" r="r" b="b"/>
            <a:pathLst>
              <a:path w="133299" h="112776">
                <a:moveTo>
                  <a:pt x="133299" y="19710"/>
                </a:moveTo>
                <a:lnTo>
                  <a:pt x="127203" y="3048"/>
                </a:lnTo>
                <a:cubicBezTo>
                  <a:pt x="94691" y="0"/>
                  <a:pt x="54051" y="11176"/>
                  <a:pt x="27635" y="30683"/>
                </a:cubicBezTo>
                <a:cubicBezTo>
                  <a:pt x="13411" y="41250"/>
                  <a:pt x="4267" y="53848"/>
                  <a:pt x="0" y="65024"/>
                </a:cubicBezTo>
                <a:lnTo>
                  <a:pt x="0" y="112776"/>
                </a:lnTo>
                <a:lnTo>
                  <a:pt x="133299" y="11277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99" name="!!path-9it"/>
          <p:cNvSpPr/>
          <p:nvPr/>
        </p:nvSpPr>
        <p:spPr>
          <a:xfrm>
            <a:off x="548437" y="279502"/>
            <a:ext cx="133299" cy="65024"/>
          </a:xfrm>
          <a:custGeom>
            <a:avLst/>
            <a:gdLst/>
            <a:ahLst/>
            <a:cxnLst/>
            <a:rect l="l" t="t" r="r" b="b"/>
            <a:pathLst>
              <a:path w="133299" h="65024" fill="none">
                <a:moveTo>
                  <a:pt x="0" y="65024"/>
                </a:moveTo>
                <a:cubicBezTo>
                  <a:pt x="4267" y="53848"/>
                  <a:pt x="13411" y="41250"/>
                  <a:pt x="27635" y="30683"/>
                </a:cubicBezTo>
                <a:cubicBezTo>
                  <a:pt x="54051" y="11176"/>
                  <a:pt x="94691" y="0"/>
                  <a:pt x="127203" y="3048"/>
                </a:cubicBezTo>
                <a:lnTo>
                  <a:pt x="133299" y="19710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200" name="!!path-9iu"/>
          <p:cNvSpPr/>
          <p:nvPr/>
        </p:nvSpPr>
        <p:spPr>
          <a:xfrm>
            <a:off x="548843" y="293726"/>
            <a:ext cx="142646" cy="98552"/>
          </a:xfrm>
          <a:custGeom>
            <a:avLst/>
            <a:gdLst/>
            <a:ahLst/>
            <a:cxnLst/>
            <a:rect l="l" t="t" r="r" b="b"/>
            <a:pathLst>
              <a:path w="142646" h="98552">
                <a:moveTo>
                  <a:pt x="142646" y="18898"/>
                </a:moveTo>
                <a:lnTo>
                  <a:pt x="139802" y="8738"/>
                </a:lnTo>
                <a:cubicBezTo>
                  <a:pt x="106477" y="0"/>
                  <a:pt x="63805" y="5080"/>
                  <a:pt x="35357" y="19304"/>
                </a:cubicBezTo>
                <a:cubicBezTo>
                  <a:pt x="17069" y="28448"/>
                  <a:pt x="5893" y="42672"/>
                  <a:pt x="0" y="56286"/>
                </a:cubicBezTo>
                <a:lnTo>
                  <a:pt x="0" y="98552"/>
                </a:lnTo>
                <a:lnTo>
                  <a:pt x="142646" y="98552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201" name="!!path-9iv"/>
          <p:cNvSpPr/>
          <p:nvPr/>
        </p:nvSpPr>
        <p:spPr>
          <a:xfrm>
            <a:off x="548843" y="293726"/>
            <a:ext cx="142646" cy="56286"/>
          </a:xfrm>
          <a:custGeom>
            <a:avLst/>
            <a:gdLst/>
            <a:ahLst/>
            <a:cxnLst/>
            <a:rect l="l" t="t" r="r" b="b"/>
            <a:pathLst>
              <a:path w="142646" h="56286" fill="none">
                <a:moveTo>
                  <a:pt x="0" y="56286"/>
                </a:moveTo>
                <a:cubicBezTo>
                  <a:pt x="5893" y="42672"/>
                  <a:pt x="17069" y="28448"/>
                  <a:pt x="35357" y="19304"/>
                </a:cubicBezTo>
                <a:cubicBezTo>
                  <a:pt x="63805" y="5080"/>
                  <a:pt x="106477" y="0"/>
                  <a:pt x="139802" y="8738"/>
                </a:cubicBezTo>
                <a:lnTo>
                  <a:pt x="142646" y="1889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202" name="!!path-9iw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627D8D"/>
              </a:gs>
              <a:gs pos="21794">
                <a:srgbClr val="627D8D"/>
              </a:gs>
              <a:gs pos="55376">
                <a:srgbClr val="627D8D"/>
              </a:gs>
              <a:gs pos="96421">
                <a:srgbClr val="98ABB7"/>
              </a:gs>
              <a:gs pos="100000">
                <a:srgbClr val="98ABB7"/>
              </a:gs>
            </a:gsLst>
            <a:lin ang="1983350" scaled="0"/>
          </a:gradFill>
          <a:ln>
            <a:noFill/>
          </a:ln>
        </p:spPr>
      </p:sp>
      <p:sp>
        <p:nvSpPr>
          <p:cNvPr id="203" name="!!path-9ix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0000"/>
                </a:srgbClr>
              </a:gs>
              <a:gs pos="4764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83333" t="79291" r="16667" b="20709"/>
            </a:path>
          </a:gradFill>
          <a:ln>
            <a:noFill/>
          </a:ln>
        </p:spPr>
      </p:sp>
      <p:sp>
        <p:nvSpPr>
          <p:cNvPr id="204" name="!!line-9iy"/>
          <p:cNvSpPr/>
          <p:nvPr/>
        </p:nvSpPr>
        <p:spPr>
          <a:xfrm>
            <a:off x="549046" y="363017"/>
            <a:ext cx="1" cy="153619"/>
          </a:xfrm>
          <a:custGeom>
            <a:avLst/>
            <a:gdLst/>
            <a:ahLst/>
            <a:cxnLst/>
            <a:rect l="l" t="t" r="r" b="b"/>
            <a:pathLst>
              <a:path w="1" h="153619">
                <a:moveTo>
                  <a:pt x="0" y="0"/>
                </a:moveTo>
                <a:lnTo>
                  <a:pt x="0" y="153619"/>
                </a:lnTo>
              </a:path>
            </a:pathLst>
          </a:custGeom>
          <a:solidFill>
            <a:srgbClr val="000000"/>
          </a:solidFill>
          <a:ln w="6909" cap="rnd">
            <a:solidFill>
              <a:srgbClr val="C9D3D9"/>
            </a:solidFill>
            <a:prstDash val="solid"/>
            <a:miter lim="800000"/>
          </a:ln>
        </p:spPr>
      </p:sp>
      <p:sp>
        <p:nvSpPr>
          <p:cNvPr id="205" name="!!path-9iz"/>
          <p:cNvSpPr/>
          <p:nvPr/>
        </p:nvSpPr>
        <p:spPr>
          <a:xfrm>
            <a:off x="657962" y="442062"/>
            <a:ext cx="25400" cy="37998"/>
          </a:xfrm>
          <a:custGeom>
            <a:avLst/>
            <a:gdLst/>
            <a:ahLst/>
            <a:cxnLst/>
            <a:rect l="l" t="t" r="r" b="b"/>
            <a:pathLst>
              <a:path w="25400" h="37998">
                <a:moveTo>
                  <a:pt x="0" y="2642"/>
                </a:moveTo>
                <a:lnTo>
                  <a:pt x="15240" y="0"/>
                </a:lnTo>
                <a:lnTo>
                  <a:pt x="25400" y="37186"/>
                </a:lnTo>
                <a:lnTo>
                  <a:pt x="7518" y="37998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 w="1016" cap="flat">
            <a:solidFill>
              <a:srgbClr val="FFFFFF">
                <a:alpha val="55000"/>
              </a:srgbClr>
            </a:solidFill>
            <a:prstDash val="solid"/>
            <a:round/>
          </a:ln>
        </p:spPr>
      </p:sp>
      <p:sp>
        <p:nvSpPr>
          <p:cNvPr id="206" name="!!text-9j0" descr="救「舊」我的書"/>
          <p:cNvSpPr txBox="1"/>
          <p:nvPr/>
        </p:nvSpPr>
        <p:spPr>
          <a:xfrm>
            <a:off x="805879" y="251460"/>
            <a:ext cx="1120140" cy="25745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400" b="1" kern="0" spc="-70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救</a:t>
            </a:r>
            <a:r>
              <a:rPr lang="zh-TW" altLang="en-US" sz="14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「舊</a:t>
            </a:r>
            <a:r>
              <a:rPr lang="zh-TW" altLang="en-US" sz="1400" b="1" kern="0" spc="-70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」</a:t>
            </a:r>
            <a:r>
              <a:rPr lang="zh-TW" altLang="en-US" sz="14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我的書</a:t>
            </a:r>
            <a:endParaRPr lang="zh-TW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fast" p14:dur="1800" advTm="200">
        <p159:morph option="byObject"/>
      </p:transition>
    </mc:Choice>
    <mc:Fallback>
      <p:transition spd="fast" advTm="200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90.3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rect-1q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7"/>
          </a:solidFill>
          <a:ln>
            <a:noFill/>
          </a:ln>
        </p:spPr>
      </p:sp>
      <p:sp>
        <p:nvSpPr>
          <p:cNvPr id="3" name="!!ellipse-1q2"/>
          <p:cNvSpPr/>
          <p:nvPr/>
        </p:nvSpPr>
        <p:spPr>
          <a:xfrm>
            <a:off x="-889000" y="-952500"/>
            <a:ext cx="13970000" cy="7874000"/>
          </a:xfrm>
          <a:prstGeom prst="ellipse">
            <a:avLst/>
          </a:prstGeom>
          <a:gradFill rotWithShape="1">
            <a:gsLst>
              <a:gs pos="0">
                <a:srgbClr val="FFFFFF">
                  <a:alpha val="95000"/>
                </a:srgbClr>
              </a:gs>
              <a:gs pos="40865">
                <a:srgbClr val="FFFFFF">
                  <a:alpha val="35000"/>
                </a:srgbClr>
              </a:gs>
              <a:gs pos="68108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!!rect-1q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P1"/>
            <a:srcRect/>
            <a:tile tx="30587" ty="84252" sx="16667" sy="16667" flip="none" algn="tl"/>
          </a:blipFill>
          <a:ln>
            <a:noFill/>
          </a:ln>
        </p:spPr>
      </p:sp>
      <p:sp>
        <p:nvSpPr>
          <p:cNvPr id="5" name="!!circle-1q9"/>
          <p:cNvSpPr/>
          <p:nvPr/>
        </p:nvSpPr>
        <p:spPr>
          <a:xfrm>
            <a:off x="8466472" y="2055076"/>
            <a:ext cx="2047469" cy="2047469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" name="!!circle-1qc"/>
          <p:cNvSpPr/>
          <p:nvPr/>
        </p:nvSpPr>
        <p:spPr>
          <a:xfrm>
            <a:off x="4585517" y="499916"/>
            <a:ext cx="2495906" cy="2495906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7" name="!!circle-1qd"/>
          <p:cNvSpPr/>
          <p:nvPr/>
        </p:nvSpPr>
        <p:spPr>
          <a:xfrm>
            <a:off x="2928276" y="5725922"/>
            <a:ext cx="2187308" cy="2187308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8" name="!!circle-1qp"/>
          <p:cNvSpPr/>
          <p:nvPr/>
        </p:nvSpPr>
        <p:spPr>
          <a:xfrm>
            <a:off x="7932875" y="2274418"/>
            <a:ext cx="1404176" cy="1404176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9" name="!!circle-1qy"/>
          <p:cNvSpPr/>
          <p:nvPr/>
        </p:nvSpPr>
        <p:spPr>
          <a:xfrm>
            <a:off x="-347562" y="-2321046"/>
            <a:ext cx="2674569" cy="2674569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0" name="!!circle-1r4"/>
          <p:cNvSpPr/>
          <p:nvPr/>
        </p:nvSpPr>
        <p:spPr>
          <a:xfrm>
            <a:off x="10912854" y="2112880"/>
            <a:ext cx="1085901" cy="1085901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1" name="!!circle-1r5"/>
          <p:cNvSpPr/>
          <p:nvPr/>
        </p:nvSpPr>
        <p:spPr>
          <a:xfrm>
            <a:off x="11073953" y="4248042"/>
            <a:ext cx="2573795" cy="2573795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2" name="!!circle-1rp"/>
          <p:cNvSpPr/>
          <p:nvPr/>
        </p:nvSpPr>
        <p:spPr>
          <a:xfrm>
            <a:off x="3371017" y="2666085"/>
            <a:ext cx="985317" cy="985317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3" name="!!circle-1rv"/>
          <p:cNvSpPr/>
          <p:nvPr/>
        </p:nvSpPr>
        <p:spPr>
          <a:xfrm>
            <a:off x="12078811" y="5660098"/>
            <a:ext cx="894347" cy="894347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4" name="!!circle-1sb"/>
          <p:cNvSpPr/>
          <p:nvPr/>
        </p:nvSpPr>
        <p:spPr>
          <a:xfrm>
            <a:off x="1308930" y="423634"/>
            <a:ext cx="1718970" cy="1718970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5" name="!!rect-1sh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5F7">
                  <a:alpha val="0"/>
                </a:srgbClr>
              </a:gs>
              <a:gs pos="20428">
                <a:srgbClr val="F3F5F7">
                  <a:alpha val="0"/>
                </a:srgbClr>
              </a:gs>
              <a:gs pos="66730">
                <a:srgbClr val="F3F5F7"/>
              </a:gs>
              <a:gs pos="100000">
                <a:srgbClr val="F3F5F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6" name="!!circle-1sj"/>
          <p:cNvSpPr/>
          <p:nvPr/>
        </p:nvSpPr>
        <p:spPr>
          <a:xfrm>
            <a:off x="99104" y="63710"/>
            <a:ext cx="50038" cy="50038"/>
          </a:xfrm>
          <a:prstGeom prst="ellipse">
            <a:avLst/>
          </a:prstGeom>
          <a:solidFill>
            <a:srgbClr val="627D8D">
              <a:alpha val="25400"/>
            </a:srgbClr>
          </a:solidFill>
          <a:ln>
            <a:noFill/>
          </a:ln>
        </p:spPr>
      </p:sp>
      <p:sp>
        <p:nvSpPr>
          <p:cNvPr id="17" name="!!circle-1sm"/>
          <p:cNvSpPr/>
          <p:nvPr/>
        </p:nvSpPr>
        <p:spPr>
          <a:xfrm>
            <a:off x="5598626" y="1394880"/>
            <a:ext cx="36055" cy="36055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18" name="!!circle-1sp"/>
          <p:cNvSpPr/>
          <p:nvPr/>
        </p:nvSpPr>
        <p:spPr>
          <a:xfrm>
            <a:off x="9310469" y="3296625"/>
            <a:ext cx="24295" cy="24295"/>
          </a:xfrm>
          <a:prstGeom prst="ellipse">
            <a:avLst/>
          </a:prstGeom>
          <a:solidFill>
            <a:srgbClr val="627D8D">
              <a:alpha val="18100"/>
            </a:srgbClr>
          </a:solidFill>
          <a:ln>
            <a:noFill/>
          </a:ln>
        </p:spPr>
      </p:sp>
      <p:sp>
        <p:nvSpPr>
          <p:cNvPr id="19" name="!!circle-1ss"/>
          <p:cNvSpPr/>
          <p:nvPr/>
        </p:nvSpPr>
        <p:spPr>
          <a:xfrm>
            <a:off x="3529802" y="6487639"/>
            <a:ext cx="25959" cy="25959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20" name="!!circle-1sv"/>
          <p:cNvSpPr/>
          <p:nvPr/>
        </p:nvSpPr>
        <p:spPr>
          <a:xfrm>
            <a:off x="1948687" y="1816996"/>
            <a:ext cx="35878" cy="35878"/>
          </a:xfrm>
          <a:prstGeom prst="ellipse">
            <a:avLst/>
          </a:prstGeom>
          <a:solidFill>
            <a:srgbClr val="627D8D">
              <a:alpha val="26800"/>
            </a:srgbClr>
          </a:solidFill>
          <a:ln>
            <a:noFill/>
          </a:ln>
        </p:spPr>
      </p:sp>
      <p:sp>
        <p:nvSpPr>
          <p:cNvPr id="21" name="!!circle-1sy"/>
          <p:cNvSpPr/>
          <p:nvPr/>
        </p:nvSpPr>
        <p:spPr>
          <a:xfrm>
            <a:off x="6813556" y="3866319"/>
            <a:ext cx="40234" cy="40234"/>
          </a:xfrm>
          <a:prstGeom prst="ellipse">
            <a:avLst/>
          </a:prstGeom>
          <a:solidFill>
            <a:srgbClr val="627D8D">
              <a:alpha val="31300"/>
            </a:srgbClr>
          </a:solidFill>
          <a:ln>
            <a:noFill/>
          </a:ln>
        </p:spPr>
      </p:sp>
      <p:sp>
        <p:nvSpPr>
          <p:cNvPr id="22" name="!!circle-1t4"/>
          <p:cNvSpPr/>
          <p:nvPr/>
        </p:nvSpPr>
        <p:spPr>
          <a:xfrm>
            <a:off x="1146960" y="4936647"/>
            <a:ext cx="29959" cy="29959"/>
          </a:xfrm>
          <a:prstGeom prst="ellipse">
            <a:avLst/>
          </a:prstGeom>
          <a:solidFill>
            <a:srgbClr val="627D8D">
              <a:alpha val="19400"/>
            </a:srgbClr>
          </a:solidFill>
          <a:ln>
            <a:noFill/>
          </a:ln>
        </p:spPr>
      </p:sp>
      <p:sp>
        <p:nvSpPr>
          <p:cNvPr id="23" name="!!circle-1t7"/>
          <p:cNvSpPr/>
          <p:nvPr/>
        </p:nvSpPr>
        <p:spPr>
          <a:xfrm>
            <a:off x="8487943" y="4520306"/>
            <a:ext cx="28702" cy="28702"/>
          </a:xfrm>
          <a:prstGeom prst="ellipse">
            <a:avLst/>
          </a:prstGeom>
          <a:solidFill>
            <a:srgbClr val="627D8D">
              <a:alpha val="17800"/>
            </a:srgbClr>
          </a:solidFill>
          <a:ln>
            <a:noFill/>
          </a:ln>
        </p:spPr>
      </p:sp>
      <p:sp>
        <p:nvSpPr>
          <p:cNvPr id="24" name="!!circle-1ta"/>
          <p:cNvSpPr/>
          <p:nvPr/>
        </p:nvSpPr>
        <p:spPr>
          <a:xfrm>
            <a:off x="11029944" y="1935618"/>
            <a:ext cx="24066" cy="24066"/>
          </a:xfrm>
          <a:prstGeom prst="ellipse">
            <a:avLst/>
          </a:prstGeom>
          <a:solidFill>
            <a:srgbClr val="627D8D">
              <a:alpha val="23900"/>
            </a:srgbClr>
          </a:solidFill>
          <a:ln>
            <a:noFill/>
          </a:ln>
        </p:spPr>
      </p:sp>
      <p:sp>
        <p:nvSpPr>
          <p:cNvPr id="25" name="!!circle-1td"/>
          <p:cNvSpPr/>
          <p:nvPr/>
        </p:nvSpPr>
        <p:spPr>
          <a:xfrm>
            <a:off x="8407057" y="5912034"/>
            <a:ext cx="35865" cy="35865"/>
          </a:xfrm>
          <a:prstGeom prst="ellipse">
            <a:avLst/>
          </a:prstGeom>
          <a:solidFill>
            <a:srgbClr val="627D8D">
              <a:alpha val="28200"/>
            </a:srgbClr>
          </a:solidFill>
          <a:ln>
            <a:noFill/>
          </a:ln>
        </p:spPr>
      </p:sp>
      <p:sp>
        <p:nvSpPr>
          <p:cNvPr id="26" name="!!circle-1tg"/>
          <p:cNvSpPr/>
          <p:nvPr/>
        </p:nvSpPr>
        <p:spPr>
          <a:xfrm>
            <a:off x="1473814" y="3105780"/>
            <a:ext cx="39218" cy="39218"/>
          </a:xfrm>
          <a:prstGeom prst="ellipse">
            <a:avLst/>
          </a:prstGeom>
          <a:solidFill>
            <a:srgbClr val="627D8D">
              <a:alpha val="29600"/>
            </a:srgbClr>
          </a:solidFill>
          <a:ln>
            <a:noFill/>
          </a:ln>
        </p:spPr>
      </p:sp>
      <p:sp>
        <p:nvSpPr>
          <p:cNvPr id="27" name="!!circle-1tj"/>
          <p:cNvSpPr/>
          <p:nvPr/>
        </p:nvSpPr>
        <p:spPr>
          <a:xfrm>
            <a:off x="7122836" y="6132336"/>
            <a:ext cx="49733" cy="49733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8" name="!!circle-1tm"/>
          <p:cNvSpPr/>
          <p:nvPr/>
        </p:nvSpPr>
        <p:spPr>
          <a:xfrm>
            <a:off x="6364909" y="1800761"/>
            <a:ext cx="41694" cy="41694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9" name="!!circle-1tp"/>
          <p:cNvSpPr/>
          <p:nvPr/>
        </p:nvSpPr>
        <p:spPr>
          <a:xfrm>
            <a:off x="6791865" y="5207667"/>
            <a:ext cx="31979" cy="31979"/>
          </a:xfrm>
          <a:prstGeom prst="ellipse">
            <a:avLst/>
          </a:prstGeom>
          <a:solidFill>
            <a:srgbClr val="627D8D">
              <a:alpha val="24100"/>
            </a:srgbClr>
          </a:solidFill>
          <a:ln>
            <a:noFill/>
          </a:ln>
        </p:spPr>
      </p:sp>
      <p:sp>
        <p:nvSpPr>
          <p:cNvPr id="30" name="!!circle-1ts"/>
          <p:cNvSpPr/>
          <p:nvPr/>
        </p:nvSpPr>
        <p:spPr>
          <a:xfrm>
            <a:off x="3865098" y="1113037"/>
            <a:ext cx="18085" cy="18085"/>
          </a:xfrm>
          <a:prstGeom prst="ellipse">
            <a:avLst/>
          </a:prstGeom>
          <a:solidFill>
            <a:srgbClr val="627D8D">
              <a:alpha val="10500"/>
            </a:srgbClr>
          </a:solidFill>
          <a:ln>
            <a:noFill/>
          </a:ln>
        </p:spPr>
      </p:sp>
      <p:sp>
        <p:nvSpPr>
          <p:cNvPr id="31" name="!!circle-1ty"/>
          <p:cNvSpPr/>
          <p:nvPr/>
        </p:nvSpPr>
        <p:spPr>
          <a:xfrm>
            <a:off x="3434643" y="6367578"/>
            <a:ext cx="39243" cy="39243"/>
          </a:xfrm>
          <a:prstGeom prst="ellipse">
            <a:avLst/>
          </a:prstGeom>
          <a:solidFill>
            <a:srgbClr val="627D8D">
              <a:alpha val="27700"/>
            </a:srgbClr>
          </a:solidFill>
          <a:ln>
            <a:noFill/>
          </a:ln>
        </p:spPr>
      </p:sp>
      <p:sp>
        <p:nvSpPr>
          <p:cNvPr id="32" name="!!circle-1u1"/>
          <p:cNvSpPr/>
          <p:nvPr/>
        </p:nvSpPr>
        <p:spPr>
          <a:xfrm>
            <a:off x="1657791" y="6606583"/>
            <a:ext cx="34519" cy="34519"/>
          </a:xfrm>
          <a:prstGeom prst="ellipse">
            <a:avLst/>
          </a:prstGeom>
          <a:solidFill>
            <a:srgbClr val="627D8D">
              <a:alpha val="22500"/>
            </a:srgbClr>
          </a:solidFill>
          <a:ln>
            <a:noFill/>
          </a:ln>
        </p:spPr>
      </p:sp>
      <p:sp>
        <p:nvSpPr>
          <p:cNvPr id="33" name="!!circle-1u4"/>
          <p:cNvSpPr/>
          <p:nvPr/>
        </p:nvSpPr>
        <p:spPr>
          <a:xfrm>
            <a:off x="2641773" y="5166091"/>
            <a:ext cx="46228" cy="46228"/>
          </a:xfrm>
          <a:prstGeom prst="ellipse">
            <a:avLst/>
          </a:prstGeom>
          <a:solidFill>
            <a:srgbClr val="627D8D">
              <a:alpha val="26200"/>
            </a:srgbClr>
          </a:solidFill>
          <a:ln>
            <a:noFill/>
          </a:ln>
        </p:spPr>
      </p:sp>
      <p:sp>
        <p:nvSpPr>
          <p:cNvPr id="34" name="!!circle-1u7"/>
          <p:cNvSpPr/>
          <p:nvPr/>
        </p:nvSpPr>
        <p:spPr>
          <a:xfrm>
            <a:off x="7420561" y="4804479"/>
            <a:ext cx="49327" cy="49327"/>
          </a:xfrm>
          <a:prstGeom prst="ellipse">
            <a:avLst/>
          </a:prstGeom>
          <a:solidFill>
            <a:srgbClr val="627D8D">
              <a:alpha val="20800"/>
            </a:srgbClr>
          </a:solidFill>
          <a:ln>
            <a:noFill/>
          </a:ln>
        </p:spPr>
      </p:sp>
      <p:sp>
        <p:nvSpPr>
          <p:cNvPr id="35" name="!!circle-1ua"/>
          <p:cNvSpPr/>
          <p:nvPr/>
        </p:nvSpPr>
        <p:spPr>
          <a:xfrm>
            <a:off x="9693969" y="5525171"/>
            <a:ext cx="24054" cy="24054"/>
          </a:xfrm>
          <a:prstGeom prst="ellipse">
            <a:avLst/>
          </a:prstGeom>
          <a:solidFill>
            <a:srgbClr val="627D8D">
              <a:alpha val="22200"/>
            </a:srgbClr>
          </a:solidFill>
          <a:ln>
            <a:noFill/>
          </a:ln>
        </p:spPr>
      </p:sp>
      <p:sp>
        <p:nvSpPr>
          <p:cNvPr id="36" name="!!circle-1ud"/>
          <p:cNvSpPr/>
          <p:nvPr/>
        </p:nvSpPr>
        <p:spPr>
          <a:xfrm>
            <a:off x="2083241" y="1504411"/>
            <a:ext cx="32271" cy="32271"/>
          </a:xfrm>
          <a:prstGeom prst="ellipse">
            <a:avLst/>
          </a:prstGeom>
          <a:solidFill>
            <a:srgbClr val="627D8D">
              <a:alpha val="20500"/>
            </a:srgbClr>
          </a:solidFill>
          <a:ln>
            <a:noFill/>
          </a:ln>
        </p:spPr>
      </p:sp>
      <p:sp>
        <p:nvSpPr>
          <p:cNvPr id="37" name="!!circle-1uj"/>
          <p:cNvSpPr/>
          <p:nvPr/>
        </p:nvSpPr>
        <p:spPr>
          <a:xfrm>
            <a:off x="2082298" y="2484687"/>
            <a:ext cx="34252" cy="34252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38" name="!!circle-1um"/>
          <p:cNvSpPr/>
          <p:nvPr/>
        </p:nvSpPr>
        <p:spPr>
          <a:xfrm>
            <a:off x="9610915" y="4407039"/>
            <a:ext cx="44196" cy="44196"/>
          </a:xfrm>
          <a:prstGeom prst="ellipse">
            <a:avLst/>
          </a:prstGeom>
          <a:solidFill>
            <a:srgbClr val="627D8D">
              <a:alpha val="21700"/>
            </a:srgbClr>
          </a:solidFill>
          <a:ln>
            <a:noFill/>
          </a:ln>
        </p:spPr>
      </p:sp>
      <p:sp>
        <p:nvSpPr>
          <p:cNvPr id="39" name="!!circle-1up"/>
          <p:cNvSpPr/>
          <p:nvPr/>
        </p:nvSpPr>
        <p:spPr>
          <a:xfrm>
            <a:off x="6793338" y="1826803"/>
            <a:ext cx="35192" cy="35192"/>
          </a:xfrm>
          <a:prstGeom prst="ellipse">
            <a:avLst/>
          </a:prstGeom>
          <a:solidFill>
            <a:srgbClr val="627D8D">
              <a:alpha val="27100"/>
            </a:srgbClr>
          </a:solidFill>
          <a:ln>
            <a:noFill/>
          </a:ln>
        </p:spPr>
      </p:sp>
      <p:sp>
        <p:nvSpPr>
          <p:cNvPr id="40" name="!!circle-1us"/>
          <p:cNvSpPr/>
          <p:nvPr/>
        </p:nvSpPr>
        <p:spPr>
          <a:xfrm>
            <a:off x="10141845" y="5380982"/>
            <a:ext cx="43358" cy="43358"/>
          </a:xfrm>
          <a:prstGeom prst="ellipse">
            <a:avLst/>
          </a:prstGeom>
          <a:solidFill>
            <a:srgbClr val="627D8D">
              <a:alpha val="19500"/>
            </a:srgbClr>
          </a:solidFill>
          <a:ln>
            <a:noFill/>
          </a:ln>
        </p:spPr>
      </p:sp>
      <p:sp>
        <p:nvSpPr>
          <p:cNvPr id="41" name="!!circle-1uv"/>
          <p:cNvSpPr/>
          <p:nvPr/>
        </p:nvSpPr>
        <p:spPr>
          <a:xfrm>
            <a:off x="3140802" y="2171779"/>
            <a:ext cx="33528" cy="33528"/>
          </a:xfrm>
          <a:prstGeom prst="ellipse">
            <a:avLst/>
          </a:prstGeom>
          <a:solidFill>
            <a:srgbClr val="627D8D">
              <a:alpha val="28300"/>
            </a:srgbClr>
          </a:solidFill>
          <a:ln>
            <a:noFill/>
          </a:ln>
        </p:spPr>
      </p:sp>
      <p:sp>
        <p:nvSpPr>
          <p:cNvPr id="42" name="!!circle-1uy"/>
          <p:cNvSpPr/>
          <p:nvPr/>
        </p:nvSpPr>
        <p:spPr>
          <a:xfrm>
            <a:off x="6782292" y="2731332"/>
            <a:ext cx="28956" cy="28956"/>
          </a:xfrm>
          <a:prstGeom prst="ellipse">
            <a:avLst/>
          </a:prstGeom>
          <a:solidFill>
            <a:srgbClr val="627D8D">
              <a:alpha val="21800"/>
            </a:srgbClr>
          </a:solidFill>
          <a:ln>
            <a:noFill/>
          </a:ln>
        </p:spPr>
      </p:sp>
      <p:sp>
        <p:nvSpPr>
          <p:cNvPr id="43" name="!!circle-1v1"/>
          <p:cNvSpPr/>
          <p:nvPr/>
        </p:nvSpPr>
        <p:spPr>
          <a:xfrm>
            <a:off x="6993074" y="6436588"/>
            <a:ext cx="45555" cy="45555"/>
          </a:xfrm>
          <a:prstGeom prst="ellipse">
            <a:avLst/>
          </a:prstGeom>
          <a:solidFill>
            <a:srgbClr val="627D8D">
              <a:alpha val="20900"/>
            </a:srgbClr>
          </a:solidFill>
          <a:ln>
            <a:noFill/>
          </a:ln>
        </p:spPr>
      </p:sp>
      <p:sp>
        <p:nvSpPr>
          <p:cNvPr id="44" name="!!circle-1v4"/>
          <p:cNvSpPr/>
          <p:nvPr/>
        </p:nvSpPr>
        <p:spPr>
          <a:xfrm>
            <a:off x="11310336" y="3352874"/>
            <a:ext cx="39484" cy="39484"/>
          </a:xfrm>
          <a:prstGeom prst="ellipse">
            <a:avLst/>
          </a:prstGeom>
          <a:solidFill>
            <a:srgbClr val="627D8D">
              <a:alpha val="13600"/>
            </a:srgbClr>
          </a:solidFill>
          <a:ln>
            <a:noFill/>
          </a:ln>
        </p:spPr>
      </p:sp>
      <p:sp>
        <p:nvSpPr>
          <p:cNvPr id="45" name="!!circle-1v7"/>
          <p:cNvSpPr/>
          <p:nvPr/>
        </p:nvSpPr>
        <p:spPr>
          <a:xfrm>
            <a:off x="7454466" y="5688715"/>
            <a:ext cx="30455" cy="30455"/>
          </a:xfrm>
          <a:prstGeom prst="ellipse">
            <a:avLst/>
          </a:prstGeom>
          <a:solidFill>
            <a:srgbClr val="627D8D">
              <a:alpha val="16500"/>
            </a:srgbClr>
          </a:solidFill>
          <a:ln>
            <a:noFill/>
          </a:ln>
        </p:spPr>
      </p:sp>
      <p:sp>
        <p:nvSpPr>
          <p:cNvPr id="46" name="!!circle-1va"/>
          <p:cNvSpPr/>
          <p:nvPr/>
        </p:nvSpPr>
        <p:spPr>
          <a:xfrm>
            <a:off x="8955309" y="6443691"/>
            <a:ext cx="28257" cy="28257"/>
          </a:xfrm>
          <a:prstGeom prst="ellipse">
            <a:avLst/>
          </a:prstGeom>
          <a:solidFill>
            <a:srgbClr val="627D8D">
              <a:alpha val="15700"/>
            </a:srgbClr>
          </a:solidFill>
          <a:ln>
            <a:noFill/>
          </a:ln>
        </p:spPr>
      </p:sp>
      <p:sp>
        <p:nvSpPr>
          <p:cNvPr id="47" name="!!circle-1vd"/>
          <p:cNvSpPr/>
          <p:nvPr/>
        </p:nvSpPr>
        <p:spPr>
          <a:xfrm>
            <a:off x="11363630" y="5135196"/>
            <a:ext cx="45149" cy="45149"/>
          </a:xfrm>
          <a:prstGeom prst="ellipse">
            <a:avLst/>
          </a:prstGeom>
          <a:solidFill>
            <a:srgbClr val="627D8D">
              <a:alpha val="31200"/>
            </a:srgbClr>
          </a:solidFill>
          <a:ln>
            <a:noFill/>
          </a:ln>
        </p:spPr>
      </p:sp>
      <p:sp>
        <p:nvSpPr>
          <p:cNvPr id="48" name="!!circle-1vg"/>
          <p:cNvSpPr/>
          <p:nvPr/>
        </p:nvSpPr>
        <p:spPr>
          <a:xfrm>
            <a:off x="3454348" y="3247170"/>
            <a:ext cx="30696" cy="30696"/>
          </a:xfrm>
          <a:prstGeom prst="ellipse">
            <a:avLst/>
          </a:prstGeom>
          <a:solidFill>
            <a:srgbClr val="627D8D">
              <a:alpha val="25700"/>
            </a:srgbClr>
          </a:solidFill>
          <a:ln>
            <a:noFill/>
          </a:ln>
        </p:spPr>
      </p:sp>
      <p:sp>
        <p:nvSpPr>
          <p:cNvPr id="49" name="!!circle-1vj"/>
          <p:cNvSpPr/>
          <p:nvPr/>
        </p:nvSpPr>
        <p:spPr>
          <a:xfrm>
            <a:off x="8823466" y="3785271"/>
            <a:ext cx="37401" cy="37401"/>
          </a:xfrm>
          <a:prstGeom prst="ellipse">
            <a:avLst/>
          </a:prstGeom>
          <a:solidFill>
            <a:srgbClr val="627D8D">
              <a:alpha val="16000"/>
            </a:srgbClr>
          </a:solidFill>
          <a:ln>
            <a:noFill/>
          </a:ln>
        </p:spPr>
      </p:sp>
      <p:sp>
        <p:nvSpPr>
          <p:cNvPr id="50" name="!!circle-1vm"/>
          <p:cNvSpPr/>
          <p:nvPr/>
        </p:nvSpPr>
        <p:spPr>
          <a:xfrm>
            <a:off x="1764467" y="4590699"/>
            <a:ext cx="33096" cy="33096"/>
          </a:xfrm>
          <a:prstGeom prst="ellipse">
            <a:avLst/>
          </a:prstGeom>
          <a:solidFill>
            <a:srgbClr val="627D8D">
              <a:alpha val="22300"/>
            </a:srgbClr>
          </a:solidFill>
          <a:ln>
            <a:noFill/>
          </a:ln>
        </p:spPr>
      </p:sp>
      <p:sp>
        <p:nvSpPr>
          <p:cNvPr id="51" name="!!circle-1vp"/>
          <p:cNvSpPr/>
          <p:nvPr/>
        </p:nvSpPr>
        <p:spPr>
          <a:xfrm>
            <a:off x="11587719" y="703592"/>
            <a:ext cx="21145" cy="21145"/>
          </a:xfrm>
          <a:prstGeom prst="ellipse">
            <a:avLst/>
          </a:prstGeom>
          <a:solidFill>
            <a:srgbClr val="627D8D">
              <a:alpha val="16300"/>
            </a:srgbClr>
          </a:solidFill>
          <a:ln>
            <a:noFill/>
          </a:ln>
        </p:spPr>
      </p:sp>
      <p:sp>
        <p:nvSpPr>
          <p:cNvPr id="52" name="!!circle-1vs"/>
          <p:cNvSpPr/>
          <p:nvPr/>
        </p:nvSpPr>
        <p:spPr>
          <a:xfrm>
            <a:off x="11076425" y="5620757"/>
            <a:ext cx="35281" cy="35281"/>
          </a:xfrm>
          <a:prstGeom prst="ellipse">
            <a:avLst/>
          </a:prstGeom>
          <a:solidFill>
            <a:srgbClr val="627D8D">
              <a:alpha val="30000"/>
            </a:srgbClr>
          </a:solidFill>
          <a:ln>
            <a:noFill/>
          </a:ln>
        </p:spPr>
      </p:sp>
      <p:sp>
        <p:nvSpPr>
          <p:cNvPr id="53" name="!!path-37d"/>
          <p:cNvSpPr/>
          <p:nvPr/>
        </p:nvSpPr>
        <p:spPr>
          <a:xfrm>
            <a:off x="-6576990" y="-2276840"/>
            <a:ext cx="7666028" cy="3818308"/>
          </a:xfrm>
          <a:custGeom>
            <a:avLst/>
            <a:gdLst/>
            <a:ahLst/>
            <a:cxnLst/>
            <a:rect l="l" t="t" r="r" b="b"/>
            <a:pathLst>
              <a:path w="7666028" h="3818308" fill="none">
                <a:moveTo>
                  <a:pt x="0" y="3818308"/>
                </a:moveTo>
                <a:quadBezTo>
                  <a:pt x="4438487" y="3124757"/>
                  <a:pt x="7666028" y="0"/>
                </a:quadBezTo>
              </a:path>
            </a:pathLst>
          </a:custGeom>
          <a:noFill/>
          <a:ln w="32385" cap="rnd">
            <a:solidFill>
              <a:srgbClr val="627D8D">
                <a:alpha val="26000"/>
              </a:srgbClr>
            </a:solidFill>
            <a:prstDash val="solid"/>
            <a:round/>
          </a:ln>
        </p:spPr>
      </p:sp>
      <p:sp>
        <p:nvSpPr>
          <p:cNvPr id="54" name="!!path-37x"/>
          <p:cNvSpPr/>
          <p:nvPr/>
        </p:nvSpPr>
        <p:spPr>
          <a:xfrm>
            <a:off x="-6423355" y="2491928"/>
            <a:ext cx="9904978" cy="2221669"/>
          </a:xfrm>
          <a:custGeom>
            <a:avLst/>
            <a:gdLst/>
            <a:ahLst/>
            <a:cxnLst/>
            <a:rect l="l" t="t" r="r" b="b"/>
            <a:pathLst>
              <a:path w="9904978" h="2221669" fill="none">
                <a:moveTo>
                  <a:pt x="0" y="0"/>
                </a:moveTo>
                <a:quadBezTo>
                  <a:pt x="4736416" y="2221669"/>
                  <a:pt x="9904978" y="1412096"/>
                </a:quadBezTo>
              </a:path>
            </a:pathLst>
          </a:custGeom>
          <a:noFill/>
          <a:ln w="32385" cap="rnd">
            <a:solidFill>
              <a:srgbClr val="627D8D">
                <a:alpha val="7800"/>
              </a:srgbClr>
            </a:solidFill>
            <a:prstDash val="solid"/>
            <a:round/>
          </a:ln>
        </p:spPr>
      </p:sp>
      <p:sp>
        <p:nvSpPr>
          <p:cNvPr id="55" name="!!circle-380"/>
          <p:cNvSpPr/>
          <p:nvPr/>
        </p:nvSpPr>
        <p:spPr>
          <a:xfrm>
            <a:off x="3103161" y="3841341"/>
            <a:ext cx="207264" cy="207264"/>
          </a:xfrm>
          <a:prstGeom prst="ellipse">
            <a:avLst/>
          </a:prstGeom>
          <a:gradFill rotWithShape="1">
            <a:gsLst>
              <a:gs pos="0">
                <a:srgbClr val="FFFFFF">
                  <a:alpha val="3314"/>
                </a:srgbClr>
              </a:gs>
              <a:gs pos="28284">
                <a:srgbClr val="627D8D">
                  <a:alpha val="1657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6" name="!!rect-42m"/>
          <p:cNvSpPr/>
          <p:nvPr/>
        </p:nvSpPr>
        <p:spPr>
          <a:xfrm>
            <a:off x="2854960" y="2172716"/>
            <a:ext cx="3497580" cy="3938016"/>
          </a:xfrm>
          <a:prstGeom prst="roundRect">
            <a:avLst>
              <a:gd name="adj" fmla="val 5118"/>
            </a:avLst>
          </a:prstGeom>
          <a:solidFill>
            <a:srgbClr val="0B1A26">
              <a:alpha val="12000"/>
            </a:srgbClr>
          </a:solidFill>
          <a:ln>
            <a:noFill/>
          </a:ln>
          <a:effectLst>
            <a:softEdge rad="227990"/>
          </a:effectLst>
        </p:spPr>
      </p:sp>
      <p:sp>
        <p:nvSpPr>
          <p:cNvPr id="57" name="!!rect-42n"/>
          <p:cNvSpPr/>
          <p:nvPr/>
        </p:nvSpPr>
        <p:spPr>
          <a:xfrm>
            <a:off x="2919730" y="2185670"/>
            <a:ext cx="3368040" cy="37566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477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58" name="!!text-42o" descr="語意向量空間"/>
          <p:cNvSpPr txBox="1"/>
          <p:nvPr/>
        </p:nvSpPr>
        <p:spPr>
          <a:xfrm>
            <a:off x="3126994" y="2340082"/>
            <a:ext cx="1060933" cy="24384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26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語意向量空間</a:t>
            </a:r>
            <a:endParaRPr lang="zh-TW" sz="1326"/>
          </a:p>
        </p:txBody>
      </p:sp>
      <p:sp>
        <p:nvSpPr>
          <p:cNvPr id="59" name="!!text-42v" descr="依收藏、購物車與瀏覽紀錄比對"/>
          <p:cNvSpPr txBox="1"/>
          <p:nvPr/>
        </p:nvSpPr>
        <p:spPr>
          <a:xfrm>
            <a:off x="3126994" y="2616261"/>
            <a:ext cx="2037664" cy="20633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22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依收藏、購物車與瀏覽紀錄比對</a:t>
            </a:r>
            <a:endParaRPr lang="zh-TW" sz="1122"/>
          </a:p>
        </p:txBody>
      </p:sp>
      <p:sp>
        <p:nvSpPr>
          <p:cNvPr id="60" name="!!circle-43a"/>
          <p:cNvSpPr/>
          <p:nvPr/>
        </p:nvSpPr>
        <p:spPr>
          <a:xfrm>
            <a:off x="4595110" y="4332439"/>
            <a:ext cx="83320" cy="83320"/>
          </a:xfrm>
          <a:prstGeom prst="ellipse">
            <a:avLst/>
          </a:prstGeom>
          <a:solidFill>
            <a:srgbClr val="627D8D">
              <a:alpha val="35700"/>
            </a:srgbClr>
          </a:solidFill>
          <a:ln>
            <a:noFill/>
          </a:ln>
        </p:spPr>
      </p:sp>
      <p:sp>
        <p:nvSpPr>
          <p:cNvPr id="61" name="!!circle-43c"/>
          <p:cNvSpPr/>
          <p:nvPr/>
        </p:nvSpPr>
        <p:spPr>
          <a:xfrm>
            <a:off x="5575443" y="4368613"/>
            <a:ext cx="55961" cy="55961"/>
          </a:xfrm>
          <a:prstGeom prst="ellipse">
            <a:avLst/>
          </a:prstGeom>
          <a:solidFill>
            <a:srgbClr val="627D8D">
              <a:alpha val="33900"/>
            </a:srgbClr>
          </a:solidFill>
          <a:ln>
            <a:noFill/>
          </a:ln>
        </p:spPr>
      </p:sp>
      <p:sp>
        <p:nvSpPr>
          <p:cNvPr id="62" name="!!circle-43e"/>
          <p:cNvSpPr/>
          <p:nvPr/>
        </p:nvSpPr>
        <p:spPr>
          <a:xfrm>
            <a:off x="4872442" y="4114003"/>
            <a:ext cx="76688" cy="76688"/>
          </a:xfrm>
          <a:prstGeom prst="ellipse">
            <a:avLst/>
          </a:prstGeom>
          <a:solidFill>
            <a:srgbClr val="627D8D">
              <a:alpha val="43300"/>
            </a:srgbClr>
          </a:solidFill>
          <a:ln>
            <a:noFill/>
          </a:ln>
        </p:spPr>
      </p:sp>
      <p:sp>
        <p:nvSpPr>
          <p:cNvPr id="63" name="!!circle-43g"/>
          <p:cNvSpPr/>
          <p:nvPr/>
        </p:nvSpPr>
        <p:spPr>
          <a:xfrm>
            <a:off x="4332124" y="4721176"/>
            <a:ext cx="87129" cy="87129"/>
          </a:xfrm>
          <a:prstGeom prst="ellipse">
            <a:avLst/>
          </a:prstGeom>
          <a:solidFill>
            <a:srgbClr val="627D8D">
              <a:alpha val="22800"/>
            </a:srgbClr>
          </a:solidFill>
          <a:ln>
            <a:noFill/>
          </a:ln>
        </p:spPr>
      </p:sp>
      <p:sp>
        <p:nvSpPr>
          <p:cNvPr id="64" name="!!circle-43i"/>
          <p:cNvSpPr/>
          <p:nvPr/>
        </p:nvSpPr>
        <p:spPr>
          <a:xfrm>
            <a:off x="3651385" y="3630961"/>
            <a:ext cx="72335" cy="72335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65" name="!!circle-43k"/>
          <p:cNvSpPr/>
          <p:nvPr/>
        </p:nvSpPr>
        <p:spPr>
          <a:xfrm>
            <a:off x="4797516" y="3211815"/>
            <a:ext cx="82750" cy="82750"/>
          </a:xfrm>
          <a:prstGeom prst="ellipse">
            <a:avLst/>
          </a:prstGeom>
          <a:solidFill>
            <a:srgbClr val="627D8D">
              <a:alpha val="35300"/>
            </a:srgbClr>
          </a:solidFill>
          <a:ln>
            <a:noFill/>
          </a:ln>
        </p:spPr>
      </p:sp>
      <p:sp>
        <p:nvSpPr>
          <p:cNvPr id="66" name="!!circle-43m"/>
          <p:cNvSpPr/>
          <p:nvPr/>
        </p:nvSpPr>
        <p:spPr>
          <a:xfrm>
            <a:off x="4324475" y="5202696"/>
            <a:ext cx="93554" cy="93554"/>
          </a:xfrm>
          <a:prstGeom prst="ellipse">
            <a:avLst/>
          </a:prstGeom>
          <a:solidFill>
            <a:srgbClr val="627D8D">
              <a:alpha val="41100"/>
            </a:srgbClr>
          </a:solidFill>
          <a:ln>
            <a:noFill/>
          </a:ln>
        </p:spPr>
      </p:sp>
      <p:sp>
        <p:nvSpPr>
          <p:cNvPr id="67" name="!!circle-43o"/>
          <p:cNvSpPr/>
          <p:nvPr/>
        </p:nvSpPr>
        <p:spPr>
          <a:xfrm>
            <a:off x="4051534" y="4601131"/>
            <a:ext cx="64861" cy="64861"/>
          </a:xfrm>
          <a:prstGeom prst="ellipse">
            <a:avLst/>
          </a:prstGeom>
          <a:solidFill>
            <a:srgbClr val="627D8D">
              <a:alpha val="19700"/>
            </a:srgbClr>
          </a:solidFill>
          <a:ln>
            <a:noFill/>
          </a:ln>
        </p:spPr>
      </p:sp>
      <p:sp>
        <p:nvSpPr>
          <p:cNvPr id="68" name="!!circle-43q"/>
          <p:cNvSpPr/>
          <p:nvPr/>
        </p:nvSpPr>
        <p:spPr>
          <a:xfrm>
            <a:off x="5256722" y="5587462"/>
            <a:ext cx="67192" cy="67192"/>
          </a:xfrm>
          <a:prstGeom prst="ellipse">
            <a:avLst/>
          </a:prstGeom>
          <a:solidFill>
            <a:srgbClr val="627D8D">
              <a:alpha val="22400"/>
            </a:srgbClr>
          </a:solidFill>
          <a:ln>
            <a:noFill/>
          </a:ln>
        </p:spPr>
      </p:sp>
      <p:sp>
        <p:nvSpPr>
          <p:cNvPr id="69" name="!!circle-43s"/>
          <p:cNvSpPr/>
          <p:nvPr/>
        </p:nvSpPr>
        <p:spPr>
          <a:xfrm>
            <a:off x="5257596" y="3824921"/>
            <a:ext cx="80496" cy="80496"/>
          </a:xfrm>
          <a:prstGeom prst="ellipse">
            <a:avLst/>
          </a:prstGeom>
          <a:solidFill>
            <a:srgbClr val="627D8D">
              <a:alpha val="35300"/>
            </a:srgbClr>
          </a:solidFill>
          <a:ln>
            <a:noFill/>
          </a:ln>
        </p:spPr>
      </p:sp>
      <p:sp>
        <p:nvSpPr>
          <p:cNvPr id="70" name="!!circle-43u"/>
          <p:cNvSpPr/>
          <p:nvPr/>
        </p:nvSpPr>
        <p:spPr>
          <a:xfrm>
            <a:off x="5540473" y="3249096"/>
            <a:ext cx="95847" cy="95847"/>
          </a:xfrm>
          <a:prstGeom prst="ellipse">
            <a:avLst/>
          </a:prstGeom>
          <a:solidFill>
            <a:srgbClr val="627D8D">
              <a:alpha val="42600"/>
            </a:srgbClr>
          </a:solidFill>
          <a:ln>
            <a:noFill/>
          </a:ln>
        </p:spPr>
      </p:sp>
      <p:sp>
        <p:nvSpPr>
          <p:cNvPr id="71" name="!!circle-43w"/>
          <p:cNvSpPr/>
          <p:nvPr/>
        </p:nvSpPr>
        <p:spPr>
          <a:xfrm>
            <a:off x="4247288" y="2941031"/>
            <a:ext cx="55793" cy="55793"/>
          </a:xfrm>
          <a:prstGeom prst="ellipse">
            <a:avLst/>
          </a:prstGeom>
          <a:solidFill>
            <a:srgbClr val="627D8D">
              <a:alpha val="43200"/>
            </a:srgbClr>
          </a:solidFill>
          <a:ln>
            <a:noFill/>
          </a:ln>
        </p:spPr>
      </p:sp>
      <p:sp>
        <p:nvSpPr>
          <p:cNvPr id="72" name="!!circle-43y"/>
          <p:cNvSpPr/>
          <p:nvPr/>
        </p:nvSpPr>
        <p:spPr>
          <a:xfrm>
            <a:off x="4563022" y="4330496"/>
            <a:ext cx="65832" cy="65832"/>
          </a:xfrm>
          <a:prstGeom prst="ellipse">
            <a:avLst/>
          </a:prstGeom>
          <a:solidFill>
            <a:srgbClr val="627D8D">
              <a:alpha val="33100"/>
            </a:srgbClr>
          </a:solidFill>
          <a:ln>
            <a:noFill/>
          </a:ln>
        </p:spPr>
      </p:sp>
      <p:sp>
        <p:nvSpPr>
          <p:cNvPr id="73" name="!!circle-440"/>
          <p:cNvSpPr/>
          <p:nvPr/>
        </p:nvSpPr>
        <p:spPr>
          <a:xfrm>
            <a:off x="5228657" y="3103143"/>
            <a:ext cx="85186" cy="85186"/>
          </a:xfrm>
          <a:prstGeom prst="ellipse">
            <a:avLst/>
          </a:prstGeom>
          <a:solidFill>
            <a:srgbClr val="627D8D">
              <a:alpha val="19400"/>
            </a:srgbClr>
          </a:solidFill>
          <a:ln>
            <a:noFill/>
          </a:ln>
        </p:spPr>
      </p:sp>
      <p:sp>
        <p:nvSpPr>
          <p:cNvPr id="74" name="!!circle-442"/>
          <p:cNvSpPr/>
          <p:nvPr/>
        </p:nvSpPr>
        <p:spPr>
          <a:xfrm>
            <a:off x="4394284" y="4614700"/>
            <a:ext cx="102816" cy="102816"/>
          </a:xfrm>
          <a:prstGeom prst="ellipse">
            <a:avLst/>
          </a:prstGeom>
          <a:solidFill>
            <a:srgbClr val="627D8D">
              <a:alpha val="30800"/>
            </a:srgbClr>
          </a:solidFill>
          <a:ln>
            <a:noFill/>
          </a:ln>
        </p:spPr>
      </p:sp>
      <p:sp>
        <p:nvSpPr>
          <p:cNvPr id="75" name="!!circle-444"/>
          <p:cNvSpPr/>
          <p:nvPr/>
        </p:nvSpPr>
        <p:spPr>
          <a:xfrm>
            <a:off x="4480188" y="3853886"/>
            <a:ext cx="54316" cy="54316"/>
          </a:xfrm>
          <a:prstGeom prst="ellipse">
            <a:avLst/>
          </a:prstGeom>
          <a:solidFill>
            <a:srgbClr val="627D8D">
              <a:alpha val="40000"/>
            </a:srgbClr>
          </a:solidFill>
          <a:ln>
            <a:noFill/>
          </a:ln>
        </p:spPr>
      </p:sp>
      <p:sp>
        <p:nvSpPr>
          <p:cNvPr id="76" name="!!circle-446"/>
          <p:cNvSpPr/>
          <p:nvPr/>
        </p:nvSpPr>
        <p:spPr>
          <a:xfrm>
            <a:off x="4340440" y="4979628"/>
            <a:ext cx="67387" cy="67387"/>
          </a:xfrm>
          <a:prstGeom prst="ellipse">
            <a:avLst/>
          </a:prstGeom>
          <a:solidFill>
            <a:srgbClr val="627D8D">
              <a:alpha val="34600"/>
            </a:srgbClr>
          </a:solidFill>
          <a:ln>
            <a:noFill/>
          </a:ln>
        </p:spPr>
      </p:sp>
      <p:sp>
        <p:nvSpPr>
          <p:cNvPr id="77" name="!!circle-448"/>
          <p:cNvSpPr/>
          <p:nvPr/>
        </p:nvSpPr>
        <p:spPr>
          <a:xfrm>
            <a:off x="4140010" y="5214257"/>
            <a:ext cx="60120" cy="60120"/>
          </a:xfrm>
          <a:prstGeom prst="ellipse">
            <a:avLst/>
          </a:prstGeom>
          <a:solidFill>
            <a:srgbClr val="627D8D">
              <a:alpha val="21600"/>
            </a:srgbClr>
          </a:solidFill>
          <a:ln>
            <a:noFill/>
          </a:ln>
        </p:spPr>
      </p:sp>
      <p:sp>
        <p:nvSpPr>
          <p:cNvPr id="78" name="!!circle-44a"/>
          <p:cNvSpPr/>
          <p:nvPr/>
        </p:nvSpPr>
        <p:spPr>
          <a:xfrm>
            <a:off x="4945723" y="4605872"/>
            <a:ext cx="58319" cy="58319"/>
          </a:xfrm>
          <a:prstGeom prst="ellipse">
            <a:avLst/>
          </a:prstGeom>
          <a:solidFill>
            <a:srgbClr val="627D8D">
              <a:alpha val="29100"/>
            </a:srgbClr>
          </a:solidFill>
          <a:ln>
            <a:noFill/>
          </a:ln>
        </p:spPr>
      </p:sp>
      <p:sp>
        <p:nvSpPr>
          <p:cNvPr id="79" name="!!circle-44c"/>
          <p:cNvSpPr/>
          <p:nvPr/>
        </p:nvSpPr>
        <p:spPr>
          <a:xfrm>
            <a:off x="4206969" y="5460629"/>
            <a:ext cx="96015" cy="96015"/>
          </a:xfrm>
          <a:prstGeom prst="ellipse">
            <a:avLst/>
          </a:prstGeom>
          <a:solidFill>
            <a:srgbClr val="627D8D">
              <a:alpha val="36900"/>
            </a:srgbClr>
          </a:solidFill>
          <a:ln>
            <a:noFill/>
          </a:ln>
        </p:spPr>
      </p:sp>
      <p:sp>
        <p:nvSpPr>
          <p:cNvPr id="80" name="!!circle-44e"/>
          <p:cNvSpPr/>
          <p:nvPr/>
        </p:nvSpPr>
        <p:spPr>
          <a:xfrm>
            <a:off x="4308639" y="5415918"/>
            <a:ext cx="82245" cy="82245"/>
          </a:xfrm>
          <a:prstGeom prst="ellipse">
            <a:avLst/>
          </a:prstGeom>
          <a:solidFill>
            <a:srgbClr val="627D8D">
              <a:alpha val="31000"/>
            </a:srgbClr>
          </a:solidFill>
          <a:ln>
            <a:noFill/>
          </a:ln>
        </p:spPr>
      </p:sp>
      <p:sp>
        <p:nvSpPr>
          <p:cNvPr id="81" name="!!circle-44g"/>
          <p:cNvSpPr/>
          <p:nvPr/>
        </p:nvSpPr>
        <p:spPr>
          <a:xfrm>
            <a:off x="4030037" y="4304970"/>
            <a:ext cx="52256" cy="52256"/>
          </a:xfrm>
          <a:prstGeom prst="ellipse">
            <a:avLst/>
          </a:prstGeom>
          <a:solidFill>
            <a:srgbClr val="627D8D">
              <a:alpha val="44400"/>
            </a:srgbClr>
          </a:solidFill>
          <a:ln>
            <a:noFill/>
          </a:ln>
        </p:spPr>
      </p:sp>
      <p:sp>
        <p:nvSpPr>
          <p:cNvPr id="82" name="!!circle-44i"/>
          <p:cNvSpPr/>
          <p:nvPr/>
        </p:nvSpPr>
        <p:spPr>
          <a:xfrm>
            <a:off x="4009213" y="4005752"/>
            <a:ext cx="58215" cy="58215"/>
          </a:xfrm>
          <a:prstGeom prst="ellipse">
            <a:avLst/>
          </a:prstGeom>
          <a:solidFill>
            <a:srgbClr val="627D8D">
              <a:alpha val="20400"/>
            </a:srgbClr>
          </a:solidFill>
          <a:ln>
            <a:noFill/>
          </a:ln>
        </p:spPr>
      </p:sp>
      <p:sp>
        <p:nvSpPr>
          <p:cNvPr id="83" name="!!circle-44k"/>
          <p:cNvSpPr/>
          <p:nvPr/>
        </p:nvSpPr>
        <p:spPr>
          <a:xfrm>
            <a:off x="5263031" y="4375453"/>
            <a:ext cx="78449" cy="78449"/>
          </a:xfrm>
          <a:prstGeom prst="ellipse">
            <a:avLst/>
          </a:prstGeom>
          <a:solidFill>
            <a:srgbClr val="627D8D">
              <a:alpha val="21100"/>
            </a:srgbClr>
          </a:solidFill>
          <a:ln>
            <a:noFill/>
          </a:ln>
        </p:spPr>
      </p:sp>
      <p:sp>
        <p:nvSpPr>
          <p:cNvPr id="84" name="!!circle-44m"/>
          <p:cNvSpPr/>
          <p:nvPr/>
        </p:nvSpPr>
        <p:spPr>
          <a:xfrm>
            <a:off x="4725006" y="4581765"/>
            <a:ext cx="97647" cy="97647"/>
          </a:xfrm>
          <a:prstGeom prst="ellipse">
            <a:avLst/>
          </a:prstGeom>
          <a:solidFill>
            <a:srgbClr val="627D8D">
              <a:alpha val="46800"/>
            </a:srgbClr>
          </a:solidFill>
          <a:ln>
            <a:noFill/>
          </a:ln>
        </p:spPr>
      </p:sp>
      <p:sp>
        <p:nvSpPr>
          <p:cNvPr id="85" name="!!circle-44o"/>
          <p:cNvSpPr/>
          <p:nvPr/>
        </p:nvSpPr>
        <p:spPr>
          <a:xfrm>
            <a:off x="4842822" y="4538874"/>
            <a:ext cx="81520" cy="81520"/>
          </a:xfrm>
          <a:prstGeom prst="ellipse">
            <a:avLst/>
          </a:prstGeom>
          <a:solidFill>
            <a:srgbClr val="627D8D">
              <a:alpha val="32600"/>
            </a:srgbClr>
          </a:solidFill>
          <a:ln>
            <a:noFill/>
          </a:ln>
        </p:spPr>
      </p:sp>
      <p:sp>
        <p:nvSpPr>
          <p:cNvPr id="86" name="!!circle-44q"/>
          <p:cNvSpPr/>
          <p:nvPr/>
        </p:nvSpPr>
        <p:spPr>
          <a:xfrm>
            <a:off x="3405162" y="4670545"/>
            <a:ext cx="85535" cy="85535"/>
          </a:xfrm>
          <a:prstGeom prst="ellipse">
            <a:avLst/>
          </a:prstGeom>
          <a:solidFill>
            <a:srgbClr val="627D8D">
              <a:alpha val="47900"/>
            </a:srgbClr>
          </a:solidFill>
          <a:ln>
            <a:noFill/>
          </a:ln>
        </p:spPr>
      </p:sp>
      <p:sp>
        <p:nvSpPr>
          <p:cNvPr id="87" name="!!circle-44s"/>
          <p:cNvSpPr/>
          <p:nvPr/>
        </p:nvSpPr>
        <p:spPr>
          <a:xfrm>
            <a:off x="5174289" y="3244867"/>
            <a:ext cx="58941" cy="58941"/>
          </a:xfrm>
          <a:prstGeom prst="ellipse">
            <a:avLst/>
          </a:prstGeom>
          <a:solidFill>
            <a:srgbClr val="627D8D">
              <a:alpha val="37400"/>
            </a:srgbClr>
          </a:solidFill>
          <a:ln>
            <a:noFill/>
          </a:ln>
        </p:spPr>
      </p:sp>
      <p:sp>
        <p:nvSpPr>
          <p:cNvPr id="88" name="!!circle-44u"/>
          <p:cNvSpPr/>
          <p:nvPr/>
        </p:nvSpPr>
        <p:spPr>
          <a:xfrm>
            <a:off x="5899254" y="3804881"/>
            <a:ext cx="99772" cy="99772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89" name="!!circle-44w"/>
          <p:cNvSpPr/>
          <p:nvPr/>
        </p:nvSpPr>
        <p:spPr>
          <a:xfrm>
            <a:off x="5318921" y="4691375"/>
            <a:ext cx="55508" cy="55508"/>
          </a:xfrm>
          <a:prstGeom prst="ellipse">
            <a:avLst/>
          </a:prstGeom>
          <a:solidFill>
            <a:srgbClr val="627D8D">
              <a:alpha val="26600"/>
            </a:srgbClr>
          </a:solidFill>
          <a:ln>
            <a:noFill/>
          </a:ln>
        </p:spPr>
      </p:sp>
      <p:sp>
        <p:nvSpPr>
          <p:cNvPr id="90" name="!!circle-44y"/>
          <p:cNvSpPr/>
          <p:nvPr/>
        </p:nvSpPr>
        <p:spPr>
          <a:xfrm>
            <a:off x="5028991" y="4227305"/>
            <a:ext cx="84343" cy="84343"/>
          </a:xfrm>
          <a:prstGeom prst="ellipse">
            <a:avLst/>
          </a:prstGeom>
          <a:solidFill>
            <a:srgbClr val="627D8D">
              <a:alpha val="24800"/>
            </a:srgbClr>
          </a:solidFill>
          <a:ln>
            <a:noFill/>
          </a:ln>
        </p:spPr>
      </p:sp>
      <p:sp>
        <p:nvSpPr>
          <p:cNvPr id="91" name="!!circle-450"/>
          <p:cNvSpPr/>
          <p:nvPr/>
        </p:nvSpPr>
        <p:spPr>
          <a:xfrm>
            <a:off x="5197056" y="3746925"/>
            <a:ext cx="56583" cy="56583"/>
          </a:xfrm>
          <a:prstGeom prst="ellipse">
            <a:avLst/>
          </a:prstGeom>
          <a:solidFill>
            <a:srgbClr val="627D8D">
              <a:alpha val="34600"/>
            </a:srgbClr>
          </a:solidFill>
          <a:ln>
            <a:noFill/>
          </a:ln>
        </p:spPr>
      </p:sp>
      <p:sp>
        <p:nvSpPr>
          <p:cNvPr id="92" name="!!circle-452"/>
          <p:cNvSpPr/>
          <p:nvPr/>
        </p:nvSpPr>
        <p:spPr>
          <a:xfrm>
            <a:off x="4217319" y="3355364"/>
            <a:ext cx="94137" cy="94137"/>
          </a:xfrm>
          <a:prstGeom prst="ellipse">
            <a:avLst/>
          </a:prstGeom>
          <a:solidFill>
            <a:srgbClr val="627D8D">
              <a:alpha val="46100"/>
            </a:srgbClr>
          </a:solidFill>
          <a:ln>
            <a:noFill/>
          </a:ln>
        </p:spPr>
      </p:sp>
      <p:sp>
        <p:nvSpPr>
          <p:cNvPr id="93" name="!!circle-454"/>
          <p:cNvSpPr/>
          <p:nvPr/>
        </p:nvSpPr>
        <p:spPr>
          <a:xfrm>
            <a:off x="5280823" y="2875056"/>
            <a:ext cx="74252" cy="74252"/>
          </a:xfrm>
          <a:prstGeom prst="ellipse">
            <a:avLst/>
          </a:prstGeom>
          <a:solidFill>
            <a:srgbClr val="627D8D">
              <a:alpha val="43500"/>
            </a:srgbClr>
          </a:solidFill>
          <a:ln>
            <a:noFill/>
          </a:ln>
        </p:spPr>
      </p:sp>
      <p:sp>
        <p:nvSpPr>
          <p:cNvPr id="94" name="!!circle-456"/>
          <p:cNvSpPr/>
          <p:nvPr/>
        </p:nvSpPr>
        <p:spPr>
          <a:xfrm>
            <a:off x="4758971" y="4806258"/>
            <a:ext cx="84395" cy="84395"/>
          </a:xfrm>
          <a:prstGeom prst="ellipse">
            <a:avLst/>
          </a:prstGeom>
          <a:solidFill>
            <a:srgbClr val="627D8D">
              <a:alpha val="18000"/>
            </a:srgbClr>
          </a:solidFill>
          <a:ln>
            <a:noFill/>
          </a:ln>
        </p:spPr>
      </p:sp>
      <p:sp>
        <p:nvSpPr>
          <p:cNvPr id="95" name="!!circle-458"/>
          <p:cNvSpPr/>
          <p:nvPr/>
        </p:nvSpPr>
        <p:spPr>
          <a:xfrm>
            <a:off x="4562388" y="4236062"/>
            <a:ext cx="60275" cy="60275"/>
          </a:xfrm>
          <a:prstGeom prst="ellipse">
            <a:avLst/>
          </a:prstGeom>
          <a:solidFill>
            <a:srgbClr val="627D8D">
              <a:alpha val="42200"/>
            </a:srgbClr>
          </a:solidFill>
          <a:ln>
            <a:noFill/>
          </a:ln>
        </p:spPr>
      </p:sp>
      <p:sp>
        <p:nvSpPr>
          <p:cNvPr id="96" name="!!circle-45a"/>
          <p:cNvSpPr/>
          <p:nvPr/>
        </p:nvSpPr>
        <p:spPr>
          <a:xfrm>
            <a:off x="3308590" y="3082501"/>
            <a:ext cx="103502" cy="103502"/>
          </a:xfrm>
          <a:prstGeom prst="ellipse">
            <a:avLst/>
          </a:prstGeom>
          <a:solidFill>
            <a:srgbClr val="627D8D">
              <a:alpha val="36400"/>
            </a:srgbClr>
          </a:solidFill>
          <a:ln>
            <a:noFill/>
          </a:ln>
        </p:spPr>
      </p:sp>
      <p:sp>
        <p:nvSpPr>
          <p:cNvPr id="97" name="!!circle-45c"/>
          <p:cNvSpPr/>
          <p:nvPr/>
        </p:nvSpPr>
        <p:spPr>
          <a:xfrm>
            <a:off x="5135240" y="5173393"/>
            <a:ext cx="99422" cy="99422"/>
          </a:xfrm>
          <a:prstGeom prst="ellipse">
            <a:avLst/>
          </a:prstGeom>
          <a:solidFill>
            <a:srgbClr val="627D8D">
              <a:alpha val="47500"/>
            </a:srgbClr>
          </a:solidFill>
          <a:ln>
            <a:noFill/>
          </a:ln>
        </p:spPr>
      </p:sp>
      <p:sp>
        <p:nvSpPr>
          <p:cNvPr id="98" name="!!circle-45e"/>
          <p:cNvSpPr/>
          <p:nvPr/>
        </p:nvSpPr>
        <p:spPr>
          <a:xfrm>
            <a:off x="3281729" y="3325875"/>
            <a:ext cx="82698" cy="82698"/>
          </a:xfrm>
          <a:prstGeom prst="ellipse">
            <a:avLst/>
          </a:prstGeom>
          <a:solidFill>
            <a:srgbClr val="627D8D">
              <a:alpha val="29800"/>
            </a:srgbClr>
          </a:solidFill>
          <a:ln>
            <a:noFill/>
          </a:ln>
        </p:spPr>
      </p:sp>
      <p:sp>
        <p:nvSpPr>
          <p:cNvPr id="99" name="!!circle-45g"/>
          <p:cNvSpPr/>
          <p:nvPr/>
        </p:nvSpPr>
        <p:spPr>
          <a:xfrm>
            <a:off x="4340920" y="4355232"/>
            <a:ext cx="54433" cy="54433"/>
          </a:xfrm>
          <a:prstGeom prst="ellipse">
            <a:avLst/>
          </a:prstGeom>
          <a:solidFill>
            <a:srgbClr val="627D8D">
              <a:alpha val="19800"/>
            </a:srgbClr>
          </a:solidFill>
          <a:ln>
            <a:noFill/>
          </a:ln>
        </p:spPr>
      </p:sp>
      <p:sp>
        <p:nvSpPr>
          <p:cNvPr id="100" name="!!circle-45i"/>
          <p:cNvSpPr/>
          <p:nvPr/>
        </p:nvSpPr>
        <p:spPr>
          <a:xfrm>
            <a:off x="4460395" y="3614710"/>
            <a:ext cx="73436" cy="73436"/>
          </a:xfrm>
          <a:prstGeom prst="ellipse">
            <a:avLst/>
          </a:prstGeom>
          <a:solidFill>
            <a:srgbClr val="627D8D">
              <a:alpha val="39800"/>
            </a:srgbClr>
          </a:solidFill>
          <a:ln>
            <a:noFill/>
          </a:ln>
        </p:spPr>
      </p:sp>
      <p:sp>
        <p:nvSpPr>
          <p:cNvPr id="101" name="!!circle-45k"/>
          <p:cNvSpPr/>
          <p:nvPr/>
        </p:nvSpPr>
        <p:spPr>
          <a:xfrm>
            <a:off x="4316987" y="3798780"/>
            <a:ext cx="82323" cy="82323"/>
          </a:xfrm>
          <a:prstGeom prst="ellipse">
            <a:avLst/>
          </a:prstGeom>
          <a:solidFill>
            <a:srgbClr val="627D8D">
              <a:alpha val="29200"/>
            </a:srgbClr>
          </a:solidFill>
          <a:ln>
            <a:noFill/>
          </a:ln>
        </p:spPr>
      </p:sp>
      <p:sp>
        <p:nvSpPr>
          <p:cNvPr id="102" name="!!circle-45m"/>
          <p:cNvSpPr/>
          <p:nvPr/>
        </p:nvSpPr>
        <p:spPr>
          <a:xfrm>
            <a:off x="5920867" y="3687479"/>
            <a:ext cx="74900" cy="74900"/>
          </a:xfrm>
          <a:prstGeom prst="ellipse">
            <a:avLst/>
          </a:prstGeom>
          <a:solidFill>
            <a:srgbClr val="627D8D">
              <a:alpha val="25400"/>
            </a:srgbClr>
          </a:solidFill>
          <a:ln>
            <a:noFill/>
          </a:ln>
        </p:spPr>
      </p:sp>
      <p:sp>
        <p:nvSpPr>
          <p:cNvPr id="103" name="!!circle-45o"/>
          <p:cNvSpPr/>
          <p:nvPr/>
        </p:nvSpPr>
        <p:spPr>
          <a:xfrm>
            <a:off x="5087705" y="3741147"/>
            <a:ext cx="80962" cy="80962"/>
          </a:xfrm>
          <a:prstGeom prst="ellipse">
            <a:avLst/>
          </a:prstGeom>
          <a:solidFill>
            <a:srgbClr val="627D8D">
              <a:alpha val="37300"/>
            </a:srgbClr>
          </a:solidFill>
          <a:ln>
            <a:noFill/>
          </a:ln>
        </p:spPr>
      </p:sp>
      <p:sp>
        <p:nvSpPr>
          <p:cNvPr id="104" name="!!circle-45q"/>
          <p:cNvSpPr/>
          <p:nvPr/>
        </p:nvSpPr>
        <p:spPr>
          <a:xfrm>
            <a:off x="3156626" y="3232010"/>
            <a:ext cx="60353" cy="60353"/>
          </a:xfrm>
          <a:prstGeom prst="ellipse">
            <a:avLst/>
          </a:prstGeom>
          <a:solidFill>
            <a:srgbClr val="627D8D">
              <a:alpha val="42700"/>
            </a:srgbClr>
          </a:solidFill>
          <a:ln>
            <a:noFill/>
          </a:ln>
        </p:spPr>
      </p:sp>
      <p:sp>
        <p:nvSpPr>
          <p:cNvPr id="105" name="!!circle-45s"/>
          <p:cNvSpPr/>
          <p:nvPr/>
        </p:nvSpPr>
        <p:spPr>
          <a:xfrm>
            <a:off x="3534533" y="5142265"/>
            <a:ext cx="61829" cy="61829"/>
          </a:xfrm>
          <a:prstGeom prst="ellipse">
            <a:avLst/>
          </a:prstGeom>
          <a:solidFill>
            <a:srgbClr val="627D8D">
              <a:alpha val="37000"/>
            </a:srgbClr>
          </a:solidFill>
          <a:ln>
            <a:noFill/>
          </a:ln>
        </p:spPr>
      </p:sp>
      <p:sp>
        <p:nvSpPr>
          <p:cNvPr id="106" name="!!circle-466"/>
          <p:cNvSpPr/>
          <p:nvPr/>
        </p:nvSpPr>
        <p:spPr>
          <a:xfrm>
            <a:off x="4312285" y="4225925"/>
            <a:ext cx="194310" cy="194310"/>
          </a:xfrm>
          <a:prstGeom prst="ellipse">
            <a:avLst/>
          </a:prstGeom>
          <a:solidFill>
            <a:srgbClr val="627D8D"/>
          </a:solidFill>
          <a:ln>
            <a:noFill/>
          </a:ln>
        </p:spPr>
      </p:sp>
      <p:sp>
        <p:nvSpPr>
          <p:cNvPr id="107" name="!!path-467"/>
          <p:cNvSpPr/>
          <p:nvPr/>
        </p:nvSpPr>
        <p:spPr>
          <a:xfrm>
            <a:off x="4360863" y="4279360"/>
            <a:ext cx="97155" cy="89140"/>
          </a:xfrm>
          <a:custGeom>
            <a:avLst/>
            <a:gdLst/>
            <a:ahLst/>
            <a:cxnLst/>
            <a:rect l="l" t="t" r="r" b="b"/>
            <a:pathLst>
              <a:path w="97155" h="89140">
                <a:moveTo>
                  <a:pt x="70437" y="0"/>
                </a:moveTo>
                <a:cubicBezTo>
                  <a:pt x="61985" y="0"/>
                  <a:pt x="53872" y="3935"/>
                  <a:pt x="48577" y="10153"/>
                </a:cubicBezTo>
                <a:cubicBezTo>
                  <a:pt x="43283" y="3935"/>
                  <a:pt x="35170" y="0"/>
                  <a:pt x="26718" y="0"/>
                </a:cubicBezTo>
                <a:cubicBezTo>
                  <a:pt x="11756" y="0"/>
                  <a:pt x="0" y="11756"/>
                  <a:pt x="0" y="26718"/>
                </a:cubicBezTo>
                <a:cubicBezTo>
                  <a:pt x="0" y="45080"/>
                  <a:pt x="16516" y="60042"/>
                  <a:pt x="41534" y="82776"/>
                </a:cubicBezTo>
                <a:lnTo>
                  <a:pt x="48577" y="89140"/>
                </a:lnTo>
                <a:lnTo>
                  <a:pt x="55621" y="82727"/>
                </a:lnTo>
                <a:cubicBezTo>
                  <a:pt x="80639" y="60042"/>
                  <a:pt x="97155" y="45080"/>
                  <a:pt x="97155" y="26718"/>
                </a:cubicBezTo>
                <a:cubicBezTo>
                  <a:pt x="97155" y="11756"/>
                  <a:pt x="85399" y="0"/>
                  <a:pt x="70437" y="0"/>
                </a:cubicBezTo>
                <a:close/>
                <a:moveTo>
                  <a:pt x="49063" y="75538"/>
                </a:moveTo>
                <a:lnTo>
                  <a:pt x="48577" y="76024"/>
                </a:lnTo>
                <a:lnTo>
                  <a:pt x="48092" y="75538"/>
                </a:lnTo>
                <a:cubicBezTo>
                  <a:pt x="24969" y="54601"/>
                  <a:pt x="9715" y="40757"/>
                  <a:pt x="9715" y="26718"/>
                </a:cubicBezTo>
                <a:cubicBezTo>
                  <a:pt x="9715" y="17002"/>
                  <a:pt x="17002" y="9715"/>
                  <a:pt x="26718" y="9715"/>
                </a:cubicBezTo>
                <a:cubicBezTo>
                  <a:pt x="34199" y="9715"/>
                  <a:pt x="41485" y="14525"/>
                  <a:pt x="44060" y="21180"/>
                </a:cubicBezTo>
                <a:lnTo>
                  <a:pt x="53144" y="21180"/>
                </a:lnTo>
                <a:cubicBezTo>
                  <a:pt x="55670" y="14525"/>
                  <a:pt x="62956" y="9715"/>
                  <a:pt x="70437" y="9715"/>
                </a:cubicBezTo>
                <a:cubicBezTo>
                  <a:pt x="80153" y="9715"/>
                  <a:pt x="87439" y="17002"/>
                  <a:pt x="87439" y="26718"/>
                </a:cubicBezTo>
                <a:cubicBezTo>
                  <a:pt x="87439" y="40757"/>
                  <a:pt x="72186" y="54601"/>
                  <a:pt x="49063" y="7553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08" name="!!path-46q"/>
          <p:cNvSpPr/>
          <p:nvPr/>
        </p:nvSpPr>
        <p:spPr>
          <a:xfrm>
            <a:off x="4409440" y="3869690"/>
            <a:ext cx="582930" cy="453390"/>
          </a:xfrm>
          <a:custGeom>
            <a:avLst/>
            <a:gdLst/>
            <a:ahLst/>
            <a:cxnLst/>
            <a:rect l="l" t="t" r="r" b="b"/>
            <a:pathLst>
              <a:path w="582930" h="453390" fill="none">
                <a:moveTo>
                  <a:pt x="0" y="453390"/>
                </a:moveTo>
                <a:lnTo>
                  <a:pt x="582930" y="0"/>
                </a:lnTo>
              </a:path>
            </a:pathLst>
          </a:custGeom>
          <a:noFill/>
          <a:ln w="12954" cap="rnd">
            <a:solidFill>
              <a:srgbClr val="627D8D"/>
            </a:solidFill>
            <a:prstDash val="solid"/>
            <a:round/>
          </a:ln>
        </p:spPr>
      </p:sp>
      <p:sp>
        <p:nvSpPr>
          <p:cNvPr id="109" name="!!circle-46z"/>
          <p:cNvSpPr/>
          <p:nvPr/>
        </p:nvSpPr>
        <p:spPr>
          <a:xfrm>
            <a:off x="4927600" y="3804920"/>
            <a:ext cx="129540" cy="129540"/>
          </a:xfrm>
          <a:prstGeom prst="ellipse">
            <a:avLst/>
          </a:prstGeom>
          <a:solidFill>
            <a:srgbClr val="627D8D"/>
          </a:solidFill>
          <a:ln>
            <a:noFill/>
          </a:ln>
        </p:spPr>
      </p:sp>
      <p:sp>
        <p:nvSpPr>
          <p:cNvPr id="110" name="!!path-47b"/>
          <p:cNvSpPr/>
          <p:nvPr/>
        </p:nvSpPr>
        <p:spPr>
          <a:xfrm>
            <a:off x="3696970" y="4064000"/>
            <a:ext cx="712470" cy="259080"/>
          </a:xfrm>
          <a:custGeom>
            <a:avLst/>
            <a:gdLst/>
            <a:ahLst/>
            <a:cxnLst/>
            <a:rect l="l" t="t" r="r" b="b"/>
            <a:pathLst>
              <a:path w="712470" h="259080" fill="none">
                <a:moveTo>
                  <a:pt x="712470" y="259080"/>
                </a:moveTo>
                <a:lnTo>
                  <a:pt x="0" y="0"/>
                </a:lnTo>
              </a:path>
            </a:pathLst>
          </a:custGeom>
          <a:noFill/>
          <a:ln w="12954" cap="rnd">
            <a:solidFill>
              <a:srgbClr val="627D8D"/>
            </a:solidFill>
            <a:prstDash val="solid"/>
            <a:round/>
          </a:ln>
        </p:spPr>
      </p:sp>
      <p:sp>
        <p:nvSpPr>
          <p:cNvPr id="111" name="!!circle-47k"/>
          <p:cNvSpPr/>
          <p:nvPr/>
        </p:nvSpPr>
        <p:spPr>
          <a:xfrm>
            <a:off x="3632200" y="3999230"/>
            <a:ext cx="129540" cy="129540"/>
          </a:xfrm>
          <a:prstGeom prst="ellipse">
            <a:avLst/>
          </a:prstGeom>
          <a:solidFill>
            <a:srgbClr val="627D8D"/>
          </a:solidFill>
          <a:ln>
            <a:noFill/>
          </a:ln>
        </p:spPr>
      </p:sp>
      <p:sp>
        <p:nvSpPr>
          <p:cNvPr id="112" name="!!path-47x"/>
          <p:cNvSpPr/>
          <p:nvPr/>
        </p:nvSpPr>
        <p:spPr>
          <a:xfrm>
            <a:off x="4409440" y="4323080"/>
            <a:ext cx="259080" cy="647700"/>
          </a:xfrm>
          <a:custGeom>
            <a:avLst/>
            <a:gdLst/>
            <a:ahLst/>
            <a:cxnLst/>
            <a:rect l="l" t="t" r="r" b="b"/>
            <a:pathLst>
              <a:path w="259080" h="647700" fill="none">
                <a:moveTo>
                  <a:pt x="0" y="0"/>
                </a:moveTo>
                <a:lnTo>
                  <a:pt x="259080" y="647700"/>
                </a:lnTo>
              </a:path>
            </a:pathLst>
          </a:custGeom>
          <a:noFill/>
          <a:ln w="12954" cap="rnd">
            <a:solidFill>
              <a:srgbClr val="627D8D"/>
            </a:solidFill>
            <a:prstDash val="solid"/>
            <a:round/>
          </a:ln>
        </p:spPr>
      </p:sp>
      <p:sp>
        <p:nvSpPr>
          <p:cNvPr id="113" name="!!circle-486"/>
          <p:cNvSpPr/>
          <p:nvPr/>
        </p:nvSpPr>
        <p:spPr>
          <a:xfrm>
            <a:off x="4603750" y="4906010"/>
            <a:ext cx="129540" cy="129540"/>
          </a:xfrm>
          <a:prstGeom prst="ellipse">
            <a:avLst/>
          </a:prstGeom>
          <a:solidFill>
            <a:srgbClr val="627D8D"/>
          </a:solidFill>
          <a:ln>
            <a:noFill/>
          </a:ln>
        </p:spPr>
      </p:sp>
      <p:sp>
        <p:nvSpPr>
          <p:cNvPr id="114" name="!!text-48o" descr="個人化推薦"/>
          <p:cNvSpPr txBox="1"/>
          <p:nvPr/>
        </p:nvSpPr>
        <p:spPr>
          <a:xfrm>
            <a:off x="633349" y="567456"/>
            <a:ext cx="898490" cy="22508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24" b="1" kern="0" spc="147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個人化推</a:t>
            </a:r>
            <a:r>
              <a:rPr lang="zh-TW" altLang="en-US" sz="1224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薦</a:t>
            </a:r>
            <a:endParaRPr lang="zh-TW" sz="1224"/>
          </a:p>
        </p:txBody>
      </p:sp>
      <p:sp>
        <p:nvSpPr>
          <p:cNvPr id="115" name="!!text-48z" descr="每本推薦，都有理由"/>
          <p:cNvSpPr txBox="1"/>
          <p:nvPr/>
        </p:nvSpPr>
        <p:spPr>
          <a:xfrm>
            <a:off x="633349" y="841563"/>
            <a:ext cx="4113154" cy="67526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3672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每本推</a:t>
            </a:r>
            <a:r>
              <a:rPr lang="zh-TW" altLang="en-US" sz="3672" kern="0" spc="-1102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薦</a:t>
            </a:r>
            <a:r>
              <a:rPr lang="zh-TW" altLang="en-US" sz="3672" kern="0" spc="-661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，</a:t>
            </a:r>
            <a:r>
              <a:rPr lang="zh-TW" altLang="en-US" sz="3672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都有理由</a:t>
            </a:r>
            <a:endParaRPr lang="zh-TW" sz="3672"/>
          </a:p>
        </p:txBody>
      </p:sp>
      <p:sp>
        <p:nvSpPr>
          <p:cNvPr id="116" name="!!text-49d" descr="分析收藏與瀏覽紀錄，以語意向量找出相近書籍並寫下推薦理由。"/>
          <p:cNvSpPr txBox="1"/>
          <p:nvPr/>
        </p:nvSpPr>
        <p:spPr>
          <a:xfrm>
            <a:off x="633349" y="1571650"/>
            <a:ext cx="5693283" cy="28136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530" kern="0" dirty="0">
                <a:solidFill>
                  <a:srgbClr val="3F4A54"/>
                </a:solidFill>
                <a:latin typeface="Noto Sans TC Medium"/>
                <a:ea typeface="Noto Sans TC Medium"/>
                <a:cs typeface="Noto Sans TC Medium"/>
              </a:rPr>
              <a:t>分析收藏與瀏覽紀錄，以語意向量找出相近書籍並寫下推薦理由。</a:t>
            </a:r>
            <a:endParaRPr lang="zh-TW" sz="1530"/>
          </a:p>
        </p:txBody>
      </p:sp>
      <p:sp>
        <p:nvSpPr>
          <p:cNvPr id="117" name="!!rect-7lb"/>
          <p:cNvSpPr/>
          <p:nvPr/>
        </p:nvSpPr>
        <p:spPr>
          <a:xfrm>
            <a:off x="8521700" y="660400"/>
            <a:ext cx="2933700" cy="6121400"/>
          </a:xfrm>
          <a:prstGeom prst="roundRect">
            <a:avLst>
              <a:gd name="adj" fmla="val 18020"/>
            </a:avLst>
          </a:prstGeom>
          <a:solidFill>
            <a:srgbClr val="0B1A26">
              <a:alpha val="30000"/>
            </a:srgbClr>
          </a:solidFill>
          <a:ln>
            <a:noFill/>
          </a:ln>
          <a:effectLst>
            <a:softEdge rad="474980"/>
          </a:effectLst>
        </p:spPr>
      </p:sp>
      <p:sp>
        <p:nvSpPr>
          <p:cNvPr id="118" name="!!rect-7lc"/>
          <p:cNvSpPr/>
          <p:nvPr/>
        </p:nvSpPr>
        <p:spPr>
          <a:xfrm>
            <a:off x="8591550" y="527050"/>
            <a:ext cx="2794000" cy="5829300"/>
          </a:xfrm>
          <a:prstGeom prst="roundRect">
            <a:avLst>
              <a:gd name="adj" fmla="val 16825"/>
            </a:avLst>
          </a:prstGeom>
          <a:solidFill>
            <a:srgbClr val="0B1A26">
              <a:alpha val="16000"/>
            </a:srgbClr>
          </a:solidFill>
          <a:ln>
            <a:noFill/>
          </a:ln>
          <a:effectLst>
            <a:softEdge rad="125730"/>
          </a:effectLst>
        </p:spPr>
      </p:sp>
      <p:sp>
        <p:nvSpPr>
          <p:cNvPr id="119" name="!!rect-7ld"/>
          <p:cNvSpPr/>
          <p:nvPr/>
        </p:nvSpPr>
        <p:spPr>
          <a:xfrm>
            <a:off x="8590280" y="1676400"/>
            <a:ext cx="31750" cy="2159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120" name="!!rect-7le"/>
          <p:cNvSpPr/>
          <p:nvPr/>
        </p:nvSpPr>
        <p:spPr>
          <a:xfrm>
            <a:off x="8590280" y="2108200"/>
            <a:ext cx="31750" cy="4064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121" name="!!rect-7lf"/>
          <p:cNvSpPr/>
          <p:nvPr/>
        </p:nvSpPr>
        <p:spPr>
          <a:xfrm>
            <a:off x="8590280" y="2603500"/>
            <a:ext cx="31750" cy="4064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122" name="!!rect-7lg"/>
          <p:cNvSpPr/>
          <p:nvPr/>
        </p:nvSpPr>
        <p:spPr>
          <a:xfrm>
            <a:off x="11355070" y="2260600"/>
            <a:ext cx="31750" cy="6350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123" name="!!rect-7lh"/>
          <p:cNvSpPr/>
          <p:nvPr/>
        </p:nvSpPr>
        <p:spPr>
          <a:xfrm>
            <a:off x="11357610" y="4114800"/>
            <a:ext cx="25400" cy="419100"/>
          </a:xfrm>
          <a:prstGeom prst="roundRect">
            <a:avLst>
              <a:gd name="adj" fmla="val 50000"/>
            </a:avLst>
          </a:prstGeom>
          <a:solidFill>
            <a:srgbClr val="8795A0"/>
          </a:solidFill>
          <a:ln>
            <a:noFill/>
          </a:ln>
        </p:spPr>
      </p:sp>
      <p:sp>
        <p:nvSpPr>
          <p:cNvPr id="124" name="!!rect-7li"/>
          <p:cNvSpPr/>
          <p:nvPr/>
        </p:nvSpPr>
        <p:spPr>
          <a:xfrm>
            <a:off x="8610600" y="508000"/>
            <a:ext cx="2755900" cy="5753100"/>
          </a:xfrm>
          <a:prstGeom prst="roundRect">
            <a:avLst>
              <a:gd name="adj" fmla="val 16359"/>
            </a:avLst>
          </a:prstGeom>
          <a:gradFill rotWithShape="1">
            <a:gsLst>
              <a:gs pos="0">
                <a:srgbClr val="FBFCFD"/>
              </a:gs>
              <a:gs pos="18000">
                <a:srgbClr val="DDE5EB"/>
              </a:gs>
              <a:gs pos="46000">
                <a:srgbClr val="B4C2CC"/>
              </a:gs>
              <a:gs pos="62000">
                <a:srgbClr val="D3DCE3"/>
              </a:gs>
              <a:gs pos="84000">
                <a:srgbClr val="A9B8C3"/>
              </a:gs>
              <a:gs pos="100000">
                <a:srgbClr val="E8EEF2"/>
              </a:gs>
              <a:gs pos="100000">
                <a:srgbClr val="E8EEF2"/>
              </a:gs>
            </a:gsLst>
            <a:lin ang="3864255" scaled="0"/>
          </a:gradFill>
          <a:ln>
            <a:noFill/>
          </a:ln>
        </p:spPr>
      </p:sp>
      <p:sp>
        <p:nvSpPr>
          <p:cNvPr id="125" name="!!rect-7lj"/>
          <p:cNvSpPr/>
          <p:nvPr/>
        </p:nvSpPr>
        <p:spPr>
          <a:xfrm>
            <a:off x="8614410" y="511810"/>
            <a:ext cx="2748280" cy="5745480"/>
          </a:xfrm>
          <a:prstGeom prst="roundRect">
            <a:avLst>
              <a:gd name="adj" fmla="val 16266"/>
            </a:avLst>
          </a:prstGeom>
          <a:noFill/>
          <a:ln w="7620" cap="flat">
            <a:solidFill>
              <a:srgbClr val="7F8F9B">
                <a:alpha val="55000"/>
              </a:srgbClr>
            </a:solidFill>
            <a:prstDash val="solid"/>
            <a:miter lim="800000"/>
          </a:ln>
        </p:spPr>
      </p:sp>
      <p:sp>
        <p:nvSpPr>
          <p:cNvPr id="126" name="!!rect-7lk"/>
          <p:cNvSpPr/>
          <p:nvPr/>
        </p:nvSpPr>
        <p:spPr>
          <a:xfrm>
            <a:off x="8637270" y="534670"/>
            <a:ext cx="2702560" cy="5699760"/>
          </a:xfrm>
          <a:prstGeom prst="roundRect">
            <a:avLst>
              <a:gd name="adj" fmla="val 15695"/>
            </a:avLst>
          </a:prstGeom>
          <a:noFill/>
          <a:ln w="8890" cap="flat">
            <a:solidFill>
              <a:srgbClr val="FFFFFF">
                <a:alpha val="75000"/>
              </a:srgbClr>
            </a:solidFill>
            <a:prstDash val="solid"/>
            <a:miter lim="800000"/>
          </a:ln>
        </p:spPr>
      </p:sp>
      <p:sp>
        <p:nvSpPr>
          <p:cNvPr id="127" name="!!rect-7ll"/>
          <p:cNvSpPr/>
          <p:nvPr/>
        </p:nvSpPr>
        <p:spPr>
          <a:xfrm>
            <a:off x="8664575" y="561975"/>
            <a:ext cx="2647950" cy="5645150"/>
          </a:xfrm>
          <a:prstGeom prst="roundRect">
            <a:avLst>
              <a:gd name="adj" fmla="val 14988"/>
            </a:avLst>
          </a:prstGeom>
          <a:solidFill>
            <a:srgbClr val="050608"/>
          </a:solidFill>
          <a:ln>
            <a:noFill/>
          </a:ln>
        </p:spPr>
      </p:sp>
      <p:sp>
        <p:nvSpPr>
          <p:cNvPr id="128" name="!!rect-7ln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solidFill>
            <a:srgbClr val="F3F5F7"/>
          </a:solidFill>
          <a:ln>
            <a:noFill/>
          </a:ln>
        </p:spPr>
      </p:sp>
      <p:sp>
        <p:nvSpPr>
          <p:cNvPr id="129" name="!!rect-7zu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solidFill>
            <a:srgbClr val="F3F5F7"/>
          </a:solidFill>
          <a:ln>
            <a:noFill/>
          </a:ln>
        </p:spPr>
      </p:sp>
      <p:sp>
        <p:nvSpPr>
          <p:cNvPr id="130" name="!!path-7zw"/>
          <p:cNvSpPr/>
          <p:nvPr/>
        </p:nvSpPr>
        <p:spPr>
          <a:xfrm>
            <a:off x="8712200" y="609600"/>
            <a:ext cx="2552700" cy="1149350"/>
          </a:xfrm>
          <a:custGeom>
            <a:avLst/>
            <a:gdLst/>
            <a:ahLst/>
            <a:cxnLst/>
            <a:rect l="l" t="t" r="r" b="b"/>
            <a:pathLst>
              <a:path w="2552700" h="1149350">
                <a:moveTo>
                  <a:pt x="0" y="349250"/>
                </a:moveTo>
                <a:lnTo>
                  <a:pt x="6711" y="281115"/>
                </a:lnTo>
                <a:lnTo>
                  <a:pt x="26585" y="215598"/>
                </a:lnTo>
                <a:lnTo>
                  <a:pt x="58859" y="155217"/>
                </a:lnTo>
                <a:lnTo>
                  <a:pt x="102293" y="102293"/>
                </a:lnTo>
                <a:lnTo>
                  <a:pt x="155217" y="58859"/>
                </a:lnTo>
                <a:lnTo>
                  <a:pt x="215598" y="26585"/>
                </a:lnTo>
                <a:lnTo>
                  <a:pt x="281115" y="6711"/>
                </a:lnTo>
                <a:lnTo>
                  <a:pt x="349250" y="0"/>
                </a:lnTo>
                <a:lnTo>
                  <a:pt x="2203450" y="0"/>
                </a:lnTo>
                <a:lnTo>
                  <a:pt x="2271585" y="6711"/>
                </a:lnTo>
                <a:lnTo>
                  <a:pt x="2337102" y="26585"/>
                </a:lnTo>
                <a:lnTo>
                  <a:pt x="2397483" y="58859"/>
                </a:lnTo>
                <a:lnTo>
                  <a:pt x="2450407" y="102293"/>
                </a:lnTo>
                <a:lnTo>
                  <a:pt x="2493841" y="155217"/>
                </a:lnTo>
                <a:lnTo>
                  <a:pt x="2526115" y="215598"/>
                </a:lnTo>
                <a:lnTo>
                  <a:pt x="2545989" y="281115"/>
                </a:lnTo>
                <a:lnTo>
                  <a:pt x="2552700" y="349250"/>
                </a:lnTo>
                <a:lnTo>
                  <a:pt x="2552700" y="996950"/>
                </a:lnTo>
                <a:lnTo>
                  <a:pt x="2551642" y="1021292"/>
                </a:lnTo>
                <a:lnTo>
                  <a:pt x="2548467" y="1043517"/>
                </a:lnTo>
                <a:lnTo>
                  <a:pt x="2543175" y="1063625"/>
                </a:lnTo>
                <a:lnTo>
                  <a:pt x="2535767" y="1081617"/>
                </a:lnTo>
                <a:lnTo>
                  <a:pt x="2526242" y="1097492"/>
                </a:lnTo>
                <a:lnTo>
                  <a:pt x="2514600" y="1111250"/>
                </a:lnTo>
                <a:lnTo>
                  <a:pt x="2500842" y="1122892"/>
                </a:lnTo>
                <a:lnTo>
                  <a:pt x="2484967" y="1132417"/>
                </a:lnTo>
                <a:lnTo>
                  <a:pt x="2466975" y="1139825"/>
                </a:lnTo>
                <a:lnTo>
                  <a:pt x="2446867" y="1145117"/>
                </a:lnTo>
                <a:lnTo>
                  <a:pt x="2424642" y="1148292"/>
                </a:lnTo>
                <a:lnTo>
                  <a:pt x="2400300" y="1149350"/>
                </a:lnTo>
                <a:lnTo>
                  <a:pt x="152400" y="1149350"/>
                </a:lnTo>
                <a:lnTo>
                  <a:pt x="128058" y="1148292"/>
                </a:lnTo>
                <a:lnTo>
                  <a:pt x="105833" y="1145117"/>
                </a:lnTo>
                <a:lnTo>
                  <a:pt x="85725" y="1139825"/>
                </a:lnTo>
                <a:lnTo>
                  <a:pt x="67733" y="1132417"/>
                </a:lnTo>
                <a:lnTo>
                  <a:pt x="51858" y="1122892"/>
                </a:lnTo>
                <a:lnTo>
                  <a:pt x="38100" y="1111250"/>
                </a:lnTo>
                <a:lnTo>
                  <a:pt x="26458" y="1097492"/>
                </a:lnTo>
                <a:lnTo>
                  <a:pt x="16933" y="1081617"/>
                </a:lnTo>
                <a:lnTo>
                  <a:pt x="9525" y="1063625"/>
                </a:lnTo>
                <a:lnTo>
                  <a:pt x="4233" y="1043517"/>
                </a:lnTo>
                <a:lnTo>
                  <a:pt x="1058" y="1021292"/>
                </a:lnTo>
                <a:lnTo>
                  <a:pt x="0" y="996950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131" name="!!text-7zx" descr="2:25"/>
          <p:cNvSpPr txBox="1"/>
          <p:nvPr/>
        </p:nvSpPr>
        <p:spPr>
          <a:xfrm>
            <a:off x="9020597" y="714883"/>
            <a:ext cx="253790" cy="1563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50" kern="0" dirty="0">
                <a:solidFill>
                  <a:srgbClr val="FFFFFF"/>
                </a:solidFill>
                <a:latin typeface="Noto Sans TC SemiBold"/>
                <a:ea typeface="Noto Sans TC SemiBold"/>
                <a:cs typeface="Noto Sans TC SemiBold"/>
              </a:rPr>
              <a:t>2:25</a:t>
            </a:r>
            <a:endParaRPr lang="zh-TW" sz="850"/>
          </a:p>
        </p:txBody>
      </p:sp>
      <p:sp>
        <p:nvSpPr>
          <p:cNvPr id="132" name="!!rect-802"/>
          <p:cNvSpPr/>
          <p:nvPr/>
        </p:nvSpPr>
        <p:spPr>
          <a:xfrm>
            <a:off x="10579100" y="808990"/>
            <a:ext cx="21590" cy="2667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33" name="!!rect-803"/>
          <p:cNvSpPr/>
          <p:nvPr/>
        </p:nvSpPr>
        <p:spPr>
          <a:xfrm>
            <a:off x="10612120" y="792480"/>
            <a:ext cx="21590" cy="4318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34" name="!!rect-804"/>
          <p:cNvSpPr/>
          <p:nvPr/>
        </p:nvSpPr>
        <p:spPr>
          <a:xfrm>
            <a:off x="10645140" y="775970"/>
            <a:ext cx="21590" cy="5969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35" name="!!rect-805"/>
          <p:cNvSpPr/>
          <p:nvPr/>
        </p:nvSpPr>
        <p:spPr>
          <a:xfrm>
            <a:off x="10678160" y="759460"/>
            <a:ext cx="21590" cy="7620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36" name="!!path-806"/>
          <p:cNvSpPr/>
          <p:nvPr/>
        </p:nvSpPr>
        <p:spPr>
          <a:xfrm>
            <a:off x="10763250" y="763570"/>
            <a:ext cx="95250" cy="70820"/>
          </a:xfrm>
          <a:custGeom>
            <a:avLst/>
            <a:gdLst/>
            <a:ahLst/>
            <a:cxnLst/>
            <a:rect l="l" t="t" r="r" b="b"/>
            <a:pathLst>
              <a:path w="95250" h="70820">
                <a:moveTo>
                  <a:pt x="47625" y="70820"/>
                </a:moveTo>
                <a:lnTo>
                  <a:pt x="31115" y="51135"/>
                </a:lnTo>
                <a:cubicBezTo>
                  <a:pt x="40714" y="43262"/>
                  <a:pt x="54536" y="43262"/>
                  <a:pt x="64135" y="51135"/>
                </a:cubicBezTo>
                <a:close/>
                <a:moveTo>
                  <a:pt x="0" y="23830"/>
                </a:moveTo>
                <a:cubicBezTo>
                  <a:pt x="27279" y="0"/>
                  <a:pt x="67971" y="0"/>
                  <a:pt x="95250" y="23830"/>
                </a:cubicBezTo>
                <a:lnTo>
                  <a:pt x="83820" y="37165"/>
                </a:lnTo>
                <a:cubicBezTo>
                  <a:pt x="63051" y="19153"/>
                  <a:pt x="32199" y="19153"/>
                  <a:pt x="11430" y="37165"/>
                </a:cubicBezTo>
                <a:close/>
                <a:moveTo>
                  <a:pt x="16510" y="43515"/>
                </a:moveTo>
                <a:cubicBezTo>
                  <a:pt x="34385" y="28089"/>
                  <a:pt x="60865" y="28089"/>
                  <a:pt x="78740" y="43515"/>
                </a:cubicBezTo>
                <a:lnTo>
                  <a:pt x="67310" y="56850"/>
                </a:lnTo>
                <a:cubicBezTo>
                  <a:pt x="55947" y="47238"/>
                  <a:pt x="39303" y="47238"/>
                  <a:pt x="27940" y="5685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37" name="!!rect-807"/>
          <p:cNvSpPr/>
          <p:nvPr/>
        </p:nvSpPr>
        <p:spPr>
          <a:xfrm>
            <a:off x="10902950" y="760730"/>
            <a:ext cx="161925" cy="78740"/>
          </a:xfrm>
          <a:prstGeom prst="roundRect">
            <a:avLst>
              <a:gd name="adj" fmla="val 32258"/>
            </a:avLst>
          </a:prstGeom>
          <a:noFill/>
          <a:ln w="6985" cap="flat">
            <a:solidFill>
              <a:srgbClr val="FFFFFF">
                <a:alpha val="38000"/>
              </a:srgbClr>
            </a:solidFill>
            <a:prstDash val="solid"/>
            <a:miter lim="800000"/>
          </a:ln>
        </p:spPr>
      </p:sp>
      <p:sp>
        <p:nvSpPr>
          <p:cNvPr id="138" name="!!rect-808"/>
          <p:cNvSpPr/>
          <p:nvPr/>
        </p:nvSpPr>
        <p:spPr>
          <a:xfrm>
            <a:off x="10916285" y="774065"/>
            <a:ext cx="110909" cy="52070"/>
          </a:xfrm>
          <a:prstGeom prst="roundRect">
            <a:avLst>
              <a:gd name="adj" fmla="val 26829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39" name="!!path-809"/>
          <p:cNvSpPr/>
          <p:nvPr/>
        </p:nvSpPr>
        <p:spPr>
          <a:xfrm>
            <a:off x="11074400" y="786130"/>
            <a:ext cx="10345" cy="27940"/>
          </a:xfrm>
          <a:custGeom>
            <a:avLst/>
            <a:gdLst/>
            <a:ahLst/>
            <a:cxnLst/>
            <a:rect l="l" t="t" r="r" b="b"/>
            <a:pathLst>
              <a:path w="10345" h="27940">
                <a:moveTo>
                  <a:pt x="0" y="0"/>
                </a:moveTo>
                <a:lnTo>
                  <a:pt x="0" y="27940"/>
                </a:lnTo>
                <a:cubicBezTo>
                  <a:pt x="6146" y="26066"/>
                  <a:pt x="10345" y="20395"/>
                  <a:pt x="10345" y="13970"/>
                </a:cubicBezTo>
                <a:cubicBezTo>
                  <a:pt x="10345" y="7545"/>
                  <a:pt x="6146" y="1874"/>
                  <a:pt x="0" y="0"/>
                </a:cubicBezTo>
                <a:close/>
              </a:path>
            </a:pathLst>
          </a:custGeom>
          <a:solidFill>
            <a:srgbClr val="FFFFFF">
              <a:alpha val="45000"/>
            </a:srgbClr>
          </a:solidFill>
          <a:ln>
            <a:noFill/>
          </a:ln>
        </p:spPr>
      </p:sp>
      <p:sp>
        <p:nvSpPr>
          <p:cNvPr id="140" name="!!text-80a" descr="您好，海嫄"/>
          <p:cNvSpPr txBox="1"/>
          <p:nvPr/>
        </p:nvSpPr>
        <p:spPr>
          <a:xfrm>
            <a:off x="8813800" y="1025398"/>
            <a:ext cx="740410" cy="20228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00" b="1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您好，海嫄</a:t>
            </a:r>
            <a:endParaRPr lang="zh-TW" sz="1100"/>
          </a:p>
        </p:txBody>
      </p:sp>
      <p:sp>
        <p:nvSpPr>
          <p:cNvPr id="141" name="!!path-80g"/>
          <p:cNvSpPr/>
          <p:nvPr/>
        </p:nvSpPr>
        <p:spPr>
          <a:xfrm>
            <a:off x="10763777" y="1067854"/>
            <a:ext cx="137870" cy="137541"/>
          </a:xfrm>
          <a:custGeom>
            <a:avLst/>
            <a:gdLst/>
            <a:ahLst/>
            <a:cxnLst/>
            <a:rect l="l" t="t" r="r" b="b"/>
            <a:pathLst>
              <a:path w="137870" h="137541">
                <a:moveTo>
                  <a:pt x="41262" y="110033"/>
                </a:moveTo>
                <a:cubicBezTo>
                  <a:pt x="33698" y="110033"/>
                  <a:pt x="27577" y="116222"/>
                  <a:pt x="27577" y="123787"/>
                </a:cubicBezTo>
                <a:cubicBezTo>
                  <a:pt x="27577" y="131352"/>
                  <a:pt x="33698" y="137541"/>
                  <a:pt x="41262" y="137541"/>
                </a:cubicBezTo>
                <a:cubicBezTo>
                  <a:pt x="48827" y="137541"/>
                  <a:pt x="55016" y="131352"/>
                  <a:pt x="55016" y="123787"/>
                </a:cubicBezTo>
                <a:cubicBezTo>
                  <a:pt x="55016" y="116222"/>
                  <a:pt x="48827" y="110033"/>
                  <a:pt x="41262" y="110033"/>
                </a:cubicBezTo>
                <a:close/>
                <a:moveTo>
                  <a:pt x="0" y="0"/>
                </a:moveTo>
                <a:lnTo>
                  <a:pt x="0" y="13754"/>
                </a:lnTo>
                <a:lnTo>
                  <a:pt x="13754" y="13754"/>
                </a:lnTo>
                <a:lnTo>
                  <a:pt x="38511" y="65951"/>
                </a:lnTo>
                <a:lnTo>
                  <a:pt x="29227" y="82800"/>
                </a:lnTo>
                <a:cubicBezTo>
                  <a:pt x="28127" y="84725"/>
                  <a:pt x="27508" y="86995"/>
                  <a:pt x="27508" y="89402"/>
                </a:cubicBezTo>
                <a:cubicBezTo>
                  <a:pt x="27508" y="96966"/>
                  <a:pt x="33698" y="103156"/>
                  <a:pt x="41262" y="103156"/>
                </a:cubicBezTo>
                <a:lnTo>
                  <a:pt x="123787" y="103156"/>
                </a:lnTo>
                <a:lnTo>
                  <a:pt x="123787" y="89402"/>
                </a:lnTo>
                <a:lnTo>
                  <a:pt x="44151" y="89402"/>
                </a:lnTo>
                <a:cubicBezTo>
                  <a:pt x="43188" y="89402"/>
                  <a:pt x="42431" y="88645"/>
                  <a:pt x="42431" y="87682"/>
                </a:cubicBezTo>
                <a:lnTo>
                  <a:pt x="42638" y="86857"/>
                </a:lnTo>
                <a:lnTo>
                  <a:pt x="48827" y="75648"/>
                </a:lnTo>
                <a:lnTo>
                  <a:pt x="100061" y="75648"/>
                </a:lnTo>
                <a:cubicBezTo>
                  <a:pt x="105219" y="75648"/>
                  <a:pt x="109758" y="72828"/>
                  <a:pt x="112096" y="68564"/>
                </a:cubicBezTo>
                <a:lnTo>
                  <a:pt x="136716" y="23932"/>
                </a:lnTo>
                <a:cubicBezTo>
                  <a:pt x="137870" y="21797"/>
                  <a:pt x="137817" y="19213"/>
                  <a:pt x="136577" y="17127"/>
                </a:cubicBezTo>
                <a:cubicBezTo>
                  <a:pt x="135336" y="15040"/>
                  <a:pt x="133091" y="13760"/>
                  <a:pt x="130664" y="13754"/>
                </a:cubicBezTo>
                <a:lnTo>
                  <a:pt x="28952" y="13754"/>
                </a:lnTo>
                <a:lnTo>
                  <a:pt x="22488" y="0"/>
                </a:lnTo>
                <a:lnTo>
                  <a:pt x="0" y="0"/>
                </a:lnTo>
                <a:close/>
                <a:moveTo>
                  <a:pt x="110033" y="110033"/>
                </a:moveTo>
                <a:cubicBezTo>
                  <a:pt x="102468" y="110033"/>
                  <a:pt x="96347" y="116222"/>
                  <a:pt x="96347" y="123787"/>
                </a:cubicBezTo>
                <a:cubicBezTo>
                  <a:pt x="96347" y="131352"/>
                  <a:pt x="102468" y="137541"/>
                  <a:pt x="110033" y="137541"/>
                </a:cubicBezTo>
                <a:cubicBezTo>
                  <a:pt x="117598" y="137541"/>
                  <a:pt x="123787" y="131352"/>
                  <a:pt x="123787" y="123787"/>
                </a:cubicBezTo>
                <a:cubicBezTo>
                  <a:pt x="123787" y="116222"/>
                  <a:pt x="117598" y="110033"/>
                  <a:pt x="110033" y="11003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42" name="!!path-80h"/>
          <p:cNvSpPr/>
          <p:nvPr/>
        </p:nvSpPr>
        <p:spPr>
          <a:xfrm>
            <a:off x="10998200" y="107950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14300" y="0"/>
                </a:moveTo>
                <a:lnTo>
                  <a:pt x="12700" y="0"/>
                </a:lnTo>
                <a:cubicBezTo>
                  <a:pt x="5715" y="0"/>
                  <a:pt x="0" y="5715"/>
                  <a:pt x="0" y="12700"/>
                </a:cubicBezTo>
                <a:lnTo>
                  <a:pt x="0" y="127000"/>
                </a:lnTo>
                <a:lnTo>
                  <a:pt x="25400" y="101600"/>
                </a:lnTo>
                <a:lnTo>
                  <a:pt x="114300" y="101600"/>
                </a:lnTo>
                <a:cubicBezTo>
                  <a:pt x="121285" y="101600"/>
                  <a:pt x="127000" y="95885"/>
                  <a:pt x="127000" y="88900"/>
                </a:cubicBezTo>
                <a:lnTo>
                  <a:pt x="127000" y="12700"/>
                </a:lnTo>
                <a:cubicBezTo>
                  <a:pt x="127000" y="5715"/>
                  <a:pt x="121285" y="0"/>
                  <a:pt x="114300" y="0"/>
                </a:cubicBezTo>
                <a:close/>
                <a:moveTo>
                  <a:pt x="114300" y="88900"/>
                </a:moveTo>
                <a:lnTo>
                  <a:pt x="25400" y="88900"/>
                </a:lnTo>
                <a:lnTo>
                  <a:pt x="12700" y="101600"/>
                </a:lnTo>
                <a:lnTo>
                  <a:pt x="12700" y="12700"/>
                </a:lnTo>
                <a:lnTo>
                  <a:pt x="114300" y="12700"/>
                </a:lnTo>
                <a:lnTo>
                  <a:pt x="114300" y="889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43" name="!!rect-80i"/>
          <p:cNvSpPr/>
          <p:nvPr/>
        </p:nvSpPr>
        <p:spPr>
          <a:xfrm>
            <a:off x="8813800" y="1352550"/>
            <a:ext cx="2349500" cy="279400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44" name="!!path-80j"/>
          <p:cNvSpPr/>
          <p:nvPr/>
        </p:nvSpPr>
        <p:spPr>
          <a:xfrm>
            <a:off x="8920169" y="1439869"/>
            <a:ext cx="101843" cy="101843"/>
          </a:xfrm>
          <a:custGeom>
            <a:avLst/>
            <a:gdLst/>
            <a:ahLst/>
            <a:cxnLst/>
            <a:rect l="l" t="t" r="r" b="b"/>
            <a:pathLst>
              <a:path w="101843" h="101843">
                <a:moveTo>
                  <a:pt x="72787" y="64052"/>
                </a:moveTo>
                <a:lnTo>
                  <a:pt x="68187" y="64052"/>
                </a:lnTo>
                <a:lnTo>
                  <a:pt x="66556" y="62480"/>
                </a:lnTo>
                <a:cubicBezTo>
                  <a:pt x="72263" y="55842"/>
                  <a:pt x="75698" y="47224"/>
                  <a:pt x="75698" y="37849"/>
                </a:cubicBezTo>
                <a:cubicBezTo>
                  <a:pt x="75698" y="16945"/>
                  <a:pt x="58754" y="0"/>
                  <a:pt x="37849" y="0"/>
                </a:cubicBezTo>
                <a:cubicBezTo>
                  <a:pt x="16945" y="0"/>
                  <a:pt x="0" y="16945"/>
                  <a:pt x="0" y="37849"/>
                </a:cubicBezTo>
                <a:cubicBezTo>
                  <a:pt x="0" y="58754"/>
                  <a:pt x="16945" y="75698"/>
                  <a:pt x="37849" y="75698"/>
                </a:cubicBezTo>
                <a:cubicBezTo>
                  <a:pt x="47224" y="75698"/>
                  <a:pt x="55842" y="72263"/>
                  <a:pt x="62480" y="66556"/>
                </a:cubicBezTo>
                <a:lnTo>
                  <a:pt x="64052" y="68187"/>
                </a:lnTo>
                <a:lnTo>
                  <a:pt x="64052" y="72787"/>
                </a:lnTo>
                <a:lnTo>
                  <a:pt x="93167" y="101843"/>
                </a:lnTo>
                <a:lnTo>
                  <a:pt x="101843" y="93167"/>
                </a:lnTo>
                <a:lnTo>
                  <a:pt x="72787" y="64052"/>
                </a:lnTo>
                <a:close/>
                <a:moveTo>
                  <a:pt x="37849" y="64052"/>
                </a:moveTo>
                <a:cubicBezTo>
                  <a:pt x="23350" y="64052"/>
                  <a:pt x="11646" y="52348"/>
                  <a:pt x="11646" y="37849"/>
                </a:cubicBezTo>
                <a:cubicBezTo>
                  <a:pt x="11646" y="23350"/>
                  <a:pt x="23350" y="11646"/>
                  <a:pt x="37849" y="11646"/>
                </a:cubicBezTo>
                <a:cubicBezTo>
                  <a:pt x="52348" y="11646"/>
                  <a:pt x="64052" y="23350"/>
                  <a:pt x="64052" y="37849"/>
                </a:cubicBezTo>
                <a:cubicBezTo>
                  <a:pt x="64052" y="52348"/>
                  <a:pt x="52348" y="64052"/>
                  <a:pt x="37849" y="64052"/>
                </a:cubicBezTo>
                <a:close/>
              </a:path>
            </a:pathLst>
          </a:custGeom>
          <a:solidFill>
            <a:srgbClr val="BDBDBD"/>
          </a:solidFill>
          <a:ln>
            <a:noFill/>
          </a:ln>
        </p:spPr>
      </p:sp>
      <p:sp>
        <p:nvSpPr>
          <p:cNvPr id="145" name="!!text-80k" descr="搜尋書名、作者或 ISBN"/>
          <p:cNvSpPr txBox="1"/>
          <p:nvPr/>
        </p:nvSpPr>
        <p:spPr>
          <a:xfrm>
            <a:off x="9093200" y="1419860"/>
            <a:ext cx="1028033" cy="1379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0" kern="0" dirty="0">
                <a:solidFill>
                  <a:srgbClr val="BDBDBD"/>
                </a:solidFill>
                <a:latin typeface="Noto Sans TC"/>
                <a:ea typeface="Noto Sans TC"/>
                <a:cs typeface="Noto Sans TC"/>
              </a:rPr>
              <a:t>搜尋書名、作者或 ISBN</a:t>
            </a:r>
            <a:endParaRPr lang="zh-TW" sz="750"/>
          </a:p>
        </p:txBody>
      </p:sp>
      <p:sp>
        <p:nvSpPr>
          <p:cNvPr id="146" name="!!rect-811"/>
          <p:cNvSpPr/>
          <p:nvPr/>
        </p:nvSpPr>
        <p:spPr>
          <a:xfrm>
            <a:off x="8813800" y="1847850"/>
            <a:ext cx="482600" cy="203200"/>
          </a:xfrm>
          <a:prstGeom prst="roundRect">
            <a:avLst>
              <a:gd name="adj" fmla="val 50000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147" name="!!text-812" descr="全部書籍"/>
          <p:cNvSpPr txBox="1"/>
          <p:nvPr/>
        </p:nvSpPr>
        <p:spPr>
          <a:xfrm>
            <a:off x="8890000" y="1885442"/>
            <a:ext cx="354965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kern="0" dirty="0">
                <a:solidFill>
                  <a:srgbClr val="FFFFFF"/>
                </a:solidFill>
                <a:latin typeface="Noto Sans TC SemiBold"/>
                <a:ea typeface="Noto Sans TC SemiBold"/>
                <a:cs typeface="Noto Sans TC SemiBold"/>
              </a:rPr>
              <a:t>全部書籍</a:t>
            </a:r>
            <a:endParaRPr lang="zh-TW" sz="650"/>
          </a:p>
        </p:txBody>
      </p:sp>
      <p:sp>
        <p:nvSpPr>
          <p:cNvPr id="148" name="!!rect-81b"/>
          <p:cNvSpPr/>
          <p:nvPr/>
        </p:nvSpPr>
        <p:spPr>
          <a:xfrm>
            <a:off x="9347200" y="1847850"/>
            <a:ext cx="482600" cy="203200"/>
          </a:xfrm>
          <a:prstGeom prst="roundRect">
            <a:avLst>
              <a:gd name="adj" fmla="val 50000"/>
            </a:avLst>
          </a:prstGeom>
          <a:solidFill>
            <a:srgbClr val="E8ECEF"/>
          </a:solidFill>
          <a:ln>
            <a:noFill/>
          </a:ln>
        </p:spPr>
      </p:sp>
      <p:sp>
        <p:nvSpPr>
          <p:cNvPr id="149" name="!!text-81c" descr="考試用書"/>
          <p:cNvSpPr txBox="1"/>
          <p:nvPr/>
        </p:nvSpPr>
        <p:spPr>
          <a:xfrm>
            <a:off x="9423400" y="1885442"/>
            <a:ext cx="354965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考試用書</a:t>
            </a:r>
            <a:endParaRPr lang="zh-TW" sz="650"/>
          </a:p>
        </p:txBody>
      </p:sp>
      <p:sp>
        <p:nvSpPr>
          <p:cNvPr id="150" name="!!rect-81l"/>
          <p:cNvSpPr/>
          <p:nvPr/>
        </p:nvSpPr>
        <p:spPr>
          <a:xfrm>
            <a:off x="9880600" y="1847850"/>
            <a:ext cx="400050" cy="203200"/>
          </a:xfrm>
          <a:prstGeom prst="roundRect">
            <a:avLst>
              <a:gd name="adj" fmla="val 50000"/>
            </a:avLst>
          </a:prstGeom>
          <a:solidFill>
            <a:srgbClr val="E8ECEF"/>
          </a:solidFill>
          <a:ln>
            <a:noFill/>
          </a:ln>
        </p:spPr>
      </p:sp>
      <p:sp>
        <p:nvSpPr>
          <p:cNvPr id="151" name="!!text-81m" descr="統計學"/>
          <p:cNvSpPr txBox="1"/>
          <p:nvPr/>
        </p:nvSpPr>
        <p:spPr>
          <a:xfrm>
            <a:off x="9956800" y="1885442"/>
            <a:ext cx="272415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統計學</a:t>
            </a:r>
            <a:endParaRPr lang="zh-TW" sz="650"/>
          </a:p>
        </p:txBody>
      </p:sp>
      <p:sp>
        <p:nvSpPr>
          <p:cNvPr id="152" name="!!rect-81u"/>
          <p:cNvSpPr/>
          <p:nvPr/>
        </p:nvSpPr>
        <p:spPr>
          <a:xfrm>
            <a:off x="10331450" y="1847850"/>
            <a:ext cx="482600" cy="203200"/>
          </a:xfrm>
          <a:prstGeom prst="roundRect">
            <a:avLst>
              <a:gd name="adj" fmla="val 50000"/>
            </a:avLst>
          </a:prstGeom>
          <a:solidFill>
            <a:srgbClr val="E8ECEF"/>
          </a:solidFill>
          <a:ln>
            <a:noFill/>
          </a:ln>
        </p:spPr>
      </p:sp>
      <p:sp>
        <p:nvSpPr>
          <p:cNvPr id="153" name="!!text-81v" descr="程式設計"/>
          <p:cNvSpPr txBox="1"/>
          <p:nvPr/>
        </p:nvSpPr>
        <p:spPr>
          <a:xfrm>
            <a:off x="10407650" y="1885442"/>
            <a:ext cx="354965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程式設計</a:t>
            </a:r>
            <a:endParaRPr lang="zh-TW" sz="650"/>
          </a:p>
        </p:txBody>
      </p:sp>
      <p:sp>
        <p:nvSpPr>
          <p:cNvPr id="154" name="!!rect-824"/>
          <p:cNvSpPr/>
          <p:nvPr/>
        </p:nvSpPr>
        <p:spPr>
          <a:xfrm>
            <a:off x="10864850" y="1847850"/>
            <a:ext cx="482600" cy="203200"/>
          </a:xfrm>
          <a:prstGeom prst="roundRect">
            <a:avLst>
              <a:gd name="adj" fmla="val 50000"/>
            </a:avLst>
          </a:prstGeom>
          <a:solidFill>
            <a:srgbClr val="E8ECEF"/>
          </a:solidFill>
          <a:ln>
            <a:noFill/>
          </a:ln>
        </p:spPr>
      </p:sp>
      <p:sp>
        <p:nvSpPr>
          <p:cNvPr id="155" name="!!text-825" descr="文學小說"/>
          <p:cNvSpPr txBox="1"/>
          <p:nvPr/>
        </p:nvSpPr>
        <p:spPr>
          <a:xfrm>
            <a:off x="10941050" y="1885442"/>
            <a:ext cx="354965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文學小說</a:t>
            </a:r>
            <a:endParaRPr lang="zh-TW" sz="650"/>
          </a:p>
        </p:txBody>
      </p:sp>
      <p:sp>
        <p:nvSpPr>
          <p:cNvPr id="156" name="!!text-82e" descr="為您推薦"/>
          <p:cNvSpPr txBox="1"/>
          <p:nvPr/>
        </p:nvSpPr>
        <p:spPr>
          <a:xfrm>
            <a:off x="8813800" y="2108962"/>
            <a:ext cx="491490" cy="16550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為您推薦</a:t>
            </a:r>
            <a:endParaRPr lang="zh-TW" sz="900"/>
          </a:p>
        </p:txBody>
      </p:sp>
      <p:sp>
        <p:nvSpPr>
          <p:cNvPr id="157" name="!!path-82j"/>
          <p:cNvSpPr/>
          <p:nvPr/>
        </p:nvSpPr>
        <p:spPr>
          <a:xfrm>
            <a:off x="9377363" y="2132013"/>
            <a:ext cx="104775" cy="104775"/>
          </a:xfrm>
          <a:custGeom>
            <a:avLst/>
            <a:gdLst/>
            <a:ahLst/>
            <a:cxnLst/>
            <a:rect l="l" t="t" r="r" b="b"/>
            <a:pathLst>
              <a:path w="104775" h="104775">
                <a:moveTo>
                  <a:pt x="85725" y="38100"/>
                </a:moveTo>
                <a:lnTo>
                  <a:pt x="91678" y="25003"/>
                </a:lnTo>
                <a:lnTo>
                  <a:pt x="104775" y="19050"/>
                </a:lnTo>
                <a:lnTo>
                  <a:pt x="91678" y="13097"/>
                </a:lnTo>
                <a:lnTo>
                  <a:pt x="85725" y="0"/>
                </a:lnTo>
                <a:lnTo>
                  <a:pt x="79772" y="13097"/>
                </a:lnTo>
                <a:lnTo>
                  <a:pt x="66675" y="19050"/>
                </a:lnTo>
                <a:lnTo>
                  <a:pt x="79772" y="25003"/>
                </a:lnTo>
                <a:lnTo>
                  <a:pt x="85725" y="38100"/>
                </a:lnTo>
                <a:close/>
                <a:moveTo>
                  <a:pt x="50006" y="40481"/>
                </a:moveTo>
                <a:lnTo>
                  <a:pt x="38100" y="14288"/>
                </a:lnTo>
                <a:lnTo>
                  <a:pt x="26194" y="40481"/>
                </a:lnTo>
                <a:lnTo>
                  <a:pt x="0" y="52388"/>
                </a:lnTo>
                <a:lnTo>
                  <a:pt x="26194" y="64294"/>
                </a:lnTo>
                <a:lnTo>
                  <a:pt x="38100" y="90488"/>
                </a:lnTo>
                <a:lnTo>
                  <a:pt x="50006" y="64294"/>
                </a:lnTo>
                <a:lnTo>
                  <a:pt x="76200" y="52388"/>
                </a:lnTo>
                <a:lnTo>
                  <a:pt x="50006" y="40481"/>
                </a:lnTo>
                <a:close/>
                <a:moveTo>
                  <a:pt x="85725" y="66675"/>
                </a:moveTo>
                <a:lnTo>
                  <a:pt x="79772" y="79772"/>
                </a:lnTo>
                <a:lnTo>
                  <a:pt x="66675" y="85725"/>
                </a:lnTo>
                <a:lnTo>
                  <a:pt x="79772" y="91678"/>
                </a:lnTo>
                <a:lnTo>
                  <a:pt x="85725" y="104775"/>
                </a:lnTo>
                <a:lnTo>
                  <a:pt x="91678" y="91678"/>
                </a:lnTo>
                <a:lnTo>
                  <a:pt x="104775" y="85725"/>
                </a:lnTo>
                <a:lnTo>
                  <a:pt x="91678" y="79772"/>
                </a:lnTo>
                <a:lnTo>
                  <a:pt x="85725" y="66675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158" name="!!text-82o" descr="與已收藏的《統計學概論》相關"/>
          <p:cNvSpPr txBox="1"/>
          <p:nvPr/>
        </p:nvSpPr>
        <p:spPr>
          <a:xfrm>
            <a:off x="8813800" y="2316226"/>
            <a:ext cx="1182370" cy="12872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與已收藏</a:t>
            </a:r>
            <a:r>
              <a:rPr lang="zh-TW" altLang="en-US" sz="700" b="1" kern="0" spc="-35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的</a:t>
            </a:r>
            <a:r>
              <a:rPr lang="zh-TW" altLang="en-US" sz="7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《統計學概論</a:t>
            </a:r>
            <a:r>
              <a:rPr lang="zh-TW" altLang="en-US" sz="700" b="1" kern="0" spc="-35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》</a:t>
            </a:r>
            <a:r>
              <a:rPr lang="zh-TW" altLang="en-US" sz="7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相關</a:t>
            </a:r>
            <a:endParaRPr lang="zh-TW" sz="700"/>
          </a:p>
        </p:txBody>
      </p:sp>
      <p:sp>
        <p:nvSpPr>
          <p:cNvPr id="159" name="!!rect-837"/>
          <p:cNvSpPr/>
          <p:nvPr/>
        </p:nvSpPr>
        <p:spPr>
          <a:xfrm>
            <a:off x="8813800" y="2495550"/>
            <a:ext cx="736600" cy="1169670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60" name="!!rect-839"/>
          <p:cNvSpPr/>
          <p:nvPr/>
        </p:nvSpPr>
        <p:spPr>
          <a:xfrm>
            <a:off x="8813800" y="2495550"/>
            <a:ext cx="736600" cy="699770"/>
          </a:xfrm>
          <a:prstGeom prst="roundRect">
            <a:avLst>
              <a:gd name="adj" fmla="val 12704"/>
            </a:avLst>
          </a:prstGeom>
          <a:solidFill>
            <a:srgbClr val="E3E8EC"/>
          </a:solidFill>
          <a:ln>
            <a:noFill/>
          </a:ln>
        </p:spPr>
      </p:sp>
      <p:sp>
        <p:nvSpPr>
          <p:cNvPr id="161" name="!!rect-83a"/>
          <p:cNvSpPr/>
          <p:nvPr/>
        </p:nvSpPr>
        <p:spPr>
          <a:xfrm>
            <a:off x="8813800" y="3106420"/>
            <a:ext cx="736600" cy="88900"/>
          </a:xfrm>
          <a:prstGeom prst="rect">
            <a:avLst/>
          </a:prstGeom>
          <a:solidFill>
            <a:srgbClr val="E3E8EC"/>
          </a:solidFill>
          <a:ln>
            <a:noFill/>
          </a:ln>
        </p:spPr>
      </p:sp>
      <p:sp>
        <p:nvSpPr>
          <p:cNvPr id="162" name="!!rect-83c"/>
          <p:cNvSpPr/>
          <p:nvPr/>
        </p:nvSpPr>
        <p:spPr>
          <a:xfrm>
            <a:off x="8990584" y="2579522"/>
            <a:ext cx="383032" cy="531825"/>
          </a:xfrm>
          <a:prstGeom prst="roundRect">
            <a:avLst>
              <a:gd name="adj" fmla="val 4973"/>
            </a:avLst>
          </a:prstGeom>
          <a:gradFill rotWithShape="1">
            <a:gsLst>
              <a:gs pos="0">
                <a:srgbClr val="4D76A6"/>
              </a:gs>
              <a:gs pos="100000">
                <a:srgbClr val="32557E"/>
              </a:gs>
              <a:gs pos="100000">
                <a:srgbClr val="32557E"/>
              </a:gs>
            </a:gsLst>
            <a:lin ang="3254265" scaled="0"/>
          </a:gradFill>
          <a:ln>
            <a:noFill/>
          </a:ln>
        </p:spPr>
      </p:sp>
      <p:sp>
        <p:nvSpPr>
          <p:cNvPr id="163" name="!!rect-83d"/>
          <p:cNvSpPr/>
          <p:nvPr/>
        </p:nvSpPr>
        <p:spPr>
          <a:xfrm>
            <a:off x="9025058" y="2579522"/>
            <a:ext cx="19152" cy="531825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</p:spPr>
      </p:sp>
      <p:sp>
        <p:nvSpPr>
          <p:cNvPr id="164" name="!!rect-83e"/>
          <p:cNvSpPr/>
          <p:nvPr/>
        </p:nvSpPr>
        <p:spPr>
          <a:xfrm>
            <a:off x="9086342" y="2675249"/>
            <a:ext cx="214497" cy="37230"/>
          </a:xfrm>
          <a:prstGeom prst="roundRect">
            <a:avLst>
              <a:gd name="adj" fmla="val 28569"/>
            </a:avLst>
          </a:prstGeom>
          <a:solidFill>
            <a:srgbClr val="E9EEF1"/>
          </a:solidFill>
          <a:ln>
            <a:noFill/>
          </a:ln>
        </p:spPr>
      </p:sp>
      <p:sp>
        <p:nvSpPr>
          <p:cNvPr id="165" name="!!rect-83f"/>
          <p:cNvSpPr/>
          <p:nvPr/>
        </p:nvSpPr>
        <p:spPr>
          <a:xfrm>
            <a:off x="9086342" y="2739073"/>
            <a:ext cx="145555" cy="23933"/>
          </a:xfrm>
          <a:prstGeom prst="roundRect">
            <a:avLst>
              <a:gd name="adj" fmla="val 44441"/>
            </a:avLst>
          </a:prstGeom>
          <a:solidFill>
            <a:srgbClr val="E9EEF1">
              <a:alpha val="72000"/>
            </a:srgbClr>
          </a:solidFill>
          <a:ln>
            <a:noFill/>
          </a:ln>
        </p:spPr>
      </p:sp>
      <p:sp>
        <p:nvSpPr>
          <p:cNvPr id="166" name="!!rect-83g"/>
          <p:cNvSpPr/>
          <p:nvPr/>
        </p:nvSpPr>
        <p:spPr>
          <a:xfrm>
            <a:off x="9086342" y="3004985"/>
            <a:ext cx="107251" cy="21272"/>
          </a:xfrm>
          <a:prstGeom prst="roundRect">
            <a:avLst>
              <a:gd name="adj" fmla="val 50000"/>
            </a:avLst>
          </a:prstGeom>
          <a:solidFill>
            <a:srgbClr val="E9EEF1">
              <a:alpha val="55000"/>
            </a:srgbClr>
          </a:solidFill>
          <a:ln>
            <a:noFill/>
          </a:ln>
        </p:spPr>
      </p:sp>
      <p:sp>
        <p:nvSpPr>
          <p:cNvPr id="167" name="!!text-83h" descr="機率與統計"/>
          <p:cNvSpPr txBox="1"/>
          <p:nvPr/>
        </p:nvSpPr>
        <p:spPr>
          <a:xfrm>
            <a:off x="8877300" y="3232912"/>
            <a:ext cx="437515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機率與統計</a:t>
            </a:r>
            <a:endParaRPr lang="zh-TW" sz="650"/>
          </a:p>
        </p:txBody>
      </p:sp>
      <p:sp>
        <p:nvSpPr>
          <p:cNvPr id="168" name="!!text-83n" descr="$240"/>
          <p:cNvSpPr txBox="1"/>
          <p:nvPr/>
        </p:nvSpPr>
        <p:spPr>
          <a:xfrm>
            <a:off x="8877300" y="3472180"/>
            <a:ext cx="260604" cy="1379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0" kern="0" dirty="0">
                <a:solidFill>
                  <a:srgbClr val="627D8D"/>
                </a:solidFill>
                <a:latin typeface="Noto Sans TC Black"/>
                <a:ea typeface="Noto Sans TC Black"/>
                <a:cs typeface="Noto Sans TC Black"/>
              </a:rPr>
              <a:t>$240</a:t>
            </a:r>
            <a:endParaRPr lang="zh-TW" sz="750"/>
          </a:p>
        </p:txBody>
      </p:sp>
      <p:sp>
        <p:nvSpPr>
          <p:cNvPr id="169" name="!!text-83s" descr="近全新"/>
          <p:cNvSpPr txBox="1"/>
          <p:nvPr/>
        </p:nvSpPr>
        <p:spPr>
          <a:xfrm>
            <a:off x="9277350" y="3495294"/>
            <a:ext cx="230505" cy="10114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550" kern="0" dirty="0">
                <a:solidFill>
                  <a:srgbClr val="66BB6A"/>
                </a:solidFill>
                <a:latin typeface="Noto Sans TC SemiBold"/>
                <a:ea typeface="Noto Sans TC SemiBold"/>
                <a:cs typeface="Noto Sans TC SemiBold"/>
              </a:rPr>
              <a:t>近全新</a:t>
            </a:r>
            <a:endParaRPr lang="zh-TW" sz="550"/>
          </a:p>
        </p:txBody>
      </p:sp>
      <p:sp>
        <p:nvSpPr>
          <p:cNvPr id="170" name="!!rect-840"/>
          <p:cNvSpPr/>
          <p:nvPr/>
        </p:nvSpPr>
        <p:spPr>
          <a:xfrm>
            <a:off x="9620250" y="2495550"/>
            <a:ext cx="736600" cy="1169670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71" name="!!rect-842"/>
          <p:cNvSpPr/>
          <p:nvPr/>
        </p:nvSpPr>
        <p:spPr>
          <a:xfrm>
            <a:off x="9620250" y="2495550"/>
            <a:ext cx="736600" cy="699770"/>
          </a:xfrm>
          <a:prstGeom prst="roundRect">
            <a:avLst>
              <a:gd name="adj" fmla="val 12704"/>
            </a:avLst>
          </a:prstGeom>
          <a:solidFill>
            <a:srgbClr val="E3E8EC"/>
          </a:solidFill>
          <a:ln>
            <a:noFill/>
          </a:ln>
        </p:spPr>
      </p:sp>
      <p:sp>
        <p:nvSpPr>
          <p:cNvPr id="172" name="!!rect-843"/>
          <p:cNvSpPr/>
          <p:nvPr/>
        </p:nvSpPr>
        <p:spPr>
          <a:xfrm>
            <a:off x="9620250" y="3106420"/>
            <a:ext cx="736600" cy="88900"/>
          </a:xfrm>
          <a:prstGeom prst="rect">
            <a:avLst/>
          </a:prstGeom>
          <a:solidFill>
            <a:srgbClr val="E3E8EC"/>
          </a:solidFill>
          <a:ln>
            <a:noFill/>
          </a:ln>
        </p:spPr>
      </p:sp>
      <p:sp>
        <p:nvSpPr>
          <p:cNvPr id="173" name="!!rect-845"/>
          <p:cNvSpPr/>
          <p:nvPr/>
        </p:nvSpPr>
        <p:spPr>
          <a:xfrm>
            <a:off x="9797034" y="2579522"/>
            <a:ext cx="383032" cy="531825"/>
          </a:xfrm>
          <a:prstGeom prst="roundRect">
            <a:avLst>
              <a:gd name="adj" fmla="val 4973"/>
            </a:avLst>
          </a:prstGeom>
          <a:gradFill rotWithShape="1">
            <a:gsLst>
              <a:gs pos="0">
                <a:srgbClr val="AB6C59"/>
              </a:gs>
              <a:gs pos="100000">
                <a:srgbClr val="834C3C"/>
              </a:gs>
              <a:gs pos="100000">
                <a:srgbClr val="834C3C"/>
              </a:gs>
            </a:gsLst>
            <a:lin ang="3254265" scaled="0"/>
          </a:gradFill>
          <a:ln>
            <a:noFill/>
          </a:ln>
        </p:spPr>
      </p:sp>
      <p:sp>
        <p:nvSpPr>
          <p:cNvPr id="174" name="!!rect-846"/>
          <p:cNvSpPr/>
          <p:nvPr/>
        </p:nvSpPr>
        <p:spPr>
          <a:xfrm>
            <a:off x="9831508" y="2579522"/>
            <a:ext cx="19152" cy="531825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</p:spPr>
      </p:sp>
      <p:sp>
        <p:nvSpPr>
          <p:cNvPr id="175" name="!!rect-847"/>
          <p:cNvSpPr/>
          <p:nvPr/>
        </p:nvSpPr>
        <p:spPr>
          <a:xfrm>
            <a:off x="9892792" y="2675249"/>
            <a:ext cx="214497" cy="37230"/>
          </a:xfrm>
          <a:prstGeom prst="roundRect">
            <a:avLst>
              <a:gd name="adj" fmla="val 28569"/>
            </a:avLst>
          </a:prstGeom>
          <a:solidFill>
            <a:srgbClr val="F1E3C8"/>
          </a:solidFill>
          <a:ln>
            <a:noFill/>
          </a:ln>
        </p:spPr>
      </p:sp>
      <p:sp>
        <p:nvSpPr>
          <p:cNvPr id="176" name="!!rect-848"/>
          <p:cNvSpPr/>
          <p:nvPr/>
        </p:nvSpPr>
        <p:spPr>
          <a:xfrm>
            <a:off x="9892792" y="2739073"/>
            <a:ext cx="145555" cy="23933"/>
          </a:xfrm>
          <a:prstGeom prst="roundRect">
            <a:avLst>
              <a:gd name="adj" fmla="val 44441"/>
            </a:avLst>
          </a:prstGeom>
          <a:solidFill>
            <a:srgbClr val="F1E3C8">
              <a:alpha val="72000"/>
            </a:srgbClr>
          </a:solidFill>
          <a:ln>
            <a:noFill/>
          </a:ln>
        </p:spPr>
      </p:sp>
      <p:sp>
        <p:nvSpPr>
          <p:cNvPr id="177" name="!!rect-849"/>
          <p:cNvSpPr/>
          <p:nvPr/>
        </p:nvSpPr>
        <p:spPr>
          <a:xfrm>
            <a:off x="9892792" y="3004985"/>
            <a:ext cx="107251" cy="21272"/>
          </a:xfrm>
          <a:prstGeom prst="roundRect">
            <a:avLst>
              <a:gd name="adj" fmla="val 50000"/>
            </a:avLst>
          </a:prstGeom>
          <a:solidFill>
            <a:srgbClr val="F1E3C8">
              <a:alpha val="55000"/>
            </a:srgbClr>
          </a:solidFill>
          <a:ln>
            <a:noFill/>
          </a:ln>
        </p:spPr>
      </p:sp>
      <p:sp>
        <p:nvSpPr>
          <p:cNvPr id="178" name="!!text-84a" descr="迴歸分析實務"/>
          <p:cNvSpPr txBox="1"/>
          <p:nvPr/>
        </p:nvSpPr>
        <p:spPr>
          <a:xfrm>
            <a:off x="9683750" y="3232912"/>
            <a:ext cx="520065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迴歸分析實務</a:t>
            </a:r>
            <a:endParaRPr lang="zh-TW" sz="650"/>
          </a:p>
        </p:txBody>
      </p:sp>
      <p:sp>
        <p:nvSpPr>
          <p:cNvPr id="179" name="!!text-84h" descr="$300"/>
          <p:cNvSpPr txBox="1"/>
          <p:nvPr/>
        </p:nvSpPr>
        <p:spPr>
          <a:xfrm>
            <a:off x="9683750" y="3472180"/>
            <a:ext cx="260604" cy="1379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0" kern="0" dirty="0">
                <a:solidFill>
                  <a:srgbClr val="627D8D"/>
                </a:solidFill>
                <a:latin typeface="Noto Sans TC Black"/>
                <a:ea typeface="Noto Sans TC Black"/>
                <a:cs typeface="Noto Sans TC Black"/>
              </a:rPr>
              <a:t>$300</a:t>
            </a:r>
            <a:endParaRPr lang="zh-TW" sz="750"/>
          </a:p>
        </p:txBody>
      </p:sp>
      <p:sp>
        <p:nvSpPr>
          <p:cNvPr id="180" name="!!text-84m" descr="良好"/>
          <p:cNvSpPr txBox="1"/>
          <p:nvPr/>
        </p:nvSpPr>
        <p:spPr>
          <a:xfrm>
            <a:off x="10153650" y="3495294"/>
            <a:ext cx="160655" cy="10114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550" kern="0" dirty="0">
                <a:solidFill>
                  <a:srgbClr val="FFA726"/>
                </a:solidFill>
                <a:latin typeface="Noto Sans TC SemiBold"/>
                <a:ea typeface="Noto Sans TC SemiBold"/>
                <a:cs typeface="Noto Sans TC SemiBold"/>
              </a:rPr>
              <a:t>良好</a:t>
            </a:r>
            <a:endParaRPr lang="zh-TW" sz="550"/>
          </a:p>
        </p:txBody>
      </p:sp>
      <p:sp>
        <p:nvSpPr>
          <p:cNvPr id="181" name="!!rect-84t"/>
          <p:cNvSpPr/>
          <p:nvPr/>
        </p:nvSpPr>
        <p:spPr>
          <a:xfrm>
            <a:off x="10426700" y="2495550"/>
            <a:ext cx="736600" cy="1169670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82" name="!!rect-84v"/>
          <p:cNvSpPr/>
          <p:nvPr/>
        </p:nvSpPr>
        <p:spPr>
          <a:xfrm>
            <a:off x="10426700" y="2495550"/>
            <a:ext cx="736600" cy="699770"/>
          </a:xfrm>
          <a:prstGeom prst="roundRect">
            <a:avLst>
              <a:gd name="adj" fmla="val 12704"/>
            </a:avLst>
          </a:prstGeom>
          <a:solidFill>
            <a:srgbClr val="E3E8EC"/>
          </a:solidFill>
          <a:ln>
            <a:noFill/>
          </a:ln>
        </p:spPr>
      </p:sp>
      <p:sp>
        <p:nvSpPr>
          <p:cNvPr id="183" name="!!rect-84w"/>
          <p:cNvSpPr/>
          <p:nvPr/>
        </p:nvSpPr>
        <p:spPr>
          <a:xfrm>
            <a:off x="10426700" y="3106420"/>
            <a:ext cx="736600" cy="88900"/>
          </a:xfrm>
          <a:prstGeom prst="rect">
            <a:avLst/>
          </a:prstGeom>
          <a:solidFill>
            <a:srgbClr val="E3E8EC"/>
          </a:solidFill>
          <a:ln>
            <a:noFill/>
          </a:ln>
        </p:spPr>
      </p:sp>
      <p:sp>
        <p:nvSpPr>
          <p:cNvPr id="184" name="!!rect-84y"/>
          <p:cNvSpPr/>
          <p:nvPr/>
        </p:nvSpPr>
        <p:spPr>
          <a:xfrm>
            <a:off x="10603484" y="2579522"/>
            <a:ext cx="383032" cy="531825"/>
          </a:xfrm>
          <a:prstGeom prst="roundRect">
            <a:avLst>
              <a:gd name="adj" fmla="val 4973"/>
            </a:avLst>
          </a:prstGeom>
          <a:gradFill rotWithShape="1">
            <a:gsLst>
              <a:gs pos="0">
                <a:srgbClr val="5D856F"/>
              </a:gs>
              <a:gs pos="100000">
                <a:srgbClr val="3F624F"/>
              </a:gs>
              <a:gs pos="100000">
                <a:srgbClr val="3F624F"/>
              </a:gs>
            </a:gsLst>
            <a:lin ang="3254265" scaled="0"/>
          </a:gradFill>
          <a:ln>
            <a:noFill/>
          </a:ln>
        </p:spPr>
      </p:sp>
      <p:sp>
        <p:nvSpPr>
          <p:cNvPr id="185" name="!!rect-84z"/>
          <p:cNvSpPr/>
          <p:nvPr/>
        </p:nvSpPr>
        <p:spPr>
          <a:xfrm>
            <a:off x="10637958" y="2579522"/>
            <a:ext cx="19152" cy="531825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</p:spPr>
      </p:sp>
      <p:sp>
        <p:nvSpPr>
          <p:cNvPr id="186" name="!!rect-850"/>
          <p:cNvSpPr/>
          <p:nvPr/>
        </p:nvSpPr>
        <p:spPr>
          <a:xfrm>
            <a:off x="10699242" y="2675249"/>
            <a:ext cx="214497" cy="37230"/>
          </a:xfrm>
          <a:prstGeom prst="roundRect">
            <a:avLst>
              <a:gd name="adj" fmla="val 28569"/>
            </a:avLst>
          </a:prstGeom>
          <a:solidFill>
            <a:srgbClr val="E7D9B8"/>
          </a:solidFill>
          <a:ln>
            <a:noFill/>
          </a:ln>
        </p:spPr>
      </p:sp>
      <p:sp>
        <p:nvSpPr>
          <p:cNvPr id="187" name="!!rect-851"/>
          <p:cNvSpPr/>
          <p:nvPr/>
        </p:nvSpPr>
        <p:spPr>
          <a:xfrm>
            <a:off x="10699242" y="2739073"/>
            <a:ext cx="145555" cy="23933"/>
          </a:xfrm>
          <a:prstGeom prst="roundRect">
            <a:avLst>
              <a:gd name="adj" fmla="val 44441"/>
            </a:avLst>
          </a:prstGeom>
          <a:solidFill>
            <a:srgbClr val="E7D9B8">
              <a:alpha val="72000"/>
            </a:srgbClr>
          </a:solidFill>
          <a:ln>
            <a:noFill/>
          </a:ln>
        </p:spPr>
      </p:sp>
      <p:sp>
        <p:nvSpPr>
          <p:cNvPr id="188" name="!!rect-852"/>
          <p:cNvSpPr/>
          <p:nvPr/>
        </p:nvSpPr>
        <p:spPr>
          <a:xfrm>
            <a:off x="10699242" y="3004985"/>
            <a:ext cx="107251" cy="21272"/>
          </a:xfrm>
          <a:prstGeom prst="roundRect">
            <a:avLst>
              <a:gd name="adj" fmla="val 50000"/>
            </a:avLst>
          </a:prstGeom>
          <a:solidFill>
            <a:srgbClr val="E7D9B8">
              <a:alpha val="55000"/>
            </a:srgbClr>
          </a:solidFill>
          <a:ln>
            <a:noFill/>
          </a:ln>
        </p:spPr>
      </p:sp>
      <p:sp>
        <p:nvSpPr>
          <p:cNvPr id="189" name="!!text-853" descr="資料分析入門"/>
          <p:cNvSpPr txBox="1"/>
          <p:nvPr/>
        </p:nvSpPr>
        <p:spPr>
          <a:xfrm>
            <a:off x="10490200" y="3232912"/>
            <a:ext cx="520065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資料分析入門</a:t>
            </a:r>
            <a:endParaRPr lang="zh-TW" sz="650"/>
          </a:p>
        </p:txBody>
      </p:sp>
      <p:sp>
        <p:nvSpPr>
          <p:cNvPr id="190" name="!!text-85a" descr="$260"/>
          <p:cNvSpPr txBox="1"/>
          <p:nvPr/>
        </p:nvSpPr>
        <p:spPr>
          <a:xfrm>
            <a:off x="10490200" y="3472180"/>
            <a:ext cx="260604" cy="1379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0" kern="0" dirty="0">
                <a:solidFill>
                  <a:srgbClr val="627D8D"/>
                </a:solidFill>
                <a:latin typeface="Noto Sans TC Black"/>
                <a:ea typeface="Noto Sans TC Black"/>
                <a:cs typeface="Noto Sans TC Black"/>
              </a:rPr>
              <a:t>$260</a:t>
            </a:r>
            <a:endParaRPr lang="zh-TW" sz="750"/>
          </a:p>
        </p:txBody>
      </p:sp>
      <p:sp>
        <p:nvSpPr>
          <p:cNvPr id="191" name="!!text-85f" descr="全新"/>
          <p:cNvSpPr txBox="1"/>
          <p:nvPr/>
        </p:nvSpPr>
        <p:spPr>
          <a:xfrm>
            <a:off x="10960100" y="3495294"/>
            <a:ext cx="160655" cy="10114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550" kern="0" dirty="0">
                <a:solidFill>
                  <a:srgbClr val="26A69A"/>
                </a:solidFill>
                <a:latin typeface="Noto Sans TC SemiBold"/>
                <a:ea typeface="Noto Sans TC SemiBold"/>
                <a:cs typeface="Noto Sans TC SemiBold"/>
              </a:rPr>
              <a:t>全新</a:t>
            </a:r>
            <a:endParaRPr lang="zh-TW" sz="550"/>
          </a:p>
        </p:txBody>
      </p:sp>
      <p:sp>
        <p:nvSpPr>
          <p:cNvPr id="192" name="!!text-85m" descr="「考試用書」類別推薦"/>
          <p:cNvSpPr txBox="1"/>
          <p:nvPr/>
        </p:nvSpPr>
        <p:spPr>
          <a:xfrm>
            <a:off x="8769350" y="3827526"/>
            <a:ext cx="871220" cy="12872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「考試用書</a:t>
            </a:r>
            <a:r>
              <a:rPr lang="zh-TW" altLang="en-US" sz="700" b="1" kern="0" spc="-35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」</a:t>
            </a:r>
            <a:r>
              <a:rPr lang="zh-TW" altLang="en-US" sz="7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類別推薦</a:t>
            </a:r>
            <a:endParaRPr lang="zh-TW" sz="700"/>
          </a:p>
        </p:txBody>
      </p:sp>
      <p:sp>
        <p:nvSpPr>
          <p:cNvPr id="193" name="!!rect-861"/>
          <p:cNvSpPr/>
          <p:nvPr/>
        </p:nvSpPr>
        <p:spPr>
          <a:xfrm>
            <a:off x="8813800" y="4006850"/>
            <a:ext cx="736600" cy="1169670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94" name="!!rect-863"/>
          <p:cNvSpPr/>
          <p:nvPr/>
        </p:nvSpPr>
        <p:spPr>
          <a:xfrm>
            <a:off x="8813800" y="4006850"/>
            <a:ext cx="736600" cy="699770"/>
          </a:xfrm>
          <a:prstGeom prst="roundRect">
            <a:avLst>
              <a:gd name="adj" fmla="val 12704"/>
            </a:avLst>
          </a:prstGeom>
          <a:solidFill>
            <a:srgbClr val="E3E8EC"/>
          </a:solidFill>
          <a:ln>
            <a:noFill/>
          </a:ln>
        </p:spPr>
      </p:sp>
      <p:sp>
        <p:nvSpPr>
          <p:cNvPr id="195" name="!!rect-864"/>
          <p:cNvSpPr/>
          <p:nvPr/>
        </p:nvSpPr>
        <p:spPr>
          <a:xfrm>
            <a:off x="8813800" y="4617720"/>
            <a:ext cx="736600" cy="88900"/>
          </a:xfrm>
          <a:prstGeom prst="rect">
            <a:avLst/>
          </a:prstGeom>
          <a:solidFill>
            <a:srgbClr val="E3E8EC"/>
          </a:solidFill>
          <a:ln>
            <a:noFill/>
          </a:ln>
        </p:spPr>
      </p:sp>
      <p:sp>
        <p:nvSpPr>
          <p:cNvPr id="196" name="!!rect-866"/>
          <p:cNvSpPr/>
          <p:nvPr/>
        </p:nvSpPr>
        <p:spPr>
          <a:xfrm>
            <a:off x="8990584" y="4090822"/>
            <a:ext cx="383032" cy="531825"/>
          </a:xfrm>
          <a:prstGeom prst="roundRect">
            <a:avLst>
              <a:gd name="adj" fmla="val 4973"/>
            </a:avLst>
          </a:prstGeom>
          <a:gradFill rotWithShape="1">
            <a:gsLst>
              <a:gs pos="0">
                <a:srgbClr val="AE843D"/>
              </a:gs>
              <a:gs pos="100000">
                <a:srgbClr val="866123"/>
              </a:gs>
              <a:gs pos="100000">
                <a:srgbClr val="866123"/>
              </a:gs>
            </a:gsLst>
            <a:lin ang="3254265" scaled="0"/>
          </a:gradFill>
          <a:ln>
            <a:noFill/>
          </a:ln>
        </p:spPr>
      </p:sp>
      <p:sp>
        <p:nvSpPr>
          <p:cNvPr id="197" name="!!rect-867"/>
          <p:cNvSpPr/>
          <p:nvPr/>
        </p:nvSpPr>
        <p:spPr>
          <a:xfrm>
            <a:off x="9025058" y="4090822"/>
            <a:ext cx="19152" cy="531825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</p:spPr>
      </p:sp>
      <p:sp>
        <p:nvSpPr>
          <p:cNvPr id="198" name="!!rect-868"/>
          <p:cNvSpPr/>
          <p:nvPr/>
        </p:nvSpPr>
        <p:spPr>
          <a:xfrm>
            <a:off x="9086342" y="4186549"/>
            <a:ext cx="214497" cy="37230"/>
          </a:xfrm>
          <a:prstGeom prst="roundRect">
            <a:avLst>
              <a:gd name="adj" fmla="val 28569"/>
            </a:avLst>
          </a:prstGeom>
          <a:solidFill>
            <a:srgbClr val="FBEFD5"/>
          </a:solidFill>
          <a:ln>
            <a:noFill/>
          </a:ln>
        </p:spPr>
      </p:sp>
      <p:sp>
        <p:nvSpPr>
          <p:cNvPr id="199" name="!!rect-869"/>
          <p:cNvSpPr/>
          <p:nvPr/>
        </p:nvSpPr>
        <p:spPr>
          <a:xfrm>
            <a:off x="9086342" y="4250372"/>
            <a:ext cx="145555" cy="23933"/>
          </a:xfrm>
          <a:prstGeom prst="roundRect">
            <a:avLst>
              <a:gd name="adj" fmla="val 44441"/>
            </a:avLst>
          </a:prstGeom>
          <a:solidFill>
            <a:srgbClr val="FBEFD5">
              <a:alpha val="72000"/>
            </a:srgbClr>
          </a:solidFill>
          <a:ln>
            <a:noFill/>
          </a:ln>
        </p:spPr>
      </p:sp>
      <p:sp>
        <p:nvSpPr>
          <p:cNvPr id="200" name="!!rect-86a"/>
          <p:cNvSpPr/>
          <p:nvPr/>
        </p:nvSpPr>
        <p:spPr>
          <a:xfrm>
            <a:off x="9086342" y="4516285"/>
            <a:ext cx="107251" cy="21272"/>
          </a:xfrm>
          <a:prstGeom prst="roundRect">
            <a:avLst>
              <a:gd name="adj" fmla="val 50000"/>
            </a:avLst>
          </a:prstGeom>
          <a:solidFill>
            <a:srgbClr val="FBEFD5">
              <a:alpha val="55000"/>
            </a:srgbClr>
          </a:solidFill>
          <a:ln>
            <a:noFill/>
          </a:ln>
        </p:spPr>
      </p:sp>
      <p:sp>
        <p:nvSpPr>
          <p:cNvPr id="201" name="!!text-86b" descr="統計學考前總…"/>
          <p:cNvSpPr txBox="1"/>
          <p:nvPr/>
        </p:nvSpPr>
        <p:spPr>
          <a:xfrm>
            <a:off x="8877300" y="4744212"/>
            <a:ext cx="602615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統計學考前總…</a:t>
            </a:r>
            <a:endParaRPr lang="zh-TW" sz="650"/>
          </a:p>
        </p:txBody>
      </p:sp>
      <p:sp>
        <p:nvSpPr>
          <p:cNvPr id="202" name="!!text-86j" descr="$180"/>
          <p:cNvSpPr txBox="1"/>
          <p:nvPr/>
        </p:nvSpPr>
        <p:spPr>
          <a:xfrm>
            <a:off x="8877300" y="4983480"/>
            <a:ext cx="260604" cy="1379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0" kern="0" dirty="0">
                <a:solidFill>
                  <a:srgbClr val="627D8D"/>
                </a:solidFill>
                <a:latin typeface="Noto Sans TC Black"/>
                <a:ea typeface="Noto Sans TC Black"/>
                <a:cs typeface="Noto Sans TC Black"/>
              </a:rPr>
              <a:t>$180</a:t>
            </a:r>
            <a:endParaRPr lang="zh-TW" sz="750"/>
          </a:p>
        </p:txBody>
      </p:sp>
      <p:sp>
        <p:nvSpPr>
          <p:cNvPr id="203" name="!!text-86o" descr="良好"/>
          <p:cNvSpPr txBox="1"/>
          <p:nvPr/>
        </p:nvSpPr>
        <p:spPr>
          <a:xfrm>
            <a:off x="9347200" y="5006594"/>
            <a:ext cx="160655" cy="10114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550" kern="0" dirty="0">
                <a:solidFill>
                  <a:srgbClr val="FFA726"/>
                </a:solidFill>
                <a:latin typeface="Noto Sans TC SemiBold"/>
                <a:ea typeface="Noto Sans TC SemiBold"/>
                <a:cs typeface="Noto Sans TC SemiBold"/>
              </a:rPr>
              <a:t>良好</a:t>
            </a:r>
            <a:endParaRPr lang="zh-TW" sz="550"/>
          </a:p>
        </p:txBody>
      </p:sp>
      <p:sp>
        <p:nvSpPr>
          <p:cNvPr id="204" name="!!rect-86v"/>
          <p:cNvSpPr/>
          <p:nvPr/>
        </p:nvSpPr>
        <p:spPr>
          <a:xfrm>
            <a:off x="9620250" y="4006850"/>
            <a:ext cx="736600" cy="1169670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05" name="!!rect-86x"/>
          <p:cNvSpPr/>
          <p:nvPr/>
        </p:nvSpPr>
        <p:spPr>
          <a:xfrm>
            <a:off x="9620250" y="4006850"/>
            <a:ext cx="736600" cy="699770"/>
          </a:xfrm>
          <a:prstGeom prst="roundRect">
            <a:avLst>
              <a:gd name="adj" fmla="val 12704"/>
            </a:avLst>
          </a:prstGeom>
          <a:solidFill>
            <a:srgbClr val="E3E8EC"/>
          </a:solidFill>
          <a:ln>
            <a:noFill/>
          </a:ln>
        </p:spPr>
      </p:sp>
      <p:sp>
        <p:nvSpPr>
          <p:cNvPr id="206" name="!!rect-86y"/>
          <p:cNvSpPr/>
          <p:nvPr/>
        </p:nvSpPr>
        <p:spPr>
          <a:xfrm>
            <a:off x="9620250" y="4617720"/>
            <a:ext cx="736600" cy="88900"/>
          </a:xfrm>
          <a:prstGeom prst="rect">
            <a:avLst/>
          </a:prstGeom>
          <a:solidFill>
            <a:srgbClr val="E3E8EC"/>
          </a:solidFill>
          <a:ln>
            <a:noFill/>
          </a:ln>
        </p:spPr>
      </p:sp>
      <p:sp>
        <p:nvSpPr>
          <p:cNvPr id="207" name="!!rect-870"/>
          <p:cNvSpPr/>
          <p:nvPr/>
        </p:nvSpPr>
        <p:spPr>
          <a:xfrm>
            <a:off x="9797034" y="4090822"/>
            <a:ext cx="383032" cy="531825"/>
          </a:xfrm>
          <a:prstGeom prst="roundRect">
            <a:avLst>
              <a:gd name="adj" fmla="val 4973"/>
            </a:avLst>
          </a:prstGeom>
          <a:gradFill rotWithShape="1">
            <a:gsLst>
              <a:gs pos="0">
                <a:srgbClr val="8074A4"/>
              </a:gs>
              <a:gs pos="100000">
                <a:srgbClr val="5E537D"/>
              </a:gs>
              <a:gs pos="100000">
                <a:srgbClr val="5E537D"/>
              </a:gs>
            </a:gsLst>
            <a:lin ang="3254265" scaled="0"/>
          </a:gradFill>
          <a:ln>
            <a:noFill/>
          </a:ln>
        </p:spPr>
      </p:sp>
      <p:sp>
        <p:nvSpPr>
          <p:cNvPr id="208" name="!!rect-871"/>
          <p:cNvSpPr/>
          <p:nvPr/>
        </p:nvSpPr>
        <p:spPr>
          <a:xfrm>
            <a:off x="9831508" y="4090822"/>
            <a:ext cx="19152" cy="531825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</p:spPr>
      </p:sp>
      <p:sp>
        <p:nvSpPr>
          <p:cNvPr id="209" name="!!rect-872"/>
          <p:cNvSpPr/>
          <p:nvPr/>
        </p:nvSpPr>
        <p:spPr>
          <a:xfrm>
            <a:off x="9892792" y="4186549"/>
            <a:ext cx="214497" cy="37230"/>
          </a:xfrm>
          <a:prstGeom prst="roundRect">
            <a:avLst>
              <a:gd name="adj" fmla="val 28569"/>
            </a:avLst>
          </a:prstGeom>
          <a:solidFill>
            <a:srgbClr val="EDE7F6"/>
          </a:solidFill>
          <a:ln>
            <a:noFill/>
          </a:ln>
        </p:spPr>
      </p:sp>
      <p:sp>
        <p:nvSpPr>
          <p:cNvPr id="210" name="!!rect-873"/>
          <p:cNvSpPr/>
          <p:nvPr/>
        </p:nvSpPr>
        <p:spPr>
          <a:xfrm>
            <a:off x="9892792" y="4250372"/>
            <a:ext cx="145555" cy="23933"/>
          </a:xfrm>
          <a:prstGeom prst="roundRect">
            <a:avLst>
              <a:gd name="adj" fmla="val 44441"/>
            </a:avLst>
          </a:prstGeom>
          <a:solidFill>
            <a:srgbClr val="EDE7F6">
              <a:alpha val="72000"/>
            </a:srgbClr>
          </a:solidFill>
          <a:ln>
            <a:noFill/>
          </a:ln>
        </p:spPr>
      </p:sp>
      <p:sp>
        <p:nvSpPr>
          <p:cNvPr id="211" name="!!rect-874"/>
          <p:cNvSpPr/>
          <p:nvPr/>
        </p:nvSpPr>
        <p:spPr>
          <a:xfrm>
            <a:off x="9892792" y="4516285"/>
            <a:ext cx="107251" cy="21272"/>
          </a:xfrm>
          <a:prstGeom prst="roundRect">
            <a:avLst>
              <a:gd name="adj" fmla="val 50000"/>
            </a:avLst>
          </a:prstGeom>
          <a:solidFill>
            <a:srgbClr val="EDE7F6">
              <a:alpha val="55000"/>
            </a:srgbClr>
          </a:solidFill>
          <a:ln>
            <a:noFill/>
          </a:ln>
        </p:spPr>
      </p:sp>
      <p:sp>
        <p:nvSpPr>
          <p:cNvPr id="212" name="!!text-875" descr="經濟學歷屆試題"/>
          <p:cNvSpPr txBox="1"/>
          <p:nvPr/>
        </p:nvSpPr>
        <p:spPr>
          <a:xfrm>
            <a:off x="9683750" y="4744212"/>
            <a:ext cx="602615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經濟學歷屆試題</a:t>
            </a:r>
            <a:endParaRPr lang="zh-TW" sz="650"/>
          </a:p>
        </p:txBody>
      </p:sp>
      <p:sp>
        <p:nvSpPr>
          <p:cNvPr id="213" name="!!text-87d" descr="$200"/>
          <p:cNvSpPr txBox="1"/>
          <p:nvPr/>
        </p:nvSpPr>
        <p:spPr>
          <a:xfrm>
            <a:off x="9683750" y="4983480"/>
            <a:ext cx="260604" cy="1379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0" kern="0" dirty="0">
                <a:solidFill>
                  <a:srgbClr val="627D8D"/>
                </a:solidFill>
                <a:latin typeface="Noto Sans TC Black"/>
                <a:ea typeface="Noto Sans TC Black"/>
                <a:cs typeface="Noto Sans TC Black"/>
              </a:rPr>
              <a:t>$200</a:t>
            </a:r>
            <a:endParaRPr lang="zh-TW" sz="750"/>
          </a:p>
        </p:txBody>
      </p:sp>
      <p:sp>
        <p:nvSpPr>
          <p:cNvPr id="214" name="!!text-87i" descr="近全新"/>
          <p:cNvSpPr txBox="1"/>
          <p:nvPr/>
        </p:nvSpPr>
        <p:spPr>
          <a:xfrm>
            <a:off x="10083800" y="5006594"/>
            <a:ext cx="230505" cy="10114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550" kern="0" dirty="0">
                <a:solidFill>
                  <a:srgbClr val="66BB6A"/>
                </a:solidFill>
                <a:latin typeface="Noto Sans TC SemiBold"/>
                <a:ea typeface="Noto Sans TC SemiBold"/>
                <a:cs typeface="Noto Sans TC SemiBold"/>
              </a:rPr>
              <a:t>近全新</a:t>
            </a:r>
            <a:endParaRPr lang="zh-TW" sz="550"/>
          </a:p>
        </p:txBody>
      </p:sp>
      <p:sp>
        <p:nvSpPr>
          <p:cNvPr id="215" name="!!rect-87q"/>
          <p:cNvSpPr/>
          <p:nvPr/>
        </p:nvSpPr>
        <p:spPr>
          <a:xfrm>
            <a:off x="10426700" y="4006850"/>
            <a:ext cx="736600" cy="1169670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16" name="!!rect-87s"/>
          <p:cNvSpPr/>
          <p:nvPr/>
        </p:nvSpPr>
        <p:spPr>
          <a:xfrm>
            <a:off x="10426700" y="4006850"/>
            <a:ext cx="736600" cy="699770"/>
          </a:xfrm>
          <a:prstGeom prst="roundRect">
            <a:avLst>
              <a:gd name="adj" fmla="val 12704"/>
            </a:avLst>
          </a:prstGeom>
          <a:solidFill>
            <a:srgbClr val="E3E8EC"/>
          </a:solidFill>
          <a:ln>
            <a:noFill/>
          </a:ln>
        </p:spPr>
      </p:sp>
      <p:sp>
        <p:nvSpPr>
          <p:cNvPr id="217" name="!!rect-87t"/>
          <p:cNvSpPr/>
          <p:nvPr/>
        </p:nvSpPr>
        <p:spPr>
          <a:xfrm>
            <a:off x="10426700" y="4617720"/>
            <a:ext cx="736600" cy="88900"/>
          </a:xfrm>
          <a:prstGeom prst="rect">
            <a:avLst/>
          </a:prstGeom>
          <a:solidFill>
            <a:srgbClr val="E3E8EC"/>
          </a:solidFill>
          <a:ln>
            <a:noFill/>
          </a:ln>
        </p:spPr>
      </p:sp>
      <p:sp>
        <p:nvSpPr>
          <p:cNvPr id="218" name="!!rect-87v"/>
          <p:cNvSpPr/>
          <p:nvPr/>
        </p:nvSpPr>
        <p:spPr>
          <a:xfrm>
            <a:off x="10603484" y="4090822"/>
            <a:ext cx="383032" cy="531825"/>
          </a:xfrm>
          <a:prstGeom prst="roundRect">
            <a:avLst>
              <a:gd name="adj" fmla="val 4973"/>
            </a:avLst>
          </a:prstGeom>
          <a:gradFill rotWithShape="1">
            <a:gsLst>
              <a:gs pos="0">
                <a:srgbClr val="A66781"/>
              </a:gs>
              <a:gs pos="100000">
                <a:srgbClr val="7E485E"/>
              </a:gs>
              <a:gs pos="100000">
                <a:srgbClr val="7E485E"/>
              </a:gs>
            </a:gsLst>
            <a:lin ang="3254265" scaled="0"/>
          </a:gradFill>
          <a:ln>
            <a:noFill/>
          </a:ln>
        </p:spPr>
      </p:sp>
      <p:sp>
        <p:nvSpPr>
          <p:cNvPr id="219" name="!!rect-87w"/>
          <p:cNvSpPr/>
          <p:nvPr/>
        </p:nvSpPr>
        <p:spPr>
          <a:xfrm>
            <a:off x="10637958" y="4090822"/>
            <a:ext cx="19152" cy="531825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</p:spPr>
      </p:sp>
      <p:sp>
        <p:nvSpPr>
          <p:cNvPr id="220" name="!!rect-87x"/>
          <p:cNvSpPr/>
          <p:nvPr/>
        </p:nvSpPr>
        <p:spPr>
          <a:xfrm>
            <a:off x="10699242" y="4186549"/>
            <a:ext cx="214497" cy="37230"/>
          </a:xfrm>
          <a:prstGeom prst="roundRect">
            <a:avLst>
              <a:gd name="adj" fmla="val 28569"/>
            </a:avLst>
          </a:prstGeom>
          <a:solidFill>
            <a:srgbClr val="F6E4EC"/>
          </a:solidFill>
          <a:ln>
            <a:noFill/>
          </a:ln>
        </p:spPr>
      </p:sp>
      <p:sp>
        <p:nvSpPr>
          <p:cNvPr id="221" name="!!rect-87y"/>
          <p:cNvSpPr/>
          <p:nvPr/>
        </p:nvSpPr>
        <p:spPr>
          <a:xfrm>
            <a:off x="10699242" y="4250372"/>
            <a:ext cx="145555" cy="23933"/>
          </a:xfrm>
          <a:prstGeom prst="roundRect">
            <a:avLst>
              <a:gd name="adj" fmla="val 44441"/>
            </a:avLst>
          </a:prstGeom>
          <a:solidFill>
            <a:srgbClr val="F6E4EC">
              <a:alpha val="72000"/>
            </a:srgbClr>
          </a:solidFill>
          <a:ln>
            <a:noFill/>
          </a:ln>
        </p:spPr>
      </p:sp>
      <p:sp>
        <p:nvSpPr>
          <p:cNvPr id="222" name="!!rect-87z"/>
          <p:cNvSpPr/>
          <p:nvPr/>
        </p:nvSpPr>
        <p:spPr>
          <a:xfrm>
            <a:off x="10699242" y="4516285"/>
            <a:ext cx="107251" cy="21272"/>
          </a:xfrm>
          <a:prstGeom prst="roundRect">
            <a:avLst>
              <a:gd name="adj" fmla="val 50000"/>
            </a:avLst>
          </a:prstGeom>
          <a:solidFill>
            <a:srgbClr val="F6E4EC">
              <a:alpha val="55000"/>
            </a:srgbClr>
          </a:solidFill>
          <a:ln>
            <a:noFill/>
          </a:ln>
        </p:spPr>
      </p:sp>
      <p:sp>
        <p:nvSpPr>
          <p:cNvPr id="223" name="!!text-880" descr="會計學重點整理"/>
          <p:cNvSpPr txBox="1"/>
          <p:nvPr/>
        </p:nvSpPr>
        <p:spPr>
          <a:xfrm>
            <a:off x="10490200" y="4744212"/>
            <a:ext cx="602615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會計學重點整理</a:t>
            </a:r>
            <a:endParaRPr lang="zh-TW" sz="650"/>
          </a:p>
        </p:txBody>
      </p:sp>
      <p:sp>
        <p:nvSpPr>
          <p:cNvPr id="224" name="!!text-888" descr="$160"/>
          <p:cNvSpPr txBox="1"/>
          <p:nvPr/>
        </p:nvSpPr>
        <p:spPr>
          <a:xfrm>
            <a:off x="10490200" y="4983480"/>
            <a:ext cx="260604" cy="1379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0" kern="0" dirty="0">
                <a:solidFill>
                  <a:srgbClr val="627D8D"/>
                </a:solidFill>
                <a:latin typeface="Noto Sans TC Black"/>
                <a:ea typeface="Noto Sans TC Black"/>
                <a:cs typeface="Noto Sans TC Black"/>
              </a:rPr>
              <a:t>$160</a:t>
            </a:r>
            <a:endParaRPr lang="zh-TW" sz="750"/>
          </a:p>
        </p:txBody>
      </p:sp>
      <p:sp>
        <p:nvSpPr>
          <p:cNvPr id="225" name="!!text-88d" descr="尚可"/>
          <p:cNvSpPr txBox="1"/>
          <p:nvPr/>
        </p:nvSpPr>
        <p:spPr>
          <a:xfrm>
            <a:off x="10960100" y="5006594"/>
            <a:ext cx="160655" cy="10114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550" kern="0" dirty="0">
                <a:solidFill>
                  <a:srgbClr val="EF5350"/>
                </a:solidFill>
                <a:latin typeface="Noto Sans TC SemiBold"/>
                <a:ea typeface="Noto Sans TC SemiBold"/>
                <a:cs typeface="Noto Sans TC SemiBold"/>
              </a:rPr>
              <a:t>尚可</a:t>
            </a:r>
            <a:endParaRPr lang="zh-TW" sz="550"/>
          </a:p>
        </p:txBody>
      </p:sp>
      <p:sp>
        <p:nvSpPr>
          <p:cNvPr id="226" name="!!rect-88h"/>
          <p:cNvSpPr/>
          <p:nvPr/>
        </p:nvSpPr>
        <p:spPr>
          <a:xfrm>
            <a:off x="8813800" y="5562600"/>
            <a:ext cx="2349500" cy="482600"/>
          </a:xfrm>
          <a:prstGeom prst="roundRect">
            <a:avLst>
              <a:gd name="adj" fmla="val 50000"/>
            </a:avLst>
          </a:prstGeom>
          <a:solidFill>
            <a:srgbClr val="0B1A26">
              <a:alpha val="12000"/>
            </a:srgbClr>
          </a:solidFill>
          <a:ln>
            <a:noFill/>
          </a:ln>
          <a:effectLst>
            <a:softEdge rad="139700"/>
          </a:effectLst>
        </p:spPr>
      </p:sp>
      <p:sp>
        <p:nvSpPr>
          <p:cNvPr id="227" name="!!rect-88i"/>
          <p:cNvSpPr/>
          <p:nvPr/>
        </p:nvSpPr>
        <p:spPr>
          <a:xfrm>
            <a:off x="8839200" y="5562600"/>
            <a:ext cx="2298700" cy="355600"/>
          </a:xfrm>
          <a:prstGeom prst="roundRect">
            <a:avLst>
              <a:gd name="adj" fmla="val 50000"/>
            </a:avLst>
          </a:prstGeom>
          <a:solidFill>
            <a:srgbClr val="FFFFFF">
              <a:alpha val="90000"/>
            </a:srgbClr>
          </a:solidFill>
          <a:ln w="6350" cap="flat">
            <a:solidFill>
              <a:srgbClr val="FFFFFF"/>
            </a:solidFill>
            <a:prstDash val="solid"/>
            <a:miter lim="800000"/>
          </a:ln>
        </p:spPr>
      </p:sp>
      <p:sp>
        <p:nvSpPr>
          <p:cNvPr id="228" name="!!rect-88j"/>
          <p:cNvSpPr/>
          <p:nvPr/>
        </p:nvSpPr>
        <p:spPr>
          <a:xfrm>
            <a:off x="8903970" y="5594350"/>
            <a:ext cx="330200" cy="292100"/>
          </a:xfrm>
          <a:prstGeom prst="roundRect">
            <a:avLst>
              <a:gd name="adj" fmla="val 50000"/>
            </a:avLst>
          </a:prstGeom>
          <a:solidFill>
            <a:srgbClr val="627D8D">
              <a:alpha val="12000"/>
            </a:srgbClr>
          </a:solidFill>
          <a:ln>
            <a:noFill/>
          </a:ln>
        </p:spPr>
      </p:sp>
      <p:sp>
        <p:nvSpPr>
          <p:cNvPr id="229" name="!!path-88k"/>
          <p:cNvSpPr/>
          <p:nvPr/>
        </p:nvSpPr>
        <p:spPr>
          <a:xfrm>
            <a:off x="9014534" y="5632383"/>
            <a:ext cx="109180" cy="97476"/>
          </a:xfrm>
          <a:custGeom>
            <a:avLst/>
            <a:gdLst/>
            <a:ahLst/>
            <a:cxnLst/>
            <a:rect l="l" t="t" r="r" b="b"/>
            <a:pathLst>
              <a:path w="109180" h="97476">
                <a:moveTo>
                  <a:pt x="42915" y="91653"/>
                </a:moveTo>
                <a:lnTo>
                  <a:pt x="42915" y="62538"/>
                </a:lnTo>
                <a:lnTo>
                  <a:pt x="66207" y="62538"/>
                </a:lnTo>
                <a:lnTo>
                  <a:pt x="66207" y="91653"/>
                </a:lnTo>
                <a:cubicBezTo>
                  <a:pt x="66207" y="94856"/>
                  <a:pt x="68827" y="97476"/>
                  <a:pt x="72030" y="97476"/>
                </a:cubicBezTo>
                <a:lnTo>
                  <a:pt x="89499" y="97476"/>
                </a:lnTo>
                <a:cubicBezTo>
                  <a:pt x="92701" y="97476"/>
                  <a:pt x="95322" y="94856"/>
                  <a:pt x="95322" y="91653"/>
                </a:cubicBezTo>
                <a:lnTo>
                  <a:pt x="95322" y="50893"/>
                </a:lnTo>
                <a:lnTo>
                  <a:pt x="105221" y="50893"/>
                </a:lnTo>
                <a:cubicBezTo>
                  <a:pt x="107899" y="50893"/>
                  <a:pt x="109180" y="47574"/>
                  <a:pt x="107142" y="45827"/>
                </a:cubicBezTo>
                <a:lnTo>
                  <a:pt x="58462" y="1980"/>
                </a:lnTo>
                <a:cubicBezTo>
                  <a:pt x="56250" y="0"/>
                  <a:pt x="52872" y="0"/>
                  <a:pt x="50660" y="1980"/>
                </a:cubicBezTo>
                <a:lnTo>
                  <a:pt x="1980" y="45827"/>
                </a:lnTo>
                <a:cubicBezTo>
                  <a:pt x="0" y="47574"/>
                  <a:pt x="1223" y="50893"/>
                  <a:pt x="3901" y="50893"/>
                </a:cubicBezTo>
                <a:lnTo>
                  <a:pt x="13800" y="50893"/>
                </a:lnTo>
                <a:lnTo>
                  <a:pt x="13800" y="91653"/>
                </a:lnTo>
                <a:cubicBezTo>
                  <a:pt x="13800" y="94856"/>
                  <a:pt x="16421" y="97476"/>
                  <a:pt x="19623" y="97476"/>
                </a:cubicBezTo>
                <a:lnTo>
                  <a:pt x="37092" y="97476"/>
                </a:lnTo>
                <a:cubicBezTo>
                  <a:pt x="40295" y="97476"/>
                  <a:pt x="42915" y="94856"/>
                  <a:pt x="42915" y="91653"/>
                </a:cubicBez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230" name="!!text-88l" descr="首頁"/>
          <p:cNvSpPr txBox="1"/>
          <p:nvPr/>
        </p:nvSpPr>
        <p:spPr>
          <a:xfrm>
            <a:off x="8999220" y="5773674"/>
            <a:ext cx="160655" cy="10114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55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首頁</a:t>
            </a:r>
            <a:endParaRPr lang="zh-TW" sz="550"/>
          </a:p>
        </p:txBody>
      </p:sp>
      <p:sp>
        <p:nvSpPr>
          <p:cNvPr id="231" name="!!path-88o"/>
          <p:cNvSpPr/>
          <p:nvPr/>
        </p:nvSpPr>
        <p:spPr>
          <a:xfrm>
            <a:off x="9482252" y="5627957"/>
            <a:ext cx="93167" cy="113548"/>
          </a:xfrm>
          <a:custGeom>
            <a:avLst/>
            <a:gdLst/>
            <a:ahLst/>
            <a:cxnLst/>
            <a:rect l="l" t="t" r="r" b="b"/>
            <a:pathLst>
              <a:path w="93167" h="113548">
                <a:moveTo>
                  <a:pt x="46584" y="113548"/>
                </a:moveTo>
                <a:cubicBezTo>
                  <a:pt x="52989" y="113548"/>
                  <a:pt x="58230" y="108307"/>
                  <a:pt x="58230" y="101902"/>
                </a:cubicBezTo>
                <a:lnTo>
                  <a:pt x="34938" y="101902"/>
                </a:lnTo>
                <a:cubicBezTo>
                  <a:pt x="34938" y="108307"/>
                  <a:pt x="40120" y="113548"/>
                  <a:pt x="46584" y="113548"/>
                </a:cubicBezTo>
                <a:close/>
                <a:moveTo>
                  <a:pt x="81521" y="78610"/>
                </a:moveTo>
                <a:lnTo>
                  <a:pt x="81521" y="49495"/>
                </a:lnTo>
                <a:cubicBezTo>
                  <a:pt x="81521" y="31619"/>
                  <a:pt x="71972" y="16654"/>
                  <a:pt x="55318" y="12694"/>
                </a:cubicBezTo>
                <a:lnTo>
                  <a:pt x="55318" y="8734"/>
                </a:lnTo>
                <a:cubicBezTo>
                  <a:pt x="55318" y="3901"/>
                  <a:pt x="51417" y="0"/>
                  <a:pt x="46584" y="0"/>
                </a:cubicBezTo>
                <a:cubicBezTo>
                  <a:pt x="41751" y="0"/>
                  <a:pt x="37849" y="3901"/>
                  <a:pt x="37849" y="8734"/>
                </a:cubicBezTo>
                <a:lnTo>
                  <a:pt x="37849" y="12694"/>
                </a:lnTo>
                <a:cubicBezTo>
                  <a:pt x="21137" y="16654"/>
                  <a:pt x="11646" y="31560"/>
                  <a:pt x="11646" y="49495"/>
                </a:cubicBezTo>
                <a:lnTo>
                  <a:pt x="11646" y="78610"/>
                </a:lnTo>
                <a:lnTo>
                  <a:pt x="0" y="90256"/>
                </a:lnTo>
                <a:lnTo>
                  <a:pt x="0" y="96079"/>
                </a:lnTo>
                <a:lnTo>
                  <a:pt x="93167" y="96079"/>
                </a:lnTo>
                <a:lnTo>
                  <a:pt x="93167" y="90256"/>
                </a:lnTo>
                <a:lnTo>
                  <a:pt x="81521" y="78610"/>
                </a:lnTo>
                <a:close/>
                <a:moveTo>
                  <a:pt x="69875" y="84433"/>
                </a:moveTo>
                <a:lnTo>
                  <a:pt x="23292" y="84433"/>
                </a:lnTo>
                <a:lnTo>
                  <a:pt x="23292" y="49495"/>
                </a:lnTo>
                <a:cubicBezTo>
                  <a:pt x="23292" y="35054"/>
                  <a:pt x="32084" y="23292"/>
                  <a:pt x="46584" y="23292"/>
                </a:cubicBezTo>
                <a:cubicBezTo>
                  <a:pt x="61083" y="23292"/>
                  <a:pt x="69875" y="35054"/>
                  <a:pt x="69875" y="49495"/>
                </a:cubicBezTo>
                <a:lnTo>
                  <a:pt x="69875" y="84433"/>
                </a:lnTo>
                <a:close/>
              </a:path>
            </a:pathLst>
          </a:custGeom>
          <a:solidFill>
            <a:srgbClr val="BDBDBD"/>
          </a:solidFill>
          <a:ln>
            <a:noFill/>
          </a:ln>
        </p:spPr>
      </p:sp>
      <p:sp>
        <p:nvSpPr>
          <p:cNvPr id="232" name="!!text-88p" descr="通知"/>
          <p:cNvSpPr txBox="1"/>
          <p:nvPr/>
        </p:nvSpPr>
        <p:spPr>
          <a:xfrm>
            <a:off x="9458960" y="5773674"/>
            <a:ext cx="160655" cy="10114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550" kern="0" dirty="0">
                <a:solidFill>
                  <a:srgbClr val="BDBDBD"/>
                </a:solidFill>
                <a:latin typeface="Noto Sans TC Medium"/>
                <a:ea typeface="Noto Sans TC Medium"/>
                <a:cs typeface="Noto Sans TC Medium"/>
              </a:rPr>
              <a:t>通知</a:t>
            </a:r>
            <a:endParaRPr lang="zh-TW" sz="550"/>
          </a:p>
        </p:txBody>
      </p:sp>
      <p:sp>
        <p:nvSpPr>
          <p:cNvPr id="233" name="!!circle-88s"/>
          <p:cNvSpPr/>
          <p:nvPr/>
        </p:nvSpPr>
        <p:spPr>
          <a:xfrm>
            <a:off x="9861550" y="5613400"/>
            <a:ext cx="254000" cy="254000"/>
          </a:xfrm>
          <a:prstGeom prst="ellipse">
            <a:avLst/>
          </a:prstGeom>
          <a:solidFill>
            <a:srgbClr val="627D8D"/>
          </a:solidFill>
          <a:ln>
            <a:noFill/>
          </a:ln>
        </p:spPr>
      </p:sp>
      <p:sp>
        <p:nvSpPr>
          <p:cNvPr id="234" name="!!path-88t"/>
          <p:cNvSpPr/>
          <p:nvPr/>
        </p:nvSpPr>
        <p:spPr>
          <a:xfrm>
            <a:off x="9944100" y="569595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88900" y="50800"/>
                </a:moveTo>
                <a:lnTo>
                  <a:pt x="50800" y="50800"/>
                </a:lnTo>
                <a:lnTo>
                  <a:pt x="50800" y="88900"/>
                </a:lnTo>
                <a:lnTo>
                  <a:pt x="38100" y="88900"/>
                </a:lnTo>
                <a:lnTo>
                  <a:pt x="38100" y="50800"/>
                </a:lnTo>
                <a:lnTo>
                  <a:pt x="0" y="50800"/>
                </a:lnTo>
                <a:lnTo>
                  <a:pt x="0" y="38100"/>
                </a:lnTo>
                <a:lnTo>
                  <a:pt x="38100" y="38100"/>
                </a:lnTo>
                <a:lnTo>
                  <a:pt x="38100" y="0"/>
                </a:lnTo>
                <a:lnTo>
                  <a:pt x="50800" y="0"/>
                </a:lnTo>
                <a:lnTo>
                  <a:pt x="50800" y="38100"/>
                </a:lnTo>
                <a:lnTo>
                  <a:pt x="88900" y="38100"/>
                </a:lnTo>
                <a:lnTo>
                  <a:pt x="88900" y="508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35" name="!!path-88u"/>
          <p:cNvSpPr/>
          <p:nvPr/>
        </p:nvSpPr>
        <p:spPr>
          <a:xfrm>
            <a:off x="10390086" y="5625046"/>
            <a:ext cx="116459" cy="116459"/>
          </a:xfrm>
          <a:custGeom>
            <a:avLst/>
            <a:gdLst/>
            <a:ahLst/>
            <a:cxnLst/>
            <a:rect l="l" t="t" r="r" b="b"/>
            <a:pathLst>
              <a:path w="116459" h="116459">
                <a:moveTo>
                  <a:pt x="43672" y="26203"/>
                </a:moveTo>
                <a:lnTo>
                  <a:pt x="43672" y="43672"/>
                </a:lnTo>
                <a:lnTo>
                  <a:pt x="26203" y="43672"/>
                </a:lnTo>
                <a:lnTo>
                  <a:pt x="26203" y="26203"/>
                </a:lnTo>
                <a:lnTo>
                  <a:pt x="43672" y="26203"/>
                </a:lnTo>
                <a:moveTo>
                  <a:pt x="52407" y="17469"/>
                </a:moveTo>
                <a:lnTo>
                  <a:pt x="17469" y="17469"/>
                </a:lnTo>
                <a:lnTo>
                  <a:pt x="17469" y="52407"/>
                </a:lnTo>
                <a:lnTo>
                  <a:pt x="52407" y="52407"/>
                </a:lnTo>
                <a:lnTo>
                  <a:pt x="52407" y="17469"/>
                </a:lnTo>
                <a:close/>
                <a:moveTo>
                  <a:pt x="43672" y="72787"/>
                </a:moveTo>
                <a:lnTo>
                  <a:pt x="43672" y="90256"/>
                </a:lnTo>
                <a:lnTo>
                  <a:pt x="26203" y="90256"/>
                </a:lnTo>
                <a:lnTo>
                  <a:pt x="26203" y="72787"/>
                </a:lnTo>
                <a:lnTo>
                  <a:pt x="43672" y="72787"/>
                </a:lnTo>
                <a:moveTo>
                  <a:pt x="52407" y="64052"/>
                </a:moveTo>
                <a:lnTo>
                  <a:pt x="17469" y="64052"/>
                </a:lnTo>
                <a:lnTo>
                  <a:pt x="17469" y="98990"/>
                </a:lnTo>
                <a:lnTo>
                  <a:pt x="52407" y="98990"/>
                </a:lnTo>
                <a:lnTo>
                  <a:pt x="52407" y="64052"/>
                </a:lnTo>
                <a:close/>
                <a:moveTo>
                  <a:pt x="90256" y="26203"/>
                </a:moveTo>
                <a:lnTo>
                  <a:pt x="90256" y="43672"/>
                </a:lnTo>
                <a:lnTo>
                  <a:pt x="72787" y="43672"/>
                </a:lnTo>
                <a:lnTo>
                  <a:pt x="72787" y="26203"/>
                </a:lnTo>
                <a:lnTo>
                  <a:pt x="90256" y="26203"/>
                </a:lnTo>
                <a:moveTo>
                  <a:pt x="98990" y="17469"/>
                </a:moveTo>
                <a:lnTo>
                  <a:pt x="64052" y="17469"/>
                </a:lnTo>
                <a:lnTo>
                  <a:pt x="64052" y="52407"/>
                </a:lnTo>
                <a:lnTo>
                  <a:pt x="98990" y="52407"/>
                </a:lnTo>
                <a:lnTo>
                  <a:pt x="98990" y="17469"/>
                </a:lnTo>
                <a:close/>
                <a:moveTo>
                  <a:pt x="64052" y="64052"/>
                </a:moveTo>
                <a:lnTo>
                  <a:pt x="72787" y="64052"/>
                </a:lnTo>
                <a:lnTo>
                  <a:pt x="72787" y="72787"/>
                </a:lnTo>
                <a:lnTo>
                  <a:pt x="64052" y="72787"/>
                </a:lnTo>
                <a:lnTo>
                  <a:pt x="64052" y="64052"/>
                </a:lnTo>
                <a:close/>
                <a:moveTo>
                  <a:pt x="72787" y="72787"/>
                </a:moveTo>
                <a:lnTo>
                  <a:pt x="81521" y="72787"/>
                </a:lnTo>
                <a:lnTo>
                  <a:pt x="81521" y="81521"/>
                </a:lnTo>
                <a:lnTo>
                  <a:pt x="72787" y="81521"/>
                </a:lnTo>
                <a:lnTo>
                  <a:pt x="72787" y="72787"/>
                </a:lnTo>
                <a:close/>
                <a:moveTo>
                  <a:pt x="81521" y="64052"/>
                </a:moveTo>
                <a:lnTo>
                  <a:pt x="90256" y="64052"/>
                </a:lnTo>
                <a:lnTo>
                  <a:pt x="90256" y="72787"/>
                </a:lnTo>
                <a:lnTo>
                  <a:pt x="81521" y="72787"/>
                </a:lnTo>
                <a:lnTo>
                  <a:pt x="81521" y="64052"/>
                </a:lnTo>
                <a:close/>
                <a:moveTo>
                  <a:pt x="64052" y="81521"/>
                </a:moveTo>
                <a:lnTo>
                  <a:pt x="72787" y="81521"/>
                </a:lnTo>
                <a:lnTo>
                  <a:pt x="72787" y="90256"/>
                </a:lnTo>
                <a:lnTo>
                  <a:pt x="64052" y="90256"/>
                </a:lnTo>
                <a:lnTo>
                  <a:pt x="64052" y="81521"/>
                </a:lnTo>
                <a:close/>
                <a:moveTo>
                  <a:pt x="72787" y="90256"/>
                </a:moveTo>
                <a:lnTo>
                  <a:pt x="81521" y="90256"/>
                </a:lnTo>
                <a:lnTo>
                  <a:pt x="81521" y="98990"/>
                </a:lnTo>
                <a:lnTo>
                  <a:pt x="72787" y="98990"/>
                </a:lnTo>
                <a:lnTo>
                  <a:pt x="72787" y="90256"/>
                </a:lnTo>
                <a:close/>
                <a:moveTo>
                  <a:pt x="81521" y="81521"/>
                </a:moveTo>
                <a:lnTo>
                  <a:pt x="90256" y="81521"/>
                </a:lnTo>
                <a:lnTo>
                  <a:pt x="90256" y="90256"/>
                </a:lnTo>
                <a:lnTo>
                  <a:pt x="81521" y="90256"/>
                </a:lnTo>
                <a:lnTo>
                  <a:pt x="81521" y="81521"/>
                </a:lnTo>
                <a:close/>
                <a:moveTo>
                  <a:pt x="90256" y="72787"/>
                </a:moveTo>
                <a:lnTo>
                  <a:pt x="98990" y="72787"/>
                </a:lnTo>
                <a:lnTo>
                  <a:pt x="98990" y="81521"/>
                </a:lnTo>
                <a:lnTo>
                  <a:pt x="90256" y="81521"/>
                </a:lnTo>
                <a:lnTo>
                  <a:pt x="90256" y="72787"/>
                </a:lnTo>
                <a:close/>
                <a:moveTo>
                  <a:pt x="90256" y="90256"/>
                </a:moveTo>
                <a:lnTo>
                  <a:pt x="98990" y="90256"/>
                </a:lnTo>
                <a:lnTo>
                  <a:pt x="98990" y="98990"/>
                </a:lnTo>
                <a:lnTo>
                  <a:pt x="90256" y="98990"/>
                </a:lnTo>
                <a:lnTo>
                  <a:pt x="90256" y="90256"/>
                </a:lnTo>
                <a:close/>
                <a:moveTo>
                  <a:pt x="116459" y="29115"/>
                </a:moveTo>
                <a:lnTo>
                  <a:pt x="104813" y="29115"/>
                </a:lnTo>
                <a:lnTo>
                  <a:pt x="104813" y="11646"/>
                </a:lnTo>
                <a:lnTo>
                  <a:pt x="87344" y="11646"/>
                </a:lnTo>
                <a:lnTo>
                  <a:pt x="87344" y="0"/>
                </a:lnTo>
                <a:lnTo>
                  <a:pt x="116459" y="0"/>
                </a:lnTo>
                <a:lnTo>
                  <a:pt x="116459" y="29115"/>
                </a:lnTo>
                <a:close/>
                <a:moveTo>
                  <a:pt x="116459" y="116459"/>
                </a:moveTo>
                <a:lnTo>
                  <a:pt x="116459" y="87344"/>
                </a:lnTo>
                <a:lnTo>
                  <a:pt x="104813" y="87344"/>
                </a:lnTo>
                <a:lnTo>
                  <a:pt x="104813" y="104813"/>
                </a:lnTo>
                <a:lnTo>
                  <a:pt x="87344" y="104813"/>
                </a:lnTo>
                <a:lnTo>
                  <a:pt x="87344" y="116459"/>
                </a:lnTo>
                <a:lnTo>
                  <a:pt x="116459" y="116459"/>
                </a:lnTo>
                <a:close/>
                <a:moveTo>
                  <a:pt x="0" y="116459"/>
                </a:moveTo>
                <a:lnTo>
                  <a:pt x="29115" y="116459"/>
                </a:lnTo>
                <a:lnTo>
                  <a:pt x="29115" y="104813"/>
                </a:lnTo>
                <a:lnTo>
                  <a:pt x="11646" y="104813"/>
                </a:lnTo>
                <a:lnTo>
                  <a:pt x="11646" y="87344"/>
                </a:lnTo>
                <a:lnTo>
                  <a:pt x="0" y="87344"/>
                </a:lnTo>
                <a:lnTo>
                  <a:pt x="0" y="116459"/>
                </a:lnTo>
                <a:close/>
                <a:moveTo>
                  <a:pt x="0" y="0"/>
                </a:moveTo>
                <a:lnTo>
                  <a:pt x="0" y="29115"/>
                </a:lnTo>
                <a:lnTo>
                  <a:pt x="11646" y="29115"/>
                </a:lnTo>
                <a:lnTo>
                  <a:pt x="11646" y="11646"/>
                </a:lnTo>
                <a:lnTo>
                  <a:pt x="29115" y="11646"/>
                </a:lnTo>
                <a:lnTo>
                  <a:pt x="29115" y="0"/>
                </a:lnTo>
                <a:lnTo>
                  <a:pt x="0" y="0"/>
                </a:lnTo>
                <a:close/>
              </a:path>
            </a:pathLst>
          </a:custGeom>
          <a:solidFill>
            <a:srgbClr val="BDBDBD"/>
          </a:solidFill>
          <a:ln>
            <a:noFill/>
          </a:ln>
        </p:spPr>
      </p:sp>
      <p:sp>
        <p:nvSpPr>
          <p:cNvPr id="236" name="!!text-88v" descr="取書"/>
          <p:cNvSpPr txBox="1"/>
          <p:nvPr/>
        </p:nvSpPr>
        <p:spPr>
          <a:xfrm>
            <a:off x="10378440" y="5773674"/>
            <a:ext cx="160655" cy="10114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550" kern="0" dirty="0">
                <a:solidFill>
                  <a:srgbClr val="BDBDBD"/>
                </a:solidFill>
                <a:latin typeface="Noto Sans TC Medium"/>
                <a:ea typeface="Noto Sans TC Medium"/>
                <a:cs typeface="Noto Sans TC Medium"/>
              </a:rPr>
              <a:t>取書</a:t>
            </a:r>
            <a:endParaRPr lang="zh-TW" sz="550"/>
          </a:p>
        </p:txBody>
      </p:sp>
      <p:sp>
        <p:nvSpPr>
          <p:cNvPr id="237" name="!!path-88y"/>
          <p:cNvSpPr/>
          <p:nvPr/>
        </p:nvSpPr>
        <p:spPr>
          <a:xfrm>
            <a:off x="10861472" y="5636692"/>
            <a:ext cx="93167" cy="93167"/>
          </a:xfrm>
          <a:custGeom>
            <a:avLst/>
            <a:gdLst/>
            <a:ahLst/>
            <a:cxnLst/>
            <a:rect l="l" t="t" r="r" b="b"/>
            <a:pathLst>
              <a:path w="93167" h="93167">
                <a:moveTo>
                  <a:pt x="46584" y="11064"/>
                </a:moveTo>
                <a:cubicBezTo>
                  <a:pt x="53338" y="11064"/>
                  <a:pt x="58812" y="16537"/>
                  <a:pt x="58812" y="23292"/>
                </a:cubicBezTo>
                <a:cubicBezTo>
                  <a:pt x="58812" y="30046"/>
                  <a:pt x="53338" y="35520"/>
                  <a:pt x="46584" y="35520"/>
                </a:cubicBezTo>
                <a:cubicBezTo>
                  <a:pt x="39829" y="35520"/>
                  <a:pt x="34355" y="30046"/>
                  <a:pt x="34355" y="23292"/>
                </a:cubicBezTo>
                <a:cubicBezTo>
                  <a:pt x="34355" y="16537"/>
                  <a:pt x="39829" y="11064"/>
                  <a:pt x="46584" y="11064"/>
                </a:cubicBezTo>
                <a:moveTo>
                  <a:pt x="46584" y="63470"/>
                </a:moveTo>
                <a:cubicBezTo>
                  <a:pt x="63878" y="63470"/>
                  <a:pt x="82104" y="71972"/>
                  <a:pt x="82104" y="75698"/>
                </a:cubicBezTo>
                <a:lnTo>
                  <a:pt x="82104" y="82104"/>
                </a:lnTo>
                <a:lnTo>
                  <a:pt x="11064" y="82104"/>
                </a:lnTo>
                <a:lnTo>
                  <a:pt x="11064" y="75698"/>
                </a:lnTo>
                <a:cubicBezTo>
                  <a:pt x="11064" y="71972"/>
                  <a:pt x="29289" y="63470"/>
                  <a:pt x="46584" y="63470"/>
                </a:cubicBezTo>
                <a:moveTo>
                  <a:pt x="46584" y="0"/>
                </a:moveTo>
                <a:cubicBezTo>
                  <a:pt x="33715" y="0"/>
                  <a:pt x="23292" y="10423"/>
                  <a:pt x="23292" y="23292"/>
                </a:cubicBezTo>
                <a:cubicBezTo>
                  <a:pt x="23292" y="36161"/>
                  <a:pt x="33715" y="46584"/>
                  <a:pt x="46584" y="46584"/>
                </a:cubicBezTo>
                <a:cubicBezTo>
                  <a:pt x="59452" y="46584"/>
                  <a:pt x="69875" y="36161"/>
                  <a:pt x="69875" y="23292"/>
                </a:cubicBezTo>
                <a:cubicBezTo>
                  <a:pt x="69875" y="10423"/>
                  <a:pt x="59452" y="0"/>
                  <a:pt x="46584" y="0"/>
                </a:cubicBezTo>
                <a:close/>
                <a:moveTo>
                  <a:pt x="46584" y="52407"/>
                </a:moveTo>
                <a:cubicBezTo>
                  <a:pt x="31036" y="52407"/>
                  <a:pt x="0" y="60209"/>
                  <a:pt x="0" y="75698"/>
                </a:cubicBezTo>
                <a:lnTo>
                  <a:pt x="0" y="93167"/>
                </a:lnTo>
                <a:lnTo>
                  <a:pt x="93167" y="93167"/>
                </a:lnTo>
                <a:lnTo>
                  <a:pt x="93167" y="75698"/>
                </a:lnTo>
                <a:cubicBezTo>
                  <a:pt x="93167" y="60209"/>
                  <a:pt x="62131" y="52407"/>
                  <a:pt x="46584" y="52407"/>
                </a:cubicBezTo>
                <a:close/>
              </a:path>
            </a:pathLst>
          </a:custGeom>
          <a:solidFill>
            <a:srgbClr val="BDBDBD"/>
          </a:solidFill>
          <a:ln>
            <a:noFill/>
          </a:ln>
        </p:spPr>
      </p:sp>
      <p:sp>
        <p:nvSpPr>
          <p:cNvPr id="238" name="!!text-88z" descr="會員"/>
          <p:cNvSpPr txBox="1"/>
          <p:nvPr/>
        </p:nvSpPr>
        <p:spPr>
          <a:xfrm>
            <a:off x="10838180" y="5773674"/>
            <a:ext cx="160655" cy="10114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550" kern="0" dirty="0">
                <a:solidFill>
                  <a:srgbClr val="BDBDBD"/>
                </a:solidFill>
                <a:latin typeface="Noto Sans TC Medium"/>
                <a:ea typeface="Noto Sans TC Medium"/>
                <a:cs typeface="Noto Sans TC Medium"/>
              </a:rPr>
              <a:t>會員</a:t>
            </a:r>
            <a:endParaRPr lang="zh-TW" sz="550"/>
          </a:p>
        </p:txBody>
      </p:sp>
      <p:sp>
        <p:nvSpPr>
          <p:cNvPr id="239" name="!!rect-892"/>
          <p:cNvSpPr/>
          <p:nvPr/>
        </p:nvSpPr>
        <p:spPr>
          <a:xfrm>
            <a:off x="9531350" y="6076950"/>
            <a:ext cx="914400" cy="31750"/>
          </a:xfrm>
          <a:prstGeom prst="roundRect">
            <a:avLst>
              <a:gd name="adj" fmla="val 50000"/>
            </a:avLst>
          </a:prstGeom>
          <a:solidFill>
            <a:srgbClr val="000000">
              <a:alpha val="90000"/>
            </a:srgbClr>
          </a:solidFill>
          <a:ln>
            <a:noFill/>
          </a:ln>
        </p:spPr>
      </p:sp>
      <p:sp>
        <p:nvSpPr>
          <p:cNvPr id="240" name="!!rect-8qh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10000"/>
                </a:srgbClr>
              </a:gs>
              <a:gs pos="30762">
                <a:srgbClr val="FFFFFF">
                  <a:alpha val="2000"/>
                </a:srgbClr>
              </a:gs>
              <a:gs pos="31723">
                <a:srgbClr val="FFFFFF">
                  <a:alpha val="0"/>
                </a:srgbClr>
              </a:gs>
              <a:gs pos="9613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4329186" scaled="0"/>
          </a:gradFill>
          <a:ln>
            <a:noFill/>
          </a:ln>
        </p:spPr>
      </p:sp>
      <p:sp>
        <p:nvSpPr>
          <p:cNvPr id="241" name="!!rect-8qk"/>
          <p:cNvSpPr/>
          <p:nvPr/>
        </p:nvSpPr>
        <p:spPr>
          <a:xfrm>
            <a:off x="9728200" y="679450"/>
            <a:ext cx="520700" cy="23495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</p:spPr>
      </p:sp>
      <p:sp>
        <p:nvSpPr>
          <p:cNvPr id="242" name="!!circle-8ql"/>
          <p:cNvSpPr/>
          <p:nvPr/>
        </p:nvSpPr>
        <p:spPr>
          <a:xfrm>
            <a:off x="10088880" y="757555"/>
            <a:ext cx="78740" cy="78740"/>
          </a:xfrm>
          <a:prstGeom prst="ellipse">
            <a:avLst/>
          </a:prstGeom>
          <a:solidFill>
            <a:srgbClr val="0A0F16"/>
          </a:solidFill>
          <a:ln>
            <a:noFill/>
          </a:ln>
        </p:spPr>
      </p:sp>
      <p:sp>
        <p:nvSpPr>
          <p:cNvPr id="243" name="!!circle-8qm"/>
          <p:cNvSpPr/>
          <p:nvPr/>
        </p:nvSpPr>
        <p:spPr>
          <a:xfrm>
            <a:off x="10107930" y="776605"/>
            <a:ext cx="40640" cy="40640"/>
          </a:xfrm>
          <a:prstGeom prst="ellipse">
            <a:avLst/>
          </a:prstGeom>
          <a:solidFill>
            <a:srgbClr val="111B28"/>
          </a:solidFill>
          <a:ln>
            <a:noFill/>
          </a:ln>
        </p:spPr>
      </p:sp>
      <p:sp>
        <p:nvSpPr>
          <p:cNvPr id="244" name="!!circle-8qn"/>
          <p:cNvSpPr/>
          <p:nvPr/>
        </p:nvSpPr>
        <p:spPr>
          <a:xfrm>
            <a:off x="10130155" y="781685"/>
            <a:ext cx="13970" cy="13970"/>
          </a:xfrm>
          <a:prstGeom prst="ellipse">
            <a:avLst/>
          </a:prstGeom>
          <a:solidFill>
            <a:srgbClr val="3A5070">
              <a:alpha val="80000"/>
            </a:srgbClr>
          </a:solidFill>
          <a:ln>
            <a:noFill/>
          </a:ln>
        </p:spPr>
      </p:sp>
      <p:sp>
        <p:nvSpPr>
          <p:cNvPr id="245" name="!!path-9ic"/>
          <p:cNvSpPr/>
          <p:nvPr/>
        </p:nvSpPr>
        <p:spPr>
          <a:xfrm>
            <a:off x="381000" y="306527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246" name="!!path-9id"/>
          <p:cNvSpPr/>
          <p:nvPr/>
        </p:nvSpPr>
        <p:spPr>
          <a:xfrm>
            <a:off x="381000" y="308153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247" name="!!path-9ie"/>
          <p:cNvSpPr/>
          <p:nvPr/>
        </p:nvSpPr>
        <p:spPr>
          <a:xfrm>
            <a:off x="381000" y="309778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248" name="!!path-9if"/>
          <p:cNvSpPr/>
          <p:nvPr/>
        </p:nvSpPr>
        <p:spPr>
          <a:xfrm>
            <a:off x="381000" y="311404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249" name="!!path-9ig"/>
          <p:cNvSpPr/>
          <p:nvPr/>
        </p:nvSpPr>
        <p:spPr>
          <a:xfrm>
            <a:off x="381000" y="313030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250" name="!!path-9ih"/>
          <p:cNvSpPr/>
          <p:nvPr/>
        </p:nvSpPr>
        <p:spPr>
          <a:xfrm>
            <a:off x="381000" y="314655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251" name="!!path-9ii"/>
          <p:cNvSpPr/>
          <p:nvPr/>
        </p:nvSpPr>
        <p:spPr>
          <a:xfrm>
            <a:off x="381000" y="316281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252" name="!!path-9ij"/>
          <p:cNvSpPr/>
          <p:nvPr/>
        </p:nvSpPr>
        <p:spPr>
          <a:xfrm>
            <a:off x="381000" y="317906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253" name="!!path-9ik"/>
          <p:cNvSpPr/>
          <p:nvPr/>
        </p:nvSpPr>
        <p:spPr>
          <a:xfrm>
            <a:off x="419608" y="269342"/>
            <a:ext cx="128422" cy="122936"/>
          </a:xfrm>
          <a:custGeom>
            <a:avLst/>
            <a:gdLst/>
            <a:ahLst/>
            <a:cxnLst/>
            <a:rect l="l" t="t" r="r" b="b"/>
            <a:pathLst>
              <a:path w="128422" h="122936">
                <a:moveTo>
                  <a:pt x="0" y="17678"/>
                </a:moveTo>
                <a:lnTo>
                  <a:pt x="8128" y="5080"/>
                </a:lnTo>
                <a:cubicBezTo>
                  <a:pt x="32512" y="0"/>
                  <a:pt x="73152" y="7112"/>
                  <a:pt x="101600" y="26416"/>
                </a:cubicBezTo>
                <a:cubicBezTo>
                  <a:pt x="116840" y="37186"/>
                  <a:pt x="124968" y="49784"/>
                  <a:pt x="128422" y="62992"/>
                </a:cubicBezTo>
                <a:lnTo>
                  <a:pt x="128422" y="122936"/>
                </a:lnTo>
                <a:lnTo>
                  <a:pt x="0" y="1229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254" name="!!path-9il"/>
          <p:cNvSpPr/>
          <p:nvPr/>
        </p:nvSpPr>
        <p:spPr>
          <a:xfrm>
            <a:off x="419608" y="269342"/>
            <a:ext cx="128422" cy="62992"/>
          </a:xfrm>
          <a:custGeom>
            <a:avLst/>
            <a:gdLst/>
            <a:ahLst/>
            <a:cxnLst/>
            <a:rect l="l" t="t" r="r" b="b"/>
            <a:pathLst>
              <a:path w="128422" h="62992" fill="none">
                <a:moveTo>
                  <a:pt x="128422" y="62992"/>
                </a:moveTo>
                <a:cubicBezTo>
                  <a:pt x="124968" y="49784"/>
                  <a:pt x="116840" y="37186"/>
                  <a:pt x="101600" y="26416"/>
                </a:cubicBezTo>
                <a:cubicBezTo>
                  <a:pt x="73152" y="7112"/>
                  <a:pt x="32512" y="0"/>
                  <a:pt x="8128" y="5080"/>
                </a:cubicBezTo>
                <a:lnTo>
                  <a:pt x="0" y="1767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255" name="!!path-9im"/>
          <p:cNvSpPr/>
          <p:nvPr/>
        </p:nvSpPr>
        <p:spPr>
          <a:xfrm>
            <a:off x="407010" y="281534"/>
            <a:ext cx="141021" cy="110744"/>
          </a:xfrm>
          <a:custGeom>
            <a:avLst/>
            <a:gdLst/>
            <a:ahLst/>
            <a:cxnLst/>
            <a:rect l="l" t="t" r="r" b="b"/>
            <a:pathLst>
              <a:path w="141021" h="110744">
                <a:moveTo>
                  <a:pt x="0" y="22352"/>
                </a:moveTo>
                <a:lnTo>
                  <a:pt x="6502" y="6502"/>
                </a:lnTo>
                <a:cubicBezTo>
                  <a:pt x="36982" y="0"/>
                  <a:pt x="79654" y="7112"/>
                  <a:pt x="110134" y="25400"/>
                </a:cubicBezTo>
                <a:cubicBezTo>
                  <a:pt x="126390" y="35154"/>
                  <a:pt x="136550" y="49784"/>
                  <a:pt x="141021" y="62992"/>
                </a:cubicBezTo>
                <a:lnTo>
                  <a:pt x="141021" y="110744"/>
                </a:lnTo>
                <a:lnTo>
                  <a:pt x="0" y="110744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256" name="!!path-9in"/>
          <p:cNvSpPr/>
          <p:nvPr/>
        </p:nvSpPr>
        <p:spPr>
          <a:xfrm>
            <a:off x="407010" y="281534"/>
            <a:ext cx="141021" cy="62992"/>
          </a:xfrm>
          <a:custGeom>
            <a:avLst/>
            <a:gdLst/>
            <a:ahLst/>
            <a:cxnLst/>
            <a:rect l="l" t="t" r="r" b="b"/>
            <a:pathLst>
              <a:path w="141021" h="62992" fill="none">
                <a:moveTo>
                  <a:pt x="141021" y="62992"/>
                </a:moveTo>
                <a:cubicBezTo>
                  <a:pt x="136550" y="49784"/>
                  <a:pt x="126390" y="35154"/>
                  <a:pt x="110134" y="25400"/>
                </a:cubicBezTo>
                <a:cubicBezTo>
                  <a:pt x="79654" y="7112"/>
                  <a:pt x="36982" y="0"/>
                  <a:pt x="6502" y="6502"/>
                </a:cubicBezTo>
                <a:lnTo>
                  <a:pt x="0" y="22352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257" name="!!path-9io"/>
          <p:cNvSpPr/>
          <p:nvPr/>
        </p:nvSpPr>
        <p:spPr>
          <a:xfrm>
            <a:off x="395834" y="294742"/>
            <a:ext cx="151790" cy="97536"/>
          </a:xfrm>
          <a:custGeom>
            <a:avLst/>
            <a:gdLst/>
            <a:ahLst/>
            <a:cxnLst/>
            <a:rect l="l" t="t" r="r" b="b"/>
            <a:pathLst>
              <a:path w="151790" h="97536">
                <a:moveTo>
                  <a:pt x="0" y="23165"/>
                </a:moveTo>
                <a:lnTo>
                  <a:pt x="3861" y="12598"/>
                </a:lnTo>
                <a:cubicBezTo>
                  <a:pt x="37998" y="0"/>
                  <a:pt x="84734" y="5080"/>
                  <a:pt x="117246" y="21946"/>
                </a:cubicBezTo>
                <a:cubicBezTo>
                  <a:pt x="135534" y="31496"/>
                  <a:pt x="146710" y="43688"/>
                  <a:pt x="151790" y="55270"/>
                </a:cubicBezTo>
                <a:lnTo>
                  <a:pt x="151790" y="97536"/>
                </a:lnTo>
                <a:lnTo>
                  <a:pt x="0" y="975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258" name="!!path-9ip"/>
          <p:cNvSpPr/>
          <p:nvPr/>
        </p:nvSpPr>
        <p:spPr>
          <a:xfrm>
            <a:off x="395834" y="294742"/>
            <a:ext cx="151790" cy="55270"/>
          </a:xfrm>
          <a:custGeom>
            <a:avLst/>
            <a:gdLst/>
            <a:ahLst/>
            <a:cxnLst/>
            <a:rect l="l" t="t" r="r" b="b"/>
            <a:pathLst>
              <a:path w="151790" h="55270" fill="none">
                <a:moveTo>
                  <a:pt x="151790" y="55270"/>
                </a:moveTo>
                <a:cubicBezTo>
                  <a:pt x="146710" y="43688"/>
                  <a:pt x="135534" y="31496"/>
                  <a:pt x="117246" y="21946"/>
                </a:cubicBezTo>
                <a:cubicBezTo>
                  <a:pt x="84734" y="5080"/>
                  <a:pt x="37998" y="0"/>
                  <a:pt x="3861" y="12598"/>
                </a:cubicBezTo>
                <a:lnTo>
                  <a:pt x="0" y="23165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259" name="!!path-9iq"/>
          <p:cNvSpPr/>
          <p:nvPr/>
        </p:nvSpPr>
        <p:spPr>
          <a:xfrm>
            <a:off x="548234" y="264262"/>
            <a:ext cx="120294" cy="128016"/>
          </a:xfrm>
          <a:custGeom>
            <a:avLst/>
            <a:gdLst/>
            <a:ahLst/>
            <a:cxnLst/>
            <a:rect l="l" t="t" r="r" b="b"/>
            <a:pathLst>
              <a:path w="120294" h="128016">
                <a:moveTo>
                  <a:pt x="120294" y="18288"/>
                </a:moveTo>
                <a:lnTo>
                  <a:pt x="113589" y="4470"/>
                </a:lnTo>
                <a:cubicBezTo>
                  <a:pt x="86766" y="0"/>
                  <a:pt x="44094" y="10160"/>
                  <a:pt x="17678" y="30480"/>
                </a:cubicBezTo>
                <a:cubicBezTo>
                  <a:pt x="6502" y="39624"/>
                  <a:pt x="1422" y="52832"/>
                  <a:pt x="0" y="67056"/>
                </a:cubicBezTo>
                <a:lnTo>
                  <a:pt x="0" y="128016"/>
                </a:lnTo>
                <a:lnTo>
                  <a:pt x="120294" y="12801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260" name="!!path-9ir"/>
          <p:cNvSpPr/>
          <p:nvPr/>
        </p:nvSpPr>
        <p:spPr>
          <a:xfrm>
            <a:off x="548234" y="264262"/>
            <a:ext cx="120294" cy="67056"/>
          </a:xfrm>
          <a:custGeom>
            <a:avLst/>
            <a:gdLst/>
            <a:ahLst/>
            <a:cxnLst/>
            <a:rect l="l" t="t" r="r" b="b"/>
            <a:pathLst>
              <a:path w="120294" h="67056" fill="none">
                <a:moveTo>
                  <a:pt x="0" y="67056"/>
                </a:moveTo>
                <a:cubicBezTo>
                  <a:pt x="1422" y="52832"/>
                  <a:pt x="6502" y="39624"/>
                  <a:pt x="17678" y="30480"/>
                </a:cubicBezTo>
                <a:cubicBezTo>
                  <a:pt x="44094" y="10160"/>
                  <a:pt x="86766" y="0"/>
                  <a:pt x="113589" y="4470"/>
                </a:cubicBezTo>
                <a:lnTo>
                  <a:pt x="120294" y="1828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261" name="!!path-9is"/>
          <p:cNvSpPr/>
          <p:nvPr/>
        </p:nvSpPr>
        <p:spPr>
          <a:xfrm>
            <a:off x="548437" y="279502"/>
            <a:ext cx="133299" cy="112776"/>
          </a:xfrm>
          <a:custGeom>
            <a:avLst/>
            <a:gdLst/>
            <a:ahLst/>
            <a:cxnLst/>
            <a:rect l="l" t="t" r="r" b="b"/>
            <a:pathLst>
              <a:path w="133299" h="112776">
                <a:moveTo>
                  <a:pt x="133299" y="19710"/>
                </a:moveTo>
                <a:lnTo>
                  <a:pt x="127203" y="3048"/>
                </a:lnTo>
                <a:cubicBezTo>
                  <a:pt x="94691" y="0"/>
                  <a:pt x="54051" y="11176"/>
                  <a:pt x="27635" y="30683"/>
                </a:cubicBezTo>
                <a:cubicBezTo>
                  <a:pt x="13411" y="41250"/>
                  <a:pt x="4267" y="53848"/>
                  <a:pt x="0" y="65024"/>
                </a:cubicBezTo>
                <a:lnTo>
                  <a:pt x="0" y="112776"/>
                </a:lnTo>
                <a:lnTo>
                  <a:pt x="133299" y="11277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262" name="!!path-9it"/>
          <p:cNvSpPr/>
          <p:nvPr/>
        </p:nvSpPr>
        <p:spPr>
          <a:xfrm>
            <a:off x="548437" y="279502"/>
            <a:ext cx="133299" cy="65024"/>
          </a:xfrm>
          <a:custGeom>
            <a:avLst/>
            <a:gdLst/>
            <a:ahLst/>
            <a:cxnLst/>
            <a:rect l="l" t="t" r="r" b="b"/>
            <a:pathLst>
              <a:path w="133299" h="65024" fill="none">
                <a:moveTo>
                  <a:pt x="0" y="65024"/>
                </a:moveTo>
                <a:cubicBezTo>
                  <a:pt x="4267" y="53848"/>
                  <a:pt x="13411" y="41250"/>
                  <a:pt x="27635" y="30683"/>
                </a:cubicBezTo>
                <a:cubicBezTo>
                  <a:pt x="54051" y="11176"/>
                  <a:pt x="94691" y="0"/>
                  <a:pt x="127203" y="3048"/>
                </a:cubicBezTo>
                <a:lnTo>
                  <a:pt x="133299" y="19710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263" name="!!path-9iu"/>
          <p:cNvSpPr/>
          <p:nvPr/>
        </p:nvSpPr>
        <p:spPr>
          <a:xfrm>
            <a:off x="548843" y="293726"/>
            <a:ext cx="142646" cy="98552"/>
          </a:xfrm>
          <a:custGeom>
            <a:avLst/>
            <a:gdLst/>
            <a:ahLst/>
            <a:cxnLst/>
            <a:rect l="l" t="t" r="r" b="b"/>
            <a:pathLst>
              <a:path w="142646" h="98552">
                <a:moveTo>
                  <a:pt x="142646" y="18898"/>
                </a:moveTo>
                <a:lnTo>
                  <a:pt x="139802" y="8738"/>
                </a:lnTo>
                <a:cubicBezTo>
                  <a:pt x="106477" y="0"/>
                  <a:pt x="63805" y="5080"/>
                  <a:pt x="35357" y="19304"/>
                </a:cubicBezTo>
                <a:cubicBezTo>
                  <a:pt x="17069" y="28448"/>
                  <a:pt x="5893" y="42672"/>
                  <a:pt x="0" y="56286"/>
                </a:cubicBezTo>
                <a:lnTo>
                  <a:pt x="0" y="98552"/>
                </a:lnTo>
                <a:lnTo>
                  <a:pt x="142646" y="98552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264" name="!!path-9iv"/>
          <p:cNvSpPr/>
          <p:nvPr/>
        </p:nvSpPr>
        <p:spPr>
          <a:xfrm>
            <a:off x="548843" y="293726"/>
            <a:ext cx="142646" cy="56286"/>
          </a:xfrm>
          <a:custGeom>
            <a:avLst/>
            <a:gdLst/>
            <a:ahLst/>
            <a:cxnLst/>
            <a:rect l="l" t="t" r="r" b="b"/>
            <a:pathLst>
              <a:path w="142646" h="56286" fill="none">
                <a:moveTo>
                  <a:pt x="0" y="56286"/>
                </a:moveTo>
                <a:cubicBezTo>
                  <a:pt x="5893" y="42672"/>
                  <a:pt x="17069" y="28448"/>
                  <a:pt x="35357" y="19304"/>
                </a:cubicBezTo>
                <a:cubicBezTo>
                  <a:pt x="63805" y="5080"/>
                  <a:pt x="106477" y="0"/>
                  <a:pt x="139802" y="8738"/>
                </a:cubicBezTo>
                <a:lnTo>
                  <a:pt x="142646" y="1889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265" name="!!path-9iw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627D8D"/>
              </a:gs>
              <a:gs pos="21794">
                <a:srgbClr val="627D8D"/>
              </a:gs>
              <a:gs pos="55376">
                <a:srgbClr val="627D8D"/>
              </a:gs>
              <a:gs pos="96421">
                <a:srgbClr val="98ABB7"/>
              </a:gs>
              <a:gs pos="100000">
                <a:srgbClr val="98ABB7"/>
              </a:gs>
            </a:gsLst>
            <a:lin ang="1983350" scaled="0"/>
          </a:gradFill>
          <a:ln>
            <a:noFill/>
          </a:ln>
        </p:spPr>
      </p:sp>
      <p:sp>
        <p:nvSpPr>
          <p:cNvPr id="266" name="!!path-9ix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0000"/>
                </a:srgbClr>
              </a:gs>
              <a:gs pos="4764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83333" t="79291" r="16667" b="20709"/>
            </a:path>
          </a:gradFill>
          <a:ln>
            <a:noFill/>
          </a:ln>
        </p:spPr>
      </p:sp>
      <p:sp>
        <p:nvSpPr>
          <p:cNvPr id="267" name="!!line-9iy"/>
          <p:cNvSpPr/>
          <p:nvPr/>
        </p:nvSpPr>
        <p:spPr>
          <a:xfrm>
            <a:off x="549046" y="363017"/>
            <a:ext cx="1" cy="153619"/>
          </a:xfrm>
          <a:custGeom>
            <a:avLst/>
            <a:gdLst/>
            <a:ahLst/>
            <a:cxnLst/>
            <a:rect l="l" t="t" r="r" b="b"/>
            <a:pathLst>
              <a:path w="1" h="153619">
                <a:moveTo>
                  <a:pt x="0" y="0"/>
                </a:moveTo>
                <a:lnTo>
                  <a:pt x="0" y="153619"/>
                </a:lnTo>
              </a:path>
            </a:pathLst>
          </a:custGeom>
          <a:solidFill>
            <a:srgbClr val="000000"/>
          </a:solidFill>
          <a:ln w="6909" cap="rnd">
            <a:solidFill>
              <a:srgbClr val="C9D3D9"/>
            </a:solidFill>
            <a:prstDash val="solid"/>
            <a:miter lim="800000"/>
          </a:ln>
        </p:spPr>
      </p:sp>
      <p:sp>
        <p:nvSpPr>
          <p:cNvPr id="268" name="!!path-9iz"/>
          <p:cNvSpPr/>
          <p:nvPr/>
        </p:nvSpPr>
        <p:spPr>
          <a:xfrm>
            <a:off x="657962" y="442062"/>
            <a:ext cx="25400" cy="37998"/>
          </a:xfrm>
          <a:custGeom>
            <a:avLst/>
            <a:gdLst/>
            <a:ahLst/>
            <a:cxnLst/>
            <a:rect l="l" t="t" r="r" b="b"/>
            <a:pathLst>
              <a:path w="25400" h="37998">
                <a:moveTo>
                  <a:pt x="0" y="2642"/>
                </a:moveTo>
                <a:lnTo>
                  <a:pt x="15240" y="0"/>
                </a:lnTo>
                <a:lnTo>
                  <a:pt x="25400" y="37186"/>
                </a:lnTo>
                <a:lnTo>
                  <a:pt x="7518" y="37998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 w="1016" cap="flat">
            <a:solidFill>
              <a:srgbClr val="FFFFFF">
                <a:alpha val="55000"/>
              </a:srgbClr>
            </a:solidFill>
            <a:prstDash val="solid"/>
            <a:round/>
          </a:ln>
        </p:spPr>
      </p:sp>
      <p:sp>
        <p:nvSpPr>
          <p:cNvPr id="269" name="!!text-9j0" descr="救「舊」我的書"/>
          <p:cNvSpPr txBox="1"/>
          <p:nvPr/>
        </p:nvSpPr>
        <p:spPr>
          <a:xfrm>
            <a:off x="805879" y="251460"/>
            <a:ext cx="1120140" cy="25745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400" b="1" kern="0" spc="-70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救</a:t>
            </a:r>
            <a:r>
              <a:rPr lang="zh-TW" altLang="en-US" sz="14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「舊</a:t>
            </a:r>
            <a:r>
              <a:rPr lang="zh-TW" altLang="en-US" sz="1400" b="1" kern="0" spc="-70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」</a:t>
            </a:r>
            <a:r>
              <a:rPr lang="zh-TW" altLang="en-US" sz="14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我的書</a:t>
            </a:r>
            <a:endParaRPr lang="zh-TW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fast" p14:dur="2400" advTm="400">
        <p159:morph option="byObject"/>
      </p:transition>
    </mc:Choice>
    <mc:Fallback>
      <p:transition spd="fast" advTm="400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93.2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rect-1q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7"/>
          </a:solidFill>
          <a:ln>
            <a:noFill/>
          </a:ln>
        </p:spPr>
      </p:sp>
      <p:sp>
        <p:nvSpPr>
          <p:cNvPr id="3" name="!!ellipse-1q2"/>
          <p:cNvSpPr/>
          <p:nvPr/>
        </p:nvSpPr>
        <p:spPr>
          <a:xfrm>
            <a:off x="-889000" y="-952500"/>
            <a:ext cx="13970000" cy="7874000"/>
          </a:xfrm>
          <a:prstGeom prst="ellipse">
            <a:avLst/>
          </a:prstGeom>
          <a:gradFill rotWithShape="1">
            <a:gsLst>
              <a:gs pos="0">
                <a:srgbClr val="FFFFFF">
                  <a:alpha val="95000"/>
                </a:srgbClr>
              </a:gs>
              <a:gs pos="40865">
                <a:srgbClr val="FFFFFF">
                  <a:alpha val="35000"/>
                </a:srgbClr>
              </a:gs>
              <a:gs pos="68108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!!rect-1q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P1"/>
            <a:srcRect/>
            <a:tile tx="84265" ty="199454" sx="16667" sy="16667" flip="none" algn="tl"/>
          </a:blipFill>
          <a:ln>
            <a:noFill/>
          </a:ln>
        </p:spPr>
      </p:sp>
      <p:sp>
        <p:nvSpPr>
          <p:cNvPr id="5" name="!!circle-1qc"/>
          <p:cNvSpPr/>
          <p:nvPr/>
        </p:nvSpPr>
        <p:spPr>
          <a:xfrm>
            <a:off x="8332954" y="-2178679"/>
            <a:ext cx="2495906" cy="2495906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" name="!!circle-1qd"/>
          <p:cNvSpPr/>
          <p:nvPr/>
        </p:nvSpPr>
        <p:spPr>
          <a:xfrm>
            <a:off x="6675712" y="3047327"/>
            <a:ext cx="2187308" cy="2187308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7" name="!!circle-1qp"/>
          <p:cNvSpPr/>
          <p:nvPr/>
        </p:nvSpPr>
        <p:spPr>
          <a:xfrm>
            <a:off x="11680311" y="-404177"/>
            <a:ext cx="1404176" cy="1404176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8" name="!!circle-1qq"/>
          <p:cNvSpPr/>
          <p:nvPr/>
        </p:nvSpPr>
        <p:spPr>
          <a:xfrm>
            <a:off x="12136724" y="5319040"/>
            <a:ext cx="1058354" cy="1058354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9" name="!!circle-1qv"/>
          <p:cNvSpPr/>
          <p:nvPr/>
        </p:nvSpPr>
        <p:spPr>
          <a:xfrm>
            <a:off x="-144969" y="287153"/>
            <a:ext cx="1551610" cy="1551610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0" name="!!circle-1r1"/>
          <p:cNvSpPr/>
          <p:nvPr/>
        </p:nvSpPr>
        <p:spPr>
          <a:xfrm>
            <a:off x="624327" y="-464255"/>
            <a:ext cx="905370" cy="905370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1" name="!!circle-1rp"/>
          <p:cNvSpPr/>
          <p:nvPr/>
        </p:nvSpPr>
        <p:spPr>
          <a:xfrm>
            <a:off x="7118454" y="-12509"/>
            <a:ext cx="985317" cy="985317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2" name="!!circle-1rr"/>
          <p:cNvSpPr/>
          <p:nvPr/>
        </p:nvSpPr>
        <p:spPr>
          <a:xfrm>
            <a:off x="6768283" y="4792282"/>
            <a:ext cx="1677327" cy="1677327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3" name="!!circle-1rs"/>
          <p:cNvSpPr/>
          <p:nvPr/>
        </p:nvSpPr>
        <p:spPr>
          <a:xfrm>
            <a:off x="2086231" y="1168737"/>
            <a:ext cx="1598701" cy="1598701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4" name="!!rect-1sh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5F7">
                  <a:alpha val="0"/>
                </a:srgbClr>
              </a:gs>
              <a:gs pos="20428">
                <a:srgbClr val="F3F5F7">
                  <a:alpha val="0"/>
                </a:srgbClr>
              </a:gs>
              <a:gs pos="66730">
                <a:srgbClr val="F3F5F7"/>
              </a:gs>
              <a:gs pos="100000">
                <a:srgbClr val="F3F5F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5" name="!!circle-1sj"/>
          <p:cNvSpPr/>
          <p:nvPr/>
        </p:nvSpPr>
        <p:spPr>
          <a:xfrm>
            <a:off x="98170" y="46803"/>
            <a:ext cx="50038" cy="50038"/>
          </a:xfrm>
          <a:prstGeom prst="ellipse">
            <a:avLst/>
          </a:prstGeom>
          <a:solidFill>
            <a:srgbClr val="627D8D">
              <a:alpha val="25400"/>
            </a:srgbClr>
          </a:solidFill>
          <a:ln>
            <a:noFill/>
          </a:ln>
        </p:spPr>
      </p:sp>
      <p:sp>
        <p:nvSpPr>
          <p:cNvPr id="16" name="!!circle-1sm"/>
          <p:cNvSpPr/>
          <p:nvPr/>
        </p:nvSpPr>
        <p:spPr>
          <a:xfrm>
            <a:off x="5595223" y="1383187"/>
            <a:ext cx="36055" cy="36055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17" name="!!circle-1sp"/>
          <p:cNvSpPr/>
          <p:nvPr/>
        </p:nvSpPr>
        <p:spPr>
          <a:xfrm>
            <a:off x="9310813" y="3284231"/>
            <a:ext cx="24295" cy="24295"/>
          </a:xfrm>
          <a:prstGeom prst="ellipse">
            <a:avLst/>
          </a:prstGeom>
          <a:solidFill>
            <a:srgbClr val="627D8D">
              <a:alpha val="18100"/>
            </a:srgbClr>
          </a:solidFill>
          <a:ln>
            <a:noFill/>
          </a:ln>
        </p:spPr>
      </p:sp>
      <p:sp>
        <p:nvSpPr>
          <p:cNvPr id="18" name="!!circle-1ss"/>
          <p:cNvSpPr/>
          <p:nvPr/>
        </p:nvSpPr>
        <p:spPr>
          <a:xfrm>
            <a:off x="3526278" y="6477272"/>
            <a:ext cx="25959" cy="25959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19" name="!!circle-1sv"/>
          <p:cNvSpPr/>
          <p:nvPr/>
        </p:nvSpPr>
        <p:spPr>
          <a:xfrm>
            <a:off x="1952771" y="1808929"/>
            <a:ext cx="35878" cy="35878"/>
          </a:xfrm>
          <a:prstGeom prst="ellipse">
            <a:avLst/>
          </a:prstGeom>
          <a:solidFill>
            <a:srgbClr val="627D8D">
              <a:alpha val="26800"/>
            </a:srgbClr>
          </a:solidFill>
          <a:ln>
            <a:noFill/>
          </a:ln>
        </p:spPr>
      </p:sp>
      <p:sp>
        <p:nvSpPr>
          <p:cNvPr id="20" name="!!circle-1sy"/>
          <p:cNvSpPr/>
          <p:nvPr/>
        </p:nvSpPr>
        <p:spPr>
          <a:xfrm>
            <a:off x="6817721" y="3847376"/>
            <a:ext cx="40234" cy="40234"/>
          </a:xfrm>
          <a:prstGeom prst="ellipse">
            <a:avLst/>
          </a:prstGeom>
          <a:solidFill>
            <a:srgbClr val="627D8D">
              <a:alpha val="31300"/>
            </a:srgbClr>
          </a:solidFill>
          <a:ln>
            <a:noFill/>
          </a:ln>
        </p:spPr>
      </p:sp>
      <p:sp>
        <p:nvSpPr>
          <p:cNvPr id="21" name="!!circle-1t4"/>
          <p:cNvSpPr/>
          <p:nvPr/>
        </p:nvSpPr>
        <p:spPr>
          <a:xfrm>
            <a:off x="1151373" y="4920784"/>
            <a:ext cx="29959" cy="29959"/>
          </a:xfrm>
          <a:prstGeom prst="ellipse">
            <a:avLst/>
          </a:prstGeom>
          <a:solidFill>
            <a:srgbClr val="627D8D">
              <a:alpha val="19400"/>
            </a:srgbClr>
          </a:solidFill>
          <a:ln>
            <a:noFill/>
          </a:ln>
        </p:spPr>
      </p:sp>
      <p:sp>
        <p:nvSpPr>
          <p:cNvPr id="22" name="!!circle-1t7"/>
          <p:cNvSpPr/>
          <p:nvPr/>
        </p:nvSpPr>
        <p:spPr>
          <a:xfrm>
            <a:off x="8484317" y="4510967"/>
            <a:ext cx="28702" cy="28702"/>
          </a:xfrm>
          <a:prstGeom prst="ellipse">
            <a:avLst/>
          </a:prstGeom>
          <a:solidFill>
            <a:srgbClr val="627D8D">
              <a:alpha val="17800"/>
            </a:srgbClr>
          </a:solidFill>
          <a:ln>
            <a:noFill/>
          </a:ln>
        </p:spPr>
      </p:sp>
      <p:sp>
        <p:nvSpPr>
          <p:cNvPr id="23" name="!!circle-1ta"/>
          <p:cNvSpPr/>
          <p:nvPr/>
        </p:nvSpPr>
        <p:spPr>
          <a:xfrm>
            <a:off x="11025431" y="1922363"/>
            <a:ext cx="24066" cy="24066"/>
          </a:xfrm>
          <a:prstGeom prst="ellipse">
            <a:avLst/>
          </a:prstGeom>
          <a:solidFill>
            <a:srgbClr val="627D8D">
              <a:alpha val="23900"/>
            </a:srgbClr>
          </a:solidFill>
          <a:ln>
            <a:noFill/>
          </a:ln>
        </p:spPr>
      </p:sp>
      <p:sp>
        <p:nvSpPr>
          <p:cNvPr id="24" name="!!circle-1td"/>
          <p:cNvSpPr/>
          <p:nvPr/>
        </p:nvSpPr>
        <p:spPr>
          <a:xfrm>
            <a:off x="8411210" y="5892480"/>
            <a:ext cx="35865" cy="35865"/>
          </a:xfrm>
          <a:prstGeom prst="ellipse">
            <a:avLst/>
          </a:prstGeom>
          <a:solidFill>
            <a:srgbClr val="627D8D">
              <a:alpha val="28200"/>
            </a:srgbClr>
          </a:solidFill>
          <a:ln>
            <a:noFill/>
          </a:ln>
        </p:spPr>
      </p:sp>
      <p:sp>
        <p:nvSpPr>
          <p:cNvPr id="25" name="!!circle-1tg"/>
          <p:cNvSpPr/>
          <p:nvPr/>
        </p:nvSpPr>
        <p:spPr>
          <a:xfrm>
            <a:off x="1477157" y="3080189"/>
            <a:ext cx="39218" cy="39218"/>
          </a:xfrm>
          <a:prstGeom prst="ellipse">
            <a:avLst/>
          </a:prstGeom>
          <a:solidFill>
            <a:srgbClr val="627D8D">
              <a:alpha val="29600"/>
            </a:srgbClr>
          </a:solidFill>
          <a:ln>
            <a:noFill/>
          </a:ln>
        </p:spPr>
      </p:sp>
      <p:sp>
        <p:nvSpPr>
          <p:cNvPr id="26" name="!!circle-1tj"/>
          <p:cNvSpPr/>
          <p:nvPr/>
        </p:nvSpPr>
        <p:spPr>
          <a:xfrm>
            <a:off x="7117947" y="6109553"/>
            <a:ext cx="49733" cy="49733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7" name="!!circle-1tm"/>
          <p:cNvSpPr/>
          <p:nvPr/>
        </p:nvSpPr>
        <p:spPr>
          <a:xfrm>
            <a:off x="6369626" y="1779226"/>
            <a:ext cx="41694" cy="41694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8" name="!!circle-1tp"/>
          <p:cNvSpPr/>
          <p:nvPr/>
        </p:nvSpPr>
        <p:spPr>
          <a:xfrm>
            <a:off x="6792376" y="5186466"/>
            <a:ext cx="31979" cy="31979"/>
          </a:xfrm>
          <a:prstGeom prst="ellipse">
            <a:avLst/>
          </a:prstGeom>
          <a:solidFill>
            <a:srgbClr val="627D8D">
              <a:alpha val="24100"/>
            </a:srgbClr>
          </a:solidFill>
          <a:ln>
            <a:noFill/>
          </a:ln>
        </p:spPr>
      </p:sp>
      <p:sp>
        <p:nvSpPr>
          <p:cNvPr id="29" name="!!circle-1ts"/>
          <p:cNvSpPr/>
          <p:nvPr/>
        </p:nvSpPr>
        <p:spPr>
          <a:xfrm>
            <a:off x="3868395" y="1087783"/>
            <a:ext cx="18085" cy="18085"/>
          </a:xfrm>
          <a:prstGeom prst="ellipse">
            <a:avLst/>
          </a:prstGeom>
          <a:solidFill>
            <a:srgbClr val="627D8D">
              <a:alpha val="10500"/>
            </a:srgbClr>
          </a:solidFill>
          <a:ln>
            <a:noFill/>
          </a:ln>
        </p:spPr>
      </p:sp>
      <p:sp>
        <p:nvSpPr>
          <p:cNvPr id="30" name="!!circle-1ty"/>
          <p:cNvSpPr/>
          <p:nvPr/>
        </p:nvSpPr>
        <p:spPr>
          <a:xfrm>
            <a:off x="3437908" y="6348634"/>
            <a:ext cx="39243" cy="39243"/>
          </a:xfrm>
          <a:prstGeom prst="ellipse">
            <a:avLst/>
          </a:prstGeom>
          <a:solidFill>
            <a:srgbClr val="627D8D">
              <a:alpha val="27700"/>
            </a:srgbClr>
          </a:solidFill>
          <a:ln>
            <a:noFill/>
          </a:ln>
        </p:spPr>
      </p:sp>
      <p:sp>
        <p:nvSpPr>
          <p:cNvPr id="31" name="!!circle-1u1"/>
          <p:cNvSpPr/>
          <p:nvPr/>
        </p:nvSpPr>
        <p:spPr>
          <a:xfrm>
            <a:off x="1656764" y="6596808"/>
            <a:ext cx="34519" cy="34519"/>
          </a:xfrm>
          <a:prstGeom prst="ellipse">
            <a:avLst/>
          </a:prstGeom>
          <a:solidFill>
            <a:srgbClr val="627D8D">
              <a:alpha val="22500"/>
            </a:srgbClr>
          </a:solidFill>
          <a:ln>
            <a:noFill/>
          </a:ln>
        </p:spPr>
      </p:sp>
      <p:sp>
        <p:nvSpPr>
          <p:cNvPr id="32" name="!!circle-1u4"/>
          <p:cNvSpPr/>
          <p:nvPr/>
        </p:nvSpPr>
        <p:spPr>
          <a:xfrm>
            <a:off x="2646621" y="5146474"/>
            <a:ext cx="46228" cy="46228"/>
          </a:xfrm>
          <a:prstGeom prst="ellipse">
            <a:avLst/>
          </a:prstGeom>
          <a:solidFill>
            <a:srgbClr val="627D8D">
              <a:alpha val="26200"/>
            </a:srgbClr>
          </a:solidFill>
          <a:ln>
            <a:noFill/>
          </a:ln>
        </p:spPr>
      </p:sp>
      <p:sp>
        <p:nvSpPr>
          <p:cNvPr id="33" name="!!circle-1u7"/>
          <p:cNvSpPr/>
          <p:nvPr/>
        </p:nvSpPr>
        <p:spPr>
          <a:xfrm>
            <a:off x="7421392" y="4793341"/>
            <a:ext cx="49327" cy="49327"/>
          </a:xfrm>
          <a:prstGeom prst="ellipse">
            <a:avLst/>
          </a:prstGeom>
          <a:solidFill>
            <a:srgbClr val="627D8D">
              <a:alpha val="20800"/>
            </a:srgbClr>
          </a:solidFill>
          <a:ln>
            <a:noFill/>
          </a:ln>
        </p:spPr>
      </p:sp>
      <p:sp>
        <p:nvSpPr>
          <p:cNvPr id="34" name="!!circle-1ua"/>
          <p:cNvSpPr/>
          <p:nvPr/>
        </p:nvSpPr>
        <p:spPr>
          <a:xfrm>
            <a:off x="9694223" y="5509129"/>
            <a:ext cx="24054" cy="24054"/>
          </a:xfrm>
          <a:prstGeom prst="ellipse">
            <a:avLst/>
          </a:prstGeom>
          <a:solidFill>
            <a:srgbClr val="627D8D">
              <a:alpha val="22200"/>
            </a:srgbClr>
          </a:solidFill>
          <a:ln>
            <a:noFill/>
          </a:ln>
        </p:spPr>
      </p:sp>
      <p:sp>
        <p:nvSpPr>
          <p:cNvPr id="35" name="!!circle-1ud"/>
          <p:cNvSpPr/>
          <p:nvPr/>
        </p:nvSpPr>
        <p:spPr>
          <a:xfrm>
            <a:off x="2078328" y="1494438"/>
            <a:ext cx="32271" cy="32271"/>
          </a:xfrm>
          <a:prstGeom prst="ellipse">
            <a:avLst/>
          </a:prstGeom>
          <a:solidFill>
            <a:srgbClr val="627D8D">
              <a:alpha val="20500"/>
            </a:srgbClr>
          </a:solidFill>
          <a:ln>
            <a:noFill/>
          </a:ln>
        </p:spPr>
      </p:sp>
      <p:sp>
        <p:nvSpPr>
          <p:cNvPr id="36" name="!!circle-1uj"/>
          <p:cNvSpPr/>
          <p:nvPr/>
        </p:nvSpPr>
        <p:spPr>
          <a:xfrm>
            <a:off x="2080914" y="2470810"/>
            <a:ext cx="34252" cy="34252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37" name="!!circle-1um"/>
          <p:cNvSpPr/>
          <p:nvPr/>
        </p:nvSpPr>
        <p:spPr>
          <a:xfrm>
            <a:off x="9610046" y="4384655"/>
            <a:ext cx="44196" cy="44196"/>
          </a:xfrm>
          <a:prstGeom prst="ellipse">
            <a:avLst/>
          </a:prstGeom>
          <a:solidFill>
            <a:srgbClr val="627D8D">
              <a:alpha val="21700"/>
            </a:srgbClr>
          </a:solidFill>
          <a:ln>
            <a:noFill/>
          </a:ln>
        </p:spPr>
      </p:sp>
      <p:sp>
        <p:nvSpPr>
          <p:cNvPr id="38" name="!!circle-1up"/>
          <p:cNvSpPr/>
          <p:nvPr/>
        </p:nvSpPr>
        <p:spPr>
          <a:xfrm>
            <a:off x="6790887" y="1818627"/>
            <a:ext cx="35192" cy="35192"/>
          </a:xfrm>
          <a:prstGeom prst="ellipse">
            <a:avLst/>
          </a:prstGeom>
          <a:solidFill>
            <a:srgbClr val="627D8D">
              <a:alpha val="27100"/>
            </a:srgbClr>
          </a:solidFill>
          <a:ln>
            <a:noFill/>
          </a:ln>
        </p:spPr>
      </p:sp>
      <p:sp>
        <p:nvSpPr>
          <p:cNvPr id="39" name="!!circle-1us"/>
          <p:cNvSpPr/>
          <p:nvPr/>
        </p:nvSpPr>
        <p:spPr>
          <a:xfrm>
            <a:off x="10146002" y="5367329"/>
            <a:ext cx="43358" cy="43358"/>
          </a:xfrm>
          <a:prstGeom prst="ellipse">
            <a:avLst/>
          </a:prstGeom>
          <a:solidFill>
            <a:srgbClr val="627D8D">
              <a:alpha val="19500"/>
            </a:srgbClr>
          </a:solidFill>
          <a:ln>
            <a:noFill/>
          </a:ln>
        </p:spPr>
      </p:sp>
      <p:sp>
        <p:nvSpPr>
          <p:cNvPr id="40" name="!!circle-1uv"/>
          <p:cNvSpPr/>
          <p:nvPr/>
        </p:nvSpPr>
        <p:spPr>
          <a:xfrm>
            <a:off x="3145496" y="2157194"/>
            <a:ext cx="33528" cy="33528"/>
          </a:xfrm>
          <a:prstGeom prst="ellipse">
            <a:avLst/>
          </a:prstGeom>
          <a:solidFill>
            <a:srgbClr val="627D8D">
              <a:alpha val="28300"/>
            </a:srgbClr>
          </a:solidFill>
          <a:ln>
            <a:noFill/>
          </a:ln>
        </p:spPr>
      </p:sp>
      <p:sp>
        <p:nvSpPr>
          <p:cNvPr id="41" name="!!circle-1uy"/>
          <p:cNvSpPr/>
          <p:nvPr/>
        </p:nvSpPr>
        <p:spPr>
          <a:xfrm>
            <a:off x="6786092" y="2718938"/>
            <a:ext cx="28956" cy="28956"/>
          </a:xfrm>
          <a:prstGeom prst="ellipse">
            <a:avLst/>
          </a:prstGeom>
          <a:solidFill>
            <a:srgbClr val="627D8D">
              <a:alpha val="21800"/>
            </a:srgbClr>
          </a:solidFill>
          <a:ln>
            <a:noFill/>
          </a:ln>
        </p:spPr>
      </p:sp>
      <p:sp>
        <p:nvSpPr>
          <p:cNvPr id="42" name="!!circle-1v1"/>
          <p:cNvSpPr/>
          <p:nvPr/>
        </p:nvSpPr>
        <p:spPr>
          <a:xfrm>
            <a:off x="6995029" y="6421355"/>
            <a:ext cx="45555" cy="45555"/>
          </a:xfrm>
          <a:prstGeom prst="ellipse">
            <a:avLst/>
          </a:prstGeom>
          <a:solidFill>
            <a:srgbClr val="627D8D">
              <a:alpha val="20900"/>
            </a:srgbClr>
          </a:solidFill>
          <a:ln>
            <a:noFill/>
          </a:ln>
        </p:spPr>
      </p:sp>
      <p:sp>
        <p:nvSpPr>
          <p:cNvPr id="43" name="!!circle-1v4"/>
          <p:cNvSpPr/>
          <p:nvPr/>
        </p:nvSpPr>
        <p:spPr>
          <a:xfrm>
            <a:off x="11309256" y="3332568"/>
            <a:ext cx="39484" cy="39484"/>
          </a:xfrm>
          <a:prstGeom prst="ellipse">
            <a:avLst/>
          </a:prstGeom>
          <a:solidFill>
            <a:srgbClr val="627D8D">
              <a:alpha val="13600"/>
            </a:srgbClr>
          </a:solidFill>
          <a:ln>
            <a:noFill/>
          </a:ln>
        </p:spPr>
      </p:sp>
      <p:sp>
        <p:nvSpPr>
          <p:cNvPr id="44" name="!!circle-1v7"/>
          <p:cNvSpPr/>
          <p:nvPr/>
        </p:nvSpPr>
        <p:spPr>
          <a:xfrm>
            <a:off x="7456280" y="5680331"/>
            <a:ext cx="30455" cy="30455"/>
          </a:xfrm>
          <a:prstGeom prst="ellipse">
            <a:avLst/>
          </a:prstGeom>
          <a:solidFill>
            <a:srgbClr val="627D8D">
              <a:alpha val="16500"/>
            </a:srgbClr>
          </a:solidFill>
          <a:ln>
            <a:noFill/>
          </a:ln>
        </p:spPr>
      </p:sp>
      <p:sp>
        <p:nvSpPr>
          <p:cNvPr id="45" name="!!circle-1va"/>
          <p:cNvSpPr/>
          <p:nvPr/>
        </p:nvSpPr>
        <p:spPr>
          <a:xfrm>
            <a:off x="8957488" y="6435764"/>
            <a:ext cx="28257" cy="28257"/>
          </a:xfrm>
          <a:prstGeom prst="ellipse">
            <a:avLst/>
          </a:prstGeom>
          <a:solidFill>
            <a:srgbClr val="627D8D">
              <a:alpha val="15700"/>
            </a:srgbClr>
          </a:solidFill>
          <a:ln>
            <a:noFill/>
          </a:ln>
        </p:spPr>
      </p:sp>
      <p:sp>
        <p:nvSpPr>
          <p:cNvPr id="46" name="!!circle-1vd"/>
          <p:cNvSpPr/>
          <p:nvPr/>
        </p:nvSpPr>
        <p:spPr>
          <a:xfrm>
            <a:off x="11368365" y="5124122"/>
            <a:ext cx="45149" cy="45149"/>
          </a:xfrm>
          <a:prstGeom prst="ellipse">
            <a:avLst/>
          </a:prstGeom>
          <a:solidFill>
            <a:srgbClr val="627D8D">
              <a:alpha val="31200"/>
            </a:srgbClr>
          </a:solidFill>
          <a:ln>
            <a:noFill/>
          </a:ln>
        </p:spPr>
      </p:sp>
      <p:sp>
        <p:nvSpPr>
          <p:cNvPr id="47" name="!!circle-1vg"/>
          <p:cNvSpPr/>
          <p:nvPr/>
        </p:nvSpPr>
        <p:spPr>
          <a:xfrm>
            <a:off x="3455572" y="3225542"/>
            <a:ext cx="30696" cy="30696"/>
          </a:xfrm>
          <a:prstGeom prst="ellipse">
            <a:avLst/>
          </a:prstGeom>
          <a:solidFill>
            <a:srgbClr val="627D8D">
              <a:alpha val="25700"/>
            </a:srgbClr>
          </a:solidFill>
          <a:ln>
            <a:noFill/>
          </a:ln>
        </p:spPr>
      </p:sp>
      <p:sp>
        <p:nvSpPr>
          <p:cNvPr id="48" name="!!circle-1vj"/>
          <p:cNvSpPr/>
          <p:nvPr/>
        </p:nvSpPr>
        <p:spPr>
          <a:xfrm>
            <a:off x="8823293" y="3762223"/>
            <a:ext cx="37401" cy="37401"/>
          </a:xfrm>
          <a:prstGeom prst="ellipse">
            <a:avLst/>
          </a:prstGeom>
          <a:solidFill>
            <a:srgbClr val="627D8D">
              <a:alpha val="16000"/>
            </a:srgbClr>
          </a:solidFill>
          <a:ln>
            <a:noFill/>
          </a:ln>
        </p:spPr>
      </p:sp>
      <p:sp>
        <p:nvSpPr>
          <p:cNvPr id="49" name="!!circle-1vm"/>
          <p:cNvSpPr/>
          <p:nvPr/>
        </p:nvSpPr>
        <p:spPr>
          <a:xfrm>
            <a:off x="1768304" y="4573201"/>
            <a:ext cx="33096" cy="33096"/>
          </a:xfrm>
          <a:prstGeom prst="ellipse">
            <a:avLst/>
          </a:prstGeom>
          <a:solidFill>
            <a:srgbClr val="627D8D">
              <a:alpha val="22300"/>
            </a:srgbClr>
          </a:solidFill>
          <a:ln>
            <a:noFill/>
          </a:ln>
        </p:spPr>
      </p:sp>
      <p:sp>
        <p:nvSpPr>
          <p:cNvPr id="50" name="!!circle-1vp"/>
          <p:cNvSpPr/>
          <p:nvPr/>
        </p:nvSpPr>
        <p:spPr>
          <a:xfrm>
            <a:off x="11586658" y="686637"/>
            <a:ext cx="21145" cy="21145"/>
          </a:xfrm>
          <a:prstGeom prst="ellipse">
            <a:avLst/>
          </a:prstGeom>
          <a:solidFill>
            <a:srgbClr val="627D8D">
              <a:alpha val="16300"/>
            </a:srgbClr>
          </a:solidFill>
          <a:ln>
            <a:noFill/>
          </a:ln>
        </p:spPr>
      </p:sp>
      <p:sp>
        <p:nvSpPr>
          <p:cNvPr id="51" name="!!circle-1vs"/>
          <p:cNvSpPr/>
          <p:nvPr/>
        </p:nvSpPr>
        <p:spPr>
          <a:xfrm>
            <a:off x="11076357" y="5608651"/>
            <a:ext cx="35281" cy="35281"/>
          </a:xfrm>
          <a:prstGeom prst="ellipse">
            <a:avLst/>
          </a:prstGeom>
          <a:solidFill>
            <a:srgbClr val="627D8D">
              <a:alpha val="30000"/>
            </a:srgbClr>
          </a:solidFill>
          <a:ln>
            <a:noFill/>
          </a:ln>
        </p:spPr>
      </p:sp>
      <p:sp>
        <p:nvSpPr>
          <p:cNvPr id="52" name="!!path-38h"/>
          <p:cNvSpPr/>
          <p:nvPr/>
        </p:nvSpPr>
        <p:spPr>
          <a:xfrm>
            <a:off x="56620" y="-1834699"/>
            <a:ext cx="3868004" cy="5017716"/>
          </a:xfrm>
          <a:custGeom>
            <a:avLst/>
            <a:gdLst/>
            <a:ahLst/>
            <a:cxnLst/>
            <a:rect l="l" t="t" r="r" b="b"/>
            <a:pathLst>
              <a:path w="3868004" h="5017716" fill="none">
                <a:moveTo>
                  <a:pt x="0" y="0"/>
                </a:moveTo>
                <a:quadBezTo>
                  <a:pt x="1075132" y="3170935"/>
                  <a:pt x="3868004" y="5017716"/>
                </a:quadBezTo>
              </a:path>
            </a:pathLst>
          </a:custGeom>
          <a:noFill/>
          <a:ln w="31782" cap="rnd">
            <a:solidFill>
              <a:srgbClr val="627D8D">
                <a:alpha val="7800"/>
              </a:srgbClr>
            </a:solidFill>
            <a:prstDash val="solid"/>
            <a:round/>
          </a:ln>
        </p:spPr>
      </p:sp>
      <p:sp>
        <p:nvSpPr>
          <p:cNvPr id="53" name="!!circle-38k"/>
          <p:cNvSpPr/>
          <p:nvPr/>
        </p:nvSpPr>
        <p:spPr>
          <a:xfrm>
            <a:off x="2851616" y="2355445"/>
            <a:ext cx="203403" cy="203403"/>
          </a:xfrm>
          <a:prstGeom prst="ellipse">
            <a:avLst/>
          </a:prstGeom>
          <a:gradFill rotWithShape="1">
            <a:gsLst>
              <a:gs pos="0">
                <a:srgbClr val="FFFFFF">
                  <a:alpha val="22827"/>
                </a:srgbClr>
              </a:gs>
              <a:gs pos="28284">
                <a:srgbClr val="627D8D">
                  <a:alpha val="11414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4" name="!!circle-38n"/>
          <p:cNvSpPr/>
          <p:nvPr/>
        </p:nvSpPr>
        <p:spPr>
          <a:xfrm>
            <a:off x="1376686" y="794423"/>
            <a:ext cx="203403" cy="203403"/>
          </a:xfrm>
          <a:prstGeom prst="ellipse">
            <a:avLst/>
          </a:prstGeom>
          <a:gradFill rotWithShape="1">
            <a:gsLst>
              <a:gs pos="0">
                <a:srgbClr val="FFFFFF">
                  <a:alpha val="24300"/>
                </a:srgbClr>
              </a:gs>
              <a:gs pos="28284">
                <a:srgbClr val="627D8D">
                  <a:alpha val="1215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5" name="!!circle-3as"/>
          <p:cNvSpPr/>
          <p:nvPr/>
        </p:nvSpPr>
        <p:spPr>
          <a:xfrm>
            <a:off x="-5307069" y="-7486760"/>
            <a:ext cx="8787019" cy="8787019"/>
          </a:xfrm>
          <a:prstGeom prst="ellipse">
            <a:avLst/>
          </a:prstGeom>
          <a:gradFill rotWithShape="1">
            <a:gsLst>
              <a:gs pos="0">
                <a:srgbClr val="627D8D">
                  <a:alpha val="220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6" name="!!circle-3b0"/>
          <p:cNvSpPr/>
          <p:nvPr/>
        </p:nvSpPr>
        <p:spPr>
          <a:xfrm>
            <a:off x="-3901874" y="-6081565"/>
            <a:ext cx="5976630" cy="5976630"/>
          </a:xfrm>
          <a:custGeom>
            <a:avLst/>
            <a:gdLst/>
            <a:ahLst/>
            <a:cxnLst/>
            <a:rect l="l" t="t" r="r" b="b"/>
            <a:pathLst>
              <a:path w="5976630" h="5976630" fill="none">
                <a:moveTo>
                  <a:pt x="422809" y="2222752"/>
                </a:moveTo>
                <a:cubicBezTo>
                  <a:pt x="845618" y="805862"/>
                  <a:pt x="2336988" y="0"/>
                  <a:pt x="3753878" y="422809"/>
                </a:cubicBezTo>
                <a:cubicBezTo>
                  <a:pt x="5170768" y="845618"/>
                  <a:pt x="5976630" y="2336988"/>
                  <a:pt x="5553821" y="3753878"/>
                </a:cubicBezTo>
                <a:cubicBezTo>
                  <a:pt x="5131012" y="5170768"/>
                  <a:pt x="3639642" y="5976630"/>
                  <a:pt x="2222752" y="5553821"/>
                </a:cubicBezTo>
                <a:cubicBezTo>
                  <a:pt x="805862" y="5131012"/>
                  <a:pt x="0" y="3639642"/>
                  <a:pt x="422809" y="2222752"/>
                </a:cubicBezTo>
                <a:close/>
              </a:path>
            </a:pathLst>
          </a:custGeom>
          <a:noFill/>
          <a:ln w="21357" cap="rnd">
            <a:solidFill>
              <a:srgbClr val="627D8D">
                <a:alpha val="27000"/>
              </a:srgbClr>
            </a:solidFill>
            <a:custDash>
              <a:ds d="142857" sp="714286"/>
            </a:custDash>
            <a:miter lim="800000"/>
          </a:ln>
        </p:spPr>
      </p:sp>
      <p:sp>
        <p:nvSpPr>
          <p:cNvPr id="57" name="!!circle-3b4"/>
          <p:cNvSpPr/>
          <p:nvPr/>
        </p:nvSpPr>
        <p:spPr>
          <a:xfrm>
            <a:off x="-4758342" y="-6938033"/>
            <a:ext cx="7689566" cy="7689566"/>
          </a:xfrm>
          <a:custGeom>
            <a:avLst/>
            <a:gdLst/>
            <a:ahLst/>
            <a:cxnLst/>
            <a:rect l="l" t="t" r="r" b="b"/>
            <a:pathLst>
              <a:path w="7689566" h="7689566" fill="none">
                <a:moveTo>
                  <a:pt x="6465095" y="6061884"/>
                </a:moveTo>
                <a:cubicBezTo>
                  <a:pt x="5240624" y="7509042"/>
                  <a:pt x="3074841" y="7689566"/>
                  <a:pt x="1627683" y="6465095"/>
                </a:cubicBezTo>
                <a:cubicBezTo>
                  <a:pt x="180524" y="5240624"/>
                  <a:pt x="0" y="3074841"/>
                  <a:pt x="1224471" y="1627683"/>
                </a:cubicBezTo>
                <a:cubicBezTo>
                  <a:pt x="2448942" y="180524"/>
                  <a:pt x="4614725" y="0"/>
                  <a:pt x="6061884" y="1224471"/>
                </a:cubicBezTo>
                <a:cubicBezTo>
                  <a:pt x="7509042" y="2448942"/>
                  <a:pt x="7689566" y="4614725"/>
                  <a:pt x="6465095" y="6061884"/>
                </a:cubicBezTo>
                <a:close/>
              </a:path>
            </a:pathLst>
          </a:custGeom>
          <a:noFill/>
          <a:ln w="21357" cap="rnd">
            <a:solidFill>
              <a:srgbClr val="627D8D">
                <a:alpha val="20000"/>
              </a:srgbClr>
            </a:solidFill>
            <a:custDash>
              <a:ds d="2857143" sp="1285714"/>
              <a:ds d="285714" sp="1285714"/>
            </a:custDash>
            <a:miter lim="800000"/>
          </a:ln>
        </p:spPr>
      </p:sp>
      <p:sp>
        <p:nvSpPr>
          <p:cNvPr id="58" name="!!circle-3dt"/>
          <p:cNvSpPr/>
          <p:nvPr/>
        </p:nvSpPr>
        <p:spPr>
          <a:xfrm>
            <a:off x="9765106" y="-3042400"/>
            <a:ext cx="3432429" cy="3432429"/>
          </a:xfrm>
          <a:prstGeom prst="ellipse">
            <a:avLst/>
          </a:prstGeom>
          <a:gradFill rotWithShape="1">
            <a:gsLst>
              <a:gs pos="0">
                <a:srgbClr val="627D8D">
                  <a:alpha val="200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9" name="!!rect-4aj"/>
          <p:cNvSpPr/>
          <p:nvPr/>
        </p:nvSpPr>
        <p:spPr>
          <a:xfrm>
            <a:off x="2887535" y="2271509"/>
            <a:ext cx="3432429" cy="1258557"/>
          </a:xfrm>
          <a:prstGeom prst="roundRect">
            <a:avLst>
              <a:gd name="adj" fmla="val 14458"/>
            </a:avLst>
          </a:prstGeom>
          <a:solidFill>
            <a:srgbClr val="0B1A26">
              <a:alpha val="12000"/>
            </a:srgbClr>
          </a:solidFill>
          <a:ln>
            <a:noFill/>
          </a:ln>
          <a:effectLst>
            <a:softEdge rad="223744"/>
          </a:effectLst>
        </p:spPr>
      </p:sp>
      <p:sp>
        <p:nvSpPr>
          <p:cNvPr id="60" name="!!rect-4ak"/>
          <p:cNvSpPr/>
          <p:nvPr/>
        </p:nvSpPr>
        <p:spPr>
          <a:xfrm>
            <a:off x="2951099" y="2284222"/>
            <a:ext cx="3305302" cy="108058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6356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61" name="!!text-4al" descr="使用者需求"/>
          <p:cNvSpPr txBox="1"/>
          <p:nvPr/>
        </p:nvSpPr>
        <p:spPr>
          <a:xfrm>
            <a:off x="3129077" y="2388975"/>
            <a:ext cx="741151" cy="20248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01" b="1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使用者需求</a:t>
            </a:r>
            <a:endParaRPr lang="zh-TW" sz="1101"/>
          </a:p>
        </p:txBody>
      </p:sp>
      <p:sp>
        <p:nvSpPr>
          <p:cNvPr id="62" name="!!text-4ar" descr="想找適合入門的程式設計書，"/>
          <p:cNvSpPr txBox="1"/>
          <p:nvPr/>
        </p:nvSpPr>
        <p:spPr>
          <a:xfrm>
            <a:off x="3129077" y="2647805"/>
            <a:ext cx="2536184" cy="2761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502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想找適合入門的程式設計書，</a:t>
            </a:r>
            <a:endParaRPr lang="zh-TW" sz="1502"/>
          </a:p>
        </p:txBody>
      </p:sp>
      <p:sp>
        <p:nvSpPr>
          <p:cNvPr id="63" name="!!text-4b5" descr="預算 300 代幣以內"/>
          <p:cNvSpPr txBox="1"/>
          <p:nvPr/>
        </p:nvSpPr>
        <p:spPr>
          <a:xfrm>
            <a:off x="3129077" y="2952910"/>
            <a:ext cx="1619344" cy="2761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502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預算 300 代幣以內</a:t>
            </a:r>
            <a:endParaRPr lang="zh-TW" sz="1502"/>
          </a:p>
        </p:txBody>
      </p:sp>
      <p:sp>
        <p:nvSpPr>
          <p:cNvPr id="64" name="!!text-4ed" descr="AI 書籍顧問"/>
          <p:cNvSpPr txBox="1"/>
          <p:nvPr/>
        </p:nvSpPr>
        <p:spPr>
          <a:xfrm>
            <a:off x="707307" y="632588"/>
            <a:ext cx="948571" cy="22089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01" b="1" kern="0" spc="144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A</a:t>
            </a:r>
            <a:r>
              <a:rPr lang="zh-TW" altLang="en-US" sz="1201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I</a:t>
            </a:r>
            <a:r>
              <a:rPr lang="zh-TW" altLang="en-US" sz="1201" b="1" kern="0" spc="288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 </a:t>
            </a:r>
            <a:r>
              <a:rPr lang="zh-TW" altLang="en-US" sz="1201" b="1" kern="0" spc="144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書籍顧</a:t>
            </a:r>
            <a:r>
              <a:rPr lang="zh-TW" altLang="en-US" sz="1201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問</a:t>
            </a:r>
            <a:endParaRPr lang="zh-TW" sz="1201"/>
          </a:p>
        </p:txBody>
      </p:sp>
      <p:sp>
        <p:nvSpPr>
          <p:cNvPr id="65" name="!!text-4ep" descr="說出需求，AI 幫您挑書"/>
          <p:cNvSpPr txBox="1"/>
          <p:nvPr/>
        </p:nvSpPr>
        <p:spPr>
          <a:xfrm>
            <a:off x="707307" y="901589"/>
            <a:ext cx="4594421" cy="66268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3604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說出需</a:t>
            </a:r>
            <a:r>
              <a:rPr lang="zh-TW" altLang="en-US" sz="3604" kern="0" spc="-1081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求</a:t>
            </a:r>
            <a:r>
              <a:rPr lang="zh-TW" altLang="en-US" sz="3604" kern="0" spc="-649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，</a:t>
            </a:r>
            <a:r>
              <a:rPr lang="zh-TW" altLang="en-US" sz="3604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AI 幫您挑書</a:t>
            </a:r>
            <a:endParaRPr lang="zh-TW" sz="3604"/>
          </a:p>
        </p:txBody>
      </p:sp>
      <p:sp>
        <p:nvSpPr>
          <p:cNvPr id="66" name="!!text-4f5" descr="理解分類、預算與書況條件，只推薦站內可購買的書籍。"/>
          <p:cNvSpPr txBox="1"/>
          <p:nvPr/>
        </p:nvSpPr>
        <p:spPr>
          <a:xfrm>
            <a:off x="707307" y="1618076"/>
            <a:ext cx="4824470" cy="2761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502" kern="0" dirty="0">
                <a:solidFill>
                  <a:srgbClr val="3F4A54"/>
                </a:solidFill>
                <a:latin typeface="Noto Sans TC Medium"/>
                <a:ea typeface="Noto Sans TC Medium"/>
                <a:cs typeface="Noto Sans TC Medium"/>
              </a:rPr>
              <a:t>理解分類、預算與書況條件，只推薦站內可購買的書籍。</a:t>
            </a:r>
            <a:endParaRPr lang="zh-TW" sz="1502"/>
          </a:p>
        </p:txBody>
      </p:sp>
      <p:sp>
        <p:nvSpPr>
          <p:cNvPr id="67" name="!!rect-7lb"/>
          <p:cNvSpPr/>
          <p:nvPr/>
        </p:nvSpPr>
        <p:spPr>
          <a:xfrm>
            <a:off x="8521700" y="660400"/>
            <a:ext cx="2933700" cy="6121400"/>
          </a:xfrm>
          <a:prstGeom prst="roundRect">
            <a:avLst>
              <a:gd name="adj" fmla="val 18020"/>
            </a:avLst>
          </a:prstGeom>
          <a:solidFill>
            <a:srgbClr val="0B1A26">
              <a:alpha val="30000"/>
            </a:srgbClr>
          </a:solidFill>
          <a:ln>
            <a:noFill/>
          </a:ln>
          <a:effectLst>
            <a:softEdge rad="474980"/>
          </a:effectLst>
        </p:spPr>
      </p:sp>
      <p:sp>
        <p:nvSpPr>
          <p:cNvPr id="68" name="!!rect-7lc"/>
          <p:cNvSpPr/>
          <p:nvPr/>
        </p:nvSpPr>
        <p:spPr>
          <a:xfrm>
            <a:off x="8591550" y="527050"/>
            <a:ext cx="2794000" cy="5829300"/>
          </a:xfrm>
          <a:prstGeom prst="roundRect">
            <a:avLst>
              <a:gd name="adj" fmla="val 16825"/>
            </a:avLst>
          </a:prstGeom>
          <a:solidFill>
            <a:srgbClr val="0B1A26">
              <a:alpha val="16000"/>
            </a:srgbClr>
          </a:solidFill>
          <a:ln>
            <a:noFill/>
          </a:ln>
          <a:effectLst>
            <a:softEdge rad="125730"/>
          </a:effectLst>
        </p:spPr>
      </p:sp>
      <p:sp>
        <p:nvSpPr>
          <p:cNvPr id="69" name="!!rect-7ld"/>
          <p:cNvSpPr/>
          <p:nvPr/>
        </p:nvSpPr>
        <p:spPr>
          <a:xfrm>
            <a:off x="8590280" y="1676400"/>
            <a:ext cx="31750" cy="2159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70" name="!!rect-7le"/>
          <p:cNvSpPr/>
          <p:nvPr/>
        </p:nvSpPr>
        <p:spPr>
          <a:xfrm>
            <a:off x="8590280" y="2108200"/>
            <a:ext cx="31750" cy="4064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71" name="!!rect-7lf"/>
          <p:cNvSpPr/>
          <p:nvPr/>
        </p:nvSpPr>
        <p:spPr>
          <a:xfrm>
            <a:off x="8590280" y="2603500"/>
            <a:ext cx="31750" cy="4064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72" name="!!rect-7lg"/>
          <p:cNvSpPr/>
          <p:nvPr/>
        </p:nvSpPr>
        <p:spPr>
          <a:xfrm>
            <a:off x="11355070" y="2260600"/>
            <a:ext cx="31750" cy="6350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73" name="!!rect-7lh"/>
          <p:cNvSpPr/>
          <p:nvPr/>
        </p:nvSpPr>
        <p:spPr>
          <a:xfrm>
            <a:off x="11357610" y="4114800"/>
            <a:ext cx="25400" cy="419100"/>
          </a:xfrm>
          <a:prstGeom prst="roundRect">
            <a:avLst>
              <a:gd name="adj" fmla="val 50000"/>
            </a:avLst>
          </a:prstGeom>
          <a:solidFill>
            <a:srgbClr val="8795A0"/>
          </a:solidFill>
          <a:ln>
            <a:noFill/>
          </a:ln>
        </p:spPr>
      </p:sp>
      <p:sp>
        <p:nvSpPr>
          <p:cNvPr id="74" name="!!rect-7li"/>
          <p:cNvSpPr/>
          <p:nvPr/>
        </p:nvSpPr>
        <p:spPr>
          <a:xfrm>
            <a:off x="8610600" y="508000"/>
            <a:ext cx="2755900" cy="5753100"/>
          </a:xfrm>
          <a:prstGeom prst="roundRect">
            <a:avLst>
              <a:gd name="adj" fmla="val 16359"/>
            </a:avLst>
          </a:prstGeom>
          <a:gradFill rotWithShape="1">
            <a:gsLst>
              <a:gs pos="0">
                <a:srgbClr val="FBFCFD"/>
              </a:gs>
              <a:gs pos="18000">
                <a:srgbClr val="DDE5EB"/>
              </a:gs>
              <a:gs pos="46000">
                <a:srgbClr val="B4C2CC"/>
              </a:gs>
              <a:gs pos="62000">
                <a:srgbClr val="D3DCE3"/>
              </a:gs>
              <a:gs pos="84000">
                <a:srgbClr val="A9B8C3"/>
              </a:gs>
              <a:gs pos="100000">
                <a:srgbClr val="E8EEF2"/>
              </a:gs>
              <a:gs pos="100000">
                <a:srgbClr val="E8EEF2"/>
              </a:gs>
            </a:gsLst>
            <a:lin ang="3864255" scaled="0"/>
          </a:gradFill>
          <a:ln>
            <a:noFill/>
          </a:ln>
        </p:spPr>
      </p:sp>
      <p:sp>
        <p:nvSpPr>
          <p:cNvPr id="75" name="!!rect-7lj"/>
          <p:cNvSpPr/>
          <p:nvPr/>
        </p:nvSpPr>
        <p:spPr>
          <a:xfrm>
            <a:off x="8614410" y="511810"/>
            <a:ext cx="2748280" cy="5745480"/>
          </a:xfrm>
          <a:prstGeom prst="roundRect">
            <a:avLst>
              <a:gd name="adj" fmla="val 16266"/>
            </a:avLst>
          </a:prstGeom>
          <a:noFill/>
          <a:ln w="7620" cap="flat">
            <a:solidFill>
              <a:srgbClr val="7F8F9B">
                <a:alpha val="55000"/>
              </a:srgbClr>
            </a:solidFill>
            <a:prstDash val="solid"/>
            <a:miter lim="800000"/>
          </a:ln>
        </p:spPr>
      </p:sp>
      <p:sp>
        <p:nvSpPr>
          <p:cNvPr id="76" name="!!rect-7lk"/>
          <p:cNvSpPr/>
          <p:nvPr/>
        </p:nvSpPr>
        <p:spPr>
          <a:xfrm>
            <a:off x="8637270" y="534670"/>
            <a:ext cx="2702560" cy="5699760"/>
          </a:xfrm>
          <a:prstGeom prst="roundRect">
            <a:avLst>
              <a:gd name="adj" fmla="val 15695"/>
            </a:avLst>
          </a:prstGeom>
          <a:noFill/>
          <a:ln w="8890" cap="flat">
            <a:solidFill>
              <a:srgbClr val="FFFFFF">
                <a:alpha val="75000"/>
              </a:srgbClr>
            </a:solidFill>
            <a:prstDash val="solid"/>
            <a:miter lim="800000"/>
          </a:ln>
        </p:spPr>
      </p:sp>
      <p:sp>
        <p:nvSpPr>
          <p:cNvPr id="77" name="!!rect-7ll"/>
          <p:cNvSpPr/>
          <p:nvPr/>
        </p:nvSpPr>
        <p:spPr>
          <a:xfrm>
            <a:off x="8664575" y="561975"/>
            <a:ext cx="2647950" cy="5645150"/>
          </a:xfrm>
          <a:prstGeom prst="roundRect">
            <a:avLst>
              <a:gd name="adj" fmla="val 14988"/>
            </a:avLst>
          </a:prstGeom>
          <a:solidFill>
            <a:srgbClr val="050608"/>
          </a:solidFill>
          <a:ln>
            <a:noFill/>
          </a:ln>
        </p:spPr>
      </p:sp>
      <p:sp>
        <p:nvSpPr>
          <p:cNvPr id="78" name="!!rect-7ln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solidFill>
            <a:srgbClr val="F3F5F7"/>
          </a:solidFill>
          <a:ln>
            <a:noFill/>
          </a:ln>
        </p:spPr>
      </p:sp>
      <p:sp>
        <p:nvSpPr>
          <p:cNvPr id="79" name="!!rect-895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solidFill>
            <a:srgbClr val="F3F5F7"/>
          </a:solidFill>
          <a:ln>
            <a:noFill/>
          </a:ln>
        </p:spPr>
      </p:sp>
      <p:sp>
        <p:nvSpPr>
          <p:cNvPr id="80" name="!!path-897"/>
          <p:cNvSpPr/>
          <p:nvPr/>
        </p:nvSpPr>
        <p:spPr>
          <a:xfrm>
            <a:off x="8712200" y="609600"/>
            <a:ext cx="2552700" cy="730250"/>
          </a:xfrm>
          <a:custGeom>
            <a:avLst/>
            <a:gdLst/>
            <a:ahLst/>
            <a:cxnLst/>
            <a:rect l="l" t="t" r="r" b="b"/>
            <a:pathLst>
              <a:path w="2552700" h="730250">
                <a:moveTo>
                  <a:pt x="0" y="349250"/>
                </a:moveTo>
                <a:lnTo>
                  <a:pt x="6711" y="281115"/>
                </a:lnTo>
                <a:lnTo>
                  <a:pt x="26585" y="215598"/>
                </a:lnTo>
                <a:lnTo>
                  <a:pt x="58859" y="155217"/>
                </a:lnTo>
                <a:lnTo>
                  <a:pt x="102293" y="102293"/>
                </a:lnTo>
                <a:lnTo>
                  <a:pt x="155217" y="58859"/>
                </a:lnTo>
                <a:lnTo>
                  <a:pt x="215598" y="26585"/>
                </a:lnTo>
                <a:lnTo>
                  <a:pt x="281115" y="6711"/>
                </a:lnTo>
                <a:lnTo>
                  <a:pt x="349250" y="0"/>
                </a:lnTo>
                <a:lnTo>
                  <a:pt x="2203450" y="0"/>
                </a:lnTo>
                <a:lnTo>
                  <a:pt x="2271585" y="6711"/>
                </a:lnTo>
                <a:lnTo>
                  <a:pt x="2337102" y="26585"/>
                </a:lnTo>
                <a:lnTo>
                  <a:pt x="2397483" y="58859"/>
                </a:lnTo>
                <a:lnTo>
                  <a:pt x="2450407" y="102293"/>
                </a:lnTo>
                <a:lnTo>
                  <a:pt x="2493841" y="155217"/>
                </a:lnTo>
                <a:lnTo>
                  <a:pt x="2526115" y="215598"/>
                </a:lnTo>
                <a:lnTo>
                  <a:pt x="2545989" y="281115"/>
                </a:lnTo>
                <a:lnTo>
                  <a:pt x="2552700" y="349250"/>
                </a:lnTo>
                <a:lnTo>
                  <a:pt x="2552700" y="577850"/>
                </a:lnTo>
                <a:lnTo>
                  <a:pt x="2551642" y="602192"/>
                </a:lnTo>
                <a:lnTo>
                  <a:pt x="2548467" y="624417"/>
                </a:lnTo>
                <a:lnTo>
                  <a:pt x="2543175" y="644525"/>
                </a:lnTo>
                <a:lnTo>
                  <a:pt x="2535767" y="662517"/>
                </a:lnTo>
                <a:lnTo>
                  <a:pt x="2526242" y="678392"/>
                </a:lnTo>
                <a:lnTo>
                  <a:pt x="2514600" y="692150"/>
                </a:lnTo>
                <a:lnTo>
                  <a:pt x="2500842" y="703792"/>
                </a:lnTo>
                <a:lnTo>
                  <a:pt x="2484967" y="713317"/>
                </a:lnTo>
                <a:lnTo>
                  <a:pt x="2466975" y="720725"/>
                </a:lnTo>
                <a:lnTo>
                  <a:pt x="2446867" y="726017"/>
                </a:lnTo>
                <a:lnTo>
                  <a:pt x="2424642" y="729192"/>
                </a:lnTo>
                <a:lnTo>
                  <a:pt x="2400300" y="730250"/>
                </a:lnTo>
                <a:lnTo>
                  <a:pt x="152400" y="730250"/>
                </a:lnTo>
                <a:lnTo>
                  <a:pt x="128058" y="729192"/>
                </a:lnTo>
                <a:lnTo>
                  <a:pt x="105833" y="726017"/>
                </a:lnTo>
                <a:lnTo>
                  <a:pt x="85725" y="720725"/>
                </a:lnTo>
                <a:lnTo>
                  <a:pt x="67733" y="713317"/>
                </a:lnTo>
                <a:lnTo>
                  <a:pt x="51858" y="703792"/>
                </a:lnTo>
                <a:lnTo>
                  <a:pt x="38100" y="692150"/>
                </a:lnTo>
                <a:lnTo>
                  <a:pt x="26458" y="678392"/>
                </a:lnTo>
                <a:lnTo>
                  <a:pt x="16933" y="662517"/>
                </a:lnTo>
                <a:lnTo>
                  <a:pt x="9525" y="644525"/>
                </a:lnTo>
                <a:lnTo>
                  <a:pt x="4233" y="624417"/>
                </a:lnTo>
                <a:lnTo>
                  <a:pt x="1058" y="602192"/>
                </a:lnTo>
                <a:lnTo>
                  <a:pt x="0" y="577850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81" name="!!text-898" descr="2:25"/>
          <p:cNvSpPr txBox="1"/>
          <p:nvPr/>
        </p:nvSpPr>
        <p:spPr>
          <a:xfrm>
            <a:off x="9020597" y="714883"/>
            <a:ext cx="253790" cy="1563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50" kern="0" dirty="0">
                <a:solidFill>
                  <a:srgbClr val="FFFFFF"/>
                </a:solidFill>
                <a:latin typeface="Noto Sans TC SemiBold"/>
                <a:ea typeface="Noto Sans TC SemiBold"/>
                <a:cs typeface="Noto Sans TC SemiBold"/>
              </a:rPr>
              <a:t>2:25</a:t>
            </a:r>
            <a:endParaRPr lang="zh-TW" sz="850"/>
          </a:p>
        </p:txBody>
      </p:sp>
      <p:sp>
        <p:nvSpPr>
          <p:cNvPr id="82" name="!!rect-89d"/>
          <p:cNvSpPr/>
          <p:nvPr/>
        </p:nvSpPr>
        <p:spPr>
          <a:xfrm>
            <a:off x="10579100" y="808990"/>
            <a:ext cx="21590" cy="2667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83" name="!!rect-89e"/>
          <p:cNvSpPr/>
          <p:nvPr/>
        </p:nvSpPr>
        <p:spPr>
          <a:xfrm>
            <a:off x="10612120" y="792480"/>
            <a:ext cx="21590" cy="4318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84" name="!!rect-89f"/>
          <p:cNvSpPr/>
          <p:nvPr/>
        </p:nvSpPr>
        <p:spPr>
          <a:xfrm>
            <a:off x="10645140" y="775970"/>
            <a:ext cx="21590" cy="5969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85" name="!!rect-89g"/>
          <p:cNvSpPr/>
          <p:nvPr/>
        </p:nvSpPr>
        <p:spPr>
          <a:xfrm>
            <a:off x="10678160" y="759460"/>
            <a:ext cx="21590" cy="7620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86" name="!!path-89h"/>
          <p:cNvSpPr/>
          <p:nvPr/>
        </p:nvSpPr>
        <p:spPr>
          <a:xfrm>
            <a:off x="10763250" y="763570"/>
            <a:ext cx="95250" cy="70820"/>
          </a:xfrm>
          <a:custGeom>
            <a:avLst/>
            <a:gdLst/>
            <a:ahLst/>
            <a:cxnLst/>
            <a:rect l="l" t="t" r="r" b="b"/>
            <a:pathLst>
              <a:path w="95250" h="70820">
                <a:moveTo>
                  <a:pt x="47625" y="70820"/>
                </a:moveTo>
                <a:lnTo>
                  <a:pt x="31115" y="51135"/>
                </a:lnTo>
                <a:cubicBezTo>
                  <a:pt x="40714" y="43262"/>
                  <a:pt x="54536" y="43262"/>
                  <a:pt x="64135" y="51135"/>
                </a:cubicBezTo>
                <a:close/>
                <a:moveTo>
                  <a:pt x="0" y="23830"/>
                </a:moveTo>
                <a:cubicBezTo>
                  <a:pt x="27279" y="0"/>
                  <a:pt x="67971" y="0"/>
                  <a:pt x="95250" y="23830"/>
                </a:cubicBezTo>
                <a:lnTo>
                  <a:pt x="83820" y="37165"/>
                </a:lnTo>
                <a:cubicBezTo>
                  <a:pt x="63051" y="19153"/>
                  <a:pt x="32199" y="19153"/>
                  <a:pt x="11430" y="37165"/>
                </a:cubicBezTo>
                <a:close/>
                <a:moveTo>
                  <a:pt x="16510" y="43515"/>
                </a:moveTo>
                <a:cubicBezTo>
                  <a:pt x="34385" y="28089"/>
                  <a:pt x="60865" y="28089"/>
                  <a:pt x="78740" y="43515"/>
                </a:cubicBezTo>
                <a:lnTo>
                  <a:pt x="67310" y="56850"/>
                </a:lnTo>
                <a:cubicBezTo>
                  <a:pt x="55947" y="47238"/>
                  <a:pt x="39303" y="47238"/>
                  <a:pt x="27940" y="5685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87" name="!!rect-89i"/>
          <p:cNvSpPr/>
          <p:nvPr/>
        </p:nvSpPr>
        <p:spPr>
          <a:xfrm>
            <a:off x="10902950" y="760730"/>
            <a:ext cx="161925" cy="78740"/>
          </a:xfrm>
          <a:prstGeom prst="roundRect">
            <a:avLst>
              <a:gd name="adj" fmla="val 32258"/>
            </a:avLst>
          </a:prstGeom>
          <a:noFill/>
          <a:ln w="6985" cap="flat">
            <a:solidFill>
              <a:srgbClr val="FFFFFF">
                <a:alpha val="38000"/>
              </a:srgbClr>
            </a:solidFill>
            <a:prstDash val="solid"/>
            <a:miter lim="800000"/>
          </a:ln>
        </p:spPr>
      </p:sp>
      <p:sp>
        <p:nvSpPr>
          <p:cNvPr id="88" name="!!rect-89j"/>
          <p:cNvSpPr/>
          <p:nvPr/>
        </p:nvSpPr>
        <p:spPr>
          <a:xfrm>
            <a:off x="10916285" y="774065"/>
            <a:ext cx="110909" cy="52070"/>
          </a:xfrm>
          <a:prstGeom prst="roundRect">
            <a:avLst>
              <a:gd name="adj" fmla="val 26829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89" name="!!path-89k"/>
          <p:cNvSpPr/>
          <p:nvPr/>
        </p:nvSpPr>
        <p:spPr>
          <a:xfrm>
            <a:off x="11074400" y="786130"/>
            <a:ext cx="10345" cy="27940"/>
          </a:xfrm>
          <a:custGeom>
            <a:avLst/>
            <a:gdLst/>
            <a:ahLst/>
            <a:cxnLst/>
            <a:rect l="l" t="t" r="r" b="b"/>
            <a:pathLst>
              <a:path w="10345" h="27940">
                <a:moveTo>
                  <a:pt x="0" y="0"/>
                </a:moveTo>
                <a:lnTo>
                  <a:pt x="0" y="27940"/>
                </a:lnTo>
                <a:cubicBezTo>
                  <a:pt x="6146" y="26066"/>
                  <a:pt x="10345" y="20395"/>
                  <a:pt x="10345" y="13970"/>
                </a:cubicBezTo>
                <a:cubicBezTo>
                  <a:pt x="10345" y="7545"/>
                  <a:pt x="6146" y="1874"/>
                  <a:pt x="0" y="0"/>
                </a:cubicBezTo>
                <a:close/>
              </a:path>
            </a:pathLst>
          </a:custGeom>
          <a:solidFill>
            <a:srgbClr val="FFFFFF">
              <a:alpha val="45000"/>
            </a:srgbClr>
          </a:solidFill>
          <a:ln>
            <a:noFill/>
          </a:ln>
        </p:spPr>
      </p:sp>
      <p:sp>
        <p:nvSpPr>
          <p:cNvPr id="90" name="!!path-89l"/>
          <p:cNvSpPr/>
          <p:nvPr/>
        </p:nvSpPr>
        <p:spPr>
          <a:xfrm>
            <a:off x="8845537" y="1109129"/>
            <a:ext cx="62258" cy="105791"/>
          </a:xfrm>
          <a:custGeom>
            <a:avLst/>
            <a:gdLst/>
            <a:ahLst/>
            <a:cxnLst/>
            <a:rect l="l" t="t" r="r" b="b"/>
            <a:pathLst>
              <a:path w="62258" h="105791">
                <a:moveTo>
                  <a:pt x="62258" y="9363"/>
                </a:moveTo>
                <a:lnTo>
                  <a:pt x="52896" y="0"/>
                </a:lnTo>
                <a:lnTo>
                  <a:pt x="0" y="52896"/>
                </a:lnTo>
                <a:lnTo>
                  <a:pt x="52896" y="105791"/>
                </a:lnTo>
                <a:lnTo>
                  <a:pt x="62258" y="96429"/>
                </a:lnTo>
                <a:lnTo>
                  <a:pt x="18725" y="5289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91" name="!!path-89m"/>
          <p:cNvSpPr/>
          <p:nvPr/>
        </p:nvSpPr>
        <p:spPr>
          <a:xfrm>
            <a:off x="9607874" y="1103840"/>
            <a:ext cx="116370" cy="116370"/>
          </a:xfrm>
          <a:custGeom>
            <a:avLst/>
            <a:gdLst/>
            <a:ahLst/>
            <a:cxnLst/>
            <a:rect l="l" t="t" r="r" b="b"/>
            <a:pathLst>
              <a:path w="116370" h="116370">
                <a:moveTo>
                  <a:pt x="95212" y="42316"/>
                </a:moveTo>
                <a:lnTo>
                  <a:pt x="101824" y="27770"/>
                </a:lnTo>
                <a:lnTo>
                  <a:pt x="116370" y="21158"/>
                </a:lnTo>
                <a:lnTo>
                  <a:pt x="101824" y="14546"/>
                </a:lnTo>
                <a:lnTo>
                  <a:pt x="95212" y="0"/>
                </a:lnTo>
                <a:lnTo>
                  <a:pt x="88600" y="14546"/>
                </a:lnTo>
                <a:lnTo>
                  <a:pt x="74054" y="21158"/>
                </a:lnTo>
                <a:lnTo>
                  <a:pt x="88600" y="27770"/>
                </a:lnTo>
                <a:lnTo>
                  <a:pt x="95212" y="42316"/>
                </a:lnTo>
                <a:close/>
                <a:moveTo>
                  <a:pt x="55540" y="44961"/>
                </a:moveTo>
                <a:lnTo>
                  <a:pt x="42316" y="15869"/>
                </a:lnTo>
                <a:lnTo>
                  <a:pt x="29093" y="44961"/>
                </a:lnTo>
                <a:lnTo>
                  <a:pt x="0" y="58185"/>
                </a:lnTo>
                <a:lnTo>
                  <a:pt x="29093" y="71409"/>
                </a:lnTo>
                <a:lnTo>
                  <a:pt x="42316" y="100501"/>
                </a:lnTo>
                <a:lnTo>
                  <a:pt x="55540" y="71409"/>
                </a:lnTo>
                <a:lnTo>
                  <a:pt x="84633" y="58185"/>
                </a:lnTo>
                <a:lnTo>
                  <a:pt x="55540" y="44961"/>
                </a:lnTo>
                <a:close/>
                <a:moveTo>
                  <a:pt x="95212" y="74054"/>
                </a:moveTo>
                <a:lnTo>
                  <a:pt x="88600" y="88600"/>
                </a:lnTo>
                <a:lnTo>
                  <a:pt x="74054" y="95212"/>
                </a:lnTo>
                <a:lnTo>
                  <a:pt x="88600" y="101824"/>
                </a:lnTo>
                <a:lnTo>
                  <a:pt x="95212" y="116370"/>
                </a:lnTo>
                <a:lnTo>
                  <a:pt x="101824" y="101824"/>
                </a:lnTo>
                <a:lnTo>
                  <a:pt x="116370" y="95212"/>
                </a:lnTo>
                <a:lnTo>
                  <a:pt x="101824" y="88600"/>
                </a:lnTo>
                <a:lnTo>
                  <a:pt x="95212" y="7405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92" name="!!text-89n" descr="AI 書籍顧問"/>
          <p:cNvSpPr txBox="1"/>
          <p:nvPr/>
        </p:nvSpPr>
        <p:spPr>
          <a:xfrm>
            <a:off x="9780384" y="1070737"/>
            <a:ext cx="628421" cy="16550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1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AI 書籍顧問</a:t>
            </a:r>
            <a:endParaRPr lang="zh-TW" sz="900"/>
          </a:p>
        </p:txBody>
      </p:sp>
      <p:sp>
        <p:nvSpPr>
          <p:cNvPr id="93" name="!!circle-8a0"/>
          <p:cNvSpPr/>
          <p:nvPr/>
        </p:nvSpPr>
        <p:spPr>
          <a:xfrm>
            <a:off x="8813800" y="1460500"/>
            <a:ext cx="190500" cy="190500"/>
          </a:xfrm>
          <a:prstGeom prst="ellipse">
            <a:avLst/>
          </a:prstGeom>
          <a:solidFill>
            <a:srgbClr val="627D8D">
              <a:alpha val="14000"/>
            </a:srgbClr>
          </a:solidFill>
          <a:ln>
            <a:noFill/>
          </a:ln>
        </p:spPr>
      </p:sp>
      <p:sp>
        <p:nvSpPr>
          <p:cNvPr id="94" name="!!path-8a1"/>
          <p:cNvSpPr/>
          <p:nvPr/>
        </p:nvSpPr>
        <p:spPr>
          <a:xfrm>
            <a:off x="8856663" y="1503363"/>
            <a:ext cx="104775" cy="104775"/>
          </a:xfrm>
          <a:custGeom>
            <a:avLst/>
            <a:gdLst/>
            <a:ahLst/>
            <a:cxnLst/>
            <a:rect l="l" t="t" r="r" b="b"/>
            <a:pathLst>
              <a:path w="104775" h="104775">
                <a:moveTo>
                  <a:pt x="85725" y="38100"/>
                </a:moveTo>
                <a:lnTo>
                  <a:pt x="91678" y="25003"/>
                </a:lnTo>
                <a:lnTo>
                  <a:pt x="104775" y="19050"/>
                </a:lnTo>
                <a:lnTo>
                  <a:pt x="91678" y="13097"/>
                </a:lnTo>
                <a:lnTo>
                  <a:pt x="85725" y="0"/>
                </a:lnTo>
                <a:lnTo>
                  <a:pt x="79772" y="13097"/>
                </a:lnTo>
                <a:lnTo>
                  <a:pt x="66675" y="19050"/>
                </a:lnTo>
                <a:lnTo>
                  <a:pt x="79772" y="25003"/>
                </a:lnTo>
                <a:lnTo>
                  <a:pt x="85725" y="38100"/>
                </a:lnTo>
                <a:close/>
                <a:moveTo>
                  <a:pt x="50006" y="40481"/>
                </a:moveTo>
                <a:lnTo>
                  <a:pt x="38100" y="14288"/>
                </a:lnTo>
                <a:lnTo>
                  <a:pt x="26194" y="40481"/>
                </a:lnTo>
                <a:lnTo>
                  <a:pt x="0" y="52388"/>
                </a:lnTo>
                <a:lnTo>
                  <a:pt x="26194" y="64294"/>
                </a:lnTo>
                <a:lnTo>
                  <a:pt x="38100" y="90488"/>
                </a:lnTo>
                <a:lnTo>
                  <a:pt x="50006" y="64294"/>
                </a:lnTo>
                <a:lnTo>
                  <a:pt x="76200" y="52388"/>
                </a:lnTo>
                <a:lnTo>
                  <a:pt x="50006" y="40481"/>
                </a:lnTo>
                <a:close/>
                <a:moveTo>
                  <a:pt x="85725" y="66675"/>
                </a:moveTo>
                <a:lnTo>
                  <a:pt x="79772" y="79772"/>
                </a:lnTo>
                <a:lnTo>
                  <a:pt x="66675" y="85725"/>
                </a:lnTo>
                <a:lnTo>
                  <a:pt x="79772" y="91678"/>
                </a:lnTo>
                <a:lnTo>
                  <a:pt x="85725" y="104775"/>
                </a:lnTo>
                <a:lnTo>
                  <a:pt x="91678" y="91678"/>
                </a:lnTo>
                <a:lnTo>
                  <a:pt x="104775" y="85725"/>
                </a:lnTo>
                <a:lnTo>
                  <a:pt x="91678" y="79772"/>
                </a:lnTo>
                <a:lnTo>
                  <a:pt x="85725" y="66675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95" name="!!rect-8a2"/>
          <p:cNvSpPr/>
          <p:nvPr/>
        </p:nvSpPr>
        <p:spPr>
          <a:xfrm>
            <a:off x="9055100" y="1460500"/>
            <a:ext cx="1320800" cy="40005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96" name="!!text-8a3" descr="描述您想找的書籍，"/>
          <p:cNvSpPr txBox="1"/>
          <p:nvPr/>
        </p:nvSpPr>
        <p:spPr>
          <a:xfrm>
            <a:off x="9144000" y="1515110"/>
            <a:ext cx="885825" cy="1379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0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描述您想找的書籍，</a:t>
            </a:r>
            <a:endParaRPr lang="zh-TW" sz="750"/>
          </a:p>
        </p:txBody>
      </p:sp>
      <p:sp>
        <p:nvSpPr>
          <p:cNvPr id="97" name="!!text-8ad" descr="我會從站內挑選適合的書。"/>
          <p:cNvSpPr txBox="1"/>
          <p:nvPr/>
        </p:nvSpPr>
        <p:spPr>
          <a:xfrm>
            <a:off x="9144000" y="1657985"/>
            <a:ext cx="1171575" cy="1379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0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我會從站內挑選適合的書。</a:t>
            </a:r>
            <a:endParaRPr lang="zh-TW" sz="750"/>
          </a:p>
        </p:txBody>
      </p:sp>
      <p:sp>
        <p:nvSpPr>
          <p:cNvPr id="98" name="!!rect-8au"/>
          <p:cNvSpPr/>
          <p:nvPr/>
        </p:nvSpPr>
        <p:spPr>
          <a:xfrm>
            <a:off x="9144000" y="1981200"/>
            <a:ext cx="943756" cy="215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99" name="!!text-8av" descr="200 代幣以內的書籍"/>
          <p:cNvSpPr txBox="1"/>
          <p:nvPr/>
        </p:nvSpPr>
        <p:spPr>
          <a:xfrm>
            <a:off x="9232900" y="2017776"/>
            <a:ext cx="820992" cy="12872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00" kern="0" dirty="0">
                <a:solidFill>
                  <a:srgbClr val="151E27"/>
                </a:solidFill>
                <a:latin typeface="Noto Sans TC Medium"/>
                <a:ea typeface="Noto Sans TC Medium"/>
                <a:cs typeface="Noto Sans TC Medium"/>
              </a:rPr>
              <a:t>200 代幣以內的書籍</a:t>
            </a:r>
            <a:endParaRPr lang="zh-TW" sz="700"/>
          </a:p>
        </p:txBody>
      </p:sp>
      <p:sp>
        <p:nvSpPr>
          <p:cNvPr id="100" name="!!rect-8ba"/>
          <p:cNvSpPr/>
          <p:nvPr/>
        </p:nvSpPr>
        <p:spPr>
          <a:xfrm>
            <a:off x="9144000" y="2260600"/>
            <a:ext cx="1035050" cy="215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101" name="!!text-8bb" descr="適合入門的程式設計書"/>
          <p:cNvSpPr txBox="1"/>
          <p:nvPr/>
        </p:nvSpPr>
        <p:spPr>
          <a:xfrm>
            <a:off x="9232900" y="2297176"/>
            <a:ext cx="915670" cy="12872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00" kern="0" dirty="0">
                <a:solidFill>
                  <a:srgbClr val="151E27"/>
                </a:solidFill>
                <a:latin typeface="Noto Sans TC Medium"/>
                <a:ea typeface="Noto Sans TC Medium"/>
                <a:cs typeface="Noto Sans TC Medium"/>
              </a:rPr>
              <a:t>適合入門的程式設計書</a:t>
            </a:r>
            <a:endParaRPr lang="zh-TW" sz="700"/>
          </a:p>
        </p:txBody>
      </p:sp>
      <p:sp>
        <p:nvSpPr>
          <p:cNvPr id="102" name="!!rect-8bq"/>
          <p:cNvSpPr/>
          <p:nvPr/>
        </p:nvSpPr>
        <p:spPr>
          <a:xfrm>
            <a:off x="9144000" y="2540000"/>
            <a:ext cx="949325" cy="215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103" name="!!text-8br" descr="最近熱門的文學小說"/>
          <p:cNvSpPr txBox="1"/>
          <p:nvPr/>
        </p:nvSpPr>
        <p:spPr>
          <a:xfrm>
            <a:off x="9232900" y="2576576"/>
            <a:ext cx="826770" cy="12872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00" kern="0" dirty="0">
                <a:solidFill>
                  <a:srgbClr val="151E27"/>
                </a:solidFill>
                <a:latin typeface="Noto Sans TC Medium"/>
                <a:ea typeface="Noto Sans TC Medium"/>
                <a:cs typeface="Noto Sans TC Medium"/>
              </a:rPr>
              <a:t>最近熱門的文學小說</a:t>
            </a:r>
            <a:endParaRPr lang="zh-TW" sz="700"/>
          </a:p>
        </p:txBody>
      </p:sp>
      <p:sp>
        <p:nvSpPr>
          <p:cNvPr id="104" name="!!rect-8hm"/>
          <p:cNvSpPr/>
          <p:nvPr/>
        </p:nvSpPr>
        <p:spPr>
          <a:xfrm>
            <a:off x="8712200" y="5524500"/>
            <a:ext cx="2552700" cy="635000"/>
          </a:xfrm>
          <a:custGeom>
            <a:avLst/>
            <a:gdLst/>
            <a:ahLst/>
            <a:cxnLst/>
            <a:rect l="l" t="t" r="r" b="b"/>
            <a:pathLst>
              <a:path w="2552700" h="635000">
                <a:moveTo>
                  <a:pt x="0" y="0"/>
                </a:moveTo>
                <a:lnTo>
                  <a:pt x="2552700" y="0"/>
                </a:lnTo>
                <a:lnTo>
                  <a:pt x="2552700" y="317500"/>
                </a:lnTo>
                <a:cubicBezTo>
                  <a:pt x="2552700" y="492850"/>
                  <a:pt x="2410550" y="635000"/>
                  <a:pt x="2235200" y="635000"/>
                </a:cubicBezTo>
                <a:lnTo>
                  <a:pt x="317500" y="635000"/>
                </a:lnTo>
                <a:cubicBezTo>
                  <a:pt x="142150" y="635000"/>
                  <a:pt x="0" y="492850"/>
                  <a:pt x="0" y="317500"/>
                </a:cubicBez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05" name="!!rect-8hn"/>
          <p:cNvSpPr/>
          <p:nvPr/>
        </p:nvSpPr>
        <p:spPr>
          <a:xfrm>
            <a:off x="8813800" y="5588000"/>
            <a:ext cx="2019300" cy="304800"/>
          </a:xfrm>
          <a:prstGeom prst="roundRect">
            <a:avLst>
              <a:gd name="adj" fmla="val 50000"/>
            </a:avLst>
          </a:prstGeom>
          <a:solidFill>
            <a:srgbClr val="F3F5F7"/>
          </a:solidFill>
          <a:ln>
            <a:noFill/>
          </a:ln>
        </p:spPr>
      </p:sp>
      <p:sp>
        <p:nvSpPr>
          <p:cNvPr id="106" name="!!circle-8ho"/>
          <p:cNvSpPr/>
          <p:nvPr/>
        </p:nvSpPr>
        <p:spPr>
          <a:xfrm>
            <a:off x="10871200" y="5600700"/>
            <a:ext cx="279400" cy="279400"/>
          </a:xfrm>
          <a:prstGeom prst="ellipse">
            <a:avLst/>
          </a:prstGeom>
          <a:solidFill>
            <a:srgbClr val="627D8D"/>
          </a:solidFill>
          <a:ln>
            <a:noFill/>
          </a:ln>
        </p:spPr>
      </p:sp>
      <p:sp>
        <p:nvSpPr>
          <p:cNvPr id="107" name="!!path-8hp"/>
          <p:cNvSpPr/>
          <p:nvPr/>
        </p:nvSpPr>
        <p:spPr>
          <a:xfrm>
            <a:off x="10952696" y="5688019"/>
            <a:ext cx="122282" cy="104813"/>
          </a:xfrm>
          <a:custGeom>
            <a:avLst/>
            <a:gdLst/>
            <a:ahLst/>
            <a:cxnLst/>
            <a:rect l="l" t="t" r="r" b="b"/>
            <a:pathLst>
              <a:path w="122282" h="104813">
                <a:moveTo>
                  <a:pt x="58" y="104813"/>
                </a:moveTo>
                <a:lnTo>
                  <a:pt x="122282" y="52407"/>
                </a:lnTo>
                <a:lnTo>
                  <a:pt x="58" y="0"/>
                </a:lnTo>
                <a:lnTo>
                  <a:pt x="0" y="40761"/>
                </a:lnTo>
                <a:lnTo>
                  <a:pt x="87344" y="52407"/>
                </a:lnTo>
                <a:lnTo>
                  <a:pt x="0" y="6405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08" name="!!text-8i6" descr="想找適合入門的程式設計書，預算 300 代幣以內"/>
          <p:cNvSpPr txBox="1"/>
          <p:nvPr/>
        </p:nvSpPr>
        <p:spPr>
          <a:xfrm>
            <a:off x="8669687" y="5668010"/>
            <a:ext cx="2039588" cy="1379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0" kern="0" dirty="0">
                <a:solidFill>
                  <a:srgbClr val="151E27">
                    <a:alpha val="0"/>
                  </a:srgbClr>
                </a:solidFill>
                <a:latin typeface="Noto Sans TC"/>
                <a:ea typeface="Noto Sans TC"/>
                <a:cs typeface="Noto Sans TC"/>
              </a:rPr>
              <a:t>想找</a:t>
            </a:r>
            <a:r>
              <a:rPr lang="zh-TW" altLang="en-US" sz="750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適合入門的程式設計書，預算 300 代幣以內</a:t>
            </a:r>
            <a:endParaRPr lang="zh-TW" sz="750"/>
          </a:p>
        </p:txBody>
      </p:sp>
      <p:sp>
        <p:nvSpPr>
          <p:cNvPr id="109" name="!!rect-8kc"/>
          <p:cNvSpPr/>
          <p:nvPr/>
        </p:nvSpPr>
        <p:spPr>
          <a:xfrm>
            <a:off x="9531350" y="6076950"/>
            <a:ext cx="914400" cy="31750"/>
          </a:xfrm>
          <a:prstGeom prst="roundRect">
            <a:avLst>
              <a:gd name="adj" fmla="val 50000"/>
            </a:avLst>
          </a:prstGeom>
          <a:solidFill>
            <a:srgbClr val="000000">
              <a:alpha val="90000"/>
            </a:srgbClr>
          </a:solidFill>
          <a:ln>
            <a:noFill/>
          </a:ln>
        </p:spPr>
      </p:sp>
      <p:sp>
        <p:nvSpPr>
          <p:cNvPr id="110" name="!!rect-8qh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10000"/>
                </a:srgbClr>
              </a:gs>
              <a:gs pos="30762">
                <a:srgbClr val="FFFFFF">
                  <a:alpha val="2000"/>
                </a:srgbClr>
              </a:gs>
              <a:gs pos="31723">
                <a:srgbClr val="FFFFFF">
                  <a:alpha val="0"/>
                </a:srgbClr>
              </a:gs>
              <a:gs pos="9613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4329186" scaled="0"/>
          </a:gradFill>
          <a:ln>
            <a:noFill/>
          </a:ln>
        </p:spPr>
      </p:sp>
      <p:sp>
        <p:nvSpPr>
          <p:cNvPr id="111" name="!!rect-8qk"/>
          <p:cNvSpPr/>
          <p:nvPr/>
        </p:nvSpPr>
        <p:spPr>
          <a:xfrm>
            <a:off x="9728200" y="679450"/>
            <a:ext cx="520700" cy="23495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</p:spPr>
      </p:sp>
      <p:sp>
        <p:nvSpPr>
          <p:cNvPr id="112" name="!!circle-8ql"/>
          <p:cNvSpPr/>
          <p:nvPr/>
        </p:nvSpPr>
        <p:spPr>
          <a:xfrm>
            <a:off x="10088880" y="757555"/>
            <a:ext cx="78740" cy="78740"/>
          </a:xfrm>
          <a:prstGeom prst="ellipse">
            <a:avLst/>
          </a:prstGeom>
          <a:solidFill>
            <a:srgbClr val="0A0F16"/>
          </a:solidFill>
          <a:ln>
            <a:noFill/>
          </a:ln>
        </p:spPr>
      </p:sp>
      <p:sp>
        <p:nvSpPr>
          <p:cNvPr id="113" name="!!circle-8qm"/>
          <p:cNvSpPr/>
          <p:nvPr/>
        </p:nvSpPr>
        <p:spPr>
          <a:xfrm>
            <a:off x="10107930" y="776605"/>
            <a:ext cx="40640" cy="40640"/>
          </a:xfrm>
          <a:prstGeom prst="ellipse">
            <a:avLst/>
          </a:prstGeom>
          <a:solidFill>
            <a:srgbClr val="111B28"/>
          </a:solidFill>
          <a:ln>
            <a:noFill/>
          </a:ln>
        </p:spPr>
      </p:sp>
      <p:sp>
        <p:nvSpPr>
          <p:cNvPr id="114" name="!!circle-8qn"/>
          <p:cNvSpPr/>
          <p:nvPr/>
        </p:nvSpPr>
        <p:spPr>
          <a:xfrm>
            <a:off x="10130155" y="781685"/>
            <a:ext cx="13970" cy="13970"/>
          </a:xfrm>
          <a:prstGeom prst="ellipse">
            <a:avLst/>
          </a:prstGeom>
          <a:solidFill>
            <a:srgbClr val="3A5070">
              <a:alpha val="80000"/>
            </a:srgbClr>
          </a:solidFill>
          <a:ln>
            <a:noFill/>
          </a:ln>
        </p:spPr>
      </p:sp>
      <p:sp>
        <p:nvSpPr>
          <p:cNvPr id="115" name="!!path-9ic"/>
          <p:cNvSpPr/>
          <p:nvPr/>
        </p:nvSpPr>
        <p:spPr>
          <a:xfrm>
            <a:off x="381000" y="306527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16" name="!!path-9id"/>
          <p:cNvSpPr/>
          <p:nvPr/>
        </p:nvSpPr>
        <p:spPr>
          <a:xfrm>
            <a:off x="381000" y="308153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17" name="!!path-9ie"/>
          <p:cNvSpPr/>
          <p:nvPr/>
        </p:nvSpPr>
        <p:spPr>
          <a:xfrm>
            <a:off x="381000" y="309778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18" name="!!path-9if"/>
          <p:cNvSpPr/>
          <p:nvPr/>
        </p:nvSpPr>
        <p:spPr>
          <a:xfrm>
            <a:off x="381000" y="311404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19" name="!!path-9ig"/>
          <p:cNvSpPr/>
          <p:nvPr/>
        </p:nvSpPr>
        <p:spPr>
          <a:xfrm>
            <a:off x="381000" y="313030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20" name="!!path-9ih"/>
          <p:cNvSpPr/>
          <p:nvPr/>
        </p:nvSpPr>
        <p:spPr>
          <a:xfrm>
            <a:off x="381000" y="314655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21" name="!!path-9ii"/>
          <p:cNvSpPr/>
          <p:nvPr/>
        </p:nvSpPr>
        <p:spPr>
          <a:xfrm>
            <a:off x="381000" y="316281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22" name="!!path-9ij"/>
          <p:cNvSpPr/>
          <p:nvPr/>
        </p:nvSpPr>
        <p:spPr>
          <a:xfrm>
            <a:off x="381000" y="317906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23" name="!!path-9ik"/>
          <p:cNvSpPr/>
          <p:nvPr/>
        </p:nvSpPr>
        <p:spPr>
          <a:xfrm>
            <a:off x="419608" y="269342"/>
            <a:ext cx="128422" cy="122936"/>
          </a:xfrm>
          <a:custGeom>
            <a:avLst/>
            <a:gdLst/>
            <a:ahLst/>
            <a:cxnLst/>
            <a:rect l="l" t="t" r="r" b="b"/>
            <a:pathLst>
              <a:path w="128422" h="122936">
                <a:moveTo>
                  <a:pt x="0" y="17678"/>
                </a:moveTo>
                <a:lnTo>
                  <a:pt x="8128" y="5080"/>
                </a:lnTo>
                <a:cubicBezTo>
                  <a:pt x="32512" y="0"/>
                  <a:pt x="73152" y="7112"/>
                  <a:pt x="101600" y="26416"/>
                </a:cubicBezTo>
                <a:cubicBezTo>
                  <a:pt x="116840" y="37186"/>
                  <a:pt x="124968" y="49784"/>
                  <a:pt x="128422" y="62992"/>
                </a:cubicBezTo>
                <a:lnTo>
                  <a:pt x="128422" y="122936"/>
                </a:lnTo>
                <a:lnTo>
                  <a:pt x="0" y="1229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24" name="!!path-9il"/>
          <p:cNvSpPr/>
          <p:nvPr/>
        </p:nvSpPr>
        <p:spPr>
          <a:xfrm>
            <a:off x="419608" y="269342"/>
            <a:ext cx="128422" cy="62992"/>
          </a:xfrm>
          <a:custGeom>
            <a:avLst/>
            <a:gdLst/>
            <a:ahLst/>
            <a:cxnLst/>
            <a:rect l="l" t="t" r="r" b="b"/>
            <a:pathLst>
              <a:path w="128422" h="62992" fill="none">
                <a:moveTo>
                  <a:pt x="128422" y="62992"/>
                </a:moveTo>
                <a:cubicBezTo>
                  <a:pt x="124968" y="49784"/>
                  <a:pt x="116840" y="37186"/>
                  <a:pt x="101600" y="26416"/>
                </a:cubicBezTo>
                <a:cubicBezTo>
                  <a:pt x="73152" y="7112"/>
                  <a:pt x="32512" y="0"/>
                  <a:pt x="8128" y="5080"/>
                </a:cubicBezTo>
                <a:lnTo>
                  <a:pt x="0" y="1767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25" name="!!path-9im"/>
          <p:cNvSpPr/>
          <p:nvPr/>
        </p:nvSpPr>
        <p:spPr>
          <a:xfrm>
            <a:off x="407010" y="281534"/>
            <a:ext cx="141021" cy="110744"/>
          </a:xfrm>
          <a:custGeom>
            <a:avLst/>
            <a:gdLst/>
            <a:ahLst/>
            <a:cxnLst/>
            <a:rect l="l" t="t" r="r" b="b"/>
            <a:pathLst>
              <a:path w="141021" h="110744">
                <a:moveTo>
                  <a:pt x="0" y="22352"/>
                </a:moveTo>
                <a:lnTo>
                  <a:pt x="6502" y="6502"/>
                </a:lnTo>
                <a:cubicBezTo>
                  <a:pt x="36982" y="0"/>
                  <a:pt x="79654" y="7112"/>
                  <a:pt x="110134" y="25400"/>
                </a:cubicBezTo>
                <a:cubicBezTo>
                  <a:pt x="126390" y="35154"/>
                  <a:pt x="136550" y="49784"/>
                  <a:pt x="141021" y="62992"/>
                </a:cubicBezTo>
                <a:lnTo>
                  <a:pt x="141021" y="110744"/>
                </a:lnTo>
                <a:lnTo>
                  <a:pt x="0" y="110744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26" name="!!path-9in"/>
          <p:cNvSpPr/>
          <p:nvPr/>
        </p:nvSpPr>
        <p:spPr>
          <a:xfrm>
            <a:off x="407010" y="281534"/>
            <a:ext cx="141021" cy="62992"/>
          </a:xfrm>
          <a:custGeom>
            <a:avLst/>
            <a:gdLst/>
            <a:ahLst/>
            <a:cxnLst/>
            <a:rect l="l" t="t" r="r" b="b"/>
            <a:pathLst>
              <a:path w="141021" h="62992" fill="none">
                <a:moveTo>
                  <a:pt x="141021" y="62992"/>
                </a:moveTo>
                <a:cubicBezTo>
                  <a:pt x="136550" y="49784"/>
                  <a:pt x="126390" y="35154"/>
                  <a:pt x="110134" y="25400"/>
                </a:cubicBezTo>
                <a:cubicBezTo>
                  <a:pt x="79654" y="7112"/>
                  <a:pt x="36982" y="0"/>
                  <a:pt x="6502" y="6502"/>
                </a:cubicBezTo>
                <a:lnTo>
                  <a:pt x="0" y="22352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27" name="!!path-9io"/>
          <p:cNvSpPr/>
          <p:nvPr/>
        </p:nvSpPr>
        <p:spPr>
          <a:xfrm>
            <a:off x="395834" y="294742"/>
            <a:ext cx="151790" cy="97536"/>
          </a:xfrm>
          <a:custGeom>
            <a:avLst/>
            <a:gdLst/>
            <a:ahLst/>
            <a:cxnLst/>
            <a:rect l="l" t="t" r="r" b="b"/>
            <a:pathLst>
              <a:path w="151790" h="97536">
                <a:moveTo>
                  <a:pt x="0" y="23165"/>
                </a:moveTo>
                <a:lnTo>
                  <a:pt x="3861" y="12598"/>
                </a:lnTo>
                <a:cubicBezTo>
                  <a:pt x="37998" y="0"/>
                  <a:pt x="84734" y="5080"/>
                  <a:pt x="117246" y="21946"/>
                </a:cubicBezTo>
                <a:cubicBezTo>
                  <a:pt x="135534" y="31496"/>
                  <a:pt x="146710" y="43688"/>
                  <a:pt x="151790" y="55270"/>
                </a:cubicBezTo>
                <a:lnTo>
                  <a:pt x="151790" y="97536"/>
                </a:lnTo>
                <a:lnTo>
                  <a:pt x="0" y="975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28" name="!!path-9ip"/>
          <p:cNvSpPr/>
          <p:nvPr/>
        </p:nvSpPr>
        <p:spPr>
          <a:xfrm>
            <a:off x="395834" y="294742"/>
            <a:ext cx="151790" cy="55270"/>
          </a:xfrm>
          <a:custGeom>
            <a:avLst/>
            <a:gdLst/>
            <a:ahLst/>
            <a:cxnLst/>
            <a:rect l="l" t="t" r="r" b="b"/>
            <a:pathLst>
              <a:path w="151790" h="55270" fill="none">
                <a:moveTo>
                  <a:pt x="151790" y="55270"/>
                </a:moveTo>
                <a:cubicBezTo>
                  <a:pt x="146710" y="43688"/>
                  <a:pt x="135534" y="31496"/>
                  <a:pt x="117246" y="21946"/>
                </a:cubicBezTo>
                <a:cubicBezTo>
                  <a:pt x="84734" y="5080"/>
                  <a:pt x="37998" y="0"/>
                  <a:pt x="3861" y="12598"/>
                </a:cubicBezTo>
                <a:lnTo>
                  <a:pt x="0" y="23165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29" name="!!path-9iq"/>
          <p:cNvSpPr/>
          <p:nvPr/>
        </p:nvSpPr>
        <p:spPr>
          <a:xfrm>
            <a:off x="548234" y="264262"/>
            <a:ext cx="120294" cy="128016"/>
          </a:xfrm>
          <a:custGeom>
            <a:avLst/>
            <a:gdLst/>
            <a:ahLst/>
            <a:cxnLst/>
            <a:rect l="l" t="t" r="r" b="b"/>
            <a:pathLst>
              <a:path w="120294" h="128016">
                <a:moveTo>
                  <a:pt x="120294" y="18288"/>
                </a:moveTo>
                <a:lnTo>
                  <a:pt x="113589" y="4470"/>
                </a:lnTo>
                <a:cubicBezTo>
                  <a:pt x="86766" y="0"/>
                  <a:pt x="44094" y="10160"/>
                  <a:pt x="17678" y="30480"/>
                </a:cubicBezTo>
                <a:cubicBezTo>
                  <a:pt x="6502" y="39624"/>
                  <a:pt x="1422" y="52832"/>
                  <a:pt x="0" y="67056"/>
                </a:cubicBezTo>
                <a:lnTo>
                  <a:pt x="0" y="128016"/>
                </a:lnTo>
                <a:lnTo>
                  <a:pt x="120294" y="12801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30" name="!!path-9ir"/>
          <p:cNvSpPr/>
          <p:nvPr/>
        </p:nvSpPr>
        <p:spPr>
          <a:xfrm>
            <a:off x="548234" y="264262"/>
            <a:ext cx="120294" cy="67056"/>
          </a:xfrm>
          <a:custGeom>
            <a:avLst/>
            <a:gdLst/>
            <a:ahLst/>
            <a:cxnLst/>
            <a:rect l="l" t="t" r="r" b="b"/>
            <a:pathLst>
              <a:path w="120294" h="67056" fill="none">
                <a:moveTo>
                  <a:pt x="0" y="67056"/>
                </a:moveTo>
                <a:cubicBezTo>
                  <a:pt x="1422" y="52832"/>
                  <a:pt x="6502" y="39624"/>
                  <a:pt x="17678" y="30480"/>
                </a:cubicBezTo>
                <a:cubicBezTo>
                  <a:pt x="44094" y="10160"/>
                  <a:pt x="86766" y="0"/>
                  <a:pt x="113589" y="4470"/>
                </a:cubicBezTo>
                <a:lnTo>
                  <a:pt x="120294" y="1828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31" name="!!path-9is"/>
          <p:cNvSpPr/>
          <p:nvPr/>
        </p:nvSpPr>
        <p:spPr>
          <a:xfrm>
            <a:off x="548437" y="279502"/>
            <a:ext cx="133299" cy="112776"/>
          </a:xfrm>
          <a:custGeom>
            <a:avLst/>
            <a:gdLst/>
            <a:ahLst/>
            <a:cxnLst/>
            <a:rect l="l" t="t" r="r" b="b"/>
            <a:pathLst>
              <a:path w="133299" h="112776">
                <a:moveTo>
                  <a:pt x="133299" y="19710"/>
                </a:moveTo>
                <a:lnTo>
                  <a:pt x="127203" y="3048"/>
                </a:lnTo>
                <a:cubicBezTo>
                  <a:pt x="94691" y="0"/>
                  <a:pt x="54051" y="11176"/>
                  <a:pt x="27635" y="30683"/>
                </a:cubicBezTo>
                <a:cubicBezTo>
                  <a:pt x="13411" y="41250"/>
                  <a:pt x="4267" y="53848"/>
                  <a:pt x="0" y="65024"/>
                </a:cubicBezTo>
                <a:lnTo>
                  <a:pt x="0" y="112776"/>
                </a:lnTo>
                <a:lnTo>
                  <a:pt x="133299" y="11277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32" name="!!path-9it"/>
          <p:cNvSpPr/>
          <p:nvPr/>
        </p:nvSpPr>
        <p:spPr>
          <a:xfrm>
            <a:off x="548437" y="279502"/>
            <a:ext cx="133299" cy="65024"/>
          </a:xfrm>
          <a:custGeom>
            <a:avLst/>
            <a:gdLst/>
            <a:ahLst/>
            <a:cxnLst/>
            <a:rect l="l" t="t" r="r" b="b"/>
            <a:pathLst>
              <a:path w="133299" h="65024" fill="none">
                <a:moveTo>
                  <a:pt x="0" y="65024"/>
                </a:moveTo>
                <a:cubicBezTo>
                  <a:pt x="4267" y="53848"/>
                  <a:pt x="13411" y="41250"/>
                  <a:pt x="27635" y="30683"/>
                </a:cubicBezTo>
                <a:cubicBezTo>
                  <a:pt x="54051" y="11176"/>
                  <a:pt x="94691" y="0"/>
                  <a:pt x="127203" y="3048"/>
                </a:cubicBezTo>
                <a:lnTo>
                  <a:pt x="133299" y="19710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33" name="!!path-9iu"/>
          <p:cNvSpPr/>
          <p:nvPr/>
        </p:nvSpPr>
        <p:spPr>
          <a:xfrm>
            <a:off x="548843" y="293726"/>
            <a:ext cx="142646" cy="98552"/>
          </a:xfrm>
          <a:custGeom>
            <a:avLst/>
            <a:gdLst/>
            <a:ahLst/>
            <a:cxnLst/>
            <a:rect l="l" t="t" r="r" b="b"/>
            <a:pathLst>
              <a:path w="142646" h="98552">
                <a:moveTo>
                  <a:pt x="142646" y="18898"/>
                </a:moveTo>
                <a:lnTo>
                  <a:pt x="139802" y="8738"/>
                </a:lnTo>
                <a:cubicBezTo>
                  <a:pt x="106477" y="0"/>
                  <a:pt x="63805" y="5080"/>
                  <a:pt x="35357" y="19304"/>
                </a:cubicBezTo>
                <a:cubicBezTo>
                  <a:pt x="17069" y="28448"/>
                  <a:pt x="5893" y="42672"/>
                  <a:pt x="0" y="56286"/>
                </a:cubicBezTo>
                <a:lnTo>
                  <a:pt x="0" y="98552"/>
                </a:lnTo>
                <a:lnTo>
                  <a:pt x="142646" y="98552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34" name="!!path-9iv"/>
          <p:cNvSpPr/>
          <p:nvPr/>
        </p:nvSpPr>
        <p:spPr>
          <a:xfrm>
            <a:off x="548843" y="293726"/>
            <a:ext cx="142646" cy="56286"/>
          </a:xfrm>
          <a:custGeom>
            <a:avLst/>
            <a:gdLst/>
            <a:ahLst/>
            <a:cxnLst/>
            <a:rect l="l" t="t" r="r" b="b"/>
            <a:pathLst>
              <a:path w="142646" h="56286" fill="none">
                <a:moveTo>
                  <a:pt x="0" y="56286"/>
                </a:moveTo>
                <a:cubicBezTo>
                  <a:pt x="5893" y="42672"/>
                  <a:pt x="17069" y="28448"/>
                  <a:pt x="35357" y="19304"/>
                </a:cubicBezTo>
                <a:cubicBezTo>
                  <a:pt x="63805" y="5080"/>
                  <a:pt x="106477" y="0"/>
                  <a:pt x="139802" y="8738"/>
                </a:cubicBezTo>
                <a:lnTo>
                  <a:pt x="142646" y="1889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35" name="!!path-9iw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627D8D"/>
              </a:gs>
              <a:gs pos="21794">
                <a:srgbClr val="627D8D"/>
              </a:gs>
              <a:gs pos="55376">
                <a:srgbClr val="627D8D"/>
              </a:gs>
              <a:gs pos="96421">
                <a:srgbClr val="98ABB7"/>
              </a:gs>
              <a:gs pos="100000">
                <a:srgbClr val="98ABB7"/>
              </a:gs>
            </a:gsLst>
            <a:lin ang="1983350" scaled="0"/>
          </a:gradFill>
          <a:ln>
            <a:noFill/>
          </a:ln>
        </p:spPr>
      </p:sp>
      <p:sp>
        <p:nvSpPr>
          <p:cNvPr id="136" name="!!path-9ix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0000"/>
                </a:srgbClr>
              </a:gs>
              <a:gs pos="4764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83333" t="79291" r="16667" b="20709"/>
            </a:path>
          </a:gradFill>
          <a:ln>
            <a:noFill/>
          </a:ln>
        </p:spPr>
      </p:sp>
      <p:sp>
        <p:nvSpPr>
          <p:cNvPr id="137" name="!!line-9iy"/>
          <p:cNvSpPr/>
          <p:nvPr/>
        </p:nvSpPr>
        <p:spPr>
          <a:xfrm>
            <a:off x="549046" y="363017"/>
            <a:ext cx="1" cy="153619"/>
          </a:xfrm>
          <a:custGeom>
            <a:avLst/>
            <a:gdLst/>
            <a:ahLst/>
            <a:cxnLst/>
            <a:rect l="l" t="t" r="r" b="b"/>
            <a:pathLst>
              <a:path w="1" h="153619">
                <a:moveTo>
                  <a:pt x="0" y="0"/>
                </a:moveTo>
                <a:lnTo>
                  <a:pt x="0" y="153619"/>
                </a:lnTo>
              </a:path>
            </a:pathLst>
          </a:custGeom>
          <a:solidFill>
            <a:srgbClr val="000000"/>
          </a:solidFill>
          <a:ln w="6909" cap="rnd">
            <a:solidFill>
              <a:srgbClr val="C9D3D9"/>
            </a:solidFill>
            <a:prstDash val="solid"/>
            <a:miter lim="800000"/>
          </a:ln>
        </p:spPr>
      </p:sp>
      <p:sp>
        <p:nvSpPr>
          <p:cNvPr id="138" name="!!path-9iz"/>
          <p:cNvSpPr/>
          <p:nvPr/>
        </p:nvSpPr>
        <p:spPr>
          <a:xfrm>
            <a:off x="657962" y="442062"/>
            <a:ext cx="25400" cy="37998"/>
          </a:xfrm>
          <a:custGeom>
            <a:avLst/>
            <a:gdLst/>
            <a:ahLst/>
            <a:cxnLst/>
            <a:rect l="l" t="t" r="r" b="b"/>
            <a:pathLst>
              <a:path w="25400" h="37998">
                <a:moveTo>
                  <a:pt x="0" y="2642"/>
                </a:moveTo>
                <a:lnTo>
                  <a:pt x="15240" y="0"/>
                </a:lnTo>
                <a:lnTo>
                  <a:pt x="25400" y="37186"/>
                </a:lnTo>
                <a:lnTo>
                  <a:pt x="7518" y="37998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 w="1016" cap="flat">
            <a:solidFill>
              <a:srgbClr val="FFFFFF">
                <a:alpha val="55000"/>
              </a:srgbClr>
            </a:solidFill>
            <a:prstDash val="solid"/>
            <a:round/>
          </a:ln>
        </p:spPr>
      </p:sp>
      <p:sp>
        <p:nvSpPr>
          <p:cNvPr id="139" name="!!text-9j0" descr="救「舊」我的書"/>
          <p:cNvSpPr txBox="1"/>
          <p:nvPr/>
        </p:nvSpPr>
        <p:spPr>
          <a:xfrm>
            <a:off x="805879" y="251460"/>
            <a:ext cx="1120140" cy="25745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400" b="1" kern="0" spc="-70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救</a:t>
            </a:r>
            <a:r>
              <a:rPr lang="zh-TW" altLang="en-US" sz="14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「舊</a:t>
            </a:r>
            <a:r>
              <a:rPr lang="zh-TW" altLang="en-US" sz="1400" b="1" kern="0" spc="-70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」</a:t>
            </a:r>
            <a:r>
              <a:rPr lang="zh-TW" altLang="en-US" sz="14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我的書</a:t>
            </a:r>
            <a:endParaRPr lang="zh-TW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fast" p14:dur="2500" advTm="200">
        <p159:morph option="byObject"/>
      </p:transition>
    </mc:Choice>
    <mc:Fallback>
      <p:transition spd="fast" advTm="200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94.3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rect-1q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7"/>
          </a:solidFill>
          <a:ln>
            <a:noFill/>
          </a:ln>
        </p:spPr>
      </p:sp>
      <p:sp>
        <p:nvSpPr>
          <p:cNvPr id="3" name="!!ellipse-1q2"/>
          <p:cNvSpPr/>
          <p:nvPr/>
        </p:nvSpPr>
        <p:spPr>
          <a:xfrm>
            <a:off x="-889000" y="-952500"/>
            <a:ext cx="13970000" cy="7874000"/>
          </a:xfrm>
          <a:prstGeom prst="ellipse">
            <a:avLst/>
          </a:prstGeom>
          <a:gradFill rotWithShape="1">
            <a:gsLst>
              <a:gs pos="0">
                <a:srgbClr val="FFFFFF">
                  <a:alpha val="95000"/>
                </a:srgbClr>
              </a:gs>
              <a:gs pos="40865">
                <a:srgbClr val="FFFFFF">
                  <a:alpha val="35000"/>
                </a:srgbClr>
              </a:gs>
              <a:gs pos="68108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!!rect-1q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P1"/>
            <a:srcRect/>
            <a:tile tx="64654" ty="194113" sx="16667" sy="16667" flip="none" algn="tl"/>
          </a:blipFill>
          <a:ln>
            <a:noFill/>
          </a:ln>
        </p:spPr>
      </p:sp>
      <p:sp>
        <p:nvSpPr>
          <p:cNvPr id="5" name="!!circle-1q9"/>
          <p:cNvSpPr/>
          <p:nvPr/>
        </p:nvSpPr>
        <p:spPr>
          <a:xfrm>
            <a:off x="12159439" y="-638354"/>
            <a:ext cx="2047469" cy="2047469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" name="!!circle-1qc"/>
          <p:cNvSpPr/>
          <p:nvPr/>
        </p:nvSpPr>
        <p:spPr>
          <a:xfrm>
            <a:off x="8278484" y="-2193514"/>
            <a:ext cx="2495906" cy="2495906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7" name="!!circle-1qd"/>
          <p:cNvSpPr/>
          <p:nvPr/>
        </p:nvSpPr>
        <p:spPr>
          <a:xfrm>
            <a:off x="6621242" y="3032492"/>
            <a:ext cx="2187308" cy="2187308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8" name="!!circle-1qp"/>
          <p:cNvSpPr/>
          <p:nvPr/>
        </p:nvSpPr>
        <p:spPr>
          <a:xfrm>
            <a:off x="11625842" y="-419012"/>
            <a:ext cx="1404176" cy="1404176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9" name="!!circle-1qq"/>
          <p:cNvSpPr/>
          <p:nvPr/>
        </p:nvSpPr>
        <p:spPr>
          <a:xfrm>
            <a:off x="12082255" y="5304205"/>
            <a:ext cx="1058354" cy="1058354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0" name="!!circle-1qv"/>
          <p:cNvSpPr/>
          <p:nvPr/>
        </p:nvSpPr>
        <p:spPr>
          <a:xfrm>
            <a:off x="-199439" y="272318"/>
            <a:ext cx="1551610" cy="1551610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1" name="!!circle-1r1"/>
          <p:cNvSpPr/>
          <p:nvPr/>
        </p:nvSpPr>
        <p:spPr>
          <a:xfrm>
            <a:off x="569857" y="-479090"/>
            <a:ext cx="905370" cy="905370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2" name="!!circle-1rp"/>
          <p:cNvSpPr/>
          <p:nvPr/>
        </p:nvSpPr>
        <p:spPr>
          <a:xfrm>
            <a:off x="7063984" y="-27345"/>
            <a:ext cx="985317" cy="985317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3" name="!!circle-1rr"/>
          <p:cNvSpPr/>
          <p:nvPr/>
        </p:nvSpPr>
        <p:spPr>
          <a:xfrm>
            <a:off x="6713813" y="4777446"/>
            <a:ext cx="1677327" cy="1677327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4" name="!!circle-1rs"/>
          <p:cNvSpPr/>
          <p:nvPr/>
        </p:nvSpPr>
        <p:spPr>
          <a:xfrm>
            <a:off x="2031762" y="1153901"/>
            <a:ext cx="1598701" cy="1598701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5" name="!!rect-1sh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5F7">
                  <a:alpha val="0"/>
                </a:srgbClr>
              </a:gs>
              <a:gs pos="20428">
                <a:srgbClr val="F3F5F7">
                  <a:alpha val="0"/>
                </a:srgbClr>
              </a:gs>
              <a:gs pos="66730">
                <a:srgbClr val="F3F5F7"/>
              </a:gs>
              <a:gs pos="100000">
                <a:srgbClr val="F3F5F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6" name="!!circle-1sj"/>
          <p:cNvSpPr/>
          <p:nvPr/>
        </p:nvSpPr>
        <p:spPr>
          <a:xfrm>
            <a:off x="97817" y="40407"/>
            <a:ext cx="50038" cy="50038"/>
          </a:xfrm>
          <a:prstGeom prst="ellipse">
            <a:avLst/>
          </a:prstGeom>
          <a:solidFill>
            <a:srgbClr val="627D8D">
              <a:alpha val="25400"/>
            </a:srgbClr>
          </a:solidFill>
          <a:ln>
            <a:noFill/>
          </a:ln>
        </p:spPr>
      </p:sp>
      <p:sp>
        <p:nvSpPr>
          <p:cNvPr id="17" name="!!circle-1sm"/>
          <p:cNvSpPr/>
          <p:nvPr/>
        </p:nvSpPr>
        <p:spPr>
          <a:xfrm>
            <a:off x="5593936" y="1378764"/>
            <a:ext cx="36055" cy="36055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18" name="!!circle-1sp"/>
          <p:cNvSpPr/>
          <p:nvPr/>
        </p:nvSpPr>
        <p:spPr>
          <a:xfrm>
            <a:off x="9310943" y="3279543"/>
            <a:ext cx="24295" cy="24295"/>
          </a:xfrm>
          <a:prstGeom prst="ellipse">
            <a:avLst/>
          </a:prstGeom>
          <a:solidFill>
            <a:srgbClr val="627D8D">
              <a:alpha val="18100"/>
            </a:srgbClr>
          </a:solidFill>
          <a:ln>
            <a:noFill/>
          </a:ln>
        </p:spPr>
      </p:sp>
      <p:sp>
        <p:nvSpPr>
          <p:cNvPr id="19" name="!!circle-1ss"/>
          <p:cNvSpPr/>
          <p:nvPr/>
        </p:nvSpPr>
        <p:spPr>
          <a:xfrm>
            <a:off x="3524945" y="6473351"/>
            <a:ext cx="25959" cy="25959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20" name="!!circle-1sv"/>
          <p:cNvSpPr/>
          <p:nvPr/>
        </p:nvSpPr>
        <p:spPr>
          <a:xfrm>
            <a:off x="1954316" y="1805877"/>
            <a:ext cx="35878" cy="35878"/>
          </a:xfrm>
          <a:prstGeom prst="ellipse">
            <a:avLst/>
          </a:prstGeom>
          <a:solidFill>
            <a:srgbClr val="627D8D">
              <a:alpha val="26800"/>
            </a:srgbClr>
          </a:solidFill>
          <a:ln>
            <a:noFill/>
          </a:ln>
        </p:spPr>
      </p:sp>
      <p:sp>
        <p:nvSpPr>
          <p:cNvPr id="21" name="!!circle-1sy"/>
          <p:cNvSpPr/>
          <p:nvPr/>
        </p:nvSpPr>
        <p:spPr>
          <a:xfrm>
            <a:off x="6819297" y="3840210"/>
            <a:ext cx="40234" cy="40234"/>
          </a:xfrm>
          <a:prstGeom prst="ellipse">
            <a:avLst/>
          </a:prstGeom>
          <a:solidFill>
            <a:srgbClr val="627D8D">
              <a:alpha val="31300"/>
            </a:srgbClr>
          </a:solidFill>
          <a:ln>
            <a:noFill/>
          </a:ln>
        </p:spPr>
      </p:sp>
      <p:sp>
        <p:nvSpPr>
          <p:cNvPr id="22" name="!!circle-1t4"/>
          <p:cNvSpPr/>
          <p:nvPr/>
        </p:nvSpPr>
        <p:spPr>
          <a:xfrm>
            <a:off x="1153042" y="4914783"/>
            <a:ext cx="29959" cy="29959"/>
          </a:xfrm>
          <a:prstGeom prst="ellipse">
            <a:avLst/>
          </a:prstGeom>
          <a:solidFill>
            <a:srgbClr val="627D8D">
              <a:alpha val="19400"/>
            </a:srgbClr>
          </a:solidFill>
          <a:ln>
            <a:noFill/>
          </a:ln>
        </p:spPr>
      </p:sp>
      <p:sp>
        <p:nvSpPr>
          <p:cNvPr id="23" name="!!circle-1t7"/>
          <p:cNvSpPr/>
          <p:nvPr/>
        </p:nvSpPr>
        <p:spPr>
          <a:xfrm>
            <a:off x="8482945" y="4507435"/>
            <a:ext cx="28702" cy="28702"/>
          </a:xfrm>
          <a:prstGeom prst="ellipse">
            <a:avLst/>
          </a:prstGeom>
          <a:solidFill>
            <a:srgbClr val="627D8D">
              <a:alpha val="17800"/>
            </a:srgbClr>
          </a:solidFill>
          <a:ln>
            <a:noFill/>
          </a:ln>
        </p:spPr>
      </p:sp>
      <p:sp>
        <p:nvSpPr>
          <p:cNvPr id="24" name="!!circle-1ta"/>
          <p:cNvSpPr/>
          <p:nvPr/>
        </p:nvSpPr>
        <p:spPr>
          <a:xfrm>
            <a:off x="11023723" y="1917350"/>
            <a:ext cx="24066" cy="24066"/>
          </a:xfrm>
          <a:prstGeom prst="ellipse">
            <a:avLst/>
          </a:prstGeom>
          <a:solidFill>
            <a:srgbClr val="627D8D">
              <a:alpha val="23900"/>
            </a:srgbClr>
          </a:solidFill>
          <a:ln>
            <a:noFill/>
          </a:ln>
        </p:spPr>
      </p:sp>
      <p:sp>
        <p:nvSpPr>
          <p:cNvPr id="25" name="!!circle-1td"/>
          <p:cNvSpPr/>
          <p:nvPr/>
        </p:nvSpPr>
        <p:spPr>
          <a:xfrm>
            <a:off x="8412781" y="5885083"/>
            <a:ext cx="35865" cy="35865"/>
          </a:xfrm>
          <a:prstGeom prst="ellipse">
            <a:avLst/>
          </a:prstGeom>
          <a:solidFill>
            <a:srgbClr val="627D8D">
              <a:alpha val="28200"/>
            </a:srgbClr>
          </a:solidFill>
          <a:ln>
            <a:noFill/>
          </a:ln>
        </p:spPr>
      </p:sp>
      <p:sp>
        <p:nvSpPr>
          <p:cNvPr id="26" name="!!circle-1tg"/>
          <p:cNvSpPr/>
          <p:nvPr/>
        </p:nvSpPr>
        <p:spPr>
          <a:xfrm>
            <a:off x="1478421" y="3070508"/>
            <a:ext cx="39218" cy="39218"/>
          </a:xfrm>
          <a:prstGeom prst="ellipse">
            <a:avLst/>
          </a:prstGeom>
          <a:solidFill>
            <a:srgbClr val="627D8D">
              <a:alpha val="29600"/>
            </a:srgbClr>
          </a:solidFill>
          <a:ln>
            <a:noFill/>
          </a:ln>
        </p:spPr>
      </p:sp>
      <p:sp>
        <p:nvSpPr>
          <p:cNvPr id="27" name="!!circle-1tj"/>
          <p:cNvSpPr/>
          <p:nvPr/>
        </p:nvSpPr>
        <p:spPr>
          <a:xfrm>
            <a:off x="7116098" y="6100935"/>
            <a:ext cx="49733" cy="49733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8" name="!!circle-1tm"/>
          <p:cNvSpPr/>
          <p:nvPr/>
        </p:nvSpPr>
        <p:spPr>
          <a:xfrm>
            <a:off x="6371410" y="1771080"/>
            <a:ext cx="41694" cy="41694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9" name="!!circle-1tp"/>
          <p:cNvSpPr/>
          <p:nvPr/>
        </p:nvSpPr>
        <p:spPr>
          <a:xfrm>
            <a:off x="6792570" y="5178446"/>
            <a:ext cx="31979" cy="31979"/>
          </a:xfrm>
          <a:prstGeom prst="ellipse">
            <a:avLst/>
          </a:prstGeom>
          <a:solidFill>
            <a:srgbClr val="627D8D">
              <a:alpha val="24100"/>
            </a:srgbClr>
          </a:solidFill>
          <a:ln>
            <a:noFill/>
          </a:ln>
        </p:spPr>
      </p:sp>
      <p:sp>
        <p:nvSpPr>
          <p:cNvPr id="30" name="!!circle-1ts"/>
          <p:cNvSpPr/>
          <p:nvPr/>
        </p:nvSpPr>
        <p:spPr>
          <a:xfrm>
            <a:off x="3869642" y="1078231"/>
            <a:ext cx="18085" cy="18085"/>
          </a:xfrm>
          <a:prstGeom prst="ellipse">
            <a:avLst/>
          </a:prstGeom>
          <a:solidFill>
            <a:srgbClr val="627D8D">
              <a:alpha val="10500"/>
            </a:srgbClr>
          </a:solidFill>
          <a:ln>
            <a:noFill/>
          </a:ln>
        </p:spPr>
      </p:sp>
      <p:sp>
        <p:nvSpPr>
          <p:cNvPr id="31" name="!!circle-1ty"/>
          <p:cNvSpPr/>
          <p:nvPr/>
        </p:nvSpPr>
        <p:spPr>
          <a:xfrm>
            <a:off x="3439143" y="6341469"/>
            <a:ext cx="39243" cy="39243"/>
          </a:xfrm>
          <a:prstGeom prst="ellipse">
            <a:avLst/>
          </a:prstGeom>
          <a:solidFill>
            <a:srgbClr val="627D8D">
              <a:alpha val="27700"/>
            </a:srgbClr>
          </a:solidFill>
          <a:ln>
            <a:noFill/>
          </a:ln>
        </p:spPr>
      </p:sp>
      <p:sp>
        <p:nvSpPr>
          <p:cNvPr id="32" name="!!circle-1u1"/>
          <p:cNvSpPr/>
          <p:nvPr/>
        </p:nvSpPr>
        <p:spPr>
          <a:xfrm>
            <a:off x="1656376" y="6593110"/>
            <a:ext cx="34519" cy="34519"/>
          </a:xfrm>
          <a:prstGeom prst="ellipse">
            <a:avLst/>
          </a:prstGeom>
          <a:solidFill>
            <a:srgbClr val="627D8D">
              <a:alpha val="22500"/>
            </a:srgbClr>
          </a:solidFill>
          <a:ln>
            <a:noFill/>
          </a:ln>
        </p:spPr>
      </p:sp>
      <p:sp>
        <p:nvSpPr>
          <p:cNvPr id="33" name="!!circle-1u4"/>
          <p:cNvSpPr/>
          <p:nvPr/>
        </p:nvSpPr>
        <p:spPr>
          <a:xfrm>
            <a:off x="2648455" y="5139054"/>
            <a:ext cx="46228" cy="46228"/>
          </a:xfrm>
          <a:prstGeom prst="ellipse">
            <a:avLst/>
          </a:prstGeom>
          <a:solidFill>
            <a:srgbClr val="627D8D">
              <a:alpha val="26200"/>
            </a:srgbClr>
          </a:solidFill>
          <a:ln>
            <a:noFill/>
          </a:ln>
        </p:spPr>
      </p:sp>
      <p:sp>
        <p:nvSpPr>
          <p:cNvPr id="34" name="!!circle-1u7"/>
          <p:cNvSpPr/>
          <p:nvPr/>
        </p:nvSpPr>
        <p:spPr>
          <a:xfrm>
            <a:off x="7421706" y="4789128"/>
            <a:ext cx="49327" cy="49327"/>
          </a:xfrm>
          <a:prstGeom prst="ellipse">
            <a:avLst/>
          </a:prstGeom>
          <a:solidFill>
            <a:srgbClr val="627D8D">
              <a:alpha val="20800"/>
            </a:srgbClr>
          </a:solidFill>
          <a:ln>
            <a:noFill/>
          </a:ln>
        </p:spPr>
      </p:sp>
      <p:sp>
        <p:nvSpPr>
          <p:cNvPr id="35" name="!!circle-1ua"/>
          <p:cNvSpPr/>
          <p:nvPr/>
        </p:nvSpPr>
        <p:spPr>
          <a:xfrm>
            <a:off x="9694319" y="5503061"/>
            <a:ext cx="24054" cy="24054"/>
          </a:xfrm>
          <a:prstGeom prst="ellipse">
            <a:avLst/>
          </a:prstGeom>
          <a:solidFill>
            <a:srgbClr val="627D8D">
              <a:alpha val="22200"/>
            </a:srgbClr>
          </a:solidFill>
          <a:ln>
            <a:noFill/>
          </a:ln>
        </p:spPr>
      </p:sp>
      <p:sp>
        <p:nvSpPr>
          <p:cNvPr id="36" name="!!circle-1ud"/>
          <p:cNvSpPr/>
          <p:nvPr/>
        </p:nvSpPr>
        <p:spPr>
          <a:xfrm>
            <a:off x="2076469" y="1490666"/>
            <a:ext cx="32271" cy="32271"/>
          </a:xfrm>
          <a:prstGeom prst="ellipse">
            <a:avLst/>
          </a:prstGeom>
          <a:solidFill>
            <a:srgbClr val="627D8D">
              <a:alpha val="20500"/>
            </a:srgbClr>
          </a:solidFill>
          <a:ln>
            <a:noFill/>
          </a:ln>
        </p:spPr>
      </p:sp>
      <p:sp>
        <p:nvSpPr>
          <p:cNvPr id="37" name="!!circle-1uj"/>
          <p:cNvSpPr/>
          <p:nvPr/>
        </p:nvSpPr>
        <p:spPr>
          <a:xfrm>
            <a:off x="2080390" y="2465560"/>
            <a:ext cx="34252" cy="34252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38" name="!!circle-1um"/>
          <p:cNvSpPr/>
          <p:nvPr/>
        </p:nvSpPr>
        <p:spPr>
          <a:xfrm>
            <a:off x="9609718" y="4376188"/>
            <a:ext cx="44196" cy="44196"/>
          </a:xfrm>
          <a:prstGeom prst="ellipse">
            <a:avLst/>
          </a:prstGeom>
          <a:solidFill>
            <a:srgbClr val="627D8D">
              <a:alpha val="21700"/>
            </a:srgbClr>
          </a:solidFill>
          <a:ln>
            <a:noFill/>
          </a:ln>
        </p:spPr>
      </p:sp>
      <p:sp>
        <p:nvSpPr>
          <p:cNvPr id="39" name="!!circle-1up"/>
          <p:cNvSpPr/>
          <p:nvPr/>
        </p:nvSpPr>
        <p:spPr>
          <a:xfrm>
            <a:off x="6789960" y="1815534"/>
            <a:ext cx="35192" cy="35192"/>
          </a:xfrm>
          <a:prstGeom prst="ellipse">
            <a:avLst/>
          </a:prstGeom>
          <a:solidFill>
            <a:srgbClr val="627D8D">
              <a:alpha val="27100"/>
            </a:srgbClr>
          </a:solidFill>
          <a:ln>
            <a:noFill/>
          </a:ln>
        </p:spPr>
      </p:sp>
      <p:sp>
        <p:nvSpPr>
          <p:cNvPr id="40" name="!!circle-1us"/>
          <p:cNvSpPr/>
          <p:nvPr/>
        </p:nvSpPr>
        <p:spPr>
          <a:xfrm>
            <a:off x="10147575" y="5362165"/>
            <a:ext cx="43358" cy="43358"/>
          </a:xfrm>
          <a:prstGeom prst="ellipse">
            <a:avLst/>
          </a:prstGeom>
          <a:solidFill>
            <a:srgbClr val="627D8D">
              <a:alpha val="19500"/>
            </a:srgbClr>
          </a:solidFill>
          <a:ln>
            <a:noFill/>
          </a:ln>
        </p:spPr>
      </p:sp>
      <p:sp>
        <p:nvSpPr>
          <p:cNvPr id="41" name="!!circle-1uv"/>
          <p:cNvSpPr/>
          <p:nvPr/>
        </p:nvSpPr>
        <p:spPr>
          <a:xfrm>
            <a:off x="3147271" y="2151677"/>
            <a:ext cx="33528" cy="33528"/>
          </a:xfrm>
          <a:prstGeom prst="ellipse">
            <a:avLst/>
          </a:prstGeom>
          <a:solidFill>
            <a:srgbClr val="627D8D">
              <a:alpha val="28300"/>
            </a:srgbClr>
          </a:solidFill>
          <a:ln>
            <a:noFill/>
          </a:ln>
        </p:spPr>
      </p:sp>
      <p:sp>
        <p:nvSpPr>
          <p:cNvPr id="42" name="!!circle-1uy"/>
          <p:cNvSpPr/>
          <p:nvPr/>
        </p:nvSpPr>
        <p:spPr>
          <a:xfrm>
            <a:off x="6787529" y="2714250"/>
            <a:ext cx="28956" cy="28956"/>
          </a:xfrm>
          <a:prstGeom prst="ellipse">
            <a:avLst/>
          </a:prstGeom>
          <a:solidFill>
            <a:srgbClr val="627D8D">
              <a:alpha val="21800"/>
            </a:srgbClr>
          </a:solidFill>
          <a:ln>
            <a:noFill/>
          </a:ln>
        </p:spPr>
      </p:sp>
      <p:sp>
        <p:nvSpPr>
          <p:cNvPr id="43" name="!!circle-1v1"/>
          <p:cNvSpPr/>
          <p:nvPr/>
        </p:nvSpPr>
        <p:spPr>
          <a:xfrm>
            <a:off x="6995768" y="6415593"/>
            <a:ext cx="45555" cy="45555"/>
          </a:xfrm>
          <a:prstGeom prst="ellipse">
            <a:avLst/>
          </a:prstGeom>
          <a:solidFill>
            <a:srgbClr val="627D8D">
              <a:alpha val="20900"/>
            </a:srgbClr>
          </a:solidFill>
          <a:ln>
            <a:noFill/>
          </a:ln>
        </p:spPr>
      </p:sp>
      <p:sp>
        <p:nvSpPr>
          <p:cNvPr id="44" name="!!circle-1v4"/>
          <p:cNvSpPr/>
          <p:nvPr/>
        </p:nvSpPr>
        <p:spPr>
          <a:xfrm>
            <a:off x="11308847" y="3324887"/>
            <a:ext cx="39484" cy="39484"/>
          </a:xfrm>
          <a:prstGeom prst="ellipse">
            <a:avLst/>
          </a:prstGeom>
          <a:solidFill>
            <a:srgbClr val="627D8D">
              <a:alpha val="13600"/>
            </a:srgbClr>
          </a:solidFill>
          <a:ln>
            <a:noFill/>
          </a:ln>
        </p:spPr>
      </p:sp>
      <p:sp>
        <p:nvSpPr>
          <p:cNvPr id="45" name="!!circle-1v7"/>
          <p:cNvSpPr/>
          <p:nvPr/>
        </p:nvSpPr>
        <p:spPr>
          <a:xfrm>
            <a:off x="7456967" y="5677160"/>
            <a:ext cx="30455" cy="30455"/>
          </a:xfrm>
          <a:prstGeom prst="ellipse">
            <a:avLst/>
          </a:prstGeom>
          <a:solidFill>
            <a:srgbClr val="627D8D">
              <a:alpha val="16500"/>
            </a:srgbClr>
          </a:solidFill>
          <a:ln>
            <a:noFill/>
          </a:ln>
        </p:spPr>
      </p:sp>
      <p:sp>
        <p:nvSpPr>
          <p:cNvPr id="46" name="!!circle-1va"/>
          <p:cNvSpPr/>
          <p:nvPr/>
        </p:nvSpPr>
        <p:spPr>
          <a:xfrm>
            <a:off x="8958313" y="6432766"/>
            <a:ext cx="28257" cy="28257"/>
          </a:xfrm>
          <a:prstGeom prst="ellipse">
            <a:avLst/>
          </a:prstGeom>
          <a:solidFill>
            <a:srgbClr val="627D8D">
              <a:alpha val="15700"/>
            </a:srgbClr>
          </a:solidFill>
          <a:ln>
            <a:noFill/>
          </a:ln>
        </p:spPr>
      </p:sp>
      <p:sp>
        <p:nvSpPr>
          <p:cNvPr id="47" name="!!circle-1vd"/>
          <p:cNvSpPr/>
          <p:nvPr/>
        </p:nvSpPr>
        <p:spPr>
          <a:xfrm>
            <a:off x="11370156" y="5119934"/>
            <a:ext cx="45149" cy="45149"/>
          </a:xfrm>
          <a:prstGeom prst="ellipse">
            <a:avLst/>
          </a:prstGeom>
          <a:solidFill>
            <a:srgbClr val="627D8D">
              <a:alpha val="31200"/>
            </a:srgbClr>
          </a:solidFill>
          <a:ln>
            <a:noFill/>
          </a:ln>
        </p:spPr>
      </p:sp>
      <p:sp>
        <p:nvSpPr>
          <p:cNvPr id="48" name="!!circle-1vg"/>
          <p:cNvSpPr/>
          <p:nvPr/>
        </p:nvSpPr>
        <p:spPr>
          <a:xfrm>
            <a:off x="3456035" y="3217361"/>
            <a:ext cx="30696" cy="30696"/>
          </a:xfrm>
          <a:prstGeom prst="ellipse">
            <a:avLst/>
          </a:prstGeom>
          <a:solidFill>
            <a:srgbClr val="627D8D">
              <a:alpha val="25700"/>
            </a:srgbClr>
          </a:solidFill>
          <a:ln>
            <a:noFill/>
          </a:ln>
        </p:spPr>
      </p:sp>
      <p:sp>
        <p:nvSpPr>
          <p:cNvPr id="49" name="!!circle-1vj"/>
          <p:cNvSpPr/>
          <p:nvPr/>
        </p:nvSpPr>
        <p:spPr>
          <a:xfrm>
            <a:off x="8823228" y="3753504"/>
            <a:ext cx="37401" cy="37401"/>
          </a:xfrm>
          <a:prstGeom prst="ellipse">
            <a:avLst/>
          </a:prstGeom>
          <a:solidFill>
            <a:srgbClr val="627D8D">
              <a:alpha val="16000"/>
            </a:srgbClr>
          </a:solidFill>
          <a:ln>
            <a:noFill/>
          </a:ln>
        </p:spPr>
      </p:sp>
      <p:sp>
        <p:nvSpPr>
          <p:cNvPr id="50" name="!!circle-1vm"/>
          <p:cNvSpPr/>
          <p:nvPr/>
        </p:nvSpPr>
        <p:spPr>
          <a:xfrm>
            <a:off x="1769756" y="4566582"/>
            <a:ext cx="33096" cy="33096"/>
          </a:xfrm>
          <a:prstGeom prst="ellipse">
            <a:avLst/>
          </a:prstGeom>
          <a:solidFill>
            <a:srgbClr val="627D8D">
              <a:alpha val="22300"/>
            </a:srgbClr>
          </a:solidFill>
          <a:ln>
            <a:noFill/>
          </a:ln>
        </p:spPr>
      </p:sp>
      <p:sp>
        <p:nvSpPr>
          <p:cNvPr id="51" name="!!circle-1vp"/>
          <p:cNvSpPr/>
          <p:nvPr/>
        </p:nvSpPr>
        <p:spPr>
          <a:xfrm>
            <a:off x="11586257" y="680223"/>
            <a:ext cx="21145" cy="21145"/>
          </a:xfrm>
          <a:prstGeom prst="ellipse">
            <a:avLst/>
          </a:prstGeom>
          <a:solidFill>
            <a:srgbClr val="627D8D">
              <a:alpha val="16300"/>
            </a:srgbClr>
          </a:solidFill>
          <a:ln>
            <a:noFill/>
          </a:ln>
        </p:spPr>
      </p:sp>
      <p:sp>
        <p:nvSpPr>
          <p:cNvPr id="52" name="!!circle-1vs"/>
          <p:cNvSpPr/>
          <p:nvPr/>
        </p:nvSpPr>
        <p:spPr>
          <a:xfrm>
            <a:off x="11076331" y="5604071"/>
            <a:ext cx="35281" cy="35281"/>
          </a:xfrm>
          <a:prstGeom prst="ellipse">
            <a:avLst/>
          </a:prstGeom>
          <a:solidFill>
            <a:srgbClr val="627D8D">
              <a:alpha val="30000"/>
            </a:srgbClr>
          </a:solidFill>
          <a:ln>
            <a:noFill/>
          </a:ln>
        </p:spPr>
      </p:sp>
      <p:sp>
        <p:nvSpPr>
          <p:cNvPr id="53" name="!!path-38h"/>
          <p:cNvSpPr/>
          <p:nvPr/>
        </p:nvSpPr>
        <p:spPr>
          <a:xfrm>
            <a:off x="38442" y="-1858282"/>
            <a:ext cx="3883468" cy="5037776"/>
          </a:xfrm>
          <a:custGeom>
            <a:avLst/>
            <a:gdLst/>
            <a:ahLst/>
            <a:cxnLst/>
            <a:rect l="l" t="t" r="r" b="b"/>
            <a:pathLst>
              <a:path w="3883468" h="5037776" fill="none">
                <a:moveTo>
                  <a:pt x="0" y="0"/>
                </a:moveTo>
                <a:quadBezTo>
                  <a:pt x="1079430" y="3183612"/>
                  <a:pt x="3883468" y="5037776"/>
                </a:quadBezTo>
              </a:path>
            </a:pathLst>
          </a:custGeom>
          <a:noFill/>
          <a:ln w="31909" cap="rnd">
            <a:solidFill>
              <a:srgbClr val="627D8D">
                <a:alpha val="7800"/>
              </a:srgbClr>
            </a:solidFill>
            <a:prstDash val="solid"/>
            <a:round/>
          </a:ln>
        </p:spPr>
      </p:sp>
      <p:sp>
        <p:nvSpPr>
          <p:cNvPr id="54" name="!!circle-38n"/>
          <p:cNvSpPr/>
          <p:nvPr/>
        </p:nvSpPr>
        <p:spPr>
          <a:xfrm>
            <a:off x="2844621" y="2348624"/>
            <a:ext cx="204216" cy="204216"/>
          </a:xfrm>
          <a:prstGeom prst="ellipse">
            <a:avLst/>
          </a:prstGeom>
          <a:gradFill rotWithShape="1">
            <a:gsLst>
              <a:gs pos="0">
                <a:srgbClr val="FFFFFF">
                  <a:alpha val="22827"/>
                </a:srgbClr>
              </a:gs>
              <a:gs pos="28284">
                <a:srgbClr val="627D8D">
                  <a:alpha val="11414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5" name="!!circle-38q"/>
          <p:cNvSpPr/>
          <p:nvPr/>
        </p:nvSpPr>
        <p:spPr>
          <a:xfrm>
            <a:off x="1363790" y="781362"/>
            <a:ext cx="204216" cy="204216"/>
          </a:xfrm>
          <a:prstGeom prst="ellipse">
            <a:avLst/>
          </a:prstGeom>
          <a:gradFill rotWithShape="1">
            <a:gsLst>
              <a:gs pos="0">
                <a:srgbClr val="FFFFFF">
                  <a:alpha val="24300"/>
                </a:srgbClr>
              </a:gs>
              <a:gs pos="28284">
                <a:srgbClr val="627D8D">
                  <a:alpha val="1215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6" name="!!circle-3as"/>
          <p:cNvSpPr/>
          <p:nvPr/>
        </p:nvSpPr>
        <p:spPr>
          <a:xfrm>
            <a:off x="-5346691" y="-7532938"/>
            <a:ext cx="8822148" cy="8822148"/>
          </a:xfrm>
          <a:prstGeom prst="ellipse">
            <a:avLst/>
          </a:prstGeom>
          <a:gradFill rotWithShape="1">
            <a:gsLst>
              <a:gs pos="0">
                <a:srgbClr val="627D8D">
                  <a:alpha val="220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7" name="!!circle-3b4"/>
          <p:cNvSpPr/>
          <p:nvPr/>
        </p:nvSpPr>
        <p:spPr>
          <a:xfrm>
            <a:off x="-4821699" y="-7007946"/>
            <a:ext cx="7772164" cy="7772164"/>
          </a:xfrm>
          <a:custGeom>
            <a:avLst/>
            <a:gdLst/>
            <a:ahLst/>
            <a:cxnLst/>
            <a:rect l="l" t="t" r="r" b="b"/>
            <a:pathLst>
              <a:path w="7772164" h="7772164" fill="none">
                <a:moveTo>
                  <a:pt x="6013315" y="6597325"/>
                </a:moveTo>
                <a:cubicBezTo>
                  <a:pt x="4515936" y="7772164"/>
                  <a:pt x="2349677" y="7510693"/>
                  <a:pt x="1174838" y="6013315"/>
                </a:cubicBezTo>
                <a:cubicBezTo>
                  <a:pt x="0" y="4515936"/>
                  <a:pt x="261470" y="2349677"/>
                  <a:pt x="1758849" y="1174838"/>
                </a:cubicBezTo>
                <a:cubicBezTo>
                  <a:pt x="3256227" y="0"/>
                  <a:pt x="5422487" y="261470"/>
                  <a:pt x="6597325" y="1758849"/>
                </a:cubicBezTo>
                <a:cubicBezTo>
                  <a:pt x="7772164" y="3256227"/>
                  <a:pt x="7510693" y="5422487"/>
                  <a:pt x="6013315" y="6597325"/>
                </a:cubicBezTo>
                <a:close/>
              </a:path>
            </a:pathLst>
          </a:custGeom>
          <a:noFill/>
          <a:ln w="21443" cap="rnd">
            <a:solidFill>
              <a:srgbClr val="627D8D">
                <a:alpha val="20000"/>
              </a:srgbClr>
            </a:solidFill>
            <a:custDash>
              <a:ds d="2857143" sp="1285714"/>
              <a:ds d="285714" sp="1285714"/>
            </a:custDash>
            <a:miter lim="800000"/>
          </a:ln>
        </p:spPr>
      </p:sp>
      <p:sp>
        <p:nvSpPr>
          <p:cNvPr id="58" name="!!circle-3dt"/>
          <p:cNvSpPr/>
          <p:nvPr/>
        </p:nvSpPr>
        <p:spPr>
          <a:xfrm>
            <a:off x="9785741" y="-3070810"/>
            <a:ext cx="3446152" cy="3446152"/>
          </a:xfrm>
          <a:prstGeom prst="ellipse">
            <a:avLst/>
          </a:prstGeom>
          <a:gradFill rotWithShape="1">
            <a:gsLst>
              <a:gs pos="0">
                <a:srgbClr val="627D8D">
                  <a:alpha val="200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9" name="!!circle-3dw"/>
          <p:cNvSpPr/>
          <p:nvPr/>
        </p:nvSpPr>
        <p:spPr>
          <a:xfrm>
            <a:off x="10343032" y="-2513519"/>
            <a:ext cx="2331570" cy="2331570"/>
          </a:xfrm>
          <a:custGeom>
            <a:avLst/>
            <a:gdLst/>
            <a:ahLst/>
            <a:cxnLst/>
            <a:rect l="l" t="t" r="r" b="b"/>
            <a:pathLst>
              <a:path w="2331570" h="2331570" fill="none">
                <a:moveTo>
                  <a:pt x="2042331" y="642072"/>
                </a:moveTo>
                <a:cubicBezTo>
                  <a:pt x="2331570" y="1126175"/>
                  <a:pt x="2173601" y="1753093"/>
                  <a:pt x="1689497" y="2042331"/>
                </a:cubicBezTo>
                <a:cubicBezTo>
                  <a:pt x="1205394" y="2331570"/>
                  <a:pt x="578477" y="2173601"/>
                  <a:pt x="289239" y="1689497"/>
                </a:cubicBezTo>
                <a:cubicBezTo>
                  <a:pt x="0" y="1205394"/>
                  <a:pt x="157969" y="578477"/>
                  <a:pt x="642072" y="289239"/>
                </a:cubicBezTo>
                <a:cubicBezTo>
                  <a:pt x="1126175" y="0"/>
                  <a:pt x="1753093" y="157969"/>
                  <a:pt x="2042331" y="642072"/>
                </a:cubicBezTo>
                <a:close/>
              </a:path>
            </a:pathLst>
          </a:custGeom>
          <a:noFill/>
          <a:ln w="25527" cap="rnd">
            <a:solidFill>
              <a:srgbClr val="627D8D">
                <a:alpha val="35000"/>
              </a:srgbClr>
            </a:solidFill>
            <a:custDash>
              <a:ds d="100000" sp="550000"/>
            </a:custDash>
            <a:miter lim="800000"/>
          </a:ln>
        </p:spPr>
      </p:sp>
      <p:sp>
        <p:nvSpPr>
          <p:cNvPr id="60" name="!!rect-4aj"/>
          <p:cNvSpPr/>
          <p:nvPr/>
        </p:nvSpPr>
        <p:spPr>
          <a:xfrm>
            <a:off x="2880674" y="2264343"/>
            <a:ext cx="3446152" cy="1263589"/>
          </a:xfrm>
          <a:prstGeom prst="roundRect">
            <a:avLst>
              <a:gd name="adj" fmla="val 14458"/>
            </a:avLst>
          </a:prstGeom>
          <a:solidFill>
            <a:srgbClr val="0B1A26">
              <a:alpha val="12000"/>
            </a:srgbClr>
          </a:solidFill>
          <a:ln>
            <a:noFill/>
          </a:ln>
          <a:effectLst>
            <a:softEdge rad="224638"/>
          </a:effectLst>
        </p:spPr>
      </p:sp>
      <p:sp>
        <p:nvSpPr>
          <p:cNvPr id="61" name="!!rect-4ak"/>
          <p:cNvSpPr/>
          <p:nvPr/>
        </p:nvSpPr>
        <p:spPr>
          <a:xfrm>
            <a:off x="2944492" y="2277107"/>
            <a:ext cx="3318516" cy="108490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6382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62" name="!!text-4al" descr="使用者需求"/>
          <p:cNvSpPr txBox="1"/>
          <p:nvPr/>
        </p:nvSpPr>
        <p:spPr>
          <a:xfrm>
            <a:off x="3123181" y="2382278"/>
            <a:ext cx="744114" cy="20329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06" b="1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使用者需求</a:t>
            </a:r>
            <a:endParaRPr lang="zh-TW" sz="1106"/>
          </a:p>
        </p:txBody>
      </p:sp>
      <p:sp>
        <p:nvSpPr>
          <p:cNvPr id="63" name="!!text-4ar" descr="想找適合入門的程式設計書，"/>
          <p:cNvSpPr txBox="1"/>
          <p:nvPr/>
        </p:nvSpPr>
        <p:spPr>
          <a:xfrm>
            <a:off x="3123181" y="2642143"/>
            <a:ext cx="2546323" cy="27722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508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想找適合入門的程式設計書，</a:t>
            </a:r>
            <a:endParaRPr lang="zh-TW" sz="1508"/>
          </a:p>
        </p:txBody>
      </p:sp>
      <p:sp>
        <p:nvSpPr>
          <p:cNvPr id="64" name="!!text-4b5" descr="預算 300 代幣以內"/>
          <p:cNvSpPr txBox="1"/>
          <p:nvPr/>
        </p:nvSpPr>
        <p:spPr>
          <a:xfrm>
            <a:off x="3123181" y="2948468"/>
            <a:ext cx="1625818" cy="27722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508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預算 300 代幣以內</a:t>
            </a:r>
            <a:endParaRPr lang="zh-TW" sz="1508"/>
          </a:p>
        </p:txBody>
      </p:sp>
      <p:sp>
        <p:nvSpPr>
          <p:cNvPr id="65" name="!!rect-4bf"/>
          <p:cNvSpPr/>
          <p:nvPr/>
        </p:nvSpPr>
        <p:spPr>
          <a:xfrm>
            <a:off x="3888993" y="2921665"/>
            <a:ext cx="382906" cy="25527"/>
          </a:xfrm>
          <a:prstGeom prst="roundRect">
            <a:avLst>
              <a:gd name="adj" fmla="val 50000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66" name="!!rect-4bh"/>
          <p:cNvSpPr/>
          <p:nvPr/>
        </p:nvSpPr>
        <p:spPr>
          <a:xfrm>
            <a:off x="4463351" y="2921665"/>
            <a:ext cx="765811" cy="25527"/>
          </a:xfrm>
          <a:prstGeom prst="roundRect">
            <a:avLst>
              <a:gd name="adj" fmla="val 50000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67" name="!!rect-4bj"/>
          <p:cNvSpPr/>
          <p:nvPr/>
        </p:nvSpPr>
        <p:spPr>
          <a:xfrm>
            <a:off x="3549355" y="3227989"/>
            <a:ext cx="1142208" cy="25527"/>
          </a:xfrm>
          <a:prstGeom prst="roundRect">
            <a:avLst>
              <a:gd name="adj" fmla="val 50000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68" name="!!rect-4br"/>
          <p:cNvSpPr/>
          <p:nvPr/>
        </p:nvSpPr>
        <p:spPr>
          <a:xfrm>
            <a:off x="2925539" y="3612417"/>
            <a:ext cx="1365313" cy="417179"/>
          </a:xfrm>
          <a:prstGeom prst="roundRect">
            <a:avLst>
              <a:gd name="adj" fmla="val 50000"/>
            </a:avLst>
          </a:prstGeom>
          <a:solidFill>
            <a:srgbClr val="0B1A26">
              <a:alpha val="9938"/>
            </a:srgbClr>
          </a:solidFill>
          <a:ln>
            <a:noFill/>
          </a:ln>
          <a:effectLst>
            <a:softEdge rad="97342"/>
          </a:effectLst>
        </p:spPr>
      </p:sp>
      <p:sp>
        <p:nvSpPr>
          <p:cNvPr id="69" name="!!rect-4bs"/>
          <p:cNvSpPr/>
          <p:nvPr/>
        </p:nvSpPr>
        <p:spPr>
          <a:xfrm>
            <a:off x="2950822" y="3606096"/>
            <a:ext cx="1314745" cy="328686"/>
          </a:xfrm>
          <a:prstGeom prst="roundRect">
            <a:avLst>
              <a:gd name="adj" fmla="val 50000"/>
            </a:avLst>
          </a:prstGeom>
          <a:solidFill>
            <a:srgbClr val="FFFFFF">
              <a:alpha val="99376"/>
            </a:srgbClr>
          </a:solidFill>
          <a:ln w="7585" cap="flat">
            <a:solidFill>
              <a:srgbClr val="E3E7EA">
                <a:alpha val="99376"/>
              </a:srgbClr>
            </a:solidFill>
            <a:prstDash val="solid"/>
            <a:miter lim="800000"/>
          </a:ln>
        </p:spPr>
      </p:sp>
      <p:sp>
        <p:nvSpPr>
          <p:cNvPr id="70" name="!!path-4bt"/>
          <p:cNvSpPr/>
          <p:nvPr/>
        </p:nvSpPr>
        <p:spPr>
          <a:xfrm>
            <a:off x="3096683" y="3698545"/>
            <a:ext cx="143863" cy="136670"/>
          </a:xfrm>
          <a:custGeom>
            <a:avLst/>
            <a:gdLst/>
            <a:ahLst/>
            <a:cxnLst/>
            <a:rect l="l" t="t" r="r" b="b"/>
            <a:pathLst>
              <a:path w="143863" h="136670">
                <a:moveTo>
                  <a:pt x="71932" y="109840"/>
                </a:moveTo>
                <a:lnTo>
                  <a:pt x="116386" y="136670"/>
                </a:lnTo>
                <a:lnTo>
                  <a:pt x="104589" y="86102"/>
                </a:lnTo>
                <a:lnTo>
                  <a:pt x="143863" y="52079"/>
                </a:lnTo>
                <a:lnTo>
                  <a:pt x="92145" y="47691"/>
                </a:lnTo>
                <a:lnTo>
                  <a:pt x="71932" y="0"/>
                </a:lnTo>
                <a:lnTo>
                  <a:pt x="51719" y="47691"/>
                </a:lnTo>
                <a:lnTo>
                  <a:pt x="0" y="52079"/>
                </a:lnTo>
                <a:lnTo>
                  <a:pt x="39275" y="86102"/>
                </a:lnTo>
                <a:lnTo>
                  <a:pt x="27478" y="136670"/>
                </a:lnTo>
                <a:close/>
              </a:path>
            </a:pathLst>
          </a:custGeom>
          <a:solidFill>
            <a:srgbClr val="627D8D">
              <a:alpha val="99376"/>
            </a:srgbClr>
          </a:solidFill>
          <a:ln>
            <a:noFill/>
          </a:ln>
        </p:spPr>
      </p:sp>
      <p:sp>
        <p:nvSpPr>
          <p:cNvPr id="71" name="!!text-4bu" descr="程度｜入門"/>
          <p:cNvSpPr txBox="1"/>
          <p:nvPr/>
        </p:nvSpPr>
        <p:spPr>
          <a:xfrm>
            <a:off x="3312377" y="3638964"/>
            <a:ext cx="871019" cy="237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94" kern="0" dirty="0">
                <a:solidFill>
                  <a:srgbClr val="151E27">
                    <a:alpha val="99376"/>
                  </a:srgbClr>
                </a:solidFill>
                <a:latin typeface="Noto Sans TC SemiBold"/>
                <a:ea typeface="Noto Sans TC SemiBold"/>
                <a:cs typeface="Noto Sans TC SemiBold"/>
              </a:rPr>
              <a:t>程度｜入門</a:t>
            </a:r>
            <a:endParaRPr lang="zh-TW" sz="1294"/>
          </a:p>
        </p:txBody>
      </p:sp>
      <p:sp>
        <p:nvSpPr>
          <p:cNvPr id="72" name="!!rect-4c6"/>
          <p:cNvSpPr/>
          <p:nvPr/>
        </p:nvSpPr>
        <p:spPr>
          <a:xfrm>
            <a:off x="2986795" y="4083037"/>
            <a:ext cx="1574653" cy="387788"/>
          </a:xfrm>
          <a:prstGeom prst="roundRect">
            <a:avLst>
              <a:gd name="adj" fmla="val 50000"/>
            </a:avLst>
          </a:prstGeom>
          <a:solidFill>
            <a:srgbClr val="0B1A26">
              <a:alpha val="6861"/>
            </a:srgbClr>
          </a:solidFill>
          <a:ln>
            <a:noFill/>
          </a:ln>
          <a:effectLst>
            <a:softEdge rad="90484"/>
          </a:effectLst>
        </p:spPr>
      </p:sp>
      <p:sp>
        <p:nvSpPr>
          <p:cNvPr id="73" name="!!rect-4c7"/>
          <p:cNvSpPr/>
          <p:nvPr/>
        </p:nvSpPr>
        <p:spPr>
          <a:xfrm>
            <a:off x="3010297" y="4077161"/>
            <a:ext cx="1527648" cy="305530"/>
          </a:xfrm>
          <a:prstGeom prst="roundRect">
            <a:avLst>
              <a:gd name="adj" fmla="val 50000"/>
            </a:avLst>
          </a:prstGeom>
          <a:solidFill>
            <a:srgbClr val="FFFFFF">
              <a:alpha val="68605"/>
            </a:srgbClr>
          </a:solidFill>
          <a:ln w="7051" cap="flat">
            <a:solidFill>
              <a:srgbClr val="E3E7EA">
                <a:alpha val="68605"/>
              </a:srgbClr>
            </a:solidFill>
            <a:prstDash val="solid"/>
            <a:miter lim="800000"/>
          </a:ln>
        </p:spPr>
      </p:sp>
      <p:sp>
        <p:nvSpPr>
          <p:cNvPr id="74" name="!!path-4c8"/>
          <p:cNvSpPr/>
          <p:nvPr/>
        </p:nvSpPr>
        <p:spPr>
          <a:xfrm>
            <a:off x="3145881" y="4163097"/>
            <a:ext cx="133728" cy="133728"/>
          </a:xfrm>
          <a:custGeom>
            <a:avLst/>
            <a:gdLst/>
            <a:ahLst/>
            <a:cxnLst/>
            <a:rect l="l" t="t" r="r" b="b"/>
            <a:pathLst>
              <a:path w="133728" h="133728">
                <a:moveTo>
                  <a:pt x="129783" y="64056"/>
                </a:moveTo>
                <a:lnTo>
                  <a:pt x="69605" y="3878"/>
                </a:lnTo>
                <a:cubicBezTo>
                  <a:pt x="67198" y="1471"/>
                  <a:pt x="63855" y="0"/>
                  <a:pt x="60178" y="0"/>
                </a:cubicBezTo>
                <a:lnTo>
                  <a:pt x="13373" y="0"/>
                </a:lnTo>
                <a:cubicBezTo>
                  <a:pt x="6018" y="0"/>
                  <a:pt x="0" y="6018"/>
                  <a:pt x="0" y="13373"/>
                </a:cubicBezTo>
                <a:lnTo>
                  <a:pt x="0" y="60178"/>
                </a:lnTo>
                <a:cubicBezTo>
                  <a:pt x="0" y="63855"/>
                  <a:pt x="1471" y="67198"/>
                  <a:pt x="3945" y="69672"/>
                </a:cubicBezTo>
                <a:lnTo>
                  <a:pt x="64123" y="129850"/>
                </a:lnTo>
                <a:cubicBezTo>
                  <a:pt x="66530" y="132257"/>
                  <a:pt x="69873" y="133728"/>
                  <a:pt x="73550" y="133728"/>
                </a:cubicBezTo>
                <a:cubicBezTo>
                  <a:pt x="77228" y="133728"/>
                  <a:pt x="80571" y="132257"/>
                  <a:pt x="82978" y="129783"/>
                </a:cubicBezTo>
                <a:lnTo>
                  <a:pt x="129783" y="82978"/>
                </a:lnTo>
                <a:cubicBezTo>
                  <a:pt x="132257" y="80571"/>
                  <a:pt x="133728" y="77228"/>
                  <a:pt x="133728" y="73550"/>
                </a:cubicBezTo>
                <a:cubicBezTo>
                  <a:pt x="133728" y="69873"/>
                  <a:pt x="132190" y="66463"/>
                  <a:pt x="129783" y="64056"/>
                </a:cubicBezTo>
                <a:close/>
                <a:moveTo>
                  <a:pt x="23402" y="33432"/>
                </a:moveTo>
                <a:cubicBezTo>
                  <a:pt x="17853" y="33432"/>
                  <a:pt x="13373" y="28952"/>
                  <a:pt x="13373" y="23402"/>
                </a:cubicBezTo>
                <a:cubicBezTo>
                  <a:pt x="13373" y="17853"/>
                  <a:pt x="17853" y="13373"/>
                  <a:pt x="23402" y="13373"/>
                </a:cubicBezTo>
                <a:cubicBezTo>
                  <a:pt x="28952" y="13373"/>
                  <a:pt x="33432" y="17853"/>
                  <a:pt x="33432" y="23402"/>
                </a:cubicBezTo>
                <a:cubicBezTo>
                  <a:pt x="33432" y="28952"/>
                  <a:pt x="28952" y="33432"/>
                  <a:pt x="23402" y="33432"/>
                </a:cubicBezTo>
                <a:close/>
              </a:path>
            </a:pathLst>
          </a:custGeom>
          <a:solidFill>
            <a:srgbClr val="627D8D">
              <a:alpha val="68605"/>
            </a:srgbClr>
          </a:solidFill>
          <a:ln>
            <a:noFill/>
          </a:ln>
        </p:spPr>
      </p:sp>
      <p:sp>
        <p:nvSpPr>
          <p:cNvPr id="75" name="!!text-4c9" descr="分類｜程式設計"/>
          <p:cNvSpPr txBox="1"/>
          <p:nvPr/>
        </p:nvSpPr>
        <p:spPr>
          <a:xfrm>
            <a:off x="3346379" y="4107714"/>
            <a:ext cx="1115183" cy="22120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03" kern="0" dirty="0">
                <a:solidFill>
                  <a:srgbClr val="151E27">
                    <a:alpha val="68605"/>
                  </a:srgbClr>
                </a:solidFill>
                <a:latin typeface="Noto Sans TC SemiBold"/>
                <a:ea typeface="Noto Sans TC SemiBold"/>
                <a:cs typeface="Noto Sans TC SemiBold"/>
              </a:rPr>
              <a:t>分類｜程式設計</a:t>
            </a:r>
            <a:endParaRPr lang="zh-TW" sz="1203"/>
          </a:p>
        </p:txBody>
      </p:sp>
      <p:sp>
        <p:nvSpPr>
          <p:cNvPr id="76" name="!!text-4ed" descr="AI 書籍顧問"/>
          <p:cNvSpPr txBox="1"/>
          <p:nvPr/>
        </p:nvSpPr>
        <p:spPr>
          <a:xfrm>
            <a:off x="691730" y="618870"/>
            <a:ext cx="952363" cy="2217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06" b="1" kern="0" spc="145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A</a:t>
            </a:r>
            <a:r>
              <a:rPr lang="zh-TW" altLang="en-US" sz="1206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I</a:t>
            </a:r>
            <a:r>
              <a:rPr lang="zh-TW" altLang="en-US" sz="1206" b="1" kern="0" spc="289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 </a:t>
            </a:r>
            <a:r>
              <a:rPr lang="zh-TW" altLang="en-US" sz="1206" b="1" kern="0" spc="145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書籍顧</a:t>
            </a:r>
            <a:r>
              <a:rPr lang="zh-TW" altLang="en-US" sz="1206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問</a:t>
            </a:r>
            <a:endParaRPr lang="zh-TW" sz="1206"/>
          </a:p>
        </p:txBody>
      </p:sp>
      <p:sp>
        <p:nvSpPr>
          <p:cNvPr id="77" name="!!text-4ep" descr="說出需求，AI 幫您挑書"/>
          <p:cNvSpPr txBox="1"/>
          <p:nvPr/>
        </p:nvSpPr>
        <p:spPr>
          <a:xfrm>
            <a:off x="691730" y="888946"/>
            <a:ext cx="4612789" cy="66533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3618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說出需</a:t>
            </a:r>
            <a:r>
              <a:rPr lang="zh-TW" altLang="en-US" sz="3618" kern="0" spc="-1085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求</a:t>
            </a:r>
            <a:r>
              <a:rPr lang="zh-TW" altLang="en-US" sz="3618" kern="0" spc="-651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，</a:t>
            </a:r>
            <a:r>
              <a:rPr lang="zh-TW" altLang="en-US" sz="3618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AI 幫您挑書</a:t>
            </a:r>
            <a:endParaRPr lang="zh-TW" sz="3618"/>
          </a:p>
        </p:txBody>
      </p:sp>
      <p:sp>
        <p:nvSpPr>
          <p:cNvPr id="78" name="!!text-4f5" descr="理解分類、預算與書況條件，只推薦站內可購買的書籍。"/>
          <p:cNvSpPr txBox="1"/>
          <p:nvPr/>
        </p:nvSpPr>
        <p:spPr>
          <a:xfrm>
            <a:off x="691730" y="1608298"/>
            <a:ext cx="4843758" cy="27722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508" kern="0" dirty="0">
                <a:solidFill>
                  <a:srgbClr val="3F4A54"/>
                </a:solidFill>
                <a:latin typeface="Noto Sans TC Medium"/>
                <a:ea typeface="Noto Sans TC Medium"/>
                <a:cs typeface="Noto Sans TC Medium"/>
              </a:rPr>
              <a:t>理解分類、預算與書況條件，只推薦站內可購買的書籍。</a:t>
            </a:r>
            <a:endParaRPr lang="zh-TW" sz="1508"/>
          </a:p>
        </p:txBody>
      </p:sp>
      <p:sp>
        <p:nvSpPr>
          <p:cNvPr id="79" name="!!rect-7lb"/>
          <p:cNvSpPr/>
          <p:nvPr/>
        </p:nvSpPr>
        <p:spPr>
          <a:xfrm>
            <a:off x="8521700" y="660400"/>
            <a:ext cx="2933700" cy="6121400"/>
          </a:xfrm>
          <a:prstGeom prst="roundRect">
            <a:avLst>
              <a:gd name="adj" fmla="val 18020"/>
            </a:avLst>
          </a:prstGeom>
          <a:solidFill>
            <a:srgbClr val="0B1A26">
              <a:alpha val="30000"/>
            </a:srgbClr>
          </a:solidFill>
          <a:ln>
            <a:noFill/>
          </a:ln>
          <a:effectLst>
            <a:softEdge rad="474980"/>
          </a:effectLst>
        </p:spPr>
      </p:sp>
      <p:sp>
        <p:nvSpPr>
          <p:cNvPr id="80" name="!!rect-7lc"/>
          <p:cNvSpPr/>
          <p:nvPr/>
        </p:nvSpPr>
        <p:spPr>
          <a:xfrm>
            <a:off x="8591550" y="527050"/>
            <a:ext cx="2794000" cy="5829300"/>
          </a:xfrm>
          <a:prstGeom prst="roundRect">
            <a:avLst>
              <a:gd name="adj" fmla="val 16825"/>
            </a:avLst>
          </a:prstGeom>
          <a:solidFill>
            <a:srgbClr val="0B1A26">
              <a:alpha val="16000"/>
            </a:srgbClr>
          </a:solidFill>
          <a:ln>
            <a:noFill/>
          </a:ln>
          <a:effectLst>
            <a:softEdge rad="125730"/>
          </a:effectLst>
        </p:spPr>
      </p:sp>
      <p:sp>
        <p:nvSpPr>
          <p:cNvPr id="81" name="!!rect-7ld"/>
          <p:cNvSpPr/>
          <p:nvPr/>
        </p:nvSpPr>
        <p:spPr>
          <a:xfrm>
            <a:off x="8590280" y="1676400"/>
            <a:ext cx="31750" cy="2159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82" name="!!rect-7le"/>
          <p:cNvSpPr/>
          <p:nvPr/>
        </p:nvSpPr>
        <p:spPr>
          <a:xfrm>
            <a:off x="8590280" y="2108200"/>
            <a:ext cx="31750" cy="4064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83" name="!!rect-7lf"/>
          <p:cNvSpPr/>
          <p:nvPr/>
        </p:nvSpPr>
        <p:spPr>
          <a:xfrm>
            <a:off x="8590280" y="2603500"/>
            <a:ext cx="31750" cy="4064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84" name="!!rect-7lg"/>
          <p:cNvSpPr/>
          <p:nvPr/>
        </p:nvSpPr>
        <p:spPr>
          <a:xfrm>
            <a:off x="11355070" y="2260600"/>
            <a:ext cx="31750" cy="6350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85" name="!!rect-7lh"/>
          <p:cNvSpPr/>
          <p:nvPr/>
        </p:nvSpPr>
        <p:spPr>
          <a:xfrm>
            <a:off x="11357610" y="4114800"/>
            <a:ext cx="25400" cy="419100"/>
          </a:xfrm>
          <a:prstGeom prst="roundRect">
            <a:avLst>
              <a:gd name="adj" fmla="val 50000"/>
            </a:avLst>
          </a:prstGeom>
          <a:solidFill>
            <a:srgbClr val="8795A0"/>
          </a:solidFill>
          <a:ln>
            <a:noFill/>
          </a:ln>
        </p:spPr>
      </p:sp>
      <p:sp>
        <p:nvSpPr>
          <p:cNvPr id="86" name="!!rect-7li"/>
          <p:cNvSpPr/>
          <p:nvPr/>
        </p:nvSpPr>
        <p:spPr>
          <a:xfrm>
            <a:off x="8610600" y="508000"/>
            <a:ext cx="2755900" cy="5753100"/>
          </a:xfrm>
          <a:prstGeom prst="roundRect">
            <a:avLst>
              <a:gd name="adj" fmla="val 16359"/>
            </a:avLst>
          </a:prstGeom>
          <a:gradFill rotWithShape="1">
            <a:gsLst>
              <a:gs pos="0">
                <a:srgbClr val="FBFCFD"/>
              </a:gs>
              <a:gs pos="18000">
                <a:srgbClr val="DDE5EB"/>
              </a:gs>
              <a:gs pos="46000">
                <a:srgbClr val="B4C2CC"/>
              </a:gs>
              <a:gs pos="62000">
                <a:srgbClr val="D3DCE3"/>
              </a:gs>
              <a:gs pos="84000">
                <a:srgbClr val="A9B8C3"/>
              </a:gs>
              <a:gs pos="100000">
                <a:srgbClr val="E8EEF2"/>
              </a:gs>
              <a:gs pos="100000">
                <a:srgbClr val="E8EEF2"/>
              </a:gs>
            </a:gsLst>
            <a:lin ang="3864255" scaled="0"/>
          </a:gradFill>
          <a:ln>
            <a:noFill/>
          </a:ln>
        </p:spPr>
      </p:sp>
      <p:sp>
        <p:nvSpPr>
          <p:cNvPr id="87" name="!!rect-7lj"/>
          <p:cNvSpPr/>
          <p:nvPr/>
        </p:nvSpPr>
        <p:spPr>
          <a:xfrm>
            <a:off x="8614410" y="511810"/>
            <a:ext cx="2748280" cy="5745480"/>
          </a:xfrm>
          <a:prstGeom prst="roundRect">
            <a:avLst>
              <a:gd name="adj" fmla="val 16266"/>
            </a:avLst>
          </a:prstGeom>
          <a:noFill/>
          <a:ln w="7620" cap="flat">
            <a:solidFill>
              <a:srgbClr val="7F8F9B">
                <a:alpha val="55000"/>
              </a:srgbClr>
            </a:solidFill>
            <a:prstDash val="solid"/>
            <a:miter lim="800000"/>
          </a:ln>
        </p:spPr>
      </p:sp>
      <p:sp>
        <p:nvSpPr>
          <p:cNvPr id="88" name="!!rect-7lk"/>
          <p:cNvSpPr/>
          <p:nvPr/>
        </p:nvSpPr>
        <p:spPr>
          <a:xfrm>
            <a:off x="8637270" y="534670"/>
            <a:ext cx="2702560" cy="5699760"/>
          </a:xfrm>
          <a:prstGeom prst="roundRect">
            <a:avLst>
              <a:gd name="adj" fmla="val 15695"/>
            </a:avLst>
          </a:prstGeom>
          <a:noFill/>
          <a:ln w="8890" cap="flat">
            <a:solidFill>
              <a:srgbClr val="FFFFFF">
                <a:alpha val="75000"/>
              </a:srgbClr>
            </a:solidFill>
            <a:prstDash val="solid"/>
            <a:miter lim="800000"/>
          </a:ln>
        </p:spPr>
      </p:sp>
      <p:sp>
        <p:nvSpPr>
          <p:cNvPr id="89" name="!!rect-7ll"/>
          <p:cNvSpPr/>
          <p:nvPr/>
        </p:nvSpPr>
        <p:spPr>
          <a:xfrm>
            <a:off x="8664575" y="561975"/>
            <a:ext cx="2647950" cy="5645150"/>
          </a:xfrm>
          <a:prstGeom prst="roundRect">
            <a:avLst>
              <a:gd name="adj" fmla="val 14988"/>
            </a:avLst>
          </a:prstGeom>
          <a:solidFill>
            <a:srgbClr val="050608"/>
          </a:solidFill>
          <a:ln>
            <a:noFill/>
          </a:ln>
        </p:spPr>
      </p:sp>
      <p:sp>
        <p:nvSpPr>
          <p:cNvPr id="90" name="!!rect-7ln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solidFill>
            <a:srgbClr val="F3F5F7"/>
          </a:solidFill>
          <a:ln>
            <a:noFill/>
          </a:ln>
        </p:spPr>
      </p:sp>
      <p:sp>
        <p:nvSpPr>
          <p:cNvPr id="91" name="!!rect-895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solidFill>
            <a:srgbClr val="F3F5F7"/>
          </a:solidFill>
          <a:ln>
            <a:noFill/>
          </a:ln>
        </p:spPr>
      </p:sp>
      <p:sp>
        <p:nvSpPr>
          <p:cNvPr id="92" name="!!path-897"/>
          <p:cNvSpPr/>
          <p:nvPr/>
        </p:nvSpPr>
        <p:spPr>
          <a:xfrm>
            <a:off x="8712200" y="609600"/>
            <a:ext cx="2552700" cy="730250"/>
          </a:xfrm>
          <a:custGeom>
            <a:avLst/>
            <a:gdLst/>
            <a:ahLst/>
            <a:cxnLst/>
            <a:rect l="l" t="t" r="r" b="b"/>
            <a:pathLst>
              <a:path w="2552700" h="730250">
                <a:moveTo>
                  <a:pt x="0" y="349250"/>
                </a:moveTo>
                <a:lnTo>
                  <a:pt x="6711" y="281115"/>
                </a:lnTo>
                <a:lnTo>
                  <a:pt x="26585" y="215598"/>
                </a:lnTo>
                <a:lnTo>
                  <a:pt x="58859" y="155217"/>
                </a:lnTo>
                <a:lnTo>
                  <a:pt x="102293" y="102293"/>
                </a:lnTo>
                <a:lnTo>
                  <a:pt x="155217" y="58859"/>
                </a:lnTo>
                <a:lnTo>
                  <a:pt x="215598" y="26585"/>
                </a:lnTo>
                <a:lnTo>
                  <a:pt x="281115" y="6711"/>
                </a:lnTo>
                <a:lnTo>
                  <a:pt x="349250" y="0"/>
                </a:lnTo>
                <a:lnTo>
                  <a:pt x="2203450" y="0"/>
                </a:lnTo>
                <a:lnTo>
                  <a:pt x="2271585" y="6711"/>
                </a:lnTo>
                <a:lnTo>
                  <a:pt x="2337102" y="26585"/>
                </a:lnTo>
                <a:lnTo>
                  <a:pt x="2397483" y="58859"/>
                </a:lnTo>
                <a:lnTo>
                  <a:pt x="2450407" y="102293"/>
                </a:lnTo>
                <a:lnTo>
                  <a:pt x="2493841" y="155217"/>
                </a:lnTo>
                <a:lnTo>
                  <a:pt x="2526115" y="215598"/>
                </a:lnTo>
                <a:lnTo>
                  <a:pt x="2545989" y="281115"/>
                </a:lnTo>
                <a:lnTo>
                  <a:pt x="2552700" y="349250"/>
                </a:lnTo>
                <a:lnTo>
                  <a:pt x="2552700" y="577850"/>
                </a:lnTo>
                <a:lnTo>
                  <a:pt x="2551642" y="602192"/>
                </a:lnTo>
                <a:lnTo>
                  <a:pt x="2548467" y="624417"/>
                </a:lnTo>
                <a:lnTo>
                  <a:pt x="2543175" y="644525"/>
                </a:lnTo>
                <a:lnTo>
                  <a:pt x="2535767" y="662517"/>
                </a:lnTo>
                <a:lnTo>
                  <a:pt x="2526242" y="678392"/>
                </a:lnTo>
                <a:lnTo>
                  <a:pt x="2514600" y="692150"/>
                </a:lnTo>
                <a:lnTo>
                  <a:pt x="2500842" y="703792"/>
                </a:lnTo>
                <a:lnTo>
                  <a:pt x="2484967" y="713317"/>
                </a:lnTo>
                <a:lnTo>
                  <a:pt x="2466975" y="720725"/>
                </a:lnTo>
                <a:lnTo>
                  <a:pt x="2446867" y="726017"/>
                </a:lnTo>
                <a:lnTo>
                  <a:pt x="2424642" y="729192"/>
                </a:lnTo>
                <a:lnTo>
                  <a:pt x="2400300" y="730250"/>
                </a:lnTo>
                <a:lnTo>
                  <a:pt x="152400" y="730250"/>
                </a:lnTo>
                <a:lnTo>
                  <a:pt x="128058" y="729192"/>
                </a:lnTo>
                <a:lnTo>
                  <a:pt x="105833" y="726017"/>
                </a:lnTo>
                <a:lnTo>
                  <a:pt x="85725" y="720725"/>
                </a:lnTo>
                <a:lnTo>
                  <a:pt x="67733" y="713317"/>
                </a:lnTo>
                <a:lnTo>
                  <a:pt x="51858" y="703792"/>
                </a:lnTo>
                <a:lnTo>
                  <a:pt x="38100" y="692150"/>
                </a:lnTo>
                <a:lnTo>
                  <a:pt x="26458" y="678392"/>
                </a:lnTo>
                <a:lnTo>
                  <a:pt x="16933" y="662517"/>
                </a:lnTo>
                <a:lnTo>
                  <a:pt x="9525" y="644525"/>
                </a:lnTo>
                <a:lnTo>
                  <a:pt x="4233" y="624417"/>
                </a:lnTo>
                <a:lnTo>
                  <a:pt x="1058" y="602192"/>
                </a:lnTo>
                <a:lnTo>
                  <a:pt x="0" y="577850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93" name="!!text-898" descr="2:25"/>
          <p:cNvSpPr txBox="1"/>
          <p:nvPr/>
        </p:nvSpPr>
        <p:spPr>
          <a:xfrm>
            <a:off x="9020597" y="714883"/>
            <a:ext cx="253790" cy="1563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50" kern="0" dirty="0">
                <a:solidFill>
                  <a:srgbClr val="FFFFFF"/>
                </a:solidFill>
                <a:latin typeface="Noto Sans TC SemiBold"/>
                <a:ea typeface="Noto Sans TC SemiBold"/>
                <a:cs typeface="Noto Sans TC SemiBold"/>
              </a:rPr>
              <a:t>2:25</a:t>
            </a:r>
            <a:endParaRPr lang="zh-TW" sz="850"/>
          </a:p>
        </p:txBody>
      </p:sp>
      <p:sp>
        <p:nvSpPr>
          <p:cNvPr id="94" name="!!rect-89d"/>
          <p:cNvSpPr/>
          <p:nvPr/>
        </p:nvSpPr>
        <p:spPr>
          <a:xfrm>
            <a:off x="10579100" y="808990"/>
            <a:ext cx="21590" cy="2667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95" name="!!rect-89e"/>
          <p:cNvSpPr/>
          <p:nvPr/>
        </p:nvSpPr>
        <p:spPr>
          <a:xfrm>
            <a:off x="10612120" y="792480"/>
            <a:ext cx="21590" cy="4318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96" name="!!rect-89f"/>
          <p:cNvSpPr/>
          <p:nvPr/>
        </p:nvSpPr>
        <p:spPr>
          <a:xfrm>
            <a:off x="10645140" y="775970"/>
            <a:ext cx="21590" cy="5969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97" name="!!rect-89g"/>
          <p:cNvSpPr/>
          <p:nvPr/>
        </p:nvSpPr>
        <p:spPr>
          <a:xfrm>
            <a:off x="10678160" y="759460"/>
            <a:ext cx="21590" cy="7620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98" name="!!path-89h"/>
          <p:cNvSpPr/>
          <p:nvPr/>
        </p:nvSpPr>
        <p:spPr>
          <a:xfrm>
            <a:off x="10763250" y="763570"/>
            <a:ext cx="95250" cy="70820"/>
          </a:xfrm>
          <a:custGeom>
            <a:avLst/>
            <a:gdLst/>
            <a:ahLst/>
            <a:cxnLst/>
            <a:rect l="l" t="t" r="r" b="b"/>
            <a:pathLst>
              <a:path w="95250" h="70820">
                <a:moveTo>
                  <a:pt x="47625" y="70820"/>
                </a:moveTo>
                <a:lnTo>
                  <a:pt x="31115" y="51135"/>
                </a:lnTo>
                <a:cubicBezTo>
                  <a:pt x="40714" y="43262"/>
                  <a:pt x="54536" y="43262"/>
                  <a:pt x="64135" y="51135"/>
                </a:cubicBezTo>
                <a:close/>
                <a:moveTo>
                  <a:pt x="0" y="23830"/>
                </a:moveTo>
                <a:cubicBezTo>
                  <a:pt x="27279" y="0"/>
                  <a:pt x="67971" y="0"/>
                  <a:pt x="95250" y="23830"/>
                </a:cubicBezTo>
                <a:lnTo>
                  <a:pt x="83820" y="37165"/>
                </a:lnTo>
                <a:cubicBezTo>
                  <a:pt x="63051" y="19153"/>
                  <a:pt x="32199" y="19153"/>
                  <a:pt x="11430" y="37165"/>
                </a:cubicBezTo>
                <a:close/>
                <a:moveTo>
                  <a:pt x="16510" y="43515"/>
                </a:moveTo>
                <a:cubicBezTo>
                  <a:pt x="34385" y="28089"/>
                  <a:pt x="60865" y="28089"/>
                  <a:pt x="78740" y="43515"/>
                </a:cubicBezTo>
                <a:lnTo>
                  <a:pt x="67310" y="56850"/>
                </a:lnTo>
                <a:cubicBezTo>
                  <a:pt x="55947" y="47238"/>
                  <a:pt x="39303" y="47238"/>
                  <a:pt x="27940" y="5685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99" name="!!rect-89i"/>
          <p:cNvSpPr/>
          <p:nvPr/>
        </p:nvSpPr>
        <p:spPr>
          <a:xfrm>
            <a:off x="10902950" y="760730"/>
            <a:ext cx="161925" cy="78740"/>
          </a:xfrm>
          <a:prstGeom prst="roundRect">
            <a:avLst>
              <a:gd name="adj" fmla="val 32258"/>
            </a:avLst>
          </a:prstGeom>
          <a:noFill/>
          <a:ln w="6985" cap="flat">
            <a:solidFill>
              <a:srgbClr val="FFFFFF">
                <a:alpha val="38000"/>
              </a:srgbClr>
            </a:solidFill>
            <a:prstDash val="solid"/>
            <a:miter lim="800000"/>
          </a:ln>
        </p:spPr>
      </p:sp>
      <p:sp>
        <p:nvSpPr>
          <p:cNvPr id="100" name="!!rect-89j"/>
          <p:cNvSpPr/>
          <p:nvPr/>
        </p:nvSpPr>
        <p:spPr>
          <a:xfrm>
            <a:off x="10916285" y="774065"/>
            <a:ext cx="110909" cy="52070"/>
          </a:xfrm>
          <a:prstGeom prst="roundRect">
            <a:avLst>
              <a:gd name="adj" fmla="val 26829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01" name="!!path-89k"/>
          <p:cNvSpPr/>
          <p:nvPr/>
        </p:nvSpPr>
        <p:spPr>
          <a:xfrm>
            <a:off x="11074400" y="786130"/>
            <a:ext cx="10345" cy="27940"/>
          </a:xfrm>
          <a:custGeom>
            <a:avLst/>
            <a:gdLst/>
            <a:ahLst/>
            <a:cxnLst/>
            <a:rect l="l" t="t" r="r" b="b"/>
            <a:pathLst>
              <a:path w="10345" h="27940">
                <a:moveTo>
                  <a:pt x="0" y="0"/>
                </a:moveTo>
                <a:lnTo>
                  <a:pt x="0" y="27940"/>
                </a:lnTo>
                <a:cubicBezTo>
                  <a:pt x="6146" y="26066"/>
                  <a:pt x="10345" y="20395"/>
                  <a:pt x="10345" y="13970"/>
                </a:cubicBezTo>
                <a:cubicBezTo>
                  <a:pt x="10345" y="7545"/>
                  <a:pt x="6146" y="1874"/>
                  <a:pt x="0" y="0"/>
                </a:cubicBezTo>
                <a:close/>
              </a:path>
            </a:pathLst>
          </a:custGeom>
          <a:solidFill>
            <a:srgbClr val="FFFFFF">
              <a:alpha val="45000"/>
            </a:srgbClr>
          </a:solidFill>
          <a:ln>
            <a:noFill/>
          </a:ln>
        </p:spPr>
      </p:sp>
      <p:sp>
        <p:nvSpPr>
          <p:cNvPr id="102" name="!!path-89l"/>
          <p:cNvSpPr/>
          <p:nvPr/>
        </p:nvSpPr>
        <p:spPr>
          <a:xfrm>
            <a:off x="8845537" y="1109129"/>
            <a:ext cx="62258" cy="105791"/>
          </a:xfrm>
          <a:custGeom>
            <a:avLst/>
            <a:gdLst/>
            <a:ahLst/>
            <a:cxnLst/>
            <a:rect l="l" t="t" r="r" b="b"/>
            <a:pathLst>
              <a:path w="62258" h="105791">
                <a:moveTo>
                  <a:pt x="62258" y="9363"/>
                </a:moveTo>
                <a:lnTo>
                  <a:pt x="52896" y="0"/>
                </a:lnTo>
                <a:lnTo>
                  <a:pt x="0" y="52896"/>
                </a:lnTo>
                <a:lnTo>
                  <a:pt x="52896" y="105791"/>
                </a:lnTo>
                <a:lnTo>
                  <a:pt x="62258" y="96429"/>
                </a:lnTo>
                <a:lnTo>
                  <a:pt x="18725" y="5289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03" name="!!path-89m"/>
          <p:cNvSpPr/>
          <p:nvPr/>
        </p:nvSpPr>
        <p:spPr>
          <a:xfrm>
            <a:off x="9607874" y="1103840"/>
            <a:ext cx="116370" cy="116370"/>
          </a:xfrm>
          <a:custGeom>
            <a:avLst/>
            <a:gdLst/>
            <a:ahLst/>
            <a:cxnLst/>
            <a:rect l="l" t="t" r="r" b="b"/>
            <a:pathLst>
              <a:path w="116370" h="116370">
                <a:moveTo>
                  <a:pt x="95212" y="42316"/>
                </a:moveTo>
                <a:lnTo>
                  <a:pt x="101824" y="27770"/>
                </a:lnTo>
                <a:lnTo>
                  <a:pt x="116370" y="21158"/>
                </a:lnTo>
                <a:lnTo>
                  <a:pt x="101824" y="14546"/>
                </a:lnTo>
                <a:lnTo>
                  <a:pt x="95212" y="0"/>
                </a:lnTo>
                <a:lnTo>
                  <a:pt x="88600" y="14546"/>
                </a:lnTo>
                <a:lnTo>
                  <a:pt x="74054" y="21158"/>
                </a:lnTo>
                <a:lnTo>
                  <a:pt x="88600" y="27770"/>
                </a:lnTo>
                <a:lnTo>
                  <a:pt x="95212" y="42316"/>
                </a:lnTo>
                <a:close/>
                <a:moveTo>
                  <a:pt x="55540" y="44961"/>
                </a:moveTo>
                <a:lnTo>
                  <a:pt x="42316" y="15869"/>
                </a:lnTo>
                <a:lnTo>
                  <a:pt x="29093" y="44961"/>
                </a:lnTo>
                <a:lnTo>
                  <a:pt x="0" y="58185"/>
                </a:lnTo>
                <a:lnTo>
                  <a:pt x="29093" y="71409"/>
                </a:lnTo>
                <a:lnTo>
                  <a:pt x="42316" y="100501"/>
                </a:lnTo>
                <a:lnTo>
                  <a:pt x="55540" y="71409"/>
                </a:lnTo>
                <a:lnTo>
                  <a:pt x="84633" y="58185"/>
                </a:lnTo>
                <a:lnTo>
                  <a:pt x="55540" y="44961"/>
                </a:lnTo>
                <a:close/>
                <a:moveTo>
                  <a:pt x="95212" y="74054"/>
                </a:moveTo>
                <a:lnTo>
                  <a:pt x="88600" y="88600"/>
                </a:lnTo>
                <a:lnTo>
                  <a:pt x="74054" y="95212"/>
                </a:lnTo>
                <a:lnTo>
                  <a:pt x="88600" y="101824"/>
                </a:lnTo>
                <a:lnTo>
                  <a:pt x="95212" y="116370"/>
                </a:lnTo>
                <a:lnTo>
                  <a:pt x="101824" y="101824"/>
                </a:lnTo>
                <a:lnTo>
                  <a:pt x="116370" y="95212"/>
                </a:lnTo>
                <a:lnTo>
                  <a:pt x="101824" y="88600"/>
                </a:lnTo>
                <a:lnTo>
                  <a:pt x="95212" y="7405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04" name="!!text-89n" descr="AI 書籍顧問"/>
          <p:cNvSpPr txBox="1"/>
          <p:nvPr/>
        </p:nvSpPr>
        <p:spPr>
          <a:xfrm>
            <a:off x="9780384" y="1070737"/>
            <a:ext cx="628421" cy="16550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1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AI 書籍顧問</a:t>
            </a:r>
            <a:endParaRPr lang="zh-TW" sz="900"/>
          </a:p>
        </p:txBody>
      </p:sp>
      <p:sp>
        <p:nvSpPr>
          <p:cNvPr id="105" name="!!rect-8c5"/>
          <p:cNvSpPr/>
          <p:nvPr/>
        </p:nvSpPr>
        <p:spPr>
          <a:xfrm>
            <a:off x="9747250" y="1498600"/>
            <a:ext cx="1416050" cy="393700"/>
          </a:xfrm>
          <a:prstGeom prst="roundRect">
            <a:avLst>
              <a:gd name="adj" fmla="val 29032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106" name="!!text-8c6" descr="想找適合入門的程式設計書，"/>
          <p:cNvSpPr txBox="1"/>
          <p:nvPr/>
        </p:nvSpPr>
        <p:spPr>
          <a:xfrm>
            <a:off x="9836150" y="1553210"/>
            <a:ext cx="1266825" cy="1379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0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想找適合入門的程式設計書，</a:t>
            </a:r>
            <a:endParaRPr lang="zh-TW" sz="750"/>
          </a:p>
        </p:txBody>
      </p:sp>
      <p:sp>
        <p:nvSpPr>
          <p:cNvPr id="107" name="!!text-8ck" descr="預算 300 代幣以內"/>
          <p:cNvSpPr txBox="1"/>
          <p:nvPr/>
        </p:nvSpPr>
        <p:spPr>
          <a:xfrm>
            <a:off x="9836150" y="1692910"/>
            <a:ext cx="801338" cy="1379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0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預算 300 代幣以內</a:t>
            </a:r>
            <a:endParaRPr lang="zh-TW" sz="750"/>
          </a:p>
        </p:txBody>
      </p:sp>
      <p:sp>
        <p:nvSpPr>
          <p:cNvPr id="108" name="!!circle-8cw"/>
          <p:cNvSpPr/>
          <p:nvPr/>
        </p:nvSpPr>
        <p:spPr>
          <a:xfrm>
            <a:off x="8813800" y="2120900"/>
            <a:ext cx="190500" cy="190500"/>
          </a:xfrm>
          <a:prstGeom prst="ellipse">
            <a:avLst/>
          </a:prstGeom>
          <a:solidFill>
            <a:srgbClr val="627D8D">
              <a:alpha val="14000"/>
            </a:srgbClr>
          </a:solidFill>
          <a:ln>
            <a:noFill/>
          </a:ln>
        </p:spPr>
      </p:sp>
      <p:sp>
        <p:nvSpPr>
          <p:cNvPr id="109" name="!!path-8cx"/>
          <p:cNvSpPr/>
          <p:nvPr/>
        </p:nvSpPr>
        <p:spPr>
          <a:xfrm>
            <a:off x="8856663" y="2163763"/>
            <a:ext cx="104775" cy="104775"/>
          </a:xfrm>
          <a:custGeom>
            <a:avLst/>
            <a:gdLst/>
            <a:ahLst/>
            <a:cxnLst/>
            <a:rect l="l" t="t" r="r" b="b"/>
            <a:pathLst>
              <a:path w="104775" h="104775">
                <a:moveTo>
                  <a:pt x="85725" y="38100"/>
                </a:moveTo>
                <a:lnTo>
                  <a:pt x="91678" y="25003"/>
                </a:lnTo>
                <a:lnTo>
                  <a:pt x="104775" y="19050"/>
                </a:lnTo>
                <a:lnTo>
                  <a:pt x="91678" y="13097"/>
                </a:lnTo>
                <a:lnTo>
                  <a:pt x="85725" y="0"/>
                </a:lnTo>
                <a:lnTo>
                  <a:pt x="79772" y="13097"/>
                </a:lnTo>
                <a:lnTo>
                  <a:pt x="66675" y="19050"/>
                </a:lnTo>
                <a:lnTo>
                  <a:pt x="79772" y="25003"/>
                </a:lnTo>
                <a:lnTo>
                  <a:pt x="85725" y="38100"/>
                </a:lnTo>
                <a:close/>
                <a:moveTo>
                  <a:pt x="50006" y="40481"/>
                </a:moveTo>
                <a:lnTo>
                  <a:pt x="38100" y="14288"/>
                </a:lnTo>
                <a:lnTo>
                  <a:pt x="26194" y="40481"/>
                </a:lnTo>
                <a:lnTo>
                  <a:pt x="0" y="52388"/>
                </a:lnTo>
                <a:lnTo>
                  <a:pt x="26194" y="64294"/>
                </a:lnTo>
                <a:lnTo>
                  <a:pt x="38100" y="90488"/>
                </a:lnTo>
                <a:lnTo>
                  <a:pt x="50006" y="64294"/>
                </a:lnTo>
                <a:lnTo>
                  <a:pt x="76200" y="52388"/>
                </a:lnTo>
                <a:lnTo>
                  <a:pt x="50006" y="40481"/>
                </a:lnTo>
                <a:close/>
                <a:moveTo>
                  <a:pt x="85725" y="66675"/>
                </a:moveTo>
                <a:lnTo>
                  <a:pt x="79772" y="79772"/>
                </a:lnTo>
                <a:lnTo>
                  <a:pt x="66675" y="85725"/>
                </a:lnTo>
                <a:lnTo>
                  <a:pt x="79772" y="91678"/>
                </a:lnTo>
                <a:lnTo>
                  <a:pt x="85725" y="104775"/>
                </a:lnTo>
                <a:lnTo>
                  <a:pt x="91678" y="91678"/>
                </a:lnTo>
                <a:lnTo>
                  <a:pt x="104775" y="85725"/>
                </a:lnTo>
                <a:lnTo>
                  <a:pt x="91678" y="79772"/>
                </a:lnTo>
                <a:lnTo>
                  <a:pt x="85725" y="66675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110" name="!!rect-8cy"/>
          <p:cNvSpPr/>
          <p:nvPr/>
        </p:nvSpPr>
        <p:spPr>
          <a:xfrm>
            <a:off x="9055100" y="2120900"/>
            <a:ext cx="444500" cy="25400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11" name="!!circle-8cz"/>
          <p:cNvSpPr/>
          <p:nvPr/>
        </p:nvSpPr>
        <p:spPr>
          <a:xfrm>
            <a:off x="9169400" y="2222500"/>
            <a:ext cx="50800" cy="50800"/>
          </a:xfrm>
          <a:prstGeom prst="ellipse">
            <a:avLst/>
          </a:prstGeom>
          <a:solidFill>
            <a:srgbClr val="BDBDBD">
              <a:alpha val="84444"/>
            </a:srgbClr>
          </a:solidFill>
          <a:ln>
            <a:noFill/>
          </a:ln>
        </p:spPr>
      </p:sp>
      <p:sp>
        <p:nvSpPr>
          <p:cNvPr id="112" name="!!circle-8d1"/>
          <p:cNvSpPr/>
          <p:nvPr/>
        </p:nvSpPr>
        <p:spPr>
          <a:xfrm>
            <a:off x="9251950" y="2222500"/>
            <a:ext cx="50800" cy="50800"/>
          </a:xfrm>
          <a:prstGeom prst="ellipse">
            <a:avLst/>
          </a:prstGeom>
          <a:solidFill>
            <a:srgbClr val="BDBDBD">
              <a:alpha val="92223"/>
            </a:srgbClr>
          </a:solidFill>
          <a:ln>
            <a:noFill/>
          </a:ln>
        </p:spPr>
      </p:sp>
      <p:sp>
        <p:nvSpPr>
          <p:cNvPr id="113" name="!!circle-8d3"/>
          <p:cNvSpPr/>
          <p:nvPr/>
        </p:nvSpPr>
        <p:spPr>
          <a:xfrm>
            <a:off x="9334500" y="2222500"/>
            <a:ext cx="50800" cy="50800"/>
          </a:xfrm>
          <a:prstGeom prst="ellipse">
            <a:avLst/>
          </a:prstGeom>
          <a:solidFill>
            <a:srgbClr val="BDBDBD">
              <a:alpha val="68889"/>
            </a:srgbClr>
          </a:solidFill>
          <a:ln>
            <a:noFill/>
          </a:ln>
        </p:spPr>
      </p:sp>
      <p:sp>
        <p:nvSpPr>
          <p:cNvPr id="114" name="!!rect-8hm"/>
          <p:cNvSpPr/>
          <p:nvPr/>
        </p:nvSpPr>
        <p:spPr>
          <a:xfrm>
            <a:off x="8712200" y="5524500"/>
            <a:ext cx="2552700" cy="635000"/>
          </a:xfrm>
          <a:custGeom>
            <a:avLst/>
            <a:gdLst/>
            <a:ahLst/>
            <a:cxnLst/>
            <a:rect l="l" t="t" r="r" b="b"/>
            <a:pathLst>
              <a:path w="2552700" h="635000">
                <a:moveTo>
                  <a:pt x="0" y="0"/>
                </a:moveTo>
                <a:lnTo>
                  <a:pt x="2552700" y="0"/>
                </a:lnTo>
                <a:lnTo>
                  <a:pt x="2552700" y="317500"/>
                </a:lnTo>
                <a:cubicBezTo>
                  <a:pt x="2552700" y="492850"/>
                  <a:pt x="2410550" y="635000"/>
                  <a:pt x="2235200" y="635000"/>
                </a:cubicBezTo>
                <a:lnTo>
                  <a:pt x="317500" y="635000"/>
                </a:lnTo>
                <a:cubicBezTo>
                  <a:pt x="142150" y="635000"/>
                  <a:pt x="0" y="492850"/>
                  <a:pt x="0" y="317500"/>
                </a:cubicBez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15" name="!!rect-8hn"/>
          <p:cNvSpPr/>
          <p:nvPr/>
        </p:nvSpPr>
        <p:spPr>
          <a:xfrm>
            <a:off x="8813800" y="5588000"/>
            <a:ext cx="2019300" cy="304800"/>
          </a:xfrm>
          <a:prstGeom prst="roundRect">
            <a:avLst>
              <a:gd name="adj" fmla="val 50000"/>
            </a:avLst>
          </a:prstGeom>
          <a:solidFill>
            <a:srgbClr val="F3F5F7"/>
          </a:solidFill>
          <a:ln>
            <a:noFill/>
          </a:ln>
        </p:spPr>
      </p:sp>
      <p:sp>
        <p:nvSpPr>
          <p:cNvPr id="116" name="!!circle-8ho"/>
          <p:cNvSpPr/>
          <p:nvPr/>
        </p:nvSpPr>
        <p:spPr>
          <a:xfrm>
            <a:off x="10871200" y="5600700"/>
            <a:ext cx="279400" cy="279400"/>
          </a:xfrm>
          <a:prstGeom prst="ellipse">
            <a:avLst/>
          </a:prstGeom>
          <a:solidFill>
            <a:srgbClr val="627D8D"/>
          </a:solidFill>
          <a:ln>
            <a:noFill/>
          </a:ln>
        </p:spPr>
      </p:sp>
      <p:sp>
        <p:nvSpPr>
          <p:cNvPr id="117" name="!!path-8hp"/>
          <p:cNvSpPr/>
          <p:nvPr/>
        </p:nvSpPr>
        <p:spPr>
          <a:xfrm>
            <a:off x="10952696" y="5688019"/>
            <a:ext cx="122282" cy="104813"/>
          </a:xfrm>
          <a:custGeom>
            <a:avLst/>
            <a:gdLst/>
            <a:ahLst/>
            <a:cxnLst/>
            <a:rect l="l" t="t" r="r" b="b"/>
            <a:pathLst>
              <a:path w="122282" h="104813">
                <a:moveTo>
                  <a:pt x="58" y="104813"/>
                </a:moveTo>
                <a:lnTo>
                  <a:pt x="122282" y="52407"/>
                </a:lnTo>
                <a:lnTo>
                  <a:pt x="58" y="0"/>
                </a:lnTo>
                <a:lnTo>
                  <a:pt x="0" y="40761"/>
                </a:lnTo>
                <a:lnTo>
                  <a:pt x="87344" y="52407"/>
                </a:lnTo>
                <a:lnTo>
                  <a:pt x="0" y="6405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18" name="!!text-8k3" descr="描述您想找的書籍"/>
          <p:cNvSpPr txBox="1"/>
          <p:nvPr/>
        </p:nvSpPr>
        <p:spPr>
          <a:xfrm>
            <a:off x="8928100" y="5668010"/>
            <a:ext cx="790575" cy="1379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0" kern="0" dirty="0">
                <a:solidFill>
                  <a:srgbClr val="BDBDBD"/>
                </a:solidFill>
                <a:latin typeface="Noto Sans TC"/>
                <a:ea typeface="Noto Sans TC"/>
                <a:cs typeface="Noto Sans TC"/>
              </a:rPr>
              <a:t>描述您想找的書籍</a:t>
            </a:r>
            <a:endParaRPr lang="zh-TW" sz="750"/>
          </a:p>
        </p:txBody>
      </p:sp>
      <p:sp>
        <p:nvSpPr>
          <p:cNvPr id="119" name="!!rect-8kc"/>
          <p:cNvSpPr/>
          <p:nvPr/>
        </p:nvSpPr>
        <p:spPr>
          <a:xfrm>
            <a:off x="9531350" y="6076950"/>
            <a:ext cx="914400" cy="31750"/>
          </a:xfrm>
          <a:prstGeom prst="roundRect">
            <a:avLst>
              <a:gd name="adj" fmla="val 50000"/>
            </a:avLst>
          </a:prstGeom>
          <a:solidFill>
            <a:srgbClr val="000000">
              <a:alpha val="90000"/>
            </a:srgbClr>
          </a:solidFill>
          <a:ln>
            <a:noFill/>
          </a:ln>
        </p:spPr>
      </p:sp>
      <p:sp>
        <p:nvSpPr>
          <p:cNvPr id="120" name="!!rect-8qh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10000"/>
                </a:srgbClr>
              </a:gs>
              <a:gs pos="30762">
                <a:srgbClr val="FFFFFF">
                  <a:alpha val="2000"/>
                </a:srgbClr>
              </a:gs>
              <a:gs pos="31723">
                <a:srgbClr val="FFFFFF">
                  <a:alpha val="0"/>
                </a:srgbClr>
              </a:gs>
              <a:gs pos="9613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4329186" scaled="0"/>
          </a:gradFill>
          <a:ln>
            <a:noFill/>
          </a:ln>
        </p:spPr>
      </p:sp>
      <p:sp>
        <p:nvSpPr>
          <p:cNvPr id="121" name="!!rect-8qk"/>
          <p:cNvSpPr/>
          <p:nvPr/>
        </p:nvSpPr>
        <p:spPr>
          <a:xfrm>
            <a:off x="9728200" y="679450"/>
            <a:ext cx="520700" cy="23495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</p:spPr>
      </p:sp>
      <p:sp>
        <p:nvSpPr>
          <p:cNvPr id="122" name="!!circle-8ql"/>
          <p:cNvSpPr/>
          <p:nvPr/>
        </p:nvSpPr>
        <p:spPr>
          <a:xfrm>
            <a:off x="10088880" y="757555"/>
            <a:ext cx="78740" cy="78740"/>
          </a:xfrm>
          <a:prstGeom prst="ellipse">
            <a:avLst/>
          </a:prstGeom>
          <a:solidFill>
            <a:srgbClr val="0A0F16"/>
          </a:solidFill>
          <a:ln>
            <a:noFill/>
          </a:ln>
        </p:spPr>
      </p:sp>
      <p:sp>
        <p:nvSpPr>
          <p:cNvPr id="123" name="!!circle-8qm"/>
          <p:cNvSpPr/>
          <p:nvPr/>
        </p:nvSpPr>
        <p:spPr>
          <a:xfrm>
            <a:off x="10107930" y="776605"/>
            <a:ext cx="40640" cy="40640"/>
          </a:xfrm>
          <a:prstGeom prst="ellipse">
            <a:avLst/>
          </a:prstGeom>
          <a:solidFill>
            <a:srgbClr val="111B28"/>
          </a:solidFill>
          <a:ln>
            <a:noFill/>
          </a:ln>
        </p:spPr>
      </p:sp>
      <p:sp>
        <p:nvSpPr>
          <p:cNvPr id="124" name="!!circle-8qn"/>
          <p:cNvSpPr/>
          <p:nvPr/>
        </p:nvSpPr>
        <p:spPr>
          <a:xfrm>
            <a:off x="10130155" y="781685"/>
            <a:ext cx="13970" cy="13970"/>
          </a:xfrm>
          <a:prstGeom prst="ellipse">
            <a:avLst/>
          </a:prstGeom>
          <a:solidFill>
            <a:srgbClr val="3A5070">
              <a:alpha val="80000"/>
            </a:srgbClr>
          </a:solidFill>
          <a:ln>
            <a:noFill/>
          </a:ln>
        </p:spPr>
      </p:sp>
      <p:sp>
        <p:nvSpPr>
          <p:cNvPr id="125" name="!!path-9ic"/>
          <p:cNvSpPr/>
          <p:nvPr/>
        </p:nvSpPr>
        <p:spPr>
          <a:xfrm>
            <a:off x="381000" y="306527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26" name="!!path-9id"/>
          <p:cNvSpPr/>
          <p:nvPr/>
        </p:nvSpPr>
        <p:spPr>
          <a:xfrm>
            <a:off x="381000" y="308153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27" name="!!path-9ie"/>
          <p:cNvSpPr/>
          <p:nvPr/>
        </p:nvSpPr>
        <p:spPr>
          <a:xfrm>
            <a:off x="381000" y="309778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28" name="!!path-9if"/>
          <p:cNvSpPr/>
          <p:nvPr/>
        </p:nvSpPr>
        <p:spPr>
          <a:xfrm>
            <a:off x="381000" y="311404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29" name="!!path-9ig"/>
          <p:cNvSpPr/>
          <p:nvPr/>
        </p:nvSpPr>
        <p:spPr>
          <a:xfrm>
            <a:off x="381000" y="313030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30" name="!!path-9ih"/>
          <p:cNvSpPr/>
          <p:nvPr/>
        </p:nvSpPr>
        <p:spPr>
          <a:xfrm>
            <a:off x="381000" y="314655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31" name="!!path-9ii"/>
          <p:cNvSpPr/>
          <p:nvPr/>
        </p:nvSpPr>
        <p:spPr>
          <a:xfrm>
            <a:off x="381000" y="316281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32" name="!!path-9ij"/>
          <p:cNvSpPr/>
          <p:nvPr/>
        </p:nvSpPr>
        <p:spPr>
          <a:xfrm>
            <a:off x="381000" y="317906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33" name="!!path-9ik"/>
          <p:cNvSpPr/>
          <p:nvPr/>
        </p:nvSpPr>
        <p:spPr>
          <a:xfrm>
            <a:off x="419608" y="269342"/>
            <a:ext cx="128422" cy="122936"/>
          </a:xfrm>
          <a:custGeom>
            <a:avLst/>
            <a:gdLst/>
            <a:ahLst/>
            <a:cxnLst/>
            <a:rect l="l" t="t" r="r" b="b"/>
            <a:pathLst>
              <a:path w="128422" h="122936">
                <a:moveTo>
                  <a:pt x="0" y="17678"/>
                </a:moveTo>
                <a:lnTo>
                  <a:pt x="8128" y="5080"/>
                </a:lnTo>
                <a:cubicBezTo>
                  <a:pt x="32512" y="0"/>
                  <a:pt x="73152" y="7112"/>
                  <a:pt x="101600" y="26416"/>
                </a:cubicBezTo>
                <a:cubicBezTo>
                  <a:pt x="116840" y="37186"/>
                  <a:pt x="124968" y="49784"/>
                  <a:pt x="128422" y="62992"/>
                </a:cubicBezTo>
                <a:lnTo>
                  <a:pt x="128422" y="122936"/>
                </a:lnTo>
                <a:lnTo>
                  <a:pt x="0" y="1229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34" name="!!path-9il"/>
          <p:cNvSpPr/>
          <p:nvPr/>
        </p:nvSpPr>
        <p:spPr>
          <a:xfrm>
            <a:off x="419608" y="269342"/>
            <a:ext cx="128422" cy="62992"/>
          </a:xfrm>
          <a:custGeom>
            <a:avLst/>
            <a:gdLst/>
            <a:ahLst/>
            <a:cxnLst/>
            <a:rect l="l" t="t" r="r" b="b"/>
            <a:pathLst>
              <a:path w="128422" h="62992" fill="none">
                <a:moveTo>
                  <a:pt x="128422" y="62992"/>
                </a:moveTo>
                <a:cubicBezTo>
                  <a:pt x="124968" y="49784"/>
                  <a:pt x="116840" y="37186"/>
                  <a:pt x="101600" y="26416"/>
                </a:cubicBezTo>
                <a:cubicBezTo>
                  <a:pt x="73152" y="7112"/>
                  <a:pt x="32512" y="0"/>
                  <a:pt x="8128" y="5080"/>
                </a:cubicBezTo>
                <a:lnTo>
                  <a:pt x="0" y="1767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35" name="!!path-9im"/>
          <p:cNvSpPr/>
          <p:nvPr/>
        </p:nvSpPr>
        <p:spPr>
          <a:xfrm>
            <a:off x="407010" y="281534"/>
            <a:ext cx="141021" cy="110744"/>
          </a:xfrm>
          <a:custGeom>
            <a:avLst/>
            <a:gdLst/>
            <a:ahLst/>
            <a:cxnLst/>
            <a:rect l="l" t="t" r="r" b="b"/>
            <a:pathLst>
              <a:path w="141021" h="110744">
                <a:moveTo>
                  <a:pt x="0" y="22352"/>
                </a:moveTo>
                <a:lnTo>
                  <a:pt x="6502" y="6502"/>
                </a:lnTo>
                <a:cubicBezTo>
                  <a:pt x="36982" y="0"/>
                  <a:pt x="79654" y="7112"/>
                  <a:pt x="110134" y="25400"/>
                </a:cubicBezTo>
                <a:cubicBezTo>
                  <a:pt x="126390" y="35154"/>
                  <a:pt x="136550" y="49784"/>
                  <a:pt x="141021" y="62992"/>
                </a:cubicBezTo>
                <a:lnTo>
                  <a:pt x="141021" y="110744"/>
                </a:lnTo>
                <a:lnTo>
                  <a:pt x="0" y="110744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36" name="!!path-9in"/>
          <p:cNvSpPr/>
          <p:nvPr/>
        </p:nvSpPr>
        <p:spPr>
          <a:xfrm>
            <a:off x="407010" y="281534"/>
            <a:ext cx="141021" cy="62992"/>
          </a:xfrm>
          <a:custGeom>
            <a:avLst/>
            <a:gdLst/>
            <a:ahLst/>
            <a:cxnLst/>
            <a:rect l="l" t="t" r="r" b="b"/>
            <a:pathLst>
              <a:path w="141021" h="62992" fill="none">
                <a:moveTo>
                  <a:pt x="141021" y="62992"/>
                </a:moveTo>
                <a:cubicBezTo>
                  <a:pt x="136550" y="49784"/>
                  <a:pt x="126390" y="35154"/>
                  <a:pt x="110134" y="25400"/>
                </a:cubicBezTo>
                <a:cubicBezTo>
                  <a:pt x="79654" y="7112"/>
                  <a:pt x="36982" y="0"/>
                  <a:pt x="6502" y="6502"/>
                </a:cubicBezTo>
                <a:lnTo>
                  <a:pt x="0" y="22352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37" name="!!path-9io"/>
          <p:cNvSpPr/>
          <p:nvPr/>
        </p:nvSpPr>
        <p:spPr>
          <a:xfrm>
            <a:off x="395834" y="294742"/>
            <a:ext cx="151790" cy="97536"/>
          </a:xfrm>
          <a:custGeom>
            <a:avLst/>
            <a:gdLst/>
            <a:ahLst/>
            <a:cxnLst/>
            <a:rect l="l" t="t" r="r" b="b"/>
            <a:pathLst>
              <a:path w="151790" h="97536">
                <a:moveTo>
                  <a:pt x="0" y="23165"/>
                </a:moveTo>
                <a:lnTo>
                  <a:pt x="3861" y="12598"/>
                </a:lnTo>
                <a:cubicBezTo>
                  <a:pt x="37998" y="0"/>
                  <a:pt x="84734" y="5080"/>
                  <a:pt x="117246" y="21946"/>
                </a:cubicBezTo>
                <a:cubicBezTo>
                  <a:pt x="135534" y="31496"/>
                  <a:pt x="146710" y="43688"/>
                  <a:pt x="151790" y="55270"/>
                </a:cubicBezTo>
                <a:lnTo>
                  <a:pt x="151790" y="97536"/>
                </a:lnTo>
                <a:lnTo>
                  <a:pt x="0" y="975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38" name="!!path-9ip"/>
          <p:cNvSpPr/>
          <p:nvPr/>
        </p:nvSpPr>
        <p:spPr>
          <a:xfrm>
            <a:off x="395834" y="294742"/>
            <a:ext cx="151790" cy="55270"/>
          </a:xfrm>
          <a:custGeom>
            <a:avLst/>
            <a:gdLst/>
            <a:ahLst/>
            <a:cxnLst/>
            <a:rect l="l" t="t" r="r" b="b"/>
            <a:pathLst>
              <a:path w="151790" h="55270" fill="none">
                <a:moveTo>
                  <a:pt x="151790" y="55270"/>
                </a:moveTo>
                <a:cubicBezTo>
                  <a:pt x="146710" y="43688"/>
                  <a:pt x="135534" y="31496"/>
                  <a:pt x="117246" y="21946"/>
                </a:cubicBezTo>
                <a:cubicBezTo>
                  <a:pt x="84734" y="5080"/>
                  <a:pt x="37998" y="0"/>
                  <a:pt x="3861" y="12598"/>
                </a:cubicBezTo>
                <a:lnTo>
                  <a:pt x="0" y="23165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39" name="!!path-9iq"/>
          <p:cNvSpPr/>
          <p:nvPr/>
        </p:nvSpPr>
        <p:spPr>
          <a:xfrm>
            <a:off x="548234" y="264262"/>
            <a:ext cx="120294" cy="128016"/>
          </a:xfrm>
          <a:custGeom>
            <a:avLst/>
            <a:gdLst/>
            <a:ahLst/>
            <a:cxnLst/>
            <a:rect l="l" t="t" r="r" b="b"/>
            <a:pathLst>
              <a:path w="120294" h="128016">
                <a:moveTo>
                  <a:pt x="120294" y="18288"/>
                </a:moveTo>
                <a:lnTo>
                  <a:pt x="113589" y="4470"/>
                </a:lnTo>
                <a:cubicBezTo>
                  <a:pt x="86766" y="0"/>
                  <a:pt x="44094" y="10160"/>
                  <a:pt x="17678" y="30480"/>
                </a:cubicBezTo>
                <a:cubicBezTo>
                  <a:pt x="6502" y="39624"/>
                  <a:pt x="1422" y="52832"/>
                  <a:pt x="0" y="67056"/>
                </a:cubicBezTo>
                <a:lnTo>
                  <a:pt x="0" y="128016"/>
                </a:lnTo>
                <a:lnTo>
                  <a:pt x="120294" y="12801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40" name="!!path-9ir"/>
          <p:cNvSpPr/>
          <p:nvPr/>
        </p:nvSpPr>
        <p:spPr>
          <a:xfrm>
            <a:off x="548234" y="264262"/>
            <a:ext cx="120294" cy="67056"/>
          </a:xfrm>
          <a:custGeom>
            <a:avLst/>
            <a:gdLst/>
            <a:ahLst/>
            <a:cxnLst/>
            <a:rect l="l" t="t" r="r" b="b"/>
            <a:pathLst>
              <a:path w="120294" h="67056" fill="none">
                <a:moveTo>
                  <a:pt x="0" y="67056"/>
                </a:moveTo>
                <a:cubicBezTo>
                  <a:pt x="1422" y="52832"/>
                  <a:pt x="6502" y="39624"/>
                  <a:pt x="17678" y="30480"/>
                </a:cubicBezTo>
                <a:cubicBezTo>
                  <a:pt x="44094" y="10160"/>
                  <a:pt x="86766" y="0"/>
                  <a:pt x="113589" y="4470"/>
                </a:cubicBezTo>
                <a:lnTo>
                  <a:pt x="120294" y="1828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41" name="!!path-9is"/>
          <p:cNvSpPr/>
          <p:nvPr/>
        </p:nvSpPr>
        <p:spPr>
          <a:xfrm>
            <a:off x="548437" y="279502"/>
            <a:ext cx="133299" cy="112776"/>
          </a:xfrm>
          <a:custGeom>
            <a:avLst/>
            <a:gdLst/>
            <a:ahLst/>
            <a:cxnLst/>
            <a:rect l="l" t="t" r="r" b="b"/>
            <a:pathLst>
              <a:path w="133299" h="112776">
                <a:moveTo>
                  <a:pt x="133299" y="19710"/>
                </a:moveTo>
                <a:lnTo>
                  <a:pt x="127203" y="3048"/>
                </a:lnTo>
                <a:cubicBezTo>
                  <a:pt x="94691" y="0"/>
                  <a:pt x="54051" y="11176"/>
                  <a:pt x="27635" y="30683"/>
                </a:cubicBezTo>
                <a:cubicBezTo>
                  <a:pt x="13411" y="41250"/>
                  <a:pt x="4267" y="53848"/>
                  <a:pt x="0" y="65024"/>
                </a:cubicBezTo>
                <a:lnTo>
                  <a:pt x="0" y="112776"/>
                </a:lnTo>
                <a:lnTo>
                  <a:pt x="133299" y="11277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42" name="!!path-9it"/>
          <p:cNvSpPr/>
          <p:nvPr/>
        </p:nvSpPr>
        <p:spPr>
          <a:xfrm>
            <a:off x="548437" y="279502"/>
            <a:ext cx="133299" cy="65024"/>
          </a:xfrm>
          <a:custGeom>
            <a:avLst/>
            <a:gdLst/>
            <a:ahLst/>
            <a:cxnLst/>
            <a:rect l="l" t="t" r="r" b="b"/>
            <a:pathLst>
              <a:path w="133299" h="65024" fill="none">
                <a:moveTo>
                  <a:pt x="0" y="65024"/>
                </a:moveTo>
                <a:cubicBezTo>
                  <a:pt x="4267" y="53848"/>
                  <a:pt x="13411" y="41250"/>
                  <a:pt x="27635" y="30683"/>
                </a:cubicBezTo>
                <a:cubicBezTo>
                  <a:pt x="54051" y="11176"/>
                  <a:pt x="94691" y="0"/>
                  <a:pt x="127203" y="3048"/>
                </a:cubicBezTo>
                <a:lnTo>
                  <a:pt x="133299" y="19710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43" name="!!path-9iu"/>
          <p:cNvSpPr/>
          <p:nvPr/>
        </p:nvSpPr>
        <p:spPr>
          <a:xfrm>
            <a:off x="548843" y="293726"/>
            <a:ext cx="142646" cy="98552"/>
          </a:xfrm>
          <a:custGeom>
            <a:avLst/>
            <a:gdLst/>
            <a:ahLst/>
            <a:cxnLst/>
            <a:rect l="l" t="t" r="r" b="b"/>
            <a:pathLst>
              <a:path w="142646" h="98552">
                <a:moveTo>
                  <a:pt x="142646" y="18898"/>
                </a:moveTo>
                <a:lnTo>
                  <a:pt x="139802" y="8738"/>
                </a:lnTo>
                <a:cubicBezTo>
                  <a:pt x="106477" y="0"/>
                  <a:pt x="63805" y="5080"/>
                  <a:pt x="35357" y="19304"/>
                </a:cubicBezTo>
                <a:cubicBezTo>
                  <a:pt x="17069" y="28448"/>
                  <a:pt x="5893" y="42672"/>
                  <a:pt x="0" y="56286"/>
                </a:cubicBezTo>
                <a:lnTo>
                  <a:pt x="0" y="98552"/>
                </a:lnTo>
                <a:lnTo>
                  <a:pt x="142646" y="98552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44" name="!!path-9iv"/>
          <p:cNvSpPr/>
          <p:nvPr/>
        </p:nvSpPr>
        <p:spPr>
          <a:xfrm>
            <a:off x="548843" y="293726"/>
            <a:ext cx="142646" cy="56286"/>
          </a:xfrm>
          <a:custGeom>
            <a:avLst/>
            <a:gdLst/>
            <a:ahLst/>
            <a:cxnLst/>
            <a:rect l="l" t="t" r="r" b="b"/>
            <a:pathLst>
              <a:path w="142646" h="56286" fill="none">
                <a:moveTo>
                  <a:pt x="0" y="56286"/>
                </a:moveTo>
                <a:cubicBezTo>
                  <a:pt x="5893" y="42672"/>
                  <a:pt x="17069" y="28448"/>
                  <a:pt x="35357" y="19304"/>
                </a:cubicBezTo>
                <a:cubicBezTo>
                  <a:pt x="63805" y="5080"/>
                  <a:pt x="106477" y="0"/>
                  <a:pt x="139802" y="8738"/>
                </a:cubicBezTo>
                <a:lnTo>
                  <a:pt x="142646" y="1889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45" name="!!path-9iw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627D8D"/>
              </a:gs>
              <a:gs pos="21794">
                <a:srgbClr val="627D8D"/>
              </a:gs>
              <a:gs pos="55376">
                <a:srgbClr val="627D8D"/>
              </a:gs>
              <a:gs pos="96421">
                <a:srgbClr val="98ABB7"/>
              </a:gs>
              <a:gs pos="100000">
                <a:srgbClr val="98ABB7"/>
              </a:gs>
            </a:gsLst>
            <a:lin ang="1983350" scaled="0"/>
          </a:gradFill>
          <a:ln>
            <a:noFill/>
          </a:ln>
        </p:spPr>
      </p:sp>
      <p:sp>
        <p:nvSpPr>
          <p:cNvPr id="146" name="!!path-9ix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0000"/>
                </a:srgbClr>
              </a:gs>
              <a:gs pos="4764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83333" t="79291" r="16667" b="20709"/>
            </a:path>
          </a:gradFill>
          <a:ln>
            <a:noFill/>
          </a:ln>
        </p:spPr>
      </p:sp>
      <p:sp>
        <p:nvSpPr>
          <p:cNvPr id="147" name="!!line-9iy"/>
          <p:cNvSpPr/>
          <p:nvPr/>
        </p:nvSpPr>
        <p:spPr>
          <a:xfrm>
            <a:off x="549046" y="363017"/>
            <a:ext cx="1" cy="153619"/>
          </a:xfrm>
          <a:custGeom>
            <a:avLst/>
            <a:gdLst/>
            <a:ahLst/>
            <a:cxnLst/>
            <a:rect l="l" t="t" r="r" b="b"/>
            <a:pathLst>
              <a:path w="1" h="153619">
                <a:moveTo>
                  <a:pt x="0" y="0"/>
                </a:moveTo>
                <a:lnTo>
                  <a:pt x="0" y="153619"/>
                </a:lnTo>
              </a:path>
            </a:pathLst>
          </a:custGeom>
          <a:solidFill>
            <a:srgbClr val="000000"/>
          </a:solidFill>
          <a:ln w="6909" cap="rnd">
            <a:solidFill>
              <a:srgbClr val="C9D3D9"/>
            </a:solidFill>
            <a:prstDash val="solid"/>
            <a:miter lim="800000"/>
          </a:ln>
        </p:spPr>
      </p:sp>
      <p:sp>
        <p:nvSpPr>
          <p:cNvPr id="148" name="!!path-9iz"/>
          <p:cNvSpPr/>
          <p:nvPr/>
        </p:nvSpPr>
        <p:spPr>
          <a:xfrm>
            <a:off x="657962" y="442062"/>
            <a:ext cx="25400" cy="37998"/>
          </a:xfrm>
          <a:custGeom>
            <a:avLst/>
            <a:gdLst/>
            <a:ahLst/>
            <a:cxnLst/>
            <a:rect l="l" t="t" r="r" b="b"/>
            <a:pathLst>
              <a:path w="25400" h="37998">
                <a:moveTo>
                  <a:pt x="0" y="2642"/>
                </a:moveTo>
                <a:lnTo>
                  <a:pt x="15240" y="0"/>
                </a:lnTo>
                <a:lnTo>
                  <a:pt x="25400" y="37186"/>
                </a:lnTo>
                <a:lnTo>
                  <a:pt x="7518" y="37998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 w="1016" cap="flat">
            <a:solidFill>
              <a:srgbClr val="FFFFFF">
                <a:alpha val="55000"/>
              </a:srgbClr>
            </a:solidFill>
            <a:prstDash val="solid"/>
            <a:round/>
          </a:ln>
        </p:spPr>
      </p:sp>
      <p:sp>
        <p:nvSpPr>
          <p:cNvPr id="149" name="!!text-9j0" descr="救「舊」我的書"/>
          <p:cNvSpPr txBox="1"/>
          <p:nvPr/>
        </p:nvSpPr>
        <p:spPr>
          <a:xfrm>
            <a:off x="805879" y="251460"/>
            <a:ext cx="1120140" cy="25745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400" b="1" kern="0" spc="-70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救</a:t>
            </a:r>
            <a:r>
              <a:rPr lang="zh-TW" altLang="en-US" sz="14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「舊</a:t>
            </a:r>
            <a:r>
              <a:rPr lang="zh-TW" altLang="en-US" sz="1400" b="1" kern="0" spc="-70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」</a:t>
            </a:r>
            <a:r>
              <a:rPr lang="zh-TW" altLang="en-US" sz="14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我的書</a:t>
            </a:r>
            <a:endParaRPr lang="zh-TW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fast" p14:dur="900" advTm="100">
        <p159:morph option="byObject"/>
      </p:transition>
    </mc:Choice>
    <mc:Fallback>
      <p:transition spd="fast" advTm="100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95.6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rect-1q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7"/>
          </a:solidFill>
          <a:ln>
            <a:noFill/>
          </a:ln>
        </p:spPr>
      </p:sp>
      <p:sp>
        <p:nvSpPr>
          <p:cNvPr id="3" name="!!ellipse-1q2"/>
          <p:cNvSpPr/>
          <p:nvPr/>
        </p:nvSpPr>
        <p:spPr>
          <a:xfrm>
            <a:off x="-889000" y="-952500"/>
            <a:ext cx="13970000" cy="7874000"/>
          </a:xfrm>
          <a:prstGeom prst="ellipse">
            <a:avLst/>
          </a:prstGeom>
          <a:gradFill rotWithShape="1">
            <a:gsLst>
              <a:gs pos="0">
                <a:srgbClr val="FFFFFF">
                  <a:alpha val="95000"/>
                </a:srgbClr>
              </a:gs>
              <a:gs pos="40865">
                <a:srgbClr val="FFFFFF">
                  <a:alpha val="35000"/>
                </a:srgbClr>
              </a:gs>
              <a:gs pos="68108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!!rect-1q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P1"/>
            <a:srcRect/>
            <a:tile tx="32582" ty="185382" sx="16667" sy="16667" flip="none" algn="tl"/>
          </a:blipFill>
          <a:ln>
            <a:noFill/>
          </a:ln>
        </p:spPr>
      </p:sp>
      <p:sp>
        <p:nvSpPr>
          <p:cNvPr id="5" name="!!circle-1q9"/>
          <p:cNvSpPr/>
          <p:nvPr/>
        </p:nvSpPr>
        <p:spPr>
          <a:xfrm>
            <a:off x="12070341" y="-662616"/>
            <a:ext cx="2047469" cy="2047469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" name="!!circle-1qc"/>
          <p:cNvSpPr/>
          <p:nvPr/>
        </p:nvSpPr>
        <p:spPr>
          <a:xfrm>
            <a:off x="8189386" y="-2217776"/>
            <a:ext cx="2495906" cy="2495906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7" name="!!circle-1qd"/>
          <p:cNvSpPr/>
          <p:nvPr/>
        </p:nvSpPr>
        <p:spPr>
          <a:xfrm>
            <a:off x="6532144" y="3008230"/>
            <a:ext cx="2187308" cy="2187308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8" name="!!circle-1qp"/>
          <p:cNvSpPr/>
          <p:nvPr/>
        </p:nvSpPr>
        <p:spPr>
          <a:xfrm>
            <a:off x="11536743" y="-443274"/>
            <a:ext cx="1404176" cy="1404176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9" name="!!circle-1qq"/>
          <p:cNvSpPr/>
          <p:nvPr/>
        </p:nvSpPr>
        <p:spPr>
          <a:xfrm>
            <a:off x="11993156" y="5279943"/>
            <a:ext cx="1058354" cy="1058354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0" name="!!circle-1qv"/>
          <p:cNvSpPr/>
          <p:nvPr/>
        </p:nvSpPr>
        <p:spPr>
          <a:xfrm>
            <a:off x="-288537" y="248056"/>
            <a:ext cx="1551610" cy="1551610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1" name="!!circle-1r1"/>
          <p:cNvSpPr/>
          <p:nvPr/>
        </p:nvSpPr>
        <p:spPr>
          <a:xfrm>
            <a:off x="480759" y="-503352"/>
            <a:ext cx="905370" cy="905370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2" name="!!circle-1rp"/>
          <p:cNvSpPr/>
          <p:nvPr/>
        </p:nvSpPr>
        <p:spPr>
          <a:xfrm>
            <a:off x="6974886" y="-51607"/>
            <a:ext cx="985317" cy="985317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3" name="!!circle-1rr"/>
          <p:cNvSpPr/>
          <p:nvPr/>
        </p:nvSpPr>
        <p:spPr>
          <a:xfrm>
            <a:off x="6624715" y="4753184"/>
            <a:ext cx="1677327" cy="1677327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4" name="!!circle-1rs"/>
          <p:cNvSpPr/>
          <p:nvPr/>
        </p:nvSpPr>
        <p:spPr>
          <a:xfrm>
            <a:off x="1942663" y="1129639"/>
            <a:ext cx="1598701" cy="1598701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5" name="!!rect-1sh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5F7">
                  <a:alpha val="0"/>
                </a:srgbClr>
              </a:gs>
              <a:gs pos="20428">
                <a:srgbClr val="F3F5F7">
                  <a:alpha val="0"/>
                </a:srgbClr>
              </a:gs>
              <a:gs pos="66730">
                <a:srgbClr val="F3F5F7"/>
              </a:gs>
              <a:gs pos="100000">
                <a:srgbClr val="F3F5F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6" name="!!circle-1sj"/>
          <p:cNvSpPr/>
          <p:nvPr/>
        </p:nvSpPr>
        <p:spPr>
          <a:xfrm>
            <a:off x="97400" y="32867"/>
            <a:ext cx="50038" cy="50038"/>
          </a:xfrm>
          <a:prstGeom prst="ellipse">
            <a:avLst/>
          </a:prstGeom>
          <a:solidFill>
            <a:srgbClr val="627D8D">
              <a:alpha val="25400"/>
            </a:srgbClr>
          </a:solidFill>
          <a:ln>
            <a:noFill/>
          </a:ln>
        </p:spPr>
      </p:sp>
      <p:sp>
        <p:nvSpPr>
          <p:cNvPr id="17" name="!!circle-1sm"/>
          <p:cNvSpPr/>
          <p:nvPr/>
        </p:nvSpPr>
        <p:spPr>
          <a:xfrm>
            <a:off x="5592419" y="1373549"/>
            <a:ext cx="36055" cy="36055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18" name="!!circle-1sp"/>
          <p:cNvSpPr/>
          <p:nvPr/>
        </p:nvSpPr>
        <p:spPr>
          <a:xfrm>
            <a:off x="9311096" y="3274016"/>
            <a:ext cx="24295" cy="24295"/>
          </a:xfrm>
          <a:prstGeom prst="ellipse">
            <a:avLst/>
          </a:prstGeom>
          <a:solidFill>
            <a:srgbClr val="627D8D">
              <a:alpha val="18100"/>
            </a:srgbClr>
          </a:solidFill>
          <a:ln>
            <a:noFill/>
          </a:ln>
        </p:spPr>
      </p:sp>
      <p:sp>
        <p:nvSpPr>
          <p:cNvPr id="19" name="!!circle-1ss"/>
          <p:cNvSpPr/>
          <p:nvPr/>
        </p:nvSpPr>
        <p:spPr>
          <a:xfrm>
            <a:off x="3523373" y="6468727"/>
            <a:ext cx="25959" cy="25959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20" name="!!circle-1sv"/>
          <p:cNvSpPr/>
          <p:nvPr/>
        </p:nvSpPr>
        <p:spPr>
          <a:xfrm>
            <a:off x="1956137" y="1802280"/>
            <a:ext cx="35878" cy="35878"/>
          </a:xfrm>
          <a:prstGeom prst="ellipse">
            <a:avLst/>
          </a:prstGeom>
          <a:solidFill>
            <a:srgbClr val="627D8D">
              <a:alpha val="26800"/>
            </a:srgbClr>
          </a:solidFill>
          <a:ln>
            <a:noFill/>
          </a:ln>
        </p:spPr>
      </p:sp>
      <p:sp>
        <p:nvSpPr>
          <p:cNvPr id="21" name="!!circle-1sy"/>
          <p:cNvSpPr/>
          <p:nvPr/>
        </p:nvSpPr>
        <p:spPr>
          <a:xfrm>
            <a:off x="6821155" y="3831762"/>
            <a:ext cx="40234" cy="40234"/>
          </a:xfrm>
          <a:prstGeom prst="ellipse">
            <a:avLst/>
          </a:prstGeom>
          <a:solidFill>
            <a:srgbClr val="627D8D">
              <a:alpha val="31300"/>
            </a:srgbClr>
          </a:solidFill>
          <a:ln>
            <a:noFill/>
          </a:ln>
        </p:spPr>
      </p:sp>
      <p:sp>
        <p:nvSpPr>
          <p:cNvPr id="22" name="!!circle-1t4"/>
          <p:cNvSpPr/>
          <p:nvPr/>
        </p:nvSpPr>
        <p:spPr>
          <a:xfrm>
            <a:off x="1155010" y="4907709"/>
            <a:ext cx="29959" cy="29959"/>
          </a:xfrm>
          <a:prstGeom prst="ellipse">
            <a:avLst/>
          </a:prstGeom>
          <a:solidFill>
            <a:srgbClr val="627D8D">
              <a:alpha val="19400"/>
            </a:srgbClr>
          </a:solidFill>
          <a:ln>
            <a:noFill/>
          </a:ln>
        </p:spPr>
      </p:sp>
      <p:sp>
        <p:nvSpPr>
          <p:cNvPr id="23" name="!!circle-1t7"/>
          <p:cNvSpPr/>
          <p:nvPr/>
        </p:nvSpPr>
        <p:spPr>
          <a:xfrm>
            <a:off x="8481327" y="4503270"/>
            <a:ext cx="28702" cy="28702"/>
          </a:xfrm>
          <a:prstGeom prst="ellipse">
            <a:avLst/>
          </a:prstGeom>
          <a:solidFill>
            <a:srgbClr val="627D8D">
              <a:alpha val="17800"/>
            </a:srgbClr>
          </a:solidFill>
          <a:ln>
            <a:noFill/>
          </a:ln>
        </p:spPr>
      </p:sp>
      <p:sp>
        <p:nvSpPr>
          <p:cNvPr id="24" name="!!circle-1ta"/>
          <p:cNvSpPr/>
          <p:nvPr/>
        </p:nvSpPr>
        <p:spPr>
          <a:xfrm>
            <a:off x="11021711" y="1911438"/>
            <a:ext cx="24066" cy="24066"/>
          </a:xfrm>
          <a:prstGeom prst="ellipse">
            <a:avLst/>
          </a:prstGeom>
          <a:solidFill>
            <a:srgbClr val="627D8D">
              <a:alpha val="23900"/>
            </a:srgbClr>
          </a:solidFill>
          <a:ln>
            <a:noFill/>
          </a:ln>
        </p:spPr>
      </p:sp>
      <p:sp>
        <p:nvSpPr>
          <p:cNvPr id="25" name="!!circle-1td"/>
          <p:cNvSpPr/>
          <p:nvPr/>
        </p:nvSpPr>
        <p:spPr>
          <a:xfrm>
            <a:off x="8414633" y="5876363"/>
            <a:ext cx="35865" cy="35865"/>
          </a:xfrm>
          <a:prstGeom prst="ellipse">
            <a:avLst/>
          </a:prstGeom>
          <a:solidFill>
            <a:srgbClr val="627D8D">
              <a:alpha val="28200"/>
            </a:srgbClr>
          </a:solidFill>
          <a:ln>
            <a:noFill/>
          </a:ln>
        </p:spPr>
      </p:sp>
      <p:sp>
        <p:nvSpPr>
          <p:cNvPr id="26" name="!!circle-1tg"/>
          <p:cNvSpPr/>
          <p:nvPr/>
        </p:nvSpPr>
        <p:spPr>
          <a:xfrm>
            <a:off x="1479911" y="3059095"/>
            <a:ext cx="39218" cy="39218"/>
          </a:xfrm>
          <a:prstGeom prst="ellipse">
            <a:avLst/>
          </a:prstGeom>
          <a:solidFill>
            <a:srgbClr val="627D8D">
              <a:alpha val="29600"/>
            </a:srgbClr>
          </a:solidFill>
          <a:ln>
            <a:noFill/>
          </a:ln>
        </p:spPr>
      </p:sp>
      <p:sp>
        <p:nvSpPr>
          <p:cNvPr id="27" name="!!circle-1tj"/>
          <p:cNvSpPr/>
          <p:nvPr/>
        </p:nvSpPr>
        <p:spPr>
          <a:xfrm>
            <a:off x="7113918" y="6090774"/>
            <a:ext cx="49733" cy="49733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8" name="!!circle-1tm"/>
          <p:cNvSpPr/>
          <p:nvPr/>
        </p:nvSpPr>
        <p:spPr>
          <a:xfrm>
            <a:off x="6373513" y="1761476"/>
            <a:ext cx="41694" cy="41694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9" name="!!circle-1tp"/>
          <p:cNvSpPr/>
          <p:nvPr/>
        </p:nvSpPr>
        <p:spPr>
          <a:xfrm>
            <a:off x="6792798" y="5168991"/>
            <a:ext cx="31979" cy="31979"/>
          </a:xfrm>
          <a:prstGeom prst="ellipse">
            <a:avLst/>
          </a:prstGeom>
          <a:solidFill>
            <a:srgbClr val="627D8D">
              <a:alpha val="24100"/>
            </a:srgbClr>
          </a:solidFill>
          <a:ln>
            <a:noFill/>
          </a:ln>
        </p:spPr>
      </p:sp>
      <p:sp>
        <p:nvSpPr>
          <p:cNvPr id="30" name="!!circle-1ts"/>
          <p:cNvSpPr/>
          <p:nvPr/>
        </p:nvSpPr>
        <p:spPr>
          <a:xfrm>
            <a:off x="3871112" y="1066968"/>
            <a:ext cx="18085" cy="18085"/>
          </a:xfrm>
          <a:prstGeom prst="ellipse">
            <a:avLst/>
          </a:prstGeom>
          <a:solidFill>
            <a:srgbClr val="627D8D">
              <a:alpha val="10500"/>
            </a:srgbClr>
          </a:solidFill>
          <a:ln>
            <a:noFill/>
          </a:ln>
        </p:spPr>
      </p:sp>
      <p:sp>
        <p:nvSpPr>
          <p:cNvPr id="31" name="!!circle-1ty"/>
          <p:cNvSpPr/>
          <p:nvPr/>
        </p:nvSpPr>
        <p:spPr>
          <a:xfrm>
            <a:off x="3440599" y="6333020"/>
            <a:ext cx="39243" cy="39243"/>
          </a:xfrm>
          <a:prstGeom prst="ellipse">
            <a:avLst/>
          </a:prstGeom>
          <a:solidFill>
            <a:srgbClr val="627D8D">
              <a:alpha val="27700"/>
            </a:srgbClr>
          </a:solidFill>
          <a:ln>
            <a:noFill/>
          </a:ln>
        </p:spPr>
      </p:sp>
      <p:sp>
        <p:nvSpPr>
          <p:cNvPr id="32" name="!!circle-1u1"/>
          <p:cNvSpPr/>
          <p:nvPr/>
        </p:nvSpPr>
        <p:spPr>
          <a:xfrm>
            <a:off x="1655918" y="6588751"/>
            <a:ext cx="34519" cy="34519"/>
          </a:xfrm>
          <a:prstGeom prst="ellipse">
            <a:avLst/>
          </a:prstGeom>
          <a:solidFill>
            <a:srgbClr val="627D8D">
              <a:alpha val="22500"/>
            </a:srgbClr>
          </a:solidFill>
          <a:ln>
            <a:noFill/>
          </a:ln>
        </p:spPr>
      </p:sp>
      <p:sp>
        <p:nvSpPr>
          <p:cNvPr id="33" name="!!circle-1u4"/>
          <p:cNvSpPr/>
          <p:nvPr/>
        </p:nvSpPr>
        <p:spPr>
          <a:xfrm>
            <a:off x="2650618" y="5130305"/>
            <a:ext cx="46228" cy="46228"/>
          </a:xfrm>
          <a:prstGeom prst="ellipse">
            <a:avLst/>
          </a:prstGeom>
          <a:solidFill>
            <a:srgbClr val="627D8D">
              <a:alpha val="26200"/>
            </a:srgbClr>
          </a:solidFill>
          <a:ln>
            <a:noFill/>
          </a:ln>
        </p:spPr>
      </p:sp>
      <p:sp>
        <p:nvSpPr>
          <p:cNvPr id="34" name="!!circle-1u7"/>
          <p:cNvSpPr/>
          <p:nvPr/>
        </p:nvSpPr>
        <p:spPr>
          <a:xfrm>
            <a:off x="7422077" y="4784161"/>
            <a:ext cx="49327" cy="49327"/>
          </a:xfrm>
          <a:prstGeom prst="ellipse">
            <a:avLst/>
          </a:prstGeom>
          <a:solidFill>
            <a:srgbClr val="627D8D">
              <a:alpha val="20800"/>
            </a:srgbClr>
          </a:solidFill>
          <a:ln>
            <a:noFill/>
          </a:ln>
        </p:spPr>
      </p:sp>
      <p:sp>
        <p:nvSpPr>
          <p:cNvPr id="35" name="!!circle-1ua"/>
          <p:cNvSpPr/>
          <p:nvPr/>
        </p:nvSpPr>
        <p:spPr>
          <a:xfrm>
            <a:off x="9694432" y="5495907"/>
            <a:ext cx="24054" cy="24054"/>
          </a:xfrm>
          <a:prstGeom prst="ellipse">
            <a:avLst/>
          </a:prstGeom>
          <a:solidFill>
            <a:srgbClr val="627D8D">
              <a:alpha val="22200"/>
            </a:srgbClr>
          </a:solidFill>
          <a:ln>
            <a:noFill/>
          </a:ln>
        </p:spPr>
      </p:sp>
      <p:sp>
        <p:nvSpPr>
          <p:cNvPr id="36" name="!!circle-1ud"/>
          <p:cNvSpPr/>
          <p:nvPr/>
        </p:nvSpPr>
        <p:spPr>
          <a:xfrm>
            <a:off x="2074278" y="1486219"/>
            <a:ext cx="32271" cy="32271"/>
          </a:xfrm>
          <a:prstGeom prst="ellipse">
            <a:avLst/>
          </a:prstGeom>
          <a:solidFill>
            <a:srgbClr val="627D8D">
              <a:alpha val="20500"/>
            </a:srgbClr>
          </a:solidFill>
          <a:ln>
            <a:noFill/>
          </a:ln>
        </p:spPr>
      </p:sp>
      <p:sp>
        <p:nvSpPr>
          <p:cNvPr id="37" name="!!circle-1uj"/>
          <p:cNvSpPr/>
          <p:nvPr/>
        </p:nvSpPr>
        <p:spPr>
          <a:xfrm>
            <a:off x="2079773" y="2459372"/>
            <a:ext cx="34252" cy="34252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38" name="!!circle-1um"/>
          <p:cNvSpPr/>
          <p:nvPr/>
        </p:nvSpPr>
        <p:spPr>
          <a:xfrm>
            <a:off x="9609330" y="4366205"/>
            <a:ext cx="44196" cy="44196"/>
          </a:xfrm>
          <a:prstGeom prst="ellipse">
            <a:avLst/>
          </a:prstGeom>
          <a:solidFill>
            <a:srgbClr val="627D8D">
              <a:alpha val="21700"/>
            </a:srgbClr>
          </a:solidFill>
          <a:ln>
            <a:noFill/>
          </a:ln>
        </p:spPr>
      </p:sp>
      <p:sp>
        <p:nvSpPr>
          <p:cNvPr id="39" name="!!circle-1up"/>
          <p:cNvSpPr/>
          <p:nvPr/>
        </p:nvSpPr>
        <p:spPr>
          <a:xfrm>
            <a:off x="6788867" y="1811888"/>
            <a:ext cx="35192" cy="35192"/>
          </a:xfrm>
          <a:prstGeom prst="ellipse">
            <a:avLst/>
          </a:prstGeom>
          <a:solidFill>
            <a:srgbClr val="627D8D">
              <a:alpha val="27100"/>
            </a:srgbClr>
          </a:solidFill>
          <a:ln>
            <a:noFill/>
          </a:ln>
        </p:spPr>
      </p:sp>
      <p:sp>
        <p:nvSpPr>
          <p:cNvPr id="40" name="!!circle-1us"/>
          <p:cNvSpPr/>
          <p:nvPr/>
        </p:nvSpPr>
        <p:spPr>
          <a:xfrm>
            <a:off x="10149429" y="5356076"/>
            <a:ext cx="43358" cy="43358"/>
          </a:xfrm>
          <a:prstGeom prst="ellipse">
            <a:avLst/>
          </a:prstGeom>
          <a:solidFill>
            <a:srgbClr val="627D8D">
              <a:alpha val="19500"/>
            </a:srgbClr>
          </a:solidFill>
          <a:ln>
            <a:noFill/>
          </a:ln>
        </p:spPr>
      </p:sp>
      <p:sp>
        <p:nvSpPr>
          <p:cNvPr id="41" name="!!circle-1uv"/>
          <p:cNvSpPr/>
          <p:nvPr/>
        </p:nvSpPr>
        <p:spPr>
          <a:xfrm>
            <a:off x="3149364" y="2145172"/>
            <a:ext cx="33528" cy="33528"/>
          </a:xfrm>
          <a:prstGeom prst="ellipse">
            <a:avLst/>
          </a:prstGeom>
          <a:solidFill>
            <a:srgbClr val="627D8D">
              <a:alpha val="28300"/>
            </a:srgbClr>
          </a:solidFill>
          <a:ln>
            <a:noFill/>
          </a:ln>
        </p:spPr>
      </p:sp>
      <p:sp>
        <p:nvSpPr>
          <p:cNvPr id="42" name="!!circle-1uy"/>
          <p:cNvSpPr/>
          <p:nvPr/>
        </p:nvSpPr>
        <p:spPr>
          <a:xfrm>
            <a:off x="6789223" y="2708723"/>
            <a:ext cx="28956" cy="28956"/>
          </a:xfrm>
          <a:prstGeom prst="ellipse">
            <a:avLst/>
          </a:prstGeom>
          <a:solidFill>
            <a:srgbClr val="627D8D">
              <a:alpha val="21800"/>
            </a:srgbClr>
          </a:solidFill>
          <a:ln>
            <a:noFill/>
          </a:ln>
        </p:spPr>
      </p:sp>
      <p:sp>
        <p:nvSpPr>
          <p:cNvPr id="43" name="!!circle-1v1"/>
          <p:cNvSpPr/>
          <p:nvPr/>
        </p:nvSpPr>
        <p:spPr>
          <a:xfrm>
            <a:off x="6996640" y="6408799"/>
            <a:ext cx="45555" cy="45555"/>
          </a:xfrm>
          <a:prstGeom prst="ellipse">
            <a:avLst/>
          </a:prstGeom>
          <a:solidFill>
            <a:srgbClr val="627D8D">
              <a:alpha val="20900"/>
            </a:srgbClr>
          </a:solidFill>
          <a:ln>
            <a:noFill/>
          </a:ln>
        </p:spPr>
      </p:sp>
      <p:sp>
        <p:nvSpPr>
          <p:cNvPr id="44" name="!!circle-1v4"/>
          <p:cNvSpPr/>
          <p:nvPr/>
        </p:nvSpPr>
        <p:spPr>
          <a:xfrm>
            <a:off x="11308366" y="3315830"/>
            <a:ext cx="39484" cy="39484"/>
          </a:xfrm>
          <a:prstGeom prst="ellipse">
            <a:avLst/>
          </a:prstGeom>
          <a:solidFill>
            <a:srgbClr val="627D8D">
              <a:alpha val="13600"/>
            </a:srgbClr>
          </a:solidFill>
          <a:ln>
            <a:noFill/>
          </a:ln>
        </p:spPr>
      </p:sp>
      <p:sp>
        <p:nvSpPr>
          <p:cNvPr id="45" name="!!circle-1v7"/>
          <p:cNvSpPr/>
          <p:nvPr/>
        </p:nvSpPr>
        <p:spPr>
          <a:xfrm>
            <a:off x="7457776" y="5673421"/>
            <a:ext cx="30455" cy="30455"/>
          </a:xfrm>
          <a:prstGeom prst="ellipse">
            <a:avLst/>
          </a:prstGeom>
          <a:solidFill>
            <a:srgbClr val="627D8D">
              <a:alpha val="16500"/>
            </a:srgbClr>
          </a:solidFill>
          <a:ln>
            <a:noFill/>
          </a:ln>
        </p:spPr>
      </p:sp>
      <p:sp>
        <p:nvSpPr>
          <p:cNvPr id="46" name="!!circle-1va"/>
          <p:cNvSpPr/>
          <p:nvPr/>
        </p:nvSpPr>
        <p:spPr>
          <a:xfrm>
            <a:off x="8959285" y="6429231"/>
            <a:ext cx="28257" cy="28257"/>
          </a:xfrm>
          <a:prstGeom prst="ellipse">
            <a:avLst/>
          </a:prstGeom>
          <a:solidFill>
            <a:srgbClr val="627D8D">
              <a:alpha val="15700"/>
            </a:srgbClr>
          </a:solidFill>
          <a:ln>
            <a:noFill/>
          </a:ln>
        </p:spPr>
      </p:sp>
      <p:sp>
        <p:nvSpPr>
          <p:cNvPr id="47" name="!!circle-1vd"/>
          <p:cNvSpPr/>
          <p:nvPr/>
        </p:nvSpPr>
        <p:spPr>
          <a:xfrm>
            <a:off x="11372268" y="5114995"/>
            <a:ext cx="45149" cy="45149"/>
          </a:xfrm>
          <a:prstGeom prst="ellipse">
            <a:avLst/>
          </a:prstGeom>
          <a:solidFill>
            <a:srgbClr val="627D8D">
              <a:alpha val="31200"/>
            </a:srgbClr>
          </a:solidFill>
          <a:ln>
            <a:noFill/>
          </a:ln>
        </p:spPr>
      </p:sp>
      <p:sp>
        <p:nvSpPr>
          <p:cNvPr id="48" name="!!circle-1vg"/>
          <p:cNvSpPr/>
          <p:nvPr/>
        </p:nvSpPr>
        <p:spPr>
          <a:xfrm>
            <a:off x="3456581" y="3207716"/>
            <a:ext cx="30696" cy="30696"/>
          </a:xfrm>
          <a:prstGeom prst="ellipse">
            <a:avLst/>
          </a:prstGeom>
          <a:solidFill>
            <a:srgbClr val="627D8D">
              <a:alpha val="25700"/>
            </a:srgbClr>
          </a:solidFill>
          <a:ln>
            <a:noFill/>
          </a:ln>
        </p:spPr>
      </p:sp>
      <p:sp>
        <p:nvSpPr>
          <p:cNvPr id="49" name="!!circle-1vj"/>
          <p:cNvSpPr/>
          <p:nvPr/>
        </p:nvSpPr>
        <p:spPr>
          <a:xfrm>
            <a:off x="8823152" y="3743225"/>
            <a:ext cx="37401" cy="37401"/>
          </a:xfrm>
          <a:prstGeom prst="ellipse">
            <a:avLst/>
          </a:prstGeom>
          <a:solidFill>
            <a:srgbClr val="627D8D">
              <a:alpha val="16000"/>
            </a:srgbClr>
          </a:solidFill>
          <a:ln>
            <a:noFill/>
          </a:ln>
        </p:spPr>
      </p:sp>
      <p:sp>
        <p:nvSpPr>
          <p:cNvPr id="50" name="!!circle-1vm"/>
          <p:cNvSpPr/>
          <p:nvPr/>
        </p:nvSpPr>
        <p:spPr>
          <a:xfrm>
            <a:off x="1771467" y="4558779"/>
            <a:ext cx="33096" cy="33096"/>
          </a:xfrm>
          <a:prstGeom prst="ellipse">
            <a:avLst/>
          </a:prstGeom>
          <a:solidFill>
            <a:srgbClr val="627D8D">
              <a:alpha val="22300"/>
            </a:srgbClr>
          </a:solidFill>
          <a:ln>
            <a:noFill/>
          </a:ln>
        </p:spPr>
      </p:sp>
      <p:sp>
        <p:nvSpPr>
          <p:cNvPr id="51" name="!!circle-1vp"/>
          <p:cNvSpPr/>
          <p:nvPr/>
        </p:nvSpPr>
        <p:spPr>
          <a:xfrm>
            <a:off x="11585784" y="672662"/>
            <a:ext cx="21145" cy="21145"/>
          </a:xfrm>
          <a:prstGeom prst="ellipse">
            <a:avLst/>
          </a:prstGeom>
          <a:solidFill>
            <a:srgbClr val="627D8D">
              <a:alpha val="16300"/>
            </a:srgbClr>
          </a:solidFill>
          <a:ln>
            <a:noFill/>
          </a:ln>
        </p:spPr>
      </p:sp>
      <p:sp>
        <p:nvSpPr>
          <p:cNvPr id="52" name="!!circle-1vs"/>
          <p:cNvSpPr/>
          <p:nvPr/>
        </p:nvSpPr>
        <p:spPr>
          <a:xfrm>
            <a:off x="11076301" y="5598672"/>
            <a:ext cx="35281" cy="35281"/>
          </a:xfrm>
          <a:prstGeom prst="ellipse">
            <a:avLst/>
          </a:prstGeom>
          <a:solidFill>
            <a:srgbClr val="627D8D">
              <a:alpha val="30000"/>
            </a:srgbClr>
          </a:solidFill>
          <a:ln>
            <a:noFill/>
          </a:ln>
        </p:spPr>
      </p:sp>
      <p:sp>
        <p:nvSpPr>
          <p:cNvPr id="53" name="!!path-38h"/>
          <p:cNvSpPr/>
          <p:nvPr/>
        </p:nvSpPr>
        <p:spPr>
          <a:xfrm>
            <a:off x="6652" y="-1899520"/>
            <a:ext cx="3910510" cy="5072855"/>
          </a:xfrm>
          <a:custGeom>
            <a:avLst/>
            <a:gdLst/>
            <a:ahLst/>
            <a:cxnLst/>
            <a:rect l="l" t="t" r="r" b="b"/>
            <a:pathLst>
              <a:path w="3910510" h="5072855" fill="none">
                <a:moveTo>
                  <a:pt x="0" y="0"/>
                </a:moveTo>
                <a:quadBezTo>
                  <a:pt x="1086947" y="3205780"/>
                  <a:pt x="3910510" y="5072855"/>
                </a:quadBezTo>
              </a:path>
            </a:pathLst>
          </a:custGeom>
          <a:noFill/>
          <a:ln w="32131" cap="rnd">
            <a:solidFill>
              <a:srgbClr val="627D8D">
                <a:alpha val="7800"/>
              </a:srgbClr>
            </a:solidFill>
            <a:prstDash val="solid"/>
            <a:round/>
          </a:ln>
        </p:spPr>
      </p:sp>
      <p:sp>
        <p:nvSpPr>
          <p:cNvPr id="54" name="!!circle-38k"/>
          <p:cNvSpPr/>
          <p:nvPr/>
        </p:nvSpPr>
        <p:spPr>
          <a:xfrm>
            <a:off x="1584688" y="1070219"/>
            <a:ext cx="205638" cy="205638"/>
          </a:xfrm>
          <a:prstGeom prst="ellipse">
            <a:avLst/>
          </a:prstGeom>
          <a:gradFill rotWithShape="1">
            <a:gsLst>
              <a:gs pos="0">
                <a:srgbClr val="FFFFFF">
                  <a:alpha val="24300"/>
                </a:srgbClr>
              </a:gs>
              <a:gs pos="28284">
                <a:srgbClr val="627D8D">
                  <a:alpha val="1215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5" name="!!circle-38q"/>
          <p:cNvSpPr/>
          <p:nvPr/>
        </p:nvSpPr>
        <p:spPr>
          <a:xfrm>
            <a:off x="3139628" y="2585982"/>
            <a:ext cx="205638" cy="205638"/>
          </a:xfrm>
          <a:prstGeom prst="ellipse">
            <a:avLst/>
          </a:prstGeom>
          <a:gradFill rotWithShape="1">
            <a:gsLst>
              <a:gs pos="0">
                <a:srgbClr val="FFFFFF">
                  <a:alpha val="15464"/>
                </a:srgbClr>
              </a:gs>
              <a:gs pos="28284">
                <a:srgbClr val="627D8D">
                  <a:alpha val="7732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6" name="!!circle-3as"/>
          <p:cNvSpPr/>
          <p:nvPr/>
        </p:nvSpPr>
        <p:spPr>
          <a:xfrm>
            <a:off x="-5415978" y="-7613690"/>
            <a:ext cx="8883579" cy="8883579"/>
          </a:xfrm>
          <a:prstGeom prst="ellipse">
            <a:avLst/>
          </a:prstGeom>
          <a:gradFill rotWithShape="1">
            <a:gsLst>
              <a:gs pos="0">
                <a:srgbClr val="627D8D">
                  <a:alpha val="220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7" name="!!circle-3b0"/>
          <p:cNvSpPr/>
          <p:nvPr/>
        </p:nvSpPr>
        <p:spPr>
          <a:xfrm>
            <a:off x="-3995341" y="-6193053"/>
            <a:ext cx="6042305" cy="6042305"/>
          </a:xfrm>
          <a:custGeom>
            <a:avLst/>
            <a:gdLst/>
            <a:ahLst/>
            <a:cxnLst/>
            <a:rect l="l" t="t" r="r" b="b"/>
            <a:pathLst>
              <a:path w="6042305" h="6042305" fill="none">
                <a:moveTo>
                  <a:pt x="427453" y="3795125"/>
                </a:moveTo>
                <a:cubicBezTo>
                  <a:pt x="0" y="2362664"/>
                  <a:pt x="814719" y="854906"/>
                  <a:pt x="2247180" y="427453"/>
                </a:cubicBezTo>
                <a:cubicBezTo>
                  <a:pt x="3679640" y="0"/>
                  <a:pt x="5187398" y="814719"/>
                  <a:pt x="5614851" y="2247180"/>
                </a:cubicBezTo>
                <a:cubicBezTo>
                  <a:pt x="6042305" y="3679640"/>
                  <a:pt x="5227585" y="5187398"/>
                  <a:pt x="3795125" y="5614851"/>
                </a:cubicBezTo>
                <a:cubicBezTo>
                  <a:pt x="2362664" y="6042305"/>
                  <a:pt x="854906" y="5227585"/>
                  <a:pt x="427453" y="3795125"/>
                </a:cubicBezTo>
                <a:close/>
              </a:path>
            </a:pathLst>
          </a:custGeom>
          <a:noFill/>
          <a:ln w="21592" cap="rnd">
            <a:solidFill>
              <a:srgbClr val="627D8D">
                <a:alpha val="27000"/>
              </a:srgbClr>
            </a:solidFill>
            <a:custDash>
              <a:ds d="142857" sp="714286"/>
            </a:custDash>
            <a:miter lim="800000"/>
          </a:ln>
        </p:spPr>
      </p:sp>
      <p:sp>
        <p:nvSpPr>
          <p:cNvPr id="58" name="!!circle-3b4"/>
          <p:cNvSpPr/>
          <p:nvPr/>
        </p:nvSpPr>
        <p:spPr>
          <a:xfrm>
            <a:off x="-4925857" y="-7123569"/>
            <a:ext cx="7903337" cy="7903337"/>
          </a:xfrm>
          <a:custGeom>
            <a:avLst/>
            <a:gdLst/>
            <a:ahLst/>
            <a:cxnLst/>
            <a:rect l="l" t="t" r="r" b="b"/>
            <a:pathLst>
              <a:path w="7903337" h="7903337" fill="none">
                <a:moveTo>
                  <a:pt x="5382607" y="7113051"/>
                </a:moveTo>
                <a:cubicBezTo>
                  <a:pt x="3636623" y="7903337"/>
                  <a:pt x="1580571" y="7128591"/>
                  <a:pt x="790285" y="5382607"/>
                </a:cubicBezTo>
                <a:cubicBezTo>
                  <a:pt x="0" y="3636623"/>
                  <a:pt x="774746" y="1580571"/>
                  <a:pt x="2520730" y="790285"/>
                </a:cubicBezTo>
                <a:cubicBezTo>
                  <a:pt x="4266714" y="0"/>
                  <a:pt x="6322766" y="774746"/>
                  <a:pt x="7113051" y="2520730"/>
                </a:cubicBezTo>
                <a:cubicBezTo>
                  <a:pt x="7903337" y="4266714"/>
                  <a:pt x="7128591" y="6322766"/>
                  <a:pt x="5382607" y="7113051"/>
                </a:cubicBezTo>
                <a:close/>
              </a:path>
            </a:pathLst>
          </a:custGeom>
          <a:noFill/>
          <a:ln w="21592" cap="rnd">
            <a:solidFill>
              <a:srgbClr val="627D8D">
                <a:alpha val="20000"/>
              </a:srgbClr>
            </a:solidFill>
            <a:custDash>
              <a:ds d="2857143" sp="1285714"/>
              <a:ds d="285714" sp="1285714"/>
            </a:custDash>
            <a:miter lim="800000"/>
          </a:ln>
        </p:spPr>
      </p:sp>
      <p:sp>
        <p:nvSpPr>
          <p:cNvPr id="59" name="!!circle-3dt"/>
          <p:cNvSpPr/>
          <p:nvPr/>
        </p:nvSpPr>
        <p:spPr>
          <a:xfrm>
            <a:off x="9821824" y="-3120491"/>
            <a:ext cx="3470148" cy="3470148"/>
          </a:xfrm>
          <a:prstGeom prst="ellipse">
            <a:avLst/>
          </a:prstGeom>
          <a:gradFill rotWithShape="1">
            <a:gsLst>
              <a:gs pos="0">
                <a:srgbClr val="627D8D">
                  <a:alpha val="200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0" name="!!circle-3dw"/>
          <p:cNvSpPr/>
          <p:nvPr/>
        </p:nvSpPr>
        <p:spPr>
          <a:xfrm>
            <a:off x="10424042" y="-2518273"/>
            <a:ext cx="2265712" cy="2265712"/>
          </a:xfrm>
          <a:custGeom>
            <a:avLst/>
            <a:gdLst/>
            <a:ahLst/>
            <a:cxnLst/>
            <a:rect l="l" t="t" r="r" b="b"/>
            <a:pathLst>
              <a:path w="2265712" h="2265712" fill="none">
                <a:moveTo>
                  <a:pt x="1869620" y="415669"/>
                </a:moveTo>
                <a:cubicBezTo>
                  <a:pt x="2265712" y="822573"/>
                  <a:pt x="2256946" y="1473529"/>
                  <a:pt x="1850043" y="1869620"/>
                </a:cubicBezTo>
                <a:cubicBezTo>
                  <a:pt x="1443139" y="2265712"/>
                  <a:pt x="792183" y="2256946"/>
                  <a:pt x="396091" y="1850043"/>
                </a:cubicBezTo>
                <a:cubicBezTo>
                  <a:pt x="0" y="1443139"/>
                  <a:pt x="8765" y="792183"/>
                  <a:pt x="415669" y="396091"/>
                </a:cubicBezTo>
                <a:cubicBezTo>
                  <a:pt x="822573" y="0"/>
                  <a:pt x="1473529" y="8765"/>
                  <a:pt x="1869620" y="415669"/>
                </a:cubicBezTo>
                <a:close/>
              </a:path>
            </a:pathLst>
          </a:custGeom>
          <a:noFill/>
          <a:ln w="25705" cap="rnd">
            <a:solidFill>
              <a:srgbClr val="627D8D">
                <a:alpha val="35000"/>
              </a:srgbClr>
            </a:solidFill>
            <a:custDash>
              <a:ds d="100000" sp="550000"/>
            </a:custDash>
            <a:miter lim="800000"/>
          </a:ln>
        </p:spPr>
      </p:sp>
      <p:sp>
        <p:nvSpPr>
          <p:cNvPr id="61" name="!!rect-4aj"/>
          <p:cNvSpPr/>
          <p:nvPr/>
        </p:nvSpPr>
        <p:spPr>
          <a:xfrm>
            <a:off x="2868676" y="2251812"/>
            <a:ext cx="3470148" cy="1272388"/>
          </a:xfrm>
          <a:prstGeom prst="roundRect">
            <a:avLst>
              <a:gd name="adj" fmla="val 14458"/>
            </a:avLst>
          </a:prstGeom>
          <a:solidFill>
            <a:srgbClr val="0B1A26">
              <a:alpha val="12000"/>
            </a:srgbClr>
          </a:solidFill>
          <a:ln>
            <a:noFill/>
          </a:ln>
          <a:effectLst>
            <a:softEdge rad="226202"/>
          </a:effectLst>
        </p:spPr>
      </p:sp>
      <p:sp>
        <p:nvSpPr>
          <p:cNvPr id="62" name="!!rect-4ak"/>
          <p:cNvSpPr/>
          <p:nvPr/>
        </p:nvSpPr>
        <p:spPr>
          <a:xfrm>
            <a:off x="2932938" y="2264664"/>
            <a:ext cx="3341624" cy="1092454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6426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63" name="!!text-4al" descr="使用者需求"/>
          <p:cNvSpPr txBox="1"/>
          <p:nvPr/>
        </p:nvSpPr>
        <p:spPr>
          <a:xfrm>
            <a:off x="3112872" y="2370568"/>
            <a:ext cx="749295" cy="20471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13" b="1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使用者需求</a:t>
            </a:r>
            <a:endParaRPr lang="zh-TW" sz="1113"/>
          </a:p>
        </p:txBody>
      </p:sp>
      <p:sp>
        <p:nvSpPr>
          <p:cNvPr id="64" name="!!text-4ar" descr="想找適合入門的程式設計書，"/>
          <p:cNvSpPr txBox="1"/>
          <p:nvPr/>
        </p:nvSpPr>
        <p:spPr>
          <a:xfrm>
            <a:off x="3112872" y="2632243"/>
            <a:ext cx="2564054" cy="27915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518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想找適合入門的程式設計書，</a:t>
            </a:r>
            <a:endParaRPr lang="zh-TW" sz="1518"/>
          </a:p>
        </p:txBody>
      </p:sp>
      <p:sp>
        <p:nvSpPr>
          <p:cNvPr id="65" name="!!text-4b5" descr="預算 300 代幣以內"/>
          <p:cNvSpPr txBox="1"/>
          <p:nvPr/>
        </p:nvSpPr>
        <p:spPr>
          <a:xfrm>
            <a:off x="3112872" y="2940700"/>
            <a:ext cx="1637139" cy="27915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518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預算 300 代幣以內</a:t>
            </a:r>
            <a:endParaRPr lang="zh-TW" sz="1518"/>
          </a:p>
        </p:txBody>
      </p:sp>
      <p:sp>
        <p:nvSpPr>
          <p:cNvPr id="66" name="!!rect-4bf"/>
          <p:cNvSpPr/>
          <p:nvPr/>
        </p:nvSpPr>
        <p:spPr>
          <a:xfrm>
            <a:off x="3884016" y="2913710"/>
            <a:ext cx="385572" cy="25705"/>
          </a:xfrm>
          <a:prstGeom prst="roundRect">
            <a:avLst>
              <a:gd name="adj" fmla="val 50000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67" name="!!rect-4bh"/>
          <p:cNvSpPr/>
          <p:nvPr/>
        </p:nvSpPr>
        <p:spPr>
          <a:xfrm>
            <a:off x="4462374" y="2913710"/>
            <a:ext cx="771144" cy="25705"/>
          </a:xfrm>
          <a:prstGeom prst="roundRect">
            <a:avLst>
              <a:gd name="adj" fmla="val 50000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68" name="!!rect-4bj"/>
          <p:cNvSpPr/>
          <p:nvPr/>
        </p:nvSpPr>
        <p:spPr>
          <a:xfrm>
            <a:off x="3542013" y="3222168"/>
            <a:ext cx="1150161" cy="25705"/>
          </a:xfrm>
          <a:prstGeom prst="roundRect">
            <a:avLst>
              <a:gd name="adj" fmla="val 50000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69" name="!!rect-4br"/>
          <p:cNvSpPr/>
          <p:nvPr/>
        </p:nvSpPr>
        <p:spPr>
          <a:xfrm>
            <a:off x="2907233" y="3607740"/>
            <a:ext cx="1388059" cy="424129"/>
          </a:xfrm>
          <a:prstGeom prst="roundRect">
            <a:avLst>
              <a:gd name="adj" fmla="val 50000"/>
            </a:avLst>
          </a:prstGeom>
          <a:solidFill>
            <a:srgbClr val="0B1A26">
              <a:alpha val="10000"/>
            </a:srgbClr>
          </a:solidFill>
          <a:ln>
            <a:noFill/>
          </a:ln>
          <a:effectLst>
            <a:softEdge rad="98963"/>
          </a:effectLst>
        </p:spPr>
      </p:sp>
      <p:sp>
        <p:nvSpPr>
          <p:cNvPr id="70" name="!!rect-4bs"/>
          <p:cNvSpPr/>
          <p:nvPr/>
        </p:nvSpPr>
        <p:spPr>
          <a:xfrm>
            <a:off x="2932938" y="3601314"/>
            <a:ext cx="1336650" cy="33416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711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71" name="!!path-4bt"/>
          <p:cNvSpPr/>
          <p:nvPr/>
        </p:nvSpPr>
        <p:spPr>
          <a:xfrm>
            <a:off x="3081229" y="3695303"/>
            <a:ext cx="146260" cy="138947"/>
          </a:xfrm>
          <a:custGeom>
            <a:avLst/>
            <a:gdLst/>
            <a:ahLst/>
            <a:cxnLst/>
            <a:rect l="l" t="t" r="r" b="b"/>
            <a:pathLst>
              <a:path w="146260" h="138947">
                <a:moveTo>
                  <a:pt x="73130" y="111670"/>
                </a:moveTo>
                <a:lnTo>
                  <a:pt x="118325" y="138947"/>
                </a:lnTo>
                <a:lnTo>
                  <a:pt x="106331" y="87537"/>
                </a:lnTo>
                <a:lnTo>
                  <a:pt x="146260" y="52946"/>
                </a:lnTo>
                <a:lnTo>
                  <a:pt x="93680" y="48485"/>
                </a:lnTo>
                <a:lnTo>
                  <a:pt x="73130" y="0"/>
                </a:lnTo>
                <a:lnTo>
                  <a:pt x="52581" y="48485"/>
                </a:lnTo>
                <a:lnTo>
                  <a:pt x="0" y="52946"/>
                </a:lnTo>
                <a:lnTo>
                  <a:pt x="39929" y="87537"/>
                </a:lnTo>
                <a:lnTo>
                  <a:pt x="27936" y="138947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72" name="!!text-4bu" descr="程度｜入門"/>
          <p:cNvSpPr txBox="1"/>
          <p:nvPr/>
        </p:nvSpPr>
        <p:spPr>
          <a:xfrm>
            <a:off x="3300517" y="3634730"/>
            <a:ext cx="885530" cy="241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16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程度｜入門</a:t>
            </a:r>
            <a:endParaRPr lang="zh-TW" sz="1316"/>
          </a:p>
        </p:txBody>
      </p:sp>
      <p:sp>
        <p:nvSpPr>
          <p:cNvPr id="73" name="!!rect-4c6"/>
          <p:cNvSpPr/>
          <p:nvPr/>
        </p:nvSpPr>
        <p:spPr>
          <a:xfrm>
            <a:off x="2907233" y="4070426"/>
            <a:ext cx="1722222" cy="424129"/>
          </a:xfrm>
          <a:prstGeom prst="roundRect">
            <a:avLst>
              <a:gd name="adj" fmla="val 50000"/>
            </a:avLst>
          </a:prstGeom>
          <a:solidFill>
            <a:srgbClr val="0B1A26">
              <a:alpha val="10000"/>
            </a:srgbClr>
          </a:solidFill>
          <a:ln>
            <a:noFill/>
          </a:ln>
          <a:effectLst>
            <a:softEdge rad="98963"/>
          </a:effectLst>
        </p:spPr>
      </p:sp>
      <p:sp>
        <p:nvSpPr>
          <p:cNvPr id="74" name="!!rect-4c7"/>
          <p:cNvSpPr/>
          <p:nvPr/>
        </p:nvSpPr>
        <p:spPr>
          <a:xfrm>
            <a:off x="2932938" y="4064000"/>
            <a:ext cx="1670812" cy="33416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711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75" name="!!path-4c8"/>
          <p:cNvSpPr/>
          <p:nvPr/>
        </p:nvSpPr>
        <p:spPr>
          <a:xfrm>
            <a:off x="3081229" y="4157989"/>
            <a:ext cx="146260" cy="146260"/>
          </a:xfrm>
          <a:custGeom>
            <a:avLst/>
            <a:gdLst/>
            <a:ahLst/>
            <a:cxnLst/>
            <a:rect l="l" t="t" r="r" b="b"/>
            <a:pathLst>
              <a:path w="146260" h="146260">
                <a:moveTo>
                  <a:pt x="141946" y="70059"/>
                </a:moveTo>
                <a:lnTo>
                  <a:pt x="76128" y="4242"/>
                </a:lnTo>
                <a:cubicBezTo>
                  <a:pt x="73496" y="1609"/>
                  <a:pt x="69839" y="0"/>
                  <a:pt x="65817" y="0"/>
                </a:cubicBezTo>
                <a:lnTo>
                  <a:pt x="14626" y="0"/>
                </a:lnTo>
                <a:cubicBezTo>
                  <a:pt x="6582" y="0"/>
                  <a:pt x="0" y="6582"/>
                  <a:pt x="0" y="14626"/>
                </a:cubicBezTo>
                <a:lnTo>
                  <a:pt x="0" y="65817"/>
                </a:lnTo>
                <a:cubicBezTo>
                  <a:pt x="0" y="69839"/>
                  <a:pt x="1609" y="73496"/>
                  <a:pt x="4315" y="76202"/>
                </a:cubicBezTo>
                <a:lnTo>
                  <a:pt x="70132" y="142019"/>
                </a:lnTo>
                <a:cubicBezTo>
                  <a:pt x="72765" y="144651"/>
                  <a:pt x="76421" y="146260"/>
                  <a:pt x="80443" y="146260"/>
                </a:cubicBezTo>
                <a:cubicBezTo>
                  <a:pt x="84465" y="146260"/>
                  <a:pt x="88122" y="144651"/>
                  <a:pt x="90755" y="141946"/>
                </a:cubicBezTo>
                <a:lnTo>
                  <a:pt x="141946" y="90755"/>
                </a:lnTo>
                <a:cubicBezTo>
                  <a:pt x="144651" y="88122"/>
                  <a:pt x="146260" y="84465"/>
                  <a:pt x="146260" y="80443"/>
                </a:cubicBezTo>
                <a:cubicBezTo>
                  <a:pt x="146260" y="76421"/>
                  <a:pt x="144578" y="72691"/>
                  <a:pt x="141946" y="70059"/>
                </a:cubicBezTo>
                <a:close/>
                <a:moveTo>
                  <a:pt x="25596" y="36565"/>
                </a:moveTo>
                <a:cubicBezTo>
                  <a:pt x="19526" y="36565"/>
                  <a:pt x="14626" y="31665"/>
                  <a:pt x="14626" y="25596"/>
                </a:cubicBezTo>
                <a:cubicBezTo>
                  <a:pt x="14626" y="19526"/>
                  <a:pt x="19526" y="14626"/>
                  <a:pt x="25596" y="14626"/>
                </a:cubicBezTo>
                <a:cubicBezTo>
                  <a:pt x="31665" y="14626"/>
                  <a:pt x="36565" y="19526"/>
                  <a:pt x="36565" y="25596"/>
                </a:cubicBezTo>
                <a:cubicBezTo>
                  <a:pt x="36565" y="31665"/>
                  <a:pt x="31665" y="36565"/>
                  <a:pt x="25596" y="36565"/>
                </a:cubicBez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76" name="!!text-4c9" descr="分類｜程式設計"/>
          <p:cNvSpPr txBox="1"/>
          <p:nvPr/>
        </p:nvSpPr>
        <p:spPr>
          <a:xfrm>
            <a:off x="3300517" y="4097416"/>
            <a:ext cx="1219693" cy="241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16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分類｜程式設計</a:t>
            </a:r>
            <a:endParaRPr lang="zh-TW" sz="1316"/>
          </a:p>
        </p:txBody>
      </p:sp>
      <p:sp>
        <p:nvSpPr>
          <p:cNvPr id="77" name="!!rect-4cn"/>
          <p:cNvSpPr/>
          <p:nvPr/>
        </p:nvSpPr>
        <p:spPr>
          <a:xfrm>
            <a:off x="2907233" y="4533113"/>
            <a:ext cx="2050703" cy="424129"/>
          </a:xfrm>
          <a:prstGeom prst="roundRect">
            <a:avLst>
              <a:gd name="adj" fmla="val 50000"/>
            </a:avLst>
          </a:prstGeom>
          <a:solidFill>
            <a:srgbClr val="0B1A26">
              <a:alpha val="10000"/>
            </a:srgbClr>
          </a:solidFill>
          <a:ln>
            <a:noFill/>
          </a:ln>
          <a:effectLst>
            <a:softEdge rad="98963"/>
          </a:effectLst>
        </p:spPr>
      </p:sp>
      <p:sp>
        <p:nvSpPr>
          <p:cNvPr id="78" name="!!rect-4co"/>
          <p:cNvSpPr/>
          <p:nvPr/>
        </p:nvSpPr>
        <p:spPr>
          <a:xfrm>
            <a:off x="2932938" y="4526686"/>
            <a:ext cx="1999294" cy="33416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711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79" name="!!path-4cp"/>
          <p:cNvSpPr/>
          <p:nvPr/>
        </p:nvSpPr>
        <p:spPr>
          <a:xfrm>
            <a:off x="3081229" y="4620676"/>
            <a:ext cx="146260" cy="146260"/>
          </a:xfrm>
          <a:custGeom>
            <a:avLst/>
            <a:gdLst/>
            <a:ahLst/>
            <a:cxnLst/>
            <a:rect l="l" t="t" r="r" b="b"/>
            <a:pathLst>
              <a:path w="146260" h="146260">
                <a:moveTo>
                  <a:pt x="65817" y="0"/>
                </a:moveTo>
                <a:lnTo>
                  <a:pt x="65817" y="146260"/>
                </a:lnTo>
                <a:cubicBezTo>
                  <a:pt x="28740" y="142604"/>
                  <a:pt x="0" y="111231"/>
                  <a:pt x="0" y="73130"/>
                </a:cubicBezTo>
                <a:cubicBezTo>
                  <a:pt x="0" y="35029"/>
                  <a:pt x="28740" y="3657"/>
                  <a:pt x="65817" y="0"/>
                </a:cubicBezTo>
                <a:close/>
                <a:moveTo>
                  <a:pt x="80663" y="0"/>
                </a:moveTo>
                <a:lnTo>
                  <a:pt x="80663" y="65744"/>
                </a:lnTo>
                <a:lnTo>
                  <a:pt x="146260" y="65744"/>
                </a:lnTo>
                <a:cubicBezTo>
                  <a:pt x="142823" y="31080"/>
                  <a:pt x="115253" y="3437"/>
                  <a:pt x="80663" y="0"/>
                </a:cubicBezTo>
                <a:close/>
                <a:moveTo>
                  <a:pt x="80663" y="80516"/>
                </a:moveTo>
                <a:lnTo>
                  <a:pt x="80663" y="146260"/>
                </a:lnTo>
                <a:cubicBezTo>
                  <a:pt x="115326" y="142823"/>
                  <a:pt x="142823" y="115180"/>
                  <a:pt x="146260" y="80516"/>
                </a:cubicBezTo>
                <a:lnTo>
                  <a:pt x="80663" y="80516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80" name="!!text-4cq" descr="預算｜300 代幣以內"/>
          <p:cNvSpPr txBox="1"/>
          <p:nvPr/>
        </p:nvSpPr>
        <p:spPr>
          <a:xfrm>
            <a:off x="3300517" y="4560103"/>
            <a:ext cx="1548174" cy="241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16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預算｜300 代幣以內</a:t>
            </a:r>
            <a:endParaRPr lang="zh-TW" sz="1316"/>
          </a:p>
        </p:txBody>
      </p:sp>
      <p:sp>
        <p:nvSpPr>
          <p:cNvPr id="81" name="!!rect-4d7"/>
          <p:cNvSpPr/>
          <p:nvPr/>
        </p:nvSpPr>
        <p:spPr>
          <a:xfrm>
            <a:off x="2907233" y="5060061"/>
            <a:ext cx="2557628" cy="424129"/>
          </a:xfrm>
          <a:prstGeom prst="roundRect">
            <a:avLst>
              <a:gd name="adj" fmla="val 50000"/>
            </a:avLst>
          </a:prstGeom>
          <a:solidFill>
            <a:srgbClr val="0B1A26">
              <a:alpha val="10000"/>
            </a:srgbClr>
          </a:solidFill>
          <a:ln>
            <a:noFill/>
          </a:ln>
          <a:effectLst>
            <a:softEdge rad="98963"/>
          </a:effectLst>
        </p:spPr>
      </p:sp>
      <p:sp>
        <p:nvSpPr>
          <p:cNvPr id="82" name="!!rect-4d8"/>
          <p:cNvSpPr/>
          <p:nvPr/>
        </p:nvSpPr>
        <p:spPr>
          <a:xfrm>
            <a:off x="2932938" y="5053635"/>
            <a:ext cx="2506218" cy="33416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711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83" name="!!path-4d9"/>
          <p:cNvSpPr/>
          <p:nvPr/>
        </p:nvSpPr>
        <p:spPr>
          <a:xfrm>
            <a:off x="3095855" y="5140311"/>
            <a:ext cx="117008" cy="153573"/>
          </a:xfrm>
          <a:custGeom>
            <a:avLst/>
            <a:gdLst/>
            <a:ahLst/>
            <a:cxnLst/>
            <a:rect l="l" t="t" r="r" b="b"/>
            <a:pathLst>
              <a:path w="117008" h="153573">
                <a:moveTo>
                  <a:pt x="102382" y="51191"/>
                </a:moveTo>
                <a:lnTo>
                  <a:pt x="95069" y="51191"/>
                </a:lnTo>
                <a:lnTo>
                  <a:pt x="95069" y="36565"/>
                </a:lnTo>
                <a:cubicBezTo>
                  <a:pt x="95069" y="16381"/>
                  <a:pt x="78688" y="0"/>
                  <a:pt x="58504" y="0"/>
                </a:cubicBezTo>
                <a:cubicBezTo>
                  <a:pt x="38320" y="0"/>
                  <a:pt x="21939" y="16381"/>
                  <a:pt x="21939" y="36565"/>
                </a:cubicBezTo>
                <a:lnTo>
                  <a:pt x="21939" y="51191"/>
                </a:lnTo>
                <a:lnTo>
                  <a:pt x="14626" y="51191"/>
                </a:lnTo>
                <a:cubicBezTo>
                  <a:pt x="6582" y="51191"/>
                  <a:pt x="0" y="57773"/>
                  <a:pt x="0" y="65817"/>
                </a:cubicBezTo>
                <a:lnTo>
                  <a:pt x="0" y="138947"/>
                </a:lnTo>
                <a:cubicBezTo>
                  <a:pt x="0" y="146992"/>
                  <a:pt x="6582" y="153573"/>
                  <a:pt x="14626" y="153573"/>
                </a:cubicBezTo>
                <a:lnTo>
                  <a:pt x="102382" y="153573"/>
                </a:lnTo>
                <a:cubicBezTo>
                  <a:pt x="110427" y="153573"/>
                  <a:pt x="117008" y="146992"/>
                  <a:pt x="117008" y="138947"/>
                </a:cubicBezTo>
                <a:lnTo>
                  <a:pt x="117008" y="65817"/>
                </a:lnTo>
                <a:cubicBezTo>
                  <a:pt x="117008" y="57773"/>
                  <a:pt x="110427" y="51191"/>
                  <a:pt x="102382" y="51191"/>
                </a:cubicBezTo>
                <a:close/>
                <a:moveTo>
                  <a:pt x="58504" y="117008"/>
                </a:moveTo>
                <a:cubicBezTo>
                  <a:pt x="50460" y="117008"/>
                  <a:pt x="43878" y="110427"/>
                  <a:pt x="43878" y="102382"/>
                </a:cubicBezTo>
                <a:cubicBezTo>
                  <a:pt x="43878" y="94338"/>
                  <a:pt x="50460" y="87756"/>
                  <a:pt x="58504" y="87756"/>
                </a:cubicBezTo>
                <a:cubicBezTo>
                  <a:pt x="66548" y="87756"/>
                  <a:pt x="73130" y="94338"/>
                  <a:pt x="73130" y="102382"/>
                </a:cubicBezTo>
                <a:cubicBezTo>
                  <a:pt x="73130" y="110427"/>
                  <a:pt x="66548" y="117008"/>
                  <a:pt x="58504" y="117008"/>
                </a:cubicBezTo>
                <a:close/>
                <a:moveTo>
                  <a:pt x="81174" y="51191"/>
                </a:moveTo>
                <a:lnTo>
                  <a:pt x="35834" y="51191"/>
                </a:lnTo>
                <a:lnTo>
                  <a:pt x="35834" y="36565"/>
                </a:lnTo>
                <a:cubicBezTo>
                  <a:pt x="35834" y="24060"/>
                  <a:pt x="45999" y="13895"/>
                  <a:pt x="58504" y="13895"/>
                </a:cubicBezTo>
                <a:cubicBezTo>
                  <a:pt x="71009" y="13895"/>
                  <a:pt x="81174" y="24060"/>
                  <a:pt x="81174" y="36565"/>
                </a:cubicBezTo>
                <a:lnTo>
                  <a:pt x="81174" y="51191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84" name="!!text-4da" descr="排除他人預約保留中的書籍"/>
          <p:cNvSpPr txBox="1"/>
          <p:nvPr/>
        </p:nvSpPr>
        <p:spPr>
          <a:xfrm>
            <a:off x="3300517" y="5087051"/>
            <a:ext cx="2055099" cy="241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16" kern="0" dirty="0">
                <a:solidFill>
                  <a:srgbClr val="5B6770"/>
                </a:solidFill>
                <a:latin typeface="Noto Sans TC SemiBold"/>
                <a:ea typeface="Noto Sans TC SemiBold"/>
                <a:cs typeface="Noto Sans TC SemiBold"/>
              </a:rPr>
              <a:t>排除他人預約保留中的書籍</a:t>
            </a:r>
            <a:endParaRPr lang="zh-TW" sz="1316"/>
          </a:p>
        </p:txBody>
      </p:sp>
      <p:sp>
        <p:nvSpPr>
          <p:cNvPr id="85" name="!!rect-4dt"/>
          <p:cNvSpPr/>
          <p:nvPr/>
        </p:nvSpPr>
        <p:spPr>
          <a:xfrm>
            <a:off x="2907233" y="5638419"/>
            <a:ext cx="2397898" cy="424129"/>
          </a:xfrm>
          <a:prstGeom prst="roundRect">
            <a:avLst>
              <a:gd name="adj" fmla="val 50000"/>
            </a:avLst>
          </a:prstGeom>
          <a:solidFill>
            <a:srgbClr val="0B1A26">
              <a:alpha val="10000"/>
            </a:srgbClr>
          </a:solidFill>
          <a:ln>
            <a:noFill/>
          </a:ln>
          <a:effectLst>
            <a:softEdge rad="98963"/>
          </a:effectLst>
        </p:spPr>
      </p:sp>
      <p:sp>
        <p:nvSpPr>
          <p:cNvPr id="86" name="!!rect-4du"/>
          <p:cNvSpPr/>
          <p:nvPr/>
        </p:nvSpPr>
        <p:spPr>
          <a:xfrm>
            <a:off x="2932938" y="5631993"/>
            <a:ext cx="2346488" cy="33416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711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87" name="!!path-4dv"/>
          <p:cNvSpPr/>
          <p:nvPr/>
        </p:nvSpPr>
        <p:spPr>
          <a:xfrm>
            <a:off x="3081229" y="5725982"/>
            <a:ext cx="146260" cy="146260"/>
          </a:xfrm>
          <a:custGeom>
            <a:avLst/>
            <a:gdLst/>
            <a:ahLst/>
            <a:cxnLst/>
            <a:rect l="l" t="t" r="r" b="b"/>
            <a:pathLst>
              <a:path w="146260" h="146260">
                <a:moveTo>
                  <a:pt x="73130" y="0"/>
                </a:moveTo>
                <a:cubicBezTo>
                  <a:pt x="32762" y="0"/>
                  <a:pt x="0" y="32762"/>
                  <a:pt x="0" y="73130"/>
                </a:cubicBezTo>
                <a:cubicBezTo>
                  <a:pt x="0" y="113498"/>
                  <a:pt x="32762" y="146260"/>
                  <a:pt x="73130" y="146260"/>
                </a:cubicBezTo>
                <a:cubicBezTo>
                  <a:pt x="113498" y="146260"/>
                  <a:pt x="146260" y="113498"/>
                  <a:pt x="146260" y="73130"/>
                </a:cubicBezTo>
                <a:cubicBezTo>
                  <a:pt x="146260" y="32762"/>
                  <a:pt x="113498" y="0"/>
                  <a:pt x="73130" y="0"/>
                </a:cubicBezTo>
                <a:close/>
                <a:moveTo>
                  <a:pt x="58504" y="109695"/>
                </a:moveTo>
                <a:lnTo>
                  <a:pt x="21939" y="73130"/>
                </a:lnTo>
                <a:lnTo>
                  <a:pt x="32250" y="62819"/>
                </a:lnTo>
                <a:lnTo>
                  <a:pt x="58504" y="88999"/>
                </a:lnTo>
                <a:lnTo>
                  <a:pt x="114010" y="33494"/>
                </a:lnTo>
                <a:lnTo>
                  <a:pt x="124321" y="43878"/>
                </a:lnTo>
                <a:lnTo>
                  <a:pt x="58504" y="109695"/>
                </a:lnTo>
                <a:close/>
              </a:path>
            </a:pathLst>
          </a:custGeom>
          <a:solidFill>
            <a:srgbClr val="2E9E5B"/>
          </a:solidFill>
          <a:ln>
            <a:noFill/>
          </a:ln>
        </p:spPr>
      </p:sp>
      <p:sp>
        <p:nvSpPr>
          <p:cNvPr id="88" name="!!text-4dw" descr="找到 3 本站內可購買的書"/>
          <p:cNvSpPr txBox="1"/>
          <p:nvPr/>
        </p:nvSpPr>
        <p:spPr>
          <a:xfrm>
            <a:off x="3300517" y="5665409"/>
            <a:ext cx="1895369" cy="241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16" b="1" kern="0" dirty="0">
                <a:solidFill>
                  <a:srgbClr val="2E9E5B"/>
                </a:solidFill>
                <a:latin typeface="Noto Sans TC"/>
                <a:ea typeface="Noto Sans TC"/>
                <a:cs typeface="Noto Sans TC"/>
              </a:rPr>
              <a:t>找到 3 本站內可購買的書</a:t>
            </a:r>
            <a:endParaRPr lang="zh-TW" sz="1316"/>
          </a:p>
        </p:txBody>
      </p:sp>
      <p:sp>
        <p:nvSpPr>
          <p:cNvPr id="89" name="!!text-4ed" descr="AI 書籍顧問"/>
          <p:cNvSpPr txBox="1"/>
          <p:nvPr/>
        </p:nvSpPr>
        <p:spPr>
          <a:xfrm>
            <a:off x="664490" y="594880"/>
            <a:ext cx="958995" cy="22332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14" b="1" kern="0" spc="146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A</a:t>
            </a:r>
            <a:r>
              <a:rPr lang="zh-TW" altLang="en-US" sz="1214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I</a:t>
            </a:r>
            <a:r>
              <a:rPr lang="zh-TW" altLang="en-US" sz="1214" b="1" kern="0" spc="291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 </a:t>
            </a:r>
            <a:r>
              <a:rPr lang="zh-TW" altLang="en-US" sz="1214" b="1" kern="0" spc="146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書籍顧</a:t>
            </a:r>
            <a:r>
              <a:rPr lang="zh-TW" altLang="en-US" sz="1214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問</a:t>
            </a:r>
            <a:endParaRPr lang="zh-TW" sz="1214"/>
          </a:p>
        </p:txBody>
      </p:sp>
      <p:sp>
        <p:nvSpPr>
          <p:cNvPr id="90" name="!!text-4ep" descr="說出需求，AI 幫您挑書"/>
          <p:cNvSpPr txBox="1"/>
          <p:nvPr/>
        </p:nvSpPr>
        <p:spPr>
          <a:xfrm>
            <a:off x="664490" y="866837"/>
            <a:ext cx="4644909" cy="66997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3643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說出需</a:t>
            </a:r>
            <a:r>
              <a:rPr lang="zh-TW" altLang="en-US" sz="3643" kern="0" spc="-1093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求</a:t>
            </a:r>
            <a:r>
              <a:rPr lang="zh-TW" altLang="en-US" sz="3643" kern="0" spc="-656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，</a:t>
            </a:r>
            <a:r>
              <a:rPr lang="zh-TW" altLang="en-US" sz="3643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AI 幫您挑書</a:t>
            </a:r>
            <a:endParaRPr lang="zh-TW" sz="3643"/>
          </a:p>
        </p:txBody>
      </p:sp>
      <p:sp>
        <p:nvSpPr>
          <p:cNvPr id="91" name="!!text-4f5" descr="理解分類、預算與書況條件，只推薦站內可購買的書籍。"/>
          <p:cNvSpPr txBox="1"/>
          <p:nvPr/>
        </p:nvSpPr>
        <p:spPr>
          <a:xfrm>
            <a:off x="664490" y="1591198"/>
            <a:ext cx="4877486" cy="27915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518" kern="0" dirty="0">
                <a:solidFill>
                  <a:srgbClr val="3F4A54"/>
                </a:solidFill>
                <a:latin typeface="Noto Sans TC Medium"/>
                <a:ea typeface="Noto Sans TC Medium"/>
                <a:cs typeface="Noto Sans TC Medium"/>
              </a:rPr>
              <a:t>理解分類、預算與書況條件，只推薦站內可購買的書籍。</a:t>
            </a:r>
            <a:endParaRPr lang="zh-TW" sz="1518"/>
          </a:p>
        </p:txBody>
      </p:sp>
      <p:sp>
        <p:nvSpPr>
          <p:cNvPr id="92" name="!!rect-7lb"/>
          <p:cNvSpPr/>
          <p:nvPr/>
        </p:nvSpPr>
        <p:spPr>
          <a:xfrm>
            <a:off x="8521700" y="660400"/>
            <a:ext cx="2933700" cy="6121400"/>
          </a:xfrm>
          <a:prstGeom prst="roundRect">
            <a:avLst>
              <a:gd name="adj" fmla="val 18020"/>
            </a:avLst>
          </a:prstGeom>
          <a:solidFill>
            <a:srgbClr val="0B1A26">
              <a:alpha val="30000"/>
            </a:srgbClr>
          </a:solidFill>
          <a:ln>
            <a:noFill/>
          </a:ln>
          <a:effectLst>
            <a:softEdge rad="474980"/>
          </a:effectLst>
        </p:spPr>
      </p:sp>
      <p:sp>
        <p:nvSpPr>
          <p:cNvPr id="93" name="!!rect-7lc"/>
          <p:cNvSpPr/>
          <p:nvPr/>
        </p:nvSpPr>
        <p:spPr>
          <a:xfrm>
            <a:off x="8591550" y="527050"/>
            <a:ext cx="2794000" cy="5829300"/>
          </a:xfrm>
          <a:prstGeom prst="roundRect">
            <a:avLst>
              <a:gd name="adj" fmla="val 16825"/>
            </a:avLst>
          </a:prstGeom>
          <a:solidFill>
            <a:srgbClr val="0B1A26">
              <a:alpha val="16000"/>
            </a:srgbClr>
          </a:solidFill>
          <a:ln>
            <a:noFill/>
          </a:ln>
          <a:effectLst>
            <a:softEdge rad="125730"/>
          </a:effectLst>
        </p:spPr>
      </p:sp>
      <p:sp>
        <p:nvSpPr>
          <p:cNvPr id="94" name="!!rect-7ld"/>
          <p:cNvSpPr/>
          <p:nvPr/>
        </p:nvSpPr>
        <p:spPr>
          <a:xfrm>
            <a:off x="8590280" y="1676400"/>
            <a:ext cx="31750" cy="2159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95" name="!!rect-7le"/>
          <p:cNvSpPr/>
          <p:nvPr/>
        </p:nvSpPr>
        <p:spPr>
          <a:xfrm>
            <a:off x="8590280" y="2108200"/>
            <a:ext cx="31750" cy="4064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96" name="!!rect-7lf"/>
          <p:cNvSpPr/>
          <p:nvPr/>
        </p:nvSpPr>
        <p:spPr>
          <a:xfrm>
            <a:off x="8590280" y="2603500"/>
            <a:ext cx="31750" cy="4064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97" name="!!rect-7lg"/>
          <p:cNvSpPr/>
          <p:nvPr/>
        </p:nvSpPr>
        <p:spPr>
          <a:xfrm>
            <a:off x="11355070" y="2260600"/>
            <a:ext cx="31750" cy="6350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98" name="!!rect-7lh"/>
          <p:cNvSpPr/>
          <p:nvPr/>
        </p:nvSpPr>
        <p:spPr>
          <a:xfrm>
            <a:off x="11357610" y="4114800"/>
            <a:ext cx="25400" cy="419100"/>
          </a:xfrm>
          <a:prstGeom prst="roundRect">
            <a:avLst>
              <a:gd name="adj" fmla="val 50000"/>
            </a:avLst>
          </a:prstGeom>
          <a:solidFill>
            <a:srgbClr val="8795A0"/>
          </a:solidFill>
          <a:ln>
            <a:noFill/>
          </a:ln>
        </p:spPr>
      </p:sp>
      <p:sp>
        <p:nvSpPr>
          <p:cNvPr id="99" name="!!rect-7li"/>
          <p:cNvSpPr/>
          <p:nvPr/>
        </p:nvSpPr>
        <p:spPr>
          <a:xfrm>
            <a:off x="8610600" y="508000"/>
            <a:ext cx="2755900" cy="5753100"/>
          </a:xfrm>
          <a:prstGeom prst="roundRect">
            <a:avLst>
              <a:gd name="adj" fmla="val 16359"/>
            </a:avLst>
          </a:prstGeom>
          <a:gradFill rotWithShape="1">
            <a:gsLst>
              <a:gs pos="0">
                <a:srgbClr val="FBFCFD"/>
              </a:gs>
              <a:gs pos="18000">
                <a:srgbClr val="DDE5EB"/>
              </a:gs>
              <a:gs pos="46000">
                <a:srgbClr val="B4C2CC"/>
              </a:gs>
              <a:gs pos="62000">
                <a:srgbClr val="D3DCE3"/>
              </a:gs>
              <a:gs pos="84000">
                <a:srgbClr val="A9B8C3"/>
              </a:gs>
              <a:gs pos="100000">
                <a:srgbClr val="E8EEF2"/>
              </a:gs>
              <a:gs pos="100000">
                <a:srgbClr val="E8EEF2"/>
              </a:gs>
            </a:gsLst>
            <a:lin ang="3864255" scaled="0"/>
          </a:gradFill>
          <a:ln>
            <a:noFill/>
          </a:ln>
        </p:spPr>
      </p:sp>
      <p:sp>
        <p:nvSpPr>
          <p:cNvPr id="100" name="!!rect-7lj"/>
          <p:cNvSpPr/>
          <p:nvPr/>
        </p:nvSpPr>
        <p:spPr>
          <a:xfrm>
            <a:off x="8614410" y="511810"/>
            <a:ext cx="2748280" cy="5745480"/>
          </a:xfrm>
          <a:prstGeom prst="roundRect">
            <a:avLst>
              <a:gd name="adj" fmla="val 16266"/>
            </a:avLst>
          </a:prstGeom>
          <a:noFill/>
          <a:ln w="7620" cap="flat">
            <a:solidFill>
              <a:srgbClr val="7F8F9B">
                <a:alpha val="55000"/>
              </a:srgbClr>
            </a:solidFill>
            <a:prstDash val="solid"/>
            <a:miter lim="800000"/>
          </a:ln>
        </p:spPr>
      </p:sp>
      <p:sp>
        <p:nvSpPr>
          <p:cNvPr id="101" name="!!rect-7lk"/>
          <p:cNvSpPr/>
          <p:nvPr/>
        </p:nvSpPr>
        <p:spPr>
          <a:xfrm>
            <a:off x="8637270" y="534670"/>
            <a:ext cx="2702560" cy="5699760"/>
          </a:xfrm>
          <a:prstGeom prst="roundRect">
            <a:avLst>
              <a:gd name="adj" fmla="val 15695"/>
            </a:avLst>
          </a:prstGeom>
          <a:noFill/>
          <a:ln w="8890" cap="flat">
            <a:solidFill>
              <a:srgbClr val="FFFFFF">
                <a:alpha val="75000"/>
              </a:srgbClr>
            </a:solidFill>
            <a:prstDash val="solid"/>
            <a:miter lim="800000"/>
          </a:ln>
        </p:spPr>
      </p:sp>
      <p:sp>
        <p:nvSpPr>
          <p:cNvPr id="102" name="!!rect-7ll"/>
          <p:cNvSpPr/>
          <p:nvPr/>
        </p:nvSpPr>
        <p:spPr>
          <a:xfrm>
            <a:off x="8664575" y="561975"/>
            <a:ext cx="2647950" cy="5645150"/>
          </a:xfrm>
          <a:prstGeom prst="roundRect">
            <a:avLst>
              <a:gd name="adj" fmla="val 14988"/>
            </a:avLst>
          </a:prstGeom>
          <a:solidFill>
            <a:srgbClr val="050608"/>
          </a:solidFill>
          <a:ln>
            <a:noFill/>
          </a:ln>
        </p:spPr>
      </p:sp>
      <p:sp>
        <p:nvSpPr>
          <p:cNvPr id="103" name="!!rect-7ln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solidFill>
            <a:srgbClr val="F3F5F7"/>
          </a:solidFill>
          <a:ln>
            <a:noFill/>
          </a:ln>
        </p:spPr>
      </p:sp>
      <p:sp>
        <p:nvSpPr>
          <p:cNvPr id="104" name="!!rect-895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solidFill>
            <a:srgbClr val="F3F5F7"/>
          </a:solidFill>
          <a:ln>
            <a:noFill/>
          </a:ln>
        </p:spPr>
      </p:sp>
      <p:sp>
        <p:nvSpPr>
          <p:cNvPr id="105" name="!!path-897"/>
          <p:cNvSpPr/>
          <p:nvPr/>
        </p:nvSpPr>
        <p:spPr>
          <a:xfrm>
            <a:off x="8712200" y="609600"/>
            <a:ext cx="2552700" cy="730250"/>
          </a:xfrm>
          <a:custGeom>
            <a:avLst/>
            <a:gdLst/>
            <a:ahLst/>
            <a:cxnLst/>
            <a:rect l="l" t="t" r="r" b="b"/>
            <a:pathLst>
              <a:path w="2552700" h="730250">
                <a:moveTo>
                  <a:pt x="0" y="349250"/>
                </a:moveTo>
                <a:lnTo>
                  <a:pt x="6711" y="281115"/>
                </a:lnTo>
                <a:lnTo>
                  <a:pt x="26585" y="215598"/>
                </a:lnTo>
                <a:lnTo>
                  <a:pt x="58859" y="155217"/>
                </a:lnTo>
                <a:lnTo>
                  <a:pt x="102293" y="102293"/>
                </a:lnTo>
                <a:lnTo>
                  <a:pt x="155217" y="58859"/>
                </a:lnTo>
                <a:lnTo>
                  <a:pt x="215598" y="26585"/>
                </a:lnTo>
                <a:lnTo>
                  <a:pt x="281115" y="6711"/>
                </a:lnTo>
                <a:lnTo>
                  <a:pt x="349250" y="0"/>
                </a:lnTo>
                <a:lnTo>
                  <a:pt x="2203450" y="0"/>
                </a:lnTo>
                <a:lnTo>
                  <a:pt x="2271585" y="6711"/>
                </a:lnTo>
                <a:lnTo>
                  <a:pt x="2337102" y="26585"/>
                </a:lnTo>
                <a:lnTo>
                  <a:pt x="2397483" y="58859"/>
                </a:lnTo>
                <a:lnTo>
                  <a:pt x="2450407" y="102293"/>
                </a:lnTo>
                <a:lnTo>
                  <a:pt x="2493841" y="155217"/>
                </a:lnTo>
                <a:lnTo>
                  <a:pt x="2526115" y="215598"/>
                </a:lnTo>
                <a:lnTo>
                  <a:pt x="2545989" y="281115"/>
                </a:lnTo>
                <a:lnTo>
                  <a:pt x="2552700" y="349250"/>
                </a:lnTo>
                <a:lnTo>
                  <a:pt x="2552700" y="577850"/>
                </a:lnTo>
                <a:lnTo>
                  <a:pt x="2551642" y="602192"/>
                </a:lnTo>
                <a:lnTo>
                  <a:pt x="2548467" y="624417"/>
                </a:lnTo>
                <a:lnTo>
                  <a:pt x="2543175" y="644525"/>
                </a:lnTo>
                <a:lnTo>
                  <a:pt x="2535767" y="662517"/>
                </a:lnTo>
                <a:lnTo>
                  <a:pt x="2526242" y="678392"/>
                </a:lnTo>
                <a:lnTo>
                  <a:pt x="2514600" y="692150"/>
                </a:lnTo>
                <a:lnTo>
                  <a:pt x="2500842" y="703792"/>
                </a:lnTo>
                <a:lnTo>
                  <a:pt x="2484967" y="713317"/>
                </a:lnTo>
                <a:lnTo>
                  <a:pt x="2466975" y="720725"/>
                </a:lnTo>
                <a:lnTo>
                  <a:pt x="2446867" y="726017"/>
                </a:lnTo>
                <a:lnTo>
                  <a:pt x="2424642" y="729192"/>
                </a:lnTo>
                <a:lnTo>
                  <a:pt x="2400300" y="730250"/>
                </a:lnTo>
                <a:lnTo>
                  <a:pt x="152400" y="730250"/>
                </a:lnTo>
                <a:lnTo>
                  <a:pt x="128058" y="729192"/>
                </a:lnTo>
                <a:lnTo>
                  <a:pt x="105833" y="726017"/>
                </a:lnTo>
                <a:lnTo>
                  <a:pt x="85725" y="720725"/>
                </a:lnTo>
                <a:lnTo>
                  <a:pt x="67733" y="713317"/>
                </a:lnTo>
                <a:lnTo>
                  <a:pt x="51858" y="703792"/>
                </a:lnTo>
                <a:lnTo>
                  <a:pt x="38100" y="692150"/>
                </a:lnTo>
                <a:lnTo>
                  <a:pt x="26458" y="678392"/>
                </a:lnTo>
                <a:lnTo>
                  <a:pt x="16933" y="662517"/>
                </a:lnTo>
                <a:lnTo>
                  <a:pt x="9525" y="644525"/>
                </a:lnTo>
                <a:lnTo>
                  <a:pt x="4233" y="624417"/>
                </a:lnTo>
                <a:lnTo>
                  <a:pt x="1058" y="602192"/>
                </a:lnTo>
                <a:lnTo>
                  <a:pt x="0" y="577850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106" name="!!text-898" descr="2:25"/>
          <p:cNvSpPr txBox="1"/>
          <p:nvPr/>
        </p:nvSpPr>
        <p:spPr>
          <a:xfrm>
            <a:off x="9020597" y="714883"/>
            <a:ext cx="253790" cy="1563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50" kern="0" dirty="0">
                <a:solidFill>
                  <a:srgbClr val="FFFFFF"/>
                </a:solidFill>
                <a:latin typeface="Noto Sans TC SemiBold"/>
                <a:ea typeface="Noto Sans TC SemiBold"/>
                <a:cs typeface="Noto Sans TC SemiBold"/>
              </a:rPr>
              <a:t>2:25</a:t>
            </a:r>
            <a:endParaRPr lang="zh-TW" sz="850"/>
          </a:p>
        </p:txBody>
      </p:sp>
      <p:sp>
        <p:nvSpPr>
          <p:cNvPr id="107" name="!!rect-89d"/>
          <p:cNvSpPr/>
          <p:nvPr/>
        </p:nvSpPr>
        <p:spPr>
          <a:xfrm>
            <a:off x="10579100" y="808990"/>
            <a:ext cx="21590" cy="2667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08" name="!!rect-89e"/>
          <p:cNvSpPr/>
          <p:nvPr/>
        </p:nvSpPr>
        <p:spPr>
          <a:xfrm>
            <a:off x="10612120" y="792480"/>
            <a:ext cx="21590" cy="4318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09" name="!!rect-89f"/>
          <p:cNvSpPr/>
          <p:nvPr/>
        </p:nvSpPr>
        <p:spPr>
          <a:xfrm>
            <a:off x="10645140" y="775970"/>
            <a:ext cx="21590" cy="5969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10" name="!!rect-89g"/>
          <p:cNvSpPr/>
          <p:nvPr/>
        </p:nvSpPr>
        <p:spPr>
          <a:xfrm>
            <a:off x="10678160" y="759460"/>
            <a:ext cx="21590" cy="7620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11" name="!!path-89h"/>
          <p:cNvSpPr/>
          <p:nvPr/>
        </p:nvSpPr>
        <p:spPr>
          <a:xfrm>
            <a:off x="10763250" y="763570"/>
            <a:ext cx="95250" cy="70820"/>
          </a:xfrm>
          <a:custGeom>
            <a:avLst/>
            <a:gdLst/>
            <a:ahLst/>
            <a:cxnLst/>
            <a:rect l="l" t="t" r="r" b="b"/>
            <a:pathLst>
              <a:path w="95250" h="70820">
                <a:moveTo>
                  <a:pt x="47625" y="70820"/>
                </a:moveTo>
                <a:lnTo>
                  <a:pt x="31115" y="51135"/>
                </a:lnTo>
                <a:cubicBezTo>
                  <a:pt x="40714" y="43262"/>
                  <a:pt x="54536" y="43262"/>
                  <a:pt x="64135" y="51135"/>
                </a:cubicBezTo>
                <a:close/>
                <a:moveTo>
                  <a:pt x="0" y="23830"/>
                </a:moveTo>
                <a:cubicBezTo>
                  <a:pt x="27279" y="0"/>
                  <a:pt x="67971" y="0"/>
                  <a:pt x="95250" y="23830"/>
                </a:cubicBezTo>
                <a:lnTo>
                  <a:pt x="83820" y="37165"/>
                </a:lnTo>
                <a:cubicBezTo>
                  <a:pt x="63051" y="19153"/>
                  <a:pt x="32199" y="19153"/>
                  <a:pt x="11430" y="37165"/>
                </a:cubicBezTo>
                <a:close/>
                <a:moveTo>
                  <a:pt x="16510" y="43515"/>
                </a:moveTo>
                <a:cubicBezTo>
                  <a:pt x="34385" y="28089"/>
                  <a:pt x="60865" y="28089"/>
                  <a:pt x="78740" y="43515"/>
                </a:cubicBezTo>
                <a:lnTo>
                  <a:pt x="67310" y="56850"/>
                </a:lnTo>
                <a:cubicBezTo>
                  <a:pt x="55947" y="47238"/>
                  <a:pt x="39303" y="47238"/>
                  <a:pt x="27940" y="5685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12" name="!!rect-89i"/>
          <p:cNvSpPr/>
          <p:nvPr/>
        </p:nvSpPr>
        <p:spPr>
          <a:xfrm>
            <a:off x="10902950" y="760730"/>
            <a:ext cx="161925" cy="78740"/>
          </a:xfrm>
          <a:prstGeom prst="roundRect">
            <a:avLst>
              <a:gd name="adj" fmla="val 32258"/>
            </a:avLst>
          </a:prstGeom>
          <a:noFill/>
          <a:ln w="6985" cap="flat">
            <a:solidFill>
              <a:srgbClr val="FFFFFF">
                <a:alpha val="38000"/>
              </a:srgbClr>
            </a:solidFill>
            <a:prstDash val="solid"/>
            <a:miter lim="800000"/>
          </a:ln>
        </p:spPr>
      </p:sp>
      <p:sp>
        <p:nvSpPr>
          <p:cNvPr id="113" name="!!rect-89j"/>
          <p:cNvSpPr/>
          <p:nvPr/>
        </p:nvSpPr>
        <p:spPr>
          <a:xfrm>
            <a:off x="10916285" y="774065"/>
            <a:ext cx="110909" cy="52070"/>
          </a:xfrm>
          <a:prstGeom prst="roundRect">
            <a:avLst>
              <a:gd name="adj" fmla="val 26829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14" name="!!path-89k"/>
          <p:cNvSpPr/>
          <p:nvPr/>
        </p:nvSpPr>
        <p:spPr>
          <a:xfrm>
            <a:off x="11074400" y="786130"/>
            <a:ext cx="10345" cy="27940"/>
          </a:xfrm>
          <a:custGeom>
            <a:avLst/>
            <a:gdLst/>
            <a:ahLst/>
            <a:cxnLst/>
            <a:rect l="l" t="t" r="r" b="b"/>
            <a:pathLst>
              <a:path w="10345" h="27940">
                <a:moveTo>
                  <a:pt x="0" y="0"/>
                </a:moveTo>
                <a:lnTo>
                  <a:pt x="0" y="27940"/>
                </a:lnTo>
                <a:cubicBezTo>
                  <a:pt x="6146" y="26066"/>
                  <a:pt x="10345" y="20395"/>
                  <a:pt x="10345" y="13970"/>
                </a:cubicBezTo>
                <a:cubicBezTo>
                  <a:pt x="10345" y="7545"/>
                  <a:pt x="6146" y="1874"/>
                  <a:pt x="0" y="0"/>
                </a:cubicBezTo>
                <a:close/>
              </a:path>
            </a:pathLst>
          </a:custGeom>
          <a:solidFill>
            <a:srgbClr val="FFFFFF">
              <a:alpha val="45000"/>
            </a:srgbClr>
          </a:solidFill>
          <a:ln>
            <a:noFill/>
          </a:ln>
        </p:spPr>
      </p:sp>
      <p:sp>
        <p:nvSpPr>
          <p:cNvPr id="115" name="!!path-89l"/>
          <p:cNvSpPr/>
          <p:nvPr/>
        </p:nvSpPr>
        <p:spPr>
          <a:xfrm>
            <a:off x="8845537" y="1109129"/>
            <a:ext cx="62258" cy="105791"/>
          </a:xfrm>
          <a:custGeom>
            <a:avLst/>
            <a:gdLst/>
            <a:ahLst/>
            <a:cxnLst/>
            <a:rect l="l" t="t" r="r" b="b"/>
            <a:pathLst>
              <a:path w="62258" h="105791">
                <a:moveTo>
                  <a:pt x="62258" y="9363"/>
                </a:moveTo>
                <a:lnTo>
                  <a:pt x="52896" y="0"/>
                </a:lnTo>
                <a:lnTo>
                  <a:pt x="0" y="52896"/>
                </a:lnTo>
                <a:lnTo>
                  <a:pt x="52896" y="105791"/>
                </a:lnTo>
                <a:lnTo>
                  <a:pt x="62258" y="96429"/>
                </a:lnTo>
                <a:lnTo>
                  <a:pt x="18725" y="5289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16" name="!!path-89m"/>
          <p:cNvSpPr/>
          <p:nvPr/>
        </p:nvSpPr>
        <p:spPr>
          <a:xfrm>
            <a:off x="9607874" y="1103840"/>
            <a:ext cx="116370" cy="116370"/>
          </a:xfrm>
          <a:custGeom>
            <a:avLst/>
            <a:gdLst/>
            <a:ahLst/>
            <a:cxnLst/>
            <a:rect l="l" t="t" r="r" b="b"/>
            <a:pathLst>
              <a:path w="116370" h="116370">
                <a:moveTo>
                  <a:pt x="95212" y="42316"/>
                </a:moveTo>
                <a:lnTo>
                  <a:pt x="101824" y="27770"/>
                </a:lnTo>
                <a:lnTo>
                  <a:pt x="116370" y="21158"/>
                </a:lnTo>
                <a:lnTo>
                  <a:pt x="101824" y="14546"/>
                </a:lnTo>
                <a:lnTo>
                  <a:pt x="95212" y="0"/>
                </a:lnTo>
                <a:lnTo>
                  <a:pt x="88600" y="14546"/>
                </a:lnTo>
                <a:lnTo>
                  <a:pt x="74054" y="21158"/>
                </a:lnTo>
                <a:lnTo>
                  <a:pt x="88600" y="27770"/>
                </a:lnTo>
                <a:lnTo>
                  <a:pt x="95212" y="42316"/>
                </a:lnTo>
                <a:close/>
                <a:moveTo>
                  <a:pt x="55540" y="44961"/>
                </a:moveTo>
                <a:lnTo>
                  <a:pt x="42316" y="15869"/>
                </a:lnTo>
                <a:lnTo>
                  <a:pt x="29093" y="44961"/>
                </a:lnTo>
                <a:lnTo>
                  <a:pt x="0" y="58185"/>
                </a:lnTo>
                <a:lnTo>
                  <a:pt x="29093" y="71409"/>
                </a:lnTo>
                <a:lnTo>
                  <a:pt x="42316" y="100501"/>
                </a:lnTo>
                <a:lnTo>
                  <a:pt x="55540" y="71409"/>
                </a:lnTo>
                <a:lnTo>
                  <a:pt x="84633" y="58185"/>
                </a:lnTo>
                <a:lnTo>
                  <a:pt x="55540" y="44961"/>
                </a:lnTo>
                <a:close/>
                <a:moveTo>
                  <a:pt x="95212" y="74054"/>
                </a:moveTo>
                <a:lnTo>
                  <a:pt x="88600" y="88600"/>
                </a:lnTo>
                <a:lnTo>
                  <a:pt x="74054" y="95212"/>
                </a:lnTo>
                <a:lnTo>
                  <a:pt x="88600" y="101824"/>
                </a:lnTo>
                <a:lnTo>
                  <a:pt x="95212" y="116370"/>
                </a:lnTo>
                <a:lnTo>
                  <a:pt x="101824" y="101824"/>
                </a:lnTo>
                <a:lnTo>
                  <a:pt x="116370" y="95212"/>
                </a:lnTo>
                <a:lnTo>
                  <a:pt x="101824" y="88600"/>
                </a:lnTo>
                <a:lnTo>
                  <a:pt x="95212" y="7405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17" name="!!text-89n" descr="AI 書籍顧問"/>
          <p:cNvSpPr txBox="1"/>
          <p:nvPr/>
        </p:nvSpPr>
        <p:spPr>
          <a:xfrm>
            <a:off x="9780384" y="1070737"/>
            <a:ext cx="628421" cy="16550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1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AI 書籍顧問</a:t>
            </a:r>
            <a:endParaRPr lang="zh-TW" sz="900"/>
          </a:p>
        </p:txBody>
      </p:sp>
      <p:sp>
        <p:nvSpPr>
          <p:cNvPr id="118" name="!!rect-8c5"/>
          <p:cNvSpPr/>
          <p:nvPr/>
        </p:nvSpPr>
        <p:spPr>
          <a:xfrm>
            <a:off x="9747250" y="1498600"/>
            <a:ext cx="1416050" cy="393700"/>
          </a:xfrm>
          <a:prstGeom prst="roundRect">
            <a:avLst>
              <a:gd name="adj" fmla="val 29032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119" name="!!text-8c6" descr="想找適合入門的程式設計書，"/>
          <p:cNvSpPr txBox="1"/>
          <p:nvPr/>
        </p:nvSpPr>
        <p:spPr>
          <a:xfrm>
            <a:off x="9836150" y="1553210"/>
            <a:ext cx="1266825" cy="1379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0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想找適合入門的程式設計書，</a:t>
            </a:r>
            <a:endParaRPr lang="zh-TW" sz="750"/>
          </a:p>
        </p:txBody>
      </p:sp>
      <p:sp>
        <p:nvSpPr>
          <p:cNvPr id="120" name="!!text-8ck" descr="預算 300 代幣以內"/>
          <p:cNvSpPr txBox="1"/>
          <p:nvPr/>
        </p:nvSpPr>
        <p:spPr>
          <a:xfrm>
            <a:off x="9836150" y="1692910"/>
            <a:ext cx="801338" cy="1379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0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預算 300 代幣以內</a:t>
            </a:r>
            <a:endParaRPr lang="zh-TW" sz="750"/>
          </a:p>
        </p:txBody>
      </p:sp>
      <p:sp>
        <p:nvSpPr>
          <p:cNvPr id="121" name="!!circle-8d9"/>
          <p:cNvSpPr/>
          <p:nvPr/>
        </p:nvSpPr>
        <p:spPr>
          <a:xfrm>
            <a:off x="8813800" y="2120900"/>
            <a:ext cx="190500" cy="190500"/>
          </a:xfrm>
          <a:prstGeom prst="ellipse">
            <a:avLst/>
          </a:prstGeom>
          <a:solidFill>
            <a:srgbClr val="627D8D">
              <a:alpha val="14000"/>
            </a:srgbClr>
          </a:solidFill>
          <a:ln>
            <a:noFill/>
          </a:ln>
        </p:spPr>
      </p:sp>
      <p:sp>
        <p:nvSpPr>
          <p:cNvPr id="122" name="!!path-8da"/>
          <p:cNvSpPr/>
          <p:nvPr/>
        </p:nvSpPr>
        <p:spPr>
          <a:xfrm>
            <a:off x="8856663" y="2163763"/>
            <a:ext cx="104775" cy="104775"/>
          </a:xfrm>
          <a:custGeom>
            <a:avLst/>
            <a:gdLst/>
            <a:ahLst/>
            <a:cxnLst/>
            <a:rect l="l" t="t" r="r" b="b"/>
            <a:pathLst>
              <a:path w="104775" h="104775">
                <a:moveTo>
                  <a:pt x="85725" y="38100"/>
                </a:moveTo>
                <a:lnTo>
                  <a:pt x="91678" y="25003"/>
                </a:lnTo>
                <a:lnTo>
                  <a:pt x="104775" y="19050"/>
                </a:lnTo>
                <a:lnTo>
                  <a:pt x="91678" y="13097"/>
                </a:lnTo>
                <a:lnTo>
                  <a:pt x="85725" y="0"/>
                </a:lnTo>
                <a:lnTo>
                  <a:pt x="79772" y="13097"/>
                </a:lnTo>
                <a:lnTo>
                  <a:pt x="66675" y="19050"/>
                </a:lnTo>
                <a:lnTo>
                  <a:pt x="79772" y="25003"/>
                </a:lnTo>
                <a:lnTo>
                  <a:pt x="85725" y="38100"/>
                </a:lnTo>
                <a:close/>
                <a:moveTo>
                  <a:pt x="50006" y="40481"/>
                </a:moveTo>
                <a:lnTo>
                  <a:pt x="38100" y="14288"/>
                </a:lnTo>
                <a:lnTo>
                  <a:pt x="26194" y="40481"/>
                </a:lnTo>
                <a:lnTo>
                  <a:pt x="0" y="52388"/>
                </a:lnTo>
                <a:lnTo>
                  <a:pt x="26194" y="64294"/>
                </a:lnTo>
                <a:lnTo>
                  <a:pt x="38100" y="90488"/>
                </a:lnTo>
                <a:lnTo>
                  <a:pt x="50006" y="64294"/>
                </a:lnTo>
                <a:lnTo>
                  <a:pt x="76200" y="52388"/>
                </a:lnTo>
                <a:lnTo>
                  <a:pt x="50006" y="40481"/>
                </a:lnTo>
                <a:close/>
                <a:moveTo>
                  <a:pt x="85725" y="66675"/>
                </a:moveTo>
                <a:lnTo>
                  <a:pt x="79772" y="79772"/>
                </a:lnTo>
                <a:lnTo>
                  <a:pt x="66675" y="85725"/>
                </a:lnTo>
                <a:lnTo>
                  <a:pt x="79772" y="91678"/>
                </a:lnTo>
                <a:lnTo>
                  <a:pt x="85725" y="104775"/>
                </a:lnTo>
                <a:lnTo>
                  <a:pt x="91678" y="91678"/>
                </a:lnTo>
                <a:lnTo>
                  <a:pt x="104775" y="85725"/>
                </a:lnTo>
                <a:lnTo>
                  <a:pt x="91678" y="79772"/>
                </a:lnTo>
                <a:lnTo>
                  <a:pt x="85725" y="66675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123" name="!!rect-8db"/>
          <p:cNvSpPr/>
          <p:nvPr/>
        </p:nvSpPr>
        <p:spPr>
          <a:xfrm>
            <a:off x="9055100" y="2120900"/>
            <a:ext cx="1225550" cy="257175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24" name="!!text-8dc" descr="以下是符合條件的書籍："/>
          <p:cNvSpPr txBox="1"/>
          <p:nvPr/>
        </p:nvSpPr>
        <p:spPr>
          <a:xfrm>
            <a:off x="9144000" y="2175510"/>
            <a:ext cx="1076325" cy="1379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0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以下是符合條件的書籍：</a:t>
            </a:r>
            <a:endParaRPr lang="zh-TW" sz="750"/>
          </a:p>
        </p:txBody>
      </p:sp>
      <p:sp>
        <p:nvSpPr>
          <p:cNvPr id="125" name="!!rect-8ds"/>
          <p:cNvSpPr/>
          <p:nvPr/>
        </p:nvSpPr>
        <p:spPr>
          <a:xfrm>
            <a:off x="9055100" y="2489200"/>
            <a:ext cx="685800" cy="1223010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26" name="!!rect-8du"/>
          <p:cNvSpPr/>
          <p:nvPr/>
        </p:nvSpPr>
        <p:spPr>
          <a:xfrm>
            <a:off x="9055100" y="2489200"/>
            <a:ext cx="685800" cy="651510"/>
          </a:xfrm>
          <a:prstGeom prst="roundRect">
            <a:avLst>
              <a:gd name="adj" fmla="val 13645"/>
            </a:avLst>
          </a:prstGeom>
          <a:solidFill>
            <a:srgbClr val="E3E8EC"/>
          </a:solidFill>
          <a:ln>
            <a:noFill/>
          </a:ln>
        </p:spPr>
      </p:sp>
      <p:sp>
        <p:nvSpPr>
          <p:cNvPr id="127" name="!!rect-8dv"/>
          <p:cNvSpPr/>
          <p:nvPr/>
        </p:nvSpPr>
        <p:spPr>
          <a:xfrm>
            <a:off x="9055100" y="3051810"/>
            <a:ext cx="685800" cy="88900"/>
          </a:xfrm>
          <a:prstGeom prst="rect">
            <a:avLst/>
          </a:prstGeom>
          <a:solidFill>
            <a:srgbClr val="E3E8EC"/>
          </a:solidFill>
          <a:ln>
            <a:noFill/>
          </a:ln>
        </p:spPr>
      </p:sp>
      <p:sp>
        <p:nvSpPr>
          <p:cNvPr id="128" name="!!rect-8dx"/>
          <p:cNvSpPr/>
          <p:nvPr/>
        </p:nvSpPr>
        <p:spPr>
          <a:xfrm>
            <a:off x="9219692" y="2567381"/>
            <a:ext cx="356616" cy="495148"/>
          </a:xfrm>
          <a:prstGeom prst="roundRect">
            <a:avLst>
              <a:gd name="adj" fmla="val 5342"/>
            </a:avLst>
          </a:prstGeom>
          <a:gradFill rotWithShape="1">
            <a:gsLst>
              <a:gs pos="0">
                <a:srgbClr val="4D76A6"/>
              </a:gs>
              <a:gs pos="100000">
                <a:srgbClr val="32557E"/>
              </a:gs>
            </a:gsLst>
            <a:lin ang="3254265" scaled="0"/>
          </a:gradFill>
          <a:ln>
            <a:noFill/>
          </a:ln>
        </p:spPr>
      </p:sp>
      <p:sp>
        <p:nvSpPr>
          <p:cNvPr id="129" name="!!rect-8dy"/>
          <p:cNvSpPr/>
          <p:nvPr/>
        </p:nvSpPr>
        <p:spPr>
          <a:xfrm>
            <a:off x="9251785" y="2567381"/>
            <a:ext cx="17831" cy="495148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</p:spPr>
      </p:sp>
      <p:sp>
        <p:nvSpPr>
          <p:cNvPr id="130" name="!!rect-8dz"/>
          <p:cNvSpPr/>
          <p:nvPr/>
        </p:nvSpPr>
        <p:spPr>
          <a:xfrm>
            <a:off x="9308846" y="2656510"/>
            <a:ext cx="199708" cy="34658"/>
          </a:xfrm>
          <a:prstGeom prst="roundRect">
            <a:avLst>
              <a:gd name="adj" fmla="val 28582"/>
            </a:avLst>
          </a:prstGeom>
          <a:solidFill>
            <a:srgbClr val="E9EEF1"/>
          </a:solidFill>
          <a:ln>
            <a:noFill/>
          </a:ln>
        </p:spPr>
      </p:sp>
      <p:sp>
        <p:nvSpPr>
          <p:cNvPr id="131" name="!!rect-8e0"/>
          <p:cNvSpPr/>
          <p:nvPr/>
        </p:nvSpPr>
        <p:spPr>
          <a:xfrm>
            <a:off x="9308846" y="2715927"/>
            <a:ext cx="135515" cy="22282"/>
          </a:xfrm>
          <a:prstGeom prst="roundRect">
            <a:avLst>
              <a:gd name="adj" fmla="val 44457"/>
            </a:avLst>
          </a:prstGeom>
          <a:solidFill>
            <a:srgbClr val="E9EEF1">
              <a:alpha val="72000"/>
            </a:srgbClr>
          </a:solidFill>
          <a:ln>
            <a:noFill/>
          </a:ln>
        </p:spPr>
      </p:sp>
      <p:sp>
        <p:nvSpPr>
          <p:cNvPr id="132" name="!!rect-8e1"/>
          <p:cNvSpPr/>
          <p:nvPr/>
        </p:nvSpPr>
        <p:spPr>
          <a:xfrm>
            <a:off x="9308846" y="2963501"/>
            <a:ext cx="99854" cy="19806"/>
          </a:xfrm>
          <a:prstGeom prst="roundRect">
            <a:avLst>
              <a:gd name="adj" fmla="val 50000"/>
            </a:avLst>
          </a:prstGeom>
          <a:solidFill>
            <a:srgbClr val="E9EEF1">
              <a:alpha val="55000"/>
            </a:srgbClr>
          </a:solidFill>
          <a:ln>
            <a:noFill/>
          </a:ln>
        </p:spPr>
      </p:sp>
      <p:sp>
        <p:nvSpPr>
          <p:cNvPr id="133" name="!!text-8e2" descr="Python 程式…"/>
          <p:cNvSpPr txBox="1"/>
          <p:nvPr/>
        </p:nvSpPr>
        <p:spPr>
          <a:xfrm>
            <a:off x="9118600" y="3178302"/>
            <a:ext cx="585775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Python 程式…</a:t>
            </a:r>
            <a:endParaRPr lang="zh-TW" sz="650"/>
          </a:p>
        </p:txBody>
      </p:sp>
      <p:sp>
        <p:nvSpPr>
          <p:cNvPr id="134" name="!!text-8ec" descr="範例由淺入深"/>
          <p:cNvSpPr txBox="1"/>
          <p:nvPr/>
        </p:nvSpPr>
        <p:spPr>
          <a:xfrm>
            <a:off x="9118600" y="3308350"/>
            <a:ext cx="400050" cy="9194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500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範例由淺入深</a:t>
            </a:r>
            <a:endParaRPr lang="zh-TW" sz="500"/>
          </a:p>
        </p:txBody>
      </p:sp>
      <p:sp>
        <p:nvSpPr>
          <p:cNvPr id="135" name="!!text-8ej" descr="$260"/>
          <p:cNvSpPr txBox="1"/>
          <p:nvPr/>
        </p:nvSpPr>
        <p:spPr>
          <a:xfrm>
            <a:off x="9118600" y="3519170"/>
            <a:ext cx="260604" cy="1379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0" kern="0" dirty="0">
                <a:solidFill>
                  <a:srgbClr val="627D8D"/>
                </a:solidFill>
                <a:latin typeface="Noto Sans TC Black"/>
                <a:ea typeface="Noto Sans TC Black"/>
                <a:cs typeface="Noto Sans TC Black"/>
              </a:rPr>
              <a:t>$260</a:t>
            </a:r>
            <a:endParaRPr lang="zh-TW" sz="750"/>
          </a:p>
        </p:txBody>
      </p:sp>
      <p:sp>
        <p:nvSpPr>
          <p:cNvPr id="136" name="!!text-8eo" descr="近全新"/>
          <p:cNvSpPr txBox="1"/>
          <p:nvPr/>
        </p:nvSpPr>
        <p:spPr>
          <a:xfrm>
            <a:off x="9467850" y="3542284"/>
            <a:ext cx="230505" cy="10114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550" kern="0" dirty="0">
                <a:solidFill>
                  <a:srgbClr val="66BB6A"/>
                </a:solidFill>
                <a:latin typeface="Noto Sans TC SemiBold"/>
                <a:ea typeface="Noto Sans TC SemiBold"/>
                <a:cs typeface="Noto Sans TC SemiBold"/>
              </a:rPr>
              <a:t>近全新</a:t>
            </a:r>
            <a:endParaRPr lang="zh-TW" sz="550"/>
          </a:p>
        </p:txBody>
      </p:sp>
      <p:sp>
        <p:nvSpPr>
          <p:cNvPr id="137" name="!!rect-8ew"/>
          <p:cNvSpPr/>
          <p:nvPr/>
        </p:nvSpPr>
        <p:spPr>
          <a:xfrm>
            <a:off x="9791700" y="2489200"/>
            <a:ext cx="685800" cy="1223010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38" name="!!rect-8ey"/>
          <p:cNvSpPr/>
          <p:nvPr/>
        </p:nvSpPr>
        <p:spPr>
          <a:xfrm>
            <a:off x="9791700" y="2489200"/>
            <a:ext cx="685800" cy="651510"/>
          </a:xfrm>
          <a:prstGeom prst="roundRect">
            <a:avLst>
              <a:gd name="adj" fmla="val 13645"/>
            </a:avLst>
          </a:prstGeom>
          <a:solidFill>
            <a:srgbClr val="E3E8EC"/>
          </a:solidFill>
          <a:ln>
            <a:noFill/>
          </a:ln>
        </p:spPr>
      </p:sp>
      <p:sp>
        <p:nvSpPr>
          <p:cNvPr id="139" name="!!rect-8ez"/>
          <p:cNvSpPr/>
          <p:nvPr/>
        </p:nvSpPr>
        <p:spPr>
          <a:xfrm>
            <a:off x="9791700" y="3051810"/>
            <a:ext cx="685800" cy="88900"/>
          </a:xfrm>
          <a:prstGeom prst="rect">
            <a:avLst/>
          </a:prstGeom>
          <a:solidFill>
            <a:srgbClr val="E3E8EC"/>
          </a:solidFill>
          <a:ln>
            <a:noFill/>
          </a:ln>
        </p:spPr>
      </p:sp>
      <p:sp>
        <p:nvSpPr>
          <p:cNvPr id="140" name="!!rect-8f1"/>
          <p:cNvSpPr/>
          <p:nvPr/>
        </p:nvSpPr>
        <p:spPr>
          <a:xfrm>
            <a:off x="9956292" y="2567381"/>
            <a:ext cx="356616" cy="495148"/>
          </a:xfrm>
          <a:prstGeom prst="roundRect">
            <a:avLst>
              <a:gd name="adj" fmla="val 5342"/>
            </a:avLst>
          </a:prstGeom>
          <a:gradFill rotWithShape="1">
            <a:gsLst>
              <a:gs pos="0">
                <a:srgbClr val="59636F"/>
              </a:gs>
              <a:gs pos="100000">
                <a:srgbClr val="3C444F"/>
              </a:gs>
            </a:gsLst>
            <a:lin ang="3254265" scaled="0"/>
          </a:gradFill>
          <a:ln>
            <a:noFill/>
          </a:ln>
        </p:spPr>
      </p:sp>
      <p:sp>
        <p:nvSpPr>
          <p:cNvPr id="141" name="!!rect-8f2"/>
          <p:cNvSpPr/>
          <p:nvPr/>
        </p:nvSpPr>
        <p:spPr>
          <a:xfrm>
            <a:off x="9988385" y="2567381"/>
            <a:ext cx="17831" cy="495148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</p:spPr>
      </p:sp>
      <p:sp>
        <p:nvSpPr>
          <p:cNvPr id="142" name="!!rect-8f3"/>
          <p:cNvSpPr/>
          <p:nvPr/>
        </p:nvSpPr>
        <p:spPr>
          <a:xfrm>
            <a:off x="10045446" y="2656510"/>
            <a:ext cx="199708" cy="34658"/>
          </a:xfrm>
          <a:prstGeom prst="roundRect">
            <a:avLst>
              <a:gd name="adj" fmla="val 28582"/>
            </a:avLst>
          </a:prstGeom>
          <a:solidFill>
            <a:srgbClr val="E5E7EB"/>
          </a:solidFill>
          <a:ln>
            <a:noFill/>
          </a:ln>
        </p:spPr>
      </p:sp>
      <p:sp>
        <p:nvSpPr>
          <p:cNvPr id="143" name="!!rect-8f4"/>
          <p:cNvSpPr/>
          <p:nvPr/>
        </p:nvSpPr>
        <p:spPr>
          <a:xfrm>
            <a:off x="10045446" y="2715927"/>
            <a:ext cx="135515" cy="22282"/>
          </a:xfrm>
          <a:prstGeom prst="roundRect">
            <a:avLst>
              <a:gd name="adj" fmla="val 44457"/>
            </a:avLst>
          </a:prstGeom>
          <a:solidFill>
            <a:srgbClr val="E5E7EB">
              <a:alpha val="72000"/>
            </a:srgbClr>
          </a:solidFill>
          <a:ln>
            <a:noFill/>
          </a:ln>
        </p:spPr>
      </p:sp>
      <p:sp>
        <p:nvSpPr>
          <p:cNvPr id="144" name="!!rect-8f5"/>
          <p:cNvSpPr/>
          <p:nvPr/>
        </p:nvSpPr>
        <p:spPr>
          <a:xfrm>
            <a:off x="10045446" y="2963501"/>
            <a:ext cx="99854" cy="19806"/>
          </a:xfrm>
          <a:prstGeom prst="roundRect">
            <a:avLst>
              <a:gd name="adj" fmla="val 50000"/>
            </a:avLst>
          </a:prstGeom>
          <a:solidFill>
            <a:srgbClr val="E5E7EB">
              <a:alpha val="55000"/>
            </a:srgbClr>
          </a:solidFill>
          <a:ln>
            <a:noFill/>
          </a:ln>
        </p:spPr>
      </p:sp>
      <p:sp>
        <p:nvSpPr>
          <p:cNvPr id="145" name="!!text-8f6" descr="資料結構與演…"/>
          <p:cNvSpPr txBox="1"/>
          <p:nvPr/>
        </p:nvSpPr>
        <p:spPr>
          <a:xfrm>
            <a:off x="9855200" y="3178302"/>
            <a:ext cx="602615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資料結構與演…</a:t>
            </a:r>
            <a:endParaRPr lang="zh-TW" sz="650"/>
          </a:p>
        </p:txBody>
      </p:sp>
      <p:sp>
        <p:nvSpPr>
          <p:cNvPr id="146" name="!!text-8fe" descr="附習題解說"/>
          <p:cNvSpPr txBox="1"/>
          <p:nvPr/>
        </p:nvSpPr>
        <p:spPr>
          <a:xfrm>
            <a:off x="9855200" y="3308350"/>
            <a:ext cx="336550" cy="9194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500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附習題解說</a:t>
            </a:r>
            <a:endParaRPr lang="zh-TW" sz="500"/>
          </a:p>
        </p:txBody>
      </p:sp>
      <p:sp>
        <p:nvSpPr>
          <p:cNvPr id="147" name="!!text-8fk" descr="$220"/>
          <p:cNvSpPr txBox="1"/>
          <p:nvPr/>
        </p:nvSpPr>
        <p:spPr>
          <a:xfrm>
            <a:off x="9855200" y="3519170"/>
            <a:ext cx="260604" cy="1379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0" kern="0" dirty="0">
                <a:solidFill>
                  <a:srgbClr val="627D8D"/>
                </a:solidFill>
                <a:latin typeface="Noto Sans TC Black"/>
                <a:ea typeface="Noto Sans TC Black"/>
                <a:cs typeface="Noto Sans TC Black"/>
              </a:rPr>
              <a:t>$220</a:t>
            </a:r>
            <a:endParaRPr lang="zh-TW" sz="750"/>
          </a:p>
        </p:txBody>
      </p:sp>
      <p:sp>
        <p:nvSpPr>
          <p:cNvPr id="148" name="!!text-8fp" descr="良好"/>
          <p:cNvSpPr txBox="1"/>
          <p:nvPr/>
        </p:nvSpPr>
        <p:spPr>
          <a:xfrm>
            <a:off x="10274300" y="3542284"/>
            <a:ext cx="160655" cy="10114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550" kern="0" dirty="0">
                <a:solidFill>
                  <a:srgbClr val="FFA726"/>
                </a:solidFill>
                <a:latin typeface="Noto Sans TC SemiBold"/>
                <a:ea typeface="Noto Sans TC SemiBold"/>
                <a:cs typeface="Noto Sans TC SemiBold"/>
              </a:rPr>
              <a:t>良好</a:t>
            </a:r>
            <a:endParaRPr lang="zh-TW" sz="550"/>
          </a:p>
        </p:txBody>
      </p:sp>
      <p:sp>
        <p:nvSpPr>
          <p:cNvPr id="149" name="!!rect-8fw"/>
          <p:cNvSpPr/>
          <p:nvPr/>
        </p:nvSpPr>
        <p:spPr>
          <a:xfrm>
            <a:off x="10528300" y="2489200"/>
            <a:ext cx="685800" cy="1223010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50" name="!!rect-8fy"/>
          <p:cNvSpPr/>
          <p:nvPr/>
        </p:nvSpPr>
        <p:spPr>
          <a:xfrm>
            <a:off x="10528300" y="2489200"/>
            <a:ext cx="685800" cy="651510"/>
          </a:xfrm>
          <a:prstGeom prst="roundRect">
            <a:avLst>
              <a:gd name="adj" fmla="val 13645"/>
            </a:avLst>
          </a:prstGeom>
          <a:solidFill>
            <a:srgbClr val="E3E8EC"/>
          </a:solidFill>
          <a:ln>
            <a:noFill/>
          </a:ln>
        </p:spPr>
      </p:sp>
      <p:sp>
        <p:nvSpPr>
          <p:cNvPr id="151" name="!!rect-8fz"/>
          <p:cNvSpPr/>
          <p:nvPr/>
        </p:nvSpPr>
        <p:spPr>
          <a:xfrm>
            <a:off x="10528300" y="3051810"/>
            <a:ext cx="685800" cy="88900"/>
          </a:xfrm>
          <a:prstGeom prst="rect">
            <a:avLst/>
          </a:prstGeom>
          <a:solidFill>
            <a:srgbClr val="E3E8EC"/>
          </a:solidFill>
          <a:ln>
            <a:noFill/>
          </a:ln>
        </p:spPr>
      </p:sp>
      <p:sp>
        <p:nvSpPr>
          <p:cNvPr id="152" name="!!rect-8g1"/>
          <p:cNvSpPr/>
          <p:nvPr/>
        </p:nvSpPr>
        <p:spPr>
          <a:xfrm>
            <a:off x="10692892" y="2567381"/>
            <a:ext cx="356616" cy="495148"/>
          </a:xfrm>
          <a:prstGeom prst="roundRect">
            <a:avLst>
              <a:gd name="adj" fmla="val 5342"/>
            </a:avLst>
          </a:prstGeom>
          <a:gradFill rotWithShape="1">
            <a:gsLst>
              <a:gs pos="0">
                <a:srgbClr val="5D856F"/>
              </a:gs>
              <a:gs pos="100000">
                <a:srgbClr val="3F624F"/>
              </a:gs>
            </a:gsLst>
            <a:lin ang="3254265" scaled="0"/>
          </a:gradFill>
          <a:ln>
            <a:noFill/>
          </a:ln>
        </p:spPr>
      </p:sp>
      <p:sp>
        <p:nvSpPr>
          <p:cNvPr id="153" name="!!rect-8g2"/>
          <p:cNvSpPr/>
          <p:nvPr/>
        </p:nvSpPr>
        <p:spPr>
          <a:xfrm>
            <a:off x="10724985" y="2567381"/>
            <a:ext cx="17831" cy="495148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</p:spPr>
      </p:sp>
      <p:sp>
        <p:nvSpPr>
          <p:cNvPr id="154" name="!!rect-8g3"/>
          <p:cNvSpPr/>
          <p:nvPr/>
        </p:nvSpPr>
        <p:spPr>
          <a:xfrm>
            <a:off x="10782046" y="2656510"/>
            <a:ext cx="199708" cy="34658"/>
          </a:xfrm>
          <a:prstGeom prst="roundRect">
            <a:avLst>
              <a:gd name="adj" fmla="val 28582"/>
            </a:avLst>
          </a:prstGeom>
          <a:solidFill>
            <a:srgbClr val="E7D9B8"/>
          </a:solidFill>
          <a:ln>
            <a:noFill/>
          </a:ln>
        </p:spPr>
      </p:sp>
      <p:sp>
        <p:nvSpPr>
          <p:cNvPr id="155" name="!!rect-8g4"/>
          <p:cNvSpPr/>
          <p:nvPr/>
        </p:nvSpPr>
        <p:spPr>
          <a:xfrm>
            <a:off x="10782046" y="2715927"/>
            <a:ext cx="135515" cy="22282"/>
          </a:xfrm>
          <a:prstGeom prst="roundRect">
            <a:avLst>
              <a:gd name="adj" fmla="val 44457"/>
            </a:avLst>
          </a:prstGeom>
          <a:solidFill>
            <a:srgbClr val="E7D9B8">
              <a:alpha val="72000"/>
            </a:srgbClr>
          </a:solidFill>
          <a:ln>
            <a:noFill/>
          </a:ln>
        </p:spPr>
      </p:sp>
      <p:sp>
        <p:nvSpPr>
          <p:cNvPr id="156" name="!!rect-8g5"/>
          <p:cNvSpPr/>
          <p:nvPr/>
        </p:nvSpPr>
        <p:spPr>
          <a:xfrm>
            <a:off x="10782046" y="2963501"/>
            <a:ext cx="99854" cy="19806"/>
          </a:xfrm>
          <a:prstGeom prst="roundRect">
            <a:avLst>
              <a:gd name="adj" fmla="val 50000"/>
            </a:avLst>
          </a:prstGeom>
          <a:solidFill>
            <a:srgbClr val="E7D9B8">
              <a:alpha val="55000"/>
            </a:srgbClr>
          </a:solidFill>
          <a:ln>
            <a:noFill/>
          </a:ln>
        </p:spPr>
      </p:sp>
      <p:sp>
        <p:nvSpPr>
          <p:cNvPr id="157" name="!!text-8g6" descr="網頁設計入門"/>
          <p:cNvSpPr txBox="1"/>
          <p:nvPr/>
        </p:nvSpPr>
        <p:spPr>
          <a:xfrm>
            <a:off x="10591800" y="3178302"/>
            <a:ext cx="520065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網頁設計入門</a:t>
            </a:r>
            <a:endParaRPr lang="zh-TW" sz="650"/>
          </a:p>
        </p:txBody>
      </p:sp>
      <p:sp>
        <p:nvSpPr>
          <p:cNvPr id="158" name="!!text-8gd" descr="適合零基礎"/>
          <p:cNvSpPr txBox="1"/>
          <p:nvPr/>
        </p:nvSpPr>
        <p:spPr>
          <a:xfrm>
            <a:off x="10591800" y="3308350"/>
            <a:ext cx="336550" cy="9194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500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適合零基礎</a:t>
            </a:r>
            <a:endParaRPr lang="zh-TW" sz="500"/>
          </a:p>
        </p:txBody>
      </p:sp>
      <p:sp>
        <p:nvSpPr>
          <p:cNvPr id="159" name="!!text-8gj" descr="$180"/>
          <p:cNvSpPr txBox="1"/>
          <p:nvPr/>
        </p:nvSpPr>
        <p:spPr>
          <a:xfrm>
            <a:off x="10591800" y="3519170"/>
            <a:ext cx="260604" cy="1379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0" kern="0" dirty="0">
                <a:solidFill>
                  <a:srgbClr val="627D8D"/>
                </a:solidFill>
                <a:latin typeface="Noto Sans TC Black"/>
                <a:ea typeface="Noto Sans TC Black"/>
                <a:cs typeface="Noto Sans TC Black"/>
              </a:rPr>
              <a:t>$180</a:t>
            </a:r>
            <a:endParaRPr lang="zh-TW" sz="750"/>
          </a:p>
        </p:txBody>
      </p:sp>
      <p:sp>
        <p:nvSpPr>
          <p:cNvPr id="160" name="!!text-8go" descr="全新"/>
          <p:cNvSpPr txBox="1"/>
          <p:nvPr/>
        </p:nvSpPr>
        <p:spPr>
          <a:xfrm>
            <a:off x="11010900" y="3542284"/>
            <a:ext cx="160655" cy="10114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550" kern="0" dirty="0">
                <a:solidFill>
                  <a:srgbClr val="26A69A"/>
                </a:solidFill>
                <a:latin typeface="Noto Sans TC SemiBold"/>
                <a:ea typeface="Noto Sans TC SemiBold"/>
                <a:cs typeface="Noto Sans TC SemiBold"/>
              </a:rPr>
              <a:t>全新</a:t>
            </a:r>
            <a:endParaRPr lang="zh-TW" sz="550"/>
          </a:p>
        </p:txBody>
      </p:sp>
      <p:sp>
        <p:nvSpPr>
          <p:cNvPr id="161" name="!!rect-8gv"/>
          <p:cNvSpPr/>
          <p:nvPr/>
        </p:nvSpPr>
        <p:spPr>
          <a:xfrm>
            <a:off x="9055100" y="3848100"/>
            <a:ext cx="685800" cy="215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162" name="!!path-8gy"/>
          <p:cNvSpPr/>
          <p:nvPr/>
        </p:nvSpPr>
        <p:spPr>
          <a:xfrm>
            <a:off x="9136063" y="3903663"/>
            <a:ext cx="104775" cy="95250"/>
          </a:xfrm>
          <a:custGeom>
            <a:avLst/>
            <a:gdLst/>
            <a:ahLst/>
            <a:cxnLst/>
            <a:rect l="l" t="t" r="r" b="b"/>
            <a:pathLst>
              <a:path w="104775" h="95250">
                <a:moveTo>
                  <a:pt x="0" y="95250"/>
                </a:moveTo>
                <a:lnTo>
                  <a:pt x="19050" y="95250"/>
                </a:lnTo>
                <a:lnTo>
                  <a:pt x="19050" y="38100"/>
                </a:lnTo>
                <a:lnTo>
                  <a:pt x="0" y="38100"/>
                </a:lnTo>
                <a:lnTo>
                  <a:pt x="0" y="95250"/>
                </a:lnTo>
                <a:close/>
                <a:moveTo>
                  <a:pt x="104775" y="42863"/>
                </a:moveTo>
                <a:cubicBezTo>
                  <a:pt x="104775" y="37624"/>
                  <a:pt x="100489" y="33338"/>
                  <a:pt x="95250" y="33338"/>
                </a:cubicBezTo>
                <a:lnTo>
                  <a:pt x="65199" y="33338"/>
                </a:lnTo>
                <a:lnTo>
                  <a:pt x="69723" y="11573"/>
                </a:lnTo>
                <a:lnTo>
                  <a:pt x="69866" y="10049"/>
                </a:lnTo>
                <a:cubicBezTo>
                  <a:pt x="69866" y="8096"/>
                  <a:pt x="69056" y="6287"/>
                  <a:pt x="67770" y="5001"/>
                </a:cubicBezTo>
                <a:lnTo>
                  <a:pt x="62722" y="0"/>
                </a:lnTo>
                <a:lnTo>
                  <a:pt x="31385" y="31385"/>
                </a:lnTo>
                <a:cubicBezTo>
                  <a:pt x="29623" y="33099"/>
                  <a:pt x="28575" y="35481"/>
                  <a:pt x="28575" y="38100"/>
                </a:cubicBezTo>
                <a:lnTo>
                  <a:pt x="28575" y="85725"/>
                </a:lnTo>
                <a:cubicBezTo>
                  <a:pt x="28575" y="90964"/>
                  <a:pt x="32861" y="95250"/>
                  <a:pt x="38100" y="95250"/>
                </a:cubicBezTo>
                <a:lnTo>
                  <a:pt x="80963" y="95250"/>
                </a:lnTo>
                <a:cubicBezTo>
                  <a:pt x="84915" y="95250"/>
                  <a:pt x="88297" y="92869"/>
                  <a:pt x="89726" y="89440"/>
                </a:cubicBezTo>
                <a:lnTo>
                  <a:pt x="104108" y="55864"/>
                </a:lnTo>
                <a:cubicBezTo>
                  <a:pt x="104537" y="54769"/>
                  <a:pt x="104775" y="53626"/>
                  <a:pt x="104775" y="52388"/>
                </a:cubicBezTo>
                <a:lnTo>
                  <a:pt x="104775" y="42863"/>
                </a:lnTo>
                <a:close/>
              </a:path>
            </a:pathLst>
          </a:custGeom>
          <a:solidFill>
            <a:srgbClr val="5B6770"/>
          </a:solidFill>
          <a:ln>
            <a:noFill/>
          </a:ln>
        </p:spPr>
      </p:sp>
      <p:sp>
        <p:nvSpPr>
          <p:cNvPr id="163" name="!!text-8gz" descr="有幫助"/>
          <p:cNvSpPr txBox="1"/>
          <p:nvPr/>
        </p:nvSpPr>
        <p:spPr>
          <a:xfrm>
            <a:off x="9283700" y="3892042"/>
            <a:ext cx="272415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kern="0" dirty="0">
                <a:solidFill>
                  <a:srgbClr val="5B6770"/>
                </a:solidFill>
                <a:latin typeface="Noto Sans TC SemiBold"/>
                <a:ea typeface="Noto Sans TC SemiBold"/>
                <a:cs typeface="Noto Sans TC SemiBold"/>
              </a:rPr>
              <a:t>有幫助</a:t>
            </a:r>
            <a:endParaRPr lang="zh-TW" sz="650"/>
          </a:p>
        </p:txBody>
      </p:sp>
      <p:sp>
        <p:nvSpPr>
          <p:cNvPr id="164" name="!!rect-8h3"/>
          <p:cNvSpPr/>
          <p:nvPr/>
        </p:nvSpPr>
        <p:spPr>
          <a:xfrm>
            <a:off x="9791700" y="3848100"/>
            <a:ext cx="774700" cy="215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165" name="!!path-8h4"/>
          <p:cNvSpPr/>
          <p:nvPr/>
        </p:nvSpPr>
        <p:spPr>
          <a:xfrm>
            <a:off x="9872663" y="3919538"/>
            <a:ext cx="104775" cy="95250"/>
          </a:xfrm>
          <a:custGeom>
            <a:avLst/>
            <a:gdLst/>
            <a:ahLst/>
            <a:cxnLst/>
            <a:rect l="l" t="t" r="r" b="b"/>
            <a:pathLst>
              <a:path w="104775" h="95250">
                <a:moveTo>
                  <a:pt x="66675" y="0"/>
                </a:moveTo>
                <a:lnTo>
                  <a:pt x="23813" y="0"/>
                </a:lnTo>
                <a:cubicBezTo>
                  <a:pt x="19860" y="0"/>
                  <a:pt x="16478" y="2381"/>
                  <a:pt x="15049" y="5810"/>
                </a:cubicBezTo>
                <a:lnTo>
                  <a:pt x="667" y="39386"/>
                </a:lnTo>
                <a:cubicBezTo>
                  <a:pt x="238" y="40481"/>
                  <a:pt x="0" y="41624"/>
                  <a:pt x="0" y="42863"/>
                </a:cubicBezTo>
                <a:lnTo>
                  <a:pt x="0" y="52388"/>
                </a:lnTo>
                <a:cubicBezTo>
                  <a:pt x="0" y="57626"/>
                  <a:pt x="4286" y="61913"/>
                  <a:pt x="9525" y="61913"/>
                </a:cubicBezTo>
                <a:lnTo>
                  <a:pt x="39576" y="61913"/>
                </a:lnTo>
                <a:lnTo>
                  <a:pt x="35052" y="83677"/>
                </a:lnTo>
                <a:lnTo>
                  <a:pt x="34909" y="85201"/>
                </a:lnTo>
                <a:cubicBezTo>
                  <a:pt x="34909" y="87154"/>
                  <a:pt x="35719" y="88963"/>
                  <a:pt x="37005" y="90249"/>
                </a:cubicBezTo>
                <a:lnTo>
                  <a:pt x="42053" y="95250"/>
                </a:lnTo>
                <a:lnTo>
                  <a:pt x="73438" y="63865"/>
                </a:lnTo>
                <a:cubicBezTo>
                  <a:pt x="75152" y="62151"/>
                  <a:pt x="76200" y="59769"/>
                  <a:pt x="76200" y="57150"/>
                </a:cubicBezTo>
                <a:lnTo>
                  <a:pt x="76200" y="9525"/>
                </a:lnTo>
                <a:cubicBezTo>
                  <a:pt x="76200" y="4286"/>
                  <a:pt x="71914" y="0"/>
                  <a:pt x="66675" y="0"/>
                </a:cubicBezTo>
                <a:close/>
                <a:moveTo>
                  <a:pt x="85725" y="0"/>
                </a:moveTo>
                <a:lnTo>
                  <a:pt x="85725" y="57150"/>
                </a:lnTo>
                <a:lnTo>
                  <a:pt x="104775" y="57150"/>
                </a:lnTo>
                <a:lnTo>
                  <a:pt x="104775" y="0"/>
                </a:lnTo>
                <a:lnTo>
                  <a:pt x="85725" y="0"/>
                </a:lnTo>
                <a:close/>
              </a:path>
            </a:pathLst>
          </a:custGeom>
          <a:solidFill>
            <a:srgbClr val="5B6770"/>
          </a:solidFill>
          <a:ln>
            <a:noFill/>
          </a:ln>
        </p:spPr>
      </p:sp>
      <p:sp>
        <p:nvSpPr>
          <p:cNvPr id="166" name="!!text-8h5" descr="沒有幫助"/>
          <p:cNvSpPr txBox="1"/>
          <p:nvPr/>
        </p:nvSpPr>
        <p:spPr>
          <a:xfrm>
            <a:off x="10020300" y="3892042"/>
            <a:ext cx="354965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kern="0" dirty="0">
                <a:solidFill>
                  <a:srgbClr val="5B6770"/>
                </a:solidFill>
                <a:latin typeface="Noto Sans TC SemiBold"/>
                <a:ea typeface="Noto Sans TC SemiBold"/>
                <a:cs typeface="Noto Sans TC SemiBold"/>
              </a:rPr>
              <a:t>沒有幫助</a:t>
            </a:r>
            <a:endParaRPr lang="zh-TW" sz="650"/>
          </a:p>
        </p:txBody>
      </p:sp>
      <p:sp>
        <p:nvSpPr>
          <p:cNvPr id="167" name="!!rect-8hm"/>
          <p:cNvSpPr/>
          <p:nvPr/>
        </p:nvSpPr>
        <p:spPr>
          <a:xfrm>
            <a:off x="8712200" y="5524500"/>
            <a:ext cx="2552700" cy="635000"/>
          </a:xfrm>
          <a:custGeom>
            <a:avLst/>
            <a:gdLst/>
            <a:ahLst/>
            <a:cxnLst/>
            <a:rect l="l" t="t" r="r" b="b"/>
            <a:pathLst>
              <a:path w="2552700" h="635000">
                <a:moveTo>
                  <a:pt x="0" y="0"/>
                </a:moveTo>
                <a:lnTo>
                  <a:pt x="2552700" y="0"/>
                </a:lnTo>
                <a:lnTo>
                  <a:pt x="2552700" y="317500"/>
                </a:lnTo>
                <a:cubicBezTo>
                  <a:pt x="2552700" y="492850"/>
                  <a:pt x="2410550" y="635000"/>
                  <a:pt x="2235200" y="635000"/>
                </a:cubicBezTo>
                <a:lnTo>
                  <a:pt x="317500" y="635000"/>
                </a:lnTo>
                <a:cubicBezTo>
                  <a:pt x="142150" y="635000"/>
                  <a:pt x="0" y="492850"/>
                  <a:pt x="0" y="317500"/>
                </a:cubicBez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68" name="!!rect-8hn"/>
          <p:cNvSpPr/>
          <p:nvPr/>
        </p:nvSpPr>
        <p:spPr>
          <a:xfrm>
            <a:off x="8813800" y="5588000"/>
            <a:ext cx="2019300" cy="304800"/>
          </a:xfrm>
          <a:prstGeom prst="roundRect">
            <a:avLst>
              <a:gd name="adj" fmla="val 50000"/>
            </a:avLst>
          </a:prstGeom>
          <a:solidFill>
            <a:srgbClr val="F3F5F7"/>
          </a:solidFill>
          <a:ln>
            <a:noFill/>
          </a:ln>
        </p:spPr>
      </p:sp>
      <p:sp>
        <p:nvSpPr>
          <p:cNvPr id="169" name="!!circle-8ho"/>
          <p:cNvSpPr/>
          <p:nvPr/>
        </p:nvSpPr>
        <p:spPr>
          <a:xfrm>
            <a:off x="10871200" y="5600700"/>
            <a:ext cx="279400" cy="279400"/>
          </a:xfrm>
          <a:prstGeom prst="ellipse">
            <a:avLst/>
          </a:prstGeom>
          <a:solidFill>
            <a:srgbClr val="627D8D"/>
          </a:solidFill>
          <a:ln>
            <a:noFill/>
          </a:ln>
        </p:spPr>
      </p:sp>
      <p:sp>
        <p:nvSpPr>
          <p:cNvPr id="170" name="!!path-8hp"/>
          <p:cNvSpPr/>
          <p:nvPr/>
        </p:nvSpPr>
        <p:spPr>
          <a:xfrm>
            <a:off x="10952696" y="5688019"/>
            <a:ext cx="122282" cy="104813"/>
          </a:xfrm>
          <a:custGeom>
            <a:avLst/>
            <a:gdLst/>
            <a:ahLst/>
            <a:cxnLst/>
            <a:rect l="l" t="t" r="r" b="b"/>
            <a:pathLst>
              <a:path w="122282" h="104813">
                <a:moveTo>
                  <a:pt x="58" y="104813"/>
                </a:moveTo>
                <a:lnTo>
                  <a:pt x="122282" y="52407"/>
                </a:lnTo>
                <a:lnTo>
                  <a:pt x="58" y="0"/>
                </a:lnTo>
                <a:lnTo>
                  <a:pt x="0" y="40761"/>
                </a:lnTo>
                <a:lnTo>
                  <a:pt x="87344" y="52407"/>
                </a:lnTo>
                <a:lnTo>
                  <a:pt x="0" y="6405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71" name="!!text-8k3" descr="描述您想找的書籍"/>
          <p:cNvSpPr txBox="1"/>
          <p:nvPr/>
        </p:nvSpPr>
        <p:spPr>
          <a:xfrm>
            <a:off x="8928100" y="5668010"/>
            <a:ext cx="790575" cy="1379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0" kern="0" dirty="0">
                <a:solidFill>
                  <a:srgbClr val="BDBDBD"/>
                </a:solidFill>
                <a:latin typeface="Noto Sans TC"/>
                <a:ea typeface="Noto Sans TC"/>
                <a:cs typeface="Noto Sans TC"/>
              </a:rPr>
              <a:t>描述您想找的書籍</a:t>
            </a:r>
            <a:endParaRPr lang="zh-TW" sz="750"/>
          </a:p>
        </p:txBody>
      </p:sp>
      <p:sp>
        <p:nvSpPr>
          <p:cNvPr id="172" name="!!rect-8kc"/>
          <p:cNvSpPr/>
          <p:nvPr/>
        </p:nvSpPr>
        <p:spPr>
          <a:xfrm>
            <a:off x="9531350" y="6076950"/>
            <a:ext cx="914400" cy="31750"/>
          </a:xfrm>
          <a:prstGeom prst="roundRect">
            <a:avLst>
              <a:gd name="adj" fmla="val 50000"/>
            </a:avLst>
          </a:prstGeom>
          <a:solidFill>
            <a:srgbClr val="000000">
              <a:alpha val="90000"/>
            </a:srgbClr>
          </a:solidFill>
          <a:ln>
            <a:noFill/>
          </a:ln>
        </p:spPr>
      </p:sp>
      <p:sp>
        <p:nvSpPr>
          <p:cNvPr id="173" name="!!rect-8qh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10000"/>
                </a:srgbClr>
              </a:gs>
              <a:gs pos="30762">
                <a:srgbClr val="FFFFFF">
                  <a:alpha val="2000"/>
                </a:srgbClr>
              </a:gs>
              <a:gs pos="31723">
                <a:srgbClr val="FFFFFF">
                  <a:alpha val="0"/>
                </a:srgbClr>
              </a:gs>
              <a:gs pos="9613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4329186" scaled="0"/>
          </a:gradFill>
          <a:ln>
            <a:noFill/>
          </a:ln>
        </p:spPr>
      </p:sp>
      <p:sp>
        <p:nvSpPr>
          <p:cNvPr id="174" name="!!rect-8qk"/>
          <p:cNvSpPr/>
          <p:nvPr/>
        </p:nvSpPr>
        <p:spPr>
          <a:xfrm>
            <a:off x="9728200" y="679450"/>
            <a:ext cx="520700" cy="23495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</p:spPr>
      </p:sp>
      <p:sp>
        <p:nvSpPr>
          <p:cNvPr id="175" name="!!circle-8ql"/>
          <p:cNvSpPr/>
          <p:nvPr/>
        </p:nvSpPr>
        <p:spPr>
          <a:xfrm>
            <a:off x="10088880" y="757555"/>
            <a:ext cx="78740" cy="78740"/>
          </a:xfrm>
          <a:prstGeom prst="ellipse">
            <a:avLst/>
          </a:prstGeom>
          <a:solidFill>
            <a:srgbClr val="0A0F16"/>
          </a:solidFill>
          <a:ln>
            <a:noFill/>
          </a:ln>
        </p:spPr>
      </p:sp>
      <p:sp>
        <p:nvSpPr>
          <p:cNvPr id="176" name="!!circle-8qm"/>
          <p:cNvSpPr/>
          <p:nvPr/>
        </p:nvSpPr>
        <p:spPr>
          <a:xfrm>
            <a:off x="10107930" y="776605"/>
            <a:ext cx="40640" cy="40640"/>
          </a:xfrm>
          <a:prstGeom prst="ellipse">
            <a:avLst/>
          </a:prstGeom>
          <a:solidFill>
            <a:srgbClr val="111B28"/>
          </a:solidFill>
          <a:ln>
            <a:noFill/>
          </a:ln>
        </p:spPr>
      </p:sp>
      <p:sp>
        <p:nvSpPr>
          <p:cNvPr id="177" name="!!circle-8qn"/>
          <p:cNvSpPr/>
          <p:nvPr/>
        </p:nvSpPr>
        <p:spPr>
          <a:xfrm>
            <a:off x="10130155" y="781685"/>
            <a:ext cx="13970" cy="13970"/>
          </a:xfrm>
          <a:prstGeom prst="ellipse">
            <a:avLst/>
          </a:prstGeom>
          <a:solidFill>
            <a:srgbClr val="3A5070">
              <a:alpha val="80000"/>
            </a:srgbClr>
          </a:solidFill>
          <a:ln>
            <a:noFill/>
          </a:ln>
        </p:spPr>
      </p:sp>
      <p:sp>
        <p:nvSpPr>
          <p:cNvPr id="178" name="!!path-9ic"/>
          <p:cNvSpPr/>
          <p:nvPr/>
        </p:nvSpPr>
        <p:spPr>
          <a:xfrm>
            <a:off x="381000" y="306527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79" name="!!path-9id"/>
          <p:cNvSpPr/>
          <p:nvPr/>
        </p:nvSpPr>
        <p:spPr>
          <a:xfrm>
            <a:off x="381000" y="308153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80" name="!!path-9ie"/>
          <p:cNvSpPr/>
          <p:nvPr/>
        </p:nvSpPr>
        <p:spPr>
          <a:xfrm>
            <a:off x="381000" y="309778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81" name="!!path-9if"/>
          <p:cNvSpPr/>
          <p:nvPr/>
        </p:nvSpPr>
        <p:spPr>
          <a:xfrm>
            <a:off x="381000" y="311404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82" name="!!path-9ig"/>
          <p:cNvSpPr/>
          <p:nvPr/>
        </p:nvSpPr>
        <p:spPr>
          <a:xfrm>
            <a:off x="381000" y="313030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83" name="!!path-9ih"/>
          <p:cNvSpPr/>
          <p:nvPr/>
        </p:nvSpPr>
        <p:spPr>
          <a:xfrm>
            <a:off x="381000" y="314655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84" name="!!path-9ii"/>
          <p:cNvSpPr/>
          <p:nvPr/>
        </p:nvSpPr>
        <p:spPr>
          <a:xfrm>
            <a:off x="381000" y="316281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85" name="!!path-9ij"/>
          <p:cNvSpPr/>
          <p:nvPr/>
        </p:nvSpPr>
        <p:spPr>
          <a:xfrm>
            <a:off x="381000" y="317906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86" name="!!path-9ik"/>
          <p:cNvSpPr/>
          <p:nvPr/>
        </p:nvSpPr>
        <p:spPr>
          <a:xfrm>
            <a:off x="419608" y="269342"/>
            <a:ext cx="128422" cy="122936"/>
          </a:xfrm>
          <a:custGeom>
            <a:avLst/>
            <a:gdLst/>
            <a:ahLst/>
            <a:cxnLst/>
            <a:rect l="l" t="t" r="r" b="b"/>
            <a:pathLst>
              <a:path w="128422" h="122936">
                <a:moveTo>
                  <a:pt x="0" y="17678"/>
                </a:moveTo>
                <a:lnTo>
                  <a:pt x="8128" y="5080"/>
                </a:lnTo>
                <a:cubicBezTo>
                  <a:pt x="32512" y="0"/>
                  <a:pt x="73152" y="7112"/>
                  <a:pt x="101600" y="26416"/>
                </a:cubicBezTo>
                <a:cubicBezTo>
                  <a:pt x="116840" y="37186"/>
                  <a:pt x="124968" y="49784"/>
                  <a:pt x="128422" y="62992"/>
                </a:cubicBezTo>
                <a:lnTo>
                  <a:pt x="128422" y="122936"/>
                </a:lnTo>
                <a:lnTo>
                  <a:pt x="0" y="1229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87" name="!!path-9il"/>
          <p:cNvSpPr/>
          <p:nvPr/>
        </p:nvSpPr>
        <p:spPr>
          <a:xfrm>
            <a:off x="419608" y="269342"/>
            <a:ext cx="128422" cy="62992"/>
          </a:xfrm>
          <a:custGeom>
            <a:avLst/>
            <a:gdLst/>
            <a:ahLst/>
            <a:cxnLst/>
            <a:rect l="l" t="t" r="r" b="b"/>
            <a:pathLst>
              <a:path w="128422" h="62992" fill="none">
                <a:moveTo>
                  <a:pt x="128422" y="62992"/>
                </a:moveTo>
                <a:cubicBezTo>
                  <a:pt x="124968" y="49784"/>
                  <a:pt x="116840" y="37186"/>
                  <a:pt x="101600" y="26416"/>
                </a:cubicBezTo>
                <a:cubicBezTo>
                  <a:pt x="73152" y="7112"/>
                  <a:pt x="32512" y="0"/>
                  <a:pt x="8128" y="5080"/>
                </a:cubicBezTo>
                <a:lnTo>
                  <a:pt x="0" y="1767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88" name="!!path-9im"/>
          <p:cNvSpPr/>
          <p:nvPr/>
        </p:nvSpPr>
        <p:spPr>
          <a:xfrm>
            <a:off x="407010" y="281534"/>
            <a:ext cx="141021" cy="110744"/>
          </a:xfrm>
          <a:custGeom>
            <a:avLst/>
            <a:gdLst/>
            <a:ahLst/>
            <a:cxnLst/>
            <a:rect l="l" t="t" r="r" b="b"/>
            <a:pathLst>
              <a:path w="141021" h="110744">
                <a:moveTo>
                  <a:pt x="0" y="22352"/>
                </a:moveTo>
                <a:lnTo>
                  <a:pt x="6502" y="6502"/>
                </a:lnTo>
                <a:cubicBezTo>
                  <a:pt x="36982" y="0"/>
                  <a:pt x="79654" y="7112"/>
                  <a:pt x="110134" y="25400"/>
                </a:cubicBezTo>
                <a:cubicBezTo>
                  <a:pt x="126390" y="35154"/>
                  <a:pt x="136550" y="49784"/>
                  <a:pt x="141021" y="62992"/>
                </a:cubicBezTo>
                <a:lnTo>
                  <a:pt x="141021" y="110744"/>
                </a:lnTo>
                <a:lnTo>
                  <a:pt x="0" y="110744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89" name="!!path-9in"/>
          <p:cNvSpPr/>
          <p:nvPr/>
        </p:nvSpPr>
        <p:spPr>
          <a:xfrm>
            <a:off x="407010" y="281534"/>
            <a:ext cx="141021" cy="62992"/>
          </a:xfrm>
          <a:custGeom>
            <a:avLst/>
            <a:gdLst/>
            <a:ahLst/>
            <a:cxnLst/>
            <a:rect l="l" t="t" r="r" b="b"/>
            <a:pathLst>
              <a:path w="141021" h="62992" fill="none">
                <a:moveTo>
                  <a:pt x="141021" y="62992"/>
                </a:moveTo>
                <a:cubicBezTo>
                  <a:pt x="136550" y="49784"/>
                  <a:pt x="126390" y="35154"/>
                  <a:pt x="110134" y="25400"/>
                </a:cubicBezTo>
                <a:cubicBezTo>
                  <a:pt x="79654" y="7112"/>
                  <a:pt x="36982" y="0"/>
                  <a:pt x="6502" y="6502"/>
                </a:cubicBezTo>
                <a:lnTo>
                  <a:pt x="0" y="22352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90" name="!!path-9io"/>
          <p:cNvSpPr/>
          <p:nvPr/>
        </p:nvSpPr>
        <p:spPr>
          <a:xfrm>
            <a:off x="395834" y="294742"/>
            <a:ext cx="151790" cy="97536"/>
          </a:xfrm>
          <a:custGeom>
            <a:avLst/>
            <a:gdLst/>
            <a:ahLst/>
            <a:cxnLst/>
            <a:rect l="l" t="t" r="r" b="b"/>
            <a:pathLst>
              <a:path w="151790" h="97536">
                <a:moveTo>
                  <a:pt x="0" y="23165"/>
                </a:moveTo>
                <a:lnTo>
                  <a:pt x="3861" y="12598"/>
                </a:lnTo>
                <a:cubicBezTo>
                  <a:pt x="37998" y="0"/>
                  <a:pt x="84734" y="5080"/>
                  <a:pt x="117246" y="21946"/>
                </a:cubicBezTo>
                <a:cubicBezTo>
                  <a:pt x="135534" y="31496"/>
                  <a:pt x="146710" y="43688"/>
                  <a:pt x="151790" y="55270"/>
                </a:cubicBezTo>
                <a:lnTo>
                  <a:pt x="151790" y="97536"/>
                </a:lnTo>
                <a:lnTo>
                  <a:pt x="0" y="975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91" name="!!path-9ip"/>
          <p:cNvSpPr/>
          <p:nvPr/>
        </p:nvSpPr>
        <p:spPr>
          <a:xfrm>
            <a:off x="395834" y="294742"/>
            <a:ext cx="151790" cy="55270"/>
          </a:xfrm>
          <a:custGeom>
            <a:avLst/>
            <a:gdLst/>
            <a:ahLst/>
            <a:cxnLst/>
            <a:rect l="l" t="t" r="r" b="b"/>
            <a:pathLst>
              <a:path w="151790" h="55270" fill="none">
                <a:moveTo>
                  <a:pt x="151790" y="55270"/>
                </a:moveTo>
                <a:cubicBezTo>
                  <a:pt x="146710" y="43688"/>
                  <a:pt x="135534" y="31496"/>
                  <a:pt x="117246" y="21946"/>
                </a:cubicBezTo>
                <a:cubicBezTo>
                  <a:pt x="84734" y="5080"/>
                  <a:pt x="37998" y="0"/>
                  <a:pt x="3861" y="12598"/>
                </a:cubicBezTo>
                <a:lnTo>
                  <a:pt x="0" y="23165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92" name="!!path-9iq"/>
          <p:cNvSpPr/>
          <p:nvPr/>
        </p:nvSpPr>
        <p:spPr>
          <a:xfrm>
            <a:off x="548234" y="264262"/>
            <a:ext cx="120294" cy="128016"/>
          </a:xfrm>
          <a:custGeom>
            <a:avLst/>
            <a:gdLst/>
            <a:ahLst/>
            <a:cxnLst/>
            <a:rect l="l" t="t" r="r" b="b"/>
            <a:pathLst>
              <a:path w="120294" h="128016">
                <a:moveTo>
                  <a:pt x="120294" y="18288"/>
                </a:moveTo>
                <a:lnTo>
                  <a:pt x="113589" y="4470"/>
                </a:lnTo>
                <a:cubicBezTo>
                  <a:pt x="86766" y="0"/>
                  <a:pt x="44094" y="10160"/>
                  <a:pt x="17678" y="30480"/>
                </a:cubicBezTo>
                <a:cubicBezTo>
                  <a:pt x="6502" y="39624"/>
                  <a:pt x="1422" y="52832"/>
                  <a:pt x="0" y="67056"/>
                </a:cubicBezTo>
                <a:lnTo>
                  <a:pt x="0" y="128016"/>
                </a:lnTo>
                <a:lnTo>
                  <a:pt x="120294" y="12801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93" name="!!path-9ir"/>
          <p:cNvSpPr/>
          <p:nvPr/>
        </p:nvSpPr>
        <p:spPr>
          <a:xfrm>
            <a:off x="548234" y="264262"/>
            <a:ext cx="120294" cy="67056"/>
          </a:xfrm>
          <a:custGeom>
            <a:avLst/>
            <a:gdLst/>
            <a:ahLst/>
            <a:cxnLst/>
            <a:rect l="l" t="t" r="r" b="b"/>
            <a:pathLst>
              <a:path w="120294" h="67056" fill="none">
                <a:moveTo>
                  <a:pt x="0" y="67056"/>
                </a:moveTo>
                <a:cubicBezTo>
                  <a:pt x="1422" y="52832"/>
                  <a:pt x="6502" y="39624"/>
                  <a:pt x="17678" y="30480"/>
                </a:cubicBezTo>
                <a:cubicBezTo>
                  <a:pt x="44094" y="10160"/>
                  <a:pt x="86766" y="0"/>
                  <a:pt x="113589" y="4470"/>
                </a:cubicBezTo>
                <a:lnTo>
                  <a:pt x="120294" y="1828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94" name="!!path-9is"/>
          <p:cNvSpPr/>
          <p:nvPr/>
        </p:nvSpPr>
        <p:spPr>
          <a:xfrm>
            <a:off x="548437" y="279502"/>
            <a:ext cx="133299" cy="112776"/>
          </a:xfrm>
          <a:custGeom>
            <a:avLst/>
            <a:gdLst/>
            <a:ahLst/>
            <a:cxnLst/>
            <a:rect l="l" t="t" r="r" b="b"/>
            <a:pathLst>
              <a:path w="133299" h="112776">
                <a:moveTo>
                  <a:pt x="133299" y="19710"/>
                </a:moveTo>
                <a:lnTo>
                  <a:pt x="127203" y="3048"/>
                </a:lnTo>
                <a:cubicBezTo>
                  <a:pt x="94691" y="0"/>
                  <a:pt x="54051" y="11176"/>
                  <a:pt x="27635" y="30683"/>
                </a:cubicBezTo>
                <a:cubicBezTo>
                  <a:pt x="13411" y="41250"/>
                  <a:pt x="4267" y="53848"/>
                  <a:pt x="0" y="65024"/>
                </a:cubicBezTo>
                <a:lnTo>
                  <a:pt x="0" y="112776"/>
                </a:lnTo>
                <a:lnTo>
                  <a:pt x="133299" y="11277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95" name="!!path-9it"/>
          <p:cNvSpPr/>
          <p:nvPr/>
        </p:nvSpPr>
        <p:spPr>
          <a:xfrm>
            <a:off x="548437" y="279502"/>
            <a:ext cx="133299" cy="65024"/>
          </a:xfrm>
          <a:custGeom>
            <a:avLst/>
            <a:gdLst/>
            <a:ahLst/>
            <a:cxnLst/>
            <a:rect l="l" t="t" r="r" b="b"/>
            <a:pathLst>
              <a:path w="133299" h="65024" fill="none">
                <a:moveTo>
                  <a:pt x="0" y="65024"/>
                </a:moveTo>
                <a:cubicBezTo>
                  <a:pt x="4267" y="53848"/>
                  <a:pt x="13411" y="41250"/>
                  <a:pt x="27635" y="30683"/>
                </a:cubicBezTo>
                <a:cubicBezTo>
                  <a:pt x="54051" y="11176"/>
                  <a:pt x="94691" y="0"/>
                  <a:pt x="127203" y="3048"/>
                </a:cubicBezTo>
                <a:lnTo>
                  <a:pt x="133299" y="19710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96" name="!!path-9iu"/>
          <p:cNvSpPr/>
          <p:nvPr/>
        </p:nvSpPr>
        <p:spPr>
          <a:xfrm>
            <a:off x="548843" y="293726"/>
            <a:ext cx="142646" cy="98552"/>
          </a:xfrm>
          <a:custGeom>
            <a:avLst/>
            <a:gdLst/>
            <a:ahLst/>
            <a:cxnLst/>
            <a:rect l="l" t="t" r="r" b="b"/>
            <a:pathLst>
              <a:path w="142646" h="98552">
                <a:moveTo>
                  <a:pt x="142646" y="18898"/>
                </a:moveTo>
                <a:lnTo>
                  <a:pt x="139802" y="8738"/>
                </a:lnTo>
                <a:cubicBezTo>
                  <a:pt x="106477" y="0"/>
                  <a:pt x="63805" y="5080"/>
                  <a:pt x="35357" y="19304"/>
                </a:cubicBezTo>
                <a:cubicBezTo>
                  <a:pt x="17069" y="28448"/>
                  <a:pt x="5893" y="42672"/>
                  <a:pt x="0" y="56286"/>
                </a:cubicBezTo>
                <a:lnTo>
                  <a:pt x="0" y="98552"/>
                </a:lnTo>
                <a:lnTo>
                  <a:pt x="142646" y="98552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97" name="!!path-9iv"/>
          <p:cNvSpPr/>
          <p:nvPr/>
        </p:nvSpPr>
        <p:spPr>
          <a:xfrm>
            <a:off x="548843" y="293726"/>
            <a:ext cx="142646" cy="56286"/>
          </a:xfrm>
          <a:custGeom>
            <a:avLst/>
            <a:gdLst/>
            <a:ahLst/>
            <a:cxnLst/>
            <a:rect l="l" t="t" r="r" b="b"/>
            <a:pathLst>
              <a:path w="142646" h="56286" fill="none">
                <a:moveTo>
                  <a:pt x="0" y="56286"/>
                </a:moveTo>
                <a:cubicBezTo>
                  <a:pt x="5893" y="42672"/>
                  <a:pt x="17069" y="28448"/>
                  <a:pt x="35357" y="19304"/>
                </a:cubicBezTo>
                <a:cubicBezTo>
                  <a:pt x="63805" y="5080"/>
                  <a:pt x="106477" y="0"/>
                  <a:pt x="139802" y="8738"/>
                </a:cubicBezTo>
                <a:lnTo>
                  <a:pt x="142646" y="1889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98" name="!!path-9iw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627D8D"/>
              </a:gs>
              <a:gs pos="21794">
                <a:srgbClr val="627D8D"/>
              </a:gs>
              <a:gs pos="55376">
                <a:srgbClr val="627D8D"/>
              </a:gs>
              <a:gs pos="96421">
                <a:srgbClr val="98ABB7"/>
              </a:gs>
              <a:gs pos="100000">
                <a:srgbClr val="98ABB7"/>
              </a:gs>
            </a:gsLst>
            <a:lin ang="1983350" scaled="0"/>
          </a:gradFill>
          <a:ln>
            <a:noFill/>
          </a:ln>
        </p:spPr>
      </p:sp>
      <p:sp>
        <p:nvSpPr>
          <p:cNvPr id="199" name="!!path-9ix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0000"/>
                </a:srgbClr>
              </a:gs>
              <a:gs pos="4764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83333" t="79291" r="16667" b="20709"/>
            </a:path>
          </a:gradFill>
          <a:ln>
            <a:noFill/>
          </a:ln>
        </p:spPr>
      </p:sp>
      <p:sp>
        <p:nvSpPr>
          <p:cNvPr id="200" name="!!line-9iy"/>
          <p:cNvSpPr/>
          <p:nvPr/>
        </p:nvSpPr>
        <p:spPr>
          <a:xfrm>
            <a:off x="549046" y="363017"/>
            <a:ext cx="1" cy="153619"/>
          </a:xfrm>
          <a:custGeom>
            <a:avLst/>
            <a:gdLst/>
            <a:ahLst/>
            <a:cxnLst/>
            <a:rect l="l" t="t" r="r" b="b"/>
            <a:pathLst>
              <a:path w="1" h="153619">
                <a:moveTo>
                  <a:pt x="0" y="0"/>
                </a:moveTo>
                <a:lnTo>
                  <a:pt x="0" y="153619"/>
                </a:lnTo>
              </a:path>
            </a:pathLst>
          </a:custGeom>
          <a:solidFill>
            <a:srgbClr val="000000"/>
          </a:solidFill>
          <a:ln w="6909" cap="rnd">
            <a:solidFill>
              <a:srgbClr val="C9D3D9"/>
            </a:solidFill>
            <a:prstDash val="solid"/>
            <a:miter lim="800000"/>
          </a:ln>
        </p:spPr>
      </p:sp>
      <p:sp>
        <p:nvSpPr>
          <p:cNvPr id="201" name="!!path-9iz"/>
          <p:cNvSpPr/>
          <p:nvPr/>
        </p:nvSpPr>
        <p:spPr>
          <a:xfrm>
            <a:off x="657962" y="442062"/>
            <a:ext cx="25400" cy="37998"/>
          </a:xfrm>
          <a:custGeom>
            <a:avLst/>
            <a:gdLst/>
            <a:ahLst/>
            <a:cxnLst/>
            <a:rect l="l" t="t" r="r" b="b"/>
            <a:pathLst>
              <a:path w="25400" h="37998">
                <a:moveTo>
                  <a:pt x="0" y="2642"/>
                </a:moveTo>
                <a:lnTo>
                  <a:pt x="15240" y="0"/>
                </a:lnTo>
                <a:lnTo>
                  <a:pt x="25400" y="37186"/>
                </a:lnTo>
                <a:lnTo>
                  <a:pt x="7518" y="37998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 w="1016" cap="flat">
            <a:solidFill>
              <a:srgbClr val="FFFFFF">
                <a:alpha val="55000"/>
              </a:srgbClr>
            </a:solidFill>
            <a:prstDash val="solid"/>
            <a:round/>
          </a:ln>
        </p:spPr>
      </p:sp>
      <p:sp>
        <p:nvSpPr>
          <p:cNvPr id="202" name="!!text-9j0" descr="救「舊」我的書"/>
          <p:cNvSpPr txBox="1"/>
          <p:nvPr/>
        </p:nvSpPr>
        <p:spPr>
          <a:xfrm>
            <a:off x="805879" y="251460"/>
            <a:ext cx="1120140" cy="25745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400" b="1" kern="0" spc="-70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救</a:t>
            </a:r>
            <a:r>
              <a:rPr lang="zh-TW" altLang="en-US" sz="14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「舊</a:t>
            </a:r>
            <a:r>
              <a:rPr lang="zh-TW" altLang="en-US" sz="1400" b="1" kern="0" spc="-70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」</a:t>
            </a:r>
            <a:r>
              <a:rPr lang="zh-TW" altLang="en-US" sz="14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我的書</a:t>
            </a:r>
            <a:endParaRPr lang="zh-TW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fast" p14:dur="1200" advTm="0">
        <p159:morph option="byObject"/>
      </p:transition>
    </mc:Choice>
    <mc:Fallback>
      <p:transition spd="fast" advTm="0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96.5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rect-1q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7"/>
          </a:solidFill>
          <a:ln>
            <a:noFill/>
          </a:ln>
        </p:spPr>
      </p:sp>
      <p:sp>
        <p:nvSpPr>
          <p:cNvPr id="3" name="!!ellipse-1q2"/>
          <p:cNvSpPr/>
          <p:nvPr/>
        </p:nvSpPr>
        <p:spPr>
          <a:xfrm>
            <a:off x="-889000" y="-952500"/>
            <a:ext cx="13970000" cy="7874000"/>
          </a:xfrm>
          <a:prstGeom prst="ellipse">
            <a:avLst/>
          </a:prstGeom>
          <a:gradFill rotWithShape="1">
            <a:gsLst>
              <a:gs pos="0">
                <a:srgbClr val="FFFFFF">
                  <a:alpha val="95000"/>
                </a:srgbClr>
              </a:gs>
              <a:gs pos="40865">
                <a:srgbClr val="FFFFFF">
                  <a:alpha val="35000"/>
                </a:srgbClr>
              </a:gs>
              <a:gs pos="68108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!!rect-1q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P1"/>
            <a:srcRect/>
            <a:tile tx="12142" ty="179813" sx="16667" sy="16667" flip="none" algn="tl"/>
          </a:blipFill>
          <a:ln>
            <a:noFill/>
          </a:ln>
        </p:spPr>
      </p:sp>
      <p:sp>
        <p:nvSpPr>
          <p:cNvPr id="5" name="!!circle-1q9"/>
          <p:cNvSpPr/>
          <p:nvPr/>
        </p:nvSpPr>
        <p:spPr>
          <a:xfrm>
            <a:off x="12013568" y="-678078"/>
            <a:ext cx="2047469" cy="2047469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" name="!!circle-1qc"/>
          <p:cNvSpPr/>
          <p:nvPr/>
        </p:nvSpPr>
        <p:spPr>
          <a:xfrm>
            <a:off x="8132613" y="-2233237"/>
            <a:ext cx="2495906" cy="2495906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7" name="!!circle-1qd"/>
          <p:cNvSpPr/>
          <p:nvPr/>
        </p:nvSpPr>
        <p:spPr>
          <a:xfrm>
            <a:off x="6475371" y="2992768"/>
            <a:ext cx="2187308" cy="2187308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8" name="!!circle-1qp"/>
          <p:cNvSpPr/>
          <p:nvPr/>
        </p:nvSpPr>
        <p:spPr>
          <a:xfrm>
            <a:off x="11479970" y="-458736"/>
            <a:ext cx="1404176" cy="1404176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9" name="!!circle-1qq"/>
          <p:cNvSpPr/>
          <p:nvPr/>
        </p:nvSpPr>
        <p:spPr>
          <a:xfrm>
            <a:off x="11936383" y="5264481"/>
            <a:ext cx="1058354" cy="1058354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0" name="!!circle-1qv"/>
          <p:cNvSpPr/>
          <p:nvPr/>
        </p:nvSpPr>
        <p:spPr>
          <a:xfrm>
            <a:off x="-345310" y="232595"/>
            <a:ext cx="1551610" cy="1551610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1" name="!!circle-1r1"/>
          <p:cNvSpPr/>
          <p:nvPr/>
        </p:nvSpPr>
        <p:spPr>
          <a:xfrm>
            <a:off x="423985" y="-518813"/>
            <a:ext cx="905370" cy="905370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2" name="!!circle-1rp"/>
          <p:cNvSpPr/>
          <p:nvPr/>
        </p:nvSpPr>
        <p:spPr>
          <a:xfrm>
            <a:off x="6918113" y="-67068"/>
            <a:ext cx="985317" cy="985317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3" name="!!circle-1rr"/>
          <p:cNvSpPr/>
          <p:nvPr/>
        </p:nvSpPr>
        <p:spPr>
          <a:xfrm>
            <a:off x="6567942" y="4737723"/>
            <a:ext cx="1677327" cy="1677327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4" name="!!circle-1rs"/>
          <p:cNvSpPr/>
          <p:nvPr/>
        </p:nvSpPr>
        <p:spPr>
          <a:xfrm>
            <a:off x="1885890" y="1114178"/>
            <a:ext cx="1598701" cy="1598701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5" name="!!rect-1sh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5F7">
                  <a:alpha val="0"/>
                </a:srgbClr>
              </a:gs>
              <a:gs pos="20428">
                <a:srgbClr val="F3F5F7">
                  <a:alpha val="0"/>
                </a:srgbClr>
              </a:gs>
              <a:gs pos="66730">
                <a:srgbClr val="F3F5F7"/>
              </a:gs>
              <a:gs pos="100000">
                <a:srgbClr val="F3F5F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6" name="!!circle-1sj"/>
          <p:cNvSpPr/>
          <p:nvPr/>
        </p:nvSpPr>
        <p:spPr>
          <a:xfrm>
            <a:off x="97112" y="27661"/>
            <a:ext cx="50038" cy="50038"/>
          </a:xfrm>
          <a:prstGeom prst="ellipse">
            <a:avLst/>
          </a:prstGeom>
          <a:solidFill>
            <a:srgbClr val="627D8D">
              <a:alpha val="25400"/>
            </a:srgbClr>
          </a:solidFill>
          <a:ln>
            <a:noFill/>
          </a:ln>
        </p:spPr>
      </p:sp>
      <p:sp>
        <p:nvSpPr>
          <p:cNvPr id="17" name="!!circle-1sm"/>
          <p:cNvSpPr/>
          <p:nvPr/>
        </p:nvSpPr>
        <p:spPr>
          <a:xfrm>
            <a:off x="5591371" y="1369949"/>
            <a:ext cx="36055" cy="36055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18" name="!!circle-1sp"/>
          <p:cNvSpPr/>
          <p:nvPr/>
        </p:nvSpPr>
        <p:spPr>
          <a:xfrm>
            <a:off x="9311202" y="3270199"/>
            <a:ext cx="24295" cy="24295"/>
          </a:xfrm>
          <a:prstGeom prst="ellipse">
            <a:avLst/>
          </a:prstGeom>
          <a:solidFill>
            <a:srgbClr val="627D8D">
              <a:alpha val="18100"/>
            </a:srgbClr>
          </a:solidFill>
          <a:ln>
            <a:noFill/>
          </a:ln>
        </p:spPr>
      </p:sp>
      <p:sp>
        <p:nvSpPr>
          <p:cNvPr id="19" name="!!circle-1ss"/>
          <p:cNvSpPr/>
          <p:nvPr/>
        </p:nvSpPr>
        <p:spPr>
          <a:xfrm>
            <a:off x="3522288" y="6465534"/>
            <a:ext cx="25959" cy="25959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20" name="!!circle-1sv"/>
          <p:cNvSpPr/>
          <p:nvPr/>
        </p:nvSpPr>
        <p:spPr>
          <a:xfrm>
            <a:off x="1957395" y="1799795"/>
            <a:ext cx="35878" cy="35878"/>
          </a:xfrm>
          <a:prstGeom prst="ellipse">
            <a:avLst/>
          </a:prstGeom>
          <a:solidFill>
            <a:srgbClr val="627D8D">
              <a:alpha val="26800"/>
            </a:srgbClr>
          </a:solidFill>
          <a:ln>
            <a:noFill/>
          </a:ln>
        </p:spPr>
      </p:sp>
      <p:sp>
        <p:nvSpPr>
          <p:cNvPr id="21" name="!!circle-1sy"/>
          <p:cNvSpPr/>
          <p:nvPr/>
        </p:nvSpPr>
        <p:spPr>
          <a:xfrm>
            <a:off x="6822437" y="3825928"/>
            <a:ext cx="40234" cy="40234"/>
          </a:xfrm>
          <a:prstGeom prst="ellipse">
            <a:avLst/>
          </a:prstGeom>
          <a:solidFill>
            <a:srgbClr val="627D8D">
              <a:alpha val="31300"/>
            </a:srgbClr>
          </a:solidFill>
          <a:ln>
            <a:noFill/>
          </a:ln>
        </p:spPr>
      </p:sp>
      <p:sp>
        <p:nvSpPr>
          <p:cNvPr id="22" name="!!circle-1t4"/>
          <p:cNvSpPr/>
          <p:nvPr/>
        </p:nvSpPr>
        <p:spPr>
          <a:xfrm>
            <a:off x="1156369" y="4902823"/>
            <a:ext cx="29959" cy="29959"/>
          </a:xfrm>
          <a:prstGeom prst="ellipse">
            <a:avLst/>
          </a:prstGeom>
          <a:solidFill>
            <a:srgbClr val="627D8D">
              <a:alpha val="19400"/>
            </a:srgbClr>
          </a:solidFill>
          <a:ln>
            <a:noFill/>
          </a:ln>
        </p:spPr>
      </p:sp>
      <p:sp>
        <p:nvSpPr>
          <p:cNvPr id="23" name="!!circle-1t7"/>
          <p:cNvSpPr/>
          <p:nvPr/>
        </p:nvSpPr>
        <p:spPr>
          <a:xfrm>
            <a:off x="8480210" y="4500394"/>
            <a:ext cx="28702" cy="28702"/>
          </a:xfrm>
          <a:prstGeom prst="ellipse">
            <a:avLst/>
          </a:prstGeom>
          <a:solidFill>
            <a:srgbClr val="627D8D">
              <a:alpha val="17800"/>
            </a:srgbClr>
          </a:solidFill>
          <a:ln>
            <a:noFill/>
          </a:ln>
        </p:spPr>
      </p:sp>
      <p:sp>
        <p:nvSpPr>
          <p:cNvPr id="24" name="!!circle-1ta"/>
          <p:cNvSpPr/>
          <p:nvPr/>
        </p:nvSpPr>
        <p:spPr>
          <a:xfrm>
            <a:off x="11020321" y="1907357"/>
            <a:ext cx="24066" cy="24066"/>
          </a:xfrm>
          <a:prstGeom prst="ellipse">
            <a:avLst/>
          </a:prstGeom>
          <a:solidFill>
            <a:srgbClr val="627D8D">
              <a:alpha val="23900"/>
            </a:srgbClr>
          </a:solidFill>
          <a:ln>
            <a:noFill/>
          </a:ln>
        </p:spPr>
      </p:sp>
      <p:sp>
        <p:nvSpPr>
          <p:cNvPr id="25" name="!!circle-1td"/>
          <p:cNvSpPr/>
          <p:nvPr/>
        </p:nvSpPr>
        <p:spPr>
          <a:xfrm>
            <a:off x="8415912" y="5870341"/>
            <a:ext cx="35865" cy="35865"/>
          </a:xfrm>
          <a:prstGeom prst="ellipse">
            <a:avLst/>
          </a:prstGeom>
          <a:solidFill>
            <a:srgbClr val="627D8D">
              <a:alpha val="28200"/>
            </a:srgbClr>
          </a:solidFill>
          <a:ln>
            <a:noFill/>
          </a:ln>
        </p:spPr>
      </p:sp>
      <p:sp>
        <p:nvSpPr>
          <p:cNvPr id="26" name="!!circle-1tg"/>
          <p:cNvSpPr/>
          <p:nvPr/>
        </p:nvSpPr>
        <p:spPr>
          <a:xfrm>
            <a:off x="1480941" y="3051214"/>
            <a:ext cx="39218" cy="39218"/>
          </a:xfrm>
          <a:prstGeom prst="ellipse">
            <a:avLst/>
          </a:prstGeom>
          <a:solidFill>
            <a:srgbClr val="627D8D">
              <a:alpha val="29600"/>
            </a:srgbClr>
          </a:solidFill>
          <a:ln>
            <a:noFill/>
          </a:ln>
        </p:spPr>
      </p:sp>
      <p:sp>
        <p:nvSpPr>
          <p:cNvPr id="27" name="!!circle-1tj"/>
          <p:cNvSpPr/>
          <p:nvPr/>
        </p:nvSpPr>
        <p:spPr>
          <a:xfrm>
            <a:off x="7112412" y="6083758"/>
            <a:ext cx="49733" cy="49733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8" name="!!circle-1tm"/>
          <p:cNvSpPr/>
          <p:nvPr/>
        </p:nvSpPr>
        <p:spPr>
          <a:xfrm>
            <a:off x="6374966" y="1754844"/>
            <a:ext cx="41694" cy="41694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9" name="!!circle-1tp"/>
          <p:cNvSpPr/>
          <p:nvPr/>
        </p:nvSpPr>
        <p:spPr>
          <a:xfrm>
            <a:off x="6792955" y="5162462"/>
            <a:ext cx="31979" cy="31979"/>
          </a:xfrm>
          <a:prstGeom prst="ellipse">
            <a:avLst/>
          </a:prstGeom>
          <a:solidFill>
            <a:srgbClr val="627D8D">
              <a:alpha val="24100"/>
            </a:srgbClr>
          </a:solidFill>
          <a:ln>
            <a:noFill/>
          </a:ln>
        </p:spPr>
      </p:sp>
      <p:sp>
        <p:nvSpPr>
          <p:cNvPr id="30" name="!!circle-1ts"/>
          <p:cNvSpPr/>
          <p:nvPr/>
        </p:nvSpPr>
        <p:spPr>
          <a:xfrm>
            <a:off x="3872127" y="1059191"/>
            <a:ext cx="18085" cy="18085"/>
          </a:xfrm>
          <a:prstGeom prst="ellipse">
            <a:avLst/>
          </a:prstGeom>
          <a:solidFill>
            <a:srgbClr val="627D8D">
              <a:alpha val="10500"/>
            </a:srgbClr>
          </a:solidFill>
          <a:ln>
            <a:noFill/>
          </a:ln>
        </p:spPr>
      </p:sp>
      <p:sp>
        <p:nvSpPr>
          <p:cNvPr id="31" name="!!circle-1ty"/>
          <p:cNvSpPr/>
          <p:nvPr/>
        </p:nvSpPr>
        <p:spPr>
          <a:xfrm>
            <a:off x="3441605" y="6327186"/>
            <a:ext cx="39243" cy="39243"/>
          </a:xfrm>
          <a:prstGeom prst="ellipse">
            <a:avLst/>
          </a:prstGeom>
          <a:solidFill>
            <a:srgbClr val="627D8D">
              <a:alpha val="27700"/>
            </a:srgbClr>
          </a:solidFill>
          <a:ln>
            <a:noFill/>
          </a:ln>
        </p:spPr>
      </p:sp>
      <p:sp>
        <p:nvSpPr>
          <p:cNvPr id="32" name="!!circle-1u1"/>
          <p:cNvSpPr/>
          <p:nvPr/>
        </p:nvSpPr>
        <p:spPr>
          <a:xfrm>
            <a:off x="1655601" y="6585740"/>
            <a:ext cx="34519" cy="34519"/>
          </a:xfrm>
          <a:prstGeom prst="ellipse">
            <a:avLst/>
          </a:prstGeom>
          <a:solidFill>
            <a:srgbClr val="627D8D">
              <a:alpha val="22500"/>
            </a:srgbClr>
          </a:solidFill>
          <a:ln>
            <a:noFill/>
          </a:ln>
        </p:spPr>
      </p:sp>
      <p:sp>
        <p:nvSpPr>
          <p:cNvPr id="33" name="!!circle-1u4"/>
          <p:cNvSpPr/>
          <p:nvPr/>
        </p:nvSpPr>
        <p:spPr>
          <a:xfrm>
            <a:off x="2652111" y="5124263"/>
            <a:ext cx="46228" cy="46228"/>
          </a:xfrm>
          <a:prstGeom prst="ellipse">
            <a:avLst/>
          </a:prstGeom>
          <a:solidFill>
            <a:srgbClr val="627D8D">
              <a:alpha val="26200"/>
            </a:srgbClr>
          </a:solidFill>
          <a:ln>
            <a:noFill/>
          </a:ln>
        </p:spPr>
      </p:sp>
      <p:sp>
        <p:nvSpPr>
          <p:cNvPr id="34" name="!!circle-1u7"/>
          <p:cNvSpPr/>
          <p:nvPr/>
        </p:nvSpPr>
        <p:spPr>
          <a:xfrm>
            <a:off x="7422333" y="4780731"/>
            <a:ext cx="49327" cy="49327"/>
          </a:xfrm>
          <a:prstGeom prst="ellipse">
            <a:avLst/>
          </a:prstGeom>
          <a:solidFill>
            <a:srgbClr val="627D8D">
              <a:alpha val="20800"/>
            </a:srgbClr>
          </a:solidFill>
          <a:ln>
            <a:noFill/>
          </a:ln>
        </p:spPr>
      </p:sp>
      <p:sp>
        <p:nvSpPr>
          <p:cNvPr id="35" name="!!circle-1ua"/>
          <p:cNvSpPr/>
          <p:nvPr/>
        </p:nvSpPr>
        <p:spPr>
          <a:xfrm>
            <a:off x="9694510" y="5490966"/>
            <a:ext cx="24054" cy="24054"/>
          </a:xfrm>
          <a:prstGeom prst="ellipse">
            <a:avLst/>
          </a:prstGeom>
          <a:solidFill>
            <a:srgbClr val="627D8D">
              <a:alpha val="22200"/>
            </a:srgbClr>
          </a:solidFill>
          <a:ln>
            <a:noFill/>
          </a:ln>
        </p:spPr>
      </p:sp>
      <p:sp>
        <p:nvSpPr>
          <p:cNvPr id="36" name="!!circle-1ud"/>
          <p:cNvSpPr/>
          <p:nvPr/>
        </p:nvSpPr>
        <p:spPr>
          <a:xfrm>
            <a:off x="2072765" y="1483148"/>
            <a:ext cx="32271" cy="32271"/>
          </a:xfrm>
          <a:prstGeom prst="ellipse">
            <a:avLst/>
          </a:prstGeom>
          <a:solidFill>
            <a:srgbClr val="627D8D">
              <a:alpha val="20500"/>
            </a:srgbClr>
          </a:solidFill>
          <a:ln>
            <a:noFill/>
          </a:ln>
        </p:spPr>
      </p:sp>
      <p:sp>
        <p:nvSpPr>
          <p:cNvPr id="37" name="!!circle-1uj"/>
          <p:cNvSpPr/>
          <p:nvPr/>
        </p:nvSpPr>
        <p:spPr>
          <a:xfrm>
            <a:off x="2079346" y="2455098"/>
            <a:ext cx="34252" cy="34252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38" name="!!circle-1um"/>
          <p:cNvSpPr/>
          <p:nvPr/>
        </p:nvSpPr>
        <p:spPr>
          <a:xfrm>
            <a:off x="9609063" y="4359312"/>
            <a:ext cx="44196" cy="44196"/>
          </a:xfrm>
          <a:prstGeom prst="ellipse">
            <a:avLst/>
          </a:prstGeom>
          <a:solidFill>
            <a:srgbClr val="627D8D">
              <a:alpha val="21700"/>
            </a:srgbClr>
          </a:solidFill>
          <a:ln>
            <a:noFill/>
          </a:ln>
        </p:spPr>
      </p:sp>
      <p:sp>
        <p:nvSpPr>
          <p:cNvPr id="39" name="!!circle-1up"/>
          <p:cNvSpPr/>
          <p:nvPr/>
        </p:nvSpPr>
        <p:spPr>
          <a:xfrm>
            <a:off x="6788113" y="1809370"/>
            <a:ext cx="35192" cy="35192"/>
          </a:xfrm>
          <a:prstGeom prst="ellipse">
            <a:avLst/>
          </a:prstGeom>
          <a:solidFill>
            <a:srgbClr val="627D8D">
              <a:alpha val="27100"/>
            </a:srgbClr>
          </a:solidFill>
          <a:ln>
            <a:noFill/>
          </a:ln>
        </p:spPr>
      </p:sp>
      <p:sp>
        <p:nvSpPr>
          <p:cNvPr id="40" name="!!circle-1us"/>
          <p:cNvSpPr/>
          <p:nvPr/>
        </p:nvSpPr>
        <p:spPr>
          <a:xfrm>
            <a:off x="10150709" y="5351872"/>
            <a:ext cx="43358" cy="43358"/>
          </a:xfrm>
          <a:prstGeom prst="ellipse">
            <a:avLst/>
          </a:prstGeom>
          <a:solidFill>
            <a:srgbClr val="627D8D">
              <a:alpha val="19500"/>
            </a:srgbClr>
          </a:solidFill>
          <a:ln>
            <a:noFill/>
          </a:ln>
        </p:spPr>
      </p:sp>
      <p:sp>
        <p:nvSpPr>
          <p:cNvPr id="41" name="!!circle-1uv"/>
          <p:cNvSpPr/>
          <p:nvPr/>
        </p:nvSpPr>
        <p:spPr>
          <a:xfrm>
            <a:off x="3150810" y="2140681"/>
            <a:ext cx="33528" cy="33528"/>
          </a:xfrm>
          <a:prstGeom prst="ellipse">
            <a:avLst/>
          </a:prstGeom>
          <a:solidFill>
            <a:srgbClr val="627D8D">
              <a:alpha val="28300"/>
            </a:srgbClr>
          </a:solidFill>
          <a:ln>
            <a:noFill/>
          </a:ln>
        </p:spPr>
      </p:sp>
      <p:sp>
        <p:nvSpPr>
          <p:cNvPr id="42" name="!!circle-1uy"/>
          <p:cNvSpPr/>
          <p:nvPr/>
        </p:nvSpPr>
        <p:spPr>
          <a:xfrm>
            <a:off x="6790393" y="2704906"/>
            <a:ext cx="28956" cy="28956"/>
          </a:xfrm>
          <a:prstGeom prst="ellipse">
            <a:avLst/>
          </a:prstGeom>
          <a:solidFill>
            <a:srgbClr val="627D8D">
              <a:alpha val="21800"/>
            </a:srgbClr>
          </a:solidFill>
          <a:ln>
            <a:noFill/>
          </a:ln>
        </p:spPr>
      </p:sp>
      <p:sp>
        <p:nvSpPr>
          <p:cNvPr id="43" name="!!circle-1v1"/>
          <p:cNvSpPr/>
          <p:nvPr/>
        </p:nvSpPr>
        <p:spPr>
          <a:xfrm>
            <a:off x="6997242" y="6404108"/>
            <a:ext cx="45555" cy="45555"/>
          </a:xfrm>
          <a:prstGeom prst="ellipse">
            <a:avLst/>
          </a:prstGeom>
          <a:solidFill>
            <a:srgbClr val="627D8D">
              <a:alpha val="20900"/>
            </a:srgbClr>
          </a:solidFill>
          <a:ln>
            <a:noFill/>
          </a:ln>
        </p:spPr>
      </p:sp>
      <p:sp>
        <p:nvSpPr>
          <p:cNvPr id="44" name="!!circle-1v4"/>
          <p:cNvSpPr/>
          <p:nvPr/>
        </p:nvSpPr>
        <p:spPr>
          <a:xfrm>
            <a:off x="11308033" y="3309577"/>
            <a:ext cx="39484" cy="39484"/>
          </a:xfrm>
          <a:prstGeom prst="ellipse">
            <a:avLst/>
          </a:prstGeom>
          <a:solidFill>
            <a:srgbClr val="627D8D">
              <a:alpha val="13600"/>
            </a:srgbClr>
          </a:solidFill>
          <a:ln>
            <a:noFill/>
          </a:ln>
        </p:spPr>
      </p:sp>
      <p:sp>
        <p:nvSpPr>
          <p:cNvPr id="45" name="!!circle-1v7"/>
          <p:cNvSpPr/>
          <p:nvPr/>
        </p:nvSpPr>
        <p:spPr>
          <a:xfrm>
            <a:off x="7458334" y="5670839"/>
            <a:ext cx="30455" cy="30455"/>
          </a:xfrm>
          <a:prstGeom prst="ellipse">
            <a:avLst/>
          </a:prstGeom>
          <a:solidFill>
            <a:srgbClr val="627D8D">
              <a:alpha val="16500"/>
            </a:srgbClr>
          </a:solidFill>
          <a:ln>
            <a:noFill/>
          </a:ln>
        </p:spPr>
      </p:sp>
      <p:sp>
        <p:nvSpPr>
          <p:cNvPr id="46" name="!!circle-1va"/>
          <p:cNvSpPr/>
          <p:nvPr/>
        </p:nvSpPr>
        <p:spPr>
          <a:xfrm>
            <a:off x="8959956" y="6426790"/>
            <a:ext cx="28257" cy="28257"/>
          </a:xfrm>
          <a:prstGeom prst="ellipse">
            <a:avLst/>
          </a:prstGeom>
          <a:solidFill>
            <a:srgbClr val="627D8D">
              <a:alpha val="15700"/>
            </a:srgbClr>
          </a:solidFill>
          <a:ln>
            <a:noFill/>
          </a:ln>
        </p:spPr>
      </p:sp>
      <p:sp>
        <p:nvSpPr>
          <p:cNvPr id="47" name="!!circle-1vd"/>
          <p:cNvSpPr/>
          <p:nvPr/>
        </p:nvSpPr>
        <p:spPr>
          <a:xfrm>
            <a:off x="11373726" y="5111585"/>
            <a:ext cx="45149" cy="45149"/>
          </a:xfrm>
          <a:prstGeom prst="ellipse">
            <a:avLst/>
          </a:prstGeom>
          <a:solidFill>
            <a:srgbClr val="627D8D">
              <a:alpha val="31200"/>
            </a:srgbClr>
          </a:solidFill>
          <a:ln>
            <a:noFill/>
          </a:ln>
        </p:spPr>
      </p:sp>
      <p:sp>
        <p:nvSpPr>
          <p:cNvPr id="48" name="!!circle-1vg"/>
          <p:cNvSpPr/>
          <p:nvPr/>
        </p:nvSpPr>
        <p:spPr>
          <a:xfrm>
            <a:off x="3456957" y="3201055"/>
            <a:ext cx="30696" cy="30696"/>
          </a:xfrm>
          <a:prstGeom prst="ellipse">
            <a:avLst/>
          </a:prstGeom>
          <a:solidFill>
            <a:srgbClr val="627D8D">
              <a:alpha val="25700"/>
            </a:srgbClr>
          </a:solidFill>
          <a:ln>
            <a:noFill/>
          </a:ln>
        </p:spPr>
      </p:sp>
      <p:sp>
        <p:nvSpPr>
          <p:cNvPr id="49" name="!!circle-1vj"/>
          <p:cNvSpPr/>
          <p:nvPr/>
        </p:nvSpPr>
        <p:spPr>
          <a:xfrm>
            <a:off x="8823099" y="3736127"/>
            <a:ext cx="37401" cy="37401"/>
          </a:xfrm>
          <a:prstGeom prst="ellipse">
            <a:avLst/>
          </a:prstGeom>
          <a:solidFill>
            <a:srgbClr val="627D8D">
              <a:alpha val="16000"/>
            </a:srgbClr>
          </a:solidFill>
          <a:ln>
            <a:noFill/>
          </a:ln>
        </p:spPr>
      </p:sp>
      <p:sp>
        <p:nvSpPr>
          <p:cNvPr id="50" name="!!circle-1vm"/>
          <p:cNvSpPr/>
          <p:nvPr/>
        </p:nvSpPr>
        <p:spPr>
          <a:xfrm>
            <a:off x="1772649" y="4553390"/>
            <a:ext cx="33096" cy="33096"/>
          </a:xfrm>
          <a:prstGeom prst="ellipse">
            <a:avLst/>
          </a:prstGeom>
          <a:solidFill>
            <a:srgbClr val="627D8D">
              <a:alpha val="22300"/>
            </a:srgbClr>
          </a:solidFill>
          <a:ln>
            <a:noFill/>
          </a:ln>
        </p:spPr>
      </p:sp>
      <p:sp>
        <p:nvSpPr>
          <p:cNvPr id="51" name="!!circle-1vp"/>
          <p:cNvSpPr/>
          <p:nvPr/>
        </p:nvSpPr>
        <p:spPr>
          <a:xfrm>
            <a:off x="11585457" y="667440"/>
            <a:ext cx="21145" cy="21145"/>
          </a:xfrm>
          <a:prstGeom prst="ellipse">
            <a:avLst/>
          </a:prstGeom>
          <a:solidFill>
            <a:srgbClr val="627D8D">
              <a:alpha val="16300"/>
            </a:srgbClr>
          </a:solidFill>
          <a:ln>
            <a:noFill/>
          </a:ln>
        </p:spPr>
      </p:sp>
      <p:sp>
        <p:nvSpPr>
          <p:cNvPr id="52" name="!!circle-1vs"/>
          <p:cNvSpPr/>
          <p:nvPr/>
        </p:nvSpPr>
        <p:spPr>
          <a:xfrm>
            <a:off x="11076280" y="5594944"/>
            <a:ext cx="35281" cy="35281"/>
          </a:xfrm>
          <a:prstGeom prst="ellipse">
            <a:avLst/>
          </a:prstGeom>
          <a:solidFill>
            <a:srgbClr val="627D8D">
              <a:alpha val="30000"/>
            </a:srgbClr>
          </a:solidFill>
          <a:ln>
            <a:noFill/>
          </a:ln>
        </p:spPr>
      </p:sp>
      <p:sp>
        <p:nvSpPr>
          <p:cNvPr id="53" name="!!path-38h"/>
          <p:cNvSpPr/>
          <p:nvPr/>
        </p:nvSpPr>
        <p:spPr>
          <a:xfrm>
            <a:off x="-11518" y="-1923091"/>
            <a:ext cx="3925966" cy="5092906"/>
          </a:xfrm>
          <a:custGeom>
            <a:avLst/>
            <a:gdLst/>
            <a:ahLst/>
            <a:cxnLst/>
            <a:rect l="l" t="t" r="r" b="b"/>
            <a:pathLst>
              <a:path w="3925966" h="5092906" fill="none">
                <a:moveTo>
                  <a:pt x="0" y="0"/>
                </a:moveTo>
                <a:quadBezTo>
                  <a:pt x="1091243" y="3218452"/>
                  <a:pt x="3925966" y="5092906"/>
                </a:quadBezTo>
              </a:path>
            </a:pathLst>
          </a:custGeom>
          <a:noFill/>
          <a:ln w="32258" cap="rnd">
            <a:solidFill>
              <a:srgbClr val="627D8D">
                <a:alpha val="7800"/>
              </a:srgbClr>
            </a:solidFill>
            <a:prstDash val="solid"/>
            <a:round/>
          </a:ln>
        </p:spPr>
      </p:sp>
      <p:sp>
        <p:nvSpPr>
          <p:cNvPr id="54" name="!!circle-38k"/>
          <p:cNvSpPr/>
          <p:nvPr/>
        </p:nvSpPr>
        <p:spPr>
          <a:xfrm>
            <a:off x="2825367" y="2329847"/>
            <a:ext cx="206451" cy="206451"/>
          </a:xfrm>
          <a:prstGeom prst="ellipse">
            <a:avLst/>
          </a:prstGeom>
          <a:gradFill rotWithShape="1">
            <a:gsLst>
              <a:gs pos="0">
                <a:srgbClr val="FFFFFF">
                  <a:alpha val="22827"/>
                </a:srgbClr>
              </a:gs>
              <a:gs pos="28284">
                <a:srgbClr val="627D8D">
                  <a:alpha val="11414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5" name="!!circle-38n"/>
          <p:cNvSpPr/>
          <p:nvPr/>
        </p:nvSpPr>
        <p:spPr>
          <a:xfrm>
            <a:off x="1328331" y="745435"/>
            <a:ext cx="206451" cy="206451"/>
          </a:xfrm>
          <a:prstGeom prst="ellipse">
            <a:avLst/>
          </a:prstGeom>
          <a:gradFill rotWithShape="1">
            <a:gsLst>
              <a:gs pos="0">
                <a:srgbClr val="FFFFFF">
                  <a:alpha val="24300"/>
                </a:srgbClr>
              </a:gs>
              <a:gs pos="28284">
                <a:srgbClr val="627D8D">
                  <a:alpha val="1215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6" name="!!circle-3as"/>
          <p:cNvSpPr/>
          <p:nvPr/>
        </p:nvSpPr>
        <p:spPr>
          <a:xfrm>
            <a:off x="-5455583" y="-7659848"/>
            <a:ext cx="8918692" cy="8918692"/>
          </a:xfrm>
          <a:prstGeom prst="ellipse">
            <a:avLst/>
          </a:prstGeom>
          <a:gradFill rotWithShape="1">
            <a:gsLst>
              <a:gs pos="0">
                <a:srgbClr val="627D8D">
                  <a:alpha val="220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7" name="!!circle-3b0"/>
          <p:cNvSpPr/>
          <p:nvPr/>
        </p:nvSpPr>
        <p:spPr>
          <a:xfrm>
            <a:off x="-4100527" y="-6304792"/>
            <a:ext cx="6208581" cy="6208581"/>
          </a:xfrm>
          <a:custGeom>
            <a:avLst/>
            <a:gdLst/>
            <a:ahLst/>
            <a:cxnLst/>
            <a:rect l="l" t="t" r="r" b="b"/>
            <a:pathLst>
              <a:path w="6208581" h="6208581" fill="none">
                <a:moveTo>
                  <a:pt x="729357" y="4424908"/>
                </a:moveTo>
                <a:cubicBezTo>
                  <a:pt x="0" y="3113269"/>
                  <a:pt x="472033" y="1458714"/>
                  <a:pt x="1783672" y="729357"/>
                </a:cubicBezTo>
                <a:cubicBezTo>
                  <a:pt x="3095312" y="0"/>
                  <a:pt x="4749866" y="472033"/>
                  <a:pt x="5479224" y="1783672"/>
                </a:cubicBezTo>
                <a:cubicBezTo>
                  <a:pt x="6208581" y="3095312"/>
                  <a:pt x="5736548" y="4749866"/>
                  <a:pt x="4424908" y="5479224"/>
                </a:cubicBezTo>
                <a:cubicBezTo>
                  <a:pt x="3113269" y="6208581"/>
                  <a:pt x="1458714" y="5736548"/>
                  <a:pt x="729357" y="4424908"/>
                </a:cubicBezTo>
                <a:close/>
              </a:path>
            </a:pathLst>
          </a:custGeom>
          <a:noFill/>
          <a:ln w="21677" cap="rnd">
            <a:solidFill>
              <a:srgbClr val="627D8D">
                <a:alpha val="27000"/>
              </a:srgbClr>
            </a:solidFill>
            <a:custDash>
              <a:ds d="142857" sp="714286"/>
            </a:custDash>
            <a:miter lim="800000"/>
          </a:ln>
        </p:spPr>
      </p:sp>
      <p:sp>
        <p:nvSpPr>
          <p:cNvPr id="58" name="!!circle-3b4"/>
          <p:cNvSpPr/>
          <p:nvPr/>
        </p:nvSpPr>
        <p:spPr>
          <a:xfrm>
            <a:off x="-4856415" y="-7060680"/>
            <a:ext cx="7720358" cy="7720358"/>
          </a:xfrm>
          <a:custGeom>
            <a:avLst/>
            <a:gdLst/>
            <a:ahLst/>
            <a:cxnLst/>
            <a:rect l="l" t="t" r="r" b="b"/>
            <a:pathLst>
              <a:path w="7720358" h="7720358" fill="none">
                <a:moveTo>
                  <a:pt x="4751501" y="7228095"/>
                </a:moveTo>
                <a:cubicBezTo>
                  <a:pt x="2891452" y="7720358"/>
                  <a:pt x="984527" y="6611549"/>
                  <a:pt x="492263" y="4751501"/>
                </a:cubicBezTo>
                <a:cubicBezTo>
                  <a:pt x="0" y="2891452"/>
                  <a:pt x="1108809" y="984527"/>
                  <a:pt x="2968857" y="492263"/>
                </a:cubicBezTo>
                <a:cubicBezTo>
                  <a:pt x="4828906" y="0"/>
                  <a:pt x="6735831" y="1108809"/>
                  <a:pt x="7228095" y="2968857"/>
                </a:cubicBezTo>
                <a:cubicBezTo>
                  <a:pt x="7720358" y="4828906"/>
                  <a:pt x="6611549" y="6735831"/>
                  <a:pt x="4751501" y="7228095"/>
                </a:cubicBezTo>
                <a:close/>
              </a:path>
            </a:pathLst>
          </a:custGeom>
          <a:noFill/>
          <a:ln w="21677" cap="rnd">
            <a:solidFill>
              <a:srgbClr val="627D8D">
                <a:alpha val="20000"/>
              </a:srgbClr>
            </a:solidFill>
            <a:custDash>
              <a:ds d="2857143" sp="1285714"/>
              <a:ds d="285714" sp="1285714"/>
            </a:custDash>
            <a:miter lim="800000"/>
          </a:ln>
        </p:spPr>
      </p:sp>
      <p:sp>
        <p:nvSpPr>
          <p:cNvPr id="59" name="!!circle-3dt"/>
          <p:cNvSpPr/>
          <p:nvPr/>
        </p:nvSpPr>
        <p:spPr>
          <a:xfrm>
            <a:off x="9842449" y="-3148889"/>
            <a:ext cx="3483864" cy="3483864"/>
          </a:xfrm>
          <a:prstGeom prst="ellipse">
            <a:avLst/>
          </a:prstGeom>
          <a:gradFill rotWithShape="1">
            <a:gsLst>
              <a:gs pos="0">
                <a:srgbClr val="627D8D">
                  <a:alpha val="200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0" name="!!circle-3dw"/>
          <p:cNvSpPr/>
          <p:nvPr/>
        </p:nvSpPr>
        <p:spPr>
          <a:xfrm>
            <a:off x="10415526" y="-2575812"/>
            <a:ext cx="2337711" cy="2337711"/>
          </a:xfrm>
          <a:custGeom>
            <a:avLst/>
            <a:gdLst/>
            <a:ahLst/>
            <a:cxnLst/>
            <a:rect l="l" t="t" r="r" b="b"/>
            <a:pathLst>
              <a:path w="2337711" h="2337711" fill="none">
                <a:moveTo>
                  <a:pt x="1783072" y="339222"/>
                </a:moveTo>
                <a:cubicBezTo>
                  <a:pt x="2241265" y="678445"/>
                  <a:pt x="2337711" y="1324878"/>
                  <a:pt x="1998488" y="1783072"/>
                </a:cubicBezTo>
                <a:cubicBezTo>
                  <a:pt x="1659266" y="2241265"/>
                  <a:pt x="1012833" y="2337711"/>
                  <a:pt x="554639" y="1998488"/>
                </a:cubicBezTo>
                <a:cubicBezTo>
                  <a:pt x="96445" y="1659266"/>
                  <a:pt x="0" y="1012833"/>
                  <a:pt x="339222" y="554639"/>
                </a:cubicBezTo>
                <a:cubicBezTo>
                  <a:pt x="678445" y="96445"/>
                  <a:pt x="1324878" y="0"/>
                  <a:pt x="1783072" y="339222"/>
                </a:cubicBezTo>
                <a:close/>
              </a:path>
            </a:pathLst>
          </a:custGeom>
          <a:noFill/>
          <a:ln w="25806" cap="rnd">
            <a:solidFill>
              <a:srgbClr val="627D8D">
                <a:alpha val="35000"/>
              </a:srgbClr>
            </a:solidFill>
            <a:custDash>
              <a:ds d="100000" sp="550000"/>
            </a:custDash>
            <a:miter lim="800000"/>
          </a:ln>
        </p:spPr>
      </p:sp>
      <p:sp>
        <p:nvSpPr>
          <p:cNvPr id="61" name="!!rect-4aj"/>
          <p:cNvSpPr/>
          <p:nvPr/>
        </p:nvSpPr>
        <p:spPr>
          <a:xfrm>
            <a:off x="2861818" y="2244649"/>
            <a:ext cx="3483864" cy="1277417"/>
          </a:xfrm>
          <a:prstGeom prst="roundRect">
            <a:avLst>
              <a:gd name="adj" fmla="val 14458"/>
            </a:avLst>
          </a:prstGeom>
          <a:solidFill>
            <a:srgbClr val="0B1A26">
              <a:alpha val="12000"/>
            </a:srgbClr>
          </a:solidFill>
          <a:ln>
            <a:noFill/>
          </a:ln>
          <a:effectLst>
            <a:softEdge rad="227096"/>
          </a:effectLst>
        </p:spPr>
      </p:sp>
      <p:sp>
        <p:nvSpPr>
          <p:cNvPr id="62" name="!!rect-4ak"/>
          <p:cNvSpPr/>
          <p:nvPr/>
        </p:nvSpPr>
        <p:spPr>
          <a:xfrm>
            <a:off x="2926334" y="2257552"/>
            <a:ext cx="3354832" cy="1096772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6452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63" name="!!text-4al" descr="使用者需求"/>
          <p:cNvSpPr txBox="1"/>
          <p:nvPr/>
        </p:nvSpPr>
        <p:spPr>
          <a:xfrm>
            <a:off x="3106979" y="2363874"/>
            <a:ext cx="752257" cy="2055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18" b="1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使用者需求</a:t>
            </a:r>
            <a:endParaRPr lang="zh-TW" sz="1118"/>
          </a:p>
        </p:txBody>
      </p:sp>
      <p:sp>
        <p:nvSpPr>
          <p:cNvPr id="64" name="!!text-4ar" descr="想找適合入門的程式設計書，"/>
          <p:cNvSpPr txBox="1"/>
          <p:nvPr/>
        </p:nvSpPr>
        <p:spPr>
          <a:xfrm>
            <a:off x="3106979" y="2626583"/>
            <a:ext cx="2574189" cy="28025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524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想找適合入門的程式設計書，</a:t>
            </a:r>
            <a:endParaRPr lang="zh-TW" sz="1524"/>
          </a:p>
        </p:txBody>
      </p:sp>
      <p:sp>
        <p:nvSpPr>
          <p:cNvPr id="65" name="!!text-4b5" descr="預算 300 代幣以內"/>
          <p:cNvSpPr txBox="1"/>
          <p:nvPr/>
        </p:nvSpPr>
        <p:spPr>
          <a:xfrm>
            <a:off x="3106979" y="2936260"/>
            <a:ext cx="1643610" cy="28025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524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預算 300 代幣以內</a:t>
            </a:r>
            <a:endParaRPr lang="zh-TW" sz="1524"/>
          </a:p>
        </p:txBody>
      </p:sp>
      <p:sp>
        <p:nvSpPr>
          <p:cNvPr id="66" name="!!rect-4bf"/>
          <p:cNvSpPr/>
          <p:nvPr/>
        </p:nvSpPr>
        <p:spPr>
          <a:xfrm>
            <a:off x="3881171" y="2909164"/>
            <a:ext cx="387096" cy="25806"/>
          </a:xfrm>
          <a:prstGeom prst="roundRect">
            <a:avLst>
              <a:gd name="adj" fmla="val 50000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67" name="!!rect-4bh"/>
          <p:cNvSpPr/>
          <p:nvPr/>
        </p:nvSpPr>
        <p:spPr>
          <a:xfrm>
            <a:off x="4461815" y="2909164"/>
            <a:ext cx="774192" cy="25806"/>
          </a:xfrm>
          <a:prstGeom prst="roundRect">
            <a:avLst>
              <a:gd name="adj" fmla="val 50000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68" name="!!rect-4bj"/>
          <p:cNvSpPr/>
          <p:nvPr/>
        </p:nvSpPr>
        <p:spPr>
          <a:xfrm>
            <a:off x="3537817" y="3218840"/>
            <a:ext cx="1154707" cy="25806"/>
          </a:xfrm>
          <a:prstGeom prst="roundRect">
            <a:avLst>
              <a:gd name="adj" fmla="val 50000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69" name="!!rect-4br"/>
          <p:cNvSpPr/>
          <p:nvPr/>
        </p:nvSpPr>
        <p:spPr>
          <a:xfrm>
            <a:off x="2900528" y="3605936"/>
            <a:ext cx="1393546" cy="425806"/>
          </a:xfrm>
          <a:prstGeom prst="roundRect">
            <a:avLst>
              <a:gd name="adj" fmla="val 50000"/>
            </a:avLst>
          </a:prstGeom>
          <a:solidFill>
            <a:srgbClr val="0B1A26">
              <a:alpha val="10000"/>
            </a:srgbClr>
          </a:solidFill>
          <a:ln>
            <a:noFill/>
          </a:ln>
          <a:effectLst>
            <a:softEdge rad="99355"/>
          </a:effectLst>
        </p:spPr>
      </p:sp>
      <p:sp>
        <p:nvSpPr>
          <p:cNvPr id="70" name="!!rect-4bs"/>
          <p:cNvSpPr/>
          <p:nvPr/>
        </p:nvSpPr>
        <p:spPr>
          <a:xfrm>
            <a:off x="2926334" y="3599485"/>
            <a:ext cx="1341933" cy="33548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742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71" name="!!path-4bt"/>
          <p:cNvSpPr/>
          <p:nvPr/>
        </p:nvSpPr>
        <p:spPr>
          <a:xfrm>
            <a:off x="3075211" y="3693846"/>
            <a:ext cx="146838" cy="139497"/>
          </a:xfrm>
          <a:custGeom>
            <a:avLst/>
            <a:gdLst/>
            <a:ahLst/>
            <a:cxnLst/>
            <a:rect l="l" t="t" r="r" b="b"/>
            <a:pathLst>
              <a:path w="146838" h="139497">
                <a:moveTo>
                  <a:pt x="73419" y="112111"/>
                </a:moveTo>
                <a:lnTo>
                  <a:pt x="118792" y="139497"/>
                </a:lnTo>
                <a:lnTo>
                  <a:pt x="106752" y="87883"/>
                </a:lnTo>
                <a:lnTo>
                  <a:pt x="146838" y="53156"/>
                </a:lnTo>
                <a:lnTo>
                  <a:pt x="94050" y="48677"/>
                </a:lnTo>
                <a:lnTo>
                  <a:pt x="73419" y="0"/>
                </a:lnTo>
                <a:lnTo>
                  <a:pt x="52788" y="48677"/>
                </a:lnTo>
                <a:lnTo>
                  <a:pt x="0" y="53156"/>
                </a:lnTo>
                <a:lnTo>
                  <a:pt x="40087" y="87883"/>
                </a:lnTo>
                <a:lnTo>
                  <a:pt x="28046" y="139497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72" name="!!text-4bu" descr="程度｜入門"/>
          <p:cNvSpPr txBox="1"/>
          <p:nvPr/>
        </p:nvSpPr>
        <p:spPr>
          <a:xfrm>
            <a:off x="3295366" y="3633033"/>
            <a:ext cx="889031" cy="2428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21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程度｜入門</a:t>
            </a:r>
            <a:endParaRPr lang="zh-TW" sz="1321"/>
          </a:p>
        </p:txBody>
      </p:sp>
      <p:sp>
        <p:nvSpPr>
          <p:cNvPr id="73" name="!!rect-4c6"/>
          <p:cNvSpPr/>
          <p:nvPr/>
        </p:nvSpPr>
        <p:spPr>
          <a:xfrm>
            <a:off x="2900528" y="4070452"/>
            <a:ext cx="1729029" cy="425806"/>
          </a:xfrm>
          <a:prstGeom prst="roundRect">
            <a:avLst>
              <a:gd name="adj" fmla="val 50000"/>
            </a:avLst>
          </a:prstGeom>
          <a:solidFill>
            <a:srgbClr val="0B1A26">
              <a:alpha val="10000"/>
            </a:srgbClr>
          </a:solidFill>
          <a:ln>
            <a:noFill/>
          </a:ln>
          <a:effectLst>
            <a:softEdge rad="99355"/>
          </a:effectLst>
        </p:spPr>
      </p:sp>
      <p:sp>
        <p:nvSpPr>
          <p:cNvPr id="74" name="!!rect-4c7"/>
          <p:cNvSpPr/>
          <p:nvPr/>
        </p:nvSpPr>
        <p:spPr>
          <a:xfrm>
            <a:off x="2926334" y="4064000"/>
            <a:ext cx="1677416" cy="33548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742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75" name="!!path-4c8"/>
          <p:cNvSpPr/>
          <p:nvPr/>
        </p:nvSpPr>
        <p:spPr>
          <a:xfrm>
            <a:off x="3075211" y="4158361"/>
            <a:ext cx="146838" cy="146838"/>
          </a:xfrm>
          <a:custGeom>
            <a:avLst/>
            <a:gdLst/>
            <a:ahLst/>
            <a:cxnLst/>
            <a:rect l="l" t="t" r="r" b="b"/>
            <a:pathLst>
              <a:path w="146838" h="146838">
                <a:moveTo>
                  <a:pt x="142507" y="70336"/>
                </a:moveTo>
                <a:lnTo>
                  <a:pt x="76429" y="4258"/>
                </a:lnTo>
                <a:cubicBezTo>
                  <a:pt x="73786" y="1615"/>
                  <a:pt x="70115" y="0"/>
                  <a:pt x="66077" y="0"/>
                </a:cubicBezTo>
                <a:lnTo>
                  <a:pt x="14684" y="0"/>
                </a:lnTo>
                <a:cubicBezTo>
                  <a:pt x="6608" y="0"/>
                  <a:pt x="0" y="6608"/>
                  <a:pt x="0" y="14684"/>
                </a:cubicBezTo>
                <a:lnTo>
                  <a:pt x="0" y="66077"/>
                </a:lnTo>
                <a:cubicBezTo>
                  <a:pt x="0" y="70115"/>
                  <a:pt x="1615" y="73786"/>
                  <a:pt x="4332" y="76503"/>
                </a:cubicBezTo>
                <a:lnTo>
                  <a:pt x="70409" y="142580"/>
                </a:lnTo>
                <a:cubicBezTo>
                  <a:pt x="73052" y="145223"/>
                  <a:pt x="76723" y="146838"/>
                  <a:pt x="80761" y="146838"/>
                </a:cubicBezTo>
                <a:cubicBezTo>
                  <a:pt x="84799" y="146838"/>
                  <a:pt x="88470" y="145223"/>
                  <a:pt x="91113" y="142507"/>
                </a:cubicBezTo>
                <a:lnTo>
                  <a:pt x="142507" y="91113"/>
                </a:lnTo>
                <a:cubicBezTo>
                  <a:pt x="145223" y="88470"/>
                  <a:pt x="146838" y="84799"/>
                  <a:pt x="146838" y="80761"/>
                </a:cubicBezTo>
                <a:cubicBezTo>
                  <a:pt x="146838" y="76723"/>
                  <a:pt x="145150" y="72979"/>
                  <a:pt x="142507" y="70336"/>
                </a:cubicBezTo>
                <a:close/>
                <a:moveTo>
                  <a:pt x="25697" y="36710"/>
                </a:moveTo>
                <a:cubicBezTo>
                  <a:pt x="19603" y="36710"/>
                  <a:pt x="14684" y="31791"/>
                  <a:pt x="14684" y="25697"/>
                </a:cubicBezTo>
                <a:cubicBezTo>
                  <a:pt x="14684" y="19603"/>
                  <a:pt x="19603" y="14684"/>
                  <a:pt x="25697" y="14684"/>
                </a:cubicBezTo>
                <a:cubicBezTo>
                  <a:pt x="31791" y="14684"/>
                  <a:pt x="36710" y="19603"/>
                  <a:pt x="36710" y="25697"/>
                </a:cubicBezTo>
                <a:cubicBezTo>
                  <a:pt x="36710" y="31791"/>
                  <a:pt x="31791" y="36710"/>
                  <a:pt x="25697" y="36710"/>
                </a:cubicBez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76" name="!!text-4c9" descr="分類｜程式設計"/>
          <p:cNvSpPr txBox="1"/>
          <p:nvPr/>
        </p:nvSpPr>
        <p:spPr>
          <a:xfrm>
            <a:off x="3295366" y="4097548"/>
            <a:ext cx="1224514" cy="2428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21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分類｜程式設計</a:t>
            </a:r>
            <a:endParaRPr lang="zh-TW" sz="1321"/>
          </a:p>
        </p:txBody>
      </p:sp>
      <p:sp>
        <p:nvSpPr>
          <p:cNvPr id="77" name="!!rect-4cn"/>
          <p:cNvSpPr/>
          <p:nvPr/>
        </p:nvSpPr>
        <p:spPr>
          <a:xfrm>
            <a:off x="2900528" y="4534967"/>
            <a:ext cx="2058809" cy="425806"/>
          </a:xfrm>
          <a:prstGeom prst="roundRect">
            <a:avLst>
              <a:gd name="adj" fmla="val 50000"/>
            </a:avLst>
          </a:prstGeom>
          <a:solidFill>
            <a:srgbClr val="0B1A26">
              <a:alpha val="10000"/>
            </a:srgbClr>
          </a:solidFill>
          <a:ln>
            <a:noFill/>
          </a:ln>
          <a:effectLst>
            <a:softEdge rad="99355"/>
          </a:effectLst>
        </p:spPr>
      </p:sp>
      <p:sp>
        <p:nvSpPr>
          <p:cNvPr id="78" name="!!rect-4co"/>
          <p:cNvSpPr/>
          <p:nvPr/>
        </p:nvSpPr>
        <p:spPr>
          <a:xfrm>
            <a:off x="2926334" y="4528515"/>
            <a:ext cx="2007196" cy="33548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742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79" name="!!path-4cp"/>
          <p:cNvSpPr/>
          <p:nvPr/>
        </p:nvSpPr>
        <p:spPr>
          <a:xfrm>
            <a:off x="3075211" y="4622876"/>
            <a:ext cx="146838" cy="146838"/>
          </a:xfrm>
          <a:custGeom>
            <a:avLst/>
            <a:gdLst/>
            <a:ahLst/>
            <a:cxnLst/>
            <a:rect l="l" t="t" r="r" b="b"/>
            <a:pathLst>
              <a:path w="146838" h="146838">
                <a:moveTo>
                  <a:pt x="66077" y="0"/>
                </a:moveTo>
                <a:lnTo>
                  <a:pt x="66077" y="146838"/>
                </a:lnTo>
                <a:cubicBezTo>
                  <a:pt x="28854" y="143167"/>
                  <a:pt x="0" y="111671"/>
                  <a:pt x="0" y="73419"/>
                </a:cubicBezTo>
                <a:cubicBezTo>
                  <a:pt x="0" y="35168"/>
                  <a:pt x="28854" y="3671"/>
                  <a:pt x="66077" y="0"/>
                </a:cubicBezTo>
                <a:close/>
                <a:moveTo>
                  <a:pt x="80981" y="0"/>
                </a:moveTo>
                <a:lnTo>
                  <a:pt x="80981" y="66004"/>
                </a:lnTo>
                <a:lnTo>
                  <a:pt x="146838" y="66004"/>
                </a:lnTo>
                <a:cubicBezTo>
                  <a:pt x="143388" y="31203"/>
                  <a:pt x="115709" y="3451"/>
                  <a:pt x="80981" y="0"/>
                </a:cubicBezTo>
                <a:close/>
                <a:moveTo>
                  <a:pt x="80981" y="80835"/>
                </a:moveTo>
                <a:lnTo>
                  <a:pt x="80981" y="146838"/>
                </a:lnTo>
                <a:cubicBezTo>
                  <a:pt x="115782" y="143388"/>
                  <a:pt x="143388" y="115635"/>
                  <a:pt x="146838" y="80835"/>
                </a:cubicBezTo>
                <a:lnTo>
                  <a:pt x="80981" y="80835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80" name="!!text-4cq" descr="預算｜300 代幣以內"/>
          <p:cNvSpPr txBox="1"/>
          <p:nvPr/>
        </p:nvSpPr>
        <p:spPr>
          <a:xfrm>
            <a:off x="3295366" y="4562063"/>
            <a:ext cx="1554294" cy="2428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21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預算｜300 代幣以內</a:t>
            </a:r>
            <a:endParaRPr lang="zh-TW" sz="1321"/>
          </a:p>
        </p:txBody>
      </p:sp>
      <p:sp>
        <p:nvSpPr>
          <p:cNvPr id="81" name="!!rect-4d7"/>
          <p:cNvSpPr/>
          <p:nvPr/>
        </p:nvSpPr>
        <p:spPr>
          <a:xfrm>
            <a:off x="2900528" y="5063998"/>
            <a:ext cx="2567737" cy="425806"/>
          </a:xfrm>
          <a:prstGeom prst="roundRect">
            <a:avLst>
              <a:gd name="adj" fmla="val 50000"/>
            </a:avLst>
          </a:prstGeom>
          <a:solidFill>
            <a:srgbClr val="0B1A26">
              <a:alpha val="10000"/>
            </a:srgbClr>
          </a:solidFill>
          <a:ln>
            <a:noFill/>
          </a:ln>
          <a:effectLst>
            <a:softEdge rad="99355"/>
          </a:effectLst>
        </p:spPr>
      </p:sp>
      <p:sp>
        <p:nvSpPr>
          <p:cNvPr id="82" name="!!rect-4d8"/>
          <p:cNvSpPr/>
          <p:nvPr/>
        </p:nvSpPr>
        <p:spPr>
          <a:xfrm>
            <a:off x="2926334" y="5057546"/>
            <a:ext cx="2516124" cy="33548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742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83" name="!!path-4d9"/>
          <p:cNvSpPr/>
          <p:nvPr/>
        </p:nvSpPr>
        <p:spPr>
          <a:xfrm>
            <a:off x="3089895" y="5144565"/>
            <a:ext cx="117471" cy="154180"/>
          </a:xfrm>
          <a:custGeom>
            <a:avLst/>
            <a:gdLst/>
            <a:ahLst/>
            <a:cxnLst/>
            <a:rect l="l" t="t" r="r" b="b"/>
            <a:pathLst>
              <a:path w="117471" h="154180">
                <a:moveTo>
                  <a:pt x="102787" y="51393"/>
                </a:moveTo>
                <a:lnTo>
                  <a:pt x="95445" y="51393"/>
                </a:lnTo>
                <a:lnTo>
                  <a:pt x="95445" y="36710"/>
                </a:lnTo>
                <a:cubicBezTo>
                  <a:pt x="95445" y="16446"/>
                  <a:pt x="78999" y="0"/>
                  <a:pt x="58735" y="0"/>
                </a:cubicBezTo>
                <a:cubicBezTo>
                  <a:pt x="38472" y="0"/>
                  <a:pt x="22026" y="16446"/>
                  <a:pt x="22026" y="36710"/>
                </a:cubicBezTo>
                <a:lnTo>
                  <a:pt x="22026" y="51393"/>
                </a:lnTo>
                <a:lnTo>
                  <a:pt x="14684" y="51393"/>
                </a:lnTo>
                <a:cubicBezTo>
                  <a:pt x="6608" y="51393"/>
                  <a:pt x="0" y="58001"/>
                  <a:pt x="0" y="66077"/>
                </a:cubicBezTo>
                <a:lnTo>
                  <a:pt x="0" y="139497"/>
                </a:lnTo>
                <a:cubicBezTo>
                  <a:pt x="0" y="147573"/>
                  <a:pt x="6608" y="154180"/>
                  <a:pt x="14684" y="154180"/>
                </a:cubicBezTo>
                <a:lnTo>
                  <a:pt x="102787" y="154180"/>
                </a:lnTo>
                <a:cubicBezTo>
                  <a:pt x="110863" y="154180"/>
                  <a:pt x="117471" y="147573"/>
                  <a:pt x="117471" y="139497"/>
                </a:cubicBezTo>
                <a:lnTo>
                  <a:pt x="117471" y="66077"/>
                </a:lnTo>
                <a:cubicBezTo>
                  <a:pt x="117471" y="58001"/>
                  <a:pt x="110863" y="51393"/>
                  <a:pt x="102787" y="51393"/>
                </a:cubicBezTo>
                <a:close/>
                <a:moveTo>
                  <a:pt x="58735" y="117471"/>
                </a:moveTo>
                <a:cubicBezTo>
                  <a:pt x="50659" y="117471"/>
                  <a:pt x="44052" y="110863"/>
                  <a:pt x="44052" y="102787"/>
                </a:cubicBezTo>
                <a:cubicBezTo>
                  <a:pt x="44052" y="94711"/>
                  <a:pt x="50659" y="88103"/>
                  <a:pt x="58735" y="88103"/>
                </a:cubicBezTo>
                <a:cubicBezTo>
                  <a:pt x="66811" y="88103"/>
                  <a:pt x="73419" y="94711"/>
                  <a:pt x="73419" y="102787"/>
                </a:cubicBezTo>
                <a:cubicBezTo>
                  <a:pt x="73419" y="110863"/>
                  <a:pt x="66811" y="117471"/>
                  <a:pt x="58735" y="117471"/>
                </a:cubicBezTo>
                <a:close/>
                <a:moveTo>
                  <a:pt x="81495" y="51393"/>
                </a:moveTo>
                <a:lnTo>
                  <a:pt x="35975" y="51393"/>
                </a:lnTo>
                <a:lnTo>
                  <a:pt x="35975" y="36710"/>
                </a:lnTo>
                <a:cubicBezTo>
                  <a:pt x="35975" y="24155"/>
                  <a:pt x="46181" y="13950"/>
                  <a:pt x="58735" y="13950"/>
                </a:cubicBezTo>
                <a:cubicBezTo>
                  <a:pt x="71290" y="13950"/>
                  <a:pt x="81495" y="24155"/>
                  <a:pt x="81495" y="36710"/>
                </a:cubicBezTo>
                <a:lnTo>
                  <a:pt x="81495" y="51393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84" name="!!text-4da" descr="排除他人預約保留中的書籍"/>
          <p:cNvSpPr txBox="1"/>
          <p:nvPr/>
        </p:nvSpPr>
        <p:spPr>
          <a:xfrm>
            <a:off x="3295366" y="5091095"/>
            <a:ext cx="2063222" cy="2428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21" kern="0" dirty="0">
                <a:solidFill>
                  <a:srgbClr val="5B6770"/>
                </a:solidFill>
                <a:latin typeface="Noto Sans TC SemiBold"/>
                <a:ea typeface="Noto Sans TC SemiBold"/>
                <a:cs typeface="Noto Sans TC SemiBold"/>
              </a:rPr>
              <a:t>排除他人預約保留中的書籍</a:t>
            </a:r>
            <a:endParaRPr lang="zh-TW" sz="1321"/>
          </a:p>
        </p:txBody>
      </p:sp>
      <p:sp>
        <p:nvSpPr>
          <p:cNvPr id="85" name="!!rect-4dt"/>
          <p:cNvSpPr/>
          <p:nvPr/>
        </p:nvSpPr>
        <p:spPr>
          <a:xfrm>
            <a:off x="2900528" y="5644642"/>
            <a:ext cx="2407376" cy="425806"/>
          </a:xfrm>
          <a:prstGeom prst="roundRect">
            <a:avLst>
              <a:gd name="adj" fmla="val 50000"/>
            </a:avLst>
          </a:prstGeom>
          <a:solidFill>
            <a:srgbClr val="0B1A26">
              <a:alpha val="10000"/>
            </a:srgbClr>
          </a:solidFill>
          <a:ln>
            <a:noFill/>
          </a:ln>
          <a:effectLst>
            <a:softEdge rad="99355"/>
          </a:effectLst>
        </p:spPr>
      </p:sp>
      <p:sp>
        <p:nvSpPr>
          <p:cNvPr id="86" name="!!rect-4du"/>
          <p:cNvSpPr/>
          <p:nvPr/>
        </p:nvSpPr>
        <p:spPr>
          <a:xfrm>
            <a:off x="2926334" y="5638190"/>
            <a:ext cx="2355763" cy="33548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742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87" name="!!path-4dv"/>
          <p:cNvSpPr/>
          <p:nvPr/>
        </p:nvSpPr>
        <p:spPr>
          <a:xfrm>
            <a:off x="3075211" y="5732551"/>
            <a:ext cx="146838" cy="146838"/>
          </a:xfrm>
          <a:custGeom>
            <a:avLst/>
            <a:gdLst/>
            <a:ahLst/>
            <a:cxnLst/>
            <a:rect l="l" t="t" r="r" b="b"/>
            <a:pathLst>
              <a:path w="146838" h="146838">
                <a:moveTo>
                  <a:pt x="73419" y="0"/>
                </a:moveTo>
                <a:cubicBezTo>
                  <a:pt x="32892" y="0"/>
                  <a:pt x="0" y="32892"/>
                  <a:pt x="0" y="73419"/>
                </a:cubicBezTo>
                <a:cubicBezTo>
                  <a:pt x="0" y="113947"/>
                  <a:pt x="32892" y="146838"/>
                  <a:pt x="73419" y="146838"/>
                </a:cubicBezTo>
                <a:cubicBezTo>
                  <a:pt x="113947" y="146838"/>
                  <a:pt x="146838" y="113947"/>
                  <a:pt x="146838" y="73419"/>
                </a:cubicBezTo>
                <a:cubicBezTo>
                  <a:pt x="146838" y="32892"/>
                  <a:pt x="113947" y="0"/>
                  <a:pt x="73419" y="0"/>
                </a:cubicBezTo>
                <a:close/>
                <a:moveTo>
                  <a:pt x="58735" y="110129"/>
                </a:moveTo>
                <a:lnTo>
                  <a:pt x="22026" y="73419"/>
                </a:lnTo>
                <a:lnTo>
                  <a:pt x="32378" y="63067"/>
                </a:lnTo>
                <a:lnTo>
                  <a:pt x="58735" y="89351"/>
                </a:lnTo>
                <a:lnTo>
                  <a:pt x="114461" y="33626"/>
                </a:lnTo>
                <a:lnTo>
                  <a:pt x="124813" y="44052"/>
                </a:lnTo>
                <a:lnTo>
                  <a:pt x="58735" y="110129"/>
                </a:lnTo>
                <a:close/>
              </a:path>
            </a:pathLst>
          </a:custGeom>
          <a:solidFill>
            <a:srgbClr val="2E9E5B"/>
          </a:solidFill>
          <a:ln>
            <a:noFill/>
          </a:ln>
        </p:spPr>
      </p:sp>
      <p:sp>
        <p:nvSpPr>
          <p:cNvPr id="88" name="!!text-4dw" descr="找到 3 本站內可購買的書"/>
          <p:cNvSpPr txBox="1"/>
          <p:nvPr/>
        </p:nvSpPr>
        <p:spPr>
          <a:xfrm>
            <a:off x="3295366" y="5671739"/>
            <a:ext cx="1902861" cy="2428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21" b="1" kern="0" dirty="0">
                <a:solidFill>
                  <a:srgbClr val="2E9E5B"/>
                </a:solidFill>
                <a:latin typeface="Noto Sans TC"/>
                <a:ea typeface="Noto Sans TC"/>
                <a:cs typeface="Noto Sans TC"/>
              </a:rPr>
              <a:t>找到 3 本站內可購買的書</a:t>
            </a:r>
            <a:endParaRPr lang="zh-TW" sz="1321"/>
          </a:p>
        </p:txBody>
      </p:sp>
      <p:sp>
        <p:nvSpPr>
          <p:cNvPr id="89" name="!!text-4ed" descr="AI 書籍顧問"/>
          <p:cNvSpPr txBox="1"/>
          <p:nvPr/>
        </p:nvSpPr>
        <p:spPr>
          <a:xfrm>
            <a:off x="648919" y="581168"/>
            <a:ext cx="962785" cy="22420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19" b="1" kern="0" spc="146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A</a:t>
            </a:r>
            <a:r>
              <a:rPr lang="zh-TW" altLang="en-US" sz="1219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I</a:t>
            </a:r>
            <a:r>
              <a:rPr lang="zh-TW" altLang="en-US" sz="1219" b="1" kern="0" spc="293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 </a:t>
            </a:r>
            <a:r>
              <a:rPr lang="zh-TW" altLang="en-US" sz="1219" b="1" kern="0" spc="146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書籍顧</a:t>
            </a:r>
            <a:r>
              <a:rPr lang="zh-TW" altLang="en-US" sz="1219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問</a:t>
            </a:r>
            <a:endParaRPr lang="zh-TW" sz="1219"/>
          </a:p>
        </p:txBody>
      </p:sp>
      <p:sp>
        <p:nvSpPr>
          <p:cNvPr id="90" name="!!text-4ep" descr="說出需求，AI 幫您挑書"/>
          <p:cNvSpPr txBox="1"/>
          <p:nvPr/>
        </p:nvSpPr>
        <p:spPr>
          <a:xfrm>
            <a:off x="648919" y="854200"/>
            <a:ext cx="4663269" cy="67261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3658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說出需</a:t>
            </a:r>
            <a:r>
              <a:rPr lang="zh-TW" altLang="en-US" sz="3658" kern="0" spc="-1097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求</a:t>
            </a:r>
            <a:r>
              <a:rPr lang="zh-TW" altLang="en-US" sz="3658" kern="0" spc="-658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，</a:t>
            </a:r>
            <a:r>
              <a:rPr lang="zh-TW" altLang="en-US" sz="3658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AI 幫您挑書</a:t>
            </a:r>
            <a:endParaRPr lang="zh-TW" sz="3658"/>
          </a:p>
        </p:txBody>
      </p:sp>
      <p:sp>
        <p:nvSpPr>
          <p:cNvPr id="91" name="!!text-4f5" descr="理解分類、預算與書況條件，只推薦站內可購買的書籍。"/>
          <p:cNvSpPr txBox="1"/>
          <p:nvPr/>
        </p:nvSpPr>
        <p:spPr>
          <a:xfrm>
            <a:off x="648919" y="1581424"/>
            <a:ext cx="4896765" cy="28025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524" kern="0" dirty="0">
                <a:solidFill>
                  <a:srgbClr val="3F4A54"/>
                </a:solidFill>
                <a:latin typeface="Noto Sans TC Medium"/>
                <a:ea typeface="Noto Sans TC Medium"/>
                <a:cs typeface="Noto Sans TC Medium"/>
              </a:rPr>
              <a:t>理解分類、預算與書況條件，只推薦站內可購買的書籍。</a:t>
            </a:r>
            <a:endParaRPr lang="zh-TW" sz="1524"/>
          </a:p>
        </p:txBody>
      </p:sp>
      <p:sp>
        <p:nvSpPr>
          <p:cNvPr id="92" name="!!rect-7lb"/>
          <p:cNvSpPr/>
          <p:nvPr/>
        </p:nvSpPr>
        <p:spPr>
          <a:xfrm>
            <a:off x="8521700" y="660400"/>
            <a:ext cx="2933700" cy="6121400"/>
          </a:xfrm>
          <a:prstGeom prst="roundRect">
            <a:avLst>
              <a:gd name="adj" fmla="val 18020"/>
            </a:avLst>
          </a:prstGeom>
          <a:solidFill>
            <a:srgbClr val="0B1A26">
              <a:alpha val="30000"/>
            </a:srgbClr>
          </a:solidFill>
          <a:ln>
            <a:noFill/>
          </a:ln>
          <a:effectLst>
            <a:softEdge rad="474980"/>
          </a:effectLst>
        </p:spPr>
      </p:sp>
      <p:sp>
        <p:nvSpPr>
          <p:cNvPr id="93" name="!!rect-7lc"/>
          <p:cNvSpPr/>
          <p:nvPr/>
        </p:nvSpPr>
        <p:spPr>
          <a:xfrm>
            <a:off x="8591550" y="527050"/>
            <a:ext cx="2794000" cy="5829300"/>
          </a:xfrm>
          <a:prstGeom prst="roundRect">
            <a:avLst>
              <a:gd name="adj" fmla="val 16825"/>
            </a:avLst>
          </a:prstGeom>
          <a:solidFill>
            <a:srgbClr val="0B1A26">
              <a:alpha val="16000"/>
            </a:srgbClr>
          </a:solidFill>
          <a:ln>
            <a:noFill/>
          </a:ln>
          <a:effectLst>
            <a:softEdge rad="125730"/>
          </a:effectLst>
        </p:spPr>
      </p:sp>
      <p:sp>
        <p:nvSpPr>
          <p:cNvPr id="94" name="!!rect-7ld"/>
          <p:cNvSpPr/>
          <p:nvPr/>
        </p:nvSpPr>
        <p:spPr>
          <a:xfrm>
            <a:off x="8590280" y="1676400"/>
            <a:ext cx="31750" cy="2159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95" name="!!rect-7le"/>
          <p:cNvSpPr/>
          <p:nvPr/>
        </p:nvSpPr>
        <p:spPr>
          <a:xfrm>
            <a:off x="8590280" y="2108200"/>
            <a:ext cx="31750" cy="4064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96" name="!!rect-7lf"/>
          <p:cNvSpPr/>
          <p:nvPr/>
        </p:nvSpPr>
        <p:spPr>
          <a:xfrm>
            <a:off x="8590280" y="2603500"/>
            <a:ext cx="31750" cy="4064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97" name="!!rect-7lg"/>
          <p:cNvSpPr/>
          <p:nvPr/>
        </p:nvSpPr>
        <p:spPr>
          <a:xfrm>
            <a:off x="11355070" y="2260600"/>
            <a:ext cx="31750" cy="6350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98" name="!!rect-7lh"/>
          <p:cNvSpPr/>
          <p:nvPr/>
        </p:nvSpPr>
        <p:spPr>
          <a:xfrm>
            <a:off x="11357610" y="4114800"/>
            <a:ext cx="25400" cy="419100"/>
          </a:xfrm>
          <a:prstGeom prst="roundRect">
            <a:avLst>
              <a:gd name="adj" fmla="val 50000"/>
            </a:avLst>
          </a:prstGeom>
          <a:solidFill>
            <a:srgbClr val="8795A0"/>
          </a:solidFill>
          <a:ln>
            <a:noFill/>
          </a:ln>
        </p:spPr>
      </p:sp>
      <p:sp>
        <p:nvSpPr>
          <p:cNvPr id="99" name="!!rect-7li"/>
          <p:cNvSpPr/>
          <p:nvPr/>
        </p:nvSpPr>
        <p:spPr>
          <a:xfrm>
            <a:off x="8610600" y="508000"/>
            <a:ext cx="2755900" cy="5753100"/>
          </a:xfrm>
          <a:prstGeom prst="roundRect">
            <a:avLst>
              <a:gd name="adj" fmla="val 16359"/>
            </a:avLst>
          </a:prstGeom>
          <a:gradFill rotWithShape="1">
            <a:gsLst>
              <a:gs pos="0">
                <a:srgbClr val="FBFCFD"/>
              </a:gs>
              <a:gs pos="18000">
                <a:srgbClr val="DDE5EB"/>
              </a:gs>
              <a:gs pos="46000">
                <a:srgbClr val="B4C2CC"/>
              </a:gs>
              <a:gs pos="62000">
                <a:srgbClr val="D3DCE3"/>
              </a:gs>
              <a:gs pos="84000">
                <a:srgbClr val="A9B8C3"/>
              </a:gs>
              <a:gs pos="100000">
                <a:srgbClr val="E8EEF2"/>
              </a:gs>
              <a:gs pos="100000">
                <a:srgbClr val="E8EEF2"/>
              </a:gs>
            </a:gsLst>
            <a:lin ang="3864255" scaled="0"/>
          </a:gradFill>
          <a:ln>
            <a:noFill/>
          </a:ln>
        </p:spPr>
      </p:sp>
      <p:sp>
        <p:nvSpPr>
          <p:cNvPr id="100" name="!!rect-7lj"/>
          <p:cNvSpPr/>
          <p:nvPr/>
        </p:nvSpPr>
        <p:spPr>
          <a:xfrm>
            <a:off x="8614410" y="511810"/>
            <a:ext cx="2748280" cy="5745480"/>
          </a:xfrm>
          <a:prstGeom prst="roundRect">
            <a:avLst>
              <a:gd name="adj" fmla="val 16266"/>
            </a:avLst>
          </a:prstGeom>
          <a:noFill/>
          <a:ln w="7620" cap="flat">
            <a:solidFill>
              <a:srgbClr val="7F8F9B">
                <a:alpha val="55000"/>
              </a:srgbClr>
            </a:solidFill>
            <a:prstDash val="solid"/>
            <a:miter lim="800000"/>
          </a:ln>
        </p:spPr>
      </p:sp>
      <p:sp>
        <p:nvSpPr>
          <p:cNvPr id="101" name="!!rect-7lk"/>
          <p:cNvSpPr/>
          <p:nvPr/>
        </p:nvSpPr>
        <p:spPr>
          <a:xfrm>
            <a:off x="8637270" y="534670"/>
            <a:ext cx="2702560" cy="5699760"/>
          </a:xfrm>
          <a:prstGeom prst="roundRect">
            <a:avLst>
              <a:gd name="adj" fmla="val 15695"/>
            </a:avLst>
          </a:prstGeom>
          <a:noFill/>
          <a:ln w="8890" cap="flat">
            <a:solidFill>
              <a:srgbClr val="FFFFFF">
                <a:alpha val="75000"/>
              </a:srgbClr>
            </a:solidFill>
            <a:prstDash val="solid"/>
            <a:miter lim="800000"/>
          </a:ln>
        </p:spPr>
      </p:sp>
      <p:sp>
        <p:nvSpPr>
          <p:cNvPr id="102" name="!!rect-7ll"/>
          <p:cNvSpPr/>
          <p:nvPr/>
        </p:nvSpPr>
        <p:spPr>
          <a:xfrm>
            <a:off x="8664575" y="561975"/>
            <a:ext cx="2647950" cy="5645150"/>
          </a:xfrm>
          <a:prstGeom prst="roundRect">
            <a:avLst>
              <a:gd name="adj" fmla="val 14988"/>
            </a:avLst>
          </a:prstGeom>
          <a:solidFill>
            <a:srgbClr val="050608"/>
          </a:solidFill>
          <a:ln>
            <a:noFill/>
          </a:ln>
        </p:spPr>
      </p:sp>
      <p:sp>
        <p:nvSpPr>
          <p:cNvPr id="103" name="!!rect-7ln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solidFill>
            <a:srgbClr val="F3F5F7"/>
          </a:solidFill>
          <a:ln>
            <a:noFill/>
          </a:ln>
        </p:spPr>
      </p:sp>
      <p:sp>
        <p:nvSpPr>
          <p:cNvPr id="104" name="!!rect-895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solidFill>
            <a:srgbClr val="F3F5F7"/>
          </a:solidFill>
          <a:ln>
            <a:noFill/>
          </a:ln>
        </p:spPr>
      </p:sp>
      <p:sp>
        <p:nvSpPr>
          <p:cNvPr id="105" name="!!path-897"/>
          <p:cNvSpPr/>
          <p:nvPr/>
        </p:nvSpPr>
        <p:spPr>
          <a:xfrm>
            <a:off x="8712200" y="609600"/>
            <a:ext cx="2552700" cy="730250"/>
          </a:xfrm>
          <a:custGeom>
            <a:avLst/>
            <a:gdLst/>
            <a:ahLst/>
            <a:cxnLst/>
            <a:rect l="l" t="t" r="r" b="b"/>
            <a:pathLst>
              <a:path w="2552700" h="730250">
                <a:moveTo>
                  <a:pt x="0" y="349250"/>
                </a:moveTo>
                <a:lnTo>
                  <a:pt x="6711" y="281115"/>
                </a:lnTo>
                <a:lnTo>
                  <a:pt x="26585" y="215598"/>
                </a:lnTo>
                <a:lnTo>
                  <a:pt x="58859" y="155217"/>
                </a:lnTo>
                <a:lnTo>
                  <a:pt x="102293" y="102293"/>
                </a:lnTo>
                <a:lnTo>
                  <a:pt x="155217" y="58859"/>
                </a:lnTo>
                <a:lnTo>
                  <a:pt x="215598" y="26585"/>
                </a:lnTo>
                <a:lnTo>
                  <a:pt x="281115" y="6711"/>
                </a:lnTo>
                <a:lnTo>
                  <a:pt x="349250" y="0"/>
                </a:lnTo>
                <a:lnTo>
                  <a:pt x="2203450" y="0"/>
                </a:lnTo>
                <a:lnTo>
                  <a:pt x="2271585" y="6711"/>
                </a:lnTo>
                <a:lnTo>
                  <a:pt x="2337102" y="26585"/>
                </a:lnTo>
                <a:lnTo>
                  <a:pt x="2397483" y="58859"/>
                </a:lnTo>
                <a:lnTo>
                  <a:pt x="2450407" y="102293"/>
                </a:lnTo>
                <a:lnTo>
                  <a:pt x="2493841" y="155217"/>
                </a:lnTo>
                <a:lnTo>
                  <a:pt x="2526115" y="215598"/>
                </a:lnTo>
                <a:lnTo>
                  <a:pt x="2545989" y="281115"/>
                </a:lnTo>
                <a:lnTo>
                  <a:pt x="2552700" y="349250"/>
                </a:lnTo>
                <a:lnTo>
                  <a:pt x="2552700" y="577850"/>
                </a:lnTo>
                <a:lnTo>
                  <a:pt x="2551642" y="602192"/>
                </a:lnTo>
                <a:lnTo>
                  <a:pt x="2548467" y="624417"/>
                </a:lnTo>
                <a:lnTo>
                  <a:pt x="2543175" y="644525"/>
                </a:lnTo>
                <a:lnTo>
                  <a:pt x="2535767" y="662517"/>
                </a:lnTo>
                <a:lnTo>
                  <a:pt x="2526242" y="678392"/>
                </a:lnTo>
                <a:lnTo>
                  <a:pt x="2514600" y="692150"/>
                </a:lnTo>
                <a:lnTo>
                  <a:pt x="2500842" y="703792"/>
                </a:lnTo>
                <a:lnTo>
                  <a:pt x="2484967" y="713317"/>
                </a:lnTo>
                <a:lnTo>
                  <a:pt x="2466975" y="720725"/>
                </a:lnTo>
                <a:lnTo>
                  <a:pt x="2446867" y="726017"/>
                </a:lnTo>
                <a:lnTo>
                  <a:pt x="2424642" y="729192"/>
                </a:lnTo>
                <a:lnTo>
                  <a:pt x="2400300" y="730250"/>
                </a:lnTo>
                <a:lnTo>
                  <a:pt x="152400" y="730250"/>
                </a:lnTo>
                <a:lnTo>
                  <a:pt x="128058" y="729192"/>
                </a:lnTo>
                <a:lnTo>
                  <a:pt x="105833" y="726017"/>
                </a:lnTo>
                <a:lnTo>
                  <a:pt x="85725" y="720725"/>
                </a:lnTo>
                <a:lnTo>
                  <a:pt x="67733" y="713317"/>
                </a:lnTo>
                <a:lnTo>
                  <a:pt x="51858" y="703792"/>
                </a:lnTo>
                <a:lnTo>
                  <a:pt x="38100" y="692150"/>
                </a:lnTo>
                <a:lnTo>
                  <a:pt x="26458" y="678392"/>
                </a:lnTo>
                <a:lnTo>
                  <a:pt x="16933" y="662517"/>
                </a:lnTo>
                <a:lnTo>
                  <a:pt x="9525" y="644525"/>
                </a:lnTo>
                <a:lnTo>
                  <a:pt x="4233" y="624417"/>
                </a:lnTo>
                <a:lnTo>
                  <a:pt x="1058" y="602192"/>
                </a:lnTo>
                <a:lnTo>
                  <a:pt x="0" y="577850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106" name="!!text-898" descr="2:25"/>
          <p:cNvSpPr txBox="1"/>
          <p:nvPr/>
        </p:nvSpPr>
        <p:spPr>
          <a:xfrm>
            <a:off x="9020597" y="714883"/>
            <a:ext cx="253790" cy="1563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50" kern="0" dirty="0">
                <a:solidFill>
                  <a:srgbClr val="FFFFFF"/>
                </a:solidFill>
                <a:latin typeface="Noto Sans TC SemiBold"/>
                <a:ea typeface="Noto Sans TC SemiBold"/>
                <a:cs typeface="Noto Sans TC SemiBold"/>
              </a:rPr>
              <a:t>2:25</a:t>
            </a:r>
            <a:endParaRPr lang="zh-TW" sz="850"/>
          </a:p>
        </p:txBody>
      </p:sp>
      <p:sp>
        <p:nvSpPr>
          <p:cNvPr id="107" name="!!rect-89d"/>
          <p:cNvSpPr/>
          <p:nvPr/>
        </p:nvSpPr>
        <p:spPr>
          <a:xfrm>
            <a:off x="10579100" y="808990"/>
            <a:ext cx="21590" cy="2667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08" name="!!rect-89e"/>
          <p:cNvSpPr/>
          <p:nvPr/>
        </p:nvSpPr>
        <p:spPr>
          <a:xfrm>
            <a:off x="10612120" y="792480"/>
            <a:ext cx="21590" cy="4318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09" name="!!rect-89f"/>
          <p:cNvSpPr/>
          <p:nvPr/>
        </p:nvSpPr>
        <p:spPr>
          <a:xfrm>
            <a:off x="10645140" y="775970"/>
            <a:ext cx="21590" cy="5969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10" name="!!rect-89g"/>
          <p:cNvSpPr/>
          <p:nvPr/>
        </p:nvSpPr>
        <p:spPr>
          <a:xfrm>
            <a:off x="10678160" y="759460"/>
            <a:ext cx="21590" cy="7620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11" name="!!path-89h"/>
          <p:cNvSpPr/>
          <p:nvPr/>
        </p:nvSpPr>
        <p:spPr>
          <a:xfrm>
            <a:off x="10763250" y="763570"/>
            <a:ext cx="95250" cy="70820"/>
          </a:xfrm>
          <a:custGeom>
            <a:avLst/>
            <a:gdLst/>
            <a:ahLst/>
            <a:cxnLst/>
            <a:rect l="l" t="t" r="r" b="b"/>
            <a:pathLst>
              <a:path w="95250" h="70820">
                <a:moveTo>
                  <a:pt x="47625" y="70820"/>
                </a:moveTo>
                <a:lnTo>
                  <a:pt x="31115" y="51135"/>
                </a:lnTo>
                <a:cubicBezTo>
                  <a:pt x="40714" y="43262"/>
                  <a:pt x="54536" y="43262"/>
                  <a:pt x="64135" y="51135"/>
                </a:cubicBezTo>
                <a:close/>
                <a:moveTo>
                  <a:pt x="0" y="23830"/>
                </a:moveTo>
                <a:cubicBezTo>
                  <a:pt x="27279" y="0"/>
                  <a:pt x="67971" y="0"/>
                  <a:pt x="95250" y="23830"/>
                </a:cubicBezTo>
                <a:lnTo>
                  <a:pt x="83820" y="37165"/>
                </a:lnTo>
                <a:cubicBezTo>
                  <a:pt x="63051" y="19153"/>
                  <a:pt x="32199" y="19153"/>
                  <a:pt x="11430" y="37165"/>
                </a:cubicBezTo>
                <a:close/>
                <a:moveTo>
                  <a:pt x="16510" y="43515"/>
                </a:moveTo>
                <a:cubicBezTo>
                  <a:pt x="34385" y="28089"/>
                  <a:pt x="60865" y="28089"/>
                  <a:pt x="78740" y="43515"/>
                </a:cubicBezTo>
                <a:lnTo>
                  <a:pt x="67310" y="56850"/>
                </a:lnTo>
                <a:cubicBezTo>
                  <a:pt x="55947" y="47238"/>
                  <a:pt x="39303" y="47238"/>
                  <a:pt x="27940" y="5685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12" name="!!rect-89i"/>
          <p:cNvSpPr/>
          <p:nvPr/>
        </p:nvSpPr>
        <p:spPr>
          <a:xfrm>
            <a:off x="10902950" y="760730"/>
            <a:ext cx="161925" cy="78740"/>
          </a:xfrm>
          <a:prstGeom prst="roundRect">
            <a:avLst>
              <a:gd name="adj" fmla="val 32258"/>
            </a:avLst>
          </a:prstGeom>
          <a:noFill/>
          <a:ln w="6985" cap="flat">
            <a:solidFill>
              <a:srgbClr val="FFFFFF">
                <a:alpha val="38000"/>
              </a:srgbClr>
            </a:solidFill>
            <a:prstDash val="solid"/>
            <a:miter lim="800000"/>
          </a:ln>
        </p:spPr>
      </p:sp>
      <p:sp>
        <p:nvSpPr>
          <p:cNvPr id="113" name="!!rect-89j"/>
          <p:cNvSpPr/>
          <p:nvPr/>
        </p:nvSpPr>
        <p:spPr>
          <a:xfrm>
            <a:off x="10916285" y="774065"/>
            <a:ext cx="110909" cy="52070"/>
          </a:xfrm>
          <a:prstGeom prst="roundRect">
            <a:avLst>
              <a:gd name="adj" fmla="val 26829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14" name="!!path-89k"/>
          <p:cNvSpPr/>
          <p:nvPr/>
        </p:nvSpPr>
        <p:spPr>
          <a:xfrm>
            <a:off x="11074400" y="786130"/>
            <a:ext cx="10345" cy="27940"/>
          </a:xfrm>
          <a:custGeom>
            <a:avLst/>
            <a:gdLst/>
            <a:ahLst/>
            <a:cxnLst/>
            <a:rect l="l" t="t" r="r" b="b"/>
            <a:pathLst>
              <a:path w="10345" h="27940">
                <a:moveTo>
                  <a:pt x="0" y="0"/>
                </a:moveTo>
                <a:lnTo>
                  <a:pt x="0" y="27940"/>
                </a:lnTo>
                <a:cubicBezTo>
                  <a:pt x="6146" y="26066"/>
                  <a:pt x="10345" y="20395"/>
                  <a:pt x="10345" y="13970"/>
                </a:cubicBezTo>
                <a:cubicBezTo>
                  <a:pt x="10345" y="7545"/>
                  <a:pt x="6146" y="1874"/>
                  <a:pt x="0" y="0"/>
                </a:cubicBezTo>
                <a:close/>
              </a:path>
            </a:pathLst>
          </a:custGeom>
          <a:solidFill>
            <a:srgbClr val="FFFFFF">
              <a:alpha val="45000"/>
            </a:srgbClr>
          </a:solidFill>
          <a:ln>
            <a:noFill/>
          </a:ln>
        </p:spPr>
      </p:sp>
      <p:sp>
        <p:nvSpPr>
          <p:cNvPr id="115" name="!!path-89l"/>
          <p:cNvSpPr/>
          <p:nvPr/>
        </p:nvSpPr>
        <p:spPr>
          <a:xfrm>
            <a:off x="8845537" y="1109129"/>
            <a:ext cx="62258" cy="105791"/>
          </a:xfrm>
          <a:custGeom>
            <a:avLst/>
            <a:gdLst/>
            <a:ahLst/>
            <a:cxnLst/>
            <a:rect l="l" t="t" r="r" b="b"/>
            <a:pathLst>
              <a:path w="62258" h="105791">
                <a:moveTo>
                  <a:pt x="62258" y="9363"/>
                </a:moveTo>
                <a:lnTo>
                  <a:pt x="52896" y="0"/>
                </a:lnTo>
                <a:lnTo>
                  <a:pt x="0" y="52896"/>
                </a:lnTo>
                <a:lnTo>
                  <a:pt x="52896" y="105791"/>
                </a:lnTo>
                <a:lnTo>
                  <a:pt x="62258" y="96429"/>
                </a:lnTo>
                <a:lnTo>
                  <a:pt x="18725" y="5289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16" name="!!path-89m"/>
          <p:cNvSpPr/>
          <p:nvPr/>
        </p:nvSpPr>
        <p:spPr>
          <a:xfrm>
            <a:off x="9607874" y="1103840"/>
            <a:ext cx="116370" cy="116370"/>
          </a:xfrm>
          <a:custGeom>
            <a:avLst/>
            <a:gdLst/>
            <a:ahLst/>
            <a:cxnLst/>
            <a:rect l="l" t="t" r="r" b="b"/>
            <a:pathLst>
              <a:path w="116370" h="116370">
                <a:moveTo>
                  <a:pt x="95212" y="42316"/>
                </a:moveTo>
                <a:lnTo>
                  <a:pt x="101824" y="27770"/>
                </a:lnTo>
                <a:lnTo>
                  <a:pt x="116370" y="21158"/>
                </a:lnTo>
                <a:lnTo>
                  <a:pt x="101824" y="14546"/>
                </a:lnTo>
                <a:lnTo>
                  <a:pt x="95212" y="0"/>
                </a:lnTo>
                <a:lnTo>
                  <a:pt x="88600" y="14546"/>
                </a:lnTo>
                <a:lnTo>
                  <a:pt x="74054" y="21158"/>
                </a:lnTo>
                <a:lnTo>
                  <a:pt x="88600" y="27770"/>
                </a:lnTo>
                <a:lnTo>
                  <a:pt x="95212" y="42316"/>
                </a:lnTo>
                <a:close/>
                <a:moveTo>
                  <a:pt x="55540" y="44961"/>
                </a:moveTo>
                <a:lnTo>
                  <a:pt x="42316" y="15869"/>
                </a:lnTo>
                <a:lnTo>
                  <a:pt x="29093" y="44961"/>
                </a:lnTo>
                <a:lnTo>
                  <a:pt x="0" y="58185"/>
                </a:lnTo>
                <a:lnTo>
                  <a:pt x="29093" y="71409"/>
                </a:lnTo>
                <a:lnTo>
                  <a:pt x="42316" y="100501"/>
                </a:lnTo>
                <a:lnTo>
                  <a:pt x="55540" y="71409"/>
                </a:lnTo>
                <a:lnTo>
                  <a:pt x="84633" y="58185"/>
                </a:lnTo>
                <a:lnTo>
                  <a:pt x="55540" y="44961"/>
                </a:lnTo>
                <a:close/>
                <a:moveTo>
                  <a:pt x="95212" y="74054"/>
                </a:moveTo>
                <a:lnTo>
                  <a:pt x="88600" y="88600"/>
                </a:lnTo>
                <a:lnTo>
                  <a:pt x="74054" y="95212"/>
                </a:lnTo>
                <a:lnTo>
                  <a:pt x="88600" y="101824"/>
                </a:lnTo>
                <a:lnTo>
                  <a:pt x="95212" y="116370"/>
                </a:lnTo>
                <a:lnTo>
                  <a:pt x="101824" y="101824"/>
                </a:lnTo>
                <a:lnTo>
                  <a:pt x="116370" y="95212"/>
                </a:lnTo>
                <a:lnTo>
                  <a:pt x="101824" y="88600"/>
                </a:lnTo>
                <a:lnTo>
                  <a:pt x="95212" y="7405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17" name="!!text-89n" descr="AI 書籍顧問"/>
          <p:cNvSpPr txBox="1"/>
          <p:nvPr/>
        </p:nvSpPr>
        <p:spPr>
          <a:xfrm>
            <a:off x="9780384" y="1070737"/>
            <a:ext cx="628421" cy="16550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1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AI 書籍顧問</a:t>
            </a:r>
            <a:endParaRPr lang="zh-TW" sz="900"/>
          </a:p>
        </p:txBody>
      </p:sp>
      <p:sp>
        <p:nvSpPr>
          <p:cNvPr id="118" name="!!rect-8c5"/>
          <p:cNvSpPr/>
          <p:nvPr/>
        </p:nvSpPr>
        <p:spPr>
          <a:xfrm>
            <a:off x="9747250" y="1498600"/>
            <a:ext cx="1416050" cy="393700"/>
          </a:xfrm>
          <a:prstGeom prst="roundRect">
            <a:avLst>
              <a:gd name="adj" fmla="val 29032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119" name="!!text-8c6" descr="想找適合入門的程式設計書，"/>
          <p:cNvSpPr txBox="1"/>
          <p:nvPr/>
        </p:nvSpPr>
        <p:spPr>
          <a:xfrm>
            <a:off x="9836150" y="1553210"/>
            <a:ext cx="1266825" cy="1379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0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想找適合入門的程式設計書，</a:t>
            </a:r>
            <a:endParaRPr lang="zh-TW" sz="750"/>
          </a:p>
        </p:txBody>
      </p:sp>
      <p:sp>
        <p:nvSpPr>
          <p:cNvPr id="120" name="!!text-8ck" descr="預算 300 代幣以內"/>
          <p:cNvSpPr txBox="1"/>
          <p:nvPr/>
        </p:nvSpPr>
        <p:spPr>
          <a:xfrm>
            <a:off x="9836150" y="1692910"/>
            <a:ext cx="801338" cy="1379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0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預算 300 代幣以內</a:t>
            </a:r>
            <a:endParaRPr lang="zh-TW" sz="750"/>
          </a:p>
        </p:txBody>
      </p:sp>
      <p:sp>
        <p:nvSpPr>
          <p:cNvPr id="121" name="!!circle-8d9"/>
          <p:cNvSpPr/>
          <p:nvPr/>
        </p:nvSpPr>
        <p:spPr>
          <a:xfrm>
            <a:off x="8813800" y="2120900"/>
            <a:ext cx="190500" cy="190500"/>
          </a:xfrm>
          <a:prstGeom prst="ellipse">
            <a:avLst/>
          </a:prstGeom>
          <a:solidFill>
            <a:srgbClr val="627D8D">
              <a:alpha val="14000"/>
            </a:srgbClr>
          </a:solidFill>
          <a:ln>
            <a:noFill/>
          </a:ln>
        </p:spPr>
      </p:sp>
      <p:sp>
        <p:nvSpPr>
          <p:cNvPr id="122" name="!!path-8da"/>
          <p:cNvSpPr/>
          <p:nvPr/>
        </p:nvSpPr>
        <p:spPr>
          <a:xfrm>
            <a:off x="8856663" y="2163763"/>
            <a:ext cx="104775" cy="104775"/>
          </a:xfrm>
          <a:custGeom>
            <a:avLst/>
            <a:gdLst/>
            <a:ahLst/>
            <a:cxnLst/>
            <a:rect l="l" t="t" r="r" b="b"/>
            <a:pathLst>
              <a:path w="104775" h="104775">
                <a:moveTo>
                  <a:pt x="85725" y="38100"/>
                </a:moveTo>
                <a:lnTo>
                  <a:pt x="91678" y="25003"/>
                </a:lnTo>
                <a:lnTo>
                  <a:pt x="104775" y="19050"/>
                </a:lnTo>
                <a:lnTo>
                  <a:pt x="91678" y="13097"/>
                </a:lnTo>
                <a:lnTo>
                  <a:pt x="85725" y="0"/>
                </a:lnTo>
                <a:lnTo>
                  <a:pt x="79772" y="13097"/>
                </a:lnTo>
                <a:lnTo>
                  <a:pt x="66675" y="19050"/>
                </a:lnTo>
                <a:lnTo>
                  <a:pt x="79772" y="25003"/>
                </a:lnTo>
                <a:lnTo>
                  <a:pt x="85725" y="38100"/>
                </a:lnTo>
                <a:close/>
                <a:moveTo>
                  <a:pt x="50006" y="40481"/>
                </a:moveTo>
                <a:lnTo>
                  <a:pt x="38100" y="14288"/>
                </a:lnTo>
                <a:lnTo>
                  <a:pt x="26194" y="40481"/>
                </a:lnTo>
                <a:lnTo>
                  <a:pt x="0" y="52388"/>
                </a:lnTo>
                <a:lnTo>
                  <a:pt x="26194" y="64294"/>
                </a:lnTo>
                <a:lnTo>
                  <a:pt x="38100" y="90488"/>
                </a:lnTo>
                <a:lnTo>
                  <a:pt x="50006" y="64294"/>
                </a:lnTo>
                <a:lnTo>
                  <a:pt x="76200" y="52388"/>
                </a:lnTo>
                <a:lnTo>
                  <a:pt x="50006" y="40481"/>
                </a:lnTo>
                <a:close/>
                <a:moveTo>
                  <a:pt x="85725" y="66675"/>
                </a:moveTo>
                <a:lnTo>
                  <a:pt x="79772" y="79772"/>
                </a:lnTo>
                <a:lnTo>
                  <a:pt x="66675" y="85725"/>
                </a:lnTo>
                <a:lnTo>
                  <a:pt x="79772" y="91678"/>
                </a:lnTo>
                <a:lnTo>
                  <a:pt x="85725" y="104775"/>
                </a:lnTo>
                <a:lnTo>
                  <a:pt x="91678" y="91678"/>
                </a:lnTo>
                <a:lnTo>
                  <a:pt x="104775" y="85725"/>
                </a:lnTo>
                <a:lnTo>
                  <a:pt x="91678" y="79772"/>
                </a:lnTo>
                <a:lnTo>
                  <a:pt x="85725" y="66675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123" name="!!rect-8db"/>
          <p:cNvSpPr/>
          <p:nvPr/>
        </p:nvSpPr>
        <p:spPr>
          <a:xfrm>
            <a:off x="9055100" y="2120900"/>
            <a:ext cx="1225550" cy="257175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24" name="!!text-8dc" descr="以下是符合條件的書籍："/>
          <p:cNvSpPr txBox="1"/>
          <p:nvPr/>
        </p:nvSpPr>
        <p:spPr>
          <a:xfrm>
            <a:off x="9144000" y="2175510"/>
            <a:ext cx="1076325" cy="1379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0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以下是符合條件的書籍：</a:t>
            </a:r>
            <a:endParaRPr lang="zh-TW" sz="750"/>
          </a:p>
        </p:txBody>
      </p:sp>
      <p:sp>
        <p:nvSpPr>
          <p:cNvPr id="125" name="!!rect-8ds"/>
          <p:cNvSpPr/>
          <p:nvPr/>
        </p:nvSpPr>
        <p:spPr>
          <a:xfrm>
            <a:off x="9055100" y="2489200"/>
            <a:ext cx="685800" cy="1223010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26" name="!!rect-8du"/>
          <p:cNvSpPr/>
          <p:nvPr/>
        </p:nvSpPr>
        <p:spPr>
          <a:xfrm>
            <a:off x="9055100" y="2489200"/>
            <a:ext cx="685800" cy="651510"/>
          </a:xfrm>
          <a:prstGeom prst="roundRect">
            <a:avLst>
              <a:gd name="adj" fmla="val 13645"/>
            </a:avLst>
          </a:prstGeom>
          <a:solidFill>
            <a:srgbClr val="E3E8EC"/>
          </a:solidFill>
          <a:ln>
            <a:noFill/>
          </a:ln>
        </p:spPr>
      </p:sp>
      <p:sp>
        <p:nvSpPr>
          <p:cNvPr id="127" name="!!rect-8dv"/>
          <p:cNvSpPr/>
          <p:nvPr/>
        </p:nvSpPr>
        <p:spPr>
          <a:xfrm>
            <a:off x="9055100" y="3051810"/>
            <a:ext cx="685800" cy="88900"/>
          </a:xfrm>
          <a:prstGeom prst="rect">
            <a:avLst/>
          </a:prstGeom>
          <a:solidFill>
            <a:srgbClr val="E3E8EC"/>
          </a:solidFill>
          <a:ln>
            <a:noFill/>
          </a:ln>
        </p:spPr>
      </p:sp>
      <p:sp>
        <p:nvSpPr>
          <p:cNvPr id="128" name="!!rect-8dx"/>
          <p:cNvSpPr/>
          <p:nvPr/>
        </p:nvSpPr>
        <p:spPr>
          <a:xfrm>
            <a:off x="9219692" y="2567381"/>
            <a:ext cx="356616" cy="495148"/>
          </a:xfrm>
          <a:prstGeom prst="roundRect">
            <a:avLst>
              <a:gd name="adj" fmla="val 5342"/>
            </a:avLst>
          </a:prstGeom>
          <a:gradFill rotWithShape="1">
            <a:gsLst>
              <a:gs pos="0">
                <a:srgbClr val="4D76A6"/>
              </a:gs>
              <a:gs pos="100000">
                <a:srgbClr val="32557E"/>
              </a:gs>
            </a:gsLst>
            <a:lin ang="3254265" scaled="0"/>
          </a:gradFill>
          <a:ln>
            <a:noFill/>
          </a:ln>
        </p:spPr>
      </p:sp>
      <p:sp>
        <p:nvSpPr>
          <p:cNvPr id="129" name="!!rect-8dy"/>
          <p:cNvSpPr/>
          <p:nvPr/>
        </p:nvSpPr>
        <p:spPr>
          <a:xfrm>
            <a:off x="9251785" y="2567381"/>
            <a:ext cx="17831" cy="495148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</p:spPr>
      </p:sp>
      <p:sp>
        <p:nvSpPr>
          <p:cNvPr id="130" name="!!rect-8dz"/>
          <p:cNvSpPr/>
          <p:nvPr/>
        </p:nvSpPr>
        <p:spPr>
          <a:xfrm>
            <a:off x="9308846" y="2656510"/>
            <a:ext cx="199708" cy="34658"/>
          </a:xfrm>
          <a:prstGeom prst="roundRect">
            <a:avLst>
              <a:gd name="adj" fmla="val 28582"/>
            </a:avLst>
          </a:prstGeom>
          <a:solidFill>
            <a:srgbClr val="E9EEF1"/>
          </a:solidFill>
          <a:ln>
            <a:noFill/>
          </a:ln>
        </p:spPr>
      </p:sp>
      <p:sp>
        <p:nvSpPr>
          <p:cNvPr id="131" name="!!rect-8e0"/>
          <p:cNvSpPr/>
          <p:nvPr/>
        </p:nvSpPr>
        <p:spPr>
          <a:xfrm>
            <a:off x="9308846" y="2715927"/>
            <a:ext cx="135515" cy="22282"/>
          </a:xfrm>
          <a:prstGeom prst="roundRect">
            <a:avLst>
              <a:gd name="adj" fmla="val 44457"/>
            </a:avLst>
          </a:prstGeom>
          <a:solidFill>
            <a:srgbClr val="E9EEF1">
              <a:alpha val="72000"/>
            </a:srgbClr>
          </a:solidFill>
          <a:ln>
            <a:noFill/>
          </a:ln>
        </p:spPr>
      </p:sp>
      <p:sp>
        <p:nvSpPr>
          <p:cNvPr id="132" name="!!rect-8e1"/>
          <p:cNvSpPr/>
          <p:nvPr/>
        </p:nvSpPr>
        <p:spPr>
          <a:xfrm>
            <a:off x="9308846" y="2963501"/>
            <a:ext cx="99854" cy="19806"/>
          </a:xfrm>
          <a:prstGeom prst="roundRect">
            <a:avLst>
              <a:gd name="adj" fmla="val 50000"/>
            </a:avLst>
          </a:prstGeom>
          <a:solidFill>
            <a:srgbClr val="E9EEF1">
              <a:alpha val="55000"/>
            </a:srgbClr>
          </a:solidFill>
          <a:ln>
            <a:noFill/>
          </a:ln>
        </p:spPr>
      </p:sp>
      <p:sp>
        <p:nvSpPr>
          <p:cNvPr id="133" name="!!text-8e2" descr="Python 程式…"/>
          <p:cNvSpPr txBox="1"/>
          <p:nvPr/>
        </p:nvSpPr>
        <p:spPr>
          <a:xfrm>
            <a:off x="9118600" y="3178302"/>
            <a:ext cx="585775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Python 程式…</a:t>
            </a:r>
            <a:endParaRPr lang="zh-TW" sz="650"/>
          </a:p>
        </p:txBody>
      </p:sp>
      <p:sp>
        <p:nvSpPr>
          <p:cNvPr id="134" name="!!text-8ec" descr="範例由淺入深"/>
          <p:cNvSpPr txBox="1"/>
          <p:nvPr/>
        </p:nvSpPr>
        <p:spPr>
          <a:xfrm>
            <a:off x="9118600" y="3308350"/>
            <a:ext cx="400050" cy="9194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500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範例由淺入深</a:t>
            </a:r>
            <a:endParaRPr lang="zh-TW" sz="500"/>
          </a:p>
        </p:txBody>
      </p:sp>
      <p:sp>
        <p:nvSpPr>
          <p:cNvPr id="135" name="!!text-8ej" descr="$260"/>
          <p:cNvSpPr txBox="1"/>
          <p:nvPr/>
        </p:nvSpPr>
        <p:spPr>
          <a:xfrm>
            <a:off x="9118600" y="3519170"/>
            <a:ext cx="260604" cy="1379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0" kern="0" dirty="0">
                <a:solidFill>
                  <a:srgbClr val="627D8D"/>
                </a:solidFill>
                <a:latin typeface="Noto Sans TC Black"/>
                <a:ea typeface="Noto Sans TC Black"/>
                <a:cs typeface="Noto Sans TC Black"/>
              </a:rPr>
              <a:t>$260</a:t>
            </a:r>
            <a:endParaRPr lang="zh-TW" sz="750"/>
          </a:p>
        </p:txBody>
      </p:sp>
      <p:sp>
        <p:nvSpPr>
          <p:cNvPr id="136" name="!!text-8eo" descr="近全新"/>
          <p:cNvSpPr txBox="1"/>
          <p:nvPr/>
        </p:nvSpPr>
        <p:spPr>
          <a:xfrm>
            <a:off x="9467850" y="3542284"/>
            <a:ext cx="230505" cy="10114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550" kern="0" dirty="0">
                <a:solidFill>
                  <a:srgbClr val="66BB6A"/>
                </a:solidFill>
                <a:latin typeface="Noto Sans TC SemiBold"/>
                <a:ea typeface="Noto Sans TC SemiBold"/>
                <a:cs typeface="Noto Sans TC SemiBold"/>
              </a:rPr>
              <a:t>近全新</a:t>
            </a:r>
            <a:endParaRPr lang="zh-TW" sz="550"/>
          </a:p>
        </p:txBody>
      </p:sp>
      <p:sp>
        <p:nvSpPr>
          <p:cNvPr id="137" name="!!rect-8ew"/>
          <p:cNvSpPr/>
          <p:nvPr/>
        </p:nvSpPr>
        <p:spPr>
          <a:xfrm>
            <a:off x="9791700" y="2489200"/>
            <a:ext cx="685800" cy="1223010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38" name="!!rect-8ey"/>
          <p:cNvSpPr/>
          <p:nvPr/>
        </p:nvSpPr>
        <p:spPr>
          <a:xfrm>
            <a:off x="9791700" y="2489200"/>
            <a:ext cx="685800" cy="651510"/>
          </a:xfrm>
          <a:prstGeom prst="roundRect">
            <a:avLst>
              <a:gd name="adj" fmla="val 13645"/>
            </a:avLst>
          </a:prstGeom>
          <a:solidFill>
            <a:srgbClr val="E3E8EC"/>
          </a:solidFill>
          <a:ln>
            <a:noFill/>
          </a:ln>
        </p:spPr>
      </p:sp>
      <p:sp>
        <p:nvSpPr>
          <p:cNvPr id="139" name="!!rect-8ez"/>
          <p:cNvSpPr/>
          <p:nvPr/>
        </p:nvSpPr>
        <p:spPr>
          <a:xfrm>
            <a:off x="9791700" y="3051810"/>
            <a:ext cx="685800" cy="88900"/>
          </a:xfrm>
          <a:prstGeom prst="rect">
            <a:avLst/>
          </a:prstGeom>
          <a:solidFill>
            <a:srgbClr val="E3E8EC"/>
          </a:solidFill>
          <a:ln>
            <a:noFill/>
          </a:ln>
        </p:spPr>
      </p:sp>
      <p:sp>
        <p:nvSpPr>
          <p:cNvPr id="140" name="!!rect-8f1"/>
          <p:cNvSpPr/>
          <p:nvPr/>
        </p:nvSpPr>
        <p:spPr>
          <a:xfrm>
            <a:off x="9956292" y="2567381"/>
            <a:ext cx="356616" cy="495148"/>
          </a:xfrm>
          <a:prstGeom prst="roundRect">
            <a:avLst>
              <a:gd name="adj" fmla="val 5342"/>
            </a:avLst>
          </a:prstGeom>
          <a:gradFill rotWithShape="1">
            <a:gsLst>
              <a:gs pos="0">
                <a:srgbClr val="59636F"/>
              </a:gs>
              <a:gs pos="100000">
                <a:srgbClr val="3C444F"/>
              </a:gs>
            </a:gsLst>
            <a:lin ang="3254265" scaled="0"/>
          </a:gradFill>
          <a:ln>
            <a:noFill/>
          </a:ln>
        </p:spPr>
      </p:sp>
      <p:sp>
        <p:nvSpPr>
          <p:cNvPr id="141" name="!!rect-8f2"/>
          <p:cNvSpPr/>
          <p:nvPr/>
        </p:nvSpPr>
        <p:spPr>
          <a:xfrm>
            <a:off x="9988385" y="2567381"/>
            <a:ext cx="17831" cy="495148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</p:spPr>
      </p:sp>
      <p:sp>
        <p:nvSpPr>
          <p:cNvPr id="142" name="!!rect-8f3"/>
          <p:cNvSpPr/>
          <p:nvPr/>
        </p:nvSpPr>
        <p:spPr>
          <a:xfrm>
            <a:off x="10045446" y="2656510"/>
            <a:ext cx="199708" cy="34658"/>
          </a:xfrm>
          <a:prstGeom prst="roundRect">
            <a:avLst>
              <a:gd name="adj" fmla="val 28582"/>
            </a:avLst>
          </a:prstGeom>
          <a:solidFill>
            <a:srgbClr val="E5E7EB"/>
          </a:solidFill>
          <a:ln>
            <a:noFill/>
          </a:ln>
        </p:spPr>
      </p:sp>
      <p:sp>
        <p:nvSpPr>
          <p:cNvPr id="143" name="!!rect-8f4"/>
          <p:cNvSpPr/>
          <p:nvPr/>
        </p:nvSpPr>
        <p:spPr>
          <a:xfrm>
            <a:off x="10045446" y="2715927"/>
            <a:ext cx="135515" cy="22282"/>
          </a:xfrm>
          <a:prstGeom prst="roundRect">
            <a:avLst>
              <a:gd name="adj" fmla="val 44457"/>
            </a:avLst>
          </a:prstGeom>
          <a:solidFill>
            <a:srgbClr val="E5E7EB">
              <a:alpha val="72000"/>
            </a:srgbClr>
          </a:solidFill>
          <a:ln>
            <a:noFill/>
          </a:ln>
        </p:spPr>
      </p:sp>
      <p:sp>
        <p:nvSpPr>
          <p:cNvPr id="144" name="!!rect-8f5"/>
          <p:cNvSpPr/>
          <p:nvPr/>
        </p:nvSpPr>
        <p:spPr>
          <a:xfrm>
            <a:off x="10045446" y="2963501"/>
            <a:ext cx="99854" cy="19806"/>
          </a:xfrm>
          <a:prstGeom prst="roundRect">
            <a:avLst>
              <a:gd name="adj" fmla="val 50000"/>
            </a:avLst>
          </a:prstGeom>
          <a:solidFill>
            <a:srgbClr val="E5E7EB">
              <a:alpha val="55000"/>
            </a:srgbClr>
          </a:solidFill>
          <a:ln>
            <a:noFill/>
          </a:ln>
        </p:spPr>
      </p:sp>
      <p:sp>
        <p:nvSpPr>
          <p:cNvPr id="145" name="!!text-8f6" descr="資料結構與演…"/>
          <p:cNvSpPr txBox="1"/>
          <p:nvPr/>
        </p:nvSpPr>
        <p:spPr>
          <a:xfrm>
            <a:off x="9855200" y="3178302"/>
            <a:ext cx="602615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資料結構與演…</a:t>
            </a:r>
            <a:endParaRPr lang="zh-TW" sz="650"/>
          </a:p>
        </p:txBody>
      </p:sp>
      <p:sp>
        <p:nvSpPr>
          <p:cNvPr id="146" name="!!text-8fe" descr="附習題解說"/>
          <p:cNvSpPr txBox="1"/>
          <p:nvPr/>
        </p:nvSpPr>
        <p:spPr>
          <a:xfrm>
            <a:off x="9855200" y="3308350"/>
            <a:ext cx="336550" cy="9194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500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附習題解說</a:t>
            </a:r>
            <a:endParaRPr lang="zh-TW" sz="500"/>
          </a:p>
        </p:txBody>
      </p:sp>
      <p:sp>
        <p:nvSpPr>
          <p:cNvPr id="147" name="!!text-8fk" descr="$220"/>
          <p:cNvSpPr txBox="1"/>
          <p:nvPr/>
        </p:nvSpPr>
        <p:spPr>
          <a:xfrm>
            <a:off x="9855200" y="3519170"/>
            <a:ext cx="260604" cy="1379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0" kern="0" dirty="0">
                <a:solidFill>
                  <a:srgbClr val="627D8D"/>
                </a:solidFill>
                <a:latin typeface="Noto Sans TC Black"/>
                <a:ea typeface="Noto Sans TC Black"/>
                <a:cs typeface="Noto Sans TC Black"/>
              </a:rPr>
              <a:t>$220</a:t>
            </a:r>
            <a:endParaRPr lang="zh-TW" sz="750"/>
          </a:p>
        </p:txBody>
      </p:sp>
      <p:sp>
        <p:nvSpPr>
          <p:cNvPr id="148" name="!!text-8fp" descr="良好"/>
          <p:cNvSpPr txBox="1"/>
          <p:nvPr/>
        </p:nvSpPr>
        <p:spPr>
          <a:xfrm>
            <a:off x="10274300" y="3542284"/>
            <a:ext cx="160655" cy="10114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550" kern="0" dirty="0">
                <a:solidFill>
                  <a:srgbClr val="FFA726"/>
                </a:solidFill>
                <a:latin typeface="Noto Sans TC SemiBold"/>
                <a:ea typeface="Noto Sans TC SemiBold"/>
                <a:cs typeface="Noto Sans TC SemiBold"/>
              </a:rPr>
              <a:t>良好</a:t>
            </a:r>
            <a:endParaRPr lang="zh-TW" sz="550"/>
          </a:p>
        </p:txBody>
      </p:sp>
      <p:sp>
        <p:nvSpPr>
          <p:cNvPr id="149" name="!!rect-8fw"/>
          <p:cNvSpPr/>
          <p:nvPr/>
        </p:nvSpPr>
        <p:spPr>
          <a:xfrm>
            <a:off x="10528300" y="2489200"/>
            <a:ext cx="685800" cy="1223010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50" name="!!rect-8fy"/>
          <p:cNvSpPr/>
          <p:nvPr/>
        </p:nvSpPr>
        <p:spPr>
          <a:xfrm>
            <a:off x="10528300" y="2489200"/>
            <a:ext cx="685800" cy="651510"/>
          </a:xfrm>
          <a:prstGeom prst="roundRect">
            <a:avLst>
              <a:gd name="adj" fmla="val 13645"/>
            </a:avLst>
          </a:prstGeom>
          <a:solidFill>
            <a:srgbClr val="E3E8EC"/>
          </a:solidFill>
          <a:ln>
            <a:noFill/>
          </a:ln>
        </p:spPr>
      </p:sp>
      <p:sp>
        <p:nvSpPr>
          <p:cNvPr id="151" name="!!rect-8fz"/>
          <p:cNvSpPr/>
          <p:nvPr/>
        </p:nvSpPr>
        <p:spPr>
          <a:xfrm>
            <a:off x="10528300" y="3051810"/>
            <a:ext cx="685800" cy="88900"/>
          </a:xfrm>
          <a:prstGeom prst="rect">
            <a:avLst/>
          </a:prstGeom>
          <a:solidFill>
            <a:srgbClr val="E3E8EC"/>
          </a:solidFill>
          <a:ln>
            <a:noFill/>
          </a:ln>
        </p:spPr>
      </p:sp>
      <p:sp>
        <p:nvSpPr>
          <p:cNvPr id="152" name="!!rect-8g1"/>
          <p:cNvSpPr/>
          <p:nvPr/>
        </p:nvSpPr>
        <p:spPr>
          <a:xfrm>
            <a:off x="10692892" y="2567381"/>
            <a:ext cx="356616" cy="495148"/>
          </a:xfrm>
          <a:prstGeom prst="roundRect">
            <a:avLst>
              <a:gd name="adj" fmla="val 5342"/>
            </a:avLst>
          </a:prstGeom>
          <a:gradFill rotWithShape="1">
            <a:gsLst>
              <a:gs pos="0">
                <a:srgbClr val="5D856F"/>
              </a:gs>
              <a:gs pos="100000">
                <a:srgbClr val="3F624F"/>
              </a:gs>
            </a:gsLst>
            <a:lin ang="3254265" scaled="0"/>
          </a:gradFill>
          <a:ln>
            <a:noFill/>
          </a:ln>
        </p:spPr>
      </p:sp>
      <p:sp>
        <p:nvSpPr>
          <p:cNvPr id="153" name="!!rect-8g2"/>
          <p:cNvSpPr/>
          <p:nvPr/>
        </p:nvSpPr>
        <p:spPr>
          <a:xfrm>
            <a:off x="10724985" y="2567381"/>
            <a:ext cx="17831" cy="495148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</p:spPr>
      </p:sp>
      <p:sp>
        <p:nvSpPr>
          <p:cNvPr id="154" name="!!rect-8g3"/>
          <p:cNvSpPr/>
          <p:nvPr/>
        </p:nvSpPr>
        <p:spPr>
          <a:xfrm>
            <a:off x="10782046" y="2656510"/>
            <a:ext cx="199708" cy="34658"/>
          </a:xfrm>
          <a:prstGeom prst="roundRect">
            <a:avLst>
              <a:gd name="adj" fmla="val 28582"/>
            </a:avLst>
          </a:prstGeom>
          <a:solidFill>
            <a:srgbClr val="E7D9B8"/>
          </a:solidFill>
          <a:ln>
            <a:noFill/>
          </a:ln>
        </p:spPr>
      </p:sp>
      <p:sp>
        <p:nvSpPr>
          <p:cNvPr id="155" name="!!rect-8g4"/>
          <p:cNvSpPr/>
          <p:nvPr/>
        </p:nvSpPr>
        <p:spPr>
          <a:xfrm>
            <a:off x="10782046" y="2715927"/>
            <a:ext cx="135515" cy="22282"/>
          </a:xfrm>
          <a:prstGeom prst="roundRect">
            <a:avLst>
              <a:gd name="adj" fmla="val 44457"/>
            </a:avLst>
          </a:prstGeom>
          <a:solidFill>
            <a:srgbClr val="E7D9B8">
              <a:alpha val="72000"/>
            </a:srgbClr>
          </a:solidFill>
          <a:ln>
            <a:noFill/>
          </a:ln>
        </p:spPr>
      </p:sp>
      <p:sp>
        <p:nvSpPr>
          <p:cNvPr id="156" name="!!rect-8g5"/>
          <p:cNvSpPr/>
          <p:nvPr/>
        </p:nvSpPr>
        <p:spPr>
          <a:xfrm>
            <a:off x="10782046" y="2963501"/>
            <a:ext cx="99854" cy="19806"/>
          </a:xfrm>
          <a:prstGeom prst="roundRect">
            <a:avLst>
              <a:gd name="adj" fmla="val 50000"/>
            </a:avLst>
          </a:prstGeom>
          <a:solidFill>
            <a:srgbClr val="E7D9B8">
              <a:alpha val="55000"/>
            </a:srgbClr>
          </a:solidFill>
          <a:ln>
            <a:noFill/>
          </a:ln>
        </p:spPr>
      </p:sp>
      <p:sp>
        <p:nvSpPr>
          <p:cNvPr id="157" name="!!text-8g6" descr="網頁設計入門"/>
          <p:cNvSpPr txBox="1"/>
          <p:nvPr/>
        </p:nvSpPr>
        <p:spPr>
          <a:xfrm>
            <a:off x="10591800" y="3178302"/>
            <a:ext cx="520065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網頁設計入門</a:t>
            </a:r>
            <a:endParaRPr lang="zh-TW" sz="650"/>
          </a:p>
        </p:txBody>
      </p:sp>
      <p:sp>
        <p:nvSpPr>
          <p:cNvPr id="158" name="!!text-8gd" descr="適合零基礎"/>
          <p:cNvSpPr txBox="1"/>
          <p:nvPr/>
        </p:nvSpPr>
        <p:spPr>
          <a:xfrm>
            <a:off x="10591800" y="3308350"/>
            <a:ext cx="336550" cy="9194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500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適合零基礎</a:t>
            </a:r>
            <a:endParaRPr lang="zh-TW" sz="500"/>
          </a:p>
        </p:txBody>
      </p:sp>
      <p:sp>
        <p:nvSpPr>
          <p:cNvPr id="159" name="!!text-8gj" descr="$180"/>
          <p:cNvSpPr txBox="1"/>
          <p:nvPr/>
        </p:nvSpPr>
        <p:spPr>
          <a:xfrm>
            <a:off x="10591800" y="3519170"/>
            <a:ext cx="260604" cy="1379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0" kern="0" dirty="0">
                <a:solidFill>
                  <a:srgbClr val="627D8D"/>
                </a:solidFill>
                <a:latin typeface="Noto Sans TC Black"/>
                <a:ea typeface="Noto Sans TC Black"/>
                <a:cs typeface="Noto Sans TC Black"/>
              </a:rPr>
              <a:t>$180</a:t>
            </a:r>
            <a:endParaRPr lang="zh-TW" sz="750"/>
          </a:p>
        </p:txBody>
      </p:sp>
      <p:sp>
        <p:nvSpPr>
          <p:cNvPr id="160" name="!!text-8go" descr="全新"/>
          <p:cNvSpPr txBox="1"/>
          <p:nvPr/>
        </p:nvSpPr>
        <p:spPr>
          <a:xfrm>
            <a:off x="11010900" y="3542284"/>
            <a:ext cx="160655" cy="10114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550" kern="0" dirty="0">
                <a:solidFill>
                  <a:srgbClr val="26A69A"/>
                </a:solidFill>
                <a:latin typeface="Noto Sans TC SemiBold"/>
                <a:ea typeface="Noto Sans TC SemiBold"/>
                <a:cs typeface="Noto Sans TC SemiBold"/>
              </a:rPr>
              <a:t>全新</a:t>
            </a:r>
            <a:endParaRPr lang="zh-TW" sz="550"/>
          </a:p>
        </p:txBody>
      </p:sp>
      <p:sp>
        <p:nvSpPr>
          <p:cNvPr id="161" name="!!rect-8gv"/>
          <p:cNvSpPr/>
          <p:nvPr/>
        </p:nvSpPr>
        <p:spPr>
          <a:xfrm>
            <a:off x="9055100" y="3848100"/>
            <a:ext cx="685800" cy="215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162" name="!!path-8gy"/>
          <p:cNvSpPr/>
          <p:nvPr/>
        </p:nvSpPr>
        <p:spPr>
          <a:xfrm>
            <a:off x="9136063" y="3903663"/>
            <a:ext cx="104775" cy="95250"/>
          </a:xfrm>
          <a:custGeom>
            <a:avLst/>
            <a:gdLst/>
            <a:ahLst/>
            <a:cxnLst/>
            <a:rect l="l" t="t" r="r" b="b"/>
            <a:pathLst>
              <a:path w="104775" h="95250">
                <a:moveTo>
                  <a:pt x="0" y="95250"/>
                </a:moveTo>
                <a:lnTo>
                  <a:pt x="19050" y="95250"/>
                </a:lnTo>
                <a:lnTo>
                  <a:pt x="19050" y="38100"/>
                </a:lnTo>
                <a:lnTo>
                  <a:pt x="0" y="38100"/>
                </a:lnTo>
                <a:lnTo>
                  <a:pt x="0" y="95250"/>
                </a:lnTo>
                <a:close/>
                <a:moveTo>
                  <a:pt x="104775" y="42863"/>
                </a:moveTo>
                <a:cubicBezTo>
                  <a:pt x="104775" y="37624"/>
                  <a:pt x="100489" y="33338"/>
                  <a:pt x="95250" y="33338"/>
                </a:cubicBezTo>
                <a:lnTo>
                  <a:pt x="65199" y="33338"/>
                </a:lnTo>
                <a:lnTo>
                  <a:pt x="69723" y="11573"/>
                </a:lnTo>
                <a:lnTo>
                  <a:pt x="69866" y="10049"/>
                </a:lnTo>
                <a:cubicBezTo>
                  <a:pt x="69866" y="8096"/>
                  <a:pt x="69056" y="6287"/>
                  <a:pt x="67770" y="5001"/>
                </a:cubicBezTo>
                <a:lnTo>
                  <a:pt x="62722" y="0"/>
                </a:lnTo>
                <a:lnTo>
                  <a:pt x="31385" y="31385"/>
                </a:lnTo>
                <a:cubicBezTo>
                  <a:pt x="29623" y="33099"/>
                  <a:pt x="28575" y="35481"/>
                  <a:pt x="28575" y="38100"/>
                </a:cubicBezTo>
                <a:lnTo>
                  <a:pt x="28575" y="85725"/>
                </a:lnTo>
                <a:cubicBezTo>
                  <a:pt x="28575" y="90964"/>
                  <a:pt x="32861" y="95250"/>
                  <a:pt x="38100" y="95250"/>
                </a:cubicBezTo>
                <a:lnTo>
                  <a:pt x="80963" y="95250"/>
                </a:lnTo>
                <a:cubicBezTo>
                  <a:pt x="84915" y="95250"/>
                  <a:pt x="88297" y="92869"/>
                  <a:pt x="89726" y="89440"/>
                </a:cubicBezTo>
                <a:lnTo>
                  <a:pt x="104108" y="55864"/>
                </a:lnTo>
                <a:cubicBezTo>
                  <a:pt x="104537" y="54769"/>
                  <a:pt x="104775" y="53626"/>
                  <a:pt x="104775" y="52388"/>
                </a:cubicBezTo>
                <a:lnTo>
                  <a:pt x="104775" y="42863"/>
                </a:lnTo>
                <a:close/>
              </a:path>
            </a:pathLst>
          </a:custGeom>
          <a:solidFill>
            <a:srgbClr val="5B6770"/>
          </a:solidFill>
          <a:ln>
            <a:noFill/>
          </a:ln>
        </p:spPr>
      </p:sp>
      <p:sp>
        <p:nvSpPr>
          <p:cNvPr id="163" name="!!text-8gz" descr="有幫助"/>
          <p:cNvSpPr txBox="1"/>
          <p:nvPr/>
        </p:nvSpPr>
        <p:spPr>
          <a:xfrm>
            <a:off x="9283700" y="3892042"/>
            <a:ext cx="272415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kern="0" dirty="0">
                <a:solidFill>
                  <a:srgbClr val="5B6770"/>
                </a:solidFill>
                <a:latin typeface="Noto Sans TC SemiBold"/>
                <a:ea typeface="Noto Sans TC SemiBold"/>
                <a:cs typeface="Noto Sans TC SemiBold"/>
              </a:rPr>
              <a:t>有幫助</a:t>
            </a:r>
            <a:endParaRPr lang="zh-TW" sz="650"/>
          </a:p>
        </p:txBody>
      </p:sp>
      <p:sp>
        <p:nvSpPr>
          <p:cNvPr id="164" name="!!rect-8h3"/>
          <p:cNvSpPr/>
          <p:nvPr/>
        </p:nvSpPr>
        <p:spPr>
          <a:xfrm>
            <a:off x="9791700" y="3848100"/>
            <a:ext cx="774700" cy="215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165" name="!!path-8h4"/>
          <p:cNvSpPr/>
          <p:nvPr/>
        </p:nvSpPr>
        <p:spPr>
          <a:xfrm>
            <a:off x="9872663" y="3919538"/>
            <a:ext cx="104775" cy="95250"/>
          </a:xfrm>
          <a:custGeom>
            <a:avLst/>
            <a:gdLst/>
            <a:ahLst/>
            <a:cxnLst/>
            <a:rect l="l" t="t" r="r" b="b"/>
            <a:pathLst>
              <a:path w="104775" h="95250">
                <a:moveTo>
                  <a:pt x="66675" y="0"/>
                </a:moveTo>
                <a:lnTo>
                  <a:pt x="23813" y="0"/>
                </a:lnTo>
                <a:cubicBezTo>
                  <a:pt x="19860" y="0"/>
                  <a:pt x="16478" y="2381"/>
                  <a:pt x="15049" y="5810"/>
                </a:cubicBezTo>
                <a:lnTo>
                  <a:pt x="667" y="39386"/>
                </a:lnTo>
                <a:cubicBezTo>
                  <a:pt x="238" y="40481"/>
                  <a:pt x="0" y="41624"/>
                  <a:pt x="0" y="42863"/>
                </a:cubicBezTo>
                <a:lnTo>
                  <a:pt x="0" y="52388"/>
                </a:lnTo>
                <a:cubicBezTo>
                  <a:pt x="0" y="57626"/>
                  <a:pt x="4286" y="61913"/>
                  <a:pt x="9525" y="61913"/>
                </a:cubicBezTo>
                <a:lnTo>
                  <a:pt x="39576" y="61913"/>
                </a:lnTo>
                <a:lnTo>
                  <a:pt x="35052" y="83677"/>
                </a:lnTo>
                <a:lnTo>
                  <a:pt x="34909" y="85201"/>
                </a:lnTo>
                <a:cubicBezTo>
                  <a:pt x="34909" y="87154"/>
                  <a:pt x="35719" y="88963"/>
                  <a:pt x="37005" y="90249"/>
                </a:cubicBezTo>
                <a:lnTo>
                  <a:pt x="42053" y="95250"/>
                </a:lnTo>
                <a:lnTo>
                  <a:pt x="73438" y="63865"/>
                </a:lnTo>
                <a:cubicBezTo>
                  <a:pt x="75152" y="62151"/>
                  <a:pt x="76200" y="59769"/>
                  <a:pt x="76200" y="57150"/>
                </a:cubicBezTo>
                <a:lnTo>
                  <a:pt x="76200" y="9525"/>
                </a:lnTo>
                <a:cubicBezTo>
                  <a:pt x="76200" y="4286"/>
                  <a:pt x="71914" y="0"/>
                  <a:pt x="66675" y="0"/>
                </a:cubicBezTo>
                <a:close/>
                <a:moveTo>
                  <a:pt x="85725" y="0"/>
                </a:moveTo>
                <a:lnTo>
                  <a:pt x="85725" y="57150"/>
                </a:lnTo>
                <a:lnTo>
                  <a:pt x="104775" y="57150"/>
                </a:lnTo>
                <a:lnTo>
                  <a:pt x="104775" y="0"/>
                </a:lnTo>
                <a:lnTo>
                  <a:pt x="85725" y="0"/>
                </a:lnTo>
                <a:close/>
              </a:path>
            </a:pathLst>
          </a:custGeom>
          <a:solidFill>
            <a:srgbClr val="5B6770"/>
          </a:solidFill>
          <a:ln>
            <a:noFill/>
          </a:ln>
        </p:spPr>
      </p:sp>
      <p:sp>
        <p:nvSpPr>
          <p:cNvPr id="166" name="!!text-8h5" descr="沒有幫助"/>
          <p:cNvSpPr txBox="1"/>
          <p:nvPr/>
        </p:nvSpPr>
        <p:spPr>
          <a:xfrm>
            <a:off x="10020300" y="3892042"/>
            <a:ext cx="354965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kern="0" dirty="0">
                <a:solidFill>
                  <a:srgbClr val="5B6770"/>
                </a:solidFill>
                <a:latin typeface="Noto Sans TC SemiBold"/>
                <a:ea typeface="Noto Sans TC SemiBold"/>
                <a:cs typeface="Noto Sans TC SemiBold"/>
              </a:rPr>
              <a:t>沒有幫助</a:t>
            </a:r>
            <a:endParaRPr lang="zh-TW" sz="650"/>
          </a:p>
        </p:txBody>
      </p:sp>
      <p:sp>
        <p:nvSpPr>
          <p:cNvPr id="167" name="!!rect-8hm"/>
          <p:cNvSpPr/>
          <p:nvPr/>
        </p:nvSpPr>
        <p:spPr>
          <a:xfrm>
            <a:off x="8712200" y="5524500"/>
            <a:ext cx="2552700" cy="635000"/>
          </a:xfrm>
          <a:custGeom>
            <a:avLst/>
            <a:gdLst/>
            <a:ahLst/>
            <a:cxnLst/>
            <a:rect l="l" t="t" r="r" b="b"/>
            <a:pathLst>
              <a:path w="2552700" h="635000">
                <a:moveTo>
                  <a:pt x="0" y="0"/>
                </a:moveTo>
                <a:lnTo>
                  <a:pt x="2552700" y="0"/>
                </a:lnTo>
                <a:lnTo>
                  <a:pt x="2552700" y="317500"/>
                </a:lnTo>
                <a:cubicBezTo>
                  <a:pt x="2552700" y="492850"/>
                  <a:pt x="2410550" y="635000"/>
                  <a:pt x="2235200" y="635000"/>
                </a:cubicBezTo>
                <a:lnTo>
                  <a:pt x="317500" y="635000"/>
                </a:lnTo>
                <a:cubicBezTo>
                  <a:pt x="142150" y="635000"/>
                  <a:pt x="0" y="492850"/>
                  <a:pt x="0" y="317500"/>
                </a:cubicBez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68" name="!!rect-8hn"/>
          <p:cNvSpPr/>
          <p:nvPr/>
        </p:nvSpPr>
        <p:spPr>
          <a:xfrm>
            <a:off x="8813800" y="5588000"/>
            <a:ext cx="2019300" cy="304800"/>
          </a:xfrm>
          <a:prstGeom prst="roundRect">
            <a:avLst>
              <a:gd name="adj" fmla="val 50000"/>
            </a:avLst>
          </a:prstGeom>
          <a:solidFill>
            <a:srgbClr val="F3F5F7"/>
          </a:solidFill>
          <a:ln>
            <a:noFill/>
          </a:ln>
        </p:spPr>
      </p:sp>
      <p:sp>
        <p:nvSpPr>
          <p:cNvPr id="169" name="!!circle-8ho"/>
          <p:cNvSpPr/>
          <p:nvPr/>
        </p:nvSpPr>
        <p:spPr>
          <a:xfrm>
            <a:off x="10871200" y="5600700"/>
            <a:ext cx="279400" cy="279400"/>
          </a:xfrm>
          <a:prstGeom prst="ellipse">
            <a:avLst/>
          </a:prstGeom>
          <a:solidFill>
            <a:srgbClr val="627D8D"/>
          </a:solidFill>
          <a:ln>
            <a:noFill/>
          </a:ln>
        </p:spPr>
      </p:sp>
      <p:sp>
        <p:nvSpPr>
          <p:cNvPr id="170" name="!!path-8hp"/>
          <p:cNvSpPr/>
          <p:nvPr/>
        </p:nvSpPr>
        <p:spPr>
          <a:xfrm>
            <a:off x="10952696" y="5688019"/>
            <a:ext cx="122282" cy="104813"/>
          </a:xfrm>
          <a:custGeom>
            <a:avLst/>
            <a:gdLst/>
            <a:ahLst/>
            <a:cxnLst/>
            <a:rect l="l" t="t" r="r" b="b"/>
            <a:pathLst>
              <a:path w="122282" h="104813">
                <a:moveTo>
                  <a:pt x="58" y="104813"/>
                </a:moveTo>
                <a:lnTo>
                  <a:pt x="122282" y="52407"/>
                </a:lnTo>
                <a:lnTo>
                  <a:pt x="58" y="0"/>
                </a:lnTo>
                <a:lnTo>
                  <a:pt x="0" y="40761"/>
                </a:lnTo>
                <a:lnTo>
                  <a:pt x="87344" y="52407"/>
                </a:lnTo>
                <a:lnTo>
                  <a:pt x="0" y="6405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71" name="!!text-8k3" descr="描述您想找的書籍"/>
          <p:cNvSpPr txBox="1"/>
          <p:nvPr/>
        </p:nvSpPr>
        <p:spPr>
          <a:xfrm>
            <a:off x="8928100" y="5668010"/>
            <a:ext cx="790575" cy="1379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0" kern="0" dirty="0">
                <a:solidFill>
                  <a:srgbClr val="BDBDBD"/>
                </a:solidFill>
                <a:latin typeface="Noto Sans TC"/>
                <a:ea typeface="Noto Sans TC"/>
                <a:cs typeface="Noto Sans TC"/>
              </a:rPr>
              <a:t>描述您想找的書籍</a:t>
            </a:r>
            <a:endParaRPr lang="zh-TW" sz="750"/>
          </a:p>
        </p:txBody>
      </p:sp>
      <p:sp>
        <p:nvSpPr>
          <p:cNvPr id="172" name="!!rect-8kc"/>
          <p:cNvSpPr/>
          <p:nvPr/>
        </p:nvSpPr>
        <p:spPr>
          <a:xfrm>
            <a:off x="9531350" y="6076950"/>
            <a:ext cx="914400" cy="31750"/>
          </a:xfrm>
          <a:prstGeom prst="roundRect">
            <a:avLst>
              <a:gd name="adj" fmla="val 50000"/>
            </a:avLst>
          </a:prstGeom>
          <a:solidFill>
            <a:srgbClr val="000000">
              <a:alpha val="90000"/>
            </a:srgbClr>
          </a:solidFill>
          <a:ln>
            <a:noFill/>
          </a:ln>
        </p:spPr>
      </p:sp>
      <p:sp>
        <p:nvSpPr>
          <p:cNvPr id="173" name="!!rect-8qh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10000"/>
                </a:srgbClr>
              </a:gs>
              <a:gs pos="30762">
                <a:srgbClr val="FFFFFF">
                  <a:alpha val="2000"/>
                </a:srgbClr>
              </a:gs>
              <a:gs pos="31723">
                <a:srgbClr val="FFFFFF">
                  <a:alpha val="0"/>
                </a:srgbClr>
              </a:gs>
              <a:gs pos="9613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4329186" scaled="0"/>
          </a:gradFill>
          <a:ln>
            <a:noFill/>
          </a:ln>
        </p:spPr>
      </p:sp>
      <p:sp>
        <p:nvSpPr>
          <p:cNvPr id="174" name="!!rect-8qk"/>
          <p:cNvSpPr/>
          <p:nvPr/>
        </p:nvSpPr>
        <p:spPr>
          <a:xfrm>
            <a:off x="9728200" y="679450"/>
            <a:ext cx="520700" cy="23495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</p:spPr>
      </p:sp>
      <p:sp>
        <p:nvSpPr>
          <p:cNvPr id="175" name="!!circle-8ql"/>
          <p:cNvSpPr/>
          <p:nvPr/>
        </p:nvSpPr>
        <p:spPr>
          <a:xfrm>
            <a:off x="10088880" y="757555"/>
            <a:ext cx="78740" cy="78740"/>
          </a:xfrm>
          <a:prstGeom prst="ellipse">
            <a:avLst/>
          </a:prstGeom>
          <a:solidFill>
            <a:srgbClr val="0A0F16"/>
          </a:solidFill>
          <a:ln>
            <a:noFill/>
          </a:ln>
        </p:spPr>
      </p:sp>
      <p:sp>
        <p:nvSpPr>
          <p:cNvPr id="176" name="!!circle-8qm"/>
          <p:cNvSpPr/>
          <p:nvPr/>
        </p:nvSpPr>
        <p:spPr>
          <a:xfrm>
            <a:off x="10107930" y="776605"/>
            <a:ext cx="40640" cy="40640"/>
          </a:xfrm>
          <a:prstGeom prst="ellipse">
            <a:avLst/>
          </a:prstGeom>
          <a:solidFill>
            <a:srgbClr val="111B28"/>
          </a:solidFill>
          <a:ln>
            <a:noFill/>
          </a:ln>
        </p:spPr>
      </p:sp>
      <p:sp>
        <p:nvSpPr>
          <p:cNvPr id="177" name="!!circle-8qn"/>
          <p:cNvSpPr/>
          <p:nvPr/>
        </p:nvSpPr>
        <p:spPr>
          <a:xfrm>
            <a:off x="10130155" y="781685"/>
            <a:ext cx="13970" cy="13970"/>
          </a:xfrm>
          <a:prstGeom prst="ellipse">
            <a:avLst/>
          </a:prstGeom>
          <a:solidFill>
            <a:srgbClr val="3A5070">
              <a:alpha val="80000"/>
            </a:srgbClr>
          </a:solidFill>
          <a:ln>
            <a:noFill/>
          </a:ln>
        </p:spPr>
      </p:sp>
      <p:sp>
        <p:nvSpPr>
          <p:cNvPr id="178" name="!!path-9ic"/>
          <p:cNvSpPr/>
          <p:nvPr/>
        </p:nvSpPr>
        <p:spPr>
          <a:xfrm>
            <a:off x="381000" y="306527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79" name="!!path-9id"/>
          <p:cNvSpPr/>
          <p:nvPr/>
        </p:nvSpPr>
        <p:spPr>
          <a:xfrm>
            <a:off x="381000" y="308153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80" name="!!path-9ie"/>
          <p:cNvSpPr/>
          <p:nvPr/>
        </p:nvSpPr>
        <p:spPr>
          <a:xfrm>
            <a:off x="381000" y="309778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81" name="!!path-9if"/>
          <p:cNvSpPr/>
          <p:nvPr/>
        </p:nvSpPr>
        <p:spPr>
          <a:xfrm>
            <a:off x="381000" y="311404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82" name="!!path-9ig"/>
          <p:cNvSpPr/>
          <p:nvPr/>
        </p:nvSpPr>
        <p:spPr>
          <a:xfrm>
            <a:off x="381000" y="313030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83" name="!!path-9ih"/>
          <p:cNvSpPr/>
          <p:nvPr/>
        </p:nvSpPr>
        <p:spPr>
          <a:xfrm>
            <a:off x="381000" y="314655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84" name="!!path-9ii"/>
          <p:cNvSpPr/>
          <p:nvPr/>
        </p:nvSpPr>
        <p:spPr>
          <a:xfrm>
            <a:off x="381000" y="316281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85" name="!!path-9ij"/>
          <p:cNvSpPr/>
          <p:nvPr/>
        </p:nvSpPr>
        <p:spPr>
          <a:xfrm>
            <a:off x="381000" y="317906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86" name="!!path-9ik"/>
          <p:cNvSpPr/>
          <p:nvPr/>
        </p:nvSpPr>
        <p:spPr>
          <a:xfrm>
            <a:off x="419608" y="269342"/>
            <a:ext cx="128422" cy="122936"/>
          </a:xfrm>
          <a:custGeom>
            <a:avLst/>
            <a:gdLst/>
            <a:ahLst/>
            <a:cxnLst/>
            <a:rect l="l" t="t" r="r" b="b"/>
            <a:pathLst>
              <a:path w="128422" h="122936">
                <a:moveTo>
                  <a:pt x="0" y="17678"/>
                </a:moveTo>
                <a:lnTo>
                  <a:pt x="8128" y="5080"/>
                </a:lnTo>
                <a:cubicBezTo>
                  <a:pt x="32512" y="0"/>
                  <a:pt x="73152" y="7112"/>
                  <a:pt x="101600" y="26416"/>
                </a:cubicBezTo>
                <a:cubicBezTo>
                  <a:pt x="116840" y="37186"/>
                  <a:pt x="124968" y="49784"/>
                  <a:pt x="128422" y="62992"/>
                </a:cubicBezTo>
                <a:lnTo>
                  <a:pt x="128422" y="122936"/>
                </a:lnTo>
                <a:lnTo>
                  <a:pt x="0" y="1229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87" name="!!path-9il"/>
          <p:cNvSpPr/>
          <p:nvPr/>
        </p:nvSpPr>
        <p:spPr>
          <a:xfrm>
            <a:off x="419608" y="269342"/>
            <a:ext cx="128422" cy="62992"/>
          </a:xfrm>
          <a:custGeom>
            <a:avLst/>
            <a:gdLst/>
            <a:ahLst/>
            <a:cxnLst/>
            <a:rect l="l" t="t" r="r" b="b"/>
            <a:pathLst>
              <a:path w="128422" h="62992" fill="none">
                <a:moveTo>
                  <a:pt x="128422" y="62992"/>
                </a:moveTo>
                <a:cubicBezTo>
                  <a:pt x="124968" y="49784"/>
                  <a:pt x="116840" y="37186"/>
                  <a:pt x="101600" y="26416"/>
                </a:cubicBezTo>
                <a:cubicBezTo>
                  <a:pt x="73152" y="7112"/>
                  <a:pt x="32512" y="0"/>
                  <a:pt x="8128" y="5080"/>
                </a:cubicBezTo>
                <a:lnTo>
                  <a:pt x="0" y="1767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88" name="!!path-9im"/>
          <p:cNvSpPr/>
          <p:nvPr/>
        </p:nvSpPr>
        <p:spPr>
          <a:xfrm>
            <a:off x="407010" y="281534"/>
            <a:ext cx="141021" cy="110744"/>
          </a:xfrm>
          <a:custGeom>
            <a:avLst/>
            <a:gdLst/>
            <a:ahLst/>
            <a:cxnLst/>
            <a:rect l="l" t="t" r="r" b="b"/>
            <a:pathLst>
              <a:path w="141021" h="110744">
                <a:moveTo>
                  <a:pt x="0" y="22352"/>
                </a:moveTo>
                <a:lnTo>
                  <a:pt x="6502" y="6502"/>
                </a:lnTo>
                <a:cubicBezTo>
                  <a:pt x="36982" y="0"/>
                  <a:pt x="79654" y="7112"/>
                  <a:pt x="110134" y="25400"/>
                </a:cubicBezTo>
                <a:cubicBezTo>
                  <a:pt x="126390" y="35154"/>
                  <a:pt x="136550" y="49784"/>
                  <a:pt x="141021" y="62992"/>
                </a:cubicBezTo>
                <a:lnTo>
                  <a:pt x="141021" y="110744"/>
                </a:lnTo>
                <a:lnTo>
                  <a:pt x="0" y="110744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89" name="!!path-9in"/>
          <p:cNvSpPr/>
          <p:nvPr/>
        </p:nvSpPr>
        <p:spPr>
          <a:xfrm>
            <a:off x="407010" y="281534"/>
            <a:ext cx="141021" cy="62992"/>
          </a:xfrm>
          <a:custGeom>
            <a:avLst/>
            <a:gdLst/>
            <a:ahLst/>
            <a:cxnLst/>
            <a:rect l="l" t="t" r="r" b="b"/>
            <a:pathLst>
              <a:path w="141021" h="62992" fill="none">
                <a:moveTo>
                  <a:pt x="141021" y="62992"/>
                </a:moveTo>
                <a:cubicBezTo>
                  <a:pt x="136550" y="49784"/>
                  <a:pt x="126390" y="35154"/>
                  <a:pt x="110134" y="25400"/>
                </a:cubicBezTo>
                <a:cubicBezTo>
                  <a:pt x="79654" y="7112"/>
                  <a:pt x="36982" y="0"/>
                  <a:pt x="6502" y="6502"/>
                </a:cubicBezTo>
                <a:lnTo>
                  <a:pt x="0" y="22352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90" name="!!path-9io"/>
          <p:cNvSpPr/>
          <p:nvPr/>
        </p:nvSpPr>
        <p:spPr>
          <a:xfrm>
            <a:off x="395834" y="294742"/>
            <a:ext cx="151790" cy="97536"/>
          </a:xfrm>
          <a:custGeom>
            <a:avLst/>
            <a:gdLst/>
            <a:ahLst/>
            <a:cxnLst/>
            <a:rect l="l" t="t" r="r" b="b"/>
            <a:pathLst>
              <a:path w="151790" h="97536">
                <a:moveTo>
                  <a:pt x="0" y="23165"/>
                </a:moveTo>
                <a:lnTo>
                  <a:pt x="3861" y="12598"/>
                </a:lnTo>
                <a:cubicBezTo>
                  <a:pt x="37998" y="0"/>
                  <a:pt x="84734" y="5080"/>
                  <a:pt x="117246" y="21946"/>
                </a:cubicBezTo>
                <a:cubicBezTo>
                  <a:pt x="135534" y="31496"/>
                  <a:pt x="146710" y="43688"/>
                  <a:pt x="151790" y="55270"/>
                </a:cubicBezTo>
                <a:lnTo>
                  <a:pt x="151790" y="97536"/>
                </a:lnTo>
                <a:lnTo>
                  <a:pt x="0" y="975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91" name="!!path-9ip"/>
          <p:cNvSpPr/>
          <p:nvPr/>
        </p:nvSpPr>
        <p:spPr>
          <a:xfrm>
            <a:off x="395834" y="294742"/>
            <a:ext cx="151790" cy="55270"/>
          </a:xfrm>
          <a:custGeom>
            <a:avLst/>
            <a:gdLst/>
            <a:ahLst/>
            <a:cxnLst/>
            <a:rect l="l" t="t" r="r" b="b"/>
            <a:pathLst>
              <a:path w="151790" h="55270" fill="none">
                <a:moveTo>
                  <a:pt x="151790" y="55270"/>
                </a:moveTo>
                <a:cubicBezTo>
                  <a:pt x="146710" y="43688"/>
                  <a:pt x="135534" y="31496"/>
                  <a:pt x="117246" y="21946"/>
                </a:cubicBezTo>
                <a:cubicBezTo>
                  <a:pt x="84734" y="5080"/>
                  <a:pt x="37998" y="0"/>
                  <a:pt x="3861" y="12598"/>
                </a:cubicBezTo>
                <a:lnTo>
                  <a:pt x="0" y="23165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92" name="!!path-9iq"/>
          <p:cNvSpPr/>
          <p:nvPr/>
        </p:nvSpPr>
        <p:spPr>
          <a:xfrm>
            <a:off x="548234" y="264262"/>
            <a:ext cx="120294" cy="128016"/>
          </a:xfrm>
          <a:custGeom>
            <a:avLst/>
            <a:gdLst/>
            <a:ahLst/>
            <a:cxnLst/>
            <a:rect l="l" t="t" r="r" b="b"/>
            <a:pathLst>
              <a:path w="120294" h="128016">
                <a:moveTo>
                  <a:pt x="120294" y="18288"/>
                </a:moveTo>
                <a:lnTo>
                  <a:pt x="113589" y="4470"/>
                </a:lnTo>
                <a:cubicBezTo>
                  <a:pt x="86766" y="0"/>
                  <a:pt x="44094" y="10160"/>
                  <a:pt x="17678" y="30480"/>
                </a:cubicBezTo>
                <a:cubicBezTo>
                  <a:pt x="6502" y="39624"/>
                  <a:pt x="1422" y="52832"/>
                  <a:pt x="0" y="67056"/>
                </a:cubicBezTo>
                <a:lnTo>
                  <a:pt x="0" y="128016"/>
                </a:lnTo>
                <a:lnTo>
                  <a:pt x="120294" y="12801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93" name="!!path-9ir"/>
          <p:cNvSpPr/>
          <p:nvPr/>
        </p:nvSpPr>
        <p:spPr>
          <a:xfrm>
            <a:off x="548234" y="264262"/>
            <a:ext cx="120294" cy="67056"/>
          </a:xfrm>
          <a:custGeom>
            <a:avLst/>
            <a:gdLst/>
            <a:ahLst/>
            <a:cxnLst/>
            <a:rect l="l" t="t" r="r" b="b"/>
            <a:pathLst>
              <a:path w="120294" h="67056" fill="none">
                <a:moveTo>
                  <a:pt x="0" y="67056"/>
                </a:moveTo>
                <a:cubicBezTo>
                  <a:pt x="1422" y="52832"/>
                  <a:pt x="6502" y="39624"/>
                  <a:pt x="17678" y="30480"/>
                </a:cubicBezTo>
                <a:cubicBezTo>
                  <a:pt x="44094" y="10160"/>
                  <a:pt x="86766" y="0"/>
                  <a:pt x="113589" y="4470"/>
                </a:cubicBezTo>
                <a:lnTo>
                  <a:pt x="120294" y="1828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94" name="!!path-9is"/>
          <p:cNvSpPr/>
          <p:nvPr/>
        </p:nvSpPr>
        <p:spPr>
          <a:xfrm>
            <a:off x="548437" y="279502"/>
            <a:ext cx="133299" cy="112776"/>
          </a:xfrm>
          <a:custGeom>
            <a:avLst/>
            <a:gdLst/>
            <a:ahLst/>
            <a:cxnLst/>
            <a:rect l="l" t="t" r="r" b="b"/>
            <a:pathLst>
              <a:path w="133299" h="112776">
                <a:moveTo>
                  <a:pt x="133299" y="19710"/>
                </a:moveTo>
                <a:lnTo>
                  <a:pt x="127203" y="3048"/>
                </a:lnTo>
                <a:cubicBezTo>
                  <a:pt x="94691" y="0"/>
                  <a:pt x="54051" y="11176"/>
                  <a:pt x="27635" y="30683"/>
                </a:cubicBezTo>
                <a:cubicBezTo>
                  <a:pt x="13411" y="41250"/>
                  <a:pt x="4267" y="53848"/>
                  <a:pt x="0" y="65024"/>
                </a:cubicBezTo>
                <a:lnTo>
                  <a:pt x="0" y="112776"/>
                </a:lnTo>
                <a:lnTo>
                  <a:pt x="133299" y="11277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95" name="!!path-9it"/>
          <p:cNvSpPr/>
          <p:nvPr/>
        </p:nvSpPr>
        <p:spPr>
          <a:xfrm>
            <a:off x="548437" y="279502"/>
            <a:ext cx="133299" cy="65024"/>
          </a:xfrm>
          <a:custGeom>
            <a:avLst/>
            <a:gdLst/>
            <a:ahLst/>
            <a:cxnLst/>
            <a:rect l="l" t="t" r="r" b="b"/>
            <a:pathLst>
              <a:path w="133299" h="65024" fill="none">
                <a:moveTo>
                  <a:pt x="0" y="65024"/>
                </a:moveTo>
                <a:cubicBezTo>
                  <a:pt x="4267" y="53848"/>
                  <a:pt x="13411" y="41250"/>
                  <a:pt x="27635" y="30683"/>
                </a:cubicBezTo>
                <a:cubicBezTo>
                  <a:pt x="54051" y="11176"/>
                  <a:pt x="94691" y="0"/>
                  <a:pt x="127203" y="3048"/>
                </a:cubicBezTo>
                <a:lnTo>
                  <a:pt x="133299" y="19710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96" name="!!path-9iu"/>
          <p:cNvSpPr/>
          <p:nvPr/>
        </p:nvSpPr>
        <p:spPr>
          <a:xfrm>
            <a:off x="548843" y="293726"/>
            <a:ext cx="142646" cy="98552"/>
          </a:xfrm>
          <a:custGeom>
            <a:avLst/>
            <a:gdLst/>
            <a:ahLst/>
            <a:cxnLst/>
            <a:rect l="l" t="t" r="r" b="b"/>
            <a:pathLst>
              <a:path w="142646" h="98552">
                <a:moveTo>
                  <a:pt x="142646" y="18898"/>
                </a:moveTo>
                <a:lnTo>
                  <a:pt x="139802" y="8738"/>
                </a:lnTo>
                <a:cubicBezTo>
                  <a:pt x="106477" y="0"/>
                  <a:pt x="63805" y="5080"/>
                  <a:pt x="35357" y="19304"/>
                </a:cubicBezTo>
                <a:cubicBezTo>
                  <a:pt x="17069" y="28448"/>
                  <a:pt x="5893" y="42672"/>
                  <a:pt x="0" y="56286"/>
                </a:cubicBezTo>
                <a:lnTo>
                  <a:pt x="0" y="98552"/>
                </a:lnTo>
                <a:lnTo>
                  <a:pt x="142646" y="98552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97" name="!!path-9iv"/>
          <p:cNvSpPr/>
          <p:nvPr/>
        </p:nvSpPr>
        <p:spPr>
          <a:xfrm>
            <a:off x="548843" y="293726"/>
            <a:ext cx="142646" cy="56286"/>
          </a:xfrm>
          <a:custGeom>
            <a:avLst/>
            <a:gdLst/>
            <a:ahLst/>
            <a:cxnLst/>
            <a:rect l="l" t="t" r="r" b="b"/>
            <a:pathLst>
              <a:path w="142646" h="56286" fill="none">
                <a:moveTo>
                  <a:pt x="0" y="56286"/>
                </a:moveTo>
                <a:cubicBezTo>
                  <a:pt x="5893" y="42672"/>
                  <a:pt x="17069" y="28448"/>
                  <a:pt x="35357" y="19304"/>
                </a:cubicBezTo>
                <a:cubicBezTo>
                  <a:pt x="63805" y="5080"/>
                  <a:pt x="106477" y="0"/>
                  <a:pt x="139802" y="8738"/>
                </a:cubicBezTo>
                <a:lnTo>
                  <a:pt x="142646" y="1889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98" name="!!path-9iw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627D8D"/>
              </a:gs>
              <a:gs pos="21794">
                <a:srgbClr val="627D8D"/>
              </a:gs>
              <a:gs pos="55376">
                <a:srgbClr val="627D8D"/>
              </a:gs>
              <a:gs pos="96421">
                <a:srgbClr val="98ABB7"/>
              </a:gs>
              <a:gs pos="100000">
                <a:srgbClr val="98ABB7"/>
              </a:gs>
            </a:gsLst>
            <a:lin ang="1983350" scaled="0"/>
          </a:gradFill>
          <a:ln>
            <a:noFill/>
          </a:ln>
        </p:spPr>
      </p:sp>
      <p:sp>
        <p:nvSpPr>
          <p:cNvPr id="199" name="!!path-9ix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0000"/>
                </a:srgbClr>
              </a:gs>
              <a:gs pos="4764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83333" t="79291" r="16667" b="20709"/>
            </a:path>
          </a:gradFill>
          <a:ln>
            <a:noFill/>
          </a:ln>
        </p:spPr>
      </p:sp>
      <p:sp>
        <p:nvSpPr>
          <p:cNvPr id="200" name="!!line-9iy"/>
          <p:cNvSpPr/>
          <p:nvPr/>
        </p:nvSpPr>
        <p:spPr>
          <a:xfrm>
            <a:off x="549046" y="363017"/>
            <a:ext cx="1" cy="153619"/>
          </a:xfrm>
          <a:custGeom>
            <a:avLst/>
            <a:gdLst/>
            <a:ahLst/>
            <a:cxnLst/>
            <a:rect l="l" t="t" r="r" b="b"/>
            <a:pathLst>
              <a:path w="1" h="153619">
                <a:moveTo>
                  <a:pt x="0" y="0"/>
                </a:moveTo>
                <a:lnTo>
                  <a:pt x="0" y="153619"/>
                </a:lnTo>
              </a:path>
            </a:pathLst>
          </a:custGeom>
          <a:solidFill>
            <a:srgbClr val="000000"/>
          </a:solidFill>
          <a:ln w="6909" cap="rnd">
            <a:solidFill>
              <a:srgbClr val="C9D3D9"/>
            </a:solidFill>
            <a:prstDash val="solid"/>
            <a:miter lim="800000"/>
          </a:ln>
        </p:spPr>
      </p:sp>
      <p:sp>
        <p:nvSpPr>
          <p:cNvPr id="201" name="!!path-9iz"/>
          <p:cNvSpPr/>
          <p:nvPr/>
        </p:nvSpPr>
        <p:spPr>
          <a:xfrm>
            <a:off x="657962" y="442062"/>
            <a:ext cx="25400" cy="37998"/>
          </a:xfrm>
          <a:custGeom>
            <a:avLst/>
            <a:gdLst/>
            <a:ahLst/>
            <a:cxnLst/>
            <a:rect l="l" t="t" r="r" b="b"/>
            <a:pathLst>
              <a:path w="25400" h="37998">
                <a:moveTo>
                  <a:pt x="0" y="2642"/>
                </a:moveTo>
                <a:lnTo>
                  <a:pt x="15240" y="0"/>
                </a:lnTo>
                <a:lnTo>
                  <a:pt x="25400" y="37186"/>
                </a:lnTo>
                <a:lnTo>
                  <a:pt x="7518" y="37998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 w="1016" cap="flat">
            <a:solidFill>
              <a:srgbClr val="FFFFFF">
                <a:alpha val="55000"/>
              </a:srgbClr>
            </a:solidFill>
            <a:prstDash val="solid"/>
            <a:round/>
          </a:ln>
        </p:spPr>
      </p:sp>
      <p:sp>
        <p:nvSpPr>
          <p:cNvPr id="202" name="!!text-9j0" descr="救「舊」我的書"/>
          <p:cNvSpPr txBox="1"/>
          <p:nvPr/>
        </p:nvSpPr>
        <p:spPr>
          <a:xfrm>
            <a:off x="805879" y="251460"/>
            <a:ext cx="1120140" cy="25745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400" b="1" kern="0" spc="-70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救</a:t>
            </a:r>
            <a:r>
              <a:rPr lang="zh-TW" altLang="en-US" sz="14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「舊</a:t>
            </a:r>
            <a:r>
              <a:rPr lang="zh-TW" altLang="en-US" sz="1400" b="1" kern="0" spc="-70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」</a:t>
            </a:r>
            <a:r>
              <a:rPr lang="zh-TW" altLang="en-US" sz="14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我的書</a:t>
            </a:r>
            <a:endParaRPr lang="zh-TW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fast" p14:dur="900" advTm="0">
        <p159:morph option="byObject"/>
      </p:transition>
    </mc:Choice>
    <mc:Fallback>
      <p:transition spd="fast" advTm="0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97.7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rect-1q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7"/>
          </a:solidFill>
          <a:ln>
            <a:noFill/>
          </a:ln>
        </p:spPr>
      </p:sp>
      <p:sp>
        <p:nvSpPr>
          <p:cNvPr id="3" name="!!ellipse-1q2"/>
          <p:cNvSpPr/>
          <p:nvPr/>
        </p:nvSpPr>
        <p:spPr>
          <a:xfrm>
            <a:off x="-889000" y="-952500"/>
            <a:ext cx="13970000" cy="7874000"/>
          </a:xfrm>
          <a:prstGeom prst="ellipse">
            <a:avLst/>
          </a:prstGeom>
          <a:gradFill rotWithShape="1">
            <a:gsLst>
              <a:gs pos="0">
                <a:srgbClr val="FFFFFF">
                  <a:alpha val="95000"/>
                </a:srgbClr>
              </a:gs>
              <a:gs pos="40865">
                <a:srgbClr val="FFFFFF">
                  <a:alpha val="35000"/>
                </a:srgbClr>
              </a:gs>
              <a:gs pos="68108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!!rect-1q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P1"/>
            <a:srcRect/>
            <a:tile tx="211886" ty="175412" sx="16667" sy="16667" flip="none" algn="tl"/>
          </a:blipFill>
          <a:ln>
            <a:noFill/>
          </a:ln>
        </p:spPr>
      </p:sp>
      <p:sp>
        <p:nvSpPr>
          <p:cNvPr id="5" name="!!circle-1q9"/>
          <p:cNvSpPr/>
          <p:nvPr/>
        </p:nvSpPr>
        <p:spPr>
          <a:xfrm>
            <a:off x="11968682" y="-690302"/>
            <a:ext cx="2047469" cy="2047469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" name="!!circle-1qc"/>
          <p:cNvSpPr/>
          <p:nvPr/>
        </p:nvSpPr>
        <p:spPr>
          <a:xfrm>
            <a:off x="8087727" y="-2245462"/>
            <a:ext cx="2495906" cy="2495906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7" name="!!circle-1qd"/>
          <p:cNvSpPr/>
          <p:nvPr/>
        </p:nvSpPr>
        <p:spPr>
          <a:xfrm>
            <a:off x="6430485" y="2980543"/>
            <a:ext cx="2187308" cy="2187308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8" name="!!circle-1qp"/>
          <p:cNvSpPr/>
          <p:nvPr/>
        </p:nvSpPr>
        <p:spPr>
          <a:xfrm>
            <a:off x="11435085" y="-470961"/>
            <a:ext cx="1404176" cy="1404176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9" name="!!circle-1qq"/>
          <p:cNvSpPr/>
          <p:nvPr/>
        </p:nvSpPr>
        <p:spPr>
          <a:xfrm>
            <a:off x="11891497" y="5252256"/>
            <a:ext cx="1058354" cy="1058354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0" name="!!circle-1qv"/>
          <p:cNvSpPr/>
          <p:nvPr/>
        </p:nvSpPr>
        <p:spPr>
          <a:xfrm>
            <a:off x="-390196" y="220370"/>
            <a:ext cx="1551610" cy="1551610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1" name="!!circle-1r1"/>
          <p:cNvSpPr/>
          <p:nvPr/>
        </p:nvSpPr>
        <p:spPr>
          <a:xfrm>
            <a:off x="379100" y="-531038"/>
            <a:ext cx="905370" cy="905370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2" name="!!circle-1rp"/>
          <p:cNvSpPr/>
          <p:nvPr/>
        </p:nvSpPr>
        <p:spPr>
          <a:xfrm>
            <a:off x="6873227" y="-79293"/>
            <a:ext cx="985317" cy="985317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3" name="!!circle-1rr"/>
          <p:cNvSpPr/>
          <p:nvPr/>
        </p:nvSpPr>
        <p:spPr>
          <a:xfrm>
            <a:off x="6523056" y="4725498"/>
            <a:ext cx="1677327" cy="1677327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4" name="!!circle-1rs"/>
          <p:cNvSpPr/>
          <p:nvPr/>
        </p:nvSpPr>
        <p:spPr>
          <a:xfrm>
            <a:off x="1841004" y="1101953"/>
            <a:ext cx="1598701" cy="1598701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5" name="!!rect-1sh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5F7">
                  <a:alpha val="0"/>
                </a:srgbClr>
              </a:gs>
              <a:gs pos="20428">
                <a:srgbClr val="F3F5F7">
                  <a:alpha val="0"/>
                </a:srgbClr>
              </a:gs>
              <a:gs pos="66730">
                <a:srgbClr val="F3F5F7"/>
              </a:gs>
              <a:gs pos="100000">
                <a:srgbClr val="F3F5F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6" name="!!circle-1sj"/>
          <p:cNvSpPr/>
          <p:nvPr/>
        </p:nvSpPr>
        <p:spPr>
          <a:xfrm>
            <a:off x="96730" y="20738"/>
            <a:ext cx="50038" cy="50038"/>
          </a:xfrm>
          <a:prstGeom prst="ellipse">
            <a:avLst/>
          </a:prstGeom>
          <a:solidFill>
            <a:srgbClr val="627D8D">
              <a:alpha val="25400"/>
            </a:srgbClr>
          </a:solidFill>
          <a:ln>
            <a:noFill/>
          </a:ln>
        </p:spPr>
      </p:sp>
      <p:sp>
        <p:nvSpPr>
          <p:cNvPr id="17" name="!!circle-1sm"/>
          <p:cNvSpPr/>
          <p:nvPr/>
        </p:nvSpPr>
        <p:spPr>
          <a:xfrm>
            <a:off x="5589978" y="1365161"/>
            <a:ext cx="36055" cy="36055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18" name="!!circle-1sp"/>
          <p:cNvSpPr/>
          <p:nvPr/>
        </p:nvSpPr>
        <p:spPr>
          <a:xfrm>
            <a:off x="9311342" y="3265125"/>
            <a:ext cx="24295" cy="24295"/>
          </a:xfrm>
          <a:prstGeom prst="ellipse">
            <a:avLst/>
          </a:prstGeom>
          <a:solidFill>
            <a:srgbClr val="627D8D">
              <a:alpha val="18100"/>
            </a:srgbClr>
          </a:solidFill>
          <a:ln>
            <a:noFill/>
          </a:ln>
        </p:spPr>
      </p:sp>
      <p:sp>
        <p:nvSpPr>
          <p:cNvPr id="19" name="!!circle-1ss"/>
          <p:cNvSpPr/>
          <p:nvPr/>
        </p:nvSpPr>
        <p:spPr>
          <a:xfrm>
            <a:off x="3520845" y="6461290"/>
            <a:ext cx="25959" cy="25959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20" name="!!circle-1sv"/>
          <p:cNvSpPr/>
          <p:nvPr/>
        </p:nvSpPr>
        <p:spPr>
          <a:xfrm>
            <a:off x="1959067" y="1796492"/>
            <a:ext cx="35878" cy="35878"/>
          </a:xfrm>
          <a:prstGeom prst="ellipse">
            <a:avLst/>
          </a:prstGeom>
          <a:solidFill>
            <a:srgbClr val="627D8D">
              <a:alpha val="26800"/>
            </a:srgbClr>
          </a:solidFill>
          <a:ln>
            <a:noFill/>
          </a:ln>
        </p:spPr>
      </p:sp>
      <p:sp>
        <p:nvSpPr>
          <p:cNvPr id="21" name="!!circle-1sy"/>
          <p:cNvSpPr/>
          <p:nvPr/>
        </p:nvSpPr>
        <p:spPr>
          <a:xfrm>
            <a:off x="6824143" y="3818172"/>
            <a:ext cx="40234" cy="40234"/>
          </a:xfrm>
          <a:prstGeom prst="ellipse">
            <a:avLst/>
          </a:prstGeom>
          <a:solidFill>
            <a:srgbClr val="627D8D">
              <a:alpha val="31300"/>
            </a:srgbClr>
          </a:solidFill>
          <a:ln>
            <a:noFill/>
          </a:ln>
        </p:spPr>
      </p:sp>
      <p:sp>
        <p:nvSpPr>
          <p:cNvPr id="22" name="!!circle-1t4"/>
          <p:cNvSpPr/>
          <p:nvPr/>
        </p:nvSpPr>
        <p:spPr>
          <a:xfrm>
            <a:off x="1158176" y="4896328"/>
            <a:ext cx="29959" cy="29959"/>
          </a:xfrm>
          <a:prstGeom prst="ellipse">
            <a:avLst/>
          </a:prstGeom>
          <a:solidFill>
            <a:srgbClr val="627D8D">
              <a:alpha val="19400"/>
            </a:srgbClr>
          </a:solidFill>
          <a:ln>
            <a:noFill/>
          </a:ln>
        </p:spPr>
      </p:sp>
      <p:sp>
        <p:nvSpPr>
          <p:cNvPr id="23" name="!!circle-1t7"/>
          <p:cNvSpPr/>
          <p:nvPr/>
        </p:nvSpPr>
        <p:spPr>
          <a:xfrm>
            <a:off x="8478726" y="4496571"/>
            <a:ext cx="28702" cy="28702"/>
          </a:xfrm>
          <a:prstGeom prst="ellipse">
            <a:avLst/>
          </a:prstGeom>
          <a:solidFill>
            <a:srgbClr val="627D8D">
              <a:alpha val="17800"/>
            </a:srgbClr>
          </a:solidFill>
          <a:ln>
            <a:noFill/>
          </a:ln>
        </p:spPr>
      </p:sp>
      <p:sp>
        <p:nvSpPr>
          <p:cNvPr id="24" name="!!circle-1ta"/>
          <p:cNvSpPr/>
          <p:nvPr/>
        </p:nvSpPr>
        <p:spPr>
          <a:xfrm>
            <a:off x="11018473" y="1901930"/>
            <a:ext cx="24066" cy="24066"/>
          </a:xfrm>
          <a:prstGeom prst="ellipse">
            <a:avLst/>
          </a:prstGeom>
          <a:solidFill>
            <a:srgbClr val="627D8D">
              <a:alpha val="23900"/>
            </a:srgbClr>
          </a:solidFill>
          <a:ln>
            <a:noFill/>
          </a:ln>
        </p:spPr>
      </p:sp>
      <p:sp>
        <p:nvSpPr>
          <p:cNvPr id="25" name="!!circle-1td"/>
          <p:cNvSpPr/>
          <p:nvPr/>
        </p:nvSpPr>
        <p:spPr>
          <a:xfrm>
            <a:off x="8417612" y="5862335"/>
            <a:ext cx="35865" cy="35865"/>
          </a:xfrm>
          <a:prstGeom prst="ellipse">
            <a:avLst/>
          </a:prstGeom>
          <a:solidFill>
            <a:srgbClr val="627D8D">
              <a:alpha val="28200"/>
            </a:srgbClr>
          </a:solidFill>
          <a:ln>
            <a:noFill/>
          </a:ln>
        </p:spPr>
      </p:sp>
      <p:sp>
        <p:nvSpPr>
          <p:cNvPr id="26" name="!!circle-1tg"/>
          <p:cNvSpPr/>
          <p:nvPr/>
        </p:nvSpPr>
        <p:spPr>
          <a:xfrm>
            <a:off x="1482309" y="3040736"/>
            <a:ext cx="39218" cy="39218"/>
          </a:xfrm>
          <a:prstGeom prst="ellipse">
            <a:avLst/>
          </a:prstGeom>
          <a:solidFill>
            <a:srgbClr val="627D8D">
              <a:alpha val="29600"/>
            </a:srgbClr>
          </a:solidFill>
          <a:ln>
            <a:noFill/>
          </a:ln>
        </p:spPr>
      </p:sp>
      <p:sp>
        <p:nvSpPr>
          <p:cNvPr id="27" name="!!circle-1tj"/>
          <p:cNvSpPr/>
          <p:nvPr/>
        </p:nvSpPr>
        <p:spPr>
          <a:xfrm>
            <a:off x="7110411" y="6074429"/>
            <a:ext cx="49733" cy="49733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8" name="!!circle-1tm"/>
          <p:cNvSpPr/>
          <p:nvPr/>
        </p:nvSpPr>
        <p:spPr>
          <a:xfrm>
            <a:off x="6376897" y="1746027"/>
            <a:ext cx="41694" cy="41694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9" name="!!circle-1tp"/>
          <p:cNvSpPr/>
          <p:nvPr/>
        </p:nvSpPr>
        <p:spPr>
          <a:xfrm>
            <a:off x="6793164" y="5153781"/>
            <a:ext cx="31979" cy="31979"/>
          </a:xfrm>
          <a:prstGeom prst="ellipse">
            <a:avLst/>
          </a:prstGeom>
          <a:solidFill>
            <a:srgbClr val="627D8D">
              <a:alpha val="24100"/>
            </a:srgbClr>
          </a:solidFill>
          <a:ln>
            <a:noFill/>
          </a:ln>
        </p:spPr>
      </p:sp>
      <p:sp>
        <p:nvSpPr>
          <p:cNvPr id="30" name="!!circle-1ts"/>
          <p:cNvSpPr/>
          <p:nvPr/>
        </p:nvSpPr>
        <p:spPr>
          <a:xfrm>
            <a:off x="3873477" y="1048852"/>
            <a:ext cx="18085" cy="18085"/>
          </a:xfrm>
          <a:prstGeom prst="ellipse">
            <a:avLst/>
          </a:prstGeom>
          <a:solidFill>
            <a:srgbClr val="627D8D">
              <a:alpha val="10500"/>
            </a:srgbClr>
          </a:solidFill>
          <a:ln>
            <a:noFill/>
          </a:ln>
        </p:spPr>
      </p:sp>
      <p:sp>
        <p:nvSpPr>
          <p:cNvPr id="31" name="!!circle-1ty"/>
          <p:cNvSpPr/>
          <p:nvPr/>
        </p:nvSpPr>
        <p:spPr>
          <a:xfrm>
            <a:off x="3442942" y="6319430"/>
            <a:ext cx="39243" cy="39243"/>
          </a:xfrm>
          <a:prstGeom prst="ellipse">
            <a:avLst/>
          </a:prstGeom>
          <a:solidFill>
            <a:srgbClr val="627D8D">
              <a:alpha val="27700"/>
            </a:srgbClr>
          </a:solidFill>
          <a:ln>
            <a:noFill/>
          </a:ln>
        </p:spPr>
      </p:sp>
      <p:sp>
        <p:nvSpPr>
          <p:cNvPr id="32" name="!!circle-1u1"/>
          <p:cNvSpPr/>
          <p:nvPr/>
        </p:nvSpPr>
        <p:spPr>
          <a:xfrm>
            <a:off x="1655181" y="6581738"/>
            <a:ext cx="34519" cy="34519"/>
          </a:xfrm>
          <a:prstGeom prst="ellipse">
            <a:avLst/>
          </a:prstGeom>
          <a:solidFill>
            <a:srgbClr val="627D8D">
              <a:alpha val="22500"/>
            </a:srgbClr>
          </a:solidFill>
          <a:ln>
            <a:noFill/>
          </a:ln>
        </p:spPr>
      </p:sp>
      <p:sp>
        <p:nvSpPr>
          <p:cNvPr id="33" name="!!circle-1u4"/>
          <p:cNvSpPr/>
          <p:nvPr/>
        </p:nvSpPr>
        <p:spPr>
          <a:xfrm>
            <a:off x="2654096" y="5116231"/>
            <a:ext cx="46228" cy="46228"/>
          </a:xfrm>
          <a:prstGeom prst="ellipse">
            <a:avLst/>
          </a:prstGeom>
          <a:solidFill>
            <a:srgbClr val="627D8D">
              <a:alpha val="26200"/>
            </a:srgbClr>
          </a:solidFill>
          <a:ln>
            <a:noFill/>
          </a:ln>
        </p:spPr>
      </p:sp>
      <p:sp>
        <p:nvSpPr>
          <p:cNvPr id="34" name="!!circle-1u7"/>
          <p:cNvSpPr/>
          <p:nvPr/>
        </p:nvSpPr>
        <p:spPr>
          <a:xfrm>
            <a:off x="7422673" y="4776171"/>
            <a:ext cx="49327" cy="49327"/>
          </a:xfrm>
          <a:prstGeom prst="ellipse">
            <a:avLst/>
          </a:prstGeom>
          <a:solidFill>
            <a:srgbClr val="627D8D">
              <a:alpha val="20800"/>
            </a:srgbClr>
          </a:solidFill>
          <a:ln>
            <a:noFill/>
          </a:ln>
        </p:spPr>
      </p:sp>
      <p:sp>
        <p:nvSpPr>
          <p:cNvPr id="35" name="!!circle-1ua"/>
          <p:cNvSpPr/>
          <p:nvPr/>
        </p:nvSpPr>
        <p:spPr>
          <a:xfrm>
            <a:off x="9694614" y="5484398"/>
            <a:ext cx="24054" cy="24054"/>
          </a:xfrm>
          <a:prstGeom prst="ellipse">
            <a:avLst/>
          </a:prstGeom>
          <a:solidFill>
            <a:srgbClr val="627D8D">
              <a:alpha val="22200"/>
            </a:srgbClr>
          </a:solidFill>
          <a:ln>
            <a:noFill/>
          </a:ln>
        </p:spPr>
      </p:sp>
      <p:sp>
        <p:nvSpPr>
          <p:cNvPr id="36" name="!!circle-1ud"/>
          <p:cNvSpPr/>
          <p:nvPr/>
        </p:nvSpPr>
        <p:spPr>
          <a:xfrm>
            <a:off x="2070754" y="1479065"/>
            <a:ext cx="32271" cy="32271"/>
          </a:xfrm>
          <a:prstGeom prst="ellipse">
            <a:avLst/>
          </a:prstGeom>
          <a:solidFill>
            <a:srgbClr val="627D8D">
              <a:alpha val="20500"/>
            </a:srgbClr>
          </a:solidFill>
          <a:ln>
            <a:noFill/>
          </a:ln>
        </p:spPr>
      </p:sp>
      <p:sp>
        <p:nvSpPr>
          <p:cNvPr id="37" name="!!circle-1uj"/>
          <p:cNvSpPr/>
          <p:nvPr/>
        </p:nvSpPr>
        <p:spPr>
          <a:xfrm>
            <a:off x="2078779" y="2449416"/>
            <a:ext cx="34252" cy="34252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38" name="!!circle-1um"/>
          <p:cNvSpPr/>
          <p:nvPr/>
        </p:nvSpPr>
        <p:spPr>
          <a:xfrm>
            <a:off x="9608707" y="4350147"/>
            <a:ext cx="44196" cy="44196"/>
          </a:xfrm>
          <a:prstGeom prst="ellipse">
            <a:avLst/>
          </a:prstGeom>
          <a:solidFill>
            <a:srgbClr val="627D8D">
              <a:alpha val="21700"/>
            </a:srgbClr>
          </a:solidFill>
          <a:ln>
            <a:noFill/>
          </a:ln>
        </p:spPr>
      </p:sp>
      <p:sp>
        <p:nvSpPr>
          <p:cNvPr id="39" name="!!circle-1up"/>
          <p:cNvSpPr/>
          <p:nvPr/>
        </p:nvSpPr>
        <p:spPr>
          <a:xfrm>
            <a:off x="6787109" y="1806023"/>
            <a:ext cx="35192" cy="35192"/>
          </a:xfrm>
          <a:prstGeom prst="ellipse">
            <a:avLst/>
          </a:prstGeom>
          <a:solidFill>
            <a:srgbClr val="627D8D">
              <a:alpha val="27100"/>
            </a:srgbClr>
          </a:solidFill>
          <a:ln>
            <a:noFill/>
          </a:ln>
        </p:spPr>
      </p:sp>
      <p:sp>
        <p:nvSpPr>
          <p:cNvPr id="40" name="!!circle-1us"/>
          <p:cNvSpPr/>
          <p:nvPr/>
        </p:nvSpPr>
        <p:spPr>
          <a:xfrm>
            <a:off x="10152411" y="5346282"/>
            <a:ext cx="43358" cy="43358"/>
          </a:xfrm>
          <a:prstGeom prst="ellipse">
            <a:avLst/>
          </a:prstGeom>
          <a:solidFill>
            <a:srgbClr val="627D8D">
              <a:alpha val="19500"/>
            </a:srgbClr>
          </a:solidFill>
          <a:ln>
            <a:noFill/>
          </a:ln>
        </p:spPr>
      </p:sp>
      <p:sp>
        <p:nvSpPr>
          <p:cNvPr id="41" name="!!circle-1uv"/>
          <p:cNvSpPr/>
          <p:nvPr/>
        </p:nvSpPr>
        <p:spPr>
          <a:xfrm>
            <a:off x="3152731" y="2134709"/>
            <a:ext cx="33528" cy="33528"/>
          </a:xfrm>
          <a:prstGeom prst="ellipse">
            <a:avLst/>
          </a:prstGeom>
          <a:solidFill>
            <a:srgbClr val="627D8D">
              <a:alpha val="28300"/>
            </a:srgbClr>
          </a:solidFill>
          <a:ln>
            <a:noFill/>
          </a:ln>
        </p:spPr>
      </p:sp>
      <p:sp>
        <p:nvSpPr>
          <p:cNvPr id="42" name="!!circle-1uy"/>
          <p:cNvSpPr/>
          <p:nvPr/>
        </p:nvSpPr>
        <p:spPr>
          <a:xfrm>
            <a:off x="6791949" y="2699831"/>
            <a:ext cx="28956" cy="28956"/>
          </a:xfrm>
          <a:prstGeom prst="ellipse">
            <a:avLst/>
          </a:prstGeom>
          <a:solidFill>
            <a:srgbClr val="627D8D">
              <a:alpha val="21800"/>
            </a:srgbClr>
          </a:solidFill>
          <a:ln>
            <a:noFill/>
          </a:ln>
        </p:spPr>
      </p:sp>
      <p:sp>
        <p:nvSpPr>
          <p:cNvPr id="43" name="!!circle-1v1"/>
          <p:cNvSpPr/>
          <p:nvPr/>
        </p:nvSpPr>
        <p:spPr>
          <a:xfrm>
            <a:off x="6998042" y="6397871"/>
            <a:ext cx="45555" cy="45555"/>
          </a:xfrm>
          <a:prstGeom prst="ellipse">
            <a:avLst/>
          </a:prstGeom>
          <a:solidFill>
            <a:srgbClr val="627D8D">
              <a:alpha val="20900"/>
            </a:srgbClr>
          </a:solidFill>
          <a:ln>
            <a:noFill/>
          </a:ln>
        </p:spPr>
      </p:sp>
      <p:sp>
        <p:nvSpPr>
          <p:cNvPr id="44" name="!!circle-1v4"/>
          <p:cNvSpPr/>
          <p:nvPr/>
        </p:nvSpPr>
        <p:spPr>
          <a:xfrm>
            <a:off x="11307591" y="3301263"/>
            <a:ext cx="39484" cy="39484"/>
          </a:xfrm>
          <a:prstGeom prst="ellipse">
            <a:avLst/>
          </a:prstGeom>
          <a:solidFill>
            <a:srgbClr val="627D8D">
              <a:alpha val="13600"/>
            </a:srgbClr>
          </a:solidFill>
          <a:ln>
            <a:noFill/>
          </a:ln>
        </p:spPr>
      </p:sp>
      <p:sp>
        <p:nvSpPr>
          <p:cNvPr id="45" name="!!circle-1v7"/>
          <p:cNvSpPr/>
          <p:nvPr/>
        </p:nvSpPr>
        <p:spPr>
          <a:xfrm>
            <a:off x="7459077" y="5667406"/>
            <a:ext cx="30455" cy="30455"/>
          </a:xfrm>
          <a:prstGeom prst="ellipse">
            <a:avLst/>
          </a:prstGeom>
          <a:solidFill>
            <a:srgbClr val="627D8D">
              <a:alpha val="16500"/>
            </a:srgbClr>
          </a:solidFill>
          <a:ln>
            <a:noFill/>
          </a:ln>
        </p:spPr>
      </p:sp>
      <p:sp>
        <p:nvSpPr>
          <p:cNvPr id="46" name="!!circle-1va"/>
          <p:cNvSpPr/>
          <p:nvPr/>
        </p:nvSpPr>
        <p:spPr>
          <a:xfrm>
            <a:off x="8960848" y="6423544"/>
            <a:ext cx="28257" cy="28257"/>
          </a:xfrm>
          <a:prstGeom prst="ellipse">
            <a:avLst/>
          </a:prstGeom>
          <a:solidFill>
            <a:srgbClr val="627D8D">
              <a:alpha val="15700"/>
            </a:srgbClr>
          </a:solidFill>
          <a:ln>
            <a:noFill/>
          </a:ln>
        </p:spPr>
      </p:sp>
      <p:sp>
        <p:nvSpPr>
          <p:cNvPr id="47" name="!!circle-1vd"/>
          <p:cNvSpPr/>
          <p:nvPr/>
        </p:nvSpPr>
        <p:spPr>
          <a:xfrm>
            <a:off x="11375664" y="5107051"/>
            <a:ext cx="45149" cy="45149"/>
          </a:xfrm>
          <a:prstGeom prst="ellipse">
            <a:avLst/>
          </a:prstGeom>
          <a:solidFill>
            <a:srgbClr val="627D8D">
              <a:alpha val="31200"/>
            </a:srgbClr>
          </a:solidFill>
          <a:ln>
            <a:noFill/>
          </a:ln>
        </p:spPr>
      </p:sp>
      <p:sp>
        <p:nvSpPr>
          <p:cNvPr id="48" name="!!circle-1vg"/>
          <p:cNvSpPr/>
          <p:nvPr/>
        </p:nvSpPr>
        <p:spPr>
          <a:xfrm>
            <a:off x="3457458" y="3192200"/>
            <a:ext cx="30696" cy="30696"/>
          </a:xfrm>
          <a:prstGeom prst="ellipse">
            <a:avLst/>
          </a:prstGeom>
          <a:solidFill>
            <a:srgbClr val="627D8D">
              <a:alpha val="25700"/>
            </a:srgbClr>
          </a:solidFill>
          <a:ln>
            <a:noFill/>
          </a:ln>
        </p:spPr>
      </p:sp>
      <p:sp>
        <p:nvSpPr>
          <p:cNvPr id="49" name="!!circle-1vj"/>
          <p:cNvSpPr/>
          <p:nvPr/>
        </p:nvSpPr>
        <p:spPr>
          <a:xfrm>
            <a:off x="8823028" y="3726690"/>
            <a:ext cx="37401" cy="37401"/>
          </a:xfrm>
          <a:prstGeom prst="ellipse">
            <a:avLst/>
          </a:prstGeom>
          <a:solidFill>
            <a:srgbClr val="627D8D">
              <a:alpha val="16000"/>
            </a:srgbClr>
          </a:solidFill>
          <a:ln>
            <a:noFill/>
          </a:ln>
        </p:spPr>
      </p:sp>
      <p:sp>
        <p:nvSpPr>
          <p:cNvPr id="50" name="!!circle-1vm"/>
          <p:cNvSpPr/>
          <p:nvPr/>
        </p:nvSpPr>
        <p:spPr>
          <a:xfrm>
            <a:off x="1774220" y="4546226"/>
            <a:ext cx="33096" cy="33096"/>
          </a:xfrm>
          <a:prstGeom prst="ellipse">
            <a:avLst/>
          </a:prstGeom>
          <a:solidFill>
            <a:srgbClr val="627D8D">
              <a:alpha val="22300"/>
            </a:srgbClr>
          </a:solidFill>
          <a:ln>
            <a:noFill/>
          </a:ln>
        </p:spPr>
      </p:sp>
      <p:sp>
        <p:nvSpPr>
          <p:cNvPr id="51" name="!!circle-1vp"/>
          <p:cNvSpPr/>
          <p:nvPr/>
        </p:nvSpPr>
        <p:spPr>
          <a:xfrm>
            <a:off x="11585023" y="660498"/>
            <a:ext cx="21145" cy="21145"/>
          </a:xfrm>
          <a:prstGeom prst="ellipse">
            <a:avLst/>
          </a:prstGeom>
          <a:solidFill>
            <a:srgbClr val="627D8D">
              <a:alpha val="16300"/>
            </a:srgbClr>
          </a:solidFill>
          <a:ln>
            <a:noFill/>
          </a:ln>
        </p:spPr>
      </p:sp>
      <p:sp>
        <p:nvSpPr>
          <p:cNvPr id="52" name="!!circle-1vs"/>
          <p:cNvSpPr/>
          <p:nvPr/>
        </p:nvSpPr>
        <p:spPr>
          <a:xfrm>
            <a:off x="11076252" y="5589987"/>
            <a:ext cx="35281" cy="35281"/>
          </a:xfrm>
          <a:prstGeom prst="ellipse">
            <a:avLst/>
          </a:prstGeom>
          <a:solidFill>
            <a:srgbClr val="627D8D">
              <a:alpha val="30000"/>
            </a:srgbClr>
          </a:solidFill>
          <a:ln>
            <a:noFill/>
          </a:ln>
        </p:spPr>
      </p:sp>
      <p:sp>
        <p:nvSpPr>
          <p:cNvPr id="53" name="!!path-38h"/>
          <p:cNvSpPr/>
          <p:nvPr/>
        </p:nvSpPr>
        <p:spPr>
          <a:xfrm>
            <a:off x="-29688" y="-1946662"/>
            <a:ext cx="3941423" cy="5112957"/>
          </a:xfrm>
          <a:custGeom>
            <a:avLst/>
            <a:gdLst/>
            <a:ahLst/>
            <a:cxnLst/>
            <a:rect l="l" t="t" r="r" b="b"/>
            <a:pathLst>
              <a:path w="3941423" h="5112957" fill="none">
                <a:moveTo>
                  <a:pt x="0" y="0"/>
                </a:moveTo>
                <a:quadBezTo>
                  <a:pt x="1095539" y="3231123"/>
                  <a:pt x="3941423" y="5112957"/>
                </a:quadBezTo>
              </a:path>
            </a:pathLst>
          </a:custGeom>
          <a:noFill/>
          <a:ln w="32385" cap="rnd">
            <a:solidFill>
              <a:srgbClr val="627D8D">
                <a:alpha val="7800"/>
              </a:srgbClr>
            </a:solidFill>
            <a:prstDash val="solid"/>
            <a:round/>
          </a:ln>
        </p:spPr>
      </p:sp>
      <p:sp>
        <p:nvSpPr>
          <p:cNvPr id="54" name="!!circle-38n"/>
          <p:cNvSpPr/>
          <p:nvPr/>
        </p:nvSpPr>
        <p:spPr>
          <a:xfrm>
            <a:off x="2971644" y="2449891"/>
            <a:ext cx="207264" cy="207264"/>
          </a:xfrm>
          <a:prstGeom prst="ellipse">
            <a:avLst/>
          </a:prstGeom>
          <a:gradFill rotWithShape="1">
            <a:gsLst>
              <a:gs pos="0">
                <a:srgbClr val="FFFFFF">
                  <a:alpha val="19146"/>
                </a:srgbClr>
              </a:gs>
              <a:gs pos="28284">
                <a:srgbClr val="627D8D">
                  <a:alpha val="9573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5" name="!!circle-38q"/>
          <p:cNvSpPr/>
          <p:nvPr/>
        </p:nvSpPr>
        <p:spPr>
          <a:xfrm>
            <a:off x="1436459" y="890743"/>
            <a:ext cx="207264" cy="207264"/>
          </a:xfrm>
          <a:prstGeom prst="ellipse">
            <a:avLst/>
          </a:prstGeom>
          <a:gradFill rotWithShape="1">
            <a:gsLst>
              <a:gs pos="0">
                <a:srgbClr val="FFFFFF">
                  <a:alpha val="24300"/>
                </a:srgbClr>
              </a:gs>
              <a:gs pos="28284">
                <a:srgbClr val="627D8D">
                  <a:alpha val="1215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6" name="!!circle-3as"/>
          <p:cNvSpPr/>
          <p:nvPr/>
        </p:nvSpPr>
        <p:spPr>
          <a:xfrm>
            <a:off x="-5495186" y="-7706004"/>
            <a:ext cx="8953805" cy="8953805"/>
          </a:xfrm>
          <a:prstGeom prst="ellipse">
            <a:avLst/>
          </a:prstGeom>
          <a:gradFill rotWithShape="1">
            <a:gsLst>
              <a:gs pos="0">
                <a:srgbClr val="627D8D">
                  <a:alpha val="220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7" name="!!circle-3b0"/>
          <p:cNvSpPr/>
          <p:nvPr/>
        </p:nvSpPr>
        <p:spPr>
          <a:xfrm>
            <a:off x="-4022960" y="-6233779"/>
            <a:ext cx="6009354" cy="6009354"/>
          </a:xfrm>
          <a:custGeom>
            <a:avLst/>
            <a:gdLst/>
            <a:ahLst/>
            <a:cxnLst/>
            <a:rect l="l" t="t" r="r" b="b"/>
            <a:pathLst>
              <a:path w="6009354" h="6009354" fill="none">
                <a:moveTo>
                  <a:pt x="1099057" y="4956909"/>
                </a:moveTo>
                <a:cubicBezTo>
                  <a:pt x="20869" y="3904465"/>
                  <a:pt x="0" y="2177246"/>
                  <a:pt x="1052445" y="1099057"/>
                </a:cubicBezTo>
                <a:cubicBezTo>
                  <a:pt x="2104889" y="20869"/>
                  <a:pt x="3832109" y="0"/>
                  <a:pt x="4910297" y="1052445"/>
                </a:cubicBezTo>
                <a:cubicBezTo>
                  <a:pt x="5988485" y="2104889"/>
                  <a:pt x="6009354" y="3832109"/>
                  <a:pt x="4956909" y="4910297"/>
                </a:cubicBezTo>
                <a:cubicBezTo>
                  <a:pt x="3904465" y="5988485"/>
                  <a:pt x="2177246" y="6009354"/>
                  <a:pt x="1099057" y="4956909"/>
                </a:cubicBezTo>
                <a:close/>
              </a:path>
            </a:pathLst>
          </a:custGeom>
          <a:noFill/>
          <a:ln w="21763" cap="rnd">
            <a:solidFill>
              <a:srgbClr val="627D8D">
                <a:alpha val="27000"/>
              </a:srgbClr>
            </a:solidFill>
            <a:custDash>
              <a:ds d="142857" sp="714286"/>
            </a:custDash>
            <a:miter lim="800000"/>
          </a:ln>
        </p:spPr>
      </p:sp>
      <p:sp>
        <p:nvSpPr>
          <p:cNvPr id="58" name="!!circle-3b4"/>
          <p:cNvSpPr/>
          <p:nvPr/>
        </p:nvSpPr>
        <p:spPr>
          <a:xfrm>
            <a:off x="-4584854" y="-6795672"/>
            <a:ext cx="7133141" cy="7133141"/>
          </a:xfrm>
          <a:custGeom>
            <a:avLst/>
            <a:gdLst/>
            <a:ahLst/>
            <a:cxnLst/>
            <a:rect l="l" t="t" r="r" b="b"/>
            <a:pathLst>
              <a:path w="7133141" h="7133141" fill="none">
                <a:moveTo>
                  <a:pt x="3695814" y="7061762"/>
                </a:moveTo>
                <a:cubicBezTo>
                  <a:pt x="1765473" y="7133141"/>
                  <a:pt x="142758" y="5626155"/>
                  <a:pt x="71379" y="3695814"/>
                </a:cubicBezTo>
                <a:cubicBezTo>
                  <a:pt x="0" y="1765473"/>
                  <a:pt x="1506986" y="142758"/>
                  <a:pt x="3437327" y="71379"/>
                </a:cubicBezTo>
                <a:cubicBezTo>
                  <a:pt x="5367668" y="0"/>
                  <a:pt x="6990383" y="1506986"/>
                  <a:pt x="7061762" y="3437327"/>
                </a:cubicBezTo>
                <a:cubicBezTo>
                  <a:pt x="7133141" y="5367668"/>
                  <a:pt x="5626155" y="6990383"/>
                  <a:pt x="3695814" y="7061762"/>
                </a:cubicBezTo>
                <a:close/>
              </a:path>
            </a:pathLst>
          </a:custGeom>
          <a:noFill/>
          <a:ln w="21763" cap="rnd">
            <a:solidFill>
              <a:srgbClr val="627D8D">
                <a:alpha val="20000"/>
              </a:srgbClr>
            </a:solidFill>
            <a:custDash>
              <a:ds d="2857143" sp="1285714"/>
              <a:ds d="285714" sp="1285714"/>
            </a:custDash>
            <a:miter lim="800000"/>
          </a:ln>
        </p:spPr>
      </p:sp>
      <p:sp>
        <p:nvSpPr>
          <p:cNvPr id="59" name="!!circle-3dt"/>
          <p:cNvSpPr/>
          <p:nvPr/>
        </p:nvSpPr>
        <p:spPr>
          <a:xfrm>
            <a:off x="9863074" y="-3177286"/>
            <a:ext cx="3497580" cy="3497580"/>
          </a:xfrm>
          <a:prstGeom prst="ellipse">
            <a:avLst/>
          </a:prstGeom>
          <a:gradFill rotWithShape="1">
            <a:gsLst>
              <a:gs pos="0">
                <a:srgbClr val="627D8D">
                  <a:alpha val="200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0" name="!!rect-4aj"/>
          <p:cNvSpPr/>
          <p:nvPr/>
        </p:nvSpPr>
        <p:spPr>
          <a:xfrm>
            <a:off x="2854960" y="2237486"/>
            <a:ext cx="3497580" cy="1282446"/>
          </a:xfrm>
          <a:prstGeom prst="roundRect">
            <a:avLst>
              <a:gd name="adj" fmla="val 14458"/>
            </a:avLst>
          </a:prstGeom>
          <a:solidFill>
            <a:srgbClr val="0B1A26">
              <a:alpha val="12000"/>
            </a:srgbClr>
          </a:solidFill>
          <a:ln>
            <a:noFill/>
          </a:ln>
          <a:effectLst>
            <a:softEdge rad="227990"/>
          </a:effectLst>
        </p:spPr>
      </p:sp>
      <p:sp>
        <p:nvSpPr>
          <p:cNvPr id="61" name="!!rect-4ak"/>
          <p:cNvSpPr/>
          <p:nvPr/>
        </p:nvSpPr>
        <p:spPr>
          <a:xfrm>
            <a:off x="2919730" y="2250440"/>
            <a:ext cx="3368040" cy="110109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6477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62" name="!!text-4al" descr="使用者需求"/>
          <p:cNvSpPr txBox="1"/>
          <p:nvPr/>
        </p:nvSpPr>
        <p:spPr>
          <a:xfrm>
            <a:off x="3101086" y="2357181"/>
            <a:ext cx="755218" cy="20633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22" b="1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使用者需求</a:t>
            </a:r>
            <a:endParaRPr lang="zh-TW" sz="1122"/>
          </a:p>
        </p:txBody>
      </p:sp>
      <p:sp>
        <p:nvSpPr>
          <p:cNvPr id="63" name="!!text-4ar" descr="想找適合入門的程式設計書，"/>
          <p:cNvSpPr txBox="1"/>
          <p:nvPr/>
        </p:nvSpPr>
        <p:spPr>
          <a:xfrm>
            <a:off x="3101086" y="2620924"/>
            <a:ext cx="2584323" cy="28136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530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想找適合入門的程式設計書，</a:t>
            </a:r>
            <a:endParaRPr lang="zh-TW" sz="1530"/>
          </a:p>
        </p:txBody>
      </p:sp>
      <p:sp>
        <p:nvSpPr>
          <p:cNvPr id="64" name="!!text-4b5" descr="預算 300 代幣以內"/>
          <p:cNvSpPr txBox="1"/>
          <p:nvPr/>
        </p:nvSpPr>
        <p:spPr>
          <a:xfrm>
            <a:off x="3101086" y="2931820"/>
            <a:ext cx="1650081" cy="28136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530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預算 300 代幣以內</a:t>
            </a:r>
            <a:endParaRPr lang="zh-TW" sz="1530"/>
          </a:p>
        </p:txBody>
      </p:sp>
      <p:sp>
        <p:nvSpPr>
          <p:cNvPr id="65" name="!!rect-4bf"/>
          <p:cNvSpPr/>
          <p:nvPr/>
        </p:nvSpPr>
        <p:spPr>
          <a:xfrm>
            <a:off x="3878326" y="2904617"/>
            <a:ext cx="388620" cy="25908"/>
          </a:xfrm>
          <a:prstGeom prst="roundRect">
            <a:avLst>
              <a:gd name="adj" fmla="val 50000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66" name="!!rect-4bh"/>
          <p:cNvSpPr/>
          <p:nvPr/>
        </p:nvSpPr>
        <p:spPr>
          <a:xfrm>
            <a:off x="4461256" y="2904617"/>
            <a:ext cx="777240" cy="25908"/>
          </a:xfrm>
          <a:prstGeom prst="roundRect">
            <a:avLst>
              <a:gd name="adj" fmla="val 50000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67" name="!!rect-4bj"/>
          <p:cNvSpPr/>
          <p:nvPr/>
        </p:nvSpPr>
        <p:spPr>
          <a:xfrm>
            <a:off x="3533620" y="3215513"/>
            <a:ext cx="1159253" cy="25908"/>
          </a:xfrm>
          <a:prstGeom prst="roundRect">
            <a:avLst>
              <a:gd name="adj" fmla="val 50000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68" name="!!rect-4br"/>
          <p:cNvSpPr/>
          <p:nvPr/>
        </p:nvSpPr>
        <p:spPr>
          <a:xfrm>
            <a:off x="2893822" y="3604133"/>
            <a:ext cx="1399032" cy="427482"/>
          </a:xfrm>
          <a:prstGeom prst="roundRect">
            <a:avLst>
              <a:gd name="adj" fmla="val 50000"/>
            </a:avLst>
          </a:prstGeom>
          <a:solidFill>
            <a:srgbClr val="0B1A26">
              <a:alpha val="10000"/>
            </a:srgbClr>
          </a:solidFill>
          <a:ln>
            <a:noFill/>
          </a:ln>
          <a:effectLst>
            <a:softEdge rad="99746"/>
          </a:effectLst>
        </p:spPr>
      </p:sp>
      <p:sp>
        <p:nvSpPr>
          <p:cNvPr id="69" name="!!rect-4bs"/>
          <p:cNvSpPr/>
          <p:nvPr/>
        </p:nvSpPr>
        <p:spPr>
          <a:xfrm>
            <a:off x="2919730" y="3597656"/>
            <a:ext cx="1347216" cy="3368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772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70" name="!!path-4bt"/>
          <p:cNvSpPr/>
          <p:nvPr/>
        </p:nvSpPr>
        <p:spPr>
          <a:xfrm>
            <a:off x="3069193" y="3692389"/>
            <a:ext cx="147417" cy="140046"/>
          </a:xfrm>
          <a:custGeom>
            <a:avLst/>
            <a:gdLst/>
            <a:ahLst/>
            <a:cxnLst/>
            <a:rect l="l" t="t" r="r" b="b"/>
            <a:pathLst>
              <a:path w="147417" h="140046">
                <a:moveTo>
                  <a:pt x="73708" y="112553"/>
                </a:moveTo>
                <a:lnTo>
                  <a:pt x="119260" y="140046"/>
                </a:lnTo>
                <a:lnTo>
                  <a:pt x="107172" y="88229"/>
                </a:lnTo>
                <a:lnTo>
                  <a:pt x="147417" y="53365"/>
                </a:lnTo>
                <a:lnTo>
                  <a:pt x="94420" y="48869"/>
                </a:lnTo>
                <a:lnTo>
                  <a:pt x="73708" y="0"/>
                </a:lnTo>
                <a:lnTo>
                  <a:pt x="52996" y="48869"/>
                </a:lnTo>
                <a:lnTo>
                  <a:pt x="0" y="53365"/>
                </a:lnTo>
                <a:lnTo>
                  <a:pt x="40245" y="88229"/>
                </a:lnTo>
                <a:lnTo>
                  <a:pt x="28157" y="140046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71" name="!!text-4bu" descr="程度｜入門"/>
          <p:cNvSpPr txBox="1"/>
          <p:nvPr/>
        </p:nvSpPr>
        <p:spPr>
          <a:xfrm>
            <a:off x="3290215" y="3631336"/>
            <a:ext cx="892531" cy="24384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26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程度｜入門</a:t>
            </a:r>
            <a:endParaRPr lang="zh-TW" sz="1326"/>
          </a:p>
        </p:txBody>
      </p:sp>
      <p:sp>
        <p:nvSpPr>
          <p:cNvPr id="72" name="!!rect-4c6"/>
          <p:cNvSpPr/>
          <p:nvPr/>
        </p:nvSpPr>
        <p:spPr>
          <a:xfrm>
            <a:off x="2893822" y="4070477"/>
            <a:ext cx="1735836" cy="427482"/>
          </a:xfrm>
          <a:prstGeom prst="roundRect">
            <a:avLst>
              <a:gd name="adj" fmla="val 50000"/>
            </a:avLst>
          </a:prstGeom>
          <a:solidFill>
            <a:srgbClr val="0B1A26">
              <a:alpha val="10000"/>
            </a:srgbClr>
          </a:solidFill>
          <a:ln>
            <a:noFill/>
          </a:ln>
          <a:effectLst>
            <a:softEdge rad="99746"/>
          </a:effectLst>
        </p:spPr>
      </p:sp>
      <p:sp>
        <p:nvSpPr>
          <p:cNvPr id="73" name="!!rect-4c7"/>
          <p:cNvSpPr/>
          <p:nvPr/>
        </p:nvSpPr>
        <p:spPr>
          <a:xfrm>
            <a:off x="2919730" y="4064000"/>
            <a:ext cx="1684020" cy="3368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772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74" name="!!path-4c8"/>
          <p:cNvSpPr/>
          <p:nvPr/>
        </p:nvSpPr>
        <p:spPr>
          <a:xfrm>
            <a:off x="3069193" y="4158732"/>
            <a:ext cx="147417" cy="147417"/>
          </a:xfrm>
          <a:custGeom>
            <a:avLst/>
            <a:gdLst/>
            <a:ahLst/>
            <a:cxnLst/>
            <a:rect l="l" t="t" r="r" b="b"/>
            <a:pathLst>
              <a:path w="147417" h="147417">
                <a:moveTo>
                  <a:pt x="143068" y="70613"/>
                </a:moveTo>
                <a:lnTo>
                  <a:pt x="76730" y="4275"/>
                </a:lnTo>
                <a:cubicBezTo>
                  <a:pt x="74077" y="1622"/>
                  <a:pt x="70391" y="0"/>
                  <a:pt x="66337" y="0"/>
                </a:cubicBezTo>
                <a:lnTo>
                  <a:pt x="14742" y="0"/>
                </a:lnTo>
                <a:cubicBezTo>
                  <a:pt x="6634" y="0"/>
                  <a:pt x="0" y="6634"/>
                  <a:pt x="0" y="14742"/>
                </a:cubicBezTo>
                <a:lnTo>
                  <a:pt x="0" y="66337"/>
                </a:lnTo>
                <a:cubicBezTo>
                  <a:pt x="0" y="70391"/>
                  <a:pt x="1622" y="74077"/>
                  <a:pt x="4349" y="76804"/>
                </a:cubicBezTo>
                <a:lnTo>
                  <a:pt x="70686" y="143141"/>
                </a:lnTo>
                <a:cubicBezTo>
                  <a:pt x="73340" y="145795"/>
                  <a:pt x="77025" y="147417"/>
                  <a:pt x="81079" y="147417"/>
                </a:cubicBezTo>
                <a:cubicBezTo>
                  <a:pt x="85133" y="147417"/>
                  <a:pt x="88818" y="145795"/>
                  <a:pt x="91472" y="143068"/>
                </a:cubicBezTo>
                <a:lnTo>
                  <a:pt x="143068" y="91472"/>
                </a:lnTo>
                <a:cubicBezTo>
                  <a:pt x="145795" y="88818"/>
                  <a:pt x="147417" y="85133"/>
                  <a:pt x="147417" y="81079"/>
                </a:cubicBezTo>
                <a:cubicBezTo>
                  <a:pt x="147417" y="77025"/>
                  <a:pt x="145721" y="73266"/>
                  <a:pt x="143068" y="70613"/>
                </a:cubicBezTo>
                <a:close/>
                <a:moveTo>
                  <a:pt x="25798" y="36854"/>
                </a:moveTo>
                <a:cubicBezTo>
                  <a:pt x="19680" y="36854"/>
                  <a:pt x="14742" y="31916"/>
                  <a:pt x="14742" y="25798"/>
                </a:cubicBezTo>
                <a:cubicBezTo>
                  <a:pt x="14742" y="19680"/>
                  <a:pt x="19680" y="14742"/>
                  <a:pt x="25798" y="14742"/>
                </a:cubicBezTo>
                <a:cubicBezTo>
                  <a:pt x="31916" y="14742"/>
                  <a:pt x="36854" y="19680"/>
                  <a:pt x="36854" y="25798"/>
                </a:cubicBezTo>
                <a:cubicBezTo>
                  <a:pt x="36854" y="31916"/>
                  <a:pt x="31916" y="36854"/>
                  <a:pt x="25798" y="36854"/>
                </a:cubicBez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75" name="!!text-4c9" descr="分類｜程式設計"/>
          <p:cNvSpPr txBox="1"/>
          <p:nvPr/>
        </p:nvSpPr>
        <p:spPr>
          <a:xfrm>
            <a:off x="3290215" y="4097680"/>
            <a:ext cx="1229335" cy="24384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26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分類｜程式設計</a:t>
            </a:r>
            <a:endParaRPr lang="zh-TW" sz="1326"/>
          </a:p>
        </p:txBody>
      </p:sp>
      <p:sp>
        <p:nvSpPr>
          <p:cNvPr id="76" name="!!rect-4cn"/>
          <p:cNvSpPr/>
          <p:nvPr/>
        </p:nvSpPr>
        <p:spPr>
          <a:xfrm>
            <a:off x="2893822" y="4536821"/>
            <a:ext cx="2066914" cy="427482"/>
          </a:xfrm>
          <a:prstGeom prst="roundRect">
            <a:avLst>
              <a:gd name="adj" fmla="val 50000"/>
            </a:avLst>
          </a:prstGeom>
          <a:solidFill>
            <a:srgbClr val="0B1A26">
              <a:alpha val="10000"/>
            </a:srgbClr>
          </a:solidFill>
          <a:ln>
            <a:noFill/>
          </a:ln>
          <a:effectLst>
            <a:softEdge rad="99746"/>
          </a:effectLst>
        </p:spPr>
      </p:sp>
      <p:sp>
        <p:nvSpPr>
          <p:cNvPr id="77" name="!!rect-4co"/>
          <p:cNvSpPr/>
          <p:nvPr/>
        </p:nvSpPr>
        <p:spPr>
          <a:xfrm>
            <a:off x="2919730" y="4530344"/>
            <a:ext cx="2015098" cy="3368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772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78" name="!!path-4cp"/>
          <p:cNvSpPr/>
          <p:nvPr/>
        </p:nvSpPr>
        <p:spPr>
          <a:xfrm>
            <a:off x="3069193" y="4625076"/>
            <a:ext cx="147417" cy="147417"/>
          </a:xfrm>
          <a:custGeom>
            <a:avLst/>
            <a:gdLst/>
            <a:ahLst/>
            <a:cxnLst/>
            <a:rect l="l" t="t" r="r" b="b"/>
            <a:pathLst>
              <a:path w="147417" h="147417">
                <a:moveTo>
                  <a:pt x="66337" y="0"/>
                </a:moveTo>
                <a:lnTo>
                  <a:pt x="66337" y="147417"/>
                </a:lnTo>
                <a:cubicBezTo>
                  <a:pt x="28967" y="143731"/>
                  <a:pt x="0" y="112110"/>
                  <a:pt x="0" y="73708"/>
                </a:cubicBezTo>
                <a:cubicBezTo>
                  <a:pt x="0" y="35306"/>
                  <a:pt x="28967" y="3685"/>
                  <a:pt x="66337" y="0"/>
                </a:cubicBezTo>
                <a:close/>
                <a:moveTo>
                  <a:pt x="81300" y="0"/>
                </a:moveTo>
                <a:lnTo>
                  <a:pt x="81300" y="66264"/>
                </a:lnTo>
                <a:lnTo>
                  <a:pt x="147417" y="66264"/>
                </a:lnTo>
                <a:cubicBezTo>
                  <a:pt x="143952" y="31326"/>
                  <a:pt x="116164" y="3464"/>
                  <a:pt x="81300" y="0"/>
                </a:cubicBezTo>
                <a:close/>
                <a:moveTo>
                  <a:pt x="81300" y="81153"/>
                </a:moveTo>
                <a:lnTo>
                  <a:pt x="81300" y="147417"/>
                </a:lnTo>
                <a:cubicBezTo>
                  <a:pt x="116238" y="143952"/>
                  <a:pt x="143952" y="116091"/>
                  <a:pt x="147417" y="81153"/>
                </a:cubicBezTo>
                <a:lnTo>
                  <a:pt x="81300" y="81153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79" name="!!text-4cq" descr="預算｜300 代幣以內"/>
          <p:cNvSpPr txBox="1"/>
          <p:nvPr/>
        </p:nvSpPr>
        <p:spPr>
          <a:xfrm>
            <a:off x="3290215" y="4564024"/>
            <a:ext cx="1560413" cy="24384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26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預算｜300 代幣以內</a:t>
            </a:r>
            <a:endParaRPr lang="zh-TW" sz="1326"/>
          </a:p>
        </p:txBody>
      </p:sp>
      <p:sp>
        <p:nvSpPr>
          <p:cNvPr id="80" name="!!rect-4d7"/>
          <p:cNvSpPr/>
          <p:nvPr/>
        </p:nvSpPr>
        <p:spPr>
          <a:xfrm>
            <a:off x="2893822" y="5067935"/>
            <a:ext cx="2577846" cy="427482"/>
          </a:xfrm>
          <a:prstGeom prst="roundRect">
            <a:avLst>
              <a:gd name="adj" fmla="val 50000"/>
            </a:avLst>
          </a:prstGeom>
          <a:solidFill>
            <a:srgbClr val="0B1A26">
              <a:alpha val="10000"/>
            </a:srgbClr>
          </a:solidFill>
          <a:ln>
            <a:noFill/>
          </a:ln>
          <a:effectLst>
            <a:softEdge rad="99746"/>
          </a:effectLst>
        </p:spPr>
      </p:sp>
      <p:sp>
        <p:nvSpPr>
          <p:cNvPr id="81" name="!!rect-4d8"/>
          <p:cNvSpPr/>
          <p:nvPr/>
        </p:nvSpPr>
        <p:spPr>
          <a:xfrm>
            <a:off x="2919730" y="5061458"/>
            <a:ext cx="2526030" cy="3368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772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82" name="!!path-4d9"/>
          <p:cNvSpPr/>
          <p:nvPr/>
        </p:nvSpPr>
        <p:spPr>
          <a:xfrm>
            <a:off x="3083935" y="5148820"/>
            <a:ext cx="117933" cy="154787"/>
          </a:xfrm>
          <a:custGeom>
            <a:avLst/>
            <a:gdLst/>
            <a:ahLst/>
            <a:cxnLst/>
            <a:rect l="l" t="t" r="r" b="b"/>
            <a:pathLst>
              <a:path w="117933" h="154787">
                <a:moveTo>
                  <a:pt x="103192" y="51596"/>
                </a:moveTo>
                <a:lnTo>
                  <a:pt x="95821" y="51596"/>
                </a:lnTo>
                <a:lnTo>
                  <a:pt x="95821" y="36854"/>
                </a:lnTo>
                <a:cubicBezTo>
                  <a:pt x="95821" y="16511"/>
                  <a:pt x="79310" y="0"/>
                  <a:pt x="58967" y="0"/>
                </a:cubicBezTo>
                <a:cubicBezTo>
                  <a:pt x="38623" y="0"/>
                  <a:pt x="22112" y="16511"/>
                  <a:pt x="22112" y="36854"/>
                </a:cubicBezTo>
                <a:lnTo>
                  <a:pt x="22112" y="51596"/>
                </a:lnTo>
                <a:lnTo>
                  <a:pt x="14742" y="51596"/>
                </a:lnTo>
                <a:cubicBezTo>
                  <a:pt x="6634" y="51596"/>
                  <a:pt x="0" y="58230"/>
                  <a:pt x="0" y="66337"/>
                </a:cubicBezTo>
                <a:lnTo>
                  <a:pt x="0" y="140046"/>
                </a:lnTo>
                <a:cubicBezTo>
                  <a:pt x="0" y="148154"/>
                  <a:pt x="6634" y="154787"/>
                  <a:pt x="14742" y="154787"/>
                </a:cubicBezTo>
                <a:lnTo>
                  <a:pt x="103192" y="154787"/>
                </a:lnTo>
                <a:cubicBezTo>
                  <a:pt x="111299" y="154787"/>
                  <a:pt x="117933" y="148154"/>
                  <a:pt x="117933" y="140046"/>
                </a:cubicBezTo>
                <a:lnTo>
                  <a:pt x="117933" y="66337"/>
                </a:lnTo>
                <a:cubicBezTo>
                  <a:pt x="117933" y="58230"/>
                  <a:pt x="111299" y="51596"/>
                  <a:pt x="103192" y="51596"/>
                </a:cubicBezTo>
                <a:close/>
                <a:moveTo>
                  <a:pt x="58967" y="117933"/>
                </a:moveTo>
                <a:cubicBezTo>
                  <a:pt x="50859" y="117933"/>
                  <a:pt x="44225" y="111299"/>
                  <a:pt x="44225" y="103192"/>
                </a:cubicBezTo>
                <a:cubicBezTo>
                  <a:pt x="44225" y="95084"/>
                  <a:pt x="50859" y="88450"/>
                  <a:pt x="58967" y="88450"/>
                </a:cubicBezTo>
                <a:cubicBezTo>
                  <a:pt x="67075" y="88450"/>
                  <a:pt x="73708" y="95084"/>
                  <a:pt x="73708" y="103192"/>
                </a:cubicBezTo>
                <a:cubicBezTo>
                  <a:pt x="73708" y="111299"/>
                  <a:pt x="67075" y="117933"/>
                  <a:pt x="58967" y="117933"/>
                </a:cubicBezTo>
                <a:close/>
                <a:moveTo>
                  <a:pt x="81816" y="51596"/>
                </a:moveTo>
                <a:lnTo>
                  <a:pt x="36117" y="51596"/>
                </a:lnTo>
                <a:lnTo>
                  <a:pt x="36117" y="36854"/>
                </a:lnTo>
                <a:cubicBezTo>
                  <a:pt x="36117" y="24250"/>
                  <a:pt x="46362" y="14005"/>
                  <a:pt x="58967" y="14005"/>
                </a:cubicBezTo>
                <a:cubicBezTo>
                  <a:pt x="71571" y="14005"/>
                  <a:pt x="81816" y="24250"/>
                  <a:pt x="81816" y="36854"/>
                </a:cubicBezTo>
                <a:lnTo>
                  <a:pt x="81816" y="51596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83" name="!!text-4da" descr="排除他人預約保留中的書籍"/>
          <p:cNvSpPr txBox="1"/>
          <p:nvPr/>
        </p:nvSpPr>
        <p:spPr>
          <a:xfrm>
            <a:off x="3290215" y="5095138"/>
            <a:ext cx="2071345" cy="24384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26" kern="0" dirty="0">
                <a:solidFill>
                  <a:srgbClr val="5B6770"/>
                </a:solidFill>
                <a:latin typeface="Noto Sans TC SemiBold"/>
                <a:ea typeface="Noto Sans TC SemiBold"/>
                <a:cs typeface="Noto Sans TC SemiBold"/>
              </a:rPr>
              <a:t>排除他人預約保留中的書籍</a:t>
            </a:r>
            <a:endParaRPr lang="zh-TW" sz="1326"/>
          </a:p>
        </p:txBody>
      </p:sp>
      <p:sp>
        <p:nvSpPr>
          <p:cNvPr id="84" name="!!rect-4dt"/>
          <p:cNvSpPr/>
          <p:nvPr/>
        </p:nvSpPr>
        <p:spPr>
          <a:xfrm>
            <a:off x="2893822" y="5650865"/>
            <a:ext cx="2416854" cy="427482"/>
          </a:xfrm>
          <a:prstGeom prst="roundRect">
            <a:avLst>
              <a:gd name="adj" fmla="val 50000"/>
            </a:avLst>
          </a:prstGeom>
          <a:solidFill>
            <a:srgbClr val="0B1A26">
              <a:alpha val="10000"/>
            </a:srgbClr>
          </a:solidFill>
          <a:ln>
            <a:noFill/>
          </a:ln>
          <a:effectLst>
            <a:softEdge rad="99746"/>
          </a:effectLst>
        </p:spPr>
      </p:sp>
      <p:sp>
        <p:nvSpPr>
          <p:cNvPr id="85" name="!!rect-4du"/>
          <p:cNvSpPr/>
          <p:nvPr/>
        </p:nvSpPr>
        <p:spPr>
          <a:xfrm>
            <a:off x="2919730" y="5644388"/>
            <a:ext cx="2365038" cy="3368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772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86" name="!!path-4dv"/>
          <p:cNvSpPr/>
          <p:nvPr/>
        </p:nvSpPr>
        <p:spPr>
          <a:xfrm>
            <a:off x="3069193" y="5739120"/>
            <a:ext cx="147417" cy="147417"/>
          </a:xfrm>
          <a:custGeom>
            <a:avLst/>
            <a:gdLst/>
            <a:ahLst/>
            <a:cxnLst/>
            <a:rect l="l" t="t" r="r" b="b"/>
            <a:pathLst>
              <a:path w="147417" h="147417">
                <a:moveTo>
                  <a:pt x="73708" y="0"/>
                </a:moveTo>
                <a:cubicBezTo>
                  <a:pt x="33021" y="0"/>
                  <a:pt x="0" y="33021"/>
                  <a:pt x="0" y="73708"/>
                </a:cubicBezTo>
                <a:cubicBezTo>
                  <a:pt x="0" y="114395"/>
                  <a:pt x="33021" y="147417"/>
                  <a:pt x="73708" y="147417"/>
                </a:cubicBezTo>
                <a:cubicBezTo>
                  <a:pt x="114395" y="147417"/>
                  <a:pt x="147417" y="114395"/>
                  <a:pt x="147417" y="73708"/>
                </a:cubicBezTo>
                <a:cubicBezTo>
                  <a:pt x="147417" y="33021"/>
                  <a:pt x="114395" y="0"/>
                  <a:pt x="73708" y="0"/>
                </a:cubicBezTo>
                <a:close/>
                <a:moveTo>
                  <a:pt x="58967" y="110562"/>
                </a:moveTo>
                <a:lnTo>
                  <a:pt x="22112" y="73708"/>
                </a:lnTo>
                <a:lnTo>
                  <a:pt x="32505" y="63315"/>
                </a:lnTo>
                <a:lnTo>
                  <a:pt x="58967" y="89703"/>
                </a:lnTo>
                <a:lnTo>
                  <a:pt x="114911" y="33758"/>
                </a:lnTo>
                <a:lnTo>
                  <a:pt x="125304" y="44225"/>
                </a:lnTo>
                <a:lnTo>
                  <a:pt x="58967" y="110562"/>
                </a:lnTo>
                <a:close/>
              </a:path>
            </a:pathLst>
          </a:custGeom>
          <a:solidFill>
            <a:srgbClr val="2E9E5B"/>
          </a:solidFill>
          <a:ln>
            <a:noFill/>
          </a:ln>
        </p:spPr>
      </p:sp>
      <p:sp>
        <p:nvSpPr>
          <p:cNvPr id="87" name="!!text-4dw" descr="找到 3 本站內可購買的書"/>
          <p:cNvSpPr txBox="1"/>
          <p:nvPr/>
        </p:nvSpPr>
        <p:spPr>
          <a:xfrm>
            <a:off x="3290215" y="5678068"/>
            <a:ext cx="1910352" cy="24384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26" b="1" kern="0" dirty="0">
                <a:solidFill>
                  <a:srgbClr val="2E9E5B"/>
                </a:solidFill>
                <a:latin typeface="Noto Sans TC"/>
                <a:ea typeface="Noto Sans TC"/>
                <a:cs typeface="Noto Sans TC"/>
              </a:rPr>
              <a:t>找到 3 本站內可購買的書</a:t>
            </a:r>
            <a:endParaRPr lang="zh-TW" sz="1326"/>
          </a:p>
        </p:txBody>
      </p:sp>
      <p:sp>
        <p:nvSpPr>
          <p:cNvPr id="88" name="!!text-4ed" descr="AI 書籍顧問"/>
          <p:cNvSpPr txBox="1"/>
          <p:nvPr/>
        </p:nvSpPr>
        <p:spPr>
          <a:xfrm>
            <a:off x="633349" y="567456"/>
            <a:ext cx="966576" cy="22508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24" b="1" kern="0" spc="147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A</a:t>
            </a:r>
            <a:r>
              <a:rPr lang="zh-TW" altLang="en-US" sz="1224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I</a:t>
            </a:r>
            <a:r>
              <a:rPr lang="zh-TW" altLang="en-US" sz="1224" b="1" kern="0" spc="294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 </a:t>
            </a:r>
            <a:r>
              <a:rPr lang="zh-TW" altLang="en-US" sz="1224" b="1" kern="0" spc="147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書籍顧</a:t>
            </a:r>
            <a:r>
              <a:rPr lang="zh-TW" altLang="en-US" sz="1224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問</a:t>
            </a:r>
            <a:endParaRPr lang="zh-TW" sz="1224"/>
          </a:p>
        </p:txBody>
      </p:sp>
      <p:sp>
        <p:nvSpPr>
          <p:cNvPr id="89" name="!!text-4ep" descr="說出需求，AI 幫您挑書"/>
          <p:cNvSpPr txBox="1"/>
          <p:nvPr/>
        </p:nvSpPr>
        <p:spPr>
          <a:xfrm>
            <a:off x="633349" y="841563"/>
            <a:ext cx="4681628" cy="67526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3672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說出需</a:t>
            </a:r>
            <a:r>
              <a:rPr lang="zh-TW" altLang="en-US" sz="3672" kern="0" spc="-1102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求</a:t>
            </a:r>
            <a:r>
              <a:rPr lang="zh-TW" altLang="en-US" sz="3672" kern="0" spc="-661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，</a:t>
            </a:r>
            <a:r>
              <a:rPr lang="zh-TW" altLang="en-US" sz="3672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AI 幫您挑書</a:t>
            </a:r>
            <a:endParaRPr lang="zh-TW" sz="3672"/>
          </a:p>
        </p:txBody>
      </p:sp>
      <p:sp>
        <p:nvSpPr>
          <p:cNvPr id="90" name="!!text-4f5" descr="理解分類、預算與書況條件，只推薦站內可購買的書籍。"/>
          <p:cNvSpPr txBox="1"/>
          <p:nvPr/>
        </p:nvSpPr>
        <p:spPr>
          <a:xfrm>
            <a:off x="633349" y="1571650"/>
            <a:ext cx="4916043" cy="28136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530" kern="0" dirty="0">
                <a:solidFill>
                  <a:srgbClr val="3F4A54"/>
                </a:solidFill>
                <a:latin typeface="Noto Sans TC Medium"/>
                <a:ea typeface="Noto Sans TC Medium"/>
                <a:cs typeface="Noto Sans TC Medium"/>
              </a:rPr>
              <a:t>理解分類、預算與書況條件，只推薦站內可購買的書籍。</a:t>
            </a:r>
            <a:endParaRPr lang="zh-TW" sz="1530"/>
          </a:p>
        </p:txBody>
      </p:sp>
      <p:sp>
        <p:nvSpPr>
          <p:cNvPr id="91" name="!!rect-7lb"/>
          <p:cNvSpPr/>
          <p:nvPr/>
        </p:nvSpPr>
        <p:spPr>
          <a:xfrm>
            <a:off x="8521700" y="660400"/>
            <a:ext cx="2933700" cy="6121400"/>
          </a:xfrm>
          <a:prstGeom prst="roundRect">
            <a:avLst>
              <a:gd name="adj" fmla="val 18020"/>
            </a:avLst>
          </a:prstGeom>
          <a:solidFill>
            <a:srgbClr val="0B1A26">
              <a:alpha val="30000"/>
            </a:srgbClr>
          </a:solidFill>
          <a:ln>
            <a:noFill/>
          </a:ln>
          <a:effectLst>
            <a:softEdge rad="474980"/>
          </a:effectLst>
        </p:spPr>
      </p:sp>
      <p:sp>
        <p:nvSpPr>
          <p:cNvPr id="92" name="!!rect-7lc"/>
          <p:cNvSpPr/>
          <p:nvPr/>
        </p:nvSpPr>
        <p:spPr>
          <a:xfrm>
            <a:off x="8591550" y="527050"/>
            <a:ext cx="2794000" cy="5829300"/>
          </a:xfrm>
          <a:prstGeom prst="roundRect">
            <a:avLst>
              <a:gd name="adj" fmla="val 16825"/>
            </a:avLst>
          </a:prstGeom>
          <a:solidFill>
            <a:srgbClr val="0B1A26">
              <a:alpha val="16000"/>
            </a:srgbClr>
          </a:solidFill>
          <a:ln>
            <a:noFill/>
          </a:ln>
          <a:effectLst>
            <a:softEdge rad="125730"/>
          </a:effectLst>
        </p:spPr>
      </p:sp>
      <p:sp>
        <p:nvSpPr>
          <p:cNvPr id="93" name="!!rect-7ld"/>
          <p:cNvSpPr/>
          <p:nvPr/>
        </p:nvSpPr>
        <p:spPr>
          <a:xfrm>
            <a:off x="8590280" y="1676400"/>
            <a:ext cx="31750" cy="2159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94" name="!!rect-7le"/>
          <p:cNvSpPr/>
          <p:nvPr/>
        </p:nvSpPr>
        <p:spPr>
          <a:xfrm>
            <a:off x="8590280" y="2108200"/>
            <a:ext cx="31750" cy="4064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95" name="!!rect-7lf"/>
          <p:cNvSpPr/>
          <p:nvPr/>
        </p:nvSpPr>
        <p:spPr>
          <a:xfrm>
            <a:off x="8590280" y="2603500"/>
            <a:ext cx="31750" cy="4064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96" name="!!rect-7lg"/>
          <p:cNvSpPr/>
          <p:nvPr/>
        </p:nvSpPr>
        <p:spPr>
          <a:xfrm>
            <a:off x="11355070" y="2260600"/>
            <a:ext cx="31750" cy="6350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97" name="!!rect-7lh"/>
          <p:cNvSpPr/>
          <p:nvPr/>
        </p:nvSpPr>
        <p:spPr>
          <a:xfrm>
            <a:off x="11357610" y="4114800"/>
            <a:ext cx="25400" cy="419100"/>
          </a:xfrm>
          <a:prstGeom prst="roundRect">
            <a:avLst>
              <a:gd name="adj" fmla="val 50000"/>
            </a:avLst>
          </a:prstGeom>
          <a:solidFill>
            <a:srgbClr val="8795A0"/>
          </a:solidFill>
          <a:ln>
            <a:noFill/>
          </a:ln>
        </p:spPr>
      </p:sp>
      <p:sp>
        <p:nvSpPr>
          <p:cNvPr id="98" name="!!rect-7li"/>
          <p:cNvSpPr/>
          <p:nvPr/>
        </p:nvSpPr>
        <p:spPr>
          <a:xfrm>
            <a:off x="8610600" y="508000"/>
            <a:ext cx="2755900" cy="5753100"/>
          </a:xfrm>
          <a:prstGeom prst="roundRect">
            <a:avLst>
              <a:gd name="adj" fmla="val 16359"/>
            </a:avLst>
          </a:prstGeom>
          <a:gradFill rotWithShape="1">
            <a:gsLst>
              <a:gs pos="0">
                <a:srgbClr val="FBFCFD"/>
              </a:gs>
              <a:gs pos="18000">
                <a:srgbClr val="DDE5EB"/>
              </a:gs>
              <a:gs pos="46000">
                <a:srgbClr val="B4C2CC"/>
              </a:gs>
              <a:gs pos="62000">
                <a:srgbClr val="D3DCE3"/>
              </a:gs>
              <a:gs pos="84000">
                <a:srgbClr val="A9B8C3"/>
              </a:gs>
              <a:gs pos="100000">
                <a:srgbClr val="E8EEF2"/>
              </a:gs>
              <a:gs pos="100000">
                <a:srgbClr val="E8EEF2"/>
              </a:gs>
            </a:gsLst>
            <a:lin ang="3864255" scaled="0"/>
          </a:gradFill>
          <a:ln>
            <a:noFill/>
          </a:ln>
        </p:spPr>
      </p:sp>
      <p:sp>
        <p:nvSpPr>
          <p:cNvPr id="99" name="!!rect-7lj"/>
          <p:cNvSpPr/>
          <p:nvPr/>
        </p:nvSpPr>
        <p:spPr>
          <a:xfrm>
            <a:off x="8614410" y="511810"/>
            <a:ext cx="2748280" cy="5745480"/>
          </a:xfrm>
          <a:prstGeom prst="roundRect">
            <a:avLst>
              <a:gd name="adj" fmla="val 16266"/>
            </a:avLst>
          </a:prstGeom>
          <a:noFill/>
          <a:ln w="7620" cap="flat">
            <a:solidFill>
              <a:srgbClr val="7F8F9B">
                <a:alpha val="55000"/>
              </a:srgbClr>
            </a:solidFill>
            <a:prstDash val="solid"/>
            <a:miter lim="800000"/>
          </a:ln>
        </p:spPr>
      </p:sp>
      <p:sp>
        <p:nvSpPr>
          <p:cNvPr id="100" name="!!rect-7lk"/>
          <p:cNvSpPr/>
          <p:nvPr/>
        </p:nvSpPr>
        <p:spPr>
          <a:xfrm>
            <a:off x="8637270" y="534670"/>
            <a:ext cx="2702560" cy="5699760"/>
          </a:xfrm>
          <a:prstGeom prst="roundRect">
            <a:avLst>
              <a:gd name="adj" fmla="val 15695"/>
            </a:avLst>
          </a:prstGeom>
          <a:noFill/>
          <a:ln w="8890" cap="flat">
            <a:solidFill>
              <a:srgbClr val="FFFFFF">
                <a:alpha val="75000"/>
              </a:srgbClr>
            </a:solidFill>
            <a:prstDash val="solid"/>
            <a:miter lim="800000"/>
          </a:ln>
        </p:spPr>
      </p:sp>
      <p:sp>
        <p:nvSpPr>
          <p:cNvPr id="101" name="!!rect-7ll"/>
          <p:cNvSpPr/>
          <p:nvPr/>
        </p:nvSpPr>
        <p:spPr>
          <a:xfrm>
            <a:off x="8664575" y="561975"/>
            <a:ext cx="2647950" cy="5645150"/>
          </a:xfrm>
          <a:prstGeom prst="roundRect">
            <a:avLst>
              <a:gd name="adj" fmla="val 14988"/>
            </a:avLst>
          </a:prstGeom>
          <a:solidFill>
            <a:srgbClr val="050608"/>
          </a:solidFill>
          <a:ln>
            <a:noFill/>
          </a:ln>
        </p:spPr>
      </p:sp>
      <p:sp>
        <p:nvSpPr>
          <p:cNvPr id="102" name="!!rect-7ln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solidFill>
            <a:srgbClr val="F3F5F7"/>
          </a:solidFill>
          <a:ln>
            <a:noFill/>
          </a:ln>
        </p:spPr>
      </p:sp>
      <p:sp>
        <p:nvSpPr>
          <p:cNvPr id="103" name="!!rect-895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solidFill>
            <a:srgbClr val="F3F5F7"/>
          </a:solidFill>
          <a:ln>
            <a:noFill/>
          </a:ln>
        </p:spPr>
      </p:sp>
      <p:sp>
        <p:nvSpPr>
          <p:cNvPr id="104" name="!!path-897"/>
          <p:cNvSpPr/>
          <p:nvPr/>
        </p:nvSpPr>
        <p:spPr>
          <a:xfrm>
            <a:off x="8712200" y="609600"/>
            <a:ext cx="2552700" cy="730250"/>
          </a:xfrm>
          <a:custGeom>
            <a:avLst/>
            <a:gdLst/>
            <a:ahLst/>
            <a:cxnLst/>
            <a:rect l="l" t="t" r="r" b="b"/>
            <a:pathLst>
              <a:path w="2552700" h="730250">
                <a:moveTo>
                  <a:pt x="0" y="349250"/>
                </a:moveTo>
                <a:lnTo>
                  <a:pt x="6711" y="281115"/>
                </a:lnTo>
                <a:lnTo>
                  <a:pt x="26585" y="215598"/>
                </a:lnTo>
                <a:lnTo>
                  <a:pt x="58859" y="155217"/>
                </a:lnTo>
                <a:lnTo>
                  <a:pt x="102293" y="102293"/>
                </a:lnTo>
                <a:lnTo>
                  <a:pt x="155217" y="58859"/>
                </a:lnTo>
                <a:lnTo>
                  <a:pt x="215598" y="26585"/>
                </a:lnTo>
                <a:lnTo>
                  <a:pt x="281115" y="6711"/>
                </a:lnTo>
                <a:lnTo>
                  <a:pt x="349250" y="0"/>
                </a:lnTo>
                <a:lnTo>
                  <a:pt x="2203450" y="0"/>
                </a:lnTo>
                <a:lnTo>
                  <a:pt x="2271585" y="6711"/>
                </a:lnTo>
                <a:lnTo>
                  <a:pt x="2337102" y="26585"/>
                </a:lnTo>
                <a:lnTo>
                  <a:pt x="2397483" y="58859"/>
                </a:lnTo>
                <a:lnTo>
                  <a:pt x="2450407" y="102293"/>
                </a:lnTo>
                <a:lnTo>
                  <a:pt x="2493841" y="155217"/>
                </a:lnTo>
                <a:lnTo>
                  <a:pt x="2526115" y="215598"/>
                </a:lnTo>
                <a:lnTo>
                  <a:pt x="2545989" y="281115"/>
                </a:lnTo>
                <a:lnTo>
                  <a:pt x="2552700" y="349250"/>
                </a:lnTo>
                <a:lnTo>
                  <a:pt x="2552700" y="577850"/>
                </a:lnTo>
                <a:lnTo>
                  <a:pt x="2551642" y="602192"/>
                </a:lnTo>
                <a:lnTo>
                  <a:pt x="2548467" y="624417"/>
                </a:lnTo>
                <a:lnTo>
                  <a:pt x="2543175" y="644525"/>
                </a:lnTo>
                <a:lnTo>
                  <a:pt x="2535767" y="662517"/>
                </a:lnTo>
                <a:lnTo>
                  <a:pt x="2526242" y="678392"/>
                </a:lnTo>
                <a:lnTo>
                  <a:pt x="2514600" y="692150"/>
                </a:lnTo>
                <a:lnTo>
                  <a:pt x="2500842" y="703792"/>
                </a:lnTo>
                <a:lnTo>
                  <a:pt x="2484967" y="713317"/>
                </a:lnTo>
                <a:lnTo>
                  <a:pt x="2466975" y="720725"/>
                </a:lnTo>
                <a:lnTo>
                  <a:pt x="2446867" y="726017"/>
                </a:lnTo>
                <a:lnTo>
                  <a:pt x="2424642" y="729192"/>
                </a:lnTo>
                <a:lnTo>
                  <a:pt x="2400300" y="730250"/>
                </a:lnTo>
                <a:lnTo>
                  <a:pt x="152400" y="730250"/>
                </a:lnTo>
                <a:lnTo>
                  <a:pt x="128058" y="729192"/>
                </a:lnTo>
                <a:lnTo>
                  <a:pt x="105833" y="726017"/>
                </a:lnTo>
                <a:lnTo>
                  <a:pt x="85725" y="720725"/>
                </a:lnTo>
                <a:lnTo>
                  <a:pt x="67733" y="713317"/>
                </a:lnTo>
                <a:lnTo>
                  <a:pt x="51858" y="703792"/>
                </a:lnTo>
                <a:lnTo>
                  <a:pt x="38100" y="692150"/>
                </a:lnTo>
                <a:lnTo>
                  <a:pt x="26458" y="678392"/>
                </a:lnTo>
                <a:lnTo>
                  <a:pt x="16933" y="662517"/>
                </a:lnTo>
                <a:lnTo>
                  <a:pt x="9525" y="644525"/>
                </a:lnTo>
                <a:lnTo>
                  <a:pt x="4233" y="624417"/>
                </a:lnTo>
                <a:lnTo>
                  <a:pt x="1058" y="602192"/>
                </a:lnTo>
                <a:lnTo>
                  <a:pt x="0" y="577850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105" name="!!text-898" descr="2:25"/>
          <p:cNvSpPr txBox="1"/>
          <p:nvPr/>
        </p:nvSpPr>
        <p:spPr>
          <a:xfrm>
            <a:off x="9020597" y="714883"/>
            <a:ext cx="253790" cy="1563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50" kern="0" dirty="0">
                <a:solidFill>
                  <a:srgbClr val="FFFFFF"/>
                </a:solidFill>
                <a:latin typeface="Noto Sans TC SemiBold"/>
                <a:ea typeface="Noto Sans TC SemiBold"/>
                <a:cs typeface="Noto Sans TC SemiBold"/>
              </a:rPr>
              <a:t>2:25</a:t>
            </a:r>
            <a:endParaRPr lang="zh-TW" sz="850"/>
          </a:p>
        </p:txBody>
      </p:sp>
      <p:sp>
        <p:nvSpPr>
          <p:cNvPr id="106" name="!!rect-89d"/>
          <p:cNvSpPr/>
          <p:nvPr/>
        </p:nvSpPr>
        <p:spPr>
          <a:xfrm>
            <a:off x="10579100" y="808990"/>
            <a:ext cx="21590" cy="2667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07" name="!!rect-89e"/>
          <p:cNvSpPr/>
          <p:nvPr/>
        </p:nvSpPr>
        <p:spPr>
          <a:xfrm>
            <a:off x="10612120" y="792480"/>
            <a:ext cx="21590" cy="4318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08" name="!!rect-89f"/>
          <p:cNvSpPr/>
          <p:nvPr/>
        </p:nvSpPr>
        <p:spPr>
          <a:xfrm>
            <a:off x="10645140" y="775970"/>
            <a:ext cx="21590" cy="5969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09" name="!!rect-89g"/>
          <p:cNvSpPr/>
          <p:nvPr/>
        </p:nvSpPr>
        <p:spPr>
          <a:xfrm>
            <a:off x="10678160" y="759460"/>
            <a:ext cx="21590" cy="7620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10" name="!!path-89h"/>
          <p:cNvSpPr/>
          <p:nvPr/>
        </p:nvSpPr>
        <p:spPr>
          <a:xfrm>
            <a:off x="10763250" y="763570"/>
            <a:ext cx="95250" cy="70820"/>
          </a:xfrm>
          <a:custGeom>
            <a:avLst/>
            <a:gdLst/>
            <a:ahLst/>
            <a:cxnLst/>
            <a:rect l="l" t="t" r="r" b="b"/>
            <a:pathLst>
              <a:path w="95250" h="70820">
                <a:moveTo>
                  <a:pt x="47625" y="70820"/>
                </a:moveTo>
                <a:lnTo>
                  <a:pt x="31115" y="51135"/>
                </a:lnTo>
                <a:cubicBezTo>
                  <a:pt x="40714" y="43262"/>
                  <a:pt x="54536" y="43262"/>
                  <a:pt x="64135" y="51135"/>
                </a:cubicBezTo>
                <a:close/>
                <a:moveTo>
                  <a:pt x="0" y="23830"/>
                </a:moveTo>
                <a:cubicBezTo>
                  <a:pt x="27279" y="0"/>
                  <a:pt x="67971" y="0"/>
                  <a:pt x="95250" y="23830"/>
                </a:cubicBezTo>
                <a:lnTo>
                  <a:pt x="83820" y="37165"/>
                </a:lnTo>
                <a:cubicBezTo>
                  <a:pt x="63051" y="19153"/>
                  <a:pt x="32199" y="19153"/>
                  <a:pt x="11430" y="37165"/>
                </a:cubicBezTo>
                <a:close/>
                <a:moveTo>
                  <a:pt x="16510" y="43515"/>
                </a:moveTo>
                <a:cubicBezTo>
                  <a:pt x="34385" y="28089"/>
                  <a:pt x="60865" y="28089"/>
                  <a:pt x="78740" y="43515"/>
                </a:cubicBezTo>
                <a:lnTo>
                  <a:pt x="67310" y="56850"/>
                </a:lnTo>
                <a:cubicBezTo>
                  <a:pt x="55947" y="47238"/>
                  <a:pt x="39303" y="47238"/>
                  <a:pt x="27940" y="5685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11" name="!!rect-89i"/>
          <p:cNvSpPr/>
          <p:nvPr/>
        </p:nvSpPr>
        <p:spPr>
          <a:xfrm>
            <a:off x="10902950" y="760730"/>
            <a:ext cx="161925" cy="78740"/>
          </a:xfrm>
          <a:prstGeom prst="roundRect">
            <a:avLst>
              <a:gd name="adj" fmla="val 32258"/>
            </a:avLst>
          </a:prstGeom>
          <a:noFill/>
          <a:ln w="6985" cap="flat">
            <a:solidFill>
              <a:srgbClr val="FFFFFF">
                <a:alpha val="38000"/>
              </a:srgbClr>
            </a:solidFill>
            <a:prstDash val="solid"/>
            <a:miter lim="800000"/>
          </a:ln>
        </p:spPr>
      </p:sp>
      <p:sp>
        <p:nvSpPr>
          <p:cNvPr id="112" name="!!rect-89j"/>
          <p:cNvSpPr/>
          <p:nvPr/>
        </p:nvSpPr>
        <p:spPr>
          <a:xfrm>
            <a:off x="10916285" y="774065"/>
            <a:ext cx="110909" cy="52070"/>
          </a:xfrm>
          <a:prstGeom prst="roundRect">
            <a:avLst>
              <a:gd name="adj" fmla="val 26829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13" name="!!path-89k"/>
          <p:cNvSpPr/>
          <p:nvPr/>
        </p:nvSpPr>
        <p:spPr>
          <a:xfrm>
            <a:off x="11074400" y="786130"/>
            <a:ext cx="10345" cy="27940"/>
          </a:xfrm>
          <a:custGeom>
            <a:avLst/>
            <a:gdLst/>
            <a:ahLst/>
            <a:cxnLst/>
            <a:rect l="l" t="t" r="r" b="b"/>
            <a:pathLst>
              <a:path w="10345" h="27940">
                <a:moveTo>
                  <a:pt x="0" y="0"/>
                </a:moveTo>
                <a:lnTo>
                  <a:pt x="0" y="27940"/>
                </a:lnTo>
                <a:cubicBezTo>
                  <a:pt x="6146" y="26066"/>
                  <a:pt x="10345" y="20395"/>
                  <a:pt x="10345" y="13970"/>
                </a:cubicBezTo>
                <a:cubicBezTo>
                  <a:pt x="10345" y="7545"/>
                  <a:pt x="6146" y="1874"/>
                  <a:pt x="0" y="0"/>
                </a:cubicBezTo>
                <a:close/>
              </a:path>
            </a:pathLst>
          </a:custGeom>
          <a:solidFill>
            <a:srgbClr val="FFFFFF">
              <a:alpha val="45000"/>
            </a:srgbClr>
          </a:solidFill>
          <a:ln>
            <a:noFill/>
          </a:ln>
        </p:spPr>
      </p:sp>
      <p:sp>
        <p:nvSpPr>
          <p:cNvPr id="114" name="!!path-89l"/>
          <p:cNvSpPr/>
          <p:nvPr/>
        </p:nvSpPr>
        <p:spPr>
          <a:xfrm>
            <a:off x="8845537" y="1109129"/>
            <a:ext cx="62258" cy="105791"/>
          </a:xfrm>
          <a:custGeom>
            <a:avLst/>
            <a:gdLst/>
            <a:ahLst/>
            <a:cxnLst/>
            <a:rect l="l" t="t" r="r" b="b"/>
            <a:pathLst>
              <a:path w="62258" h="105791">
                <a:moveTo>
                  <a:pt x="62258" y="9363"/>
                </a:moveTo>
                <a:lnTo>
                  <a:pt x="52896" y="0"/>
                </a:lnTo>
                <a:lnTo>
                  <a:pt x="0" y="52896"/>
                </a:lnTo>
                <a:lnTo>
                  <a:pt x="52896" y="105791"/>
                </a:lnTo>
                <a:lnTo>
                  <a:pt x="62258" y="96429"/>
                </a:lnTo>
                <a:lnTo>
                  <a:pt x="18725" y="5289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15" name="!!path-89m"/>
          <p:cNvSpPr/>
          <p:nvPr/>
        </p:nvSpPr>
        <p:spPr>
          <a:xfrm>
            <a:off x="9607874" y="1103840"/>
            <a:ext cx="116370" cy="116370"/>
          </a:xfrm>
          <a:custGeom>
            <a:avLst/>
            <a:gdLst/>
            <a:ahLst/>
            <a:cxnLst/>
            <a:rect l="l" t="t" r="r" b="b"/>
            <a:pathLst>
              <a:path w="116370" h="116370">
                <a:moveTo>
                  <a:pt x="95212" y="42316"/>
                </a:moveTo>
                <a:lnTo>
                  <a:pt x="101824" y="27770"/>
                </a:lnTo>
                <a:lnTo>
                  <a:pt x="116370" y="21158"/>
                </a:lnTo>
                <a:lnTo>
                  <a:pt x="101824" y="14546"/>
                </a:lnTo>
                <a:lnTo>
                  <a:pt x="95212" y="0"/>
                </a:lnTo>
                <a:lnTo>
                  <a:pt x="88600" y="14546"/>
                </a:lnTo>
                <a:lnTo>
                  <a:pt x="74054" y="21158"/>
                </a:lnTo>
                <a:lnTo>
                  <a:pt x="88600" y="27770"/>
                </a:lnTo>
                <a:lnTo>
                  <a:pt x="95212" y="42316"/>
                </a:lnTo>
                <a:close/>
                <a:moveTo>
                  <a:pt x="55540" y="44961"/>
                </a:moveTo>
                <a:lnTo>
                  <a:pt x="42316" y="15869"/>
                </a:lnTo>
                <a:lnTo>
                  <a:pt x="29093" y="44961"/>
                </a:lnTo>
                <a:lnTo>
                  <a:pt x="0" y="58185"/>
                </a:lnTo>
                <a:lnTo>
                  <a:pt x="29093" y="71409"/>
                </a:lnTo>
                <a:lnTo>
                  <a:pt x="42316" y="100501"/>
                </a:lnTo>
                <a:lnTo>
                  <a:pt x="55540" y="71409"/>
                </a:lnTo>
                <a:lnTo>
                  <a:pt x="84633" y="58185"/>
                </a:lnTo>
                <a:lnTo>
                  <a:pt x="55540" y="44961"/>
                </a:lnTo>
                <a:close/>
                <a:moveTo>
                  <a:pt x="95212" y="74054"/>
                </a:moveTo>
                <a:lnTo>
                  <a:pt x="88600" y="88600"/>
                </a:lnTo>
                <a:lnTo>
                  <a:pt x="74054" y="95212"/>
                </a:lnTo>
                <a:lnTo>
                  <a:pt x="88600" y="101824"/>
                </a:lnTo>
                <a:lnTo>
                  <a:pt x="95212" y="116370"/>
                </a:lnTo>
                <a:lnTo>
                  <a:pt x="101824" y="101824"/>
                </a:lnTo>
                <a:lnTo>
                  <a:pt x="116370" y="95212"/>
                </a:lnTo>
                <a:lnTo>
                  <a:pt x="101824" y="88600"/>
                </a:lnTo>
                <a:lnTo>
                  <a:pt x="95212" y="7405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16" name="!!text-89n" descr="AI 書籍顧問"/>
          <p:cNvSpPr txBox="1"/>
          <p:nvPr/>
        </p:nvSpPr>
        <p:spPr>
          <a:xfrm>
            <a:off x="9780384" y="1070737"/>
            <a:ext cx="628421" cy="16550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1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AI 書籍顧問</a:t>
            </a:r>
            <a:endParaRPr lang="zh-TW" sz="900"/>
          </a:p>
        </p:txBody>
      </p:sp>
      <p:sp>
        <p:nvSpPr>
          <p:cNvPr id="117" name="!!rect-8c5"/>
          <p:cNvSpPr/>
          <p:nvPr/>
        </p:nvSpPr>
        <p:spPr>
          <a:xfrm>
            <a:off x="9747250" y="1498600"/>
            <a:ext cx="1416050" cy="393700"/>
          </a:xfrm>
          <a:prstGeom prst="roundRect">
            <a:avLst>
              <a:gd name="adj" fmla="val 29032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118" name="!!text-8c6" descr="想找適合入門的程式設計書，"/>
          <p:cNvSpPr txBox="1"/>
          <p:nvPr/>
        </p:nvSpPr>
        <p:spPr>
          <a:xfrm>
            <a:off x="9836150" y="1553210"/>
            <a:ext cx="1266825" cy="1379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0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想找適合入門的程式設計書，</a:t>
            </a:r>
            <a:endParaRPr lang="zh-TW" sz="750"/>
          </a:p>
        </p:txBody>
      </p:sp>
      <p:sp>
        <p:nvSpPr>
          <p:cNvPr id="119" name="!!text-8ck" descr="預算 300 代幣以內"/>
          <p:cNvSpPr txBox="1"/>
          <p:nvPr/>
        </p:nvSpPr>
        <p:spPr>
          <a:xfrm>
            <a:off x="9836150" y="1692910"/>
            <a:ext cx="801338" cy="1379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0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預算 300 代幣以內</a:t>
            </a:r>
            <a:endParaRPr lang="zh-TW" sz="750"/>
          </a:p>
        </p:txBody>
      </p:sp>
      <p:sp>
        <p:nvSpPr>
          <p:cNvPr id="120" name="!!circle-8d9"/>
          <p:cNvSpPr/>
          <p:nvPr/>
        </p:nvSpPr>
        <p:spPr>
          <a:xfrm>
            <a:off x="8813800" y="2120900"/>
            <a:ext cx="190500" cy="190500"/>
          </a:xfrm>
          <a:prstGeom prst="ellipse">
            <a:avLst/>
          </a:prstGeom>
          <a:solidFill>
            <a:srgbClr val="627D8D">
              <a:alpha val="14000"/>
            </a:srgbClr>
          </a:solidFill>
          <a:ln>
            <a:noFill/>
          </a:ln>
        </p:spPr>
      </p:sp>
      <p:sp>
        <p:nvSpPr>
          <p:cNvPr id="121" name="!!path-8da"/>
          <p:cNvSpPr/>
          <p:nvPr/>
        </p:nvSpPr>
        <p:spPr>
          <a:xfrm>
            <a:off x="8856663" y="2163763"/>
            <a:ext cx="104775" cy="104775"/>
          </a:xfrm>
          <a:custGeom>
            <a:avLst/>
            <a:gdLst/>
            <a:ahLst/>
            <a:cxnLst/>
            <a:rect l="l" t="t" r="r" b="b"/>
            <a:pathLst>
              <a:path w="104775" h="104775">
                <a:moveTo>
                  <a:pt x="85725" y="38100"/>
                </a:moveTo>
                <a:lnTo>
                  <a:pt x="91678" y="25003"/>
                </a:lnTo>
                <a:lnTo>
                  <a:pt x="104775" y="19050"/>
                </a:lnTo>
                <a:lnTo>
                  <a:pt x="91678" y="13097"/>
                </a:lnTo>
                <a:lnTo>
                  <a:pt x="85725" y="0"/>
                </a:lnTo>
                <a:lnTo>
                  <a:pt x="79772" y="13097"/>
                </a:lnTo>
                <a:lnTo>
                  <a:pt x="66675" y="19050"/>
                </a:lnTo>
                <a:lnTo>
                  <a:pt x="79772" y="25003"/>
                </a:lnTo>
                <a:lnTo>
                  <a:pt x="85725" y="38100"/>
                </a:lnTo>
                <a:close/>
                <a:moveTo>
                  <a:pt x="50006" y="40481"/>
                </a:moveTo>
                <a:lnTo>
                  <a:pt x="38100" y="14288"/>
                </a:lnTo>
                <a:lnTo>
                  <a:pt x="26194" y="40481"/>
                </a:lnTo>
                <a:lnTo>
                  <a:pt x="0" y="52388"/>
                </a:lnTo>
                <a:lnTo>
                  <a:pt x="26194" y="64294"/>
                </a:lnTo>
                <a:lnTo>
                  <a:pt x="38100" y="90488"/>
                </a:lnTo>
                <a:lnTo>
                  <a:pt x="50006" y="64294"/>
                </a:lnTo>
                <a:lnTo>
                  <a:pt x="76200" y="52388"/>
                </a:lnTo>
                <a:lnTo>
                  <a:pt x="50006" y="40481"/>
                </a:lnTo>
                <a:close/>
                <a:moveTo>
                  <a:pt x="85725" y="66675"/>
                </a:moveTo>
                <a:lnTo>
                  <a:pt x="79772" y="79772"/>
                </a:lnTo>
                <a:lnTo>
                  <a:pt x="66675" y="85725"/>
                </a:lnTo>
                <a:lnTo>
                  <a:pt x="79772" y="91678"/>
                </a:lnTo>
                <a:lnTo>
                  <a:pt x="85725" y="104775"/>
                </a:lnTo>
                <a:lnTo>
                  <a:pt x="91678" y="91678"/>
                </a:lnTo>
                <a:lnTo>
                  <a:pt x="104775" y="85725"/>
                </a:lnTo>
                <a:lnTo>
                  <a:pt x="91678" y="79772"/>
                </a:lnTo>
                <a:lnTo>
                  <a:pt x="85725" y="66675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122" name="!!rect-8db"/>
          <p:cNvSpPr/>
          <p:nvPr/>
        </p:nvSpPr>
        <p:spPr>
          <a:xfrm>
            <a:off x="9055100" y="2120900"/>
            <a:ext cx="1225550" cy="257175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23" name="!!text-8dc" descr="以下是符合條件的書籍："/>
          <p:cNvSpPr txBox="1"/>
          <p:nvPr/>
        </p:nvSpPr>
        <p:spPr>
          <a:xfrm>
            <a:off x="9144000" y="2175510"/>
            <a:ext cx="1076325" cy="1379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0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以下是符合條件的書籍：</a:t>
            </a:r>
            <a:endParaRPr lang="zh-TW" sz="750"/>
          </a:p>
        </p:txBody>
      </p:sp>
      <p:sp>
        <p:nvSpPr>
          <p:cNvPr id="124" name="!!rect-8ds"/>
          <p:cNvSpPr/>
          <p:nvPr/>
        </p:nvSpPr>
        <p:spPr>
          <a:xfrm>
            <a:off x="9055100" y="2489200"/>
            <a:ext cx="685800" cy="1223010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25" name="!!rect-8du"/>
          <p:cNvSpPr/>
          <p:nvPr/>
        </p:nvSpPr>
        <p:spPr>
          <a:xfrm>
            <a:off x="9055100" y="2489200"/>
            <a:ext cx="685800" cy="651510"/>
          </a:xfrm>
          <a:prstGeom prst="roundRect">
            <a:avLst>
              <a:gd name="adj" fmla="val 13645"/>
            </a:avLst>
          </a:prstGeom>
          <a:solidFill>
            <a:srgbClr val="E3E8EC"/>
          </a:solidFill>
          <a:ln>
            <a:noFill/>
          </a:ln>
        </p:spPr>
      </p:sp>
      <p:sp>
        <p:nvSpPr>
          <p:cNvPr id="126" name="!!rect-8dv"/>
          <p:cNvSpPr/>
          <p:nvPr/>
        </p:nvSpPr>
        <p:spPr>
          <a:xfrm>
            <a:off x="9055100" y="3051810"/>
            <a:ext cx="685800" cy="88900"/>
          </a:xfrm>
          <a:prstGeom prst="rect">
            <a:avLst/>
          </a:prstGeom>
          <a:solidFill>
            <a:srgbClr val="E3E8EC"/>
          </a:solidFill>
          <a:ln>
            <a:noFill/>
          </a:ln>
        </p:spPr>
      </p:sp>
      <p:sp>
        <p:nvSpPr>
          <p:cNvPr id="127" name="!!rect-8dx"/>
          <p:cNvSpPr/>
          <p:nvPr/>
        </p:nvSpPr>
        <p:spPr>
          <a:xfrm>
            <a:off x="9219692" y="2567381"/>
            <a:ext cx="356616" cy="495148"/>
          </a:xfrm>
          <a:prstGeom prst="roundRect">
            <a:avLst>
              <a:gd name="adj" fmla="val 5342"/>
            </a:avLst>
          </a:prstGeom>
          <a:gradFill rotWithShape="1">
            <a:gsLst>
              <a:gs pos="0">
                <a:srgbClr val="4D76A6"/>
              </a:gs>
              <a:gs pos="100000">
                <a:srgbClr val="32557E"/>
              </a:gs>
            </a:gsLst>
            <a:lin ang="3254265" scaled="0"/>
          </a:gradFill>
          <a:ln>
            <a:noFill/>
          </a:ln>
        </p:spPr>
      </p:sp>
      <p:sp>
        <p:nvSpPr>
          <p:cNvPr id="128" name="!!rect-8dy"/>
          <p:cNvSpPr/>
          <p:nvPr/>
        </p:nvSpPr>
        <p:spPr>
          <a:xfrm>
            <a:off x="9251785" y="2567381"/>
            <a:ext cx="17831" cy="495148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</p:spPr>
      </p:sp>
      <p:sp>
        <p:nvSpPr>
          <p:cNvPr id="129" name="!!rect-8dz"/>
          <p:cNvSpPr/>
          <p:nvPr/>
        </p:nvSpPr>
        <p:spPr>
          <a:xfrm>
            <a:off x="9308846" y="2656510"/>
            <a:ext cx="199708" cy="34658"/>
          </a:xfrm>
          <a:prstGeom prst="roundRect">
            <a:avLst>
              <a:gd name="adj" fmla="val 28582"/>
            </a:avLst>
          </a:prstGeom>
          <a:solidFill>
            <a:srgbClr val="E9EEF1"/>
          </a:solidFill>
          <a:ln>
            <a:noFill/>
          </a:ln>
        </p:spPr>
      </p:sp>
      <p:sp>
        <p:nvSpPr>
          <p:cNvPr id="130" name="!!rect-8e0"/>
          <p:cNvSpPr/>
          <p:nvPr/>
        </p:nvSpPr>
        <p:spPr>
          <a:xfrm>
            <a:off x="9308846" y="2715927"/>
            <a:ext cx="135515" cy="22282"/>
          </a:xfrm>
          <a:prstGeom prst="roundRect">
            <a:avLst>
              <a:gd name="adj" fmla="val 44457"/>
            </a:avLst>
          </a:prstGeom>
          <a:solidFill>
            <a:srgbClr val="E9EEF1">
              <a:alpha val="72000"/>
            </a:srgbClr>
          </a:solidFill>
          <a:ln>
            <a:noFill/>
          </a:ln>
        </p:spPr>
      </p:sp>
      <p:sp>
        <p:nvSpPr>
          <p:cNvPr id="131" name="!!rect-8e1"/>
          <p:cNvSpPr/>
          <p:nvPr/>
        </p:nvSpPr>
        <p:spPr>
          <a:xfrm>
            <a:off x="9308846" y="2963501"/>
            <a:ext cx="99854" cy="19806"/>
          </a:xfrm>
          <a:prstGeom prst="roundRect">
            <a:avLst>
              <a:gd name="adj" fmla="val 50000"/>
            </a:avLst>
          </a:prstGeom>
          <a:solidFill>
            <a:srgbClr val="E9EEF1">
              <a:alpha val="55000"/>
            </a:srgbClr>
          </a:solidFill>
          <a:ln>
            <a:noFill/>
          </a:ln>
        </p:spPr>
      </p:sp>
      <p:sp>
        <p:nvSpPr>
          <p:cNvPr id="132" name="!!text-8e2" descr="Python 程式…"/>
          <p:cNvSpPr txBox="1"/>
          <p:nvPr/>
        </p:nvSpPr>
        <p:spPr>
          <a:xfrm>
            <a:off x="9118600" y="3178302"/>
            <a:ext cx="585775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Python 程式…</a:t>
            </a:r>
            <a:endParaRPr lang="zh-TW" sz="650"/>
          </a:p>
        </p:txBody>
      </p:sp>
      <p:sp>
        <p:nvSpPr>
          <p:cNvPr id="133" name="!!text-8ec" descr="範例由淺入深"/>
          <p:cNvSpPr txBox="1"/>
          <p:nvPr/>
        </p:nvSpPr>
        <p:spPr>
          <a:xfrm>
            <a:off x="9118600" y="3308350"/>
            <a:ext cx="400050" cy="9194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500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範例由淺入深</a:t>
            </a:r>
            <a:endParaRPr lang="zh-TW" sz="500"/>
          </a:p>
        </p:txBody>
      </p:sp>
      <p:sp>
        <p:nvSpPr>
          <p:cNvPr id="134" name="!!text-8ej" descr="$260"/>
          <p:cNvSpPr txBox="1"/>
          <p:nvPr/>
        </p:nvSpPr>
        <p:spPr>
          <a:xfrm>
            <a:off x="9118600" y="3519170"/>
            <a:ext cx="260604" cy="1379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0" kern="0" dirty="0">
                <a:solidFill>
                  <a:srgbClr val="627D8D"/>
                </a:solidFill>
                <a:latin typeface="Noto Sans TC Black"/>
                <a:ea typeface="Noto Sans TC Black"/>
                <a:cs typeface="Noto Sans TC Black"/>
              </a:rPr>
              <a:t>$260</a:t>
            </a:r>
            <a:endParaRPr lang="zh-TW" sz="750"/>
          </a:p>
        </p:txBody>
      </p:sp>
      <p:sp>
        <p:nvSpPr>
          <p:cNvPr id="135" name="!!text-8eo" descr="近全新"/>
          <p:cNvSpPr txBox="1"/>
          <p:nvPr/>
        </p:nvSpPr>
        <p:spPr>
          <a:xfrm>
            <a:off x="9467850" y="3542284"/>
            <a:ext cx="230505" cy="10114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550" kern="0" dirty="0">
                <a:solidFill>
                  <a:srgbClr val="66BB6A"/>
                </a:solidFill>
                <a:latin typeface="Noto Sans TC SemiBold"/>
                <a:ea typeface="Noto Sans TC SemiBold"/>
                <a:cs typeface="Noto Sans TC SemiBold"/>
              </a:rPr>
              <a:t>近全新</a:t>
            </a:r>
            <a:endParaRPr lang="zh-TW" sz="550"/>
          </a:p>
        </p:txBody>
      </p:sp>
      <p:sp>
        <p:nvSpPr>
          <p:cNvPr id="136" name="!!rect-8ew"/>
          <p:cNvSpPr/>
          <p:nvPr/>
        </p:nvSpPr>
        <p:spPr>
          <a:xfrm>
            <a:off x="9791700" y="2489200"/>
            <a:ext cx="685800" cy="1223010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37" name="!!rect-8ey"/>
          <p:cNvSpPr/>
          <p:nvPr/>
        </p:nvSpPr>
        <p:spPr>
          <a:xfrm>
            <a:off x="9791700" y="2489200"/>
            <a:ext cx="685800" cy="651510"/>
          </a:xfrm>
          <a:prstGeom prst="roundRect">
            <a:avLst>
              <a:gd name="adj" fmla="val 13645"/>
            </a:avLst>
          </a:prstGeom>
          <a:solidFill>
            <a:srgbClr val="E3E8EC"/>
          </a:solidFill>
          <a:ln>
            <a:noFill/>
          </a:ln>
        </p:spPr>
      </p:sp>
      <p:sp>
        <p:nvSpPr>
          <p:cNvPr id="138" name="!!rect-8ez"/>
          <p:cNvSpPr/>
          <p:nvPr/>
        </p:nvSpPr>
        <p:spPr>
          <a:xfrm>
            <a:off x="9791700" y="3051810"/>
            <a:ext cx="685800" cy="88900"/>
          </a:xfrm>
          <a:prstGeom prst="rect">
            <a:avLst/>
          </a:prstGeom>
          <a:solidFill>
            <a:srgbClr val="E3E8EC"/>
          </a:solidFill>
          <a:ln>
            <a:noFill/>
          </a:ln>
        </p:spPr>
      </p:sp>
      <p:sp>
        <p:nvSpPr>
          <p:cNvPr id="139" name="!!rect-8f1"/>
          <p:cNvSpPr/>
          <p:nvPr/>
        </p:nvSpPr>
        <p:spPr>
          <a:xfrm>
            <a:off x="9956292" y="2567381"/>
            <a:ext cx="356616" cy="495148"/>
          </a:xfrm>
          <a:prstGeom prst="roundRect">
            <a:avLst>
              <a:gd name="adj" fmla="val 5342"/>
            </a:avLst>
          </a:prstGeom>
          <a:gradFill rotWithShape="1">
            <a:gsLst>
              <a:gs pos="0">
                <a:srgbClr val="59636F"/>
              </a:gs>
              <a:gs pos="100000">
                <a:srgbClr val="3C444F"/>
              </a:gs>
            </a:gsLst>
            <a:lin ang="3254265" scaled="0"/>
          </a:gradFill>
          <a:ln>
            <a:noFill/>
          </a:ln>
        </p:spPr>
      </p:sp>
      <p:sp>
        <p:nvSpPr>
          <p:cNvPr id="140" name="!!rect-8f2"/>
          <p:cNvSpPr/>
          <p:nvPr/>
        </p:nvSpPr>
        <p:spPr>
          <a:xfrm>
            <a:off x="9988385" y="2567381"/>
            <a:ext cx="17831" cy="495148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</p:spPr>
      </p:sp>
      <p:sp>
        <p:nvSpPr>
          <p:cNvPr id="141" name="!!rect-8f3"/>
          <p:cNvSpPr/>
          <p:nvPr/>
        </p:nvSpPr>
        <p:spPr>
          <a:xfrm>
            <a:off x="10045446" y="2656510"/>
            <a:ext cx="199708" cy="34658"/>
          </a:xfrm>
          <a:prstGeom prst="roundRect">
            <a:avLst>
              <a:gd name="adj" fmla="val 28582"/>
            </a:avLst>
          </a:prstGeom>
          <a:solidFill>
            <a:srgbClr val="E5E7EB"/>
          </a:solidFill>
          <a:ln>
            <a:noFill/>
          </a:ln>
        </p:spPr>
      </p:sp>
      <p:sp>
        <p:nvSpPr>
          <p:cNvPr id="142" name="!!rect-8f4"/>
          <p:cNvSpPr/>
          <p:nvPr/>
        </p:nvSpPr>
        <p:spPr>
          <a:xfrm>
            <a:off x="10045446" y="2715927"/>
            <a:ext cx="135515" cy="22282"/>
          </a:xfrm>
          <a:prstGeom prst="roundRect">
            <a:avLst>
              <a:gd name="adj" fmla="val 44457"/>
            </a:avLst>
          </a:prstGeom>
          <a:solidFill>
            <a:srgbClr val="E5E7EB">
              <a:alpha val="72000"/>
            </a:srgbClr>
          </a:solidFill>
          <a:ln>
            <a:noFill/>
          </a:ln>
        </p:spPr>
      </p:sp>
      <p:sp>
        <p:nvSpPr>
          <p:cNvPr id="143" name="!!rect-8f5"/>
          <p:cNvSpPr/>
          <p:nvPr/>
        </p:nvSpPr>
        <p:spPr>
          <a:xfrm>
            <a:off x="10045446" y="2963501"/>
            <a:ext cx="99854" cy="19806"/>
          </a:xfrm>
          <a:prstGeom prst="roundRect">
            <a:avLst>
              <a:gd name="adj" fmla="val 50000"/>
            </a:avLst>
          </a:prstGeom>
          <a:solidFill>
            <a:srgbClr val="E5E7EB">
              <a:alpha val="55000"/>
            </a:srgbClr>
          </a:solidFill>
          <a:ln>
            <a:noFill/>
          </a:ln>
        </p:spPr>
      </p:sp>
      <p:sp>
        <p:nvSpPr>
          <p:cNvPr id="144" name="!!text-8f6" descr="資料結構與演…"/>
          <p:cNvSpPr txBox="1"/>
          <p:nvPr/>
        </p:nvSpPr>
        <p:spPr>
          <a:xfrm>
            <a:off x="9855200" y="3178302"/>
            <a:ext cx="602615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資料結構與演…</a:t>
            </a:r>
            <a:endParaRPr lang="zh-TW" sz="650"/>
          </a:p>
        </p:txBody>
      </p:sp>
      <p:sp>
        <p:nvSpPr>
          <p:cNvPr id="145" name="!!text-8fe" descr="附習題解說"/>
          <p:cNvSpPr txBox="1"/>
          <p:nvPr/>
        </p:nvSpPr>
        <p:spPr>
          <a:xfrm>
            <a:off x="9855200" y="3308350"/>
            <a:ext cx="336550" cy="9194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500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附習題解說</a:t>
            </a:r>
            <a:endParaRPr lang="zh-TW" sz="500"/>
          </a:p>
        </p:txBody>
      </p:sp>
      <p:sp>
        <p:nvSpPr>
          <p:cNvPr id="146" name="!!text-8fk" descr="$220"/>
          <p:cNvSpPr txBox="1"/>
          <p:nvPr/>
        </p:nvSpPr>
        <p:spPr>
          <a:xfrm>
            <a:off x="9855200" y="3519170"/>
            <a:ext cx="260604" cy="1379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0" kern="0" dirty="0">
                <a:solidFill>
                  <a:srgbClr val="627D8D"/>
                </a:solidFill>
                <a:latin typeface="Noto Sans TC Black"/>
                <a:ea typeface="Noto Sans TC Black"/>
                <a:cs typeface="Noto Sans TC Black"/>
              </a:rPr>
              <a:t>$220</a:t>
            </a:r>
            <a:endParaRPr lang="zh-TW" sz="750"/>
          </a:p>
        </p:txBody>
      </p:sp>
      <p:sp>
        <p:nvSpPr>
          <p:cNvPr id="147" name="!!text-8fp" descr="良好"/>
          <p:cNvSpPr txBox="1"/>
          <p:nvPr/>
        </p:nvSpPr>
        <p:spPr>
          <a:xfrm>
            <a:off x="10274300" y="3542284"/>
            <a:ext cx="160655" cy="10114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550" kern="0" dirty="0">
                <a:solidFill>
                  <a:srgbClr val="FFA726"/>
                </a:solidFill>
                <a:latin typeface="Noto Sans TC SemiBold"/>
                <a:ea typeface="Noto Sans TC SemiBold"/>
                <a:cs typeface="Noto Sans TC SemiBold"/>
              </a:rPr>
              <a:t>良好</a:t>
            </a:r>
            <a:endParaRPr lang="zh-TW" sz="550"/>
          </a:p>
        </p:txBody>
      </p:sp>
      <p:sp>
        <p:nvSpPr>
          <p:cNvPr id="148" name="!!rect-8fw"/>
          <p:cNvSpPr/>
          <p:nvPr/>
        </p:nvSpPr>
        <p:spPr>
          <a:xfrm>
            <a:off x="10528300" y="2489200"/>
            <a:ext cx="685800" cy="1223010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49" name="!!rect-8fy"/>
          <p:cNvSpPr/>
          <p:nvPr/>
        </p:nvSpPr>
        <p:spPr>
          <a:xfrm>
            <a:off x="10528300" y="2489200"/>
            <a:ext cx="685800" cy="651510"/>
          </a:xfrm>
          <a:prstGeom prst="roundRect">
            <a:avLst>
              <a:gd name="adj" fmla="val 13645"/>
            </a:avLst>
          </a:prstGeom>
          <a:solidFill>
            <a:srgbClr val="E3E8EC"/>
          </a:solidFill>
          <a:ln>
            <a:noFill/>
          </a:ln>
        </p:spPr>
      </p:sp>
      <p:sp>
        <p:nvSpPr>
          <p:cNvPr id="150" name="!!rect-8fz"/>
          <p:cNvSpPr/>
          <p:nvPr/>
        </p:nvSpPr>
        <p:spPr>
          <a:xfrm>
            <a:off x="10528300" y="3051810"/>
            <a:ext cx="685800" cy="88900"/>
          </a:xfrm>
          <a:prstGeom prst="rect">
            <a:avLst/>
          </a:prstGeom>
          <a:solidFill>
            <a:srgbClr val="E3E8EC"/>
          </a:solidFill>
          <a:ln>
            <a:noFill/>
          </a:ln>
        </p:spPr>
      </p:sp>
      <p:sp>
        <p:nvSpPr>
          <p:cNvPr id="151" name="!!rect-8g1"/>
          <p:cNvSpPr/>
          <p:nvPr/>
        </p:nvSpPr>
        <p:spPr>
          <a:xfrm>
            <a:off x="10692892" y="2567381"/>
            <a:ext cx="356616" cy="495148"/>
          </a:xfrm>
          <a:prstGeom prst="roundRect">
            <a:avLst>
              <a:gd name="adj" fmla="val 5342"/>
            </a:avLst>
          </a:prstGeom>
          <a:gradFill rotWithShape="1">
            <a:gsLst>
              <a:gs pos="0">
                <a:srgbClr val="5D856F"/>
              </a:gs>
              <a:gs pos="100000">
                <a:srgbClr val="3F624F"/>
              </a:gs>
            </a:gsLst>
            <a:lin ang="3254265" scaled="0"/>
          </a:gradFill>
          <a:ln>
            <a:noFill/>
          </a:ln>
        </p:spPr>
      </p:sp>
      <p:sp>
        <p:nvSpPr>
          <p:cNvPr id="152" name="!!rect-8g2"/>
          <p:cNvSpPr/>
          <p:nvPr/>
        </p:nvSpPr>
        <p:spPr>
          <a:xfrm>
            <a:off x="10724985" y="2567381"/>
            <a:ext cx="17831" cy="495148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</p:spPr>
      </p:sp>
      <p:sp>
        <p:nvSpPr>
          <p:cNvPr id="153" name="!!rect-8g3"/>
          <p:cNvSpPr/>
          <p:nvPr/>
        </p:nvSpPr>
        <p:spPr>
          <a:xfrm>
            <a:off x="10782046" y="2656510"/>
            <a:ext cx="199708" cy="34658"/>
          </a:xfrm>
          <a:prstGeom prst="roundRect">
            <a:avLst>
              <a:gd name="adj" fmla="val 28582"/>
            </a:avLst>
          </a:prstGeom>
          <a:solidFill>
            <a:srgbClr val="E7D9B8"/>
          </a:solidFill>
          <a:ln>
            <a:noFill/>
          </a:ln>
        </p:spPr>
      </p:sp>
      <p:sp>
        <p:nvSpPr>
          <p:cNvPr id="154" name="!!rect-8g4"/>
          <p:cNvSpPr/>
          <p:nvPr/>
        </p:nvSpPr>
        <p:spPr>
          <a:xfrm>
            <a:off x="10782046" y="2715927"/>
            <a:ext cx="135515" cy="22282"/>
          </a:xfrm>
          <a:prstGeom prst="roundRect">
            <a:avLst>
              <a:gd name="adj" fmla="val 44457"/>
            </a:avLst>
          </a:prstGeom>
          <a:solidFill>
            <a:srgbClr val="E7D9B8">
              <a:alpha val="72000"/>
            </a:srgbClr>
          </a:solidFill>
          <a:ln>
            <a:noFill/>
          </a:ln>
        </p:spPr>
      </p:sp>
      <p:sp>
        <p:nvSpPr>
          <p:cNvPr id="155" name="!!rect-8g5"/>
          <p:cNvSpPr/>
          <p:nvPr/>
        </p:nvSpPr>
        <p:spPr>
          <a:xfrm>
            <a:off x="10782046" y="2963501"/>
            <a:ext cx="99854" cy="19806"/>
          </a:xfrm>
          <a:prstGeom prst="roundRect">
            <a:avLst>
              <a:gd name="adj" fmla="val 50000"/>
            </a:avLst>
          </a:prstGeom>
          <a:solidFill>
            <a:srgbClr val="E7D9B8">
              <a:alpha val="55000"/>
            </a:srgbClr>
          </a:solidFill>
          <a:ln>
            <a:noFill/>
          </a:ln>
        </p:spPr>
      </p:sp>
      <p:sp>
        <p:nvSpPr>
          <p:cNvPr id="156" name="!!text-8g6" descr="網頁設計入門"/>
          <p:cNvSpPr txBox="1"/>
          <p:nvPr/>
        </p:nvSpPr>
        <p:spPr>
          <a:xfrm>
            <a:off x="10591800" y="3178302"/>
            <a:ext cx="520065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網頁設計入門</a:t>
            </a:r>
            <a:endParaRPr lang="zh-TW" sz="650"/>
          </a:p>
        </p:txBody>
      </p:sp>
      <p:sp>
        <p:nvSpPr>
          <p:cNvPr id="157" name="!!text-8gd" descr="適合零基礎"/>
          <p:cNvSpPr txBox="1"/>
          <p:nvPr/>
        </p:nvSpPr>
        <p:spPr>
          <a:xfrm>
            <a:off x="10591800" y="3308350"/>
            <a:ext cx="336550" cy="9194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500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適合零基礎</a:t>
            </a:r>
            <a:endParaRPr lang="zh-TW" sz="500"/>
          </a:p>
        </p:txBody>
      </p:sp>
      <p:sp>
        <p:nvSpPr>
          <p:cNvPr id="158" name="!!text-8gj" descr="$180"/>
          <p:cNvSpPr txBox="1"/>
          <p:nvPr/>
        </p:nvSpPr>
        <p:spPr>
          <a:xfrm>
            <a:off x="10591800" y="3519170"/>
            <a:ext cx="260604" cy="1379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0" kern="0" dirty="0">
                <a:solidFill>
                  <a:srgbClr val="627D8D"/>
                </a:solidFill>
                <a:latin typeface="Noto Sans TC Black"/>
                <a:ea typeface="Noto Sans TC Black"/>
                <a:cs typeface="Noto Sans TC Black"/>
              </a:rPr>
              <a:t>$180</a:t>
            </a:r>
            <a:endParaRPr lang="zh-TW" sz="750"/>
          </a:p>
        </p:txBody>
      </p:sp>
      <p:sp>
        <p:nvSpPr>
          <p:cNvPr id="159" name="!!text-8go" descr="全新"/>
          <p:cNvSpPr txBox="1"/>
          <p:nvPr/>
        </p:nvSpPr>
        <p:spPr>
          <a:xfrm>
            <a:off x="11010900" y="3542284"/>
            <a:ext cx="160655" cy="10114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550" kern="0" dirty="0">
                <a:solidFill>
                  <a:srgbClr val="26A69A"/>
                </a:solidFill>
                <a:latin typeface="Noto Sans TC SemiBold"/>
                <a:ea typeface="Noto Sans TC SemiBold"/>
                <a:cs typeface="Noto Sans TC SemiBold"/>
              </a:rPr>
              <a:t>全新</a:t>
            </a:r>
            <a:endParaRPr lang="zh-TW" sz="550"/>
          </a:p>
        </p:txBody>
      </p:sp>
      <p:sp>
        <p:nvSpPr>
          <p:cNvPr id="160" name="!!rect-8gv"/>
          <p:cNvSpPr/>
          <p:nvPr/>
        </p:nvSpPr>
        <p:spPr>
          <a:xfrm>
            <a:off x="9055100" y="3848100"/>
            <a:ext cx="685800" cy="215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161" name="!!path-8gy"/>
          <p:cNvSpPr/>
          <p:nvPr/>
        </p:nvSpPr>
        <p:spPr>
          <a:xfrm>
            <a:off x="9136063" y="3903663"/>
            <a:ext cx="104775" cy="95250"/>
          </a:xfrm>
          <a:custGeom>
            <a:avLst/>
            <a:gdLst/>
            <a:ahLst/>
            <a:cxnLst/>
            <a:rect l="l" t="t" r="r" b="b"/>
            <a:pathLst>
              <a:path w="104775" h="95250">
                <a:moveTo>
                  <a:pt x="0" y="95250"/>
                </a:moveTo>
                <a:lnTo>
                  <a:pt x="19050" y="95250"/>
                </a:lnTo>
                <a:lnTo>
                  <a:pt x="19050" y="38100"/>
                </a:lnTo>
                <a:lnTo>
                  <a:pt x="0" y="38100"/>
                </a:lnTo>
                <a:lnTo>
                  <a:pt x="0" y="95250"/>
                </a:lnTo>
                <a:close/>
                <a:moveTo>
                  <a:pt x="104775" y="42863"/>
                </a:moveTo>
                <a:cubicBezTo>
                  <a:pt x="104775" y="37624"/>
                  <a:pt x="100489" y="33338"/>
                  <a:pt x="95250" y="33338"/>
                </a:cubicBezTo>
                <a:lnTo>
                  <a:pt x="65199" y="33338"/>
                </a:lnTo>
                <a:lnTo>
                  <a:pt x="69723" y="11573"/>
                </a:lnTo>
                <a:lnTo>
                  <a:pt x="69866" y="10049"/>
                </a:lnTo>
                <a:cubicBezTo>
                  <a:pt x="69866" y="8096"/>
                  <a:pt x="69056" y="6287"/>
                  <a:pt x="67770" y="5001"/>
                </a:cubicBezTo>
                <a:lnTo>
                  <a:pt x="62722" y="0"/>
                </a:lnTo>
                <a:lnTo>
                  <a:pt x="31385" y="31385"/>
                </a:lnTo>
                <a:cubicBezTo>
                  <a:pt x="29623" y="33099"/>
                  <a:pt x="28575" y="35481"/>
                  <a:pt x="28575" y="38100"/>
                </a:cubicBezTo>
                <a:lnTo>
                  <a:pt x="28575" y="85725"/>
                </a:lnTo>
                <a:cubicBezTo>
                  <a:pt x="28575" y="90964"/>
                  <a:pt x="32861" y="95250"/>
                  <a:pt x="38100" y="95250"/>
                </a:cubicBezTo>
                <a:lnTo>
                  <a:pt x="80963" y="95250"/>
                </a:lnTo>
                <a:cubicBezTo>
                  <a:pt x="84915" y="95250"/>
                  <a:pt x="88297" y="92869"/>
                  <a:pt x="89726" y="89440"/>
                </a:cubicBezTo>
                <a:lnTo>
                  <a:pt x="104108" y="55864"/>
                </a:lnTo>
                <a:cubicBezTo>
                  <a:pt x="104537" y="54769"/>
                  <a:pt x="104775" y="53626"/>
                  <a:pt x="104775" y="52388"/>
                </a:cubicBezTo>
                <a:lnTo>
                  <a:pt x="104775" y="42863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162" name="!!text-8gz" descr="有幫助"/>
          <p:cNvSpPr txBox="1"/>
          <p:nvPr/>
        </p:nvSpPr>
        <p:spPr>
          <a:xfrm>
            <a:off x="9283700" y="3892042"/>
            <a:ext cx="272415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kern="0" dirty="0">
                <a:solidFill>
                  <a:srgbClr val="627D8D"/>
                </a:solidFill>
                <a:latin typeface="Noto Sans TC SemiBold"/>
                <a:ea typeface="Noto Sans TC SemiBold"/>
                <a:cs typeface="Noto Sans TC SemiBold"/>
              </a:rPr>
              <a:t>有幫助</a:t>
            </a:r>
            <a:endParaRPr lang="zh-TW" sz="650"/>
          </a:p>
        </p:txBody>
      </p:sp>
      <p:sp>
        <p:nvSpPr>
          <p:cNvPr id="163" name="!!rect-8h3"/>
          <p:cNvSpPr/>
          <p:nvPr/>
        </p:nvSpPr>
        <p:spPr>
          <a:xfrm>
            <a:off x="9791700" y="3848100"/>
            <a:ext cx="774700" cy="215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164" name="!!path-8h4"/>
          <p:cNvSpPr/>
          <p:nvPr/>
        </p:nvSpPr>
        <p:spPr>
          <a:xfrm>
            <a:off x="9872663" y="3919538"/>
            <a:ext cx="104775" cy="95250"/>
          </a:xfrm>
          <a:custGeom>
            <a:avLst/>
            <a:gdLst/>
            <a:ahLst/>
            <a:cxnLst/>
            <a:rect l="l" t="t" r="r" b="b"/>
            <a:pathLst>
              <a:path w="104775" h="95250">
                <a:moveTo>
                  <a:pt x="66675" y="0"/>
                </a:moveTo>
                <a:lnTo>
                  <a:pt x="23813" y="0"/>
                </a:lnTo>
                <a:cubicBezTo>
                  <a:pt x="19860" y="0"/>
                  <a:pt x="16478" y="2381"/>
                  <a:pt x="15049" y="5810"/>
                </a:cubicBezTo>
                <a:lnTo>
                  <a:pt x="667" y="39386"/>
                </a:lnTo>
                <a:cubicBezTo>
                  <a:pt x="238" y="40481"/>
                  <a:pt x="0" y="41624"/>
                  <a:pt x="0" y="42863"/>
                </a:cubicBezTo>
                <a:lnTo>
                  <a:pt x="0" y="52388"/>
                </a:lnTo>
                <a:cubicBezTo>
                  <a:pt x="0" y="57626"/>
                  <a:pt x="4286" y="61913"/>
                  <a:pt x="9525" y="61913"/>
                </a:cubicBezTo>
                <a:lnTo>
                  <a:pt x="39576" y="61913"/>
                </a:lnTo>
                <a:lnTo>
                  <a:pt x="35052" y="83677"/>
                </a:lnTo>
                <a:lnTo>
                  <a:pt x="34909" y="85201"/>
                </a:lnTo>
                <a:cubicBezTo>
                  <a:pt x="34909" y="87154"/>
                  <a:pt x="35719" y="88963"/>
                  <a:pt x="37005" y="90249"/>
                </a:cubicBezTo>
                <a:lnTo>
                  <a:pt x="42053" y="95250"/>
                </a:lnTo>
                <a:lnTo>
                  <a:pt x="73438" y="63865"/>
                </a:lnTo>
                <a:cubicBezTo>
                  <a:pt x="75152" y="62151"/>
                  <a:pt x="76200" y="59769"/>
                  <a:pt x="76200" y="57150"/>
                </a:cubicBezTo>
                <a:lnTo>
                  <a:pt x="76200" y="9525"/>
                </a:lnTo>
                <a:cubicBezTo>
                  <a:pt x="76200" y="4286"/>
                  <a:pt x="71914" y="0"/>
                  <a:pt x="66675" y="0"/>
                </a:cubicBezTo>
                <a:close/>
                <a:moveTo>
                  <a:pt x="85725" y="0"/>
                </a:moveTo>
                <a:lnTo>
                  <a:pt x="85725" y="57150"/>
                </a:lnTo>
                <a:lnTo>
                  <a:pt x="104775" y="57150"/>
                </a:lnTo>
                <a:lnTo>
                  <a:pt x="104775" y="0"/>
                </a:lnTo>
                <a:lnTo>
                  <a:pt x="85725" y="0"/>
                </a:lnTo>
                <a:close/>
              </a:path>
            </a:pathLst>
          </a:custGeom>
          <a:solidFill>
            <a:srgbClr val="5B6770"/>
          </a:solidFill>
          <a:ln>
            <a:noFill/>
          </a:ln>
        </p:spPr>
      </p:sp>
      <p:sp>
        <p:nvSpPr>
          <p:cNvPr id="165" name="!!text-8h5" descr="沒有幫助"/>
          <p:cNvSpPr txBox="1"/>
          <p:nvPr/>
        </p:nvSpPr>
        <p:spPr>
          <a:xfrm>
            <a:off x="10020300" y="3892042"/>
            <a:ext cx="354965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kern="0" dirty="0">
                <a:solidFill>
                  <a:srgbClr val="5B6770"/>
                </a:solidFill>
                <a:latin typeface="Noto Sans TC SemiBold"/>
                <a:ea typeface="Noto Sans TC SemiBold"/>
                <a:cs typeface="Noto Sans TC SemiBold"/>
              </a:rPr>
              <a:t>沒有幫助</a:t>
            </a:r>
            <a:endParaRPr lang="zh-TW" sz="650"/>
          </a:p>
        </p:txBody>
      </p:sp>
      <p:sp>
        <p:nvSpPr>
          <p:cNvPr id="166" name="!!rect-8hc"/>
          <p:cNvSpPr/>
          <p:nvPr/>
        </p:nvSpPr>
        <p:spPr>
          <a:xfrm>
            <a:off x="9055100" y="3848100"/>
            <a:ext cx="685800" cy="215900"/>
          </a:xfrm>
          <a:prstGeom prst="roundRect">
            <a:avLst>
              <a:gd name="adj" fmla="val 50000"/>
            </a:avLst>
          </a:prstGeom>
          <a:solidFill>
            <a:srgbClr val="627D8D">
              <a:alpha val="10000"/>
            </a:srgbClr>
          </a:solidFill>
          <a:ln w="7620" cap="flat">
            <a:solidFill>
              <a:srgbClr val="627D8D"/>
            </a:solidFill>
            <a:prstDash val="solid"/>
            <a:miter lim="800000"/>
          </a:ln>
        </p:spPr>
      </p:sp>
      <p:sp>
        <p:nvSpPr>
          <p:cNvPr id="167" name="!!circle-8hi"/>
          <p:cNvSpPr/>
          <p:nvPr/>
        </p:nvSpPr>
        <p:spPr>
          <a:xfrm>
            <a:off x="9225479" y="3783529"/>
            <a:ext cx="345042" cy="345042"/>
          </a:xfrm>
          <a:prstGeom prst="ellipse">
            <a:avLst/>
          </a:prstGeom>
          <a:solidFill>
            <a:srgbClr val="FFFFFF">
              <a:alpha val="2530"/>
            </a:srgbClr>
          </a:solidFill>
          <a:ln w="11763" cap="flat">
            <a:solidFill>
              <a:srgbClr val="0B1A26">
                <a:alpha val="843"/>
              </a:srgbClr>
            </a:solidFill>
            <a:prstDash val="solid"/>
            <a:miter lim="800000"/>
          </a:ln>
        </p:spPr>
      </p:sp>
      <p:sp>
        <p:nvSpPr>
          <p:cNvPr id="168" name="!!circle-8hj"/>
          <p:cNvSpPr/>
          <p:nvPr/>
        </p:nvSpPr>
        <p:spPr>
          <a:xfrm>
            <a:off x="9096412" y="3654462"/>
            <a:ext cx="603176" cy="603176"/>
          </a:xfrm>
          <a:prstGeom prst="ellipse">
            <a:avLst/>
          </a:prstGeom>
          <a:noFill/>
          <a:ln w="12700" cap="flat">
            <a:solidFill>
              <a:srgbClr val="FFFFFF">
                <a:alpha val="1362"/>
              </a:srgbClr>
            </a:solidFill>
            <a:prstDash val="solid"/>
            <a:miter lim="800000"/>
          </a:ln>
        </p:spPr>
      </p:sp>
      <p:sp>
        <p:nvSpPr>
          <p:cNvPr id="169" name="!!rect-8hm"/>
          <p:cNvSpPr/>
          <p:nvPr/>
        </p:nvSpPr>
        <p:spPr>
          <a:xfrm>
            <a:off x="8712200" y="5524500"/>
            <a:ext cx="2552700" cy="635000"/>
          </a:xfrm>
          <a:custGeom>
            <a:avLst/>
            <a:gdLst/>
            <a:ahLst/>
            <a:cxnLst/>
            <a:rect l="l" t="t" r="r" b="b"/>
            <a:pathLst>
              <a:path w="2552700" h="635000">
                <a:moveTo>
                  <a:pt x="0" y="0"/>
                </a:moveTo>
                <a:lnTo>
                  <a:pt x="2552700" y="0"/>
                </a:lnTo>
                <a:lnTo>
                  <a:pt x="2552700" y="317500"/>
                </a:lnTo>
                <a:cubicBezTo>
                  <a:pt x="2552700" y="492850"/>
                  <a:pt x="2410550" y="635000"/>
                  <a:pt x="2235200" y="635000"/>
                </a:cubicBezTo>
                <a:lnTo>
                  <a:pt x="317500" y="635000"/>
                </a:lnTo>
                <a:cubicBezTo>
                  <a:pt x="142150" y="635000"/>
                  <a:pt x="0" y="492850"/>
                  <a:pt x="0" y="317500"/>
                </a:cubicBez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70" name="!!rect-8hn"/>
          <p:cNvSpPr/>
          <p:nvPr/>
        </p:nvSpPr>
        <p:spPr>
          <a:xfrm>
            <a:off x="8813800" y="5588000"/>
            <a:ext cx="2019300" cy="304800"/>
          </a:xfrm>
          <a:prstGeom prst="roundRect">
            <a:avLst>
              <a:gd name="adj" fmla="val 50000"/>
            </a:avLst>
          </a:prstGeom>
          <a:solidFill>
            <a:srgbClr val="F3F5F7"/>
          </a:solidFill>
          <a:ln>
            <a:noFill/>
          </a:ln>
        </p:spPr>
      </p:sp>
      <p:sp>
        <p:nvSpPr>
          <p:cNvPr id="171" name="!!circle-8ho"/>
          <p:cNvSpPr/>
          <p:nvPr/>
        </p:nvSpPr>
        <p:spPr>
          <a:xfrm>
            <a:off x="10871200" y="5600700"/>
            <a:ext cx="279400" cy="279400"/>
          </a:xfrm>
          <a:prstGeom prst="ellipse">
            <a:avLst/>
          </a:prstGeom>
          <a:solidFill>
            <a:srgbClr val="627D8D"/>
          </a:solidFill>
          <a:ln>
            <a:noFill/>
          </a:ln>
        </p:spPr>
      </p:sp>
      <p:sp>
        <p:nvSpPr>
          <p:cNvPr id="172" name="!!path-8hp"/>
          <p:cNvSpPr/>
          <p:nvPr/>
        </p:nvSpPr>
        <p:spPr>
          <a:xfrm>
            <a:off x="10952696" y="5688019"/>
            <a:ext cx="122282" cy="104813"/>
          </a:xfrm>
          <a:custGeom>
            <a:avLst/>
            <a:gdLst/>
            <a:ahLst/>
            <a:cxnLst/>
            <a:rect l="l" t="t" r="r" b="b"/>
            <a:pathLst>
              <a:path w="122282" h="104813">
                <a:moveTo>
                  <a:pt x="58" y="104813"/>
                </a:moveTo>
                <a:lnTo>
                  <a:pt x="122282" y="52407"/>
                </a:lnTo>
                <a:lnTo>
                  <a:pt x="58" y="0"/>
                </a:lnTo>
                <a:lnTo>
                  <a:pt x="0" y="40761"/>
                </a:lnTo>
                <a:lnTo>
                  <a:pt x="87344" y="52407"/>
                </a:lnTo>
                <a:lnTo>
                  <a:pt x="0" y="6405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73" name="!!text-8k3" descr="描述您想找的書籍"/>
          <p:cNvSpPr txBox="1"/>
          <p:nvPr/>
        </p:nvSpPr>
        <p:spPr>
          <a:xfrm>
            <a:off x="8928100" y="5668010"/>
            <a:ext cx="790575" cy="1379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0" kern="0" dirty="0">
                <a:solidFill>
                  <a:srgbClr val="BDBDBD"/>
                </a:solidFill>
                <a:latin typeface="Noto Sans TC"/>
                <a:ea typeface="Noto Sans TC"/>
                <a:cs typeface="Noto Sans TC"/>
              </a:rPr>
              <a:t>描述您想找的書籍</a:t>
            </a:r>
            <a:endParaRPr lang="zh-TW" sz="750"/>
          </a:p>
        </p:txBody>
      </p:sp>
      <p:sp>
        <p:nvSpPr>
          <p:cNvPr id="174" name="!!rect-8kc"/>
          <p:cNvSpPr/>
          <p:nvPr/>
        </p:nvSpPr>
        <p:spPr>
          <a:xfrm>
            <a:off x="9531350" y="6076950"/>
            <a:ext cx="914400" cy="31750"/>
          </a:xfrm>
          <a:prstGeom prst="roundRect">
            <a:avLst>
              <a:gd name="adj" fmla="val 50000"/>
            </a:avLst>
          </a:prstGeom>
          <a:solidFill>
            <a:srgbClr val="000000">
              <a:alpha val="90000"/>
            </a:srgbClr>
          </a:solidFill>
          <a:ln>
            <a:noFill/>
          </a:ln>
        </p:spPr>
      </p:sp>
      <p:sp>
        <p:nvSpPr>
          <p:cNvPr id="175" name="!!rect-8qh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10000"/>
                </a:srgbClr>
              </a:gs>
              <a:gs pos="30762">
                <a:srgbClr val="FFFFFF">
                  <a:alpha val="2000"/>
                </a:srgbClr>
              </a:gs>
              <a:gs pos="31723">
                <a:srgbClr val="FFFFFF">
                  <a:alpha val="0"/>
                </a:srgbClr>
              </a:gs>
              <a:gs pos="9613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4329186" scaled="0"/>
          </a:gradFill>
          <a:ln>
            <a:noFill/>
          </a:ln>
        </p:spPr>
      </p:sp>
      <p:sp>
        <p:nvSpPr>
          <p:cNvPr id="176" name="!!rect-8qk"/>
          <p:cNvSpPr/>
          <p:nvPr/>
        </p:nvSpPr>
        <p:spPr>
          <a:xfrm>
            <a:off x="9728200" y="679450"/>
            <a:ext cx="520700" cy="23495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</p:spPr>
      </p:sp>
      <p:sp>
        <p:nvSpPr>
          <p:cNvPr id="177" name="!!circle-8ql"/>
          <p:cNvSpPr/>
          <p:nvPr/>
        </p:nvSpPr>
        <p:spPr>
          <a:xfrm>
            <a:off x="10088880" y="757555"/>
            <a:ext cx="78740" cy="78740"/>
          </a:xfrm>
          <a:prstGeom prst="ellipse">
            <a:avLst/>
          </a:prstGeom>
          <a:solidFill>
            <a:srgbClr val="0A0F16"/>
          </a:solidFill>
          <a:ln>
            <a:noFill/>
          </a:ln>
        </p:spPr>
      </p:sp>
      <p:sp>
        <p:nvSpPr>
          <p:cNvPr id="178" name="!!circle-8qm"/>
          <p:cNvSpPr/>
          <p:nvPr/>
        </p:nvSpPr>
        <p:spPr>
          <a:xfrm>
            <a:off x="10107930" y="776605"/>
            <a:ext cx="40640" cy="40640"/>
          </a:xfrm>
          <a:prstGeom prst="ellipse">
            <a:avLst/>
          </a:prstGeom>
          <a:solidFill>
            <a:srgbClr val="111B28"/>
          </a:solidFill>
          <a:ln>
            <a:noFill/>
          </a:ln>
        </p:spPr>
      </p:sp>
      <p:sp>
        <p:nvSpPr>
          <p:cNvPr id="179" name="!!circle-8qn"/>
          <p:cNvSpPr/>
          <p:nvPr/>
        </p:nvSpPr>
        <p:spPr>
          <a:xfrm>
            <a:off x="10130155" y="781685"/>
            <a:ext cx="13970" cy="13970"/>
          </a:xfrm>
          <a:prstGeom prst="ellipse">
            <a:avLst/>
          </a:prstGeom>
          <a:solidFill>
            <a:srgbClr val="3A5070">
              <a:alpha val="80000"/>
            </a:srgbClr>
          </a:solidFill>
          <a:ln>
            <a:noFill/>
          </a:ln>
        </p:spPr>
      </p:sp>
      <p:sp>
        <p:nvSpPr>
          <p:cNvPr id="180" name="!!path-9ic"/>
          <p:cNvSpPr/>
          <p:nvPr/>
        </p:nvSpPr>
        <p:spPr>
          <a:xfrm>
            <a:off x="381000" y="306527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81" name="!!path-9id"/>
          <p:cNvSpPr/>
          <p:nvPr/>
        </p:nvSpPr>
        <p:spPr>
          <a:xfrm>
            <a:off x="381000" y="308153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82" name="!!path-9ie"/>
          <p:cNvSpPr/>
          <p:nvPr/>
        </p:nvSpPr>
        <p:spPr>
          <a:xfrm>
            <a:off x="381000" y="309778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83" name="!!path-9if"/>
          <p:cNvSpPr/>
          <p:nvPr/>
        </p:nvSpPr>
        <p:spPr>
          <a:xfrm>
            <a:off x="381000" y="311404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84" name="!!path-9ig"/>
          <p:cNvSpPr/>
          <p:nvPr/>
        </p:nvSpPr>
        <p:spPr>
          <a:xfrm>
            <a:off x="381000" y="313030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85" name="!!path-9ih"/>
          <p:cNvSpPr/>
          <p:nvPr/>
        </p:nvSpPr>
        <p:spPr>
          <a:xfrm>
            <a:off x="381000" y="314655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86" name="!!path-9ii"/>
          <p:cNvSpPr/>
          <p:nvPr/>
        </p:nvSpPr>
        <p:spPr>
          <a:xfrm>
            <a:off x="381000" y="316281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87" name="!!path-9ij"/>
          <p:cNvSpPr/>
          <p:nvPr/>
        </p:nvSpPr>
        <p:spPr>
          <a:xfrm>
            <a:off x="381000" y="317906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88" name="!!path-9ik"/>
          <p:cNvSpPr/>
          <p:nvPr/>
        </p:nvSpPr>
        <p:spPr>
          <a:xfrm>
            <a:off x="419608" y="269342"/>
            <a:ext cx="128422" cy="122936"/>
          </a:xfrm>
          <a:custGeom>
            <a:avLst/>
            <a:gdLst/>
            <a:ahLst/>
            <a:cxnLst/>
            <a:rect l="l" t="t" r="r" b="b"/>
            <a:pathLst>
              <a:path w="128422" h="122936">
                <a:moveTo>
                  <a:pt x="0" y="17678"/>
                </a:moveTo>
                <a:lnTo>
                  <a:pt x="8128" y="5080"/>
                </a:lnTo>
                <a:cubicBezTo>
                  <a:pt x="32512" y="0"/>
                  <a:pt x="73152" y="7112"/>
                  <a:pt x="101600" y="26416"/>
                </a:cubicBezTo>
                <a:cubicBezTo>
                  <a:pt x="116840" y="37186"/>
                  <a:pt x="124968" y="49784"/>
                  <a:pt x="128422" y="62992"/>
                </a:cubicBezTo>
                <a:lnTo>
                  <a:pt x="128422" y="122936"/>
                </a:lnTo>
                <a:lnTo>
                  <a:pt x="0" y="1229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89" name="!!path-9il"/>
          <p:cNvSpPr/>
          <p:nvPr/>
        </p:nvSpPr>
        <p:spPr>
          <a:xfrm>
            <a:off x="419608" y="269342"/>
            <a:ext cx="128422" cy="62992"/>
          </a:xfrm>
          <a:custGeom>
            <a:avLst/>
            <a:gdLst/>
            <a:ahLst/>
            <a:cxnLst/>
            <a:rect l="l" t="t" r="r" b="b"/>
            <a:pathLst>
              <a:path w="128422" h="62992" fill="none">
                <a:moveTo>
                  <a:pt x="128422" y="62992"/>
                </a:moveTo>
                <a:cubicBezTo>
                  <a:pt x="124968" y="49784"/>
                  <a:pt x="116840" y="37186"/>
                  <a:pt x="101600" y="26416"/>
                </a:cubicBezTo>
                <a:cubicBezTo>
                  <a:pt x="73152" y="7112"/>
                  <a:pt x="32512" y="0"/>
                  <a:pt x="8128" y="5080"/>
                </a:cubicBezTo>
                <a:lnTo>
                  <a:pt x="0" y="1767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90" name="!!path-9im"/>
          <p:cNvSpPr/>
          <p:nvPr/>
        </p:nvSpPr>
        <p:spPr>
          <a:xfrm>
            <a:off x="407010" y="281534"/>
            <a:ext cx="141021" cy="110744"/>
          </a:xfrm>
          <a:custGeom>
            <a:avLst/>
            <a:gdLst/>
            <a:ahLst/>
            <a:cxnLst/>
            <a:rect l="l" t="t" r="r" b="b"/>
            <a:pathLst>
              <a:path w="141021" h="110744">
                <a:moveTo>
                  <a:pt x="0" y="22352"/>
                </a:moveTo>
                <a:lnTo>
                  <a:pt x="6502" y="6502"/>
                </a:lnTo>
                <a:cubicBezTo>
                  <a:pt x="36982" y="0"/>
                  <a:pt x="79654" y="7112"/>
                  <a:pt x="110134" y="25400"/>
                </a:cubicBezTo>
                <a:cubicBezTo>
                  <a:pt x="126390" y="35154"/>
                  <a:pt x="136550" y="49784"/>
                  <a:pt x="141021" y="62992"/>
                </a:cubicBezTo>
                <a:lnTo>
                  <a:pt x="141021" y="110744"/>
                </a:lnTo>
                <a:lnTo>
                  <a:pt x="0" y="110744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91" name="!!path-9in"/>
          <p:cNvSpPr/>
          <p:nvPr/>
        </p:nvSpPr>
        <p:spPr>
          <a:xfrm>
            <a:off x="407010" y="281534"/>
            <a:ext cx="141021" cy="62992"/>
          </a:xfrm>
          <a:custGeom>
            <a:avLst/>
            <a:gdLst/>
            <a:ahLst/>
            <a:cxnLst/>
            <a:rect l="l" t="t" r="r" b="b"/>
            <a:pathLst>
              <a:path w="141021" h="62992" fill="none">
                <a:moveTo>
                  <a:pt x="141021" y="62992"/>
                </a:moveTo>
                <a:cubicBezTo>
                  <a:pt x="136550" y="49784"/>
                  <a:pt x="126390" y="35154"/>
                  <a:pt x="110134" y="25400"/>
                </a:cubicBezTo>
                <a:cubicBezTo>
                  <a:pt x="79654" y="7112"/>
                  <a:pt x="36982" y="0"/>
                  <a:pt x="6502" y="6502"/>
                </a:cubicBezTo>
                <a:lnTo>
                  <a:pt x="0" y="22352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92" name="!!path-9io"/>
          <p:cNvSpPr/>
          <p:nvPr/>
        </p:nvSpPr>
        <p:spPr>
          <a:xfrm>
            <a:off x="395834" y="294742"/>
            <a:ext cx="151790" cy="97536"/>
          </a:xfrm>
          <a:custGeom>
            <a:avLst/>
            <a:gdLst/>
            <a:ahLst/>
            <a:cxnLst/>
            <a:rect l="l" t="t" r="r" b="b"/>
            <a:pathLst>
              <a:path w="151790" h="97536">
                <a:moveTo>
                  <a:pt x="0" y="23165"/>
                </a:moveTo>
                <a:lnTo>
                  <a:pt x="3861" y="12598"/>
                </a:lnTo>
                <a:cubicBezTo>
                  <a:pt x="37998" y="0"/>
                  <a:pt x="84734" y="5080"/>
                  <a:pt x="117246" y="21946"/>
                </a:cubicBezTo>
                <a:cubicBezTo>
                  <a:pt x="135534" y="31496"/>
                  <a:pt x="146710" y="43688"/>
                  <a:pt x="151790" y="55270"/>
                </a:cubicBezTo>
                <a:lnTo>
                  <a:pt x="151790" y="97536"/>
                </a:lnTo>
                <a:lnTo>
                  <a:pt x="0" y="975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93" name="!!path-9ip"/>
          <p:cNvSpPr/>
          <p:nvPr/>
        </p:nvSpPr>
        <p:spPr>
          <a:xfrm>
            <a:off x="395834" y="294742"/>
            <a:ext cx="151790" cy="55270"/>
          </a:xfrm>
          <a:custGeom>
            <a:avLst/>
            <a:gdLst/>
            <a:ahLst/>
            <a:cxnLst/>
            <a:rect l="l" t="t" r="r" b="b"/>
            <a:pathLst>
              <a:path w="151790" h="55270" fill="none">
                <a:moveTo>
                  <a:pt x="151790" y="55270"/>
                </a:moveTo>
                <a:cubicBezTo>
                  <a:pt x="146710" y="43688"/>
                  <a:pt x="135534" y="31496"/>
                  <a:pt x="117246" y="21946"/>
                </a:cubicBezTo>
                <a:cubicBezTo>
                  <a:pt x="84734" y="5080"/>
                  <a:pt x="37998" y="0"/>
                  <a:pt x="3861" y="12598"/>
                </a:cubicBezTo>
                <a:lnTo>
                  <a:pt x="0" y="23165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94" name="!!path-9iq"/>
          <p:cNvSpPr/>
          <p:nvPr/>
        </p:nvSpPr>
        <p:spPr>
          <a:xfrm>
            <a:off x="548234" y="264262"/>
            <a:ext cx="120294" cy="128016"/>
          </a:xfrm>
          <a:custGeom>
            <a:avLst/>
            <a:gdLst/>
            <a:ahLst/>
            <a:cxnLst/>
            <a:rect l="l" t="t" r="r" b="b"/>
            <a:pathLst>
              <a:path w="120294" h="128016">
                <a:moveTo>
                  <a:pt x="120294" y="18288"/>
                </a:moveTo>
                <a:lnTo>
                  <a:pt x="113589" y="4470"/>
                </a:lnTo>
                <a:cubicBezTo>
                  <a:pt x="86766" y="0"/>
                  <a:pt x="44094" y="10160"/>
                  <a:pt x="17678" y="30480"/>
                </a:cubicBezTo>
                <a:cubicBezTo>
                  <a:pt x="6502" y="39624"/>
                  <a:pt x="1422" y="52832"/>
                  <a:pt x="0" y="67056"/>
                </a:cubicBezTo>
                <a:lnTo>
                  <a:pt x="0" y="128016"/>
                </a:lnTo>
                <a:lnTo>
                  <a:pt x="120294" y="12801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95" name="!!path-9ir"/>
          <p:cNvSpPr/>
          <p:nvPr/>
        </p:nvSpPr>
        <p:spPr>
          <a:xfrm>
            <a:off x="548234" y="264262"/>
            <a:ext cx="120294" cy="67056"/>
          </a:xfrm>
          <a:custGeom>
            <a:avLst/>
            <a:gdLst/>
            <a:ahLst/>
            <a:cxnLst/>
            <a:rect l="l" t="t" r="r" b="b"/>
            <a:pathLst>
              <a:path w="120294" h="67056" fill="none">
                <a:moveTo>
                  <a:pt x="0" y="67056"/>
                </a:moveTo>
                <a:cubicBezTo>
                  <a:pt x="1422" y="52832"/>
                  <a:pt x="6502" y="39624"/>
                  <a:pt x="17678" y="30480"/>
                </a:cubicBezTo>
                <a:cubicBezTo>
                  <a:pt x="44094" y="10160"/>
                  <a:pt x="86766" y="0"/>
                  <a:pt x="113589" y="4470"/>
                </a:cubicBezTo>
                <a:lnTo>
                  <a:pt x="120294" y="1828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96" name="!!path-9is"/>
          <p:cNvSpPr/>
          <p:nvPr/>
        </p:nvSpPr>
        <p:spPr>
          <a:xfrm>
            <a:off x="548437" y="279502"/>
            <a:ext cx="133299" cy="112776"/>
          </a:xfrm>
          <a:custGeom>
            <a:avLst/>
            <a:gdLst/>
            <a:ahLst/>
            <a:cxnLst/>
            <a:rect l="l" t="t" r="r" b="b"/>
            <a:pathLst>
              <a:path w="133299" h="112776">
                <a:moveTo>
                  <a:pt x="133299" y="19710"/>
                </a:moveTo>
                <a:lnTo>
                  <a:pt x="127203" y="3048"/>
                </a:lnTo>
                <a:cubicBezTo>
                  <a:pt x="94691" y="0"/>
                  <a:pt x="54051" y="11176"/>
                  <a:pt x="27635" y="30683"/>
                </a:cubicBezTo>
                <a:cubicBezTo>
                  <a:pt x="13411" y="41250"/>
                  <a:pt x="4267" y="53848"/>
                  <a:pt x="0" y="65024"/>
                </a:cubicBezTo>
                <a:lnTo>
                  <a:pt x="0" y="112776"/>
                </a:lnTo>
                <a:lnTo>
                  <a:pt x="133299" y="11277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97" name="!!path-9it"/>
          <p:cNvSpPr/>
          <p:nvPr/>
        </p:nvSpPr>
        <p:spPr>
          <a:xfrm>
            <a:off x="548437" y="279502"/>
            <a:ext cx="133299" cy="65024"/>
          </a:xfrm>
          <a:custGeom>
            <a:avLst/>
            <a:gdLst/>
            <a:ahLst/>
            <a:cxnLst/>
            <a:rect l="l" t="t" r="r" b="b"/>
            <a:pathLst>
              <a:path w="133299" h="65024" fill="none">
                <a:moveTo>
                  <a:pt x="0" y="65024"/>
                </a:moveTo>
                <a:cubicBezTo>
                  <a:pt x="4267" y="53848"/>
                  <a:pt x="13411" y="41250"/>
                  <a:pt x="27635" y="30683"/>
                </a:cubicBezTo>
                <a:cubicBezTo>
                  <a:pt x="54051" y="11176"/>
                  <a:pt x="94691" y="0"/>
                  <a:pt x="127203" y="3048"/>
                </a:cubicBezTo>
                <a:lnTo>
                  <a:pt x="133299" y="19710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98" name="!!path-9iu"/>
          <p:cNvSpPr/>
          <p:nvPr/>
        </p:nvSpPr>
        <p:spPr>
          <a:xfrm>
            <a:off x="548843" y="293726"/>
            <a:ext cx="142646" cy="98552"/>
          </a:xfrm>
          <a:custGeom>
            <a:avLst/>
            <a:gdLst/>
            <a:ahLst/>
            <a:cxnLst/>
            <a:rect l="l" t="t" r="r" b="b"/>
            <a:pathLst>
              <a:path w="142646" h="98552">
                <a:moveTo>
                  <a:pt x="142646" y="18898"/>
                </a:moveTo>
                <a:lnTo>
                  <a:pt x="139802" y="8738"/>
                </a:lnTo>
                <a:cubicBezTo>
                  <a:pt x="106477" y="0"/>
                  <a:pt x="63805" y="5080"/>
                  <a:pt x="35357" y="19304"/>
                </a:cubicBezTo>
                <a:cubicBezTo>
                  <a:pt x="17069" y="28448"/>
                  <a:pt x="5893" y="42672"/>
                  <a:pt x="0" y="56286"/>
                </a:cubicBezTo>
                <a:lnTo>
                  <a:pt x="0" y="98552"/>
                </a:lnTo>
                <a:lnTo>
                  <a:pt x="142646" y="98552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99" name="!!path-9iv"/>
          <p:cNvSpPr/>
          <p:nvPr/>
        </p:nvSpPr>
        <p:spPr>
          <a:xfrm>
            <a:off x="548843" y="293726"/>
            <a:ext cx="142646" cy="56286"/>
          </a:xfrm>
          <a:custGeom>
            <a:avLst/>
            <a:gdLst/>
            <a:ahLst/>
            <a:cxnLst/>
            <a:rect l="l" t="t" r="r" b="b"/>
            <a:pathLst>
              <a:path w="142646" h="56286" fill="none">
                <a:moveTo>
                  <a:pt x="0" y="56286"/>
                </a:moveTo>
                <a:cubicBezTo>
                  <a:pt x="5893" y="42672"/>
                  <a:pt x="17069" y="28448"/>
                  <a:pt x="35357" y="19304"/>
                </a:cubicBezTo>
                <a:cubicBezTo>
                  <a:pt x="63805" y="5080"/>
                  <a:pt x="106477" y="0"/>
                  <a:pt x="139802" y="8738"/>
                </a:cubicBezTo>
                <a:lnTo>
                  <a:pt x="142646" y="1889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200" name="!!path-9iw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627D8D"/>
              </a:gs>
              <a:gs pos="21794">
                <a:srgbClr val="627D8D"/>
              </a:gs>
              <a:gs pos="55376">
                <a:srgbClr val="627D8D"/>
              </a:gs>
              <a:gs pos="96421">
                <a:srgbClr val="98ABB7"/>
              </a:gs>
              <a:gs pos="100000">
                <a:srgbClr val="98ABB7"/>
              </a:gs>
            </a:gsLst>
            <a:lin ang="1983350" scaled="0"/>
          </a:gradFill>
          <a:ln>
            <a:noFill/>
          </a:ln>
        </p:spPr>
      </p:sp>
      <p:sp>
        <p:nvSpPr>
          <p:cNvPr id="201" name="!!path-9ix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0000"/>
                </a:srgbClr>
              </a:gs>
              <a:gs pos="4764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83333" t="79291" r="16667" b="20709"/>
            </a:path>
          </a:gradFill>
          <a:ln>
            <a:noFill/>
          </a:ln>
        </p:spPr>
      </p:sp>
      <p:sp>
        <p:nvSpPr>
          <p:cNvPr id="202" name="!!line-9iy"/>
          <p:cNvSpPr/>
          <p:nvPr/>
        </p:nvSpPr>
        <p:spPr>
          <a:xfrm>
            <a:off x="549046" y="363017"/>
            <a:ext cx="1" cy="153619"/>
          </a:xfrm>
          <a:custGeom>
            <a:avLst/>
            <a:gdLst/>
            <a:ahLst/>
            <a:cxnLst/>
            <a:rect l="l" t="t" r="r" b="b"/>
            <a:pathLst>
              <a:path w="1" h="153619">
                <a:moveTo>
                  <a:pt x="0" y="0"/>
                </a:moveTo>
                <a:lnTo>
                  <a:pt x="0" y="153619"/>
                </a:lnTo>
              </a:path>
            </a:pathLst>
          </a:custGeom>
          <a:solidFill>
            <a:srgbClr val="000000"/>
          </a:solidFill>
          <a:ln w="6909" cap="rnd">
            <a:solidFill>
              <a:srgbClr val="C9D3D9"/>
            </a:solidFill>
            <a:prstDash val="solid"/>
            <a:miter lim="800000"/>
          </a:ln>
        </p:spPr>
      </p:sp>
      <p:sp>
        <p:nvSpPr>
          <p:cNvPr id="203" name="!!path-9iz"/>
          <p:cNvSpPr/>
          <p:nvPr/>
        </p:nvSpPr>
        <p:spPr>
          <a:xfrm>
            <a:off x="657962" y="442062"/>
            <a:ext cx="25400" cy="37998"/>
          </a:xfrm>
          <a:custGeom>
            <a:avLst/>
            <a:gdLst/>
            <a:ahLst/>
            <a:cxnLst/>
            <a:rect l="l" t="t" r="r" b="b"/>
            <a:pathLst>
              <a:path w="25400" h="37998">
                <a:moveTo>
                  <a:pt x="0" y="2642"/>
                </a:moveTo>
                <a:lnTo>
                  <a:pt x="15240" y="0"/>
                </a:lnTo>
                <a:lnTo>
                  <a:pt x="25400" y="37186"/>
                </a:lnTo>
                <a:lnTo>
                  <a:pt x="7518" y="37998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 w="1016" cap="flat">
            <a:solidFill>
              <a:srgbClr val="FFFFFF">
                <a:alpha val="55000"/>
              </a:srgbClr>
            </a:solidFill>
            <a:prstDash val="solid"/>
            <a:round/>
          </a:ln>
        </p:spPr>
      </p:sp>
      <p:sp>
        <p:nvSpPr>
          <p:cNvPr id="204" name="!!text-9j0" descr="救「舊」我的書"/>
          <p:cNvSpPr txBox="1"/>
          <p:nvPr/>
        </p:nvSpPr>
        <p:spPr>
          <a:xfrm>
            <a:off x="805879" y="251460"/>
            <a:ext cx="1120140" cy="25745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400" b="1" kern="0" spc="-70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救</a:t>
            </a:r>
            <a:r>
              <a:rPr lang="zh-TW" altLang="en-US" sz="14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「舊</a:t>
            </a:r>
            <a:r>
              <a:rPr lang="zh-TW" altLang="en-US" sz="1400" b="1" kern="0" spc="-70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」</a:t>
            </a:r>
            <a:r>
              <a:rPr lang="zh-TW" altLang="en-US" sz="14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我的書</a:t>
            </a:r>
            <a:endParaRPr lang="zh-TW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fast" p14:dur="1200" advTm="200">
        <p159:morph option="byObject"/>
      </p:transition>
    </mc:Choice>
    <mc:Fallback>
      <p:transition spd="fast" advTm="200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100.4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rect-1q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7"/>
          </a:solidFill>
          <a:ln>
            <a:noFill/>
          </a:ln>
        </p:spPr>
      </p:sp>
      <p:sp>
        <p:nvSpPr>
          <p:cNvPr id="3" name="!!ellipse-1q2"/>
          <p:cNvSpPr/>
          <p:nvPr/>
        </p:nvSpPr>
        <p:spPr>
          <a:xfrm>
            <a:off x="-889000" y="-952500"/>
            <a:ext cx="13970000" cy="7874000"/>
          </a:xfrm>
          <a:prstGeom prst="ellipse">
            <a:avLst/>
          </a:prstGeom>
          <a:gradFill rotWithShape="1">
            <a:gsLst>
              <a:gs pos="0">
                <a:srgbClr val="FFFFFF">
                  <a:alpha val="95000"/>
                </a:srgbClr>
              </a:gs>
              <a:gs pos="40865">
                <a:srgbClr val="FFFFFF">
                  <a:alpha val="35000"/>
                </a:srgbClr>
              </a:gs>
              <a:gs pos="68108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!!rect-1q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P1"/>
            <a:srcRect/>
            <a:tile tx="127052" ty="199016" sx="16667" sy="16667" flip="none" algn="tl"/>
          </a:blipFill>
          <a:ln>
            <a:noFill/>
          </a:ln>
        </p:spPr>
      </p:sp>
      <p:sp>
        <p:nvSpPr>
          <p:cNvPr id="5" name="!!circle-1qv"/>
          <p:cNvSpPr/>
          <p:nvPr/>
        </p:nvSpPr>
        <p:spPr>
          <a:xfrm>
            <a:off x="5371377" y="285922"/>
            <a:ext cx="1551610" cy="1551610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" name="!!circle-1r1"/>
          <p:cNvSpPr/>
          <p:nvPr/>
        </p:nvSpPr>
        <p:spPr>
          <a:xfrm>
            <a:off x="6140673" y="-465486"/>
            <a:ext cx="905370" cy="905370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7" name="!!circle-1re"/>
          <p:cNvSpPr/>
          <p:nvPr/>
        </p:nvSpPr>
        <p:spPr>
          <a:xfrm>
            <a:off x="916179" y="4672934"/>
            <a:ext cx="1488910" cy="1488910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8" name="!!circle-1rg"/>
          <p:cNvSpPr/>
          <p:nvPr/>
        </p:nvSpPr>
        <p:spPr>
          <a:xfrm>
            <a:off x="-2309849" y="6709506"/>
            <a:ext cx="2670391" cy="2670391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9" name="!!circle-1rs"/>
          <p:cNvSpPr/>
          <p:nvPr/>
        </p:nvSpPr>
        <p:spPr>
          <a:xfrm>
            <a:off x="7602578" y="1167505"/>
            <a:ext cx="1598701" cy="1598701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0" name="!!circle-1ru"/>
          <p:cNvSpPr/>
          <p:nvPr/>
        </p:nvSpPr>
        <p:spPr>
          <a:xfrm>
            <a:off x="2106519" y="3761512"/>
            <a:ext cx="1493304" cy="1493304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1" name="!!rect-1sh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5F7">
                  <a:alpha val="0"/>
                </a:srgbClr>
              </a:gs>
              <a:gs pos="20428">
                <a:srgbClr val="F3F5F7">
                  <a:alpha val="0"/>
                </a:srgbClr>
              </a:gs>
              <a:gs pos="66730">
                <a:srgbClr val="F3F5F7"/>
              </a:gs>
              <a:gs pos="100000">
                <a:srgbClr val="F3F5F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2" name="!!circle-1sj"/>
          <p:cNvSpPr/>
          <p:nvPr/>
        </p:nvSpPr>
        <p:spPr>
          <a:xfrm>
            <a:off x="95874" y="5262"/>
            <a:ext cx="50038" cy="50038"/>
          </a:xfrm>
          <a:prstGeom prst="ellipse">
            <a:avLst/>
          </a:prstGeom>
          <a:solidFill>
            <a:srgbClr val="627D8D">
              <a:alpha val="25400"/>
            </a:srgbClr>
          </a:solidFill>
          <a:ln>
            <a:noFill/>
          </a:ln>
        </p:spPr>
      </p:sp>
      <p:sp>
        <p:nvSpPr>
          <p:cNvPr id="13" name="!!circle-1sm"/>
          <p:cNvSpPr/>
          <p:nvPr/>
        </p:nvSpPr>
        <p:spPr>
          <a:xfrm>
            <a:off x="5586863" y="1354458"/>
            <a:ext cx="36055" cy="36055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14" name="!!circle-1sp"/>
          <p:cNvSpPr/>
          <p:nvPr/>
        </p:nvSpPr>
        <p:spPr>
          <a:xfrm>
            <a:off x="9311657" y="3253780"/>
            <a:ext cx="24295" cy="24295"/>
          </a:xfrm>
          <a:prstGeom prst="ellipse">
            <a:avLst/>
          </a:prstGeom>
          <a:solidFill>
            <a:srgbClr val="627D8D">
              <a:alpha val="18100"/>
            </a:srgbClr>
          </a:solidFill>
          <a:ln>
            <a:noFill/>
          </a:ln>
        </p:spPr>
      </p:sp>
      <p:sp>
        <p:nvSpPr>
          <p:cNvPr id="15" name="!!circle-1ss"/>
          <p:cNvSpPr/>
          <p:nvPr/>
        </p:nvSpPr>
        <p:spPr>
          <a:xfrm>
            <a:off x="3517619" y="6451800"/>
            <a:ext cx="25959" cy="25959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16" name="!!circle-1sv"/>
          <p:cNvSpPr/>
          <p:nvPr/>
        </p:nvSpPr>
        <p:spPr>
          <a:xfrm>
            <a:off x="1962805" y="1789108"/>
            <a:ext cx="35878" cy="35878"/>
          </a:xfrm>
          <a:prstGeom prst="ellipse">
            <a:avLst/>
          </a:prstGeom>
          <a:solidFill>
            <a:srgbClr val="627D8D">
              <a:alpha val="26800"/>
            </a:srgbClr>
          </a:solidFill>
          <a:ln>
            <a:noFill/>
          </a:ln>
        </p:spPr>
      </p:sp>
      <p:sp>
        <p:nvSpPr>
          <p:cNvPr id="17" name="!!circle-1sy"/>
          <p:cNvSpPr/>
          <p:nvPr/>
        </p:nvSpPr>
        <p:spPr>
          <a:xfrm>
            <a:off x="6827956" y="3800833"/>
            <a:ext cx="40234" cy="40234"/>
          </a:xfrm>
          <a:prstGeom prst="ellipse">
            <a:avLst/>
          </a:prstGeom>
          <a:solidFill>
            <a:srgbClr val="627D8D">
              <a:alpha val="31300"/>
            </a:srgbClr>
          </a:solidFill>
          <a:ln>
            <a:noFill/>
          </a:ln>
        </p:spPr>
      </p:sp>
      <p:sp>
        <p:nvSpPr>
          <p:cNvPr id="18" name="!!circle-1t4"/>
          <p:cNvSpPr/>
          <p:nvPr/>
        </p:nvSpPr>
        <p:spPr>
          <a:xfrm>
            <a:off x="1162216" y="4881808"/>
            <a:ext cx="29959" cy="29959"/>
          </a:xfrm>
          <a:prstGeom prst="ellipse">
            <a:avLst/>
          </a:prstGeom>
          <a:solidFill>
            <a:srgbClr val="627D8D">
              <a:alpha val="19400"/>
            </a:srgbClr>
          </a:solidFill>
          <a:ln>
            <a:noFill/>
          </a:ln>
        </p:spPr>
      </p:sp>
      <p:sp>
        <p:nvSpPr>
          <p:cNvPr id="19" name="!!circle-1t7"/>
          <p:cNvSpPr/>
          <p:nvPr/>
        </p:nvSpPr>
        <p:spPr>
          <a:xfrm>
            <a:off x="8475406" y="4488023"/>
            <a:ext cx="28702" cy="28702"/>
          </a:xfrm>
          <a:prstGeom prst="ellipse">
            <a:avLst/>
          </a:prstGeom>
          <a:solidFill>
            <a:srgbClr val="627D8D">
              <a:alpha val="17800"/>
            </a:srgbClr>
          </a:solidFill>
          <a:ln>
            <a:noFill/>
          </a:ln>
        </p:spPr>
      </p:sp>
      <p:sp>
        <p:nvSpPr>
          <p:cNvPr id="20" name="!!circle-1ta"/>
          <p:cNvSpPr/>
          <p:nvPr/>
        </p:nvSpPr>
        <p:spPr>
          <a:xfrm>
            <a:off x="11014341" y="1889797"/>
            <a:ext cx="24066" cy="24066"/>
          </a:xfrm>
          <a:prstGeom prst="ellipse">
            <a:avLst/>
          </a:prstGeom>
          <a:solidFill>
            <a:srgbClr val="627D8D">
              <a:alpha val="23900"/>
            </a:srgbClr>
          </a:solidFill>
          <a:ln>
            <a:noFill/>
          </a:ln>
        </p:spPr>
      </p:sp>
      <p:sp>
        <p:nvSpPr>
          <p:cNvPr id="21" name="!!circle-1td"/>
          <p:cNvSpPr/>
          <p:nvPr/>
        </p:nvSpPr>
        <p:spPr>
          <a:xfrm>
            <a:off x="8421413" y="5844437"/>
            <a:ext cx="35865" cy="35865"/>
          </a:xfrm>
          <a:prstGeom prst="ellipse">
            <a:avLst/>
          </a:prstGeom>
          <a:solidFill>
            <a:srgbClr val="627D8D">
              <a:alpha val="28200"/>
            </a:srgbClr>
          </a:solidFill>
          <a:ln>
            <a:noFill/>
          </a:ln>
        </p:spPr>
      </p:sp>
      <p:sp>
        <p:nvSpPr>
          <p:cNvPr id="22" name="!!circle-1tg"/>
          <p:cNvSpPr/>
          <p:nvPr/>
        </p:nvSpPr>
        <p:spPr>
          <a:xfrm>
            <a:off x="1485369" y="3017311"/>
            <a:ext cx="39218" cy="39218"/>
          </a:xfrm>
          <a:prstGeom prst="ellipse">
            <a:avLst/>
          </a:prstGeom>
          <a:solidFill>
            <a:srgbClr val="627D8D">
              <a:alpha val="29600"/>
            </a:srgbClr>
          </a:solidFill>
          <a:ln>
            <a:noFill/>
          </a:ln>
        </p:spPr>
      </p:sp>
      <p:sp>
        <p:nvSpPr>
          <p:cNvPr id="23" name="!!circle-1tj"/>
          <p:cNvSpPr/>
          <p:nvPr/>
        </p:nvSpPr>
        <p:spPr>
          <a:xfrm>
            <a:off x="7105936" y="6053575"/>
            <a:ext cx="49733" cy="49733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4" name="!!circle-1tm"/>
          <p:cNvSpPr/>
          <p:nvPr/>
        </p:nvSpPr>
        <p:spPr>
          <a:xfrm>
            <a:off x="6381215" y="1726315"/>
            <a:ext cx="41694" cy="41694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5" name="!!circle-1tp"/>
          <p:cNvSpPr/>
          <p:nvPr/>
        </p:nvSpPr>
        <p:spPr>
          <a:xfrm>
            <a:off x="6793632" y="5134374"/>
            <a:ext cx="31979" cy="31979"/>
          </a:xfrm>
          <a:prstGeom prst="ellipse">
            <a:avLst/>
          </a:prstGeom>
          <a:solidFill>
            <a:srgbClr val="627D8D">
              <a:alpha val="24100"/>
            </a:srgbClr>
          </a:solidFill>
          <a:ln>
            <a:noFill/>
          </a:ln>
        </p:spPr>
      </p:sp>
      <p:sp>
        <p:nvSpPr>
          <p:cNvPr id="26" name="!!circle-1ts"/>
          <p:cNvSpPr/>
          <p:nvPr/>
        </p:nvSpPr>
        <p:spPr>
          <a:xfrm>
            <a:off x="3876495" y="1025736"/>
            <a:ext cx="18085" cy="18085"/>
          </a:xfrm>
          <a:prstGeom prst="ellipse">
            <a:avLst/>
          </a:prstGeom>
          <a:solidFill>
            <a:srgbClr val="627D8D">
              <a:alpha val="10500"/>
            </a:srgbClr>
          </a:solidFill>
          <a:ln>
            <a:noFill/>
          </a:ln>
        </p:spPr>
      </p:sp>
      <p:sp>
        <p:nvSpPr>
          <p:cNvPr id="27" name="!!circle-1ty"/>
          <p:cNvSpPr/>
          <p:nvPr/>
        </p:nvSpPr>
        <p:spPr>
          <a:xfrm>
            <a:off x="3445930" y="6302090"/>
            <a:ext cx="39243" cy="39243"/>
          </a:xfrm>
          <a:prstGeom prst="ellipse">
            <a:avLst/>
          </a:prstGeom>
          <a:solidFill>
            <a:srgbClr val="627D8D">
              <a:alpha val="27700"/>
            </a:srgbClr>
          </a:solidFill>
          <a:ln>
            <a:noFill/>
          </a:ln>
        </p:spPr>
      </p:sp>
      <p:sp>
        <p:nvSpPr>
          <p:cNvPr id="28" name="!!circle-1u1"/>
          <p:cNvSpPr/>
          <p:nvPr/>
        </p:nvSpPr>
        <p:spPr>
          <a:xfrm>
            <a:off x="1654241" y="6572790"/>
            <a:ext cx="34519" cy="34519"/>
          </a:xfrm>
          <a:prstGeom prst="ellipse">
            <a:avLst/>
          </a:prstGeom>
          <a:solidFill>
            <a:srgbClr val="627D8D">
              <a:alpha val="22500"/>
            </a:srgbClr>
          </a:solidFill>
          <a:ln>
            <a:noFill/>
          </a:ln>
        </p:spPr>
      </p:sp>
      <p:sp>
        <p:nvSpPr>
          <p:cNvPr id="29" name="!!circle-1u4"/>
          <p:cNvSpPr/>
          <p:nvPr/>
        </p:nvSpPr>
        <p:spPr>
          <a:xfrm>
            <a:off x="2658534" y="5098275"/>
            <a:ext cx="46228" cy="46228"/>
          </a:xfrm>
          <a:prstGeom prst="ellipse">
            <a:avLst/>
          </a:prstGeom>
          <a:solidFill>
            <a:srgbClr val="627D8D">
              <a:alpha val="26200"/>
            </a:srgbClr>
          </a:solidFill>
          <a:ln>
            <a:noFill/>
          </a:ln>
        </p:spPr>
      </p:sp>
      <p:sp>
        <p:nvSpPr>
          <p:cNvPr id="30" name="!!circle-1u7"/>
          <p:cNvSpPr/>
          <p:nvPr/>
        </p:nvSpPr>
        <p:spPr>
          <a:xfrm>
            <a:off x="7423433" y="4765975"/>
            <a:ext cx="49327" cy="49327"/>
          </a:xfrm>
          <a:prstGeom prst="ellipse">
            <a:avLst/>
          </a:prstGeom>
          <a:solidFill>
            <a:srgbClr val="627D8D">
              <a:alpha val="20800"/>
            </a:srgbClr>
          </a:solidFill>
          <a:ln>
            <a:noFill/>
          </a:ln>
        </p:spPr>
      </p:sp>
      <p:sp>
        <p:nvSpPr>
          <p:cNvPr id="31" name="!!circle-1ua"/>
          <p:cNvSpPr/>
          <p:nvPr/>
        </p:nvSpPr>
        <p:spPr>
          <a:xfrm>
            <a:off x="9694846" y="5469714"/>
            <a:ext cx="24054" cy="24054"/>
          </a:xfrm>
          <a:prstGeom prst="ellipse">
            <a:avLst/>
          </a:prstGeom>
          <a:solidFill>
            <a:srgbClr val="627D8D">
              <a:alpha val="22200"/>
            </a:srgbClr>
          </a:solidFill>
          <a:ln>
            <a:noFill/>
          </a:ln>
        </p:spPr>
      </p:sp>
      <p:sp>
        <p:nvSpPr>
          <p:cNvPr id="32" name="!!circle-1ud"/>
          <p:cNvSpPr/>
          <p:nvPr/>
        </p:nvSpPr>
        <p:spPr>
          <a:xfrm>
            <a:off x="2066256" y="1469936"/>
            <a:ext cx="32271" cy="32271"/>
          </a:xfrm>
          <a:prstGeom prst="ellipse">
            <a:avLst/>
          </a:prstGeom>
          <a:solidFill>
            <a:srgbClr val="627D8D">
              <a:alpha val="20500"/>
            </a:srgbClr>
          </a:solidFill>
          <a:ln>
            <a:noFill/>
          </a:ln>
        </p:spPr>
      </p:sp>
      <p:sp>
        <p:nvSpPr>
          <p:cNvPr id="33" name="!!circle-1uj"/>
          <p:cNvSpPr/>
          <p:nvPr/>
        </p:nvSpPr>
        <p:spPr>
          <a:xfrm>
            <a:off x="2077512" y="2436714"/>
            <a:ext cx="34252" cy="34252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34" name="!!circle-1um"/>
          <p:cNvSpPr/>
          <p:nvPr/>
        </p:nvSpPr>
        <p:spPr>
          <a:xfrm>
            <a:off x="9607912" y="4329658"/>
            <a:ext cx="44196" cy="44196"/>
          </a:xfrm>
          <a:prstGeom prst="ellipse">
            <a:avLst/>
          </a:prstGeom>
          <a:solidFill>
            <a:srgbClr val="627D8D">
              <a:alpha val="21700"/>
            </a:srgbClr>
          </a:solidFill>
          <a:ln>
            <a:noFill/>
          </a:ln>
        </p:spPr>
      </p:sp>
      <p:sp>
        <p:nvSpPr>
          <p:cNvPr id="35" name="!!circle-1up"/>
          <p:cNvSpPr/>
          <p:nvPr/>
        </p:nvSpPr>
        <p:spPr>
          <a:xfrm>
            <a:off x="6784866" y="1798539"/>
            <a:ext cx="35192" cy="35192"/>
          </a:xfrm>
          <a:prstGeom prst="ellipse">
            <a:avLst/>
          </a:prstGeom>
          <a:solidFill>
            <a:srgbClr val="627D8D">
              <a:alpha val="27100"/>
            </a:srgbClr>
          </a:solidFill>
          <a:ln>
            <a:noFill/>
          </a:ln>
        </p:spPr>
      </p:sp>
      <p:sp>
        <p:nvSpPr>
          <p:cNvPr id="36" name="!!circle-1us"/>
          <p:cNvSpPr/>
          <p:nvPr/>
        </p:nvSpPr>
        <p:spPr>
          <a:xfrm>
            <a:off x="10156216" y="5333785"/>
            <a:ext cx="43358" cy="43358"/>
          </a:xfrm>
          <a:prstGeom prst="ellipse">
            <a:avLst/>
          </a:prstGeom>
          <a:solidFill>
            <a:srgbClr val="627D8D">
              <a:alpha val="19500"/>
            </a:srgbClr>
          </a:solidFill>
          <a:ln>
            <a:noFill/>
          </a:ln>
        </p:spPr>
      </p:sp>
      <p:sp>
        <p:nvSpPr>
          <p:cNvPr id="37" name="!!circle-1uv"/>
          <p:cNvSpPr/>
          <p:nvPr/>
        </p:nvSpPr>
        <p:spPr>
          <a:xfrm>
            <a:off x="3157027" y="2121359"/>
            <a:ext cx="33528" cy="33528"/>
          </a:xfrm>
          <a:prstGeom prst="ellipse">
            <a:avLst/>
          </a:prstGeom>
          <a:solidFill>
            <a:srgbClr val="627D8D">
              <a:alpha val="28300"/>
            </a:srgbClr>
          </a:solidFill>
          <a:ln>
            <a:noFill/>
          </a:ln>
        </p:spPr>
      </p:sp>
      <p:sp>
        <p:nvSpPr>
          <p:cNvPr id="38" name="!!circle-1uy"/>
          <p:cNvSpPr/>
          <p:nvPr/>
        </p:nvSpPr>
        <p:spPr>
          <a:xfrm>
            <a:off x="6795427" y="2688487"/>
            <a:ext cx="28956" cy="28956"/>
          </a:xfrm>
          <a:prstGeom prst="ellipse">
            <a:avLst/>
          </a:prstGeom>
          <a:solidFill>
            <a:srgbClr val="627D8D">
              <a:alpha val="21800"/>
            </a:srgbClr>
          </a:solidFill>
          <a:ln>
            <a:noFill/>
          </a:ln>
        </p:spPr>
      </p:sp>
      <p:sp>
        <p:nvSpPr>
          <p:cNvPr id="39" name="!!circle-1v1"/>
          <p:cNvSpPr/>
          <p:nvPr/>
        </p:nvSpPr>
        <p:spPr>
          <a:xfrm>
            <a:off x="6999832" y="6383928"/>
            <a:ext cx="45555" cy="45555"/>
          </a:xfrm>
          <a:prstGeom prst="ellipse">
            <a:avLst/>
          </a:prstGeom>
          <a:solidFill>
            <a:srgbClr val="627D8D">
              <a:alpha val="20900"/>
            </a:srgbClr>
          </a:solidFill>
          <a:ln>
            <a:noFill/>
          </a:ln>
        </p:spPr>
      </p:sp>
      <p:sp>
        <p:nvSpPr>
          <p:cNvPr id="40" name="!!circle-1v4"/>
          <p:cNvSpPr/>
          <p:nvPr/>
        </p:nvSpPr>
        <p:spPr>
          <a:xfrm>
            <a:off x="11306602" y="3282675"/>
            <a:ext cx="39484" cy="39484"/>
          </a:xfrm>
          <a:prstGeom prst="ellipse">
            <a:avLst/>
          </a:prstGeom>
          <a:solidFill>
            <a:srgbClr val="627D8D">
              <a:alpha val="13600"/>
            </a:srgbClr>
          </a:solidFill>
          <a:ln>
            <a:noFill/>
          </a:ln>
        </p:spPr>
      </p:sp>
      <p:sp>
        <p:nvSpPr>
          <p:cNvPr id="41" name="!!circle-1v7"/>
          <p:cNvSpPr/>
          <p:nvPr/>
        </p:nvSpPr>
        <p:spPr>
          <a:xfrm>
            <a:off x="7460738" y="5659732"/>
            <a:ext cx="30455" cy="30455"/>
          </a:xfrm>
          <a:prstGeom prst="ellipse">
            <a:avLst/>
          </a:prstGeom>
          <a:solidFill>
            <a:srgbClr val="627D8D">
              <a:alpha val="16500"/>
            </a:srgbClr>
          </a:solidFill>
          <a:ln>
            <a:noFill/>
          </a:ln>
        </p:spPr>
      </p:sp>
      <p:sp>
        <p:nvSpPr>
          <p:cNvPr id="42" name="!!circle-1va"/>
          <p:cNvSpPr/>
          <p:nvPr/>
        </p:nvSpPr>
        <p:spPr>
          <a:xfrm>
            <a:off x="8962843" y="6416289"/>
            <a:ext cx="28257" cy="28257"/>
          </a:xfrm>
          <a:prstGeom prst="ellipse">
            <a:avLst/>
          </a:prstGeom>
          <a:solidFill>
            <a:srgbClr val="627D8D">
              <a:alpha val="15700"/>
            </a:srgbClr>
          </a:solidFill>
          <a:ln>
            <a:noFill/>
          </a:ln>
        </p:spPr>
      </p:sp>
      <p:sp>
        <p:nvSpPr>
          <p:cNvPr id="43" name="!!circle-1vd"/>
          <p:cNvSpPr/>
          <p:nvPr/>
        </p:nvSpPr>
        <p:spPr>
          <a:xfrm>
            <a:off x="11379998" y="5096915"/>
            <a:ext cx="45149" cy="45149"/>
          </a:xfrm>
          <a:prstGeom prst="ellipse">
            <a:avLst/>
          </a:prstGeom>
          <a:solidFill>
            <a:srgbClr val="627D8D">
              <a:alpha val="31200"/>
            </a:srgbClr>
          </a:solidFill>
          <a:ln>
            <a:noFill/>
          </a:ln>
        </p:spPr>
      </p:sp>
      <p:sp>
        <p:nvSpPr>
          <p:cNvPr id="44" name="!!circle-1vg"/>
          <p:cNvSpPr/>
          <p:nvPr/>
        </p:nvSpPr>
        <p:spPr>
          <a:xfrm>
            <a:off x="3458579" y="3172403"/>
            <a:ext cx="30696" cy="30696"/>
          </a:xfrm>
          <a:prstGeom prst="ellipse">
            <a:avLst/>
          </a:prstGeom>
          <a:solidFill>
            <a:srgbClr val="627D8D">
              <a:alpha val="25700"/>
            </a:srgbClr>
          </a:solidFill>
          <a:ln>
            <a:noFill/>
          </a:ln>
        </p:spPr>
      </p:sp>
      <p:sp>
        <p:nvSpPr>
          <p:cNvPr id="45" name="!!circle-1vj"/>
          <p:cNvSpPr/>
          <p:nvPr/>
        </p:nvSpPr>
        <p:spPr>
          <a:xfrm>
            <a:off x="8822871" y="3705592"/>
            <a:ext cx="37401" cy="37401"/>
          </a:xfrm>
          <a:prstGeom prst="ellipse">
            <a:avLst/>
          </a:prstGeom>
          <a:solidFill>
            <a:srgbClr val="627D8D">
              <a:alpha val="16000"/>
            </a:srgbClr>
          </a:solidFill>
          <a:ln>
            <a:noFill/>
          </a:ln>
        </p:spPr>
      </p:sp>
      <p:sp>
        <p:nvSpPr>
          <p:cNvPr id="46" name="!!circle-1vm"/>
          <p:cNvSpPr/>
          <p:nvPr/>
        </p:nvSpPr>
        <p:spPr>
          <a:xfrm>
            <a:off x="1777733" y="4530210"/>
            <a:ext cx="33096" cy="33096"/>
          </a:xfrm>
          <a:prstGeom prst="ellipse">
            <a:avLst/>
          </a:prstGeom>
          <a:solidFill>
            <a:srgbClr val="627D8D">
              <a:alpha val="22300"/>
            </a:srgbClr>
          </a:solidFill>
          <a:ln>
            <a:noFill/>
          </a:ln>
        </p:spPr>
      </p:sp>
      <p:sp>
        <p:nvSpPr>
          <p:cNvPr id="47" name="!!circle-1vp"/>
          <p:cNvSpPr/>
          <p:nvPr/>
        </p:nvSpPr>
        <p:spPr>
          <a:xfrm>
            <a:off x="11584052" y="644978"/>
            <a:ext cx="21145" cy="21145"/>
          </a:xfrm>
          <a:prstGeom prst="ellipse">
            <a:avLst/>
          </a:prstGeom>
          <a:solidFill>
            <a:srgbClr val="627D8D">
              <a:alpha val="16300"/>
            </a:srgbClr>
          </a:solidFill>
          <a:ln>
            <a:noFill/>
          </a:ln>
        </p:spPr>
      </p:sp>
      <p:sp>
        <p:nvSpPr>
          <p:cNvPr id="48" name="!!circle-1vs"/>
          <p:cNvSpPr/>
          <p:nvPr/>
        </p:nvSpPr>
        <p:spPr>
          <a:xfrm>
            <a:off x="11076190" y="5578905"/>
            <a:ext cx="35281" cy="35281"/>
          </a:xfrm>
          <a:prstGeom prst="ellipse">
            <a:avLst/>
          </a:prstGeom>
          <a:solidFill>
            <a:srgbClr val="627D8D">
              <a:alpha val="30000"/>
            </a:srgbClr>
          </a:solidFill>
          <a:ln>
            <a:noFill/>
          </a:ln>
        </p:spPr>
      </p:sp>
      <p:sp>
        <p:nvSpPr>
          <p:cNvPr id="49" name="!!path-38h"/>
          <p:cNvSpPr/>
          <p:nvPr/>
        </p:nvSpPr>
        <p:spPr>
          <a:xfrm>
            <a:off x="11097725" y="-1840592"/>
            <a:ext cx="3871868" cy="5022728"/>
          </a:xfrm>
          <a:custGeom>
            <a:avLst/>
            <a:gdLst/>
            <a:ahLst/>
            <a:cxnLst/>
            <a:rect l="l" t="t" r="r" b="b"/>
            <a:pathLst>
              <a:path w="3871868" h="5022728" fill="none">
                <a:moveTo>
                  <a:pt x="0" y="0"/>
                </a:moveTo>
                <a:quadBezTo>
                  <a:pt x="1076206" y="3174103"/>
                  <a:pt x="3871868" y="5022728"/>
                </a:quadBezTo>
              </a:path>
            </a:pathLst>
          </a:custGeom>
          <a:noFill/>
          <a:ln w="31813" cap="rnd">
            <a:solidFill>
              <a:srgbClr val="627D8D">
                <a:alpha val="26000"/>
              </a:srgbClr>
            </a:solidFill>
            <a:prstDash val="solid"/>
            <a:round/>
          </a:ln>
        </p:spPr>
      </p:sp>
      <p:sp>
        <p:nvSpPr>
          <p:cNvPr id="50" name="!!circle-38q"/>
          <p:cNvSpPr/>
          <p:nvPr/>
        </p:nvSpPr>
        <p:spPr>
          <a:xfrm>
            <a:off x="11875114" y="-22521"/>
            <a:ext cx="203606" cy="203606"/>
          </a:xfrm>
          <a:prstGeom prst="ellipse">
            <a:avLst/>
          </a:prstGeom>
          <a:gradFill rotWithShape="1">
            <a:gsLst>
              <a:gs pos="0">
                <a:srgbClr val="FFFFFF">
                  <a:alpha val="81000"/>
                </a:srgbClr>
              </a:gs>
              <a:gs pos="28284">
                <a:srgbClr val="627D8D">
                  <a:alpha val="40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1" name="!!path-391"/>
          <p:cNvSpPr/>
          <p:nvPr/>
        </p:nvSpPr>
        <p:spPr>
          <a:xfrm>
            <a:off x="5283554" y="-1840592"/>
            <a:ext cx="3871868" cy="5022728"/>
          </a:xfrm>
          <a:custGeom>
            <a:avLst/>
            <a:gdLst/>
            <a:ahLst/>
            <a:cxnLst/>
            <a:rect l="l" t="t" r="r" b="b"/>
            <a:pathLst>
              <a:path w="3871868" h="5022728" fill="none">
                <a:moveTo>
                  <a:pt x="3871868" y="0"/>
                </a:moveTo>
                <a:quadBezTo>
                  <a:pt x="1076206" y="1848625"/>
                  <a:pt x="0" y="5022728"/>
                </a:quadBezTo>
              </a:path>
            </a:pathLst>
          </a:custGeom>
          <a:noFill/>
          <a:ln w="31813" cap="rnd">
            <a:solidFill>
              <a:srgbClr val="627D8D">
                <a:alpha val="7800"/>
              </a:srgbClr>
            </a:solidFill>
            <a:prstDash val="solid"/>
            <a:round/>
          </a:ln>
        </p:spPr>
      </p:sp>
      <p:sp>
        <p:nvSpPr>
          <p:cNvPr id="52" name="!!circle-394"/>
          <p:cNvSpPr/>
          <p:nvPr/>
        </p:nvSpPr>
        <p:spPr>
          <a:xfrm>
            <a:off x="5280035" y="2802905"/>
            <a:ext cx="203606" cy="203606"/>
          </a:xfrm>
          <a:prstGeom prst="ellipse">
            <a:avLst/>
          </a:prstGeom>
          <a:gradFill rotWithShape="1">
            <a:gsLst>
              <a:gs pos="0">
                <a:srgbClr val="FFFFFF">
                  <a:alpha val="5523"/>
                </a:srgbClr>
              </a:gs>
              <a:gs pos="28284">
                <a:srgbClr val="627D8D">
                  <a:alpha val="2761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3" name="!!circle-397"/>
          <p:cNvSpPr/>
          <p:nvPr/>
        </p:nvSpPr>
        <p:spPr>
          <a:xfrm>
            <a:off x="6236244" y="877544"/>
            <a:ext cx="203606" cy="203606"/>
          </a:xfrm>
          <a:prstGeom prst="ellipse">
            <a:avLst/>
          </a:prstGeom>
          <a:gradFill rotWithShape="1">
            <a:gsLst>
              <a:gs pos="0">
                <a:srgbClr val="FFFFFF">
                  <a:alpha val="24300"/>
                </a:srgbClr>
              </a:gs>
              <a:gs pos="28284">
                <a:srgbClr val="627D8D">
                  <a:alpha val="1215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4" name="!!circle-3as"/>
          <p:cNvSpPr/>
          <p:nvPr/>
        </p:nvSpPr>
        <p:spPr>
          <a:xfrm>
            <a:off x="5728678" y="-7498298"/>
            <a:ext cx="8795797" cy="8795797"/>
          </a:xfrm>
          <a:prstGeom prst="ellipse">
            <a:avLst/>
          </a:prstGeom>
          <a:gradFill rotWithShape="1">
            <a:gsLst>
              <a:gs pos="0">
                <a:srgbClr val="627D8D">
                  <a:alpha val="220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5" name="!!circle-3b4"/>
          <p:cNvSpPr/>
          <p:nvPr/>
        </p:nvSpPr>
        <p:spPr>
          <a:xfrm>
            <a:off x="6205101" y="-7021874"/>
            <a:ext cx="7842949" cy="7842949"/>
          </a:xfrm>
          <a:custGeom>
            <a:avLst/>
            <a:gdLst/>
            <a:ahLst/>
            <a:cxnLst/>
            <a:rect l="l" t="t" r="r" b="b"/>
            <a:pathLst>
              <a:path w="7842949" h="7842949" fill="none">
                <a:moveTo>
                  <a:pt x="2389980" y="6997128"/>
                </a:moveTo>
                <a:cubicBezTo>
                  <a:pt x="691344" y="6151307"/>
                  <a:pt x="0" y="4088617"/>
                  <a:pt x="845821" y="2389980"/>
                </a:cubicBezTo>
                <a:cubicBezTo>
                  <a:pt x="1691642" y="691344"/>
                  <a:pt x="3754333" y="0"/>
                  <a:pt x="5452969" y="845821"/>
                </a:cubicBezTo>
                <a:cubicBezTo>
                  <a:pt x="7151606" y="1691642"/>
                  <a:pt x="7842949" y="3754333"/>
                  <a:pt x="6997128" y="5452969"/>
                </a:cubicBezTo>
                <a:cubicBezTo>
                  <a:pt x="6151307" y="7151606"/>
                  <a:pt x="4088617" y="7842949"/>
                  <a:pt x="2389980" y="6997128"/>
                </a:cubicBezTo>
                <a:close/>
              </a:path>
            </a:pathLst>
          </a:custGeom>
          <a:noFill/>
          <a:ln w="21379" cap="rnd">
            <a:solidFill>
              <a:srgbClr val="627D8D">
                <a:alpha val="20000"/>
              </a:srgbClr>
            </a:solidFill>
            <a:custDash>
              <a:ds d="2857143" sp="1285714"/>
              <a:ds d="285714" sp="1285714"/>
            </a:custDash>
            <a:miter lim="800000"/>
          </a:ln>
        </p:spPr>
      </p:sp>
      <p:sp>
        <p:nvSpPr>
          <p:cNvPr id="56" name="!!rect-4g7"/>
          <p:cNvSpPr/>
          <p:nvPr/>
        </p:nvSpPr>
        <p:spPr>
          <a:xfrm>
            <a:off x="3014659" y="2675954"/>
            <a:ext cx="2926842" cy="928954"/>
          </a:xfrm>
          <a:prstGeom prst="roundRect">
            <a:avLst>
              <a:gd name="adj" fmla="val 15789"/>
            </a:avLst>
          </a:prstGeom>
          <a:solidFill>
            <a:srgbClr val="0B1A26">
              <a:alpha val="12000"/>
            </a:srgbClr>
          </a:solidFill>
          <a:ln>
            <a:noFill/>
          </a:ln>
          <a:effectLst>
            <a:softEdge rad="223967"/>
          </a:effectLst>
        </p:spPr>
      </p:sp>
      <p:sp>
        <p:nvSpPr>
          <p:cNvPr id="57" name="!!rect-4g8"/>
          <p:cNvSpPr/>
          <p:nvPr/>
        </p:nvSpPr>
        <p:spPr>
          <a:xfrm>
            <a:off x="3078286" y="2688680"/>
            <a:ext cx="2799588" cy="750799"/>
          </a:xfrm>
          <a:prstGeom prst="roundRect">
            <a:avLst>
              <a:gd name="adj" fmla="val 15254"/>
            </a:avLst>
          </a:prstGeom>
          <a:solidFill>
            <a:srgbClr val="FFFFFF"/>
          </a:solidFill>
          <a:ln w="6363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58" name="!!rect-4g9"/>
          <p:cNvSpPr/>
          <p:nvPr/>
        </p:nvSpPr>
        <p:spPr>
          <a:xfrm>
            <a:off x="3078286" y="2688680"/>
            <a:ext cx="2799588" cy="750799"/>
          </a:xfrm>
          <a:prstGeom prst="roundRect">
            <a:avLst>
              <a:gd name="adj" fmla="val 15254"/>
            </a:avLst>
          </a:prstGeom>
          <a:noFill/>
          <a:ln w="19088" cap="flat">
            <a:solidFill>
              <a:srgbClr val="627D8D">
                <a:alpha val="68603"/>
              </a:srgbClr>
            </a:solidFill>
            <a:prstDash val="solid"/>
            <a:miter lim="800000"/>
          </a:ln>
        </p:spPr>
      </p:sp>
      <p:sp>
        <p:nvSpPr>
          <p:cNvPr id="59" name="!!path-4gb"/>
          <p:cNvSpPr/>
          <p:nvPr/>
        </p:nvSpPr>
        <p:spPr>
          <a:xfrm>
            <a:off x="3243716" y="2841385"/>
            <a:ext cx="101803" cy="127254"/>
          </a:xfrm>
          <a:custGeom>
            <a:avLst/>
            <a:gdLst/>
            <a:ahLst/>
            <a:cxnLst/>
            <a:rect l="l" t="t" r="r" b="b"/>
            <a:pathLst>
              <a:path w="101803" h="127254">
                <a:moveTo>
                  <a:pt x="63627" y="0"/>
                </a:moveTo>
                <a:lnTo>
                  <a:pt x="12725" y="0"/>
                </a:lnTo>
                <a:cubicBezTo>
                  <a:pt x="5726" y="0"/>
                  <a:pt x="64" y="5726"/>
                  <a:pt x="64" y="12725"/>
                </a:cubicBezTo>
                <a:lnTo>
                  <a:pt x="0" y="114529"/>
                </a:lnTo>
                <a:cubicBezTo>
                  <a:pt x="0" y="121528"/>
                  <a:pt x="5663" y="127254"/>
                  <a:pt x="12662" y="127254"/>
                </a:cubicBezTo>
                <a:lnTo>
                  <a:pt x="89078" y="127254"/>
                </a:lnTo>
                <a:cubicBezTo>
                  <a:pt x="96077" y="127254"/>
                  <a:pt x="101803" y="121528"/>
                  <a:pt x="101803" y="114529"/>
                </a:cubicBezTo>
                <a:lnTo>
                  <a:pt x="101803" y="38176"/>
                </a:lnTo>
                <a:lnTo>
                  <a:pt x="63627" y="0"/>
                </a:lnTo>
                <a:close/>
                <a:moveTo>
                  <a:pt x="76352" y="101803"/>
                </a:moveTo>
                <a:lnTo>
                  <a:pt x="25451" y="101803"/>
                </a:lnTo>
                <a:lnTo>
                  <a:pt x="25451" y="89078"/>
                </a:lnTo>
                <a:lnTo>
                  <a:pt x="76352" y="89078"/>
                </a:lnTo>
                <a:lnTo>
                  <a:pt x="76352" y="101803"/>
                </a:lnTo>
                <a:close/>
                <a:moveTo>
                  <a:pt x="76352" y="76352"/>
                </a:moveTo>
                <a:lnTo>
                  <a:pt x="25451" y="76352"/>
                </a:lnTo>
                <a:lnTo>
                  <a:pt x="25451" y="63627"/>
                </a:lnTo>
                <a:lnTo>
                  <a:pt x="76352" y="63627"/>
                </a:lnTo>
                <a:lnTo>
                  <a:pt x="76352" y="76352"/>
                </a:lnTo>
                <a:close/>
                <a:moveTo>
                  <a:pt x="57264" y="44539"/>
                </a:moveTo>
                <a:lnTo>
                  <a:pt x="57264" y="9544"/>
                </a:lnTo>
                <a:lnTo>
                  <a:pt x="92259" y="44539"/>
                </a:lnTo>
                <a:lnTo>
                  <a:pt x="57264" y="44539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60" name="!!text-4gc" descr="常見問題"/>
          <p:cNvSpPr txBox="1"/>
          <p:nvPr/>
        </p:nvSpPr>
        <p:spPr>
          <a:xfrm>
            <a:off x="3447323" y="2785138"/>
            <a:ext cx="656631" cy="22111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02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常見問題</a:t>
            </a:r>
            <a:endParaRPr lang="zh-TW" sz="1202"/>
          </a:p>
        </p:txBody>
      </p:sp>
      <p:sp>
        <p:nvSpPr>
          <p:cNvPr id="61" name="!!rect-4gh"/>
          <p:cNvSpPr/>
          <p:nvPr/>
        </p:nvSpPr>
        <p:spPr>
          <a:xfrm>
            <a:off x="3230991" y="3095893"/>
            <a:ext cx="1908810" cy="63627"/>
          </a:xfrm>
          <a:prstGeom prst="roundRect">
            <a:avLst>
              <a:gd name="adj" fmla="val 50000"/>
            </a:avLst>
          </a:prstGeom>
          <a:solidFill>
            <a:srgbClr val="E6EAEE"/>
          </a:solidFill>
          <a:ln>
            <a:noFill/>
          </a:ln>
        </p:spPr>
      </p:sp>
      <p:sp>
        <p:nvSpPr>
          <p:cNvPr id="62" name="!!rect-4gi"/>
          <p:cNvSpPr/>
          <p:nvPr/>
        </p:nvSpPr>
        <p:spPr>
          <a:xfrm>
            <a:off x="3230991" y="3235872"/>
            <a:ext cx="1399794" cy="63627"/>
          </a:xfrm>
          <a:prstGeom prst="roundRect">
            <a:avLst>
              <a:gd name="adj" fmla="val 50000"/>
            </a:avLst>
          </a:prstGeom>
          <a:solidFill>
            <a:srgbClr val="E6EAEE"/>
          </a:solidFill>
          <a:ln>
            <a:noFill/>
          </a:ln>
        </p:spPr>
      </p:sp>
      <p:sp>
        <p:nvSpPr>
          <p:cNvPr id="63" name="!!rect-4gn"/>
          <p:cNvSpPr/>
          <p:nvPr/>
        </p:nvSpPr>
        <p:spPr>
          <a:xfrm>
            <a:off x="3146692" y="3224124"/>
            <a:ext cx="2926842" cy="928954"/>
          </a:xfrm>
          <a:prstGeom prst="roundRect">
            <a:avLst>
              <a:gd name="adj" fmla="val 15789"/>
            </a:avLst>
          </a:prstGeom>
          <a:solidFill>
            <a:srgbClr val="0B1A26">
              <a:alpha val="12000"/>
            </a:srgbClr>
          </a:solidFill>
          <a:ln>
            <a:noFill/>
          </a:ln>
          <a:effectLst>
            <a:softEdge rad="223967"/>
          </a:effectLst>
        </p:spPr>
      </p:sp>
      <p:sp>
        <p:nvSpPr>
          <p:cNvPr id="64" name="!!rect-4go"/>
          <p:cNvSpPr/>
          <p:nvPr/>
        </p:nvSpPr>
        <p:spPr>
          <a:xfrm>
            <a:off x="3210319" y="3236849"/>
            <a:ext cx="2799588" cy="750799"/>
          </a:xfrm>
          <a:prstGeom prst="roundRect">
            <a:avLst>
              <a:gd name="adj" fmla="val 15254"/>
            </a:avLst>
          </a:prstGeom>
          <a:solidFill>
            <a:srgbClr val="FFFFFF"/>
          </a:solidFill>
          <a:ln w="6363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65" name="!!path-4gp"/>
          <p:cNvSpPr/>
          <p:nvPr/>
        </p:nvSpPr>
        <p:spPr>
          <a:xfrm>
            <a:off x="3375749" y="3389554"/>
            <a:ext cx="101803" cy="127254"/>
          </a:xfrm>
          <a:custGeom>
            <a:avLst/>
            <a:gdLst/>
            <a:ahLst/>
            <a:cxnLst/>
            <a:rect l="l" t="t" r="r" b="b"/>
            <a:pathLst>
              <a:path w="101803" h="127254">
                <a:moveTo>
                  <a:pt x="63627" y="0"/>
                </a:moveTo>
                <a:lnTo>
                  <a:pt x="12725" y="0"/>
                </a:lnTo>
                <a:cubicBezTo>
                  <a:pt x="5726" y="0"/>
                  <a:pt x="64" y="5726"/>
                  <a:pt x="64" y="12725"/>
                </a:cubicBezTo>
                <a:lnTo>
                  <a:pt x="0" y="114529"/>
                </a:lnTo>
                <a:cubicBezTo>
                  <a:pt x="0" y="121528"/>
                  <a:pt x="5663" y="127254"/>
                  <a:pt x="12662" y="127254"/>
                </a:cubicBezTo>
                <a:lnTo>
                  <a:pt x="89078" y="127254"/>
                </a:lnTo>
                <a:cubicBezTo>
                  <a:pt x="96077" y="127254"/>
                  <a:pt x="101803" y="121528"/>
                  <a:pt x="101803" y="114529"/>
                </a:cubicBezTo>
                <a:lnTo>
                  <a:pt x="101803" y="38176"/>
                </a:lnTo>
                <a:lnTo>
                  <a:pt x="63627" y="0"/>
                </a:lnTo>
                <a:close/>
                <a:moveTo>
                  <a:pt x="76352" y="101803"/>
                </a:moveTo>
                <a:lnTo>
                  <a:pt x="25451" y="101803"/>
                </a:lnTo>
                <a:lnTo>
                  <a:pt x="25451" y="89078"/>
                </a:lnTo>
                <a:lnTo>
                  <a:pt x="76352" y="89078"/>
                </a:lnTo>
                <a:lnTo>
                  <a:pt x="76352" y="101803"/>
                </a:lnTo>
                <a:close/>
                <a:moveTo>
                  <a:pt x="76352" y="76352"/>
                </a:moveTo>
                <a:lnTo>
                  <a:pt x="25451" y="76352"/>
                </a:lnTo>
                <a:lnTo>
                  <a:pt x="25451" y="63627"/>
                </a:lnTo>
                <a:lnTo>
                  <a:pt x="76352" y="63627"/>
                </a:lnTo>
                <a:lnTo>
                  <a:pt x="76352" y="76352"/>
                </a:lnTo>
                <a:close/>
                <a:moveTo>
                  <a:pt x="57264" y="44539"/>
                </a:moveTo>
                <a:lnTo>
                  <a:pt x="57264" y="9544"/>
                </a:lnTo>
                <a:lnTo>
                  <a:pt x="92259" y="44539"/>
                </a:lnTo>
                <a:lnTo>
                  <a:pt x="57264" y="44539"/>
                </a:lnTo>
                <a:close/>
              </a:path>
            </a:pathLst>
          </a:custGeom>
          <a:solidFill>
            <a:srgbClr val="5B6770"/>
          </a:solidFill>
          <a:ln>
            <a:noFill/>
          </a:ln>
        </p:spPr>
      </p:sp>
      <p:sp>
        <p:nvSpPr>
          <p:cNvPr id="66" name="!!text-4gq" descr="服務條款"/>
          <p:cNvSpPr txBox="1"/>
          <p:nvPr/>
        </p:nvSpPr>
        <p:spPr>
          <a:xfrm>
            <a:off x="3579355" y="3333308"/>
            <a:ext cx="656631" cy="22111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02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服務條款</a:t>
            </a:r>
            <a:endParaRPr lang="zh-TW" sz="1202"/>
          </a:p>
        </p:txBody>
      </p:sp>
      <p:sp>
        <p:nvSpPr>
          <p:cNvPr id="67" name="!!rect-4gv"/>
          <p:cNvSpPr/>
          <p:nvPr/>
        </p:nvSpPr>
        <p:spPr>
          <a:xfrm>
            <a:off x="3363024" y="3644062"/>
            <a:ext cx="1908810" cy="63627"/>
          </a:xfrm>
          <a:prstGeom prst="roundRect">
            <a:avLst>
              <a:gd name="adj" fmla="val 50000"/>
            </a:avLst>
          </a:prstGeom>
          <a:solidFill>
            <a:srgbClr val="E6EAEE"/>
          </a:solidFill>
          <a:ln>
            <a:noFill/>
          </a:ln>
        </p:spPr>
      </p:sp>
      <p:sp>
        <p:nvSpPr>
          <p:cNvPr id="68" name="!!rect-4gw"/>
          <p:cNvSpPr/>
          <p:nvPr/>
        </p:nvSpPr>
        <p:spPr>
          <a:xfrm>
            <a:off x="3363024" y="3784041"/>
            <a:ext cx="1399794" cy="63627"/>
          </a:xfrm>
          <a:prstGeom prst="roundRect">
            <a:avLst>
              <a:gd name="adj" fmla="val 50000"/>
            </a:avLst>
          </a:prstGeom>
          <a:solidFill>
            <a:srgbClr val="E6EAEE"/>
          </a:solidFill>
          <a:ln>
            <a:noFill/>
          </a:ln>
        </p:spPr>
      </p:sp>
      <p:sp>
        <p:nvSpPr>
          <p:cNvPr id="69" name="!!rect-4h1"/>
          <p:cNvSpPr/>
          <p:nvPr/>
        </p:nvSpPr>
        <p:spPr>
          <a:xfrm>
            <a:off x="3248495" y="3669513"/>
            <a:ext cx="2926842" cy="928954"/>
          </a:xfrm>
          <a:prstGeom prst="roundRect">
            <a:avLst>
              <a:gd name="adj" fmla="val 15789"/>
            </a:avLst>
          </a:prstGeom>
          <a:solidFill>
            <a:srgbClr val="0B1A26">
              <a:alpha val="12000"/>
            </a:srgbClr>
          </a:solidFill>
          <a:ln>
            <a:noFill/>
          </a:ln>
          <a:effectLst>
            <a:softEdge rad="223967"/>
          </a:effectLst>
        </p:spPr>
      </p:sp>
      <p:sp>
        <p:nvSpPr>
          <p:cNvPr id="70" name="!!rect-4h2"/>
          <p:cNvSpPr/>
          <p:nvPr/>
        </p:nvSpPr>
        <p:spPr>
          <a:xfrm>
            <a:off x="3312122" y="3682238"/>
            <a:ext cx="2799588" cy="750799"/>
          </a:xfrm>
          <a:prstGeom prst="roundRect">
            <a:avLst>
              <a:gd name="adj" fmla="val 15254"/>
            </a:avLst>
          </a:prstGeom>
          <a:solidFill>
            <a:srgbClr val="FFFFFF"/>
          </a:solidFill>
          <a:ln w="6363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71" name="!!path-4h3"/>
          <p:cNvSpPr/>
          <p:nvPr/>
        </p:nvSpPr>
        <p:spPr>
          <a:xfrm>
            <a:off x="3477552" y="3834943"/>
            <a:ext cx="101803" cy="127254"/>
          </a:xfrm>
          <a:custGeom>
            <a:avLst/>
            <a:gdLst/>
            <a:ahLst/>
            <a:cxnLst/>
            <a:rect l="l" t="t" r="r" b="b"/>
            <a:pathLst>
              <a:path w="101803" h="127254">
                <a:moveTo>
                  <a:pt x="63627" y="0"/>
                </a:moveTo>
                <a:lnTo>
                  <a:pt x="12725" y="0"/>
                </a:lnTo>
                <a:cubicBezTo>
                  <a:pt x="5726" y="0"/>
                  <a:pt x="64" y="5726"/>
                  <a:pt x="64" y="12725"/>
                </a:cubicBezTo>
                <a:lnTo>
                  <a:pt x="0" y="114529"/>
                </a:lnTo>
                <a:cubicBezTo>
                  <a:pt x="0" y="121528"/>
                  <a:pt x="5663" y="127254"/>
                  <a:pt x="12662" y="127254"/>
                </a:cubicBezTo>
                <a:lnTo>
                  <a:pt x="89078" y="127254"/>
                </a:lnTo>
                <a:cubicBezTo>
                  <a:pt x="96077" y="127254"/>
                  <a:pt x="101803" y="121528"/>
                  <a:pt x="101803" y="114529"/>
                </a:cubicBezTo>
                <a:lnTo>
                  <a:pt x="101803" y="38176"/>
                </a:lnTo>
                <a:lnTo>
                  <a:pt x="63627" y="0"/>
                </a:lnTo>
                <a:close/>
                <a:moveTo>
                  <a:pt x="76352" y="101803"/>
                </a:moveTo>
                <a:lnTo>
                  <a:pt x="25451" y="101803"/>
                </a:lnTo>
                <a:lnTo>
                  <a:pt x="25451" y="89078"/>
                </a:lnTo>
                <a:lnTo>
                  <a:pt x="76352" y="89078"/>
                </a:lnTo>
                <a:lnTo>
                  <a:pt x="76352" y="101803"/>
                </a:lnTo>
                <a:close/>
                <a:moveTo>
                  <a:pt x="76352" y="76352"/>
                </a:moveTo>
                <a:lnTo>
                  <a:pt x="25451" y="76352"/>
                </a:lnTo>
                <a:lnTo>
                  <a:pt x="25451" y="63627"/>
                </a:lnTo>
                <a:lnTo>
                  <a:pt x="76352" y="63627"/>
                </a:lnTo>
                <a:lnTo>
                  <a:pt x="76352" y="76352"/>
                </a:lnTo>
                <a:close/>
                <a:moveTo>
                  <a:pt x="57264" y="44539"/>
                </a:moveTo>
                <a:lnTo>
                  <a:pt x="57264" y="9544"/>
                </a:lnTo>
                <a:lnTo>
                  <a:pt x="92259" y="44539"/>
                </a:lnTo>
                <a:lnTo>
                  <a:pt x="57264" y="44539"/>
                </a:lnTo>
                <a:close/>
              </a:path>
            </a:pathLst>
          </a:custGeom>
          <a:solidFill>
            <a:srgbClr val="5B6770"/>
          </a:solidFill>
          <a:ln>
            <a:noFill/>
          </a:ln>
        </p:spPr>
      </p:sp>
      <p:sp>
        <p:nvSpPr>
          <p:cNvPr id="72" name="!!text-4h4" descr="隱私權政策"/>
          <p:cNvSpPr txBox="1"/>
          <p:nvPr/>
        </p:nvSpPr>
        <p:spPr>
          <a:xfrm>
            <a:off x="3681159" y="3778697"/>
            <a:ext cx="809335" cy="22111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02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隱私權政策</a:t>
            </a:r>
            <a:endParaRPr lang="zh-TW" sz="1202"/>
          </a:p>
        </p:txBody>
      </p:sp>
      <p:sp>
        <p:nvSpPr>
          <p:cNvPr id="73" name="!!rect-4ha"/>
          <p:cNvSpPr/>
          <p:nvPr/>
        </p:nvSpPr>
        <p:spPr>
          <a:xfrm>
            <a:off x="3464827" y="4089451"/>
            <a:ext cx="1908810" cy="63627"/>
          </a:xfrm>
          <a:prstGeom prst="roundRect">
            <a:avLst>
              <a:gd name="adj" fmla="val 50000"/>
            </a:avLst>
          </a:prstGeom>
          <a:solidFill>
            <a:srgbClr val="E6EAEE"/>
          </a:solidFill>
          <a:ln>
            <a:noFill/>
          </a:ln>
        </p:spPr>
      </p:sp>
      <p:sp>
        <p:nvSpPr>
          <p:cNvPr id="74" name="!!rect-4hb"/>
          <p:cNvSpPr/>
          <p:nvPr/>
        </p:nvSpPr>
        <p:spPr>
          <a:xfrm>
            <a:off x="3464827" y="4229430"/>
            <a:ext cx="1399794" cy="63627"/>
          </a:xfrm>
          <a:prstGeom prst="roundRect">
            <a:avLst>
              <a:gd name="adj" fmla="val 50000"/>
            </a:avLst>
          </a:prstGeom>
          <a:solidFill>
            <a:srgbClr val="E6EAEE"/>
          </a:solidFill>
          <a:ln>
            <a:noFill/>
          </a:ln>
        </p:spPr>
      </p:sp>
      <p:sp>
        <p:nvSpPr>
          <p:cNvPr id="75" name="!!rect-4hg"/>
          <p:cNvSpPr/>
          <p:nvPr/>
        </p:nvSpPr>
        <p:spPr>
          <a:xfrm>
            <a:off x="3350298" y="4114902"/>
            <a:ext cx="2926842" cy="928954"/>
          </a:xfrm>
          <a:prstGeom prst="roundRect">
            <a:avLst>
              <a:gd name="adj" fmla="val 15789"/>
            </a:avLst>
          </a:prstGeom>
          <a:solidFill>
            <a:srgbClr val="0B1A26">
              <a:alpha val="12000"/>
            </a:srgbClr>
          </a:solidFill>
          <a:ln>
            <a:noFill/>
          </a:ln>
          <a:effectLst>
            <a:softEdge rad="223967"/>
          </a:effectLst>
        </p:spPr>
      </p:sp>
      <p:sp>
        <p:nvSpPr>
          <p:cNvPr id="76" name="!!rect-4hh"/>
          <p:cNvSpPr/>
          <p:nvPr/>
        </p:nvSpPr>
        <p:spPr>
          <a:xfrm>
            <a:off x="3413925" y="4127627"/>
            <a:ext cx="2799588" cy="750799"/>
          </a:xfrm>
          <a:prstGeom prst="roundRect">
            <a:avLst>
              <a:gd name="adj" fmla="val 15254"/>
            </a:avLst>
          </a:prstGeom>
          <a:solidFill>
            <a:srgbClr val="FFFFFF"/>
          </a:solidFill>
          <a:ln w="6363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77" name="!!path-4hi"/>
          <p:cNvSpPr/>
          <p:nvPr/>
        </p:nvSpPr>
        <p:spPr>
          <a:xfrm>
            <a:off x="3579355" y="4280332"/>
            <a:ext cx="101803" cy="127254"/>
          </a:xfrm>
          <a:custGeom>
            <a:avLst/>
            <a:gdLst/>
            <a:ahLst/>
            <a:cxnLst/>
            <a:rect l="l" t="t" r="r" b="b"/>
            <a:pathLst>
              <a:path w="101803" h="127254">
                <a:moveTo>
                  <a:pt x="63627" y="0"/>
                </a:moveTo>
                <a:lnTo>
                  <a:pt x="12725" y="0"/>
                </a:lnTo>
                <a:cubicBezTo>
                  <a:pt x="5726" y="0"/>
                  <a:pt x="64" y="5726"/>
                  <a:pt x="64" y="12725"/>
                </a:cubicBezTo>
                <a:lnTo>
                  <a:pt x="0" y="114529"/>
                </a:lnTo>
                <a:cubicBezTo>
                  <a:pt x="0" y="121528"/>
                  <a:pt x="5663" y="127254"/>
                  <a:pt x="12662" y="127254"/>
                </a:cubicBezTo>
                <a:lnTo>
                  <a:pt x="89078" y="127254"/>
                </a:lnTo>
                <a:cubicBezTo>
                  <a:pt x="96077" y="127254"/>
                  <a:pt x="101803" y="121528"/>
                  <a:pt x="101803" y="114529"/>
                </a:cubicBezTo>
                <a:lnTo>
                  <a:pt x="101803" y="38176"/>
                </a:lnTo>
                <a:lnTo>
                  <a:pt x="63627" y="0"/>
                </a:lnTo>
                <a:close/>
                <a:moveTo>
                  <a:pt x="76352" y="101803"/>
                </a:moveTo>
                <a:lnTo>
                  <a:pt x="25451" y="101803"/>
                </a:lnTo>
                <a:lnTo>
                  <a:pt x="25451" y="89078"/>
                </a:lnTo>
                <a:lnTo>
                  <a:pt x="76352" y="89078"/>
                </a:lnTo>
                <a:lnTo>
                  <a:pt x="76352" y="101803"/>
                </a:lnTo>
                <a:close/>
                <a:moveTo>
                  <a:pt x="76352" y="76352"/>
                </a:moveTo>
                <a:lnTo>
                  <a:pt x="25451" y="76352"/>
                </a:lnTo>
                <a:lnTo>
                  <a:pt x="25451" y="63627"/>
                </a:lnTo>
                <a:lnTo>
                  <a:pt x="76352" y="63627"/>
                </a:lnTo>
                <a:lnTo>
                  <a:pt x="76352" y="76352"/>
                </a:lnTo>
                <a:close/>
                <a:moveTo>
                  <a:pt x="57264" y="44539"/>
                </a:moveTo>
                <a:lnTo>
                  <a:pt x="57264" y="9544"/>
                </a:lnTo>
                <a:lnTo>
                  <a:pt x="92259" y="44539"/>
                </a:lnTo>
                <a:lnTo>
                  <a:pt x="57264" y="44539"/>
                </a:lnTo>
                <a:close/>
              </a:path>
            </a:pathLst>
          </a:custGeom>
          <a:solidFill>
            <a:srgbClr val="5B6770"/>
          </a:solidFill>
          <a:ln>
            <a:noFill/>
          </a:ln>
        </p:spPr>
      </p:sp>
      <p:sp>
        <p:nvSpPr>
          <p:cNvPr id="78" name="!!text-4hj" descr="平台說明"/>
          <p:cNvSpPr txBox="1"/>
          <p:nvPr/>
        </p:nvSpPr>
        <p:spPr>
          <a:xfrm>
            <a:off x="3782962" y="4224086"/>
            <a:ext cx="656631" cy="22111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02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平台說明</a:t>
            </a:r>
            <a:endParaRPr lang="zh-TW" sz="1202"/>
          </a:p>
        </p:txBody>
      </p:sp>
      <p:sp>
        <p:nvSpPr>
          <p:cNvPr id="79" name="!!rect-4ho"/>
          <p:cNvSpPr/>
          <p:nvPr/>
        </p:nvSpPr>
        <p:spPr>
          <a:xfrm>
            <a:off x="3566630" y="4534840"/>
            <a:ext cx="1908810" cy="63627"/>
          </a:xfrm>
          <a:prstGeom prst="roundRect">
            <a:avLst>
              <a:gd name="adj" fmla="val 50000"/>
            </a:avLst>
          </a:prstGeom>
          <a:solidFill>
            <a:srgbClr val="E6EAEE"/>
          </a:solidFill>
          <a:ln>
            <a:noFill/>
          </a:ln>
        </p:spPr>
      </p:sp>
      <p:sp>
        <p:nvSpPr>
          <p:cNvPr id="80" name="!!rect-4hp"/>
          <p:cNvSpPr/>
          <p:nvPr/>
        </p:nvSpPr>
        <p:spPr>
          <a:xfrm>
            <a:off x="3566630" y="4674819"/>
            <a:ext cx="1399794" cy="63627"/>
          </a:xfrm>
          <a:prstGeom prst="roundRect">
            <a:avLst>
              <a:gd name="adj" fmla="val 50000"/>
            </a:avLst>
          </a:prstGeom>
          <a:solidFill>
            <a:srgbClr val="E6EAEE"/>
          </a:solidFill>
          <a:ln>
            <a:noFill/>
          </a:ln>
        </p:spPr>
      </p:sp>
      <p:sp>
        <p:nvSpPr>
          <p:cNvPr id="81" name="!!rect-4hu"/>
          <p:cNvSpPr/>
          <p:nvPr/>
        </p:nvSpPr>
        <p:spPr>
          <a:xfrm>
            <a:off x="3452101" y="4560291"/>
            <a:ext cx="2926842" cy="928954"/>
          </a:xfrm>
          <a:prstGeom prst="roundRect">
            <a:avLst>
              <a:gd name="adj" fmla="val 15789"/>
            </a:avLst>
          </a:prstGeom>
          <a:solidFill>
            <a:srgbClr val="0B1A26">
              <a:alpha val="12000"/>
            </a:srgbClr>
          </a:solidFill>
          <a:ln>
            <a:noFill/>
          </a:ln>
          <a:effectLst>
            <a:softEdge rad="223967"/>
          </a:effectLst>
        </p:spPr>
      </p:sp>
      <p:sp>
        <p:nvSpPr>
          <p:cNvPr id="82" name="!!rect-4hv"/>
          <p:cNvSpPr/>
          <p:nvPr/>
        </p:nvSpPr>
        <p:spPr>
          <a:xfrm>
            <a:off x="3515728" y="4573016"/>
            <a:ext cx="2799588" cy="750799"/>
          </a:xfrm>
          <a:prstGeom prst="roundRect">
            <a:avLst>
              <a:gd name="adj" fmla="val 15254"/>
            </a:avLst>
          </a:prstGeom>
          <a:solidFill>
            <a:srgbClr val="FFFFFF"/>
          </a:solidFill>
          <a:ln w="6363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83" name="!!path-4hw"/>
          <p:cNvSpPr/>
          <p:nvPr/>
        </p:nvSpPr>
        <p:spPr>
          <a:xfrm>
            <a:off x="3681159" y="4725721"/>
            <a:ext cx="101803" cy="127254"/>
          </a:xfrm>
          <a:custGeom>
            <a:avLst/>
            <a:gdLst/>
            <a:ahLst/>
            <a:cxnLst/>
            <a:rect l="l" t="t" r="r" b="b"/>
            <a:pathLst>
              <a:path w="101803" h="127254">
                <a:moveTo>
                  <a:pt x="63627" y="0"/>
                </a:moveTo>
                <a:lnTo>
                  <a:pt x="12725" y="0"/>
                </a:lnTo>
                <a:cubicBezTo>
                  <a:pt x="5726" y="0"/>
                  <a:pt x="64" y="5726"/>
                  <a:pt x="64" y="12725"/>
                </a:cubicBezTo>
                <a:lnTo>
                  <a:pt x="0" y="114529"/>
                </a:lnTo>
                <a:cubicBezTo>
                  <a:pt x="0" y="121528"/>
                  <a:pt x="5663" y="127254"/>
                  <a:pt x="12662" y="127254"/>
                </a:cubicBezTo>
                <a:lnTo>
                  <a:pt x="89078" y="127254"/>
                </a:lnTo>
                <a:cubicBezTo>
                  <a:pt x="96077" y="127254"/>
                  <a:pt x="101803" y="121528"/>
                  <a:pt x="101803" y="114529"/>
                </a:cubicBezTo>
                <a:lnTo>
                  <a:pt x="101803" y="38176"/>
                </a:lnTo>
                <a:lnTo>
                  <a:pt x="63627" y="0"/>
                </a:lnTo>
                <a:close/>
                <a:moveTo>
                  <a:pt x="76352" y="101803"/>
                </a:moveTo>
                <a:lnTo>
                  <a:pt x="25451" y="101803"/>
                </a:lnTo>
                <a:lnTo>
                  <a:pt x="25451" y="89078"/>
                </a:lnTo>
                <a:lnTo>
                  <a:pt x="76352" y="89078"/>
                </a:lnTo>
                <a:lnTo>
                  <a:pt x="76352" y="101803"/>
                </a:lnTo>
                <a:close/>
                <a:moveTo>
                  <a:pt x="76352" y="76352"/>
                </a:moveTo>
                <a:lnTo>
                  <a:pt x="25451" y="76352"/>
                </a:lnTo>
                <a:lnTo>
                  <a:pt x="25451" y="63627"/>
                </a:lnTo>
                <a:lnTo>
                  <a:pt x="76352" y="63627"/>
                </a:lnTo>
                <a:lnTo>
                  <a:pt x="76352" y="76352"/>
                </a:lnTo>
                <a:close/>
                <a:moveTo>
                  <a:pt x="57264" y="44539"/>
                </a:moveTo>
                <a:lnTo>
                  <a:pt x="57264" y="9544"/>
                </a:lnTo>
                <a:lnTo>
                  <a:pt x="92259" y="44539"/>
                </a:lnTo>
                <a:lnTo>
                  <a:pt x="57264" y="44539"/>
                </a:lnTo>
                <a:close/>
              </a:path>
            </a:pathLst>
          </a:custGeom>
          <a:solidFill>
            <a:srgbClr val="5B6770"/>
          </a:solidFill>
          <a:ln>
            <a:noFill/>
          </a:ln>
        </p:spPr>
      </p:sp>
      <p:sp>
        <p:nvSpPr>
          <p:cNvPr id="84" name="!!text-4hx" descr="我的訂單"/>
          <p:cNvSpPr txBox="1"/>
          <p:nvPr/>
        </p:nvSpPr>
        <p:spPr>
          <a:xfrm>
            <a:off x="3884765" y="4669475"/>
            <a:ext cx="656631" cy="22111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02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我的訂單</a:t>
            </a:r>
            <a:endParaRPr lang="zh-TW" sz="1202"/>
          </a:p>
        </p:txBody>
      </p:sp>
      <p:sp>
        <p:nvSpPr>
          <p:cNvPr id="85" name="!!rect-4i2"/>
          <p:cNvSpPr/>
          <p:nvPr/>
        </p:nvSpPr>
        <p:spPr>
          <a:xfrm>
            <a:off x="3668433" y="4980229"/>
            <a:ext cx="1908810" cy="63627"/>
          </a:xfrm>
          <a:prstGeom prst="roundRect">
            <a:avLst>
              <a:gd name="adj" fmla="val 50000"/>
            </a:avLst>
          </a:prstGeom>
          <a:solidFill>
            <a:srgbClr val="E6EAEE"/>
          </a:solidFill>
          <a:ln>
            <a:noFill/>
          </a:ln>
        </p:spPr>
      </p:sp>
      <p:sp>
        <p:nvSpPr>
          <p:cNvPr id="86" name="!!rect-4i3"/>
          <p:cNvSpPr/>
          <p:nvPr/>
        </p:nvSpPr>
        <p:spPr>
          <a:xfrm>
            <a:off x="3668433" y="5120208"/>
            <a:ext cx="1399794" cy="63627"/>
          </a:xfrm>
          <a:prstGeom prst="roundRect">
            <a:avLst>
              <a:gd name="adj" fmla="val 50000"/>
            </a:avLst>
          </a:prstGeom>
          <a:solidFill>
            <a:srgbClr val="E6EAEE"/>
          </a:solidFill>
          <a:ln>
            <a:noFill/>
          </a:ln>
        </p:spPr>
      </p:sp>
      <p:sp>
        <p:nvSpPr>
          <p:cNvPr id="87" name="!!rect-4ia"/>
          <p:cNvSpPr/>
          <p:nvPr/>
        </p:nvSpPr>
        <p:spPr>
          <a:xfrm>
            <a:off x="3083245" y="2199771"/>
            <a:ext cx="1373982" cy="419828"/>
          </a:xfrm>
          <a:prstGeom prst="roundRect">
            <a:avLst>
              <a:gd name="adj" fmla="val 50000"/>
            </a:avLst>
          </a:prstGeom>
          <a:solidFill>
            <a:srgbClr val="0B1A26">
              <a:alpha val="10000"/>
            </a:srgbClr>
          </a:solidFill>
          <a:ln>
            <a:noFill/>
          </a:ln>
          <a:effectLst>
            <a:softEdge rad="97960"/>
          </a:effectLst>
        </p:spPr>
      </p:sp>
      <p:sp>
        <p:nvSpPr>
          <p:cNvPr id="88" name="!!rect-4ib"/>
          <p:cNvSpPr/>
          <p:nvPr/>
        </p:nvSpPr>
        <p:spPr>
          <a:xfrm>
            <a:off x="3108689" y="2193410"/>
            <a:ext cx="1323094" cy="33077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33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89" name="!!path-4ic"/>
          <p:cNvSpPr/>
          <p:nvPr/>
        </p:nvSpPr>
        <p:spPr>
          <a:xfrm>
            <a:off x="3262715" y="2293685"/>
            <a:ext cx="126608" cy="126608"/>
          </a:xfrm>
          <a:custGeom>
            <a:avLst/>
            <a:gdLst/>
            <a:ahLst/>
            <a:cxnLst/>
            <a:rect l="l" t="t" r="r" b="b"/>
            <a:pathLst>
              <a:path w="126608" h="126608">
                <a:moveTo>
                  <a:pt x="90486" y="79627"/>
                </a:moveTo>
                <a:lnTo>
                  <a:pt x="84767" y="79627"/>
                </a:lnTo>
                <a:lnTo>
                  <a:pt x="82740" y="77673"/>
                </a:lnTo>
                <a:cubicBezTo>
                  <a:pt x="89834" y="69421"/>
                  <a:pt x="94105" y="58707"/>
                  <a:pt x="94105" y="47053"/>
                </a:cubicBezTo>
                <a:cubicBezTo>
                  <a:pt x="94105" y="21065"/>
                  <a:pt x="73040" y="0"/>
                  <a:pt x="47053" y="0"/>
                </a:cubicBezTo>
                <a:cubicBezTo>
                  <a:pt x="21065" y="0"/>
                  <a:pt x="0" y="21065"/>
                  <a:pt x="0" y="47053"/>
                </a:cubicBezTo>
                <a:cubicBezTo>
                  <a:pt x="0" y="73040"/>
                  <a:pt x="21065" y="94105"/>
                  <a:pt x="47053" y="94105"/>
                </a:cubicBezTo>
                <a:cubicBezTo>
                  <a:pt x="58707" y="94105"/>
                  <a:pt x="69421" y="89834"/>
                  <a:pt x="77673" y="82740"/>
                </a:cubicBezTo>
                <a:lnTo>
                  <a:pt x="79627" y="84767"/>
                </a:lnTo>
                <a:lnTo>
                  <a:pt x="79627" y="90486"/>
                </a:lnTo>
                <a:lnTo>
                  <a:pt x="115822" y="126608"/>
                </a:lnTo>
                <a:lnTo>
                  <a:pt x="126608" y="115822"/>
                </a:lnTo>
                <a:lnTo>
                  <a:pt x="90486" y="79627"/>
                </a:lnTo>
                <a:close/>
                <a:moveTo>
                  <a:pt x="47053" y="79627"/>
                </a:moveTo>
                <a:cubicBezTo>
                  <a:pt x="29028" y="79627"/>
                  <a:pt x="14478" y="65077"/>
                  <a:pt x="14478" y="47053"/>
                </a:cubicBezTo>
                <a:cubicBezTo>
                  <a:pt x="14478" y="29028"/>
                  <a:pt x="29028" y="14478"/>
                  <a:pt x="47053" y="14478"/>
                </a:cubicBezTo>
                <a:cubicBezTo>
                  <a:pt x="65077" y="14478"/>
                  <a:pt x="79627" y="29028"/>
                  <a:pt x="79627" y="47053"/>
                </a:cubicBezTo>
                <a:cubicBezTo>
                  <a:pt x="79627" y="65077"/>
                  <a:pt x="65077" y="79627"/>
                  <a:pt x="47053" y="79627"/>
                </a:cubicBez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90" name="!!text-4id" descr="關鍵字檢索"/>
          <p:cNvSpPr txBox="1"/>
          <p:nvPr/>
        </p:nvSpPr>
        <p:spPr>
          <a:xfrm>
            <a:off x="3472540" y="2226487"/>
            <a:ext cx="876550" cy="2394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02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關鍵字檢索</a:t>
            </a:r>
            <a:endParaRPr lang="zh-TW" sz="1302"/>
          </a:p>
        </p:txBody>
      </p:sp>
      <p:sp>
        <p:nvSpPr>
          <p:cNvPr id="91" name="!!rect-4ip"/>
          <p:cNvSpPr/>
          <p:nvPr/>
        </p:nvSpPr>
        <p:spPr>
          <a:xfrm>
            <a:off x="4560971" y="2200192"/>
            <a:ext cx="1205393" cy="418716"/>
          </a:xfrm>
          <a:prstGeom prst="roundRect">
            <a:avLst>
              <a:gd name="adj" fmla="val 50000"/>
            </a:avLst>
          </a:prstGeom>
          <a:solidFill>
            <a:srgbClr val="0B1A26">
              <a:alpha val="10000"/>
            </a:srgbClr>
          </a:solidFill>
          <a:ln>
            <a:noFill/>
          </a:ln>
          <a:effectLst>
            <a:softEdge rad="97700"/>
          </a:effectLst>
        </p:spPr>
      </p:sp>
      <p:sp>
        <p:nvSpPr>
          <p:cNvPr id="92" name="!!rect-4iq"/>
          <p:cNvSpPr/>
          <p:nvPr/>
        </p:nvSpPr>
        <p:spPr>
          <a:xfrm>
            <a:off x="4586348" y="2193848"/>
            <a:ext cx="1154640" cy="32989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13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93" name="!!path-4ir"/>
          <p:cNvSpPr/>
          <p:nvPr/>
        </p:nvSpPr>
        <p:spPr>
          <a:xfrm>
            <a:off x="4725526" y="2279418"/>
            <a:ext cx="158833" cy="158833"/>
          </a:xfrm>
          <a:custGeom>
            <a:avLst/>
            <a:gdLst/>
            <a:ahLst/>
            <a:cxnLst/>
            <a:rect l="l" t="t" r="r" b="b"/>
            <a:pathLst>
              <a:path w="158833" h="158833">
                <a:moveTo>
                  <a:pt x="129954" y="57757"/>
                </a:moveTo>
                <a:lnTo>
                  <a:pt x="138979" y="37903"/>
                </a:lnTo>
                <a:lnTo>
                  <a:pt x="158833" y="28879"/>
                </a:lnTo>
                <a:lnTo>
                  <a:pt x="138979" y="19854"/>
                </a:lnTo>
                <a:lnTo>
                  <a:pt x="129954" y="0"/>
                </a:lnTo>
                <a:lnTo>
                  <a:pt x="120930" y="19854"/>
                </a:lnTo>
                <a:lnTo>
                  <a:pt x="101075" y="28879"/>
                </a:lnTo>
                <a:lnTo>
                  <a:pt x="120930" y="37903"/>
                </a:lnTo>
                <a:lnTo>
                  <a:pt x="129954" y="57757"/>
                </a:lnTo>
                <a:close/>
                <a:moveTo>
                  <a:pt x="75807" y="61367"/>
                </a:moveTo>
                <a:lnTo>
                  <a:pt x="57757" y="21659"/>
                </a:lnTo>
                <a:lnTo>
                  <a:pt x="39708" y="61367"/>
                </a:lnTo>
                <a:lnTo>
                  <a:pt x="0" y="79416"/>
                </a:lnTo>
                <a:lnTo>
                  <a:pt x="39708" y="97466"/>
                </a:lnTo>
                <a:lnTo>
                  <a:pt x="57757" y="137174"/>
                </a:lnTo>
                <a:lnTo>
                  <a:pt x="75807" y="97466"/>
                </a:lnTo>
                <a:lnTo>
                  <a:pt x="115515" y="79416"/>
                </a:lnTo>
                <a:lnTo>
                  <a:pt x="75807" y="61367"/>
                </a:lnTo>
                <a:close/>
                <a:moveTo>
                  <a:pt x="129954" y="101075"/>
                </a:moveTo>
                <a:lnTo>
                  <a:pt x="120930" y="120930"/>
                </a:lnTo>
                <a:lnTo>
                  <a:pt x="101075" y="129954"/>
                </a:lnTo>
                <a:lnTo>
                  <a:pt x="120930" y="138979"/>
                </a:lnTo>
                <a:lnTo>
                  <a:pt x="129954" y="158833"/>
                </a:lnTo>
                <a:lnTo>
                  <a:pt x="138979" y="138979"/>
                </a:lnTo>
                <a:lnTo>
                  <a:pt x="158833" y="129954"/>
                </a:lnTo>
                <a:lnTo>
                  <a:pt x="138979" y="120930"/>
                </a:lnTo>
                <a:lnTo>
                  <a:pt x="129954" y="101075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94" name="!!text-4is" descr="語意檢索"/>
          <p:cNvSpPr txBox="1"/>
          <p:nvPr/>
        </p:nvSpPr>
        <p:spPr>
          <a:xfrm>
            <a:off x="4949234" y="2226837"/>
            <a:ext cx="709279" cy="23884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99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語意檢索</a:t>
            </a:r>
            <a:endParaRPr lang="zh-TW" sz="1299"/>
          </a:p>
        </p:txBody>
      </p:sp>
      <p:sp>
        <p:nvSpPr>
          <p:cNvPr id="95" name="!!text-4jw" descr="AI 客服"/>
          <p:cNvSpPr txBox="1"/>
          <p:nvPr/>
        </p:nvSpPr>
        <p:spPr>
          <a:xfrm>
            <a:off x="703415" y="629160"/>
            <a:ext cx="607460" cy="22111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02" b="1" kern="0" spc="144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A</a:t>
            </a:r>
            <a:r>
              <a:rPr lang="zh-TW" altLang="en-US" sz="1202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I</a:t>
            </a:r>
            <a:r>
              <a:rPr lang="zh-TW" altLang="en-US" sz="1202" b="1" kern="0" spc="289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 </a:t>
            </a:r>
            <a:r>
              <a:rPr lang="zh-TW" altLang="en-US" sz="1202" b="1" kern="0" spc="144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客</a:t>
            </a:r>
            <a:r>
              <a:rPr lang="zh-TW" altLang="en-US" sz="1202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服</a:t>
            </a:r>
            <a:endParaRPr lang="zh-TW" sz="1202"/>
          </a:p>
        </p:txBody>
      </p:sp>
      <p:sp>
        <p:nvSpPr>
          <p:cNvPr id="96" name="!!text-4k6" descr="有問題，立即回覆"/>
          <p:cNvSpPr txBox="1"/>
          <p:nvPr/>
        </p:nvSpPr>
        <p:spPr>
          <a:xfrm>
            <a:off x="703415" y="898430"/>
            <a:ext cx="3582455" cy="6633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3607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有問</a:t>
            </a:r>
            <a:r>
              <a:rPr lang="zh-TW" altLang="en-US" sz="3607" kern="0" spc="-1082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題</a:t>
            </a:r>
            <a:r>
              <a:rPr lang="zh-TW" altLang="en-US" sz="3607" kern="0" spc="-649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，</a:t>
            </a:r>
            <a:r>
              <a:rPr lang="zh-TW" altLang="en-US" sz="3607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立即回覆</a:t>
            </a:r>
            <a:endParaRPr lang="zh-TW" sz="3607"/>
          </a:p>
        </p:txBody>
      </p:sp>
      <p:sp>
        <p:nvSpPr>
          <p:cNvPr id="97" name="!!text-4kj" descr="以關鍵字與語意混合檢索作答，複雜問題一鍵轉接客服人員。"/>
          <p:cNvSpPr txBox="1"/>
          <p:nvPr/>
        </p:nvSpPr>
        <p:spPr>
          <a:xfrm>
            <a:off x="703415" y="1615633"/>
            <a:ext cx="5211051" cy="27639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503" kern="0" dirty="0">
                <a:solidFill>
                  <a:srgbClr val="3F4A54"/>
                </a:solidFill>
                <a:latin typeface="Noto Sans TC Medium"/>
                <a:ea typeface="Noto Sans TC Medium"/>
                <a:cs typeface="Noto Sans TC Medium"/>
              </a:rPr>
              <a:t>以關鍵字與語意混合檢索作答，複雜問題一鍵轉接客服人員。</a:t>
            </a:r>
            <a:endParaRPr lang="zh-TW" sz="1503"/>
          </a:p>
        </p:txBody>
      </p:sp>
      <p:sp>
        <p:nvSpPr>
          <p:cNvPr id="98" name="!!rect-7lb"/>
          <p:cNvSpPr/>
          <p:nvPr/>
        </p:nvSpPr>
        <p:spPr>
          <a:xfrm>
            <a:off x="8521700" y="660400"/>
            <a:ext cx="2933700" cy="6121400"/>
          </a:xfrm>
          <a:prstGeom prst="roundRect">
            <a:avLst>
              <a:gd name="adj" fmla="val 18020"/>
            </a:avLst>
          </a:prstGeom>
          <a:solidFill>
            <a:srgbClr val="0B1A26">
              <a:alpha val="30000"/>
            </a:srgbClr>
          </a:solidFill>
          <a:ln>
            <a:noFill/>
          </a:ln>
          <a:effectLst>
            <a:softEdge rad="474980"/>
          </a:effectLst>
        </p:spPr>
      </p:sp>
      <p:sp>
        <p:nvSpPr>
          <p:cNvPr id="99" name="!!rect-7lc"/>
          <p:cNvSpPr/>
          <p:nvPr/>
        </p:nvSpPr>
        <p:spPr>
          <a:xfrm>
            <a:off x="8591550" y="527050"/>
            <a:ext cx="2794000" cy="5829300"/>
          </a:xfrm>
          <a:prstGeom prst="roundRect">
            <a:avLst>
              <a:gd name="adj" fmla="val 16825"/>
            </a:avLst>
          </a:prstGeom>
          <a:solidFill>
            <a:srgbClr val="0B1A26">
              <a:alpha val="16000"/>
            </a:srgbClr>
          </a:solidFill>
          <a:ln>
            <a:noFill/>
          </a:ln>
          <a:effectLst>
            <a:softEdge rad="125730"/>
          </a:effectLst>
        </p:spPr>
      </p:sp>
      <p:sp>
        <p:nvSpPr>
          <p:cNvPr id="100" name="!!rect-7ld"/>
          <p:cNvSpPr/>
          <p:nvPr/>
        </p:nvSpPr>
        <p:spPr>
          <a:xfrm>
            <a:off x="8590280" y="1676400"/>
            <a:ext cx="31750" cy="2159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101" name="!!rect-7le"/>
          <p:cNvSpPr/>
          <p:nvPr/>
        </p:nvSpPr>
        <p:spPr>
          <a:xfrm>
            <a:off x="8590280" y="2108200"/>
            <a:ext cx="31750" cy="4064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102" name="!!rect-7lf"/>
          <p:cNvSpPr/>
          <p:nvPr/>
        </p:nvSpPr>
        <p:spPr>
          <a:xfrm>
            <a:off x="8590280" y="2603500"/>
            <a:ext cx="31750" cy="4064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103" name="!!rect-7lg"/>
          <p:cNvSpPr/>
          <p:nvPr/>
        </p:nvSpPr>
        <p:spPr>
          <a:xfrm>
            <a:off x="11355070" y="2260600"/>
            <a:ext cx="31750" cy="6350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104" name="!!rect-7lh"/>
          <p:cNvSpPr/>
          <p:nvPr/>
        </p:nvSpPr>
        <p:spPr>
          <a:xfrm>
            <a:off x="11357610" y="4114800"/>
            <a:ext cx="25400" cy="419100"/>
          </a:xfrm>
          <a:prstGeom prst="roundRect">
            <a:avLst>
              <a:gd name="adj" fmla="val 50000"/>
            </a:avLst>
          </a:prstGeom>
          <a:solidFill>
            <a:srgbClr val="8795A0"/>
          </a:solidFill>
          <a:ln>
            <a:noFill/>
          </a:ln>
        </p:spPr>
      </p:sp>
      <p:sp>
        <p:nvSpPr>
          <p:cNvPr id="105" name="!!rect-7li"/>
          <p:cNvSpPr/>
          <p:nvPr/>
        </p:nvSpPr>
        <p:spPr>
          <a:xfrm>
            <a:off x="8610600" y="508000"/>
            <a:ext cx="2755900" cy="5753100"/>
          </a:xfrm>
          <a:prstGeom prst="roundRect">
            <a:avLst>
              <a:gd name="adj" fmla="val 16359"/>
            </a:avLst>
          </a:prstGeom>
          <a:gradFill rotWithShape="1">
            <a:gsLst>
              <a:gs pos="0">
                <a:srgbClr val="FBFCFD"/>
              </a:gs>
              <a:gs pos="18000">
                <a:srgbClr val="DDE5EB"/>
              </a:gs>
              <a:gs pos="46000">
                <a:srgbClr val="B4C2CC"/>
              </a:gs>
              <a:gs pos="62000">
                <a:srgbClr val="D3DCE3"/>
              </a:gs>
              <a:gs pos="84000">
                <a:srgbClr val="A9B8C3"/>
              </a:gs>
              <a:gs pos="100000">
                <a:srgbClr val="E8EEF2"/>
              </a:gs>
              <a:gs pos="100000">
                <a:srgbClr val="E8EEF2"/>
              </a:gs>
            </a:gsLst>
            <a:lin ang="3864255" scaled="0"/>
          </a:gradFill>
          <a:ln>
            <a:noFill/>
          </a:ln>
        </p:spPr>
      </p:sp>
      <p:sp>
        <p:nvSpPr>
          <p:cNvPr id="106" name="!!rect-7lj"/>
          <p:cNvSpPr/>
          <p:nvPr/>
        </p:nvSpPr>
        <p:spPr>
          <a:xfrm>
            <a:off x="8614410" y="511810"/>
            <a:ext cx="2748280" cy="5745480"/>
          </a:xfrm>
          <a:prstGeom prst="roundRect">
            <a:avLst>
              <a:gd name="adj" fmla="val 16266"/>
            </a:avLst>
          </a:prstGeom>
          <a:noFill/>
          <a:ln w="7620" cap="flat">
            <a:solidFill>
              <a:srgbClr val="7F8F9B">
                <a:alpha val="55000"/>
              </a:srgbClr>
            </a:solidFill>
            <a:prstDash val="solid"/>
            <a:miter lim="800000"/>
          </a:ln>
        </p:spPr>
      </p:sp>
      <p:sp>
        <p:nvSpPr>
          <p:cNvPr id="107" name="!!rect-7lk"/>
          <p:cNvSpPr/>
          <p:nvPr/>
        </p:nvSpPr>
        <p:spPr>
          <a:xfrm>
            <a:off x="8637270" y="534670"/>
            <a:ext cx="2702560" cy="5699760"/>
          </a:xfrm>
          <a:prstGeom prst="roundRect">
            <a:avLst>
              <a:gd name="adj" fmla="val 15695"/>
            </a:avLst>
          </a:prstGeom>
          <a:noFill/>
          <a:ln w="8890" cap="flat">
            <a:solidFill>
              <a:srgbClr val="FFFFFF">
                <a:alpha val="75000"/>
              </a:srgbClr>
            </a:solidFill>
            <a:prstDash val="solid"/>
            <a:miter lim="800000"/>
          </a:ln>
        </p:spPr>
      </p:sp>
      <p:sp>
        <p:nvSpPr>
          <p:cNvPr id="108" name="!!rect-7ll"/>
          <p:cNvSpPr/>
          <p:nvPr/>
        </p:nvSpPr>
        <p:spPr>
          <a:xfrm>
            <a:off x="8664575" y="561975"/>
            <a:ext cx="2647950" cy="5645150"/>
          </a:xfrm>
          <a:prstGeom prst="roundRect">
            <a:avLst>
              <a:gd name="adj" fmla="val 14988"/>
            </a:avLst>
          </a:prstGeom>
          <a:solidFill>
            <a:srgbClr val="050608"/>
          </a:solidFill>
          <a:ln>
            <a:noFill/>
          </a:ln>
        </p:spPr>
      </p:sp>
      <p:sp>
        <p:nvSpPr>
          <p:cNvPr id="109" name="!!rect-7ln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solidFill>
            <a:srgbClr val="F3F5F7"/>
          </a:solidFill>
          <a:ln>
            <a:noFill/>
          </a:ln>
        </p:spPr>
      </p:sp>
      <p:sp>
        <p:nvSpPr>
          <p:cNvPr id="110" name="!!rect-8kf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solidFill>
            <a:srgbClr val="F3F5F7"/>
          </a:solidFill>
          <a:ln>
            <a:noFill/>
          </a:ln>
        </p:spPr>
      </p:sp>
      <p:sp>
        <p:nvSpPr>
          <p:cNvPr id="111" name="!!path-8kh"/>
          <p:cNvSpPr/>
          <p:nvPr/>
        </p:nvSpPr>
        <p:spPr>
          <a:xfrm>
            <a:off x="8712200" y="609600"/>
            <a:ext cx="2552700" cy="730250"/>
          </a:xfrm>
          <a:custGeom>
            <a:avLst/>
            <a:gdLst/>
            <a:ahLst/>
            <a:cxnLst/>
            <a:rect l="l" t="t" r="r" b="b"/>
            <a:pathLst>
              <a:path w="2552700" h="730250">
                <a:moveTo>
                  <a:pt x="0" y="349250"/>
                </a:moveTo>
                <a:lnTo>
                  <a:pt x="6711" y="281115"/>
                </a:lnTo>
                <a:lnTo>
                  <a:pt x="26585" y="215598"/>
                </a:lnTo>
                <a:lnTo>
                  <a:pt x="58859" y="155217"/>
                </a:lnTo>
                <a:lnTo>
                  <a:pt x="102293" y="102293"/>
                </a:lnTo>
                <a:lnTo>
                  <a:pt x="155217" y="58859"/>
                </a:lnTo>
                <a:lnTo>
                  <a:pt x="215598" y="26585"/>
                </a:lnTo>
                <a:lnTo>
                  <a:pt x="281115" y="6711"/>
                </a:lnTo>
                <a:lnTo>
                  <a:pt x="349250" y="0"/>
                </a:lnTo>
                <a:lnTo>
                  <a:pt x="2203450" y="0"/>
                </a:lnTo>
                <a:lnTo>
                  <a:pt x="2271585" y="6711"/>
                </a:lnTo>
                <a:lnTo>
                  <a:pt x="2337102" y="26585"/>
                </a:lnTo>
                <a:lnTo>
                  <a:pt x="2397483" y="58859"/>
                </a:lnTo>
                <a:lnTo>
                  <a:pt x="2450407" y="102293"/>
                </a:lnTo>
                <a:lnTo>
                  <a:pt x="2493841" y="155217"/>
                </a:lnTo>
                <a:lnTo>
                  <a:pt x="2526115" y="215598"/>
                </a:lnTo>
                <a:lnTo>
                  <a:pt x="2545989" y="281115"/>
                </a:lnTo>
                <a:lnTo>
                  <a:pt x="2552700" y="349250"/>
                </a:lnTo>
                <a:lnTo>
                  <a:pt x="2552700" y="577850"/>
                </a:lnTo>
                <a:lnTo>
                  <a:pt x="2551642" y="602192"/>
                </a:lnTo>
                <a:lnTo>
                  <a:pt x="2548467" y="624417"/>
                </a:lnTo>
                <a:lnTo>
                  <a:pt x="2543175" y="644525"/>
                </a:lnTo>
                <a:lnTo>
                  <a:pt x="2535767" y="662517"/>
                </a:lnTo>
                <a:lnTo>
                  <a:pt x="2526242" y="678392"/>
                </a:lnTo>
                <a:lnTo>
                  <a:pt x="2514600" y="692150"/>
                </a:lnTo>
                <a:lnTo>
                  <a:pt x="2500842" y="703792"/>
                </a:lnTo>
                <a:lnTo>
                  <a:pt x="2484967" y="713317"/>
                </a:lnTo>
                <a:lnTo>
                  <a:pt x="2466975" y="720725"/>
                </a:lnTo>
                <a:lnTo>
                  <a:pt x="2446867" y="726017"/>
                </a:lnTo>
                <a:lnTo>
                  <a:pt x="2424642" y="729192"/>
                </a:lnTo>
                <a:lnTo>
                  <a:pt x="2400300" y="730250"/>
                </a:lnTo>
                <a:lnTo>
                  <a:pt x="152400" y="730250"/>
                </a:lnTo>
                <a:lnTo>
                  <a:pt x="128058" y="729192"/>
                </a:lnTo>
                <a:lnTo>
                  <a:pt x="105833" y="726017"/>
                </a:lnTo>
                <a:lnTo>
                  <a:pt x="85725" y="720725"/>
                </a:lnTo>
                <a:lnTo>
                  <a:pt x="67733" y="713317"/>
                </a:lnTo>
                <a:lnTo>
                  <a:pt x="51858" y="703792"/>
                </a:lnTo>
                <a:lnTo>
                  <a:pt x="38100" y="692150"/>
                </a:lnTo>
                <a:lnTo>
                  <a:pt x="26458" y="678392"/>
                </a:lnTo>
                <a:lnTo>
                  <a:pt x="16933" y="662517"/>
                </a:lnTo>
                <a:lnTo>
                  <a:pt x="9525" y="644525"/>
                </a:lnTo>
                <a:lnTo>
                  <a:pt x="4233" y="624417"/>
                </a:lnTo>
                <a:lnTo>
                  <a:pt x="1058" y="602192"/>
                </a:lnTo>
                <a:lnTo>
                  <a:pt x="0" y="577850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112" name="!!text-8ki" descr="2:25"/>
          <p:cNvSpPr txBox="1"/>
          <p:nvPr/>
        </p:nvSpPr>
        <p:spPr>
          <a:xfrm>
            <a:off x="9020597" y="714883"/>
            <a:ext cx="253790" cy="1563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50" kern="0" dirty="0">
                <a:solidFill>
                  <a:srgbClr val="FFFFFF"/>
                </a:solidFill>
                <a:latin typeface="Noto Sans TC SemiBold"/>
                <a:ea typeface="Noto Sans TC SemiBold"/>
                <a:cs typeface="Noto Sans TC SemiBold"/>
              </a:rPr>
              <a:t>2:25</a:t>
            </a:r>
            <a:endParaRPr lang="zh-TW" sz="850"/>
          </a:p>
        </p:txBody>
      </p:sp>
      <p:sp>
        <p:nvSpPr>
          <p:cNvPr id="113" name="!!rect-8kn"/>
          <p:cNvSpPr/>
          <p:nvPr/>
        </p:nvSpPr>
        <p:spPr>
          <a:xfrm>
            <a:off x="10579100" y="808990"/>
            <a:ext cx="21590" cy="2667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14" name="!!rect-8ko"/>
          <p:cNvSpPr/>
          <p:nvPr/>
        </p:nvSpPr>
        <p:spPr>
          <a:xfrm>
            <a:off x="10612120" y="792480"/>
            <a:ext cx="21590" cy="4318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15" name="!!rect-8kp"/>
          <p:cNvSpPr/>
          <p:nvPr/>
        </p:nvSpPr>
        <p:spPr>
          <a:xfrm>
            <a:off x="10645140" y="775970"/>
            <a:ext cx="21590" cy="5969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16" name="!!rect-8kq"/>
          <p:cNvSpPr/>
          <p:nvPr/>
        </p:nvSpPr>
        <p:spPr>
          <a:xfrm>
            <a:off x="10678160" y="759460"/>
            <a:ext cx="21590" cy="7620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17" name="!!path-8kr"/>
          <p:cNvSpPr/>
          <p:nvPr/>
        </p:nvSpPr>
        <p:spPr>
          <a:xfrm>
            <a:off x="10763250" y="763570"/>
            <a:ext cx="95250" cy="70820"/>
          </a:xfrm>
          <a:custGeom>
            <a:avLst/>
            <a:gdLst/>
            <a:ahLst/>
            <a:cxnLst/>
            <a:rect l="l" t="t" r="r" b="b"/>
            <a:pathLst>
              <a:path w="95250" h="70820">
                <a:moveTo>
                  <a:pt x="47625" y="70820"/>
                </a:moveTo>
                <a:lnTo>
                  <a:pt x="31115" y="51135"/>
                </a:lnTo>
                <a:cubicBezTo>
                  <a:pt x="40714" y="43262"/>
                  <a:pt x="54536" y="43262"/>
                  <a:pt x="64135" y="51135"/>
                </a:cubicBezTo>
                <a:close/>
                <a:moveTo>
                  <a:pt x="0" y="23830"/>
                </a:moveTo>
                <a:cubicBezTo>
                  <a:pt x="27279" y="0"/>
                  <a:pt x="67971" y="0"/>
                  <a:pt x="95250" y="23830"/>
                </a:cubicBezTo>
                <a:lnTo>
                  <a:pt x="83820" y="37165"/>
                </a:lnTo>
                <a:cubicBezTo>
                  <a:pt x="63051" y="19153"/>
                  <a:pt x="32199" y="19153"/>
                  <a:pt x="11430" y="37165"/>
                </a:cubicBezTo>
                <a:close/>
                <a:moveTo>
                  <a:pt x="16510" y="43515"/>
                </a:moveTo>
                <a:cubicBezTo>
                  <a:pt x="34385" y="28089"/>
                  <a:pt x="60865" y="28089"/>
                  <a:pt x="78740" y="43515"/>
                </a:cubicBezTo>
                <a:lnTo>
                  <a:pt x="67310" y="56850"/>
                </a:lnTo>
                <a:cubicBezTo>
                  <a:pt x="55947" y="47238"/>
                  <a:pt x="39303" y="47238"/>
                  <a:pt x="27940" y="5685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18" name="!!rect-8ks"/>
          <p:cNvSpPr/>
          <p:nvPr/>
        </p:nvSpPr>
        <p:spPr>
          <a:xfrm>
            <a:off x="10902950" y="760730"/>
            <a:ext cx="161925" cy="78740"/>
          </a:xfrm>
          <a:prstGeom prst="roundRect">
            <a:avLst>
              <a:gd name="adj" fmla="val 32258"/>
            </a:avLst>
          </a:prstGeom>
          <a:noFill/>
          <a:ln w="6985" cap="flat">
            <a:solidFill>
              <a:srgbClr val="FFFFFF">
                <a:alpha val="38000"/>
              </a:srgbClr>
            </a:solidFill>
            <a:prstDash val="solid"/>
            <a:miter lim="800000"/>
          </a:ln>
        </p:spPr>
      </p:sp>
      <p:sp>
        <p:nvSpPr>
          <p:cNvPr id="119" name="!!rect-8kt"/>
          <p:cNvSpPr/>
          <p:nvPr/>
        </p:nvSpPr>
        <p:spPr>
          <a:xfrm>
            <a:off x="10916285" y="774065"/>
            <a:ext cx="110909" cy="52070"/>
          </a:xfrm>
          <a:prstGeom prst="roundRect">
            <a:avLst>
              <a:gd name="adj" fmla="val 26829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20" name="!!path-8ku"/>
          <p:cNvSpPr/>
          <p:nvPr/>
        </p:nvSpPr>
        <p:spPr>
          <a:xfrm>
            <a:off x="11074400" y="786130"/>
            <a:ext cx="10345" cy="27940"/>
          </a:xfrm>
          <a:custGeom>
            <a:avLst/>
            <a:gdLst/>
            <a:ahLst/>
            <a:cxnLst/>
            <a:rect l="l" t="t" r="r" b="b"/>
            <a:pathLst>
              <a:path w="10345" h="27940">
                <a:moveTo>
                  <a:pt x="0" y="0"/>
                </a:moveTo>
                <a:lnTo>
                  <a:pt x="0" y="27940"/>
                </a:lnTo>
                <a:cubicBezTo>
                  <a:pt x="6146" y="26066"/>
                  <a:pt x="10345" y="20395"/>
                  <a:pt x="10345" y="13970"/>
                </a:cubicBezTo>
                <a:cubicBezTo>
                  <a:pt x="10345" y="7545"/>
                  <a:pt x="6146" y="1874"/>
                  <a:pt x="0" y="0"/>
                </a:cubicBezTo>
                <a:close/>
              </a:path>
            </a:pathLst>
          </a:custGeom>
          <a:solidFill>
            <a:srgbClr val="FFFFFF">
              <a:alpha val="45000"/>
            </a:srgbClr>
          </a:solidFill>
          <a:ln>
            <a:noFill/>
          </a:ln>
        </p:spPr>
      </p:sp>
      <p:sp>
        <p:nvSpPr>
          <p:cNvPr id="121" name="!!path-8kv"/>
          <p:cNvSpPr/>
          <p:nvPr/>
        </p:nvSpPr>
        <p:spPr>
          <a:xfrm>
            <a:off x="8845537" y="1109129"/>
            <a:ext cx="62258" cy="105791"/>
          </a:xfrm>
          <a:custGeom>
            <a:avLst/>
            <a:gdLst/>
            <a:ahLst/>
            <a:cxnLst/>
            <a:rect l="l" t="t" r="r" b="b"/>
            <a:pathLst>
              <a:path w="62258" h="105791">
                <a:moveTo>
                  <a:pt x="62258" y="9363"/>
                </a:moveTo>
                <a:lnTo>
                  <a:pt x="52896" y="0"/>
                </a:lnTo>
                <a:lnTo>
                  <a:pt x="0" y="52896"/>
                </a:lnTo>
                <a:lnTo>
                  <a:pt x="52896" y="105791"/>
                </a:lnTo>
                <a:lnTo>
                  <a:pt x="62258" y="96429"/>
                </a:lnTo>
                <a:lnTo>
                  <a:pt x="18725" y="5289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22" name="!!path-8kw"/>
          <p:cNvSpPr/>
          <p:nvPr/>
        </p:nvSpPr>
        <p:spPr>
          <a:xfrm>
            <a:off x="9732753" y="1103840"/>
            <a:ext cx="95212" cy="100501"/>
          </a:xfrm>
          <a:custGeom>
            <a:avLst/>
            <a:gdLst/>
            <a:ahLst/>
            <a:cxnLst/>
            <a:rect l="l" t="t" r="r" b="b"/>
            <a:pathLst>
              <a:path w="95212" h="100501">
                <a:moveTo>
                  <a:pt x="47606" y="0"/>
                </a:moveTo>
                <a:cubicBezTo>
                  <a:pt x="21317" y="0"/>
                  <a:pt x="0" y="21317"/>
                  <a:pt x="0" y="47606"/>
                </a:cubicBezTo>
                <a:lnTo>
                  <a:pt x="0" y="84633"/>
                </a:lnTo>
                <a:cubicBezTo>
                  <a:pt x="0" y="93413"/>
                  <a:pt x="7088" y="100501"/>
                  <a:pt x="15869" y="100501"/>
                </a:cubicBezTo>
                <a:lnTo>
                  <a:pt x="31737" y="100501"/>
                </a:lnTo>
                <a:lnTo>
                  <a:pt x="31737" y="58185"/>
                </a:lnTo>
                <a:lnTo>
                  <a:pt x="10579" y="58185"/>
                </a:lnTo>
                <a:lnTo>
                  <a:pt x="10579" y="47606"/>
                </a:lnTo>
                <a:cubicBezTo>
                  <a:pt x="10579" y="27135"/>
                  <a:pt x="27135" y="10579"/>
                  <a:pt x="47606" y="10579"/>
                </a:cubicBezTo>
                <a:cubicBezTo>
                  <a:pt x="68077" y="10579"/>
                  <a:pt x="84633" y="27135"/>
                  <a:pt x="84633" y="47606"/>
                </a:cubicBezTo>
                <a:lnTo>
                  <a:pt x="84633" y="58185"/>
                </a:lnTo>
                <a:lnTo>
                  <a:pt x="63475" y="58185"/>
                </a:lnTo>
                <a:lnTo>
                  <a:pt x="63475" y="100501"/>
                </a:lnTo>
                <a:lnTo>
                  <a:pt x="79343" y="100501"/>
                </a:lnTo>
                <a:cubicBezTo>
                  <a:pt x="88124" y="100501"/>
                  <a:pt x="95212" y="93413"/>
                  <a:pt x="95212" y="84633"/>
                </a:cubicBezTo>
                <a:lnTo>
                  <a:pt x="95212" y="47606"/>
                </a:lnTo>
                <a:cubicBezTo>
                  <a:pt x="95212" y="21317"/>
                  <a:pt x="73895" y="0"/>
                  <a:pt x="4760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23" name="!!text-8kx" descr="AI 客服"/>
          <p:cNvSpPr txBox="1"/>
          <p:nvPr/>
        </p:nvSpPr>
        <p:spPr>
          <a:xfrm>
            <a:off x="9894684" y="1070737"/>
            <a:ext cx="399821" cy="16550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1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AI 客服</a:t>
            </a:r>
            <a:endParaRPr lang="zh-TW" sz="900"/>
          </a:p>
        </p:txBody>
      </p:sp>
      <p:sp>
        <p:nvSpPr>
          <p:cNvPr id="124" name="!!circle-8l6"/>
          <p:cNvSpPr/>
          <p:nvPr/>
        </p:nvSpPr>
        <p:spPr>
          <a:xfrm>
            <a:off x="8813800" y="1473200"/>
            <a:ext cx="190500" cy="190500"/>
          </a:xfrm>
          <a:prstGeom prst="ellipse">
            <a:avLst/>
          </a:prstGeom>
          <a:solidFill>
            <a:srgbClr val="627D8D">
              <a:alpha val="14000"/>
            </a:srgbClr>
          </a:solidFill>
          <a:ln>
            <a:noFill/>
          </a:ln>
        </p:spPr>
      </p:sp>
      <p:sp>
        <p:nvSpPr>
          <p:cNvPr id="125" name="!!path-8l7"/>
          <p:cNvSpPr/>
          <p:nvPr/>
        </p:nvSpPr>
        <p:spPr>
          <a:xfrm>
            <a:off x="8856663" y="1516063"/>
            <a:ext cx="104775" cy="104775"/>
          </a:xfrm>
          <a:custGeom>
            <a:avLst/>
            <a:gdLst/>
            <a:ahLst/>
            <a:cxnLst/>
            <a:rect l="l" t="t" r="r" b="b"/>
            <a:pathLst>
              <a:path w="104775" h="104775">
                <a:moveTo>
                  <a:pt x="85725" y="38100"/>
                </a:moveTo>
                <a:lnTo>
                  <a:pt x="91678" y="25003"/>
                </a:lnTo>
                <a:lnTo>
                  <a:pt x="104775" y="19050"/>
                </a:lnTo>
                <a:lnTo>
                  <a:pt x="91678" y="13097"/>
                </a:lnTo>
                <a:lnTo>
                  <a:pt x="85725" y="0"/>
                </a:lnTo>
                <a:lnTo>
                  <a:pt x="79772" y="13097"/>
                </a:lnTo>
                <a:lnTo>
                  <a:pt x="66675" y="19050"/>
                </a:lnTo>
                <a:lnTo>
                  <a:pt x="79772" y="25003"/>
                </a:lnTo>
                <a:lnTo>
                  <a:pt x="85725" y="38100"/>
                </a:lnTo>
                <a:close/>
                <a:moveTo>
                  <a:pt x="50006" y="40481"/>
                </a:moveTo>
                <a:lnTo>
                  <a:pt x="38100" y="14288"/>
                </a:lnTo>
                <a:lnTo>
                  <a:pt x="26194" y="40481"/>
                </a:lnTo>
                <a:lnTo>
                  <a:pt x="0" y="52388"/>
                </a:lnTo>
                <a:lnTo>
                  <a:pt x="26194" y="64294"/>
                </a:lnTo>
                <a:lnTo>
                  <a:pt x="38100" y="90488"/>
                </a:lnTo>
                <a:lnTo>
                  <a:pt x="50006" y="64294"/>
                </a:lnTo>
                <a:lnTo>
                  <a:pt x="76200" y="52388"/>
                </a:lnTo>
                <a:lnTo>
                  <a:pt x="50006" y="40481"/>
                </a:lnTo>
                <a:close/>
                <a:moveTo>
                  <a:pt x="85725" y="66675"/>
                </a:moveTo>
                <a:lnTo>
                  <a:pt x="79772" y="79772"/>
                </a:lnTo>
                <a:lnTo>
                  <a:pt x="66675" y="85725"/>
                </a:lnTo>
                <a:lnTo>
                  <a:pt x="79772" y="91678"/>
                </a:lnTo>
                <a:lnTo>
                  <a:pt x="85725" y="104775"/>
                </a:lnTo>
                <a:lnTo>
                  <a:pt x="91678" y="91678"/>
                </a:lnTo>
                <a:lnTo>
                  <a:pt x="104775" y="85725"/>
                </a:lnTo>
                <a:lnTo>
                  <a:pt x="91678" y="79772"/>
                </a:lnTo>
                <a:lnTo>
                  <a:pt x="85725" y="66675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126" name="!!rect-8l8"/>
          <p:cNvSpPr/>
          <p:nvPr/>
        </p:nvSpPr>
        <p:spPr>
          <a:xfrm>
            <a:off x="9055100" y="1473200"/>
            <a:ext cx="1416050" cy="257175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27" name="!!text-8l9" descr="請問有什麼需要協助的地方？"/>
          <p:cNvSpPr txBox="1"/>
          <p:nvPr/>
        </p:nvSpPr>
        <p:spPr>
          <a:xfrm>
            <a:off x="9144000" y="1527810"/>
            <a:ext cx="1266825" cy="1379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0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請問有什麼需要協助的地方？</a:t>
            </a:r>
            <a:endParaRPr lang="zh-TW" sz="750"/>
          </a:p>
        </p:txBody>
      </p:sp>
      <p:sp>
        <p:nvSpPr>
          <p:cNvPr id="128" name="!!rect-8lr"/>
          <p:cNvSpPr/>
          <p:nvPr/>
        </p:nvSpPr>
        <p:spPr>
          <a:xfrm>
            <a:off x="9144000" y="1854200"/>
            <a:ext cx="777875" cy="215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129" name="!!text-8ls" descr="如何上架書籍？"/>
          <p:cNvSpPr txBox="1"/>
          <p:nvPr/>
        </p:nvSpPr>
        <p:spPr>
          <a:xfrm>
            <a:off x="9232900" y="1890776"/>
            <a:ext cx="648970" cy="12872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00" kern="0" dirty="0">
                <a:solidFill>
                  <a:srgbClr val="151E27"/>
                </a:solidFill>
                <a:latin typeface="Noto Sans TC Medium"/>
                <a:ea typeface="Noto Sans TC Medium"/>
                <a:cs typeface="Noto Sans TC Medium"/>
              </a:rPr>
              <a:t>如何上架書籍？</a:t>
            </a:r>
            <a:endParaRPr lang="zh-TW" sz="700"/>
          </a:p>
        </p:txBody>
      </p:sp>
      <p:sp>
        <p:nvSpPr>
          <p:cNvPr id="130" name="!!rect-8m4"/>
          <p:cNvSpPr/>
          <p:nvPr/>
        </p:nvSpPr>
        <p:spPr>
          <a:xfrm>
            <a:off x="10160000" y="1854200"/>
            <a:ext cx="863600" cy="215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131" name="!!text-8m5" descr="如何至書櫃取書？"/>
          <p:cNvSpPr txBox="1"/>
          <p:nvPr/>
        </p:nvSpPr>
        <p:spPr>
          <a:xfrm>
            <a:off x="10248900" y="1890776"/>
            <a:ext cx="737870" cy="12872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00" kern="0" dirty="0">
                <a:solidFill>
                  <a:srgbClr val="151E27"/>
                </a:solidFill>
                <a:latin typeface="Noto Sans TC Medium"/>
                <a:ea typeface="Noto Sans TC Medium"/>
                <a:cs typeface="Noto Sans TC Medium"/>
              </a:rPr>
              <a:t>如何至書櫃取書？</a:t>
            </a:r>
            <a:endParaRPr lang="zh-TW" sz="700"/>
          </a:p>
        </p:txBody>
      </p:sp>
      <p:sp>
        <p:nvSpPr>
          <p:cNvPr id="132" name="!!rect-8mi"/>
          <p:cNvSpPr/>
          <p:nvPr/>
        </p:nvSpPr>
        <p:spPr>
          <a:xfrm>
            <a:off x="9144000" y="2133600"/>
            <a:ext cx="777875" cy="215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133" name="!!text-8mj" descr="如何申請退款？"/>
          <p:cNvSpPr txBox="1"/>
          <p:nvPr/>
        </p:nvSpPr>
        <p:spPr>
          <a:xfrm>
            <a:off x="9232900" y="2170176"/>
            <a:ext cx="648970" cy="12872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00" kern="0" dirty="0">
                <a:solidFill>
                  <a:srgbClr val="151E27"/>
                </a:solidFill>
                <a:latin typeface="Noto Sans TC Medium"/>
                <a:ea typeface="Noto Sans TC Medium"/>
                <a:cs typeface="Noto Sans TC Medium"/>
              </a:rPr>
              <a:t>如何申請退款？</a:t>
            </a:r>
            <a:endParaRPr lang="zh-TW" sz="700"/>
          </a:p>
        </p:txBody>
      </p:sp>
      <p:sp>
        <p:nvSpPr>
          <p:cNvPr id="134" name="!!rect-8mv"/>
          <p:cNvSpPr/>
          <p:nvPr/>
        </p:nvSpPr>
        <p:spPr>
          <a:xfrm>
            <a:off x="10160000" y="2133600"/>
            <a:ext cx="777875" cy="215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135" name="!!text-8mw" descr="代幣如何使用？"/>
          <p:cNvSpPr txBox="1"/>
          <p:nvPr/>
        </p:nvSpPr>
        <p:spPr>
          <a:xfrm>
            <a:off x="10248900" y="2170176"/>
            <a:ext cx="648970" cy="12872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00" kern="0" dirty="0">
                <a:solidFill>
                  <a:srgbClr val="151E27"/>
                </a:solidFill>
                <a:latin typeface="Noto Sans TC Medium"/>
                <a:ea typeface="Noto Sans TC Medium"/>
                <a:cs typeface="Noto Sans TC Medium"/>
              </a:rPr>
              <a:t>代幣如何使用？</a:t>
            </a:r>
            <a:endParaRPr lang="zh-TW" sz="700"/>
          </a:p>
        </p:txBody>
      </p:sp>
      <p:sp>
        <p:nvSpPr>
          <p:cNvPr id="136" name="!!rect-8n8"/>
          <p:cNvSpPr/>
          <p:nvPr/>
        </p:nvSpPr>
        <p:spPr>
          <a:xfrm>
            <a:off x="9937750" y="2514600"/>
            <a:ext cx="1225550" cy="254000"/>
          </a:xfrm>
          <a:prstGeom prst="roundRect">
            <a:avLst>
              <a:gd name="adj" fmla="val 45000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137" name="!!text-8n9" descr="賣出的書什麼時候撥款？"/>
          <p:cNvSpPr txBox="1"/>
          <p:nvPr/>
        </p:nvSpPr>
        <p:spPr>
          <a:xfrm>
            <a:off x="10026650" y="2569210"/>
            <a:ext cx="1076325" cy="1379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0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賣出的書什麼時候撥款？</a:t>
            </a:r>
            <a:endParaRPr lang="zh-TW" sz="750"/>
          </a:p>
        </p:txBody>
      </p:sp>
      <p:sp>
        <p:nvSpPr>
          <p:cNvPr id="138" name="!!circle-8nn"/>
          <p:cNvSpPr/>
          <p:nvPr/>
        </p:nvSpPr>
        <p:spPr>
          <a:xfrm>
            <a:off x="8813800" y="2971800"/>
            <a:ext cx="190500" cy="190500"/>
          </a:xfrm>
          <a:prstGeom prst="ellipse">
            <a:avLst/>
          </a:prstGeom>
          <a:solidFill>
            <a:srgbClr val="627D8D">
              <a:alpha val="14000"/>
            </a:srgbClr>
          </a:solidFill>
          <a:ln>
            <a:noFill/>
          </a:ln>
        </p:spPr>
      </p:sp>
      <p:sp>
        <p:nvSpPr>
          <p:cNvPr id="139" name="!!path-8no"/>
          <p:cNvSpPr/>
          <p:nvPr/>
        </p:nvSpPr>
        <p:spPr>
          <a:xfrm>
            <a:off x="8856663" y="3014663"/>
            <a:ext cx="104775" cy="104775"/>
          </a:xfrm>
          <a:custGeom>
            <a:avLst/>
            <a:gdLst/>
            <a:ahLst/>
            <a:cxnLst/>
            <a:rect l="l" t="t" r="r" b="b"/>
            <a:pathLst>
              <a:path w="104775" h="104775">
                <a:moveTo>
                  <a:pt x="85725" y="38100"/>
                </a:moveTo>
                <a:lnTo>
                  <a:pt x="91678" y="25003"/>
                </a:lnTo>
                <a:lnTo>
                  <a:pt x="104775" y="19050"/>
                </a:lnTo>
                <a:lnTo>
                  <a:pt x="91678" y="13097"/>
                </a:lnTo>
                <a:lnTo>
                  <a:pt x="85725" y="0"/>
                </a:lnTo>
                <a:lnTo>
                  <a:pt x="79772" y="13097"/>
                </a:lnTo>
                <a:lnTo>
                  <a:pt x="66675" y="19050"/>
                </a:lnTo>
                <a:lnTo>
                  <a:pt x="79772" y="25003"/>
                </a:lnTo>
                <a:lnTo>
                  <a:pt x="85725" y="38100"/>
                </a:lnTo>
                <a:close/>
                <a:moveTo>
                  <a:pt x="50006" y="40481"/>
                </a:moveTo>
                <a:lnTo>
                  <a:pt x="38100" y="14288"/>
                </a:lnTo>
                <a:lnTo>
                  <a:pt x="26194" y="40481"/>
                </a:lnTo>
                <a:lnTo>
                  <a:pt x="0" y="52388"/>
                </a:lnTo>
                <a:lnTo>
                  <a:pt x="26194" y="64294"/>
                </a:lnTo>
                <a:lnTo>
                  <a:pt x="38100" y="90488"/>
                </a:lnTo>
                <a:lnTo>
                  <a:pt x="50006" y="64294"/>
                </a:lnTo>
                <a:lnTo>
                  <a:pt x="76200" y="52388"/>
                </a:lnTo>
                <a:lnTo>
                  <a:pt x="50006" y="40481"/>
                </a:lnTo>
                <a:close/>
                <a:moveTo>
                  <a:pt x="85725" y="66675"/>
                </a:moveTo>
                <a:lnTo>
                  <a:pt x="79772" y="79772"/>
                </a:lnTo>
                <a:lnTo>
                  <a:pt x="66675" y="85725"/>
                </a:lnTo>
                <a:lnTo>
                  <a:pt x="79772" y="91678"/>
                </a:lnTo>
                <a:lnTo>
                  <a:pt x="85725" y="104775"/>
                </a:lnTo>
                <a:lnTo>
                  <a:pt x="91678" y="91678"/>
                </a:lnTo>
                <a:lnTo>
                  <a:pt x="104775" y="85725"/>
                </a:lnTo>
                <a:lnTo>
                  <a:pt x="91678" y="79772"/>
                </a:lnTo>
                <a:lnTo>
                  <a:pt x="85725" y="66675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140" name="!!rect-8np"/>
          <p:cNvSpPr/>
          <p:nvPr/>
        </p:nvSpPr>
        <p:spPr>
          <a:xfrm>
            <a:off x="9055100" y="2971800"/>
            <a:ext cx="444500" cy="25400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41" name="!!circle-8nq"/>
          <p:cNvSpPr/>
          <p:nvPr/>
        </p:nvSpPr>
        <p:spPr>
          <a:xfrm>
            <a:off x="9169400" y="3073400"/>
            <a:ext cx="50800" cy="50800"/>
          </a:xfrm>
          <a:prstGeom prst="ellipse">
            <a:avLst/>
          </a:prstGeom>
          <a:solidFill>
            <a:srgbClr val="BDBDBD">
              <a:alpha val="53334"/>
            </a:srgbClr>
          </a:solidFill>
          <a:ln>
            <a:noFill/>
          </a:ln>
        </p:spPr>
      </p:sp>
      <p:sp>
        <p:nvSpPr>
          <p:cNvPr id="142" name="!!circle-8ns"/>
          <p:cNvSpPr/>
          <p:nvPr/>
        </p:nvSpPr>
        <p:spPr>
          <a:xfrm>
            <a:off x="9251950" y="3073400"/>
            <a:ext cx="50800" cy="50800"/>
          </a:xfrm>
          <a:prstGeom prst="ellipse">
            <a:avLst/>
          </a:prstGeom>
          <a:solidFill>
            <a:srgbClr val="BDBDBD">
              <a:alpha val="30000"/>
            </a:srgbClr>
          </a:solidFill>
          <a:ln>
            <a:noFill/>
          </a:ln>
        </p:spPr>
      </p:sp>
      <p:sp>
        <p:nvSpPr>
          <p:cNvPr id="143" name="!!circle-8nu"/>
          <p:cNvSpPr/>
          <p:nvPr/>
        </p:nvSpPr>
        <p:spPr>
          <a:xfrm>
            <a:off x="9334500" y="3073400"/>
            <a:ext cx="50800" cy="50800"/>
          </a:xfrm>
          <a:prstGeom prst="ellipse">
            <a:avLst/>
          </a:prstGeom>
          <a:solidFill>
            <a:srgbClr val="BDBDBD">
              <a:alpha val="30000"/>
            </a:srgbClr>
          </a:solidFill>
          <a:ln>
            <a:noFill/>
          </a:ln>
        </p:spPr>
      </p:sp>
      <p:sp>
        <p:nvSpPr>
          <p:cNvPr id="144" name="!!rect-8q7"/>
          <p:cNvSpPr/>
          <p:nvPr/>
        </p:nvSpPr>
        <p:spPr>
          <a:xfrm>
            <a:off x="8712200" y="5524500"/>
            <a:ext cx="2552700" cy="635000"/>
          </a:xfrm>
          <a:custGeom>
            <a:avLst/>
            <a:gdLst/>
            <a:ahLst/>
            <a:cxnLst/>
            <a:rect l="l" t="t" r="r" b="b"/>
            <a:pathLst>
              <a:path w="2552700" h="635000">
                <a:moveTo>
                  <a:pt x="0" y="0"/>
                </a:moveTo>
                <a:lnTo>
                  <a:pt x="2552700" y="0"/>
                </a:lnTo>
                <a:lnTo>
                  <a:pt x="2552700" y="317500"/>
                </a:lnTo>
                <a:cubicBezTo>
                  <a:pt x="2552700" y="492850"/>
                  <a:pt x="2410550" y="635000"/>
                  <a:pt x="2235200" y="635000"/>
                </a:cubicBezTo>
                <a:lnTo>
                  <a:pt x="317500" y="635000"/>
                </a:lnTo>
                <a:cubicBezTo>
                  <a:pt x="142150" y="635000"/>
                  <a:pt x="0" y="492850"/>
                  <a:pt x="0" y="317500"/>
                </a:cubicBez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45" name="!!rect-8q8"/>
          <p:cNvSpPr/>
          <p:nvPr/>
        </p:nvSpPr>
        <p:spPr>
          <a:xfrm>
            <a:off x="8813800" y="5588000"/>
            <a:ext cx="2019300" cy="304800"/>
          </a:xfrm>
          <a:prstGeom prst="roundRect">
            <a:avLst>
              <a:gd name="adj" fmla="val 50000"/>
            </a:avLst>
          </a:prstGeom>
          <a:solidFill>
            <a:srgbClr val="F3F5F7"/>
          </a:solidFill>
          <a:ln>
            <a:noFill/>
          </a:ln>
        </p:spPr>
      </p:sp>
      <p:sp>
        <p:nvSpPr>
          <p:cNvPr id="146" name="!!circle-8q9"/>
          <p:cNvSpPr/>
          <p:nvPr/>
        </p:nvSpPr>
        <p:spPr>
          <a:xfrm>
            <a:off x="10871200" y="5600700"/>
            <a:ext cx="279400" cy="279400"/>
          </a:xfrm>
          <a:prstGeom prst="ellipse">
            <a:avLst/>
          </a:prstGeom>
          <a:solidFill>
            <a:srgbClr val="627D8D"/>
          </a:solidFill>
          <a:ln>
            <a:noFill/>
          </a:ln>
        </p:spPr>
      </p:sp>
      <p:sp>
        <p:nvSpPr>
          <p:cNvPr id="147" name="!!path-8qa"/>
          <p:cNvSpPr/>
          <p:nvPr/>
        </p:nvSpPr>
        <p:spPr>
          <a:xfrm>
            <a:off x="10952696" y="5688019"/>
            <a:ext cx="122282" cy="104813"/>
          </a:xfrm>
          <a:custGeom>
            <a:avLst/>
            <a:gdLst/>
            <a:ahLst/>
            <a:cxnLst/>
            <a:rect l="l" t="t" r="r" b="b"/>
            <a:pathLst>
              <a:path w="122282" h="104813">
                <a:moveTo>
                  <a:pt x="58" y="104813"/>
                </a:moveTo>
                <a:lnTo>
                  <a:pt x="122282" y="52407"/>
                </a:lnTo>
                <a:lnTo>
                  <a:pt x="58" y="0"/>
                </a:lnTo>
                <a:lnTo>
                  <a:pt x="0" y="40761"/>
                </a:lnTo>
                <a:lnTo>
                  <a:pt x="87344" y="52407"/>
                </a:lnTo>
                <a:lnTo>
                  <a:pt x="0" y="6405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48" name="!!text-8qb" descr="輸入問題"/>
          <p:cNvSpPr txBox="1"/>
          <p:nvPr/>
        </p:nvSpPr>
        <p:spPr>
          <a:xfrm>
            <a:off x="8928100" y="5668010"/>
            <a:ext cx="409575" cy="1379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0" kern="0" dirty="0">
                <a:solidFill>
                  <a:srgbClr val="BDBDBD"/>
                </a:solidFill>
                <a:latin typeface="Noto Sans TC"/>
                <a:ea typeface="Noto Sans TC"/>
                <a:cs typeface="Noto Sans TC"/>
              </a:rPr>
              <a:t>輸入問題</a:t>
            </a:r>
            <a:endParaRPr lang="zh-TW" sz="750"/>
          </a:p>
        </p:txBody>
      </p:sp>
      <p:sp>
        <p:nvSpPr>
          <p:cNvPr id="149" name="!!rect-8qg"/>
          <p:cNvSpPr/>
          <p:nvPr/>
        </p:nvSpPr>
        <p:spPr>
          <a:xfrm>
            <a:off x="9531350" y="6076950"/>
            <a:ext cx="914400" cy="31750"/>
          </a:xfrm>
          <a:prstGeom prst="roundRect">
            <a:avLst>
              <a:gd name="adj" fmla="val 50000"/>
            </a:avLst>
          </a:prstGeom>
          <a:solidFill>
            <a:srgbClr val="000000">
              <a:alpha val="90000"/>
            </a:srgbClr>
          </a:solidFill>
          <a:ln>
            <a:noFill/>
          </a:ln>
        </p:spPr>
      </p:sp>
      <p:sp>
        <p:nvSpPr>
          <p:cNvPr id="150" name="!!rect-8qh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10000"/>
                </a:srgbClr>
              </a:gs>
              <a:gs pos="30762">
                <a:srgbClr val="FFFFFF">
                  <a:alpha val="2000"/>
                </a:srgbClr>
              </a:gs>
              <a:gs pos="31723">
                <a:srgbClr val="FFFFFF">
                  <a:alpha val="0"/>
                </a:srgbClr>
              </a:gs>
              <a:gs pos="9613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4329186" scaled="0"/>
          </a:gradFill>
          <a:ln>
            <a:noFill/>
          </a:ln>
        </p:spPr>
      </p:sp>
      <p:sp>
        <p:nvSpPr>
          <p:cNvPr id="151" name="!!rect-8qk"/>
          <p:cNvSpPr/>
          <p:nvPr/>
        </p:nvSpPr>
        <p:spPr>
          <a:xfrm>
            <a:off x="9728200" y="679450"/>
            <a:ext cx="520700" cy="23495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</p:spPr>
      </p:sp>
      <p:sp>
        <p:nvSpPr>
          <p:cNvPr id="152" name="!!circle-8ql"/>
          <p:cNvSpPr/>
          <p:nvPr/>
        </p:nvSpPr>
        <p:spPr>
          <a:xfrm>
            <a:off x="10088880" y="757555"/>
            <a:ext cx="78740" cy="78740"/>
          </a:xfrm>
          <a:prstGeom prst="ellipse">
            <a:avLst/>
          </a:prstGeom>
          <a:solidFill>
            <a:srgbClr val="0A0F16"/>
          </a:solidFill>
          <a:ln>
            <a:noFill/>
          </a:ln>
        </p:spPr>
      </p:sp>
      <p:sp>
        <p:nvSpPr>
          <p:cNvPr id="153" name="!!circle-8qm"/>
          <p:cNvSpPr/>
          <p:nvPr/>
        </p:nvSpPr>
        <p:spPr>
          <a:xfrm>
            <a:off x="10107930" y="776605"/>
            <a:ext cx="40640" cy="40640"/>
          </a:xfrm>
          <a:prstGeom prst="ellipse">
            <a:avLst/>
          </a:prstGeom>
          <a:solidFill>
            <a:srgbClr val="111B28"/>
          </a:solidFill>
          <a:ln>
            <a:noFill/>
          </a:ln>
        </p:spPr>
      </p:sp>
      <p:sp>
        <p:nvSpPr>
          <p:cNvPr id="154" name="!!circle-8qn"/>
          <p:cNvSpPr/>
          <p:nvPr/>
        </p:nvSpPr>
        <p:spPr>
          <a:xfrm>
            <a:off x="10130155" y="781685"/>
            <a:ext cx="13970" cy="13970"/>
          </a:xfrm>
          <a:prstGeom prst="ellipse">
            <a:avLst/>
          </a:prstGeom>
          <a:solidFill>
            <a:srgbClr val="3A5070">
              <a:alpha val="80000"/>
            </a:srgbClr>
          </a:solidFill>
          <a:ln>
            <a:noFill/>
          </a:ln>
        </p:spPr>
      </p:sp>
      <p:sp>
        <p:nvSpPr>
          <p:cNvPr id="155" name="!!path-9ic"/>
          <p:cNvSpPr/>
          <p:nvPr/>
        </p:nvSpPr>
        <p:spPr>
          <a:xfrm>
            <a:off x="381000" y="306527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56" name="!!path-9id"/>
          <p:cNvSpPr/>
          <p:nvPr/>
        </p:nvSpPr>
        <p:spPr>
          <a:xfrm>
            <a:off x="381000" y="308153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57" name="!!path-9ie"/>
          <p:cNvSpPr/>
          <p:nvPr/>
        </p:nvSpPr>
        <p:spPr>
          <a:xfrm>
            <a:off x="381000" y="309778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58" name="!!path-9if"/>
          <p:cNvSpPr/>
          <p:nvPr/>
        </p:nvSpPr>
        <p:spPr>
          <a:xfrm>
            <a:off x="381000" y="311404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59" name="!!path-9ig"/>
          <p:cNvSpPr/>
          <p:nvPr/>
        </p:nvSpPr>
        <p:spPr>
          <a:xfrm>
            <a:off x="381000" y="313030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60" name="!!path-9ih"/>
          <p:cNvSpPr/>
          <p:nvPr/>
        </p:nvSpPr>
        <p:spPr>
          <a:xfrm>
            <a:off x="381000" y="314655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61" name="!!path-9ii"/>
          <p:cNvSpPr/>
          <p:nvPr/>
        </p:nvSpPr>
        <p:spPr>
          <a:xfrm>
            <a:off x="381000" y="316281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62" name="!!path-9ij"/>
          <p:cNvSpPr/>
          <p:nvPr/>
        </p:nvSpPr>
        <p:spPr>
          <a:xfrm>
            <a:off x="381000" y="317906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63" name="!!path-9ik"/>
          <p:cNvSpPr/>
          <p:nvPr/>
        </p:nvSpPr>
        <p:spPr>
          <a:xfrm>
            <a:off x="419608" y="269342"/>
            <a:ext cx="128422" cy="122936"/>
          </a:xfrm>
          <a:custGeom>
            <a:avLst/>
            <a:gdLst/>
            <a:ahLst/>
            <a:cxnLst/>
            <a:rect l="l" t="t" r="r" b="b"/>
            <a:pathLst>
              <a:path w="128422" h="122936">
                <a:moveTo>
                  <a:pt x="0" y="17678"/>
                </a:moveTo>
                <a:lnTo>
                  <a:pt x="8128" y="5080"/>
                </a:lnTo>
                <a:cubicBezTo>
                  <a:pt x="32512" y="0"/>
                  <a:pt x="73152" y="7112"/>
                  <a:pt x="101600" y="26416"/>
                </a:cubicBezTo>
                <a:cubicBezTo>
                  <a:pt x="116840" y="37186"/>
                  <a:pt x="124968" y="49784"/>
                  <a:pt x="128422" y="62992"/>
                </a:cubicBezTo>
                <a:lnTo>
                  <a:pt x="128422" y="122936"/>
                </a:lnTo>
                <a:lnTo>
                  <a:pt x="0" y="1229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64" name="!!path-9il"/>
          <p:cNvSpPr/>
          <p:nvPr/>
        </p:nvSpPr>
        <p:spPr>
          <a:xfrm>
            <a:off x="419608" y="269342"/>
            <a:ext cx="128422" cy="62992"/>
          </a:xfrm>
          <a:custGeom>
            <a:avLst/>
            <a:gdLst/>
            <a:ahLst/>
            <a:cxnLst/>
            <a:rect l="l" t="t" r="r" b="b"/>
            <a:pathLst>
              <a:path w="128422" h="62992" fill="none">
                <a:moveTo>
                  <a:pt x="128422" y="62992"/>
                </a:moveTo>
                <a:cubicBezTo>
                  <a:pt x="124968" y="49784"/>
                  <a:pt x="116840" y="37186"/>
                  <a:pt x="101600" y="26416"/>
                </a:cubicBezTo>
                <a:cubicBezTo>
                  <a:pt x="73152" y="7112"/>
                  <a:pt x="32512" y="0"/>
                  <a:pt x="8128" y="5080"/>
                </a:cubicBezTo>
                <a:lnTo>
                  <a:pt x="0" y="1767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65" name="!!path-9im"/>
          <p:cNvSpPr/>
          <p:nvPr/>
        </p:nvSpPr>
        <p:spPr>
          <a:xfrm>
            <a:off x="407010" y="281534"/>
            <a:ext cx="141021" cy="110744"/>
          </a:xfrm>
          <a:custGeom>
            <a:avLst/>
            <a:gdLst/>
            <a:ahLst/>
            <a:cxnLst/>
            <a:rect l="l" t="t" r="r" b="b"/>
            <a:pathLst>
              <a:path w="141021" h="110744">
                <a:moveTo>
                  <a:pt x="0" y="22352"/>
                </a:moveTo>
                <a:lnTo>
                  <a:pt x="6502" y="6502"/>
                </a:lnTo>
                <a:cubicBezTo>
                  <a:pt x="36982" y="0"/>
                  <a:pt x="79654" y="7112"/>
                  <a:pt x="110134" y="25400"/>
                </a:cubicBezTo>
                <a:cubicBezTo>
                  <a:pt x="126390" y="35154"/>
                  <a:pt x="136550" y="49784"/>
                  <a:pt x="141021" y="62992"/>
                </a:cubicBezTo>
                <a:lnTo>
                  <a:pt x="141021" y="110744"/>
                </a:lnTo>
                <a:lnTo>
                  <a:pt x="0" y="110744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66" name="!!path-9in"/>
          <p:cNvSpPr/>
          <p:nvPr/>
        </p:nvSpPr>
        <p:spPr>
          <a:xfrm>
            <a:off x="407010" y="281534"/>
            <a:ext cx="141021" cy="62992"/>
          </a:xfrm>
          <a:custGeom>
            <a:avLst/>
            <a:gdLst/>
            <a:ahLst/>
            <a:cxnLst/>
            <a:rect l="l" t="t" r="r" b="b"/>
            <a:pathLst>
              <a:path w="141021" h="62992" fill="none">
                <a:moveTo>
                  <a:pt x="141021" y="62992"/>
                </a:moveTo>
                <a:cubicBezTo>
                  <a:pt x="136550" y="49784"/>
                  <a:pt x="126390" y="35154"/>
                  <a:pt x="110134" y="25400"/>
                </a:cubicBezTo>
                <a:cubicBezTo>
                  <a:pt x="79654" y="7112"/>
                  <a:pt x="36982" y="0"/>
                  <a:pt x="6502" y="6502"/>
                </a:cubicBezTo>
                <a:lnTo>
                  <a:pt x="0" y="22352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67" name="!!path-9io"/>
          <p:cNvSpPr/>
          <p:nvPr/>
        </p:nvSpPr>
        <p:spPr>
          <a:xfrm>
            <a:off x="395834" y="294742"/>
            <a:ext cx="151790" cy="97536"/>
          </a:xfrm>
          <a:custGeom>
            <a:avLst/>
            <a:gdLst/>
            <a:ahLst/>
            <a:cxnLst/>
            <a:rect l="l" t="t" r="r" b="b"/>
            <a:pathLst>
              <a:path w="151790" h="97536">
                <a:moveTo>
                  <a:pt x="0" y="23165"/>
                </a:moveTo>
                <a:lnTo>
                  <a:pt x="3861" y="12598"/>
                </a:lnTo>
                <a:cubicBezTo>
                  <a:pt x="37998" y="0"/>
                  <a:pt x="84734" y="5080"/>
                  <a:pt x="117246" y="21946"/>
                </a:cubicBezTo>
                <a:cubicBezTo>
                  <a:pt x="135534" y="31496"/>
                  <a:pt x="146710" y="43688"/>
                  <a:pt x="151790" y="55270"/>
                </a:cubicBezTo>
                <a:lnTo>
                  <a:pt x="151790" y="97536"/>
                </a:lnTo>
                <a:lnTo>
                  <a:pt x="0" y="975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68" name="!!path-9ip"/>
          <p:cNvSpPr/>
          <p:nvPr/>
        </p:nvSpPr>
        <p:spPr>
          <a:xfrm>
            <a:off x="395834" y="294742"/>
            <a:ext cx="151790" cy="55270"/>
          </a:xfrm>
          <a:custGeom>
            <a:avLst/>
            <a:gdLst/>
            <a:ahLst/>
            <a:cxnLst/>
            <a:rect l="l" t="t" r="r" b="b"/>
            <a:pathLst>
              <a:path w="151790" h="55270" fill="none">
                <a:moveTo>
                  <a:pt x="151790" y="55270"/>
                </a:moveTo>
                <a:cubicBezTo>
                  <a:pt x="146710" y="43688"/>
                  <a:pt x="135534" y="31496"/>
                  <a:pt x="117246" y="21946"/>
                </a:cubicBezTo>
                <a:cubicBezTo>
                  <a:pt x="84734" y="5080"/>
                  <a:pt x="37998" y="0"/>
                  <a:pt x="3861" y="12598"/>
                </a:cubicBezTo>
                <a:lnTo>
                  <a:pt x="0" y="23165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69" name="!!path-9iq"/>
          <p:cNvSpPr/>
          <p:nvPr/>
        </p:nvSpPr>
        <p:spPr>
          <a:xfrm>
            <a:off x="548234" y="264262"/>
            <a:ext cx="120294" cy="128016"/>
          </a:xfrm>
          <a:custGeom>
            <a:avLst/>
            <a:gdLst/>
            <a:ahLst/>
            <a:cxnLst/>
            <a:rect l="l" t="t" r="r" b="b"/>
            <a:pathLst>
              <a:path w="120294" h="128016">
                <a:moveTo>
                  <a:pt x="120294" y="18288"/>
                </a:moveTo>
                <a:lnTo>
                  <a:pt x="113589" y="4470"/>
                </a:lnTo>
                <a:cubicBezTo>
                  <a:pt x="86766" y="0"/>
                  <a:pt x="44094" y="10160"/>
                  <a:pt x="17678" y="30480"/>
                </a:cubicBezTo>
                <a:cubicBezTo>
                  <a:pt x="6502" y="39624"/>
                  <a:pt x="1422" y="52832"/>
                  <a:pt x="0" y="67056"/>
                </a:cubicBezTo>
                <a:lnTo>
                  <a:pt x="0" y="128016"/>
                </a:lnTo>
                <a:lnTo>
                  <a:pt x="120294" y="12801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70" name="!!path-9ir"/>
          <p:cNvSpPr/>
          <p:nvPr/>
        </p:nvSpPr>
        <p:spPr>
          <a:xfrm>
            <a:off x="548234" y="264262"/>
            <a:ext cx="120294" cy="67056"/>
          </a:xfrm>
          <a:custGeom>
            <a:avLst/>
            <a:gdLst/>
            <a:ahLst/>
            <a:cxnLst/>
            <a:rect l="l" t="t" r="r" b="b"/>
            <a:pathLst>
              <a:path w="120294" h="67056" fill="none">
                <a:moveTo>
                  <a:pt x="0" y="67056"/>
                </a:moveTo>
                <a:cubicBezTo>
                  <a:pt x="1422" y="52832"/>
                  <a:pt x="6502" y="39624"/>
                  <a:pt x="17678" y="30480"/>
                </a:cubicBezTo>
                <a:cubicBezTo>
                  <a:pt x="44094" y="10160"/>
                  <a:pt x="86766" y="0"/>
                  <a:pt x="113589" y="4470"/>
                </a:cubicBezTo>
                <a:lnTo>
                  <a:pt x="120294" y="1828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71" name="!!path-9is"/>
          <p:cNvSpPr/>
          <p:nvPr/>
        </p:nvSpPr>
        <p:spPr>
          <a:xfrm>
            <a:off x="548437" y="279502"/>
            <a:ext cx="133299" cy="112776"/>
          </a:xfrm>
          <a:custGeom>
            <a:avLst/>
            <a:gdLst/>
            <a:ahLst/>
            <a:cxnLst/>
            <a:rect l="l" t="t" r="r" b="b"/>
            <a:pathLst>
              <a:path w="133299" h="112776">
                <a:moveTo>
                  <a:pt x="133299" y="19710"/>
                </a:moveTo>
                <a:lnTo>
                  <a:pt x="127203" y="3048"/>
                </a:lnTo>
                <a:cubicBezTo>
                  <a:pt x="94691" y="0"/>
                  <a:pt x="54051" y="11176"/>
                  <a:pt x="27635" y="30683"/>
                </a:cubicBezTo>
                <a:cubicBezTo>
                  <a:pt x="13411" y="41250"/>
                  <a:pt x="4267" y="53848"/>
                  <a:pt x="0" y="65024"/>
                </a:cubicBezTo>
                <a:lnTo>
                  <a:pt x="0" y="112776"/>
                </a:lnTo>
                <a:lnTo>
                  <a:pt x="133299" y="11277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72" name="!!path-9it"/>
          <p:cNvSpPr/>
          <p:nvPr/>
        </p:nvSpPr>
        <p:spPr>
          <a:xfrm>
            <a:off x="548437" y="279502"/>
            <a:ext cx="133299" cy="65024"/>
          </a:xfrm>
          <a:custGeom>
            <a:avLst/>
            <a:gdLst/>
            <a:ahLst/>
            <a:cxnLst/>
            <a:rect l="l" t="t" r="r" b="b"/>
            <a:pathLst>
              <a:path w="133299" h="65024" fill="none">
                <a:moveTo>
                  <a:pt x="0" y="65024"/>
                </a:moveTo>
                <a:cubicBezTo>
                  <a:pt x="4267" y="53848"/>
                  <a:pt x="13411" y="41250"/>
                  <a:pt x="27635" y="30683"/>
                </a:cubicBezTo>
                <a:cubicBezTo>
                  <a:pt x="54051" y="11176"/>
                  <a:pt x="94691" y="0"/>
                  <a:pt x="127203" y="3048"/>
                </a:cubicBezTo>
                <a:lnTo>
                  <a:pt x="133299" y="19710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73" name="!!path-9iu"/>
          <p:cNvSpPr/>
          <p:nvPr/>
        </p:nvSpPr>
        <p:spPr>
          <a:xfrm>
            <a:off x="548843" y="293726"/>
            <a:ext cx="142646" cy="98552"/>
          </a:xfrm>
          <a:custGeom>
            <a:avLst/>
            <a:gdLst/>
            <a:ahLst/>
            <a:cxnLst/>
            <a:rect l="l" t="t" r="r" b="b"/>
            <a:pathLst>
              <a:path w="142646" h="98552">
                <a:moveTo>
                  <a:pt x="142646" y="18898"/>
                </a:moveTo>
                <a:lnTo>
                  <a:pt x="139802" y="8738"/>
                </a:lnTo>
                <a:cubicBezTo>
                  <a:pt x="106477" y="0"/>
                  <a:pt x="63805" y="5080"/>
                  <a:pt x="35357" y="19304"/>
                </a:cubicBezTo>
                <a:cubicBezTo>
                  <a:pt x="17069" y="28448"/>
                  <a:pt x="5893" y="42672"/>
                  <a:pt x="0" y="56286"/>
                </a:cubicBezTo>
                <a:lnTo>
                  <a:pt x="0" y="98552"/>
                </a:lnTo>
                <a:lnTo>
                  <a:pt x="142646" y="98552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74" name="!!path-9iv"/>
          <p:cNvSpPr/>
          <p:nvPr/>
        </p:nvSpPr>
        <p:spPr>
          <a:xfrm>
            <a:off x="548843" y="293726"/>
            <a:ext cx="142646" cy="56286"/>
          </a:xfrm>
          <a:custGeom>
            <a:avLst/>
            <a:gdLst/>
            <a:ahLst/>
            <a:cxnLst/>
            <a:rect l="l" t="t" r="r" b="b"/>
            <a:pathLst>
              <a:path w="142646" h="56286" fill="none">
                <a:moveTo>
                  <a:pt x="0" y="56286"/>
                </a:moveTo>
                <a:cubicBezTo>
                  <a:pt x="5893" y="42672"/>
                  <a:pt x="17069" y="28448"/>
                  <a:pt x="35357" y="19304"/>
                </a:cubicBezTo>
                <a:cubicBezTo>
                  <a:pt x="63805" y="5080"/>
                  <a:pt x="106477" y="0"/>
                  <a:pt x="139802" y="8738"/>
                </a:cubicBezTo>
                <a:lnTo>
                  <a:pt x="142646" y="1889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75" name="!!path-9iw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627D8D"/>
              </a:gs>
              <a:gs pos="21794">
                <a:srgbClr val="627D8D"/>
              </a:gs>
              <a:gs pos="55376">
                <a:srgbClr val="627D8D"/>
              </a:gs>
              <a:gs pos="96421">
                <a:srgbClr val="98ABB7"/>
              </a:gs>
              <a:gs pos="100000">
                <a:srgbClr val="98ABB7"/>
              </a:gs>
            </a:gsLst>
            <a:lin ang="1983350" scaled="0"/>
          </a:gradFill>
          <a:ln>
            <a:noFill/>
          </a:ln>
        </p:spPr>
      </p:sp>
      <p:sp>
        <p:nvSpPr>
          <p:cNvPr id="176" name="!!path-9ix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0000"/>
                </a:srgbClr>
              </a:gs>
              <a:gs pos="4764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83333" t="79291" r="16667" b="20709"/>
            </a:path>
          </a:gradFill>
          <a:ln>
            <a:noFill/>
          </a:ln>
        </p:spPr>
      </p:sp>
      <p:sp>
        <p:nvSpPr>
          <p:cNvPr id="177" name="!!line-9iy"/>
          <p:cNvSpPr/>
          <p:nvPr/>
        </p:nvSpPr>
        <p:spPr>
          <a:xfrm>
            <a:off x="549046" y="363017"/>
            <a:ext cx="1" cy="153619"/>
          </a:xfrm>
          <a:custGeom>
            <a:avLst/>
            <a:gdLst/>
            <a:ahLst/>
            <a:cxnLst/>
            <a:rect l="l" t="t" r="r" b="b"/>
            <a:pathLst>
              <a:path w="1" h="153619">
                <a:moveTo>
                  <a:pt x="0" y="0"/>
                </a:moveTo>
                <a:lnTo>
                  <a:pt x="0" y="153619"/>
                </a:lnTo>
              </a:path>
            </a:pathLst>
          </a:custGeom>
          <a:solidFill>
            <a:srgbClr val="000000"/>
          </a:solidFill>
          <a:ln w="6909" cap="rnd">
            <a:solidFill>
              <a:srgbClr val="C9D3D9"/>
            </a:solidFill>
            <a:prstDash val="solid"/>
            <a:miter lim="800000"/>
          </a:ln>
        </p:spPr>
      </p:sp>
      <p:sp>
        <p:nvSpPr>
          <p:cNvPr id="178" name="!!path-9iz"/>
          <p:cNvSpPr/>
          <p:nvPr/>
        </p:nvSpPr>
        <p:spPr>
          <a:xfrm>
            <a:off x="657962" y="442062"/>
            <a:ext cx="25400" cy="37998"/>
          </a:xfrm>
          <a:custGeom>
            <a:avLst/>
            <a:gdLst/>
            <a:ahLst/>
            <a:cxnLst/>
            <a:rect l="l" t="t" r="r" b="b"/>
            <a:pathLst>
              <a:path w="25400" h="37998">
                <a:moveTo>
                  <a:pt x="0" y="2642"/>
                </a:moveTo>
                <a:lnTo>
                  <a:pt x="15240" y="0"/>
                </a:lnTo>
                <a:lnTo>
                  <a:pt x="25400" y="37186"/>
                </a:lnTo>
                <a:lnTo>
                  <a:pt x="7518" y="37998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 w="1016" cap="flat">
            <a:solidFill>
              <a:srgbClr val="FFFFFF">
                <a:alpha val="55000"/>
              </a:srgbClr>
            </a:solidFill>
            <a:prstDash val="solid"/>
            <a:round/>
          </a:ln>
        </p:spPr>
      </p:sp>
      <p:sp>
        <p:nvSpPr>
          <p:cNvPr id="179" name="!!text-9j0" descr="救「舊」我的書"/>
          <p:cNvSpPr txBox="1"/>
          <p:nvPr/>
        </p:nvSpPr>
        <p:spPr>
          <a:xfrm>
            <a:off x="805879" y="251460"/>
            <a:ext cx="1120140" cy="25745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400" b="1" kern="0" spc="-70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救</a:t>
            </a:r>
            <a:r>
              <a:rPr lang="zh-TW" altLang="en-US" sz="14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「舊</a:t>
            </a:r>
            <a:r>
              <a:rPr lang="zh-TW" altLang="en-US" sz="1400" b="1" kern="0" spc="-70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」</a:t>
            </a:r>
            <a:r>
              <a:rPr lang="zh-TW" altLang="en-US" sz="14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我的書</a:t>
            </a:r>
            <a:endParaRPr lang="zh-TW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fast" p14:dur="2500" advTm="100">
        <p159:morph option="byObject"/>
      </p:transition>
    </mc:Choice>
    <mc:Fallback>
      <p:transition spd="fast" advTm="100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102.4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rect-1q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7"/>
          </a:solidFill>
          <a:ln>
            <a:noFill/>
          </a:ln>
        </p:spPr>
      </p:sp>
      <p:sp>
        <p:nvSpPr>
          <p:cNvPr id="3" name="!!ellipse-1q2"/>
          <p:cNvSpPr/>
          <p:nvPr/>
        </p:nvSpPr>
        <p:spPr>
          <a:xfrm>
            <a:off x="-889000" y="-952500"/>
            <a:ext cx="13970000" cy="7874000"/>
          </a:xfrm>
          <a:prstGeom prst="ellipse">
            <a:avLst/>
          </a:prstGeom>
          <a:gradFill rotWithShape="1">
            <a:gsLst>
              <a:gs pos="0">
                <a:srgbClr val="FFFFFF">
                  <a:alpha val="95000"/>
                </a:srgbClr>
              </a:gs>
              <a:gs pos="40865">
                <a:srgbClr val="FFFFFF">
                  <a:alpha val="35000"/>
                </a:srgbClr>
              </a:gs>
              <a:gs pos="68108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!!rect-1q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P1"/>
            <a:srcRect/>
            <a:tile tx="94399" ty="183877" sx="16667" sy="16667" flip="none" algn="tl"/>
          </a:blipFill>
          <a:ln>
            <a:noFill/>
          </a:ln>
        </p:spPr>
      </p:sp>
      <p:sp>
        <p:nvSpPr>
          <p:cNvPr id="5" name="!!circle-1qd"/>
          <p:cNvSpPr/>
          <p:nvPr/>
        </p:nvSpPr>
        <p:spPr>
          <a:xfrm>
            <a:off x="12101372" y="3004051"/>
            <a:ext cx="2187308" cy="2187308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" name="!!circle-1qv"/>
          <p:cNvSpPr/>
          <p:nvPr/>
        </p:nvSpPr>
        <p:spPr>
          <a:xfrm>
            <a:off x="5280691" y="243877"/>
            <a:ext cx="1551610" cy="1551610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7" name="!!circle-1r1"/>
          <p:cNvSpPr/>
          <p:nvPr/>
        </p:nvSpPr>
        <p:spPr>
          <a:xfrm>
            <a:off x="6049987" y="-507531"/>
            <a:ext cx="905370" cy="905370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8" name="!!circle-1re"/>
          <p:cNvSpPr/>
          <p:nvPr/>
        </p:nvSpPr>
        <p:spPr>
          <a:xfrm>
            <a:off x="825493" y="4630889"/>
            <a:ext cx="1488910" cy="1488910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9" name="!!circle-1rg"/>
          <p:cNvSpPr/>
          <p:nvPr/>
        </p:nvSpPr>
        <p:spPr>
          <a:xfrm>
            <a:off x="-2400535" y="6667461"/>
            <a:ext cx="2670391" cy="2670391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0" name="!!circle-1rs"/>
          <p:cNvSpPr/>
          <p:nvPr/>
        </p:nvSpPr>
        <p:spPr>
          <a:xfrm>
            <a:off x="7511892" y="1125460"/>
            <a:ext cx="1598701" cy="1598701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1" name="!!circle-1ru"/>
          <p:cNvSpPr/>
          <p:nvPr/>
        </p:nvSpPr>
        <p:spPr>
          <a:xfrm>
            <a:off x="2015833" y="3719468"/>
            <a:ext cx="1493304" cy="1493304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2" name="!!rect-1sh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5F7">
                  <a:alpha val="0"/>
                </a:srgbClr>
              </a:gs>
              <a:gs pos="20428">
                <a:srgbClr val="F3F5F7">
                  <a:alpha val="0"/>
                </a:srgbClr>
              </a:gs>
              <a:gs pos="66730">
                <a:srgbClr val="F3F5F7"/>
              </a:gs>
              <a:gs pos="100000">
                <a:srgbClr val="F3F5F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3" name="!!circle-1sj"/>
          <p:cNvSpPr/>
          <p:nvPr/>
        </p:nvSpPr>
        <p:spPr>
          <a:xfrm>
            <a:off x="95247" y="-6095"/>
            <a:ext cx="50038" cy="50038"/>
          </a:xfrm>
          <a:prstGeom prst="ellipse">
            <a:avLst/>
          </a:prstGeom>
          <a:solidFill>
            <a:srgbClr val="627D8D">
              <a:alpha val="25400"/>
            </a:srgbClr>
          </a:solidFill>
          <a:ln>
            <a:noFill/>
          </a:ln>
        </p:spPr>
      </p:sp>
      <p:sp>
        <p:nvSpPr>
          <p:cNvPr id="14" name="!!circle-1sm"/>
          <p:cNvSpPr/>
          <p:nvPr/>
        </p:nvSpPr>
        <p:spPr>
          <a:xfrm>
            <a:off x="5584577" y="1346604"/>
            <a:ext cx="36055" cy="36055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15" name="!!circle-1sp"/>
          <p:cNvSpPr/>
          <p:nvPr/>
        </p:nvSpPr>
        <p:spPr>
          <a:xfrm>
            <a:off x="9311887" y="3245455"/>
            <a:ext cx="24295" cy="24295"/>
          </a:xfrm>
          <a:prstGeom prst="ellipse">
            <a:avLst/>
          </a:prstGeom>
          <a:solidFill>
            <a:srgbClr val="627D8D">
              <a:alpha val="18100"/>
            </a:srgbClr>
          </a:solidFill>
          <a:ln>
            <a:noFill/>
          </a:ln>
        </p:spPr>
      </p:sp>
      <p:sp>
        <p:nvSpPr>
          <p:cNvPr id="16" name="!!circle-1ss"/>
          <p:cNvSpPr/>
          <p:nvPr/>
        </p:nvSpPr>
        <p:spPr>
          <a:xfrm>
            <a:off x="3515252" y="6444836"/>
            <a:ext cx="25959" cy="25959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17" name="!!circle-1sv"/>
          <p:cNvSpPr/>
          <p:nvPr/>
        </p:nvSpPr>
        <p:spPr>
          <a:xfrm>
            <a:off x="1965548" y="1783689"/>
            <a:ext cx="35878" cy="35878"/>
          </a:xfrm>
          <a:prstGeom prst="ellipse">
            <a:avLst/>
          </a:prstGeom>
          <a:solidFill>
            <a:srgbClr val="627D8D">
              <a:alpha val="26800"/>
            </a:srgbClr>
          </a:solidFill>
          <a:ln>
            <a:noFill/>
          </a:ln>
        </p:spPr>
      </p:sp>
      <p:sp>
        <p:nvSpPr>
          <p:cNvPr id="18" name="!!circle-1sy"/>
          <p:cNvSpPr/>
          <p:nvPr/>
        </p:nvSpPr>
        <p:spPr>
          <a:xfrm>
            <a:off x="6830754" y="3788107"/>
            <a:ext cx="40234" cy="40234"/>
          </a:xfrm>
          <a:prstGeom prst="ellipse">
            <a:avLst/>
          </a:prstGeom>
          <a:solidFill>
            <a:srgbClr val="627D8D">
              <a:alpha val="31300"/>
            </a:srgbClr>
          </a:solidFill>
          <a:ln>
            <a:noFill/>
          </a:ln>
        </p:spPr>
      </p:sp>
      <p:sp>
        <p:nvSpPr>
          <p:cNvPr id="19" name="!!circle-1t4"/>
          <p:cNvSpPr/>
          <p:nvPr/>
        </p:nvSpPr>
        <p:spPr>
          <a:xfrm>
            <a:off x="1165180" y="4871152"/>
            <a:ext cx="29959" cy="29959"/>
          </a:xfrm>
          <a:prstGeom prst="ellipse">
            <a:avLst/>
          </a:prstGeom>
          <a:solidFill>
            <a:srgbClr val="627D8D">
              <a:alpha val="19400"/>
            </a:srgbClr>
          </a:solidFill>
          <a:ln>
            <a:noFill/>
          </a:ln>
        </p:spPr>
      </p:sp>
      <p:sp>
        <p:nvSpPr>
          <p:cNvPr id="20" name="!!circle-1t7"/>
          <p:cNvSpPr/>
          <p:nvPr/>
        </p:nvSpPr>
        <p:spPr>
          <a:xfrm>
            <a:off x="8472970" y="4481750"/>
            <a:ext cx="28702" cy="28702"/>
          </a:xfrm>
          <a:prstGeom prst="ellipse">
            <a:avLst/>
          </a:prstGeom>
          <a:solidFill>
            <a:srgbClr val="627D8D">
              <a:alpha val="17800"/>
            </a:srgbClr>
          </a:solidFill>
          <a:ln>
            <a:noFill/>
          </a:ln>
        </p:spPr>
      </p:sp>
      <p:sp>
        <p:nvSpPr>
          <p:cNvPr id="21" name="!!circle-1ta"/>
          <p:cNvSpPr/>
          <p:nvPr/>
        </p:nvSpPr>
        <p:spPr>
          <a:xfrm>
            <a:off x="11011309" y="1880894"/>
            <a:ext cx="24066" cy="24066"/>
          </a:xfrm>
          <a:prstGeom prst="ellipse">
            <a:avLst/>
          </a:prstGeom>
          <a:solidFill>
            <a:srgbClr val="627D8D">
              <a:alpha val="23900"/>
            </a:srgbClr>
          </a:solidFill>
          <a:ln>
            <a:noFill/>
          </a:ln>
        </p:spPr>
      </p:sp>
      <p:sp>
        <p:nvSpPr>
          <p:cNvPr id="22" name="!!circle-1td"/>
          <p:cNvSpPr/>
          <p:nvPr/>
        </p:nvSpPr>
        <p:spPr>
          <a:xfrm>
            <a:off x="8424202" y="5831302"/>
            <a:ext cx="35865" cy="35865"/>
          </a:xfrm>
          <a:prstGeom prst="ellipse">
            <a:avLst/>
          </a:prstGeom>
          <a:solidFill>
            <a:srgbClr val="627D8D">
              <a:alpha val="28200"/>
            </a:srgbClr>
          </a:solidFill>
          <a:ln>
            <a:noFill/>
          </a:ln>
        </p:spPr>
      </p:sp>
      <p:sp>
        <p:nvSpPr>
          <p:cNvPr id="23" name="!!circle-1tg"/>
          <p:cNvSpPr/>
          <p:nvPr/>
        </p:nvSpPr>
        <p:spPr>
          <a:xfrm>
            <a:off x="1487614" y="3000120"/>
            <a:ext cx="39218" cy="39218"/>
          </a:xfrm>
          <a:prstGeom prst="ellipse">
            <a:avLst/>
          </a:prstGeom>
          <a:solidFill>
            <a:srgbClr val="627D8D">
              <a:alpha val="29600"/>
            </a:srgbClr>
          </a:solidFill>
          <a:ln>
            <a:noFill/>
          </a:ln>
        </p:spPr>
      </p:sp>
      <p:sp>
        <p:nvSpPr>
          <p:cNvPr id="24" name="!!circle-1tj"/>
          <p:cNvSpPr/>
          <p:nvPr/>
        </p:nvSpPr>
        <p:spPr>
          <a:xfrm>
            <a:off x="7102652" y="6038270"/>
            <a:ext cx="49733" cy="49733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5" name="!!circle-1tm"/>
          <p:cNvSpPr/>
          <p:nvPr/>
        </p:nvSpPr>
        <p:spPr>
          <a:xfrm>
            <a:off x="6384383" y="1711848"/>
            <a:ext cx="41694" cy="41694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6" name="!!circle-1tp"/>
          <p:cNvSpPr/>
          <p:nvPr/>
        </p:nvSpPr>
        <p:spPr>
          <a:xfrm>
            <a:off x="6793976" y="5120132"/>
            <a:ext cx="31979" cy="31979"/>
          </a:xfrm>
          <a:prstGeom prst="ellipse">
            <a:avLst/>
          </a:prstGeom>
          <a:solidFill>
            <a:srgbClr val="627D8D">
              <a:alpha val="24100"/>
            </a:srgbClr>
          </a:solidFill>
          <a:ln>
            <a:noFill/>
          </a:ln>
        </p:spPr>
      </p:sp>
      <p:sp>
        <p:nvSpPr>
          <p:cNvPr id="27" name="!!circle-1ts"/>
          <p:cNvSpPr/>
          <p:nvPr/>
        </p:nvSpPr>
        <p:spPr>
          <a:xfrm>
            <a:off x="3878710" y="1008772"/>
            <a:ext cx="18085" cy="18085"/>
          </a:xfrm>
          <a:prstGeom prst="ellipse">
            <a:avLst/>
          </a:prstGeom>
          <a:solidFill>
            <a:srgbClr val="627D8D">
              <a:alpha val="10500"/>
            </a:srgbClr>
          </a:solidFill>
          <a:ln>
            <a:noFill/>
          </a:ln>
        </p:spPr>
      </p:sp>
      <p:sp>
        <p:nvSpPr>
          <p:cNvPr id="28" name="!!circle-1ty"/>
          <p:cNvSpPr/>
          <p:nvPr/>
        </p:nvSpPr>
        <p:spPr>
          <a:xfrm>
            <a:off x="3448123" y="6289365"/>
            <a:ext cx="39243" cy="39243"/>
          </a:xfrm>
          <a:prstGeom prst="ellipse">
            <a:avLst/>
          </a:prstGeom>
          <a:solidFill>
            <a:srgbClr val="627D8D">
              <a:alpha val="27700"/>
            </a:srgbClr>
          </a:solidFill>
          <a:ln>
            <a:noFill/>
          </a:ln>
        </p:spPr>
      </p:sp>
      <p:sp>
        <p:nvSpPr>
          <p:cNvPr id="29" name="!!circle-1u1"/>
          <p:cNvSpPr/>
          <p:nvPr/>
        </p:nvSpPr>
        <p:spPr>
          <a:xfrm>
            <a:off x="1653551" y="6566223"/>
            <a:ext cx="34519" cy="34519"/>
          </a:xfrm>
          <a:prstGeom prst="ellipse">
            <a:avLst/>
          </a:prstGeom>
          <a:solidFill>
            <a:srgbClr val="627D8D">
              <a:alpha val="22500"/>
            </a:srgbClr>
          </a:solidFill>
          <a:ln>
            <a:noFill/>
          </a:ln>
        </p:spPr>
      </p:sp>
      <p:sp>
        <p:nvSpPr>
          <p:cNvPr id="30" name="!!circle-1u4"/>
          <p:cNvSpPr/>
          <p:nvPr/>
        </p:nvSpPr>
        <p:spPr>
          <a:xfrm>
            <a:off x="2661791" y="5085097"/>
            <a:ext cx="46228" cy="46228"/>
          </a:xfrm>
          <a:prstGeom prst="ellipse">
            <a:avLst/>
          </a:prstGeom>
          <a:solidFill>
            <a:srgbClr val="627D8D">
              <a:alpha val="26200"/>
            </a:srgbClr>
          </a:solidFill>
          <a:ln>
            <a:noFill/>
          </a:ln>
        </p:spPr>
      </p:sp>
      <p:sp>
        <p:nvSpPr>
          <p:cNvPr id="31" name="!!circle-1u7"/>
          <p:cNvSpPr/>
          <p:nvPr/>
        </p:nvSpPr>
        <p:spPr>
          <a:xfrm>
            <a:off x="7423991" y="4758493"/>
            <a:ext cx="49327" cy="49327"/>
          </a:xfrm>
          <a:prstGeom prst="ellipse">
            <a:avLst/>
          </a:prstGeom>
          <a:solidFill>
            <a:srgbClr val="627D8D">
              <a:alpha val="20800"/>
            </a:srgbClr>
          </a:solidFill>
          <a:ln>
            <a:noFill/>
          </a:ln>
        </p:spPr>
      </p:sp>
      <p:sp>
        <p:nvSpPr>
          <p:cNvPr id="32" name="!!circle-1ua"/>
          <p:cNvSpPr/>
          <p:nvPr/>
        </p:nvSpPr>
        <p:spPr>
          <a:xfrm>
            <a:off x="9695017" y="5458938"/>
            <a:ext cx="24054" cy="24054"/>
          </a:xfrm>
          <a:prstGeom prst="ellipse">
            <a:avLst/>
          </a:prstGeom>
          <a:solidFill>
            <a:srgbClr val="627D8D">
              <a:alpha val="22200"/>
            </a:srgbClr>
          </a:solidFill>
          <a:ln>
            <a:noFill/>
          </a:ln>
        </p:spPr>
      </p:sp>
      <p:sp>
        <p:nvSpPr>
          <p:cNvPr id="33" name="!!circle-1ud"/>
          <p:cNvSpPr/>
          <p:nvPr/>
        </p:nvSpPr>
        <p:spPr>
          <a:xfrm>
            <a:off x="2062956" y="1463237"/>
            <a:ext cx="32271" cy="32271"/>
          </a:xfrm>
          <a:prstGeom prst="ellipse">
            <a:avLst/>
          </a:prstGeom>
          <a:solidFill>
            <a:srgbClr val="627D8D">
              <a:alpha val="20500"/>
            </a:srgbClr>
          </a:solidFill>
          <a:ln>
            <a:noFill/>
          </a:ln>
        </p:spPr>
      </p:sp>
      <p:sp>
        <p:nvSpPr>
          <p:cNvPr id="34" name="!!circle-1uj"/>
          <p:cNvSpPr/>
          <p:nvPr/>
        </p:nvSpPr>
        <p:spPr>
          <a:xfrm>
            <a:off x="2076582" y="2427392"/>
            <a:ext cx="34252" cy="34252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35" name="!!circle-1um"/>
          <p:cNvSpPr/>
          <p:nvPr/>
        </p:nvSpPr>
        <p:spPr>
          <a:xfrm>
            <a:off x="9607329" y="4314622"/>
            <a:ext cx="44196" cy="44196"/>
          </a:xfrm>
          <a:prstGeom prst="ellipse">
            <a:avLst/>
          </a:prstGeom>
          <a:solidFill>
            <a:srgbClr val="627D8D">
              <a:alpha val="21700"/>
            </a:srgbClr>
          </a:solidFill>
          <a:ln>
            <a:noFill/>
          </a:ln>
        </p:spPr>
      </p:sp>
      <p:sp>
        <p:nvSpPr>
          <p:cNvPr id="36" name="!!circle-1up"/>
          <p:cNvSpPr/>
          <p:nvPr/>
        </p:nvSpPr>
        <p:spPr>
          <a:xfrm>
            <a:off x="6783220" y="1793047"/>
            <a:ext cx="35192" cy="35192"/>
          </a:xfrm>
          <a:prstGeom prst="ellipse">
            <a:avLst/>
          </a:prstGeom>
          <a:solidFill>
            <a:srgbClr val="627D8D">
              <a:alpha val="27100"/>
            </a:srgbClr>
          </a:solidFill>
          <a:ln>
            <a:noFill/>
          </a:ln>
        </p:spPr>
      </p:sp>
      <p:sp>
        <p:nvSpPr>
          <p:cNvPr id="37" name="!!circle-1us"/>
          <p:cNvSpPr/>
          <p:nvPr/>
        </p:nvSpPr>
        <p:spPr>
          <a:xfrm>
            <a:off x="10159009" y="5324614"/>
            <a:ext cx="43358" cy="43358"/>
          </a:xfrm>
          <a:prstGeom prst="ellipse">
            <a:avLst/>
          </a:prstGeom>
          <a:solidFill>
            <a:srgbClr val="627D8D">
              <a:alpha val="19500"/>
            </a:srgbClr>
          </a:solidFill>
          <a:ln>
            <a:noFill/>
          </a:ln>
        </p:spPr>
      </p:sp>
      <p:sp>
        <p:nvSpPr>
          <p:cNvPr id="38" name="!!circle-1uv"/>
          <p:cNvSpPr/>
          <p:nvPr/>
        </p:nvSpPr>
        <p:spPr>
          <a:xfrm>
            <a:off x="3160180" y="2111561"/>
            <a:ext cx="33528" cy="33528"/>
          </a:xfrm>
          <a:prstGeom prst="ellipse">
            <a:avLst/>
          </a:prstGeom>
          <a:solidFill>
            <a:srgbClr val="627D8D">
              <a:alpha val="28300"/>
            </a:srgbClr>
          </a:solidFill>
          <a:ln>
            <a:noFill/>
          </a:ln>
        </p:spPr>
      </p:sp>
      <p:sp>
        <p:nvSpPr>
          <p:cNvPr id="39" name="!!circle-1uy"/>
          <p:cNvSpPr/>
          <p:nvPr/>
        </p:nvSpPr>
        <p:spPr>
          <a:xfrm>
            <a:off x="6797979" y="2680161"/>
            <a:ext cx="28956" cy="28956"/>
          </a:xfrm>
          <a:prstGeom prst="ellipse">
            <a:avLst/>
          </a:prstGeom>
          <a:solidFill>
            <a:srgbClr val="627D8D">
              <a:alpha val="21800"/>
            </a:srgbClr>
          </a:solidFill>
          <a:ln>
            <a:noFill/>
          </a:ln>
        </p:spPr>
      </p:sp>
      <p:sp>
        <p:nvSpPr>
          <p:cNvPr id="40" name="!!circle-1v1"/>
          <p:cNvSpPr/>
          <p:nvPr/>
        </p:nvSpPr>
        <p:spPr>
          <a:xfrm>
            <a:off x="7001145" y="6373695"/>
            <a:ext cx="45555" cy="45555"/>
          </a:xfrm>
          <a:prstGeom prst="ellipse">
            <a:avLst/>
          </a:prstGeom>
          <a:solidFill>
            <a:srgbClr val="627D8D">
              <a:alpha val="20900"/>
            </a:srgbClr>
          </a:solidFill>
          <a:ln>
            <a:noFill/>
          </a:ln>
        </p:spPr>
      </p:sp>
      <p:sp>
        <p:nvSpPr>
          <p:cNvPr id="41" name="!!circle-1v4"/>
          <p:cNvSpPr/>
          <p:nvPr/>
        </p:nvSpPr>
        <p:spPr>
          <a:xfrm>
            <a:off x="11305877" y="3269034"/>
            <a:ext cx="39484" cy="39484"/>
          </a:xfrm>
          <a:prstGeom prst="ellipse">
            <a:avLst/>
          </a:prstGeom>
          <a:solidFill>
            <a:srgbClr val="627D8D">
              <a:alpha val="13600"/>
            </a:srgbClr>
          </a:solidFill>
          <a:ln>
            <a:noFill/>
          </a:ln>
        </p:spPr>
      </p:sp>
      <p:sp>
        <p:nvSpPr>
          <p:cNvPr id="42" name="!!circle-1v7"/>
          <p:cNvSpPr/>
          <p:nvPr/>
        </p:nvSpPr>
        <p:spPr>
          <a:xfrm>
            <a:off x="7461957" y="5654101"/>
            <a:ext cx="30455" cy="30455"/>
          </a:xfrm>
          <a:prstGeom prst="ellipse">
            <a:avLst/>
          </a:prstGeom>
          <a:solidFill>
            <a:srgbClr val="627D8D">
              <a:alpha val="16500"/>
            </a:srgbClr>
          </a:solidFill>
          <a:ln>
            <a:noFill/>
          </a:ln>
        </p:spPr>
      </p:sp>
      <p:sp>
        <p:nvSpPr>
          <p:cNvPr id="43" name="!!circle-1va"/>
          <p:cNvSpPr/>
          <p:nvPr/>
        </p:nvSpPr>
        <p:spPr>
          <a:xfrm>
            <a:off x="8964307" y="6410964"/>
            <a:ext cx="28257" cy="28257"/>
          </a:xfrm>
          <a:prstGeom prst="ellipse">
            <a:avLst/>
          </a:prstGeom>
          <a:solidFill>
            <a:srgbClr val="627D8D">
              <a:alpha val="15700"/>
            </a:srgbClr>
          </a:solidFill>
          <a:ln>
            <a:noFill/>
          </a:ln>
        </p:spPr>
      </p:sp>
      <p:sp>
        <p:nvSpPr>
          <p:cNvPr id="44" name="!!circle-1vd"/>
          <p:cNvSpPr/>
          <p:nvPr/>
        </p:nvSpPr>
        <p:spPr>
          <a:xfrm>
            <a:off x="11383179" y="5089476"/>
            <a:ext cx="45149" cy="45149"/>
          </a:xfrm>
          <a:prstGeom prst="ellipse">
            <a:avLst/>
          </a:prstGeom>
          <a:solidFill>
            <a:srgbClr val="627D8D">
              <a:alpha val="31200"/>
            </a:srgbClr>
          </a:solidFill>
          <a:ln>
            <a:noFill/>
          </a:ln>
        </p:spPr>
      </p:sp>
      <p:sp>
        <p:nvSpPr>
          <p:cNvPr id="45" name="!!circle-1vg"/>
          <p:cNvSpPr/>
          <p:nvPr/>
        </p:nvSpPr>
        <p:spPr>
          <a:xfrm>
            <a:off x="3459401" y="3157875"/>
            <a:ext cx="30696" cy="30696"/>
          </a:xfrm>
          <a:prstGeom prst="ellipse">
            <a:avLst/>
          </a:prstGeom>
          <a:solidFill>
            <a:srgbClr val="627D8D">
              <a:alpha val="25700"/>
            </a:srgbClr>
          </a:solidFill>
          <a:ln>
            <a:noFill/>
          </a:ln>
        </p:spPr>
      </p:sp>
      <p:sp>
        <p:nvSpPr>
          <p:cNvPr id="46" name="!!circle-1vj"/>
          <p:cNvSpPr/>
          <p:nvPr/>
        </p:nvSpPr>
        <p:spPr>
          <a:xfrm>
            <a:off x="8822755" y="3690109"/>
            <a:ext cx="37401" cy="37401"/>
          </a:xfrm>
          <a:prstGeom prst="ellipse">
            <a:avLst/>
          </a:prstGeom>
          <a:solidFill>
            <a:srgbClr val="627D8D">
              <a:alpha val="16000"/>
            </a:srgbClr>
          </a:solidFill>
          <a:ln>
            <a:noFill/>
          </a:ln>
        </p:spPr>
      </p:sp>
      <p:sp>
        <p:nvSpPr>
          <p:cNvPr id="47" name="!!circle-1vm"/>
          <p:cNvSpPr/>
          <p:nvPr/>
        </p:nvSpPr>
        <p:spPr>
          <a:xfrm>
            <a:off x="1780311" y="4518456"/>
            <a:ext cx="33096" cy="33096"/>
          </a:xfrm>
          <a:prstGeom prst="ellipse">
            <a:avLst/>
          </a:prstGeom>
          <a:solidFill>
            <a:srgbClr val="627D8D">
              <a:alpha val="22300"/>
            </a:srgbClr>
          </a:solidFill>
          <a:ln>
            <a:noFill/>
          </a:ln>
        </p:spPr>
      </p:sp>
      <p:sp>
        <p:nvSpPr>
          <p:cNvPr id="48" name="!!circle-1vp"/>
          <p:cNvSpPr/>
          <p:nvPr/>
        </p:nvSpPr>
        <p:spPr>
          <a:xfrm>
            <a:off x="11583340" y="633589"/>
            <a:ext cx="21145" cy="21145"/>
          </a:xfrm>
          <a:prstGeom prst="ellipse">
            <a:avLst/>
          </a:prstGeom>
          <a:solidFill>
            <a:srgbClr val="627D8D">
              <a:alpha val="16300"/>
            </a:srgbClr>
          </a:solidFill>
          <a:ln>
            <a:noFill/>
          </a:ln>
        </p:spPr>
      </p:sp>
      <p:sp>
        <p:nvSpPr>
          <p:cNvPr id="49" name="!!circle-1vs"/>
          <p:cNvSpPr/>
          <p:nvPr/>
        </p:nvSpPr>
        <p:spPr>
          <a:xfrm>
            <a:off x="11076144" y="5570773"/>
            <a:ext cx="35281" cy="35281"/>
          </a:xfrm>
          <a:prstGeom prst="ellipse">
            <a:avLst/>
          </a:prstGeom>
          <a:solidFill>
            <a:srgbClr val="627D8D">
              <a:alpha val="30000"/>
            </a:srgbClr>
          </a:solidFill>
          <a:ln>
            <a:noFill/>
          </a:ln>
        </p:spPr>
      </p:sp>
      <p:sp>
        <p:nvSpPr>
          <p:cNvPr id="50" name="!!path-38h"/>
          <p:cNvSpPr/>
          <p:nvPr/>
        </p:nvSpPr>
        <p:spPr>
          <a:xfrm>
            <a:off x="11169016" y="-1905413"/>
            <a:ext cx="3914374" cy="5077868"/>
          </a:xfrm>
          <a:custGeom>
            <a:avLst/>
            <a:gdLst/>
            <a:ahLst/>
            <a:cxnLst/>
            <a:rect l="l" t="t" r="r" b="b"/>
            <a:pathLst>
              <a:path w="3914374" h="5077868" fill="none">
                <a:moveTo>
                  <a:pt x="0" y="0"/>
                </a:moveTo>
                <a:quadBezTo>
                  <a:pt x="1088021" y="3208948"/>
                  <a:pt x="3914374" y="5077868"/>
                </a:quadBezTo>
              </a:path>
            </a:pathLst>
          </a:custGeom>
          <a:noFill/>
          <a:ln w="32163" cap="rnd">
            <a:solidFill>
              <a:srgbClr val="627D8D">
                <a:alpha val="26000"/>
              </a:srgbClr>
            </a:solidFill>
            <a:prstDash val="solid"/>
            <a:round/>
          </a:ln>
        </p:spPr>
      </p:sp>
      <p:sp>
        <p:nvSpPr>
          <p:cNvPr id="51" name="!!path-391"/>
          <p:cNvSpPr/>
          <p:nvPr/>
        </p:nvSpPr>
        <p:spPr>
          <a:xfrm>
            <a:off x="5291017" y="-1905413"/>
            <a:ext cx="3914374" cy="5077868"/>
          </a:xfrm>
          <a:custGeom>
            <a:avLst/>
            <a:gdLst/>
            <a:ahLst/>
            <a:cxnLst/>
            <a:rect l="l" t="t" r="r" b="b"/>
            <a:pathLst>
              <a:path w="3914374" h="5077868" fill="none">
                <a:moveTo>
                  <a:pt x="3914374" y="0"/>
                </a:moveTo>
                <a:quadBezTo>
                  <a:pt x="1088021" y="1868920"/>
                  <a:pt x="0" y="5077868"/>
                </a:quadBezTo>
              </a:path>
            </a:pathLst>
          </a:custGeom>
          <a:noFill/>
          <a:ln w="32163" cap="rnd">
            <a:solidFill>
              <a:srgbClr val="627D8D">
                <a:alpha val="7800"/>
              </a:srgbClr>
            </a:solidFill>
            <a:prstDash val="solid"/>
            <a:round/>
          </a:ln>
        </p:spPr>
      </p:sp>
      <p:sp>
        <p:nvSpPr>
          <p:cNvPr id="52" name="!!circle-394"/>
          <p:cNvSpPr/>
          <p:nvPr/>
        </p:nvSpPr>
        <p:spPr>
          <a:xfrm>
            <a:off x="6475610" y="514270"/>
            <a:ext cx="205842" cy="205842"/>
          </a:xfrm>
          <a:prstGeom prst="ellipse">
            <a:avLst/>
          </a:prstGeom>
          <a:gradFill rotWithShape="1">
            <a:gsLst>
              <a:gs pos="0">
                <a:srgbClr val="FFFFFF">
                  <a:alpha val="24300"/>
                </a:srgbClr>
              </a:gs>
              <a:gs pos="28284">
                <a:srgbClr val="627D8D">
                  <a:alpha val="1215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3" name="!!circle-39a"/>
          <p:cNvSpPr/>
          <p:nvPr/>
        </p:nvSpPr>
        <p:spPr>
          <a:xfrm>
            <a:off x="5431677" y="2420270"/>
            <a:ext cx="205842" cy="205842"/>
          </a:xfrm>
          <a:prstGeom prst="ellipse">
            <a:avLst/>
          </a:prstGeom>
          <a:gradFill rotWithShape="1">
            <a:gsLst>
              <a:gs pos="0">
                <a:srgbClr val="FFFFFF">
                  <a:alpha val="12886"/>
                </a:srgbClr>
              </a:gs>
              <a:gs pos="28284">
                <a:srgbClr val="627D8D">
                  <a:alpha val="6443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4" name="!!circle-3as"/>
          <p:cNvSpPr/>
          <p:nvPr/>
        </p:nvSpPr>
        <p:spPr>
          <a:xfrm>
            <a:off x="5741027" y="-7625230"/>
            <a:ext cx="8892358" cy="8892358"/>
          </a:xfrm>
          <a:prstGeom prst="ellipse">
            <a:avLst/>
          </a:prstGeom>
          <a:gradFill rotWithShape="1">
            <a:gsLst>
              <a:gs pos="0">
                <a:srgbClr val="627D8D">
                  <a:alpha val="220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5" name="!!circle-3b0"/>
          <p:cNvSpPr/>
          <p:nvPr/>
        </p:nvSpPr>
        <p:spPr>
          <a:xfrm>
            <a:off x="7123267" y="-6242990"/>
            <a:ext cx="6127878" cy="6127878"/>
          </a:xfrm>
          <a:custGeom>
            <a:avLst/>
            <a:gdLst/>
            <a:ahLst/>
            <a:cxnLst/>
            <a:rect l="l" t="t" r="r" b="b"/>
            <a:pathLst>
              <a:path w="6127878" h="6127878" fill="none">
                <a:moveTo>
                  <a:pt x="4024703" y="5597262"/>
                </a:moveTo>
                <a:cubicBezTo>
                  <a:pt x="2625587" y="6127878"/>
                  <a:pt x="1061231" y="5423819"/>
                  <a:pt x="530615" y="4024703"/>
                </a:cubicBezTo>
                <a:cubicBezTo>
                  <a:pt x="0" y="2625587"/>
                  <a:pt x="704059" y="1061231"/>
                  <a:pt x="2103175" y="530615"/>
                </a:cubicBezTo>
                <a:cubicBezTo>
                  <a:pt x="3502291" y="0"/>
                  <a:pt x="5066647" y="704059"/>
                  <a:pt x="5597262" y="2103175"/>
                </a:cubicBezTo>
                <a:cubicBezTo>
                  <a:pt x="6127878" y="3502291"/>
                  <a:pt x="5423819" y="5066647"/>
                  <a:pt x="4024703" y="5597262"/>
                </a:cubicBezTo>
                <a:close/>
              </a:path>
            </a:pathLst>
          </a:custGeom>
          <a:noFill/>
          <a:ln w="21613" cap="rnd">
            <a:solidFill>
              <a:srgbClr val="627D8D">
                <a:alpha val="27000"/>
              </a:srgbClr>
            </a:solidFill>
            <a:custDash>
              <a:ds d="142857" sp="714286"/>
            </a:custDash>
            <a:miter lim="800000"/>
          </a:ln>
        </p:spPr>
      </p:sp>
      <p:sp>
        <p:nvSpPr>
          <p:cNvPr id="56" name="!!circle-3b4"/>
          <p:cNvSpPr/>
          <p:nvPr/>
        </p:nvSpPr>
        <p:spPr>
          <a:xfrm>
            <a:off x="6327781" y="-7038476"/>
            <a:ext cx="7718850" cy="7718850"/>
          </a:xfrm>
          <a:custGeom>
            <a:avLst/>
            <a:gdLst/>
            <a:ahLst/>
            <a:cxnLst/>
            <a:rect l="l" t="t" r="r" b="b"/>
            <a:pathLst>
              <a:path w="7718850" h="7718850" fill="none">
                <a:moveTo>
                  <a:pt x="1292420" y="6199558"/>
                </a:moveTo>
                <a:cubicBezTo>
                  <a:pt x="0" y="4781840"/>
                  <a:pt x="101574" y="2584839"/>
                  <a:pt x="1519292" y="1292420"/>
                </a:cubicBezTo>
                <a:cubicBezTo>
                  <a:pt x="2937010" y="0"/>
                  <a:pt x="5134011" y="101574"/>
                  <a:pt x="6426430" y="1519292"/>
                </a:cubicBezTo>
                <a:cubicBezTo>
                  <a:pt x="7718850" y="2937010"/>
                  <a:pt x="7617276" y="5134011"/>
                  <a:pt x="6199558" y="6426430"/>
                </a:cubicBezTo>
                <a:cubicBezTo>
                  <a:pt x="4781840" y="7718850"/>
                  <a:pt x="2584839" y="7617276"/>
                  <a:pt x="1292420" y="6199558"/>
                </a:cubicBezTo>
                <a:close/>
              </a:path>
            </a:pathLst>
          </a:custGeom>
          <a:noFill/>
          <a:ln w="21613" cap="rnd">
            <a:solidFill>
              <a:srgbClr val="627D8D">
                <a:alpha val="20000"/>
              </a:srgbClr>
            </a:solidFill>
            <a:custDash>
              <a:ds d="2857143" sp="1285714"/>
              <a:ds d="285714" sp="1285714"/>
            </a:custDash>
            <a:miter lim="800000"/>
          </a:ln>
        </p:spPr>
      </p:sp>
      <p:sp>
        <p:nvSpPr>
          <p:cNvPr id="57" name="!!rect-4g7"/>
          <p:cNvSpPr/>
          <p:nvPr/>
        </p:nvSpPr>
        <p:spPr>
          <a:xfrm>
            <a:off x="2963450" y="2545918"/>
            <a:ext cx="2958973" cy="939152"/>
          </a:xfrm>
          <a:prstGeom prst="roundRect">
            <a:avLst>
              <a:gd name="adj" fmla="val 15789"/>
            </a:avLst>
          </a:prstGeom>
          <a:solidFill>
            <a:srgbClr val="0B1A26">
              <a:alpha val="12000"/>
            </a:srgbClr>
          </a:solidFill>
          <a:ln>
            <a:noFill/>
          </a:ln>
          <a:effectLst>
            <a:softEdge rad="226426"/>
          </a:effectLst>
        </p:spPr>
      </p:sp>
      <p:sp>
        <p:nvSpPr>
          <p:cNvPr id="58" name="!!rect-4g8"/>
          <p:cNvSpPr/>
          <p:nvPr/>
        </p:nvSpPr>
        <p:spPr>
          <a:xfrm>
            <a:off x="3027775" y="2558783"/>
            <a:ext cx="2830322" cy="759041"/>
          </a:xfrm>
          <a:prstGeom prst="roundRect">
            <a:avLst>
              <a:gd name="adj" fmla="val 15254"/>
            </a:avLst>
          </a:prstGeom>
          <a:solidFill>
            <a:srgbClr val="FFFFFF"/>
          </a:solidFill>
          <a:ln w="6433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59" name="!!rect-4g9"/>
          <p:cNvSpPr/>
          <p:nvPr/>
        </p:nvSpPr>
        <p:spPr>
          <a:xfrm>
            <a:off x="3027775" y="2558783"/>
            <a:ext cx="2830322" cy="759041"/>
          </a:xfrm>
          <a:prstGeom prst="roundRect">
            <a:avLst>
              <a:gd name="adj" fmla="val 15254"/>
            </a:avLst>
          </a:prstGeom>
          <a:noFill/>
          <a:ln w="19298" cap="flat">
            <a:solidFill>
              <a:srgbClr val="627D8D"/>
            </a:solidFill>
            <a:prstDash val="solid"/>
            <a:miter lim="800000"/>
          </a:ln>
        </p:spPr>
      </p:sp>
      <p:sp>
        <p:nvSpPr>
          <p:cNvPr id="60" name="!!path-4gb"/>
          <p:cNvSpPr/>
          <p:nvPr/>
        </p:nvSpPr>
        <p:spPr>
          <a:xfrm>
            <a:off x="3195022" y="2713164"/>
            <a:ext cx="102921" cy="128651"/>
          </a:xfrm>
          <a:custGeom>
            <a:avLst/>
            <a:gdLst/>
            <a:ahLst/>
            <a:cxnLst/>
            <a:rect l="l" t="t" r="r" b="b"/>
            <a:pathLst>
              <a:path w="102921" h="128651">
                <a:moveTo>
                  <a:pt x="64326" y="0"/>
                </a:moveTo>
                <a:lnTo>
                  <a:pt x="12865" y="0"/>
                </a:lnTo>
                <a:cubicBezTo>
                  <a:pt x="5789" y="0"/>
                  <a:pt x="64" y="5789"/>
                  <a:pt x="64" y="12865"/>
                </a:cubicBezTo>
                <a:lnTo>
                  <a:pt x="0" y="115786"/>
                </a:lnTo>
                <a:cubicBezTo>
                  <a:pt x="0" y="122862"/>
                  <a:pt x="5725" y="128651"/>
                  <a:pt x="12801" y="128651"/>
                </a:cubicBezTo>
                <a:lnTo>
                  <a:pt x="90056" y="128651"/>
                </a:lnTo>
                <a:cubicBezTo>
                  <a:pt x="97132" y="128651"/>
                  <a:pt x="102921" y="122862"/>
                  <a:pt x="102921" y="115786"/>
                </a:cubicBezTo>
                <a:lnTo>
                  <a:pt x="102921" y="38595"/>
                </a:lnTo>
                <a:lnTo>
                  <a:pt x="64326" y="0"/>
                </a:lnTo>
                <a:close/>
                <a:moveTo>
                  <a:pt x="77191" y="102921"/>
                </a:moveTo>
                <a:lnTo>
                  <a:pt x="25730" y="102921"/>
                </a:lnTo>
                <a:lnTo>
                  <a:pt x="25730" y="90056"/>
                </a:lnTo>
                <a:lnTo>
                  <a:pt x="77191" y="90056"/>
                </a:lnTo>
                <a:lnTo>
                  <a:pt x="77191" y="102921"/>
                </a:lnTo>
                <a:close/>
                <a:moveTo>
                  <a:pt x="77191" y="77191"/>
                </a:moveTo>
                <a:lnTo>
                  <a:pt x="25730" y="77191"/>
                </a:lnTo>
                <a:lnTo>
                  <a:pt x="25730" y="64326"/>
                </a:lnTo>
                <a:lnTo>
                  <a:pt x="77191" y="64326"/>
                </a:lnTo>
                <a:lnTo>
                  <a:pt x="77191" y="77191"/>
                </a:lnTo>
                <a:close/>
                <a:moveTo>
                  <a:pt x="57893" y="45028"/>
                </a:moveTo>
                <a:lnTo>
                  <a:pt x="57893" y="9649"/>
                </a:lnTo>
                <a:lnTo>
                  <a:pt x="93272" y="45028"/>
                </a:lnTo>
                <a:lnTo>
                  <a:pt x="57893" y="45028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61" name="!!text-4gc" descr="常見問題"/>
          <p:cNvSpPr txBox="1"/>
          <p:nvPr/>
        </p:nvSpPr>
        <p:spPr>
          <a:xfrm>
            <a:off x="3400863" y="2656301"/>
            <a:ext cx="663839" cy="22354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16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常見問題</a:t>
            </a:r>
            <a:endParaRPr lang="zh-TW" sz="1216"/>
          </a:p>
        </p:txBody>
      </p:sp>
      <p:sp>
        <p:nvSpPr>
          <p:cNvPr id="62" name="!!rect-4gh"/>
          <p:cNvSpPr/>
          <p:nvPr/>
        </p:nvSpPr>
        <p:spPr>
          <a:xfrm>
            <a:off x="3182156" y="2970466"/>
            <a:ext cx="1929765" cy="64326"/>
          </a:xfrm>
          <a:prstGeom prst="roundRect">
            <a:avLst>
              <a:gd name="adj" fmla="val 50000"/>
            </a:avLst>
          </a:prstGeom>
          <a:solidFill>
            <a:srgbClr val="E6EAEE"/>
          </a:solidFill>
          <a:ln>
            <a:noFill/>
          </a:ln>
        </p:spPr>
      </p:sp>
      <p:sp>
        <p:nvSpPr>
          <p:cNvPr id="63" name="!!rect-4gi"/>
          <p:cNvSpPr/>
          <p:nvPr/>
        </p:nvSpPr>
        <p:spPr>
          <a:xfrm>
            <a:off x="3182156" y="3111983"/>
            <a:ext cx="1415161" cy="64326"/>
          </a:xfrm>
          <a:prstGeom prst="roundRect">
            <a:avLst>
              <a:gd name="adj" fmla="val 50000"/>
            </a:avLst>
          </a:prstGeom>
          <a:solidFill>
            <a:srgbClr val="E6EAEE"/>
          </a:solidFill>
          <a:ln>
            <a:noFill/>
          </a:ln>
        </p:spPr>
      </p:sp>
      <p:sp>
        <p:nvSpPr>
          <p:cNvPr id="64" name="!!rect-4gn"/>
          <p:cNvSpPr/>
          <p:nvPr/>
        </p:nvSpPr>
        <p:spPr>
          <a:xfrm>
            <a:off x="3130696" y="3214903"/>
            <a:ext cx="2958973" cy="939152"/>
          </a:xfrm>
          <a:prstGeom prst="roundRect">
            <a:avLst>
              <a:gd name="adj" fmla="val 15789"/>
            </a:avLst>
          </a:prstGeom>
          <a:solidFill>
            <a:srgbClr val="0B1A26">
              <a:alpha val="12000"/>
            </a:srgbClr>
          </a:solidFill>
          <a:ln>
            <a:noFill/>
          </a:ln>
          <a:effectLst>
            <a:softEdge rad="226426"/>
          </a:effectLst>
        </p:spPr>
      </p:sp>
      <p:sp>
        <p:nvSpPr>
          <p:cNvPr id="65" name="!!rect-4go"/>
          <p:cNvSpPr/>
          <p:nvPr/>
        </p:nvSpPr>
        <p:spPr>
          <a:xfrm>
            <a:off x="3195022" y="3227768"/>
            <a:ext cx="2830322" cy="759041"/>
          </a:xfrm>
          <a:prstGeom prst="roundRect">
            <a:avLst>
              <a:gd name="adj" fmla="val 15254"/>
            </a:avLst>
          </a:prstGeom>
          <a:solidFill>
            <a:srgbClr val="FFFFFF"/>
          </a:solidFill>
          <a:ln w="6433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66" name="!!path-4gp"/>
          <p:cNvSpPr/>
          <p:nvPr/>
        </p:nvSpPr>
        <p:spPr>
          <a:xfrm>
            <a:off x="3362268" y="3382150"/>
            <a:ext cx="102921" cy="128651"/>
          </a:xfrm>
          <a:custGeom>
            <a:avLst/>
            <a:gdLst/>
            <a:ahLst/>
            <a:cxnLst/>
            <a:rect l="l" t="t" r="r" b="b"/>
            <a:pathLst>
              <a:path w="102921" h="128651">
                <a:moveTo>
                  <a:pt x="64326" y="0"/>
                </a:moveTo>
                <a:lnTo>
                  <a:pt x="12865" y="0"/>
                </a:lnTo>
                <a:cubicBezTo>
                  <a:pt x="5789" y="0"/>
                  <a:pt x="64" y="5789"/>
                  <a:pt x="64" y="12865"/>
                </a:cubicBezTo>
                <a:lnTo>
                  <a:pt x="0" y="115786"/>
                </a:lnTo>
                <a:cubicBezTo>
                  <a:pt x="0" y="122862"/>
                  <a:pt x="5725" y="128651"/>
                  <a:pt x="12801" y="128651"/>
                </a:cubicBezTo>
                <a:lnTo>
                  <a:pt x="90056" y="128651"/>
                </a:lnTo>
                <a:cubicBezTo>
                  <a:pt x="97132" y="128651"/>
                  <a:pt x="102921" y="122862"/>
                  <a:pt x="102921" y="115786"/>
                </a:cubicBezTo>
                <a:lnTo>
                  <a:pt x="102921" y="38595"/>
                </a:lnTo>
                <a:lnTo>
                  <a:pt x="64326" y="0"/>
                </a:lnTo>
                <a:close/>
                <a:moveTo>
                  <a:pt x="77191" y="102921"/>
                </a:moveTo>
                <a:lnTo>
                  <a:pt x="25730" y="102921"/>
                </a:lnTo>
                <a:lnTo>
                  <a:pt x="25730" y="90056"/>
                </a:lnTo>
                <a:lnTo>
                  <a:pt x="77191" y="90056"/>
                </a:lnTo>
                <a:lnTo>
                  <a:pt x="77191" y="102921"/>
                </a:lnTo>
                <a:close/>
                <a:moveTo>
                  <a:pt x="77191" y="77191"/>
                </a:moveTo>
                <a:lnTo>
                  <a:pt x="25730" y="77191"/>
                </a:lnTo>
                <a:lnTo>
                  <a:pt x="25730" y="64326"/>
                </a:lnTo>
                <a:lnTo>
                  <a:pt x="77191" y="64326"/>
                </a:lnTo>
                <a:lnTo>
                  <a:pt x="77191" y="77191"/>
                </a:lnTo>
                <a:close/>
                <a:moveTo>
                  <a:pt x="57893" y="45028"/>
                </a:moveTo>
                <a:lnTo>
                  <a:pt x="57893" y="9649"/>
                </a:lnTo>
                <a:lnTo>
                  <a:pt x="93272" y="45028"/>
                </a:lnTo>
                <a:lnTo>
                  <a:pt x="57893" y="45028"/>
                </a:lnTo>
                <a:close/>
              </a:path>
            </a:pathLst>
          </a:custGeom>
          <a:solidFill>
            <a:srgbClr val="5B6770"/>
          </a:solidFill>
          <a:ln>
            <a:noFill/>
          </a:ln>
        </p:spPr>
      </p:sp>
      <p:sp>
        <p:nvSpPr>
          <p:cNvPr id="67" name="!!text-4gq" descr="服務條款"/>
          <p:cNvSpPr txBox="1"/>
          <p:nvPr/>
        </p:nvSpPr>
        <p:spPr>
          <a:xfrm>
            <a:off x="3568109" y="3325286"/>
            <a:ext cx="663839" cy="22354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16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服務條款</a:t>
            </a:r>
            <a:endParaRPr lang="zh-TW" sz="1216"/>
          </a:p>
        </p:txBody>
      </p:sp>
      <p:sp>
        <p:nvSpPr>
          <p:cNvPr id="68" name="!!rect-4gv"/>
          <p:cNvSpPr/>
          <p:nvPr/>
        </p:nvSpPr>
        <p:spPr>
          <a:xfrm>
            <a:off x="3349403" y="3639452"/>
            <a:ext cx="1929765" cy="64326"/>
          </a:xfrm>
          <a:prstGeom prst="roundRect">
            <a:avLst>
              <a:gd name="adj" fmla="val 50000"/>
            </a:avLst>
          </a:prstGeom>
          <a:solidFill>
            <a:srgbClr val="E6EAEE"/>
          </a:solidFill>
          <a:ln>
            <a:noFill/>
          </a:ln>
        </p:spPr>
      </p:sp>
      <p:sp>
        <p:nvSpPr>
          <p:cNvPr id="69" name="!!rect-4gw"/>
          <p:cNvSpPr/>
          <p:nvPr/>
        </p:nvSpPr>
        <p:spPr>
          <a:xfrm>
            <a:off x="3349403" y="3780968"/>
            <a:ext cx="1415161" cy="64326"/>
          </a:xfrm>
          <a:prstGeom prst="roundRect">
            <a:avLst>
              <a:gd name="adj" fmla="val 50000"/>
            </a:avLst>
          </a:prstGeom>
          <a:solidFill>
            <a:srgbClr val="E6EAEE"/>
          </a:solidFill>
          <a:ln>
            <a:noFill/>
          </a:ln>
        </p:spPr>
      </p:sp>
      <p:sp>
        <p:nvSpPr>
          <p:cNvPr id="70" name="!!rect-4h1"/>
          <p:cNvSpPr/>
          <p:nvPr/>
        </p:nvSpPr>
        <p:spPr>
          <a:xfrm>
            <a:off x="3233617" y="3665182"/>
            <a:ext cx="2958973" cy="939152"/>
          </a:xfrm>
          <a:prstGeom prst="roundRect">
            <a:avLst>
              <a:gd name="adj" fmla="val 15789"/>
            </a:avLst>
          </a:prstGeom>
          <a:solidFill>
            <a:srgbClr val="0B1A26">
              <a:alpha val="12000"/>
            </a:srgbClr>
          </a:solidFill>
          <a:ln>
            <a:noFill/>
          </a:ln>
          <a:effectLst>
            <a:softEdge rad="226426"/>
          </a:effectLst>
        </p:spPr>
      </p:sp>
      <p:sp>
        <p:nvSpPr>
          <p:cNvPr id="71" name="!!rect-4h2"/>
          <p:cNvSpPr/>
          <p:nvPr/>
        </p:nvSpPr>
        <p:spPr>
          <a:xfrm>
            <a:off x="3297942" y="3678047"/>
            <a:ext cx="2830322" cy="759041"/>
          </a:xfrm>
          <a:prstGeom prst="roundRect">
            <a:avLst>
              <a:gd name="adj" fmla="val 15254"/>
            </a:avLst>
          </a:prstGeom>
          <a:solidFill>
            <a:srgbClr val="FFFFFF"/>
          </a:solidFill>
          <a:ln w="6433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72" name="!!path-4h3"/>
          <p:cNvSpPr/>
          <p:nvPr/>
        </p:nvSpPr>
        <p:spPr>
          <a:xfrm>
            <a:off x="3465189" y="3832428"/>
            <a:ext cx="102921" cy="128651"/>
          </a:xfrm>
          <a:custGeom>
            <a:avLst/>
            <a:gdLst/>
            <a:ahLst/>
            <a:cxnLst/>
            <a:rect l="l" t="t" r="r" b="b"/>
            <a:pathLst>
              <a:path w="102921" h="128651">
                <a:moveTo>
                  <a:pt x="64326" y="0"/>
                </a:moveTo>
                <a:lnTo>
                  <a:pt x="12865" y="0"/>
                </a:lnTo>
                <a:cubicBezTo>
                  <a:pt x="5789" y="0"/>
                  <a:pt x="64" y="5789"/>
                  <a:pt x="64" y="12865"/>
                </a:cubicBezTo>
                <a:lnTo>
                  <a:pt x="0" y="115786"/>
                </a:lnTo>
                <a:cubicBezTo>
                  <a:pt x="0" y="122862"/>
                  <a:pt x="5725" y="128651"/>
                  <a:pt x="12801" y="128651"/>
                </a:cubicBezTo>
                <a:lnTo>
                  <a:pt x="90056" y="128651"/>
                </a:lnTo>
                <a:cubicBezTo>
                  <a:pt x="97132" y="128651"/>
                  <a:pt x="102921" y="122862"/>
                  <a:pt x="102921" y="115786"/>
                </a:cubicBezTo>
                <a:lnTo>
                  <a:pt x="102921" y="38595"/>
                </a:lnTo>
                <a:lnTo>
                  <a:pt x="64326" y="0"/>
                </a:lnTo>
                <a:close/>
                <a:moveTo>
                  <a:pt x="77191" y="102921"/>
                </a:moveTo>
                <a:lnTo>
                  <a:pt x="25730" y="102921"/>
                </a:lnTo>
                <a:lnTo>
                  <a:pt x="25730" y="90056"/>
                </a:lnTo>
                <a:lnTo>
                  <a:pt x="77191" y="90056"/>
                </a:lnTo>
                <a:lnTo>
                  <a:pt x="77191" y="102921"/>
                </a:lnTo>
                <a:close/>
                <a:moveTo>
                  <a:pt x="77191" y="77191"/>
                </a:moveTo>
                <a:lnTo>
                  <a:pt x="25730" y="77191"/>
                </a:lnTo>
                <a:lnTo>
                  <a:pt x="25730" y="64326"/>
                </a:lnTo>
                <a:lnTo>
                  <a:pt x="77191" y="64326"/>
                </a:lnTo>
                <a:lnTo>
                  <a:pt x="77191" y="77191"/>
                </a:lnTo>
                <a:close/>
                <a:moveTo>
                  <a:pt x="57893" y="45028"/>
                </a:moveTo>
                <a:lnTo>
                  <a:pt x="57893" y="9649"/>
                </a:lnTo>
                <a:lnTo>
                  <a:pt x="93272" y="45028"/>
                </a:lnTo>
                <a:lnTo>
                  <a:pt x="57893" y="45028"/>
                </a:lnTo>
                <a:close/>
              </a:path>
            </a:pathLst>
          </a:custGeom>
          <a:solidFill>
            <a:srgbClr val="5B6770"/>
          </a:solidFill>
          <a:ln>
            <a:noFill/>
          </a:ln>
        </p:spPr>
      </p:sp>
      <p:sp>
        <p:nvSpPr>
          <p:cNvPr id="73" name="!!text-4h4" descr="隱私權政策"/>
          <p:cNvSpPr txBox="1"/>
          <p:nvPr/>
        </p:nvSpPr>
        <p:spPr>
          <a:xfrm>
            <a:off x="3671030" y="3775564"/>
            <a:ext cx="818220" cy="22354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16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隱私權政策</a:t>
            </a:r>
            <a:endParaRPr lang="zh-TW" sz="1216"/>
          </a:p>
        </p:txBody>
      </p:sp>
      <p:sp>
        <p:nvSpPr>
          <p:cNvPr id="74" name="!!rect-4ha"/>
          <p:cNvSpPr/>
          <p:nvPr/>
        </p:nvSpPr>
        <p:spPr>
          <a:xfrm>
            <a:off x="3452324" y="4089730"/>
            <a:ext cx="1929765" cy="64326"/>
          </a:xfrm>
          <a:prstGeom prst="roundRect">
            <a:avLst>
              <a:gd name="adj" fmla="val 50000"/>
            </a:avLst>
          </a:prstGeom>
          <a:solidFill>
            <a:srgbClr val="E6EAEE"/>
          </a:solidFill>
          <a:ln>
            <a:noFill/>
          </a:ln>
        </p:spPr>
      </p:sp>
      <p:sp>
        <p:nvSpPr>
          <p:cNvPr id="75" name="!!rect-4hb"/>
          <p:cNvSpPr/>
          <p:nvPr/>
        </p:nvSpPr>
        <p:spPr>
          <a:xfrm>
            <a:off x="3452324" y="4231246"/>
            <a:ext cx="1415161" cy="64326"/>
          </a:xfrm>
          <a:prstGeom prst="roundRect">
            <a:avLst>
              <a:gd name="adj" fmla="val 50000"/>
            </a:avLst>
          </a:prstGeom>
          <a:solidFill>
            <a:srgbClr val="E6EAEE"/>
          </a:solidFill>
          <a:ln>
            <a:noFill/>
          </a:ln>
        </p:spPr>
      </p:sp>
      <p:sp>
        <p:nvSpPr>
          <p:cNvPr id="76" name="!!rect-4hg"/>
          <p:cNvSpPr/>
          <p:nvPr/>
        </p:nvSpPr>
        <p:spPr>
          <a:xfrm>
            <a:off x="3336538" y="4115460"/>
            <a:ext cx="2958973" cy="939152"/>
          </a:xfrm>
          <a:prstGeom prst="roundRect">
            <a:avLst>
              <a:gd name="adj" fmla="val 15789"/>
            </a:avLst>
          </a:prstGeom>
          <a:solidFill>
            <a:srgbClr val="0B1A26">
              <a:alpha val="12000"/>
            </a:srgbClr>
          </a:solidFill>
          <a:ln>
            <a:noFill/>
          </a:ln>
          <a:effectLst>
            <a:softEdge rad="226426"/>
          </a:effectLst>
        </p:spPr>
      </p:sp>
      <p:sp>
        <p:nvSpPr>
          <p:cNvPr id="77" name="!!rect-4hh"/>
          <p:cNvSpPr/>
          <p:nvPr/>
        </p:nvSpPr>
        <p:spPr>
          <a:xfrm>
            <a:off x="3400863" y="4128326"/>
            <a:ext cx="2830322" cy="759041"/>
          </a:xfrm>
          <a:prstGeom prst="roundRect">
            <a:avLst>
              <a:gd name="adj" fmla="val 15254"/>
            </a:avLst>
          </a:prstGeom>
          <a:solidFill>
            <a:srgbClr val="FFFFFF"/>
          </a:solidFill>
          <a:ln w="6433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78" name="!!path-4hi"/>
          <p:cNvSpPr/>
          <p:nvPr/>
        </p:nvSpPr>
        <p:spPr>
          <a:xfrm>
            <a:off x="3568109" y="4282707"/>
            <a:ext cx="102921" cy="128651"/>
          </a:xfrm>
          <a:custGeom>
            <a:avLst/>
            <a:gdLst/>
            <a:ahLst/>
            <a:cxnLst/>
            <a:rect l="l" t="t" r="r" b="b"/>
            <a:pathLst>
              <a:path w="102921" h="128651">
                <a:moveTo>
                  <a:pt x="64326" y="0"/>
                </a:moveTo>
                <a:lnTo>
                  <a:pt x="12865" y="0"/>
                </a:lnTo>
                <a:cubicBezTo>
                  <a:pt x="5789" y="0"/>
                  <a:pt x="64" y="5789"/>
                  <a:pt x="64" y="12865"/>
                </a:cubicBezTo>
                <a:lnTo>
                  <a:pt x="0" y="115786"/>
                </a:lnTo>
                <a:cubicBezTo>
                  <a:pt x="0" y="122862"/>
                  <a:pt x="5725" y="128651"/>
                  <a:pt x="12801" y="128651"/>
                </a:cubicBezTo>
                <a:lnTo>
                  <a:pt x="90056" y="128651"/>
                </a:lnTo>
                <a:cubicBezTo>
                  <a:pt x="97132" y="128651"/>
                  <a:pt x="102921" y="122862"/>
                  <a:pt x="102921" y="115786"/>
                </a:cubicBezTo>
                <a:lnTo>
                  <a:pt x="102921" y="38595"/>
                </a:lnTo>
                <a:lnTo>
                  <a:pt x="64326" y="0"/>
                </a:lnTo>
                <a:close/>
                <a:moveTo>
                  <a:pt x="77191" y="102921"/>
                </a:moveTo>
                <a:lnTo>
                  <a:pt x="25730" y="102921"/>
                </a:lnTo>
                <a:lnTo>
                  <a:pt x="25730" y="90056"/>
                </a:lnTo>
                <a:lnTo>
                  <a:pt x="77191" y="90056"/>
                </a:lnTo>
                <a:lnTo>
                  <a:pt x="77191" y="102921"/>
                </a:lnTo>
                <a:close/>
                <a:moveTo>
                  <a:pt x="77191" y="77191"/>
                </a:moveTo>
                <a:lnTo>
                  <a:pt x="25730" y="77191"/>
                </a:lnTo>
                <a:lnTo>
                  <a:pt x="25730" y="64326"/>
                </a:lnTo>
                <a:lnTo>
                  <a:pt x="77191" y="64326"/>
                </a:lnTo>
                <a:lnTo>
                  <a:pt x="77191" y="77191"/>
                </a:lnTo>
                <a:close/>
                <a:moveTo>
                  <a:pt x="57893" y="45028"/>
                </a:moveTo>
                <a:lnTo>
                  <a:pt x="57893" y="9649"/>
                </a:lnTo>
                <a:lnTo>
                  <a:pt x="93272" y="45028"/>
                </a:lnTo>
                <a:lnTo>
                  <a:pt x="57893" y="45028"/>
                </a:lnTo>
                <a:close/>
              </a:path>
            </a:pathLst>
          </a:custGeom>
          <a:solidFill>
            <a:srgbClr val="5B6770"/>
          </a:solidFill>
          <a:ln>
            <a:noFill/>
          </a:ln>
        </p:spPr>
      </p:sp>
      <p:sp>
        <p:nvSpPr>
          <p:cNvPr id="79" name="!!text-4hj" descr="平台說明"/>
          <p:cNvSpPr txBox="1"/>
          <p:nvPr/>
        </p:nvSpPr>
        <p:spPr>
          <a:xfrm>
            <a:off x="3773951" y="4225843"/>
            <a:ext cx="663839" cy="22354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16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平台說明</a:t>
            </a:r>
            <a:endParaRPr lang="zh-TW" sz="1216"/>
          </a:p>
        </p:txBody>
      </p:sp>
      <p:sp>
        <p:nvSpPr>
          <p:cNvPr id="80" name="!!rect-4ho"/>
          <p:cNvSpPr/>
          <p:nvPr/>
        </p:nvSpPr>
        <p:spPr>
          <a:xfrm>
            <a:off x="3555244" y="4540009"/>
            <a:ext cx="1929765" cy="64326"/>
          </a:xfrm>
          <a:prstGeom prst="roundRect">
            <a:avLst>
              <a:gd name="adj" fmla="val 50000"/>
            </a:avLst>
          </a:prstGeom>
          <a:solidFill>
            <a:srgbClr val="E6EAEE"/>
          </a:solidFill>
          <a:ln>
            <a:noFill/>
          </a:ln>
        </p:spPr>
      </p:sp>
      <p:sp>
        <p:nvSpPr>
          <p:cNvPr id="81" name="!!rect-4hp"/>
          <p:cNvSpPr/>
          <p:nvPr/>
        </p:nvSpPr>
        <p:spPr>
          <a:xfrm>
            <a:off x="3555244" y="4681525"/>
            <a:ext cx="1415161" cy="64326"/>
          </a:xfrm>
          <a:prstGeom prst="roundRect">
            <a:avLst>
              <a:gd name="adj" fmla="val 50000"/>
            </a:avLst>
          </a:prstGeom>
          <a:solidFill>
            <a:srgbClr val="E6EAEE"/>
          </a:solidFill>
          <a:ln>
            <a:noFill/>
          </a:ln>
        </p:spPr>
      </p:sp>
      <p:sp>
        <p:nvSpPr>
          <p:cNvPr id="82" name="!!rect-4hu"/>
          <p:cNvSpPr/>
          <p:nvPr/>
        </p:nvSpPr>
        <p:spPr>
          <a:xfrm>
            <a:off x="3439458" y="4565739"/>
            <a:ext cx="2958973" cy="939152"/>
          </a:xfrm>
          <a:prstGeom prst="roundRect">
            <a:avLst>
              <a:gd name="adj" fmla="val 15789"/>
            </a:avLst>
          </a:prstGeom>
          <a:solidFill>
            <a:srgbClr val="0B1A26">
              <a:alpha val="12000"/>
            </a:srgbClr>
          </a:solidFill>
          <a:ln>
            <a:noFill/>
          </a:ln>
          <a:effectLst>
            <a:softEdge rad="226426"/>
          </a:effectLst>
        </p:spPr>
      </p:sp>
      <p:sp>
        <p:nvSpPr>
          <p:cNvPr id="83" name="!!rect-4hv"/>
          <p:cNvSpPr/>
          <p:nvPr/>
        </p:nvSpPr>
        <p:spPr>
          <a:xfrm>
            <a:off x="3503784" y="4578604"/>
            <a:ext cx="2830322" cy="759041"/>
          </a:xfrm>
          <a:prstGeom prst="roundRect">
            <a:avLst>
              <a:gd name="adj" fmla="val 15254"/>
            </a:avLst>
          </a:prstGeom>
          <a:solidFill>
            <a:srgbClr val="FFFFFF"/>
          </a:solidFill>
          <a:ln w="6433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84" name="!!path-4hw"/>
          <p:cNvSpPr/>
          <p:nvPr/>
        </p:nvSpPr>
        <p:spPr>
          <a:xfrm>
            <a:off x="3671030" y="4732985"/>
            <a:ext cx="102921" cy="128651"/>
          </a:xfrm>
          <a:custGeom>
            <a:avLst/>
            <a:gdLst/>
            <a:ahLst/>
            <a:cxnLst/>
            <a:rect l="l" t="t" r="r" b="b"/>
            <a:pathLst>
              <a:path w="102921" h="128651">
                <a:moveTo>
                  <a:pt x="64326" y="0"/>
                </a:moveTo>
                <a:lnTo>
                  <a:pt x="12865" y="0"/>
                </a:lnTo>
                <a:cubicBezTo>
                  <a:pt x="5789" y="0"/>
                  <a:pt x="64" y="5789"/>
                  <a:pt x="64" y="12865"/>
                </a:cubicBezTo>
                <a:lnTo>
                  <a:pt x="0" y="115786"/>
                </a:lnTo>
                <a:cubicBezTo>
                  <a:pt x="0" y="122862"/>
                  <a:pt x="5725" y="128651"/>
                  <a:pt x="12801" y="128651"/>
                </a:cubicBezTo>
                <a:lnTo>
                  <a:pt x="90056" y="128651"/>
                </a:lnTo>
                <a:cubicBezTo>
                  <a:pt x="97132" y="128651"/>
                  <a:pt x="102921" y="122862"/>
                  <a:pt x="102921" y="115786"/>
                </a:cubicBezTo>
                <a:lnTo>
                  <a:pt x="102921" y="38595"/>
                </a:lnTo>
                <a:lnTo>
                  <a:pt x="64326" y="0"/>
                </a:lnTo>
                <a:close/>
                <a:moveTo>
                  <a:pt x="77191" y="102921"/>
                </a:moveTo>
                <a:lnTo>
                  <a:pt x="25730" y="102921"/>
                </a:lnTo>
                <a:lnTo>
                  <a:pt x="25730" y="90056"/>
                </a:lnTo>
                <a:lnTo>
                  <a:pt x="77191" y="90056"/>
                </a:lnTo>
                <a:lnTo>
                  <a:pt x="77191" y="102921"/>
                </a:lnTo>
                <a:close/>
                <a:moveTo>
                  <a:pt x="77191" y="77191"/>
                </a:moveTo>
                <a:lnTo>
                  <a:pt x="25730" y="77191"/>
                </a:lnTo>
                <a:lnTo>
                  <a:pt x="25730" y="64326"/>
                </a:lnTo>
                <a:lnTo>
                  <a:pt x="77191" y="64326"/>
                </a:lnTo>
                <a:lnTo>
                  <a:pt x="77191" y="77191"/>
                </a:lnTo>
                <a:close/>
                <a:moveTo>
                  <a:pt x="57893" y="45028"/>
                </a:moveTo>
                <a:lnTo>
                  <a:pt x="57893" y="9649"/>
                </a:lnTo>
                <a:lnTo>
                  <a:pt x="93272" y="45028"/>
                </a:lnTo>
                <a:lnTo>
                  <a:pt x="57893" y="45028"/>
                </a:lnTo>
                <a:close/>
              </a:path>
            </a:pathLst>
          </a:custGeom>
          <a:solidFill>
            <a:srgbClr val="5B6770"/>
          </a:solidFill>
          <a:ln>
            <a:noFill/>
          </a:ln>
        </p:spPr>
      </p:sp>
      <p:sp>
        <p:nvSpPr>
          <p:cNvPr id="85" name="!!text-4hx" descr="我的訂單"/>
          <p:cNvSpPr txBox="1"/>
          <p:nvPr/>
        </p:nvSpPr>
        <p:spPr>
          <a:xfrm>
            <a:off x="3876872" y="4676121"/>
            <a:ext cx="663839" cy="22354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16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我的訂單</a:t>
            </a:r>
            <a:endParaRPr lang="zh-TW" sz="1216"/>
          </a:p>
        </p:txBody>
      </p:sp>
      <p:sp>
        <p:nvSpPr>
          <p:cNvPr id="86" name="!!rect-4i2"/>
          <p:cNvSpPr/>
          <p:nvPr/>
        </p:nvSpPr>
        <p:spPr>
          <a:xfrm>
            <a:off x="3658165" y="4990287"/>
            <a:ext cx="1929765" cy="64326"/>
          </a:xfrm>
          <a:prstGeom prst="roundRect">
            <a:avLst>
              <a:gd name="adj" fmla="val 50000"/>
            </a:avLst>
          </a:prstGeom>
          <a:solidFill>
            <a:srgbClr val="E6EAEE"/>
          </a:solidFill>
          <a:ln>
            <a:noFill/>
          </a:ln>
        </p:spPr>
      </p:sp>
      <p:sp>
        <p:nvSpPr>
          <p:cNvPr id="87" name="!!rect-4i3"/>
          <p:cNvSpPr/>
          <p:nvPr/>
        </p:nvSpPr>
        <p:spPr>
          <a:xfrm>
            <a:off x="3658165" y="5131803"/>
            <a:ext cx="1415161" cy="64326"/>
          </a:xfrm>
          <a:prstGeom prst="roundRect">
            <a:avLst>
              <a:gd name="adj" fmla="val 50000"/>
            </a:avLst>
          </a:prstGeom>
          <a:solidFill>
            <a:srgbClr val="E6EAEE"/>
          </a:solidFill>
          <a:ln>
            <a:noFill/>
          </a:ln>
        </p:spPr>
      </p:sp>
      <p:sp>
        <p:nvSpPr>
          <p:cNvPr id="88" name="!!rect-4ia"/>
          <p:cNvSpPr/>
          <p:nvPr/>
        </p:nvSpPr>
        <p:spPr>
          <a:xfrm>
            <a:off x="3066371" y="2179263"/>
            <a:ext cx="1389431" cy="424548"/>
          </a:xfrm>
          <a:prstGeom prst="roundRect">
            <a:avLst>
              <a:gd name="adj" fmla="val 50000"/>
            </a:avLst>
          </a:prstGeom>
          <a:solidFill>
            <a:srgbClr val="0B1A26">
              <a:alpha val="10000"/>
            </a:srgbClr>
          </a:solidFill>
          <a:ln>
            <a:noFill/>
          </a:ln>
          <a:effectLst>
            <a:softEdge rad="99061"/>
          </a:effectLst>
        </p:spPr>
      </p:sp>
      <p:sp>
        <p:nvSpPr>
          <p:cNvPr id="89" name="!!rect-4ib"/>
          <p:cNvSpPr/>
          <p:nvPr/>
        </p:nvSpPr>
        <p:spPr>
          <a:xfrm>
            <a:off x="3092101" y="2172830"/>
            <a:ext cx="1337970" cy="33449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719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90" name="!!path-4ic"/>
          <p:cNvSpPr/>
          <p:nvPr/>
        </p:nvSpPr>
        <p:spPr>
          <a:xfrm>
            <a:off x="3247858" y="2274233"/>
            <a:ext cx="128031" cy="128031"/>
          </a:xfrm>
          <a:custGeom>
            <a:avLst/>
            <a:gdLst/>
            <a:ahLst/>
            <a:cxnLst/>
            <a:rect l="l" t="t" r="r" b="b"/>
            <a:pathLst>
              <a:path w="128031" h="128031">
                <a:moveTo>
                  <a:pt x="91503" y="80523"/>
                </a:moveTo>
                <a:lnTo>
                  <a:pt x="85720" y="80523"/>
                </a:lnTo>
                <a:lnTo>
                  <a:pt x="83670" y="78546"/>
                </a:lnTo>
                <a:cubicBezTo>
                  <a:pt x="90844" y="70201"/>
                  <a:pt x="95163" y="59367"/>
                  <a:pt x="95163" y="47582"/>
                </a:cubicBezTo>
                <a:cubicBezTo>
                  <a:pt x="95163" y="21302"/>
                  <a:pt x="73861" y="0"/>
                  <a:pt x="47582" y="0"/>
                </a:cubicBezTo>
                <a:cubicBezTo>
                  <a:pt x="21302" y="0"/>
                  <a:pt x="0" y="21302"/>
                  <a:pt x="0" y="47582"/>
                </a:cubicBezTo>
                <a:cubicBezTo>
                  <a:pt x="0" y="73861"/>
                  <a:pt x="21302" y="95163"/>
                  <a:pt x="47582" y="95163"/>
                </a:cubicBezTo>
                <a:cubicBezTo>
                  <a:pt x="59367" y="95163"/>
                  <a:pt x="70201" y="90844"/>
                  <a:pt x="78546" y="83670"/>
                </a:cubicBezTo>
                <a:lnTo>
                  <a:pt x="80523" y="85720"/>
                </a:lnTo>
                <a:lnTo>
                  <a:pt x="80523" y="91503"/>
                </a:lnTo>
                <a:lnTo>
                  <a:pt x="117124" y="128031"/>
                </a:lnTo>
                <a:lnTo>
                  <a:pt x="128031" y="117124"/>
                </a:lnTo>
                <a:lnTo>
                  <a:pt x="91503" y="80523"/>
                </a:lnTo>
                <a:close/>
                <a:moveTo>
                  <a:pt x="47582" y="80523"/>
                </a:moveTo>
                <a:cubicBezTo>
                  <a:pt x="29354" y="80523"/>
                  <a:pt x="14640" y="65809"/>
                  <a:pt x="14640" y="47582"/>
                </a:cubicBezTo>
                <a:cubicBezTo>
                  <a:pt x="14640" y="29354"/>
                  <a:pt x="29354" y="14640"/>
                  <a:pt x="47582" y="14640"/>
                </a:cubicBezTo>
                <a:cubicBezTo>
                  <a:pt x="65809" y="14640"/>
                  <a:pt x="80523" y="29354"/>
                  <a:pt x="80523" y="47582"/>
                </a:cubicBezTo>
                <a:cubicBezTo>
                  <a:pt x="80523" y="65809"/>
                  <a:pt x="65809" y="80523"/>
                  <a:pt x="47582" y="80523"/>
                </a:cubicBez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91" name="!!text-4id" descr="關鍵字檢索"/>
          <p:cNvSpPr txBox="1"/>
          <p:nvPr/>
        </p:nvSpPr>
        <p:spPr>
          <a:xfrm>
            <a:off x="3460043" y="2206279"/>
            <a:ext cx="886405" cy="24217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17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關鍵字檢索</a:t>
            </a:r>
            <a:endParaRPr lang="zh-TW" sz="1317"/>
          </a:p>
        </p:txBody>
      </p:sp>
      <p:sp>
        <p:nvSpPr>
          <p:cNvPr id="92" name="!!rect-4ip"/>
          <p:cNvSpPr/>
          <p:nvPr/>
        </p:nvSpPr>
        <p:spPr>
          <a:xfrm>
            <a:off x="4558722" y="2179263"/>
            <a:ext cx="1222185" cy="424548"/>
          </a:xfrm>
          <a:prstGeom prst="roundRect">
            <a:avLst>
              <a:gd name="adj" fmla="val 50000"/>
            </a:avLst>
          </a:prstGeom>
          <a:solidFill>
            <a:srgbClr val="0B1A26">
              <a:alpha val="10000"/>
            </a:srgbClr>
          </a:solidFill>
          <a:ln>
            <a:noFill/>
          </a:ln>
          <a:effectLst>
            <a:softEdge rad="99061"/>
          </a:effectLst>
        </p:spPr>
      </p:sp>
      <p:sp>
        <p:nvSpPr>
          <p:cNvPr id="93" name="!!rect-4iq"/>
          <p:cNvSpPr/>
          <p:nvPr/>
        </p:nvSpPr>
        <p:spPr>
          <a:xfrm>
            <a:off x="4584452" y="2172830"/>
            <a:ext cx="1170724" cy="33449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719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94" name="!!path-4ir"/>
          <p:cNvSpPr/>
          <p:nvPr/>
        </p:nvSpPr>
        <p:spPr>
          <a:xfrm>
            <a:off x="4725570" y="2259593"/>
            <a:ext cx="161045" cy="161045"/>
          </a:xfrm>
          <a:custGeom>
            <a:avLst/>
            <a:gdLst/>
            <a:ahLst/>
            <a:cxnLst/>
            <a:rect l="l" t="t" r="r" b="b"/>
            <a:pathLst>
              <a:path w="161045" h="161045">
                <a:moveTo>
                  <a:pt x="131764" y="58562"/>
                </a:moveTo>
                <a:lnTo>
                  <a:pt x="140915" y="38431"/>
                </a:lnTo>
                <a:lnTo>
                  <a:pt x="161045" y="29281"/>
                </a:lnTo>
                <a:lnTo>
                  <a:pt x="140915" y="20131"/>
                </a:lnTo>
                <a:lnTo>
                  <a:pt x="131764" y="0"/>
                </a:lnTo>
                <a:lnTo>
                  <a:pt x="122614" y="20131"/>
                </a:lnTo>
                <a:lnTo>
                  <a:pt x="102483" y="29281"/>
                </a:lnTo>
                <a:lnTo>
                  <a:pt x="122614" y="38431"/>
                </a:lnTo>
                <a:lnTo>
                  <a:pt x="131764" y="58562"/>
                </a:lnTo>
                <a:close/>
                <a:moveTo>
                  <a:pt x="76863" y="62222"/>
                </a:moveTo>
                <a:lnTo>
                  <a:pt x="58562" y="21961"/>
                </a:lnTo>
                <a:lnTo>
                  <a:pt x="40261" y="62222"/>
                </a:lnTo>
                <a:lnTo>
                  <a:pt x="0" y="80523"/>
                </a:lnTo>
                <a:lnTo>
                  <a:pt x="40261" y="98823"/>
                </a:lnTo>
                <a:lnTo>
                  <a:pt x="58562" y="139085"/>
                </a:lnTo>
                <a:lnTo>
                  <a:pt x="76863" y="98823"/>
                </a:lnTo>
                <a:lnTo>
                  <a:pt x="117124" y="80523"/>
                </a:lnTo>
                <a:lnTo>
                  <a:pt x="76863" y="62222"/>
                </a:lnTo>
                <a:close/>
                <a:moveTo>
                  <a:pt x="131764" y="102483"/>
                </a:moveTo>
                <a:lnTo>
                  <a:pt x="122614" y="122614"/>
                </a:lnTo>
                <a:lnTo>
                  <a:pt x="102483" y="131764"/>
                </a:lnTo>
                <a:lnTo>
                  <a:pt x="122614" y="140915"/>
                </a:lnTo>
                <a:lnTo>
                  <a:pt x="131764" y="161045"/>
                </a:lnTo>
                <a:lnTo>
                  <a:pt x="140915" y="140915"/>
                </a:lnTo>
                <a:lnTo>
                  <a:pt x="161045" y="131764"/>
                </a:lnTo>
                <a:lnTo>
                  <a:pt x="140915" y="122614"/>
                </a:lnTo>
                <a:lnTo>
                  <a:pt x="131764" y="102483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95" name="!!text-4is" descr="語意檢索"/>
          <p:cNvSpPr txBox="1"/>
          <p:nvPr/>
        </p:nvSpPr>
        <p:spPr>
          <a:xfrm>
            <a:off x="4952394" y="2206279"/>
            <a:ext cx="719159" cy="24217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17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語意檢索</a:t>
            </a:r>
            <a:endParaRPr lang="zh-TW" sz="1317"/>
          </a:p>
        </p:txBody>
      </p:sp>
      <p:sp>
        <p:nvSpPr>
          <p:cNvPr id="96" name="!!rect-4j1"/>
          <p:cNvSpPr/>
          <p:nvPr/>
        </p:nvSpPr>
        <p:spPr>
          <a:xfrm>
            <a:off x="3092101" y="5260454"/>
            <a:ext cx="3087624" cy="668985"/>
          </a:xfrm>
          <a:prstGeom prst="roundRect">
            <a:avLst>
              <a:gd name="adj" fmla="val 17308"/>
            </a:avLst>
          </a:prstGeom>
          <a:solidFill>
            <a:srgbClr val="627D8D">
              <a:alpha val="8000"/>
            </a:srgbClr>
          </a:solidFill>
          <a:ln w="9649" cap="flat">
            <a:solidFill>
              <a:srgbClr val="627D8D">
                <a:alpha val="40000"/>
              </a:srgbClr>
            </a:solidFill>
            <a:prstDash val="solid"/>
            <a:miter lim="800000"/>
          </a:ln>
        </p:spPr>
      </p:sp>
      <p:sp>
        <p:nvSpPr>
          <p:cNvPr id="97" name="!!text-4j2" descr="找到相關段落"/>
          <p:cNvSpPr txBox="1"/>
          <p:nvPr/>
        </p:nvSpPr>
        <p:spPr>
          <a:xfrm>
            <a:off x="3259347" y="5347165"/>
            <a:ext cx="891552" cy="20491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14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找到相關段落</a:t>
            </a:r>
            <a:endParaRPr lang="zh-TW" sz="1114"/>
          </a:p>
        </p:txBody>
      </p:sp>
      <p:sp>
        <p:nvSpPr>
          <p:cNvPr id="98" name="!!text-4j9" descr="買家完成訂單或取書滿 24 小時後撥款"/>
          <p:cNvSpPr txBox="1"/>
          <p:nvPr/>
        </p:nvSpPr>
        <p:spPr>
          <a:xfrm>
            <a:off x="3259347" y="5595976"/>
            <a:ext cx="2610895" cy="22354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16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買家完成訂單或取書滿 24 小時後撥款</a:t>
            </a:r>
            <a:endParaRPr lang="zh-TW" sz="1216"/>
          </a:p>
        </p:txBody>
      </p:sp>
      <p:sp>
        <p:nvSpPr>
          <p:cNvPr id="99" name="!!text-4jw" descr="AI 客服"/>
          <p:cNvSpPr txBox="1"/>
          <p:nvPr/>
        </p:nvSpPr>
        <p:spPr>
          <a:xfrm>
            <a:off x="660597" y="591452"/>
            <a:ext cx="614128" cy="22354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16" b="1" kern="0" spc="146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A</a:t>
            </a:r>
            <a:r>
              <a:rPr lang="zh-TW" altLang="en-US" sz="1216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I</a:t>
            </a:r>
            <a:r>
              <a:rPr lang="zh-TW" altLang="en-US" sz="1216" b="1" kern="0" spc="292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 </a:t>
            </a:r>
            <a:r>
              <a:rPr lang="zh-TW" altLang="en-US" sz="1216" b="1" kern="0" spc="146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客</a:t>
            </a:r>
            <a:r>
              <a:rPr lang="zh-TW" altLang="en-US" sz="1216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服</a:t>
            </a:r>
            <a:endParaRPr lang="zh-TW" sz="1216"/>
          </a:p>
        </p:txBody>
      </p:sp>
      <p:sp>
        <p:nvSpPr>
          <p:cNvPr id="100" name="!!text-4k6" descr="有問題，立即回覆"/>
          <p:cNvSpPr txBox="1"/>
          <p:nvPr/>
        </p:nvSpPr>
        <p:spPr>
          <a:xfrm>
            <a:off x="660597" y="863678"/>
            <a:ext cx="3621783" cy="6706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3647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有問</a:t>
            </a:r>
            <a:r>
              <a:rPr lang="zh-TW" altLang="en-US" sz="3647" kern="0" spc="-1094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題</a:t>
            </a:r>
            <a:r>
              <a:rPr lang="zh-TW" altLang="en-US" sz="3647" kern="0" spc="-656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，</a:t>
            </a:r>
            <a:r>
              <a:rPr lang="zh-TW" altLang="en-US" sz="3647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立即回覆</a:t>
            </a:r>
            <a:endParaRPr lang="zh-TW" sz="3647"/>
          </a:p>
        </p:txBody>
      </p:sp>
      <p:sp>
        <p:nvSpPr>
          <p:cNvPr id="101" name="!!text-4kj" descr="以關鍵字與語意混合檢索作答，複雜問題一鍵轉接客服人員。"/>
          <p:cNvSpPr txBox="1"/>
          <p:nvPr/>
        </p:nvSpPr>
        <p:spPr>
          <a:xfrm>
            <a:off x="660597" y="1588755"/>
            <a:ext cx="5268259" cy="2794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520" kern="0" dirty="0">
                <a:solidFill>
                  <a:srgbClr val="3F4A54"/>
                </a:solidFill>
                <a:latin typeface="Noto Sans TC Medium"/>
                <a:ea typeface="Noto Sans TC Medium"/>
                <a:cs typeface="Noto Sans TC Medium"/>
              </a:rPr>
              <a:t>以關鍵字與語意混合檢索作答，複雜問題一鍵轉接客服人員。</a:t>
            </a:r>
            <a:endParaRPr lang="zh-TW" sz="1520"/>
          </a:p>
        </p:txBody>
      </p:sp>
      <p:sp>
        <p:nvSpPr>
          <p:cNvPr id="102" name="!!rect-7lb"/>
          <p:cNvSpPr/>
          <p:nvPr/>
        </p:nvSpPr>
        <p:spPr>
          <a:xfrm>
            <a:off x="8521700" y="660400"/>
            <a:ext cx="2933700" cy="6121400"/>
          </a:xfrm>
          <a:prstGeom prst="roundRect">
            <a:avLst>
              <a:gd name="adj" fmla="val 18020"/>
            </a:avLst>
          </a:prstGeom>
          <a:solidFill>
            <a:srgbClr val="0B1A26">
              <a:alpha val="30000"/>
            </a:srgbClr>
          </a:solidFill>
          <a:ln>
            <a:noFill/>
          </a:ln>
          <a:effectLst>
            <a:softEdge rad="474980"/>
          </a:effectLst>
        </p:spPr>
      </p:sp>
      <p:sp>
        <p:nvSpPr>
          <p:cNvPr id="103" name="!!rect-7lc"/>
          <p:cNvSpPr/>
          <p:nvPr/>
        </p:nvSpPr>
        <p:spPr>
          <a:xfrm>
            <a:off x="8591550" y="527050"/>
            <a:ext cx="2794000" cy="5829300"/>
          </a:xfrm>
          <a:prstGeom prst="roundRect">
            <a:avLst>
              <a:gd name="adj" fmla="val 16825"/>
            </a:avLst>
          </a:prstGeom>
          <a:solidFill>
            <a:srgbClr val="0B1A26">
              <a:alpha val="16000"/>
            </a:srgbClr>
          </a:solidFill>
          <a:ln>
            <a:noFill/>
          </a:ln>
          <a:effectLst>
            <a:softEdge rad="125730"/>
          </a:effectLst>
        </p:spPr>
      </p:sp>
      <p:sp>
        <p:nvSpPr>
          <p:cNvPr id="104" name="!!rect-7ld"/>
          <p:cNvSpPr/>
          <p:nvPr/>
        </p:nvSpPr>
        <p:spPr>
          <a:xfrm>
            <a:off x="8590280" y="1676400"/>
            <a:ext cx="31750" cy="2159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105" name="!!rect-7le"/>
          <p:cNvSpPr/>
          <p:nvPr/>
        </p:nvSpPr>
        <p:spPr>
          <a:xfrm>
            <a:off x="8590280" y="2108200"/>
            <a:ext cx="31750" cy="4064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106" name="!!rect-7lf"/>
          <p:cNvSpPr/>
          <p:nvPr/>
        </p:nvSpPr>
        <p:spPr>
          <a:xfrm>
            <a:off x="8590280" y="2603500"/>
            <a:ext cx="31750" cy="4064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107" name="!!rect-7lg"/>
          <p:cNvSpPr/>
          <p:nvPr/>
        </p:nvSpPr>
        <p:spPr>
          <a:xfrm>
            <a:off x="11355070" y="2260600"/>
            <a:ext cx="31750" cy="6350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108" name="!!rect-7lh"/>
          <p:cNvSpPr/>
          <p:nvPr/>
        </p:nvSpPr>
        <p:spPr>
          <a:xfrm>
            <a:off x="11357610" y="4114800"/>
            <a:ext cx="25400" cy="419100"/>
          </a:xfrm>
          <a:prstGeom prst="roundRect">
            <a:avLst>
              <a:gd name="adj" fmla="val 50000"/>
            </a:avLst>
          </a:prstGeom>
          <a:solidFill>
            <a:srgbClr val="8795A0"/>
          </a:solidFill>
          <a:ln>
            <a:noFill/>
          </a:ln>
        </p:spPr>
      </p:sp>
      <p:sp>
        <p:nvSpPr>
          <p:cNvPr id="109" name="!!rect-7li"/>
          <p:cNvSpPr/>
          <p:nvPr/>
        </p:nvSpPr>
        <p:spPr>
          <a:xfrm>
            <a:off x="8610600" y="508000"/>
            <a:ext cx="2755900" cy="5753100"/>
          </a:xfrm>
          <a:prstGeom prst="roundRect">
            <a:avLst>
              <a:gd name="adj" fmla="val 16359"/>
            </a:avLst>
          </a:prstGeom>
          <a:gradFill rotWithShape="1">
            <a:gsLst>
              <a:gs pos="0">
                <a:srgbClr val="FBFCFD"/>
              </a:gs>
              <a:gs pos="18000">
                <a:srgbClr val="DDE5EB"/>
              </a:gs>
              <a:gs pos="46000">
                <a:srgbClr val="B4C2CC"/>
              </a:gs>
              <a:gs pos="62000">
                <a:srgbClr val="D3DCE3"/>
              </a:gs>
              <a:gs pos="84000">
                <a:srgbClr val="A9B8C3"/>
              </a:gs>
              <a:gs pos="100000">
                <a:srgbClr val="E8EEF2"/>
              </a:gs>
              <a:gs pos="100000">
                <a:srgbClr val="E8EEF2"/>
              </a:gs>
            </a:gsLst>
            <a:lin ang="3864255" scaled="0"/>
          </a:gradFill>
          <a:ln>
            <a:noFill/>
          </a:ln>
        </p:spPr>
      </p:sp>
      <p:sp>
        <p:nvSpPr>
          <p:cNvPr id="110" name="!!rect-7lj"/>
          <p:cNvSpPr/>
          <p:nvPr/>
        </p:nvSpPr>
        <p:spPr>
          <a:xfrm>
            <a:off x="8614410" y="511810"/>
            <a:ext cx="2748280" cy="5745480"/>
          </a:xfrm>
          <a:prstGeom prst="roundRect">
            <a:avLst>
              <a:gd name="adj" fmla="val 16266"/>
            </a:avLst>
          </a:prstGeom>
          <a:noFill/>
          <a:ln w="7620" cap="flat">
            <a:solidFill>
              <a:srgbClr val="7F8F9B">
                <a:alpha val="55000"/>
              </a:srgbClr>
            </a:solidFill>
            <a:prstDash val="solid"/>
            <a:miter lim="800000"/>
          </a:ln>
        </p:spPr>
      </p:sp>
      <p:sp>
        <p:nvSpPr>
          <p:cNvPr id="111" name="!!rect-7lk"/>
          <p:cNvSpPr/>
          <p:nvPr/>
        </p:nvSpPr>
        <p:spPr>
          <a:xfrm>
            <a:off x="8637270" y="534670"/>
            <a:ext cx="2702560" cy="5699760"/>
          </a:xfrm>
          <a:prstGeom prst="roundRect">
            <a:avLst>
              <a:gd name="adj" fmla="val 15695"/>
            </a:avLst>
          </a:prstGeom>
          <a:noFill/>
          <a:ln w="8890" cap="flat">
            <a:solidFill>
              <a:srgbClr val="FFFFFF">
                <a:alpha val="75000"/>
              </a:srgbClr>
            </a:solidFill>
            <a:prstDash val="solid"/>
            <a:miter lim="800000"/>
          </a:ln>
        </p:spPr>
      </p:sp>
      <p:sp>
        <p:nvSpPr>
          <p:cNvPr id="112" name="!!rect-7ll"/>
          <p:cNvSpPr/>
          <p:nvPr/>
        </p:nvSpPr>
        <p:spPr>
          <a:xfrm>
            <a:off x="8664575" y="561975"/>
            <a:ext cx="2647950" cy="5645150"/>
          </a:xfrm>
          <a:prstGeom prst="roundRect">
            <a:avLst>
              <a:gd name="adj" fmla="val 14988"/>
            </a:avLst>
          </a:prstGeom>
          <a:solidFill>
            <a:srgbClr val="050608"/>
          </a:solidFill>
          <a:ln>
            <a:noFill/>
          </a:ln>
        </p:spPr>
      </p:sp>
      <p:sp>
        <p:nvSpPr>
          <p:cNvPr id="113" name="!!rect-7ln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solidFill>
            <a:srgbClr val="F3F5F7"/>
          </a:solidFill>
          <a:ln>
            <a:noFill/>
          </a:ln>
        </p:spPr>
      </p:sp>
      <p:sp>
        <p:nvSpPr>
          <p:cNvPr id="114" name="!!rect-8kf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solidFill>
            <a:srgbClr val="F3F5F7"/>
          </a:solidFill>
          <a:ln>
            <a:noFill/>
          </a:ln>
        </p:spPr>
      </p:sp>
      <p:sp>
        <p:nvSpPr>
          <p:cNvPr id="115" name="!!path-8kh"/>
          <p:cNvSpPr/>
          <p:nvPr/>
        </p:nvSpPr>
        <p:spPr>
          <a:xfrm>
            <a:off x="8712200" y="609600"/>
            <a:ext cx="2552700" cy="730250"/>
          </a:xfrm>
          <a:custGeom>
            <a:avLst/>
            <a:gdLst/>
            <a:ahLst/>
            <a:cxnLst/>
            <a:rect l="l" t="t" r="r" b="b"/>
            <a:pathLst>
              <a:path w="2552700" h="730250">
                <a:moveTo>
                  <a:pt x="0" y="349250"/>
                </a:moveTo>
                <a:lnTo>
                  <a:pt x="6711" y="281115"/>
                </a:lnTo>
                <a:lnTo>
                  <a:pt x="26585" y="215598"/>
                </a:lnTo>
                <a:lnTo>
                  <a:pt x="58859" y="155217"/>
                </a:lnTo>
                <a:lnTo>
                  <a:pt x="102293" y="102293"/>
                </a:lnTo>
                <a:lnTo>
                  <a:pt x="155217" y="58859"/>
                </a:lnTo>
                <a:lnTo>
                  <a:pt x="215598" y="26585"/>
                </a:lnTo>
                <a:lnTo>
                  <a:pt x="281115" y="6711"/>
                </a:lnTo>
                <a:lnTo>
                  <a:pt x="349250" y="0"/>
                </a:lnTo>
                <a:lnTo>
                  <a:pt x="2203450" y="0"/>
                </a:lnTo>
                <a:lnTo>
                  <a:pt x="2271585" y="6711"/>
                </a:lnTo>
                <a:lnTo>
                  <a:pt x="2337102" y="26585"/>
                </a:lnTo>
                <a:lnTo>
                  <a:pt x="2397483" y="58859"/>
                </a:lnTo>
                <a:lnTo>
                  <a:pt x="2450407" y="102293"/>
                </a:lnTo>
                <a:lnTo>
                  <a:pt x="2493841" y="155217"/>
                </a:lnTo>
                <a:lnTo>
                  <a:pt x="2526115" y="215598"/>
                </a:lnTo>
                <a:lnTo>
                  <a:pt x="2545989" y="281115"/>
                </a:lnTo>
                <a:lnTo>
                  <a:pt x="2552700" y="349250"/>
                </a:lnTo>
                <a:lnTo>
                  <a:pt x="2552700" y="577850"/>
                </a:lnTo>
                <a:lnTo>
                  <a:pt x="2551642" y="602192"/>
                </a:lnTo>
                <a:lnTo>
                  <a:pt x="2548467" y="624417"/>
                </a:lnTo>
                <a:lnTo>
                  <a:pt x="2543175" y="644525"/>
                </a:lnTo>
                <a:lnTo>
                  <a:pt x="2535767" y="662517"/>
                </a:lnTo>
                <a:lnTo>
                  <a:pt x="2526242" y="678392"/>
                </a:lnTo>
                <a:lnTo>
                  <a:pt x="2514600" y="692150"/>
                </a:lnTo>
                <a:lnTo>
                  <a:pt x="2500842" y="703792"/>
                </a:lnTo>
                <a:lnTo>
                  <a:pt x="2484967" y="713317"/>
                </a:lnTo>
                <a:lnTo>
                  <a:pt x="2466975" y="720725"/>
                </a:lnTo>
                <a:lnTo>
                  <a:pt x="2446867" y="726017"/>
                </a:lnTo>
                <a:lnTo>
                  <a:pt x="2424642" y="729192"/>
                </a:lnTo>
                <a:lnTo>
                  <a:pt x="2400300" y="730250"/>
                </a:lnTo>
                <a:lnTo>
                  <a:pt x="152400" y="730250"/>
                </a:lnTo>
                <a:lnTo>
                  <a:pt x="128058" y="729192"/>
                </a:lnTo>
                <a:lnTo>
                  <a:pt x="105833" y="726017"/>
                </a:lnTo>
                <a:lnTo>
                  <a:pt x="85725" y="720725"/>
                </a:lnTo>
                <a:lnTo>
                  <a:pt x="67733" y="713317"/>
                </a:lnTo>
                <a:lnTo>
                  <a:pt x="51858" y="703792"/>
                </a:lnTo>
                <a:lnTo>
                  <a:pt x="38100" y="692150"/>
                </a:lnTo>
                <a:lnTo>
                  <a:pt x="26458" y="678392"/>
                </a:lnTo>
                <a:lnTo>
                  <a:pt x="16933" y="662517"/>
                </a:lnTo>
                <a:lnTo>
                  <a:pt x="9525" y="644525"/>
                </a:lnTo>
                <a:lnTo>
                  <a:pt x="4233" y="624417"/>
                </a:lnTo>
                <a:lnTo>
                  <a:pt x="1058" y="602192"/>
                </a:lnTo>
                <a:lnTo>
                  <a:pt x="0" y="577850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116" name="!!text-8ki" descr="2:25"/>
          <p:cNvSpPr txBox="1"/>
          <p:nvPr/>
        </p:nvSpPr>
        <p:spPr>
          <a:xfrm>
            <a:off x="9020597" y="714883"/>
            <a:ext cx="253790" cy="1563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50" kern="0" dirty="0">
                <a:solidFill>
                  <a:srgbClr val="FFFFFF"/>
                </a:solidFill>
                <a:latin typeface="Noto Sans TC SemiBold"/>
                <a:ea typeface="Noto Sans TC SemiBold"/>
                <a:cs typeface="Noto Sans TC SemiBold"/>
              </a:rPr>
              <a:t>2:25</a:t>
            </a:r>
            <a:endParaRPr lang="zh-TW" sz="850"/>
          </a:p>
        </p:txBody>
      </p:sp>
      <p:sp>
        <p:nvSpPr>
          <p:cNvPr id="117" name="!!rect-8kn"/>
          <p:cNvSpPr/>
          <p:nvPr/>
        </p:nvSpPr>
        <p:spPr>
          <a:xfrm>
            <a:off x="10579100" y="808990"/>
            <a:ext cx="21590" cy="2667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18" name="!!rect-8ko"/>
          <p:cNvSpPr/>
          <p:nvPr/>
        </p:nvSpPr>
        <p:spPr>
          <a:xfrm>
            <a:off x="10612120" y="792480"/>
            <a:ext cx="21590" cy="4318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19" name="!!rect-8kp"/>
          <p:cNvSpPr/>
          <p:nvPr/>
        </p:nvSpPr>
        <p:spPr>
          <a:xfrm>
            <a:off x="10645140" y="775970"/>
            <a:ext cx="21590" cy="5969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20" name="!!rect-8kq"/>
          <p:cNvSpPr/>
          <p:nvPr/>
        </p:nvSpPr>
        <p:spPr>
          <a:xfrm>
            <a:off x="10678160" y="759460"/>
            <a:ext cx="21590" cy="7620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21" name="!!path-8kr"/>
          <p:cNvSpPr/>
          <p:nvPr/>
        </p:nvSpPr>
        <p:spPr>
          <a:xfrm>
            <a:off x="10763250" y="763570"/>
            <a:ext cx="95250" cy="70820"/>
          </a:xfrm>
          <a:custGeom>
            <a:avLst/>
            <a:gdLst/>
            <a:ahLst/>
            <a:cxnLst/>
            <a:rect l="l" t="t" r="r" b="b"/>
            <a:pathLst>
              <a:path w="95250" h="70820">
                <a:moveTo>
                  <a:pt x="47625" y="70820"/>
                </a:moveTo>
                <a:lnTo>
                  <a:pt x="31115" y="51135"/>
                </a:lnTo>
                <a:cubicBezTo>
                  <a:pt x="40714" y="43262"/>
                  <a:pt x="54536" y="43262"/>
                  <a:pt x="64135" y="51135"/>
                </a:cubicBezTo>
                <a:close/>
                <a:moveTo>
                  <a:pt x="0" y="23830"/>
                </a:moveTo>
                <a:cubicBezTo>
                  <a:pt x="27279" y="0"/>
                  <a:pt x="67971" y="0"/>
                  <a:pt x="95250" y="23830"/>
                </a:cubicBezTo>
                <a:lnTo>
                  <a:pt x="83820" y="37165"/>
                </a:lnTo>
                <a:cubicBezTo>
                  <a:pt x="63051" y="19153"/>
                  <a:pt x="32199" y="19153"/>
                  <a:pt x="11430" y="37165"/>
                </a:cubicBezTo>
                <a:close/>
                <a:moveTo>
                  <a:pt x="16510" y="43515"/>
                </a:moveTo>
                <a:cubicBezTo>
                  <a:pt x="34385" y="28089"/>
                  <a:pt x="60865" y="28089"/>
                  <a:pt x="78740" y="43515"/>
                </a:cubicBezTo>
                <a:lnTo>
                  <a:pt x="67310" y="56850"/>
                </a:lnTo>
                <a:cubicBezTo>
                  <a:pt x="55947" y="47238"/>
                  <a:pt x="39303" y="47238"/>
                  <a:pt x="27940" y="5685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22" name="!!rect-8ks"/>
          <p:cNvSpPr/>
          <p:nvPr/>
        </p:nvSpPr>
        <p:spPr>
          <a:xfrm>
            <a:off x="10902950" y="760730"/>
            <a:ext cx="161925" cy="78740"/>
          </a:xfrm>
          <a:prstGeom prst="roundRect">
            <a:avLst>
              <a:gd name="adj" fmla="val 32258"/>
            </a:avLst>
          </a:prstGeom>
          <a:noFill/>
          <a:ln w="6985" cap="flat">
            <a:solidFill>
              <a:srgbClr val="FFFFFF">
                <a:alpha val="38000"/>
              </a:srgbClr>
            </a:solidFill>
            <a:prstDash val="solid"/>
            <a:miter lim="800000"/>
          </a:ln>
        </p:spPr>
      </p:sp>
      <p:sp>
        <p:nvSpPr>
          <p:cNvPr id="123" name="!!rect-8kt"/>
          <p:cNvSpPr/>
          <p:nvPr/>
        </p:nvSpPr>
        <p:spPr>
          <a:xfrm>
            <a:off x="10916285" y="774065"/>
            <a:ext cx="110909" cy="52070"/>
          </a:xfrm>
          <a:prstGeom prst="roundRect">
            <a:avLst>
              <a:gd name="adj" fmla="val 26829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24" name="!!path-8ku"/>
          <p:cNvSpPr/>
          <p:nvPr/>
        </p:nvSpPr>
        <p:spPr>
          <a:xfrm>
            <a:off x="11074400" y="786130"/>
            <a:ext cx="10345" cy="27940"/>
          </a:xfrm>
          <a:custGeom>
            <a:avLst/>
            <a:gdLst/>
            <a:ahLst/>
            <a:cxnLst/>
            <a:rect l="l" t="t" r="r" b="b"/>
            <a:pathLst>
              <a:path w="10345" h="27940">
                <a:moveTo>
                  <a:pt x="0" y="0"/>
                </a:moveTo>
                <a:lnTo>
                  <a:pt x="0" y="27940"/>
                </a:lnTo>
                <a:cubicBezTo>
                  <a:pt x="6146" y="26066"/>
                  <a:pt x="10345" y="20395"/>
                  <a:pt x="10345" y="13970"/>
                </a:cubicBezTo>
                <a:cubicBezTo>
                  <a:pt x="10345" y="7545"/>
                  <a:pt x="6146" y="1874"/>
                  <a:pt x="0" y="0"/>
                </a:cubicBezTo>
                <a:close/>
              </a:path>
            </a:pathLst>
          </a:custGeom>
          <a:solidFill>
            <a:srgbClr val="FFFFFF">
              <a:alpha val="45000"/>
            </a:srgbClr>
          </a:solidFill>
          <a:ln>
            <a:noFill/>
          </a:ln>
        </p:spPr>
      </p:sp>
      <p:sp>
        <p:nvSpPr>
          <p:cNvPr id="125" name="!!path-8kv"/>
          <p:cNvSpPr/>
          <p:nvPr/>
        </p:nvSpPr>
        <p:spPr>
          <a:xfrm>
            <a:off x="8845537" y="1109129"/>
            <a:ext cx="62258" cy="105791"/>
          </a:xfrm>
          <a:custGeom>
            <a:avLst/>
            <a:gdLst/>
            <a:ahLst/>
            <a:cxnLst/>
            <a:rect l="l" t="t" r="r" b="b"/>
            <a:pathLst>
              <a:path w="62258" h="105791">
                <a:moveTo>
                  <a:pt x="62258" y="9363"/>
                </a:moveTo>
                <a:lnTo>
                  <a:pt x="52896" y="0"/>
                </a:lnTo>
                <a:lnTo>
                  <a:pt x="0" y="52896"/>
                </a:lnTo>
                <a:lnTo>
                  <a:pt x="52896" y="105791"/>
                </a:lnTo>
                <a:lnTo>
                  <a:pt x="62258" y="96429"/>
                </a:lnTo>
                <a:lnTo>
                  <a:pt x="18725" y="5289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26" name="!!path-8kw"/>
          <p:cNvSpPr/>
          <p:nvPr/>
        </p:nvSpPr>
        <p:spPr>
          <a:xfrm>
            <a:off x="9732753" y="1103840"/>
            <a:ext cx="95212" cy="100501"/>
          </a:xfrm>
          <a:custGeom>
            <a:avLst/>
            <a:gdLst/>
            <a:ahLst/>
            <a:cxnLst/>
            <a:rect l="l" t="t" r="r" b="b"/>
            <a:pathLst>
              <a:path w="95212" h="100501">
                <a:moveTo>
                  <a:pt x="47606" y="0"/>
                </a:moveTo>
                <a:cubicBezTo>
                  <a:pt x="21317" y="0"/>
                  <a:pt x="0" y="21317"/>
                  <a:pt x="0" y="47606"/>
                </a:cubicBezTo>
                <a:lnTo>
                  <a:pt x="0" y="84633"/>
                </a:lnTo>
                <a:cubicBezTo>
                  <a:pt x="0" y="93413"/>
                  <a:pt x="7088" y="100501"/>
                  <a:pt x="15869" y="100501"/>
                </a:cubicBezTo>
                <a:lnTo>
                  <a:pt x="31737" y="100501"/>
                </a:lnTo>
                <a:lnTo>
                  <a:pt x="31737" y="58185"/>
                </a:lnTo>
                <a:lnTo>
                  <a:pt x="10579" y="58185"/>
                </a:lnTo>
                <a:lnTo>
                  <a:pt x="10579" y="47606"/>
                </a:lnTo>
                <a:cubicBezTo>
                  <a:pt x="10579" y="27135"/>
                  <a:pt x="27135" y="10579"/>
                  <a:pt x="47606" y="10579"/>
                </a:cubicBezTo>
                <a:cubicBezTo>
                  <a:pt x="68077" y="10579"/>
                  <a:pt x="84633" y="27135"/>
                  <a:pt x="84633" y="47606"/>
                </a:cubicBezTo>
                <a:lnTo>
                  <a:pt x="84633" y="58185"/>
                </a:lnTo>
                <a:lnTo>
                  <a:pt x="63475" y="58185"/>
                </a:lnTo>
                <a:lnTo>
                  <a:pt x="63475" y="100501"/>
                </a:lnTo>
                <a:lnTo>
                  <a:pt x="79343" y="100501"/>
                </a:lnTo>
                <a:cubicBezTo>
                  <a:pt x="88124" y="100501"/>
                  <a:pt x="95212" y="93413"/>
                  <a:pt x="95212" y="84633"/>
                </a:cubicBezTo>
                <a:lnTo>
                  <a:pt x="95212" y="47606"/>
                </a:lnTo>
                <a:cubicBezTo>
                  <a:pt x="95212" y="21317"/>
                  <a:pt x="73895" y="0"/>
                  <a:pt x="4760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27" name="!!text-8kx" descr="AI 客服"/>
          <p:cNvSpPr txBox="1"/>
          <p:nvPr/>
        </p:nvSpPr>
        <p:spPr>
          <a:xfrm>
            <a:off x="9894684" y="1070737"/>
            <a:ext cx="399821" cy="16550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1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AI 客服</a:t>
            </a:r>
            <a:endParaRPr lang="zh-TW" sz="900"/>
          </a:p>
        </p:txBody>
      </p:sp>
      <p:sp>
        <p:nvSpPr>
          <p:cNvPr id="128" name="!!circle-8l6"/>
          <p:cNvSpPr/>
          <p:nvPr/>
        </p:nvSpPr>
        <p:spPr>
          <a:xfrm>
            <a:off x="8813800" y="1473200"/>
            <a:ext cx="190500" cy="190500"/>
          </a:xfrm>
          <a:prstGeom prst="ellipse">
            <a:avLst/>
          </a:prstGeom>
          <a:solidFill>
            <a:srgbClr val="627D8D">
              <a:alpha val="14000"/>
            </a:srgbClr>
          </a:solidFill>
          <a:ln>
            <a:noFill/>
          </a:ln>
        </p:spPr>
      </p:sp>
      <p:sp>
        <p:nvSpPr>
          <p:cNvPr id="129" name="!!path-8l7"/>
          <p:cNvSpPr/>
          <p:nvPr/>
        </p:nvSpPr>
        <p:spPr>
          <a:xfrm>
            <a:off x="8856663" y="1516063"/>
            <a:ext cx="104775" cy="104775"/>
          </a:xfrm>
          <a:custGeom>
            <a:avLst/>
            <a:gdLst/>
            <a:ahLst/>
            <a:cxnLst/>
            <a:rect l="l" t="t" r="r" b="b"/>
            <a:pathLst>
              <a:path w="104775" h="104775">
                <a:moveTo>
                  <a:pt x="85725" y="38100"/>
                </a:moveTo>
                <a:lnTo>
                  <a:pt x="91678" y="25003"/>
                </a:lnTo>
                <a:lnTo>
                  <a:pt x="104775" y="19050"/>
                </a:lnTo>
                <a:lnTo>
                  <a:pt x="91678" y="13097"/>
                </a:lnTo>
                <a:lnTo>
                  <a:pt x="85725" y="0"/>
                </a:lnTo>
                <a:lnTo>
                  <a:pt x="79772" y="13097"/>
                </a:lnTo>
                <a:lnTo>
                  <a:pt x="66675" y="19050"/>
                </a:lnTo>
                <a:lnTo>
                  <a:pt x="79772" y="25003"/>
                </a:lnTo>
                <a:lnTo>
                  <a:pt x="85725" y="38100"/>
                </a:lnTo>
                <a:close/>
                <a:moveTo>
                  <a:pt x="50006" y="40481"/>
                </a:moveTo>
                <a:lnTo>
                  <a:pt x="38100" y="14288"/>
                </a:lnTo>
                <a:lnTo>
                  <a:pt x="26194" y="40481"/>
                </a:lnTo>
                <a:lnTo>
                  <a:pt x="0" y="52388"/>
                </a:lnTo>
                <a:lnTo>
                  <a:pt x="26194" y="64294"/>
                </a:lnTo>
                <a:lnTo>
                  <a:pt x="38100" y="90488"/>
                </a:lnTo>
                <a:lnTo>
                  <a:pt x="50006" y="64294"/>
                </a:lnTo>
                <a:lnTo>
                  <a:pt x="76200" y="52388"/>
                </a:lnTo>
                <a:lnTo>
                  <a:pt x="50006" y="40481"/>
                </a:lnTo>
                <a:close/>
                <a:moveTo>
                  <a:pt x="85725" y="66675"/>
                </a:moveTo>
                <a:lnTo>
                  <a:pt x="79772" y="79772"/>
                </a:lnTo>
                <a:lnTo>
                  <a:pt x="66675" y="85725"/>
                </a:lnTo>
                <a:lnTo>
                  <a:pt x="79772" y="91678"/>
                </a:lnTo>
                <a:lnTo>
                  <a:pt x="85725" y="104775"/>
                </a:lnTo>
                <a:lnTo>
                  <a:pt x="91678" y="91678"/>
                </a:lnTo>
                <a:lnTo>
                  <a:pt x="104775" y="85725"/>
                </a:lnTo>
                <a:lnTo>
                  <a:pt x="91678" y="79772"/>
                </a:lnTo>
                <a:lnTo>
                  <a:pt x="85725" y="66675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130" name="!!rect-8l8"/>
          <p:cNvSpPr/>
          <p:nvPr/>
        </p:nvSpPr>
        <p:spPr>
          <a:xfrm>
            <a:off x="9055100" y="1473200"/>
            <a:ext cx="1416050" cy="257175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31" name="!!text-8l9" descr="請問有什麼需要協助的地方？"/>
          <p:cNvSpPr txBox="1"/>
          <p:nvPr/>
        </p:nvSpPr>
        <p:spPr>
          <a:xfrm>
            <a:off x="9144000" y="1527810"/>
            <a:ext cx="1266825" cy="1379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0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請問有什麼需要協助的地方？</a:t>
            </a:r>
            <a:endParaRPr lang="zh-TW" sz="750"/>
          </a:p>
        </p:txBody>
      </p:sp>
      <p:sp>
        <p:nvSpPr>
          <p:cNvPr id="132" name="!!rect-8lr"/>
          <p:cNvSpPr/>
          <p:nvPr/>
        </p:nvSpPr>
        <p:spPr>
          <a:xfrm>
            <a:off x="9144000" y="1854200"/>
            <a:ext cx="777875" cy="215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133" name="!!text-8ls" descr="如何上架書籍？"/>
          <p:cNvSpPr txBox="1"/>
          <p:nvPr/>
        </p:nvSpPr>
        <p:spPr>
          <a:xfrm>
            <a:off x="9232900" y="1890776"/>
            <a:ext cx="648970" cy="12872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00" kern="0" dirty="0">
                <a:solidFill>
                  <a:srgbClr val="151E27"/>
                </a:solidFill>
                <a:latin typeface="Noto Sans TC Medium"/>
                <a:ea typeface="Noto Sans TC Medium"/>
                <a:cs typeface="Noto Sans TC Medium"/>
              </a:rPr>
              <a:t>如何上架書籍？</a:t>
            </a:r>
            <a:endParaRPr lang="zh-TW" sz="700"/>
          </a:p>
        </p:txBody>
      </p:sp>
      <p:sp>
        <p:nvSpPr>
          <p:cNvPr id="134" name="!!rect-8m4"/>
          <p:cNvSpPr/>
          <p:nvPr/>
        </p:nvSpPr>
        <p:spPr>
          <a:xfrm>
            <a:off x="10160000" y="1854200"/>
            <a:ext cx="863600" cy="215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135" name="!!text-8m5" descr="如何至書櫃取書？"/>
          <p:cNvSpPr txBox="1"/>
          <p:nvPr/>
        </p:nvSpPr>
        <p:spPr>
          <a:xfrm>
            <a:off x="10248900" y="1890776"/>
            <a:ext cx="737870" cy="12872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00" kern="0" dirty="0">
                <a:solidFill>
                  <a:srgbClr val="151E27"/>
                </a:solidFill>
                <a:latin typeface="Noto Sans TC Medium"/>
                <a:ea typeface="Noto Sans TC Medium"/>
                <a:cs typeface="Noto Sans TC Medium"/>
              </a:rPr>
              <a:t>如何至書櫃取書？</a:t>
            </a:r>
            <a:endParaRPr lang="zh-TW" sz="700"/>
          </a:p>
        </p:txBody>
      </p:sp>
      <p:sp>
        <p:nvSpPr>
          <p:cNvPr id="136" name="!!rect-8mi"/>
          <p:cNvSpPr/>
          <p:nvPr/>
        </p:nvSpPr>
        <p:spPr>
          <a:xfrm>
            <a:off x="9144000" y="2133600"/>
            <a:ext cx="777875" cy="215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137" name="!!text-8mj" descr="如何申請退款？"/>
          <p:cNvSpPr txBox="1"/>
          <p:nvPr/>
        </p:nvSpPr>
        <p:spPr>
          <a:xfrm>
            <a:off x="9232900" y="2170176"/>
            <a:ext cx="648970" cy="12872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00" kern="0" dirty="0">
                <a:solidFill>
                  <a:srgbClr val="151E27"/>
                </a:solidFill>
                <a:latin typeface="Noto Sans TC Medium"/>
                <a:ea typeface="Noto Sans TC Medium"/>
                <a:cs typeface="Noto Sans TC Medium"/>
              </a:rPr>
              <a:t>如何申請退款？</a:t>
            </a:r>
            <a:endParaRPr lang="zh-TW" sz="700"/>
          </a:p>
        </p:txBody>
      </p:sp>
      <p:sp>
        <p:nvSpPr>
          <p:cNvPr id="138" name="!!rect-8mv"/>
          <p:cNvSpPr/>
          <p:nvPr/>
        </p:nvSpPr>
        <p:spPr>
          <a:xfrm>
            <a:off x="10160000" y="2133600"/>
            <a:ext cx="777875" cy="215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139" name="!!text-8mw" descr="代幣如何使用？"/>
          <p:cNvSpPr txBox="1"/>
          <p:nvPr/>
        </p:nvSpPr>
        <p:spPr>
          <a:xfrm>
            <a:off x="10248900" y="2170176"/>
            <a:ext cx="648970" cy="12872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00" kern="0" dirty="0">
                <a:solidFill>
                  <a:srgbClr val="151E27"/>
                </a:solidFill>
                <a:latin typeface="Noto Sans TC Medium"/>
                <a:ea typeface="Noto Sans TC Medium"/>
                <a:cs typeface="Noto Sans TC Medium"/>
              </a:rPr>
              <a:t>代幣如何使用？</a:t>
            </a:r>
            <a:endParaRPr lang="zh-TW" sz="700"/>
          </a:p>
        </p:txBody>
      </p:sp>
      <p:sp>
        <p:nvSpPr>
          <p:cNvPr id="140" name="!!rect-8n8"/>
          <p:cNvSpPr/>
          <p:nvPr/>
        </p:nvSpPr>
        <p:spPr>
          <a:xfrm>
            <a:off x="9937750" y="2514600"/>
            <a:ext cx="1225550" cy="254000"/>
          </a:xfrm>
          <a:prstGeom prst="roundRect">
            <a:avLst>
              <a:gd name="adj" fmla="val 45000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141" name="!!text-8n9" descr="賣出的書什麼時候撥款？"/>
          <p:cNvSpPr txBox="1"/>
          <p:nvPr/>
        </p:nvSpPr>
        <p:spPr>
          <a:xfrm>
            <a:off x="10026650" y="2569210"/>
            <a:ext cx="1076325" cy="1379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0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賣出的書什麼時候撥款？</a:t>
            </a:r>
            <a:endParaRPr lang="zh-TW" sz="750"/>
          </a:p>
        </p:txBody>
      </p:sp>
      <p:sp>
        <p:nvSpPr>
          <p:cNvPr id="142" name="!!circle-8o0"/>
          <p:cNvSpPr/>
          <p:nvPr/>
        </p:nvSpPr>
        <p:spPr>
          <a:xfrm>
            <a:off x="8813800" y="2971800"/>
            <a:ext cx="190500" cy="190500"/>
          </a:xfrm>
          <a:prstGeom prst="ellipse">
            <a:avLst/>
          </a:prstGeom>
          <a:solidFill>
            <a:srgbClr val="627D8D">
              <a:alpha val="14000"/>
            </a:srgbClr>
          </a:solidFill>
          <a:ln>
            <a:noFill/>
          </a:ln>
        </p:spPr>
      </p:sp>
      <p:sp>
        <p:nvSpPr>
          <p:cNvPr id="143" name="!!path-8o1"/>
          <p:cNvSpPr/>
          <p:nvPr/>
        </p:nvSpPr>
        <p:spPr>
          <a:xfrm>
            <a:off x="8856663" y="3014663"/>
            <a:ext cx="104775" cy="104775"/>
          </a:xfrm>
          <a:custGeom>
            <a:avLst/>
            <a:gdLst/>
            <a:ahLst/>
            <a:cxnLst/>
            <a:rect l="l" t="t" r="r" b="b"/>
            <a:pathLst>
              <a:path w="104775" h="104775">
                <a:moveTo>
                  <a:pt x="85725" y="38100"/>
                </a:moveTo>
                <a:lnTo>
                  <a:pt x="91678" y="25003"/>
                </a:lnTo>
                <a:lnTo>
                  <a:pt x="104775" y="19050"/>
                </a:lnTo>
                <a:lnTo>
                  <a:pt x="91678" y="13097"/>
                </a:lnTo>
                <a:lnTo>
                  <a:pt x="85725" y="0"/>
                </a:lnTo>
                <a:lnTo>
                  <a:pt x="79772" y="13097"/>
                </a:lnTo>
                <a:lnTo>
                  <a:pt x="66675" y="19050"/>
                </a:lnTo>
                <a:lnTo>
                  <a:pt x="79772" y="25003"/>
                </a:lnTo>
                <a:lnTo>
                  <a:pt x="85725" y="38100"/>
                </a:lnTo>
                <a:close/>
                <a:moveTo>
                  <a:pt x="50006" y="40481"/>
                </a:moveTo>
                <a:lnTo>
                  <a:pt x="38100" y="14288"/>
                </a:lnTo>
                <a:lnTo>
                  <a:pt x="26194" y="40481"/>
                </a:lnTo>
                <a:lnTo>
                  <a:pt x="0" y="52388"/>
                </a:lnTo>
                <a:lnTo>
                  <a:pt x="26194" y="64294"/>
                </a:lnTo>
                <a:lnTo>
                  <a:pt x="38100" y="90488"/>
                </a:lnTo>
                <a:lnTo>
                  <a:pt x="50006" y="64294"/>
                </a:lnTo>
                <a:lnTo>
                  <a:pt x="76200" y="52388"/>
                </a:lnTo>
                <a:lnTo>
                  <a:pt x="50006" y="40481"/>
                </a:lnTo>
                <a:close/>
                <a:moveTo>
                  <a:pt x="85725" y="66675"/>
                </a:moveTo>
                <a:lnTo>
                  <a:pt x="79772" y="79772"/>
                </a:lnTo>
                <a:lnTo>
                  <a:pt x="66675" y="85725"/>
                </a:lnTo>
                <a:lnTo>
                  <a:pt x="79772" y="91678"/>
                </a:lnTo>
                <a:lnTo>
                  <a:pt x="85725" y="104775"/>
                </a:lnTo>
                <a:lnTo>
                  <a:pt x="91678" y="91678"/>
                </a:lnTo>
                <a:lnTo>
                  <a:pt x="104775" y="85725"/>
                </a:lnTo>
                <a:lnTo>
                  <a:pt x="91678" y="79772"/>
                </a:lnTo>
                <a:lnTo>
                  <a:pt x="85725" y="66675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144" name="!!rect-8o2"/>
          <p:cNvSpPr/>
          <p:nvPr/>
        </p:nvSpPr>
        <p:spPr>
          <a:xfrm>
            <a:off x="9055100" y="2971800"/>
            <a:ext cx="1841500" cy="542925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45" name="!!text-8o3" descr="買家完成訂單，或取書滿 24 小時"/>
          <p:cNvSpPr txBox="1"/>
          <p:nvPr/>
        </p:nvSpPr>
        <p:spPr>
          <a:xfrm>
            <a:off x="9144000" y="3026410"/>
            <a:ext cx="1415225" cy="1379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0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買家完成訂單，或取書滿 24 小時</a:t>
            </a:r>
            <a:endParaRPr lang="zh-TW" sz="750"/>
          </a:p>
        </p:txBody>
      </p:sp>
      <p:sp>
        <p:nvSpPr>
          <p:cNvPr id="146" name="!!text-8oj" descr="未申請爭議時，款項即撥入您的"/>
          <p:cNvSpPr txBox="1"/>
          <p:nvPr/>
        </p:nvSpPr>
        <p:spPr>
          <a:xfrm>
            <a:off x="9144000" y="3169285"/>
            <a:ext cx="1362075" cy="1379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0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未申請爭議時，款項即撥入您的</a:t>
            </a:r>
            <a:endParaRPr lang="zh-TW" sz="750"/>
          </a:p>
        </p:txBody>
      </p:sp>
      <p:sp>
        <p:nvSpPr>
          <p:cNvPr id="147" name="!!text-8oy" descr="錢包。"/>
          <p:cNvSpPr txBox="1"/>
          <p:nvPr/>
        </p:nvSpPr>
        <p:spPr>
          <a:xfrm>
            <a:off x="9144000" y="3312160"/>
            <a:ext cx="314325" cy="1379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0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錢包。</a:t>
            </a:r>
            <a:endParaRPr lang="zh-TW" sz="750"/>
          </a:p>
        </p:txBody>
      </p:sp>
      <p:sp>
        <p:nvSpPr>
          <p:cNvPr id="148" name="!!rect-8p6"/>
          <p:cNvSpPr/>
          <p:nvPr/>
        </p:nvSpPr>
        <p:spPr>
          <a:xfrm>
            <a:off x="9055100" y="3594100"/>
            <a:ext cx="9525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890" cap="flat">
            <a:solidFill>
              <a:srgbClr val="627D8D"/>
            </a:solidFill>
            <a:prstDash val="solid"/>
            <a:miter lim="800000"/>
          </a:ln>
        </p:spPr>
      </p:sp>
      <p:sp>
        <p:nvSpPr>
          <p:cNvPr id="149" name="!!path-8p7"/>
          <p:cNvSpPr/>
          <p:nvPr/>
        </p:nvSpPr>
        <p:spPr>
          <a:xfrm>
            <a:off x="9145588" y="3656013"/>
            <a:ext cx="85725" cy="90488"/>
          </a:xfrm>
          <a:custGeom>
            <a:avLst/>
            <a:gdLst/>
            <a:ahLst/>
            <a:cxnLst/>
            <a:rect l="l" t="t" r="r" b="b"/>
            <a:pathLst>
              <a:path w="85725" h="90488">
                <a:moveTo>
                  <a:pt x="42863" y="0"/>
                </a:moveTo>
                <a:cubicBezTo>
                  <a:pt x="19193" y="0"/>
                  <a:pt x="0" y="19193"/>
                  <a:pt x="0" y="42863"/>
                </a:cubicBezTo>
                <a:lnTo>
                  <a:pt x="0" y="76200"/>
                </a:lnTo>
                <a:cubicBezTo>
                  <a:pt x="0" y="84106"/>
                  <a:pt x="6382" y="90488"/>
                  <a:pt x="14288" y="90488"/>
                </a:cubicBezTo>
                <a:lnTo>
                  <a:pt x="28575" y="90488"/>
                </a:lnTo>
                <a:lnTo>
                  <a:pt x="28575" y="52388"/>
                </a:lnTo>
                <a:lnTo>
                  <a:pt x="9525" y="52388"/>
                </a:lnTo>
                <a:lnTo>
                  <a:pt x="9525" y="42863"/>
                </a:lnTo>
                <a:cubicBezTo>
                  <a:pt x="9525" y="24432"/>
                  <a:pt x="24432" y="9525"/>
                  <a:pt x="42863" y="9525"/>
                </a:cubicBezTo>
                <a:cubicBezTo>
                  <a:pt x="61293" y="9525"/>
                  <a:pt x="76200" y="24432"/>
                  <a:pt x="76200" y="42863"/>
                </a:cubicBezTo>
                <a:lnTo>
                  <a:pt x="76200" y="52388"/>
                </a:lnTo>
                <a:lnTo>
                  <a:pt x="57150" y="52388"/>
                </a:lnTo>
                <a:lnTo>
                  <a:pt x="57150" y="90488"/>
                </a:lnTo>
                <a:lnTo>
                  <a:pt x="71438" y="90488"/>
                </a:lnTo>
                <a:cubicBezTo>
                  <a:pt x="79343" y="90488"/>
                  <a:pt x="85725" y="84106"/>
                  <a:pt x="85725" y="76200"/>
                </a:cubicBezTo>
                <a:lnTo>
                  <a:pt x="85725" y="42863"/>
                </a:lnTo>
                <a:cubicBezTo>
                  <a:pt x="85725" y="19193"/>
                  <a:pt x="66532" y="0"/>
                  <a:pt x="42863" y="0"/>
                </a:cubicBez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150" name="!!text-8p8" descr="轉接客服人員"/>
          <p:cNvSpPr txBox="1"/>
          <p:nvPr/>
        </p:nvSpPr>
        <p:spPr>
          <a:xfrm>
            <a:off x="9283700" y="3637026"/>
            <a:ext cx="560070" cy="12872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轉接客服人員</a:t>
            </a:r>
            <a:endParaRPr lang="zh-TW" sz="700"/>
          </a:p>
        </p:txBody>
      </p:sp>
      <p:sp>
        <p:nvSpPr>
          <p:cNvPr id="151" name="!!rect-8pf"/>
          <p:cNvSpPr/>
          <p:nvPr/>
        </p:nvSpPr>
        <p:spPr>
          <a:xfrm>
            <a:off x="9055100" y="3594100"/>
            <a:ext cx="952500" cy="228600"/>
          </a:xfrm>
          <a:prstGeom prst="roundRect">
            <a:avLst>
              <a:gd name="adj" fmla="val 50000"/>
            </a:avLst>
          </a:prstGeom>
          <a:noFill/>
          <a:ln w="12700" cap="flat">
            <a:solidFill>
              <a:srgbClr val="627D8D">
                <a:alpha val="2929"/>
              </a:srgbClr>
            </a:solidFill>
            <a:prstDash val="solid"/>
            <a:miter lim="800000"/>
          </a:ln>
        </p:spPr>
      </p:sp>
      <p:sp>
        <p:nvSpPr>
          <p:cNvPr id="152" name="!!text-8ph" descr="AI 回覆僅供參考，實際以訂單頁面與客服人員說明為準"/>
          <p:cNvSpPr txBox="1"/>
          <p:nvPr/>
        </p:nvSpPr>
        <p:spPr>
          <a:xfrm>
            <a:off x="9055100" y="3894074"/>
            <a:ext cx="1706086" cy="10114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550" kern="0" dirty="0">
                <a:solidFill>
                  <a:srgbClr val="BDBDBD"/>
                </a:solidFill>
                <a:latin typeface="Noto Sans TC"/>
                <a:ea typeface="Noto Sans TC"/>
                <a:cs typeface="Noto Sans TC"/>
              </a:rPr>
              <a:t>AI 回覆僅供參考，實際以訂單頁面與客服人員說明為準</a:t>
            </a:r>
            <a:endParaRPr lang="zh-TW" sz="550"/>
          </a:p>
        </p:txBody>
      </p:sp>
      <p:sp>
        <p:nvSpPr>
          <p:cNvPr id="153" name="!!rect-8q7"/>
          <p:cNvSpPr/>
          <p:nvPr/>
        </p:nvSpPr>
        <p:spPr>
          <a:xfrm>
            <a:off x="8712200" y="5524500"/>
            <a:ext cx="2552700" cy="635000"/>
          </a:xfrm>
          <a:custGeom>
            <a:avLst/>
            <a:gdLst/>
            <a:ahLst/>
            <a:cxnLst/>
            <a:rect l="l" t="t" r="r" b="b"/>
            <a:pathLst>
              <a:path w="2552700" h="635000">
                <a:moveTo>
                  <a:pt x="0" y="0"/>
                </a:moveTo>
                <a:lnTo>
                  <a:pt x="2552700" y="0"/>
                </a:lnTo>
                <a:lnTo>
                  <a:pt x="2552700" y="317500"/>
                </a:lnTo>
                <a:cubicBezTo>
                  <a:pt x="2552700" y="492850"/>
                  <a:pt x="2410550" y="635000"/>
                  <a:pt x="2235200" y="635000"/>
                </a:cubicBezTo>
                <a:lnTo>
                  <a:pt x="317500" y="635000"/>
                </a:lnTo>
                <a:cubicBezTo>
                  <a:pt x="142150" y="635000"/>
                  <a:pt x="0" y="492850"/>
                  <a:pt x="0" y="317500"/>
                </a:cubicBez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54" name="!!rect-8q8"/>
          <p:cNvSpPr/>
          <p:nvPr/>
        </p:nvSpPr>
        <p:spPr>
          <a:xfrm>
            <a:off x="8813800" y="5588000"/>
            <a:ext cx="2019300" cy="304800"/>
          </a:xfrm>
          <a:prstGeom prst="roundRect">
            <a:avLst>
              <a:gd name="adj" fmla="val 50000"/>
            </a:avLst>
          </a:prstGeom>
          <a:solidFill>
            <a:srgbClr val="F3F5F7"/>
          </a:solidFill>
          <a:ln>
            <a:noFill/>
          </a:ln>
        </p:spPr>
      </p:sp>
      <p:sp>
        <p:nvSpPr>
          <p:cNvPr id="155" name="!!circle-8q9"/>
          <p:cNvSpPr/>
          <p:nvPr/>
        </p:nvSpPr>
        <p:spPr>
          <a:xfrm>
            <a:off x="10871200" y="5600700"/>
            <a:ext cx="279400" cy="279400"/>
          </a:xfrm>
          <a:prstGeom prst="ellipse">
            <a:avLst/>
          </a:prstGeom>
          <a:solidFill>
            <a:srgbClr val="627D8D"/>
          </a:solidFill>
          <a:ln>
            <a:noFill/>
          </a:ln>
        </p:spPr>
      </p:sp>
      <p:sp>
        <p:nvSpPr>
          <p:cNvPr id="156" name="!!path-8qa"/>
          <p:cNvSpPr/>
          <p:nvPr/>
        </p:nvSpPr>
        <p:spPr>
          <a:xfrm>
            <a:off x="10952696" y="5688019"/>
            <a:ext cx="122282" cy="104813"/>
          </a:xfrm>
          <a:custGeom>
            <a:avLst/>
            <a:gdLst/>
            <a:ahLst/>
            <a:cxnLst/>
            <a:rect l="l" t="t" r="r" b="b"/>
            <a:pathLst>
              <a:path w="122282" h="104813">
                <a:moveTo>
                  <a:pt x="58" y="104813"/>
                </a:moveTo>
                <a:lnTo>
                  <a:pt x="122282" y="52407"/>
                </a:lnTo>
                <a:lnTo>
                  <a:pt x="58" y="0"/>
                </a:lnTo>
                <a:lnTo>
                  <a:pt x="0" y="40761"/>
                </a:lnTo>
                <a:lnTo>
                  <a:pt x="87344" y="52407"/>
                </a:lnTo>
                <a:lnTo>
                  <a:pt x="0" y="6405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57" name="!!text-8qb" descr="輸入問題"/>
          <p:cNvSpPr txBox="1"/>
          <p:nvPr/>
        </p:nvSpPr>
        <p:spPr>
          <a:xfrm>
            <a:off x="8928100" y="5668010"/>
            <a:ext cx="409575" cy="1379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0" kern="0" dirty="0">
                <a:solidFill>
                  <a:srgbClr val="BDBDBD"/>
                </a:solidFill>
                <a:latin typeface="Noto Sans TC"/>
                <a:ea typeface="Noto Sans TC"/>
                <a:cs typeface="Noto Sans TC"/>
              </a:rPr>
              <a:t>輸入問題</a:t>
            </a:r>
            <a:endParaRPr lang="zh-TW" sz="750"/>
          </a:p>
        </p:txBody>
      </p:sp>
      <p:sp>
        <p:nvSpPr>
          <p:cNvPr id="158" name="!!rect-8qg"/>
          <p:cNvSpPr/>
          <p:nvPr/>
        </p:nvSpPr>
        <p:spPr>
          <a:xfrm>
            <a:off x="9531350" y="6076950"/>
            <a:ext cx="914400" cy="31750"/>
          </a:xfrm>
          <a:prstGeom prst="roundRect">
            <a:avLst>
              <a:gd name="adj" fmla="val 50000"/>
            </a:avLst>
          </a:prstGeom>
          <a:solidFill>
            <a:srgbClr val="000000">
              <a:alpha val="90000"/>
            </a:srgbClr>
          </a:solidFill>
          <a:ln>
            <a:noFill/>
          </a:ln>
        </p:spPr>
      </p:sp>
      <p:sp>
        <p:nvSpPr>
          <p:cNvPr id="159" name="!!rect-8qh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10000"/>
                </a:srgbClr>
              </a:gs>
              <a:gs pos="30762">
                <a:srgbClr val="FFFFFF">
                  <a:alpha val="2000"/>
                </a:srgbClr>
              </a:gs>
              <a:gs pos="31723">
                <a:srgbClr val="FFFFFF">
                  <a:alpha val="0"/>
                </a:srgbClr>
              </a:gs>
              <a:gs pos="9613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4329186" scaled="0"/>
          </a:gradFill>
          <a:ln>
            <a:noFill/>
          </a:ln>
        </p:spPr>
      </p:sp>
      <p:sp>
        <p:nvSpPr>
          <p:cNvPr id="160" name="!!rect-8qk"/>
          <p:cNvSpPr/>
          <p:nvPr/>
        </p:nvSpPr>
        <p:spPr>
          <a:xfrm>
            <a:off x="9728200" y="679450"/>
            <a:ext cx="520700" cy="23495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</p:spPr>
      </p:sp>
      <p:sp>
        <p:nvSpPr>
          <p:cNvPr id="161" name="!!circle-8ql"/>
          <p:cNvSpPr/>
          <p:nvPr/>
        </p:nvSpPr>
        <p:spPr>
          <a:xfrm>
            <a:off x="10088880" y="757555"/>
            <a:ext cx="78740" cy="78740"/>
          </a:xfrm>
          <a:prstGeom prst="ellipse">
            <a:avLst/>
          </a:prstGeom>
          <a:solidFill>
            <a:srgbClr val="0A0F16"/>
          </a:solidFill>
          <a:ln>
            <a:noFill/>
          </a:ln>
        </p:spPr>
      </p:sp>
      <p:sp>
        <p:nvSpPr>
          <p:cNvPr id="162" name="!!circle-8qm"/>
          <p:cNvSpPr/>
          <p:nvPr/>
        </p:nvSpPr>
        <p:spPr>
          <a:xfrm>
            <a:off x="10107930" y="776605"/>
            <a:ext cx="40640" cy="40640"/>
          </a:xfrm>
          <a:prstGeom prst="ellipse">
            <a:avLst/>
          </a:prstGeom>
          <a:solidFill>
            <a:srgbClr val="111B28"/>
          </a:solidFill>
          <a:ln>
            <a:noFill/>
          </a:ln>
        </p:spPr>
      </p:sp>
      <p:sp>
        <p:nvSpPr>
          <p:cNvPr id="163" name="!!circle-8qn"/>
          <p:cNvSpPr/>
          <p:nvPr/>
        </p:nvSpPr>
        <p:spPr>
          <a:xfrm>
            <a:off x="10130155" y="781685"/>
            <a:ext cx="13970" cy="13970"/>
          </a:xfrm>
          <a:prstGeom prst="ellipse">
            <a:avLst/>
          </a:prstGeom>
          <a:solidFill>
            <a:srgbClr val="3A5070">
              <a:alpha val="80000"/>
            </a:srgbClr>
          </a:solidFill>
          <a:ln>
            <a:noFill/>
          </a:ln>
        </p:spPr>
      </p:sp>
      <p:sp>
        <p:nvSpPr>
          <p:cNvPr id="164" name="!!path-9ic"/>
          <p:cNvSpPr/>
          <p:nvPr/>
        </p:nvSpPr>
        <p:spPr>
          <a:xfrm>
            <a:off x="381000" y="306527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65" name="!!path-9id"/>
          <p:cNvSpPr/>
          <p:nvPr/>
        </p:nvSpPr>
        <p:spPr>
          <a:xfrm>
            <a:off x="381000" y="308153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66" name="!!path-9ie"/>
          <p:cNvSpPr/>
          <p:nvPr/>
        </p:nvSpPr>
        <p:spPr>
          <a:xfrm>
            <a:off x="381000" y="309778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67" name="!!path-9if"/>
          <p:cNvSpPr/>
          <p:nvPr/>
        </p:nvSpPr>
        <p:spPr>
          <a:xfrm>
            <a:off x="381000" y="311404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68" name="!!path-9ig"/>
          <p:cNvSpPr/>
          <p:nvPr/>
        </p:nvSpPr>
        <p:spPr>
          <a:xfrm>
            <a:off x="381000" y="313030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69" name="!!path-9ih"/>
          <p:cNvSpPr/>
          <p:nvPr/>
        </p:nvSpPr>
        <p:spPr>
          <a:xfrm>
            <a:off x="381000" y="314655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70" name="!!path-9ii"/>
          <p:cNvSpPr/>
          <p:nvPr/>
        </p:nvSpPr>
        <p:spPr>
          <a:xfrm>
            <a:off x="381000" y="316281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71" name="!!path-9ij"/>
          <p:cNvSpPr/>
          <p:nvPr/>
        </p:nvSpPr>
        <p:spPr>
          <a:xfrm>
            <a:off x="381000" y="317906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72" name="!!path-9ik"/>
          <p:cNvSpPr/>
          <p:nvPr/>
        </p:nvSpPr>
        <p:spPr>
          <a:xfrm>
            <a:off x="419608" y="269342"/>
            <a:ext cx="128422" cy="122936"/>
          </a:xfrm>
          <a:custGeom>
            <a:avLst/>
            <a:gdLst/>
            <a:ahLst/>
            <a:cxnLst/>
            <a:rect l="l" t="t" r="r" b="b"/>
            <a:pathLst>
              <a:path w="128422" h="122936">
                <a:moveTo>
                  <a:pt x="0" y="17678"/>
                </a:moveTo>
                <a:lnTo>
                  <a:pt x="8128" y="5080"/>
                </a:lnTo>
                <a:cubicBezTo>
                  <a:pt x="32512" y="0"/>
                  <a:pt x="73152" y="7112"/>
                  <a:pt x="101600" y="26416"/>
                </a:cubicBezTo>
                <a:cubicBezTo>
                  <a:pt x="116840" y="37186"/>
                  <a:pt x="124968" y="49784"/>
                  <a:pt x="128422" y="62992"/>
                </a:cubicBezTo>
                <a:lnTo>
                  <a:pt x="128422" y="122936"/>
                </a:lnTo>
                <a:lnTo>
                  <a:pt x="0" y="1229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73" name="!!path-9il"/>
          <p:cNvSpPr/>
          <p:nvPr/>
        </p:nvSpPr>
        <p:spPr>
          <a:xfrm>
            <a:off x="419608" y="269342"/>
            <a:ext cx="128422" cy="62992"/>
          </a:xfrm>
          <a:custGeom>
            <a:avLst/>
            <a:gdLst/>
            <a:ahLst/>
            <a:cxnLst/>
            <a:rect l="l" t="t" r="r" b="b"/>
            <a:pathLst>
              <a:path w="128422" h="62992" fill="none">
                <a:moveTo>
                  <a:pt x="128422" y="62992"/>
                </a:moveTo>
                <a:cubicBezTo>
                  <a:pt x="124968" y="49784"/>
                  <a:pt x="116840" y="37186"/>
                  <a:pt x="101600" y="26416"/>
                </a:cubicBezTo>
                <a:cubicBezTo>
                  <a:pt x="73152" y="7112"/>
                  <a:pt x="32512" y="0"/>
                  <a:pt x="8128" y="5080"/>
                </a:cubicBezTo>
                <a:lnTo>
                  <a:pt x="0" y="1767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74" name="!!path-9im"/>
          <p:cNvSpPr/>
          <p:nvPr/>
        </p:nvSpPr>
        <p:spPr>
          <a:xfrm>
            <a:off x="407010" y="281534"/>
            <a:ext cx="141021" cy="110744"/>
          </a:xfrm>
          <a:custGeom>
            <a:avLst/>
            <a:gdLst/>
            <a:ahLst/>
            <a:cxnLst/>
            <a:rect l="l" t="t" r="r" b="b"/>
            <a:pathLst>
              <a:path w="141021" h="110744">
                <a:moveTo>
                  <a:pt x="0" y="22352"/>
                </a:moveTo>
                <a:lnTo>
                  <a:pt x="6502" y="6502"/>
                </a:lnTo>
                <a:cubicBezTo>
                  <a:pt x="36982" y="0"/>
                  <a:pt x="79654" y="7112"/>
                  <a:pt x="110134" y="25400"/>
                </a:cubicBezTo>
                <a:cubicBezTo>
                  <a:pt x="126390" y="35154"/>
                  <a:pt x="136550" y="49784"/>
                  <a:pt x="141021" y="62992"/>
                </a:cubicBezTo>
                <a:lnTo>
                  <a:pt x="141021" y="110744"/>
                </a:lnTo>
                <a:lnTo>
                  <a:pt x="0" y="110744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75" name="!!path-9in"/>
          <p:cNvSpPr/>
          <p:nvPr/>
        </p:nvSpPr>
        <p:spPr>
          <a:xfrm>
            <a:off x="407010" y="281534"/>
            <a:ext cx="141021" cy="62992"/>
          </a:xfrm>
          <a:custGeom>
            <a:avLst/>
            <a:gdLst/>
            <a:ahLst/>
            <a:cxnLst/>
            <a:rect l="l" t="t" r="r" b="b"/>
            <a:pathLst>
              <a:path w="141021" h="62992" fill="none">
                <a:moveTo>
                  <a:pt x="141021" y="62992"/>
                </a:moveTo>
                <a:cubicBezTo>
                  <a:pt x="136550" y="49784"/>
                  <a:pt x="126390" y="35154"/>
                  <a:pt x="110134" y="25400"/>
                </a:cubicBezTo>
                <a:cubicBezTo>
                  <a:pt x="79654" y="7112"/>
                  <a:pt x="36982" y="0"/>
                  <a:pt x="6502" y="6502"/>
                </a:cubicBezTo>
                <a:lnTo>
                  <a:pt x="0" y="22352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76" name="!!path-9io"/>
          <p:cNvSpPr/>
          <p:nvPr/>
        </p:nvSpPr>
        <p:spPr>
          <a:xfrm>
            <a:off x="395834" y="294742"/>
            <a:ext cx="151790" cy="97536"/>
          </a:xfrm>
          <a:custGeom>
            <a:avLst/>
            <a:gdLst/>
            <a:ahLst/>
            <a:cxnLst/>
            <a:rect l="l" t="t" r="r" b="b"/>
            <a:pathLst>
              <a:path w="151790" h="97536">
                <a:moveTo>
                  <a:pt x="0" y="23165"/>
                </a:moveTo>
                <a:lnTo>
                  <a:pt x="3861" y="12598"/>
                </a:lnTo>
                <a:cubicBezTo>
                  <a:pt x="37998" y="0"/>
                  <a:pt x="84734" y="5080"/>
                  <a:pt x="117246" y="21946"/>
                </a:cubicBezTo>
                <a:cubicBezTo>
                  <a:pt x="135534" y="31496"/>
                  <a:pt x="146710" y="43688"/>
                  <a:pt x="151790" y="55270"/>
                </a:cubicBezTo>
                <a:lnTo>
                  <a:pt x="151790" y="97536"/>
                </a:lnTo>
                <a:lnTo>
                  <a:pt x="0" y="975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77" name="!!path-9ip"/>
          <p:cNvSpPr/>
          <p:nvPr/>
        </p:nvSpPr>
        <p:spPr>
          <a:xfrm>
            <a:off x="395834" y="294742"/>
            <a:ext cx="151790" cy="55270"/>
          </a:xfrm>
          <a:custGeom>
            <a:avLst/>
            <a:gdLst/>
            <a:ahLst/>
            <a:cxnLst/>
            <a:rect l="l" t="t" r="r" b="b"/>
            <a:pathLst>
              <a:path w="151790" h="55270" fill="none">
                <a:moveTo>
                  <a:pt x="151790" y="55270"/>
                </a:moveTo>
                <a:cubicBezTo>
                  <a:pt x="146710" y="43688"/>
                  <a:pt x="135534" y="31496"/>
                  <a:pt x="117246" y="21946"/>
                </a:cubicBezTo>
                <a:cubicBezTo>
                  <a:pt x="84734" y="5080"/>
                  <a:pt x="37998" y="0"/>
                  <a:pt x="3861" y="12598"/>
                </a:cubicBezTo>
                <a:lnTo>
                  <a:pt x="0" y="23165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78" name="!!path-9iq"/>
          <p:cNvSpPr/>
          <p:nvPr/>
        </p:nvSpPr>
        <p:spPr>
          <a:xfrm>
            <a:off x="548234" y="264262"/>
            <a:ext cx="120294" cy="128016"/>
          </a:xfrm>
          <a:custGeom>
            <a:avLst/>
            <a:gdLst/>
            <a:ahLst/>
            <a:cxnLst/>
            <a:rect l="l" t="t" r="r" b="b"/>
            <a:pathLst>
              <a:path w="120294" h="128016">
                <a:moveTo>
                  <a:pt x="120294" y="18288"/>
                </a:moveTo>
                <a:lnTo>
                  <a:pt x="113589" y="4470"/>
                </a:lnTo>
                <a:cubicBezTo>
                  <a:pt x="86766" y="0"/>
                  <a:pt x="44094" y="10160"/>
                  <a:pt x="17678" y="30480"/>
                </a:cubicBezTo>
                <a:cubicBezTo>
                  <a:pt x="6502" y="39624"/>
                  <a:pt x="1422" y="52832"/>
                  <a:pt x="0" y="67056"/>
                </a:cubicBezTo>
                <a:lnTo>
                  <a:pt x="0" y="128016"/>
                </a:lnTo>
                <a:lnTo>
                  <a:pt x="120294" y="12801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79" name="!!path-9ir"/>
          <p:cNvSpPr/>
          <p:nvPr/>
        </p:nvSpPr>
        <p:spPr>
          <a:xfrm>
            <a:off x="548234" y="264262"/>
            <a:ext cx="120294" cy="67056"/>
          </a:xfrm>
          <a:custGeom>
            <a:avLst/>
            <a:gdLst/>
            <a:ahLst/>
            <a:cxnLst/>
            <a:rect l="l" t="t" r="r" b="b"/>
            <a:pathLst>
              <a:path w="120294" h="67056" fill="none">
                <a:moveTo>
                  <a:pt x="0" y="67056"/>
                </a:moveTo>
                <a:cubicBezTo>
                  <a:pt x="1422" y="52832"/>
                  <a:pt x="6502" y="39624"/>
                  <a:pt x="17678" y="30480"/>
                </a:cubicBezTo>
                <a:cubicBezTo>
                  <a:pt x="44094" y="10160"/>
                  <a:pt x="86766" y="0"/>
                  <a:pt x="113589" y="4470"/>
                </a:cubicBezTo>
                <a:lnTo>
                  <a:pt x="120294" y="1828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80" name="!!path-9is"/>
          <p:cNvSpPr/>
          <p:nvPr/>
        </p:nvSpPr>
        <p:spPr>
          <a:xfrm>
            <a:off x="548437" y="279502"/>
            <a:ext cx="133299" cy="112776"/>
          </a:xfrm>
          <a:custGeom>
            <a:avLst/>
            <a:gdLst/>
            <a:ahLst/>
            <a:cxnLst/>
            <a:rect l="l" t="t" r="r" b="b"/>
            <a:pathLst>
              <a:path w="133299" h="112776">
                <a:moveTo>
                  <a:pt x="133299" y="19710"/>
                </a:moveTo>
                <a:lnTo>
                  <a:pt x="127203" y="3048"/>
                </a:lnTo>
                <a:cubicBezTo>
                  <a:pt x="94691" y="0"/>
                  <a:pt x="54051" y="11176"/>
                  <a:pt x="27635" y="30683"/>
                </a:cubicBezTo>
                <a:cubicBezTo>
                  <a:pt x="13411" y="41250"/>
                  <a:pt x="4267" y="53848"/>
                  <a:pt x="0" y="65024"/>
                </a:cubicBezTo>
                <a:lnTo>
                  <a:pt x="0" y="112776"/>
                </a:lnTo>
                <a:lnTo>
                  <a:pt x="133299" y="11277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81" name="!!path-9it"/>
          <p:cNvSpPr/>
          <p:nvPr/>
        </p:nvSpPr>
        <p:spPr>
          <a:xfrm>
            <a:off x="548437" y="279502"/>
            <a:ext cx="133299" cy="65024"/>
          </a:xfrm>
          <a:custGeom>
            <a:avLst/>
            <a:gdLst/>
            <a:ahLst/>
            <a:cxnLst/>
            <a:rect l="l" t="t" r="r" b="b"/>
            <a:pathLst>
              <a:path w="133299" h="65024" fill="none">
                <a:moveTo>
                  <a:pt x="0" y="65024"/>
                </a:moveTo>
                <a:cubicBezTo>
                  <a:pt x="4267" y="53848"/>
                  <a:pt x="13411" y="41250"/>
                  <a:pt x="27635" y="30683"/>
                </a:cubicBezTo>
                <a:cubicBezTo>
                  <a:pt x="54051" y="11176"/>
                  <a:pt x="94691" y="0"/>
                  <a:pt x="127203" y="3048"/>
                </a:cubicBezTo>
                <a:lnTo>
                  <a:pt x="133299" y="19710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82" name="!!path-9iu"/>
          <p:cNvSpPr/>
          <p:nvPr/>
        </p:nvSpPr>
        <p:spPr>
          <a:xfrm>
            <a:off x="548843" y="293726"/>
            <a:ext cx="142646" cy="98552"/>
          </a:xfrm>
          <a:custGeom>
            <a:avLst/>
            <a:gdLst/>
            <a:ahLst/>
            <a:cxnLst/>
            <a:rect l="l" t="t" r="r" b="b"/>
            <a:pathLst>
              <a:path w="142646" h="98552">
                <a:moveTo>
                  <a:pt x="142646" y="18898"/>
                </a:moveTo>
                <a:lnTo>
                  <a:pt x="139802" y="8738"/>
                </a:lnTo>
                <a:cubicBezTo>
                  <a:pt x="106477" y="0"/>
                  <a:pt x="63805" y="5080"/>
                  <a:pt x="35357" y="19304"/>
                </a:cubicBezTo>
                <a:cubicBezTo>
                  <a:pt x="17069" y="28448"/>
                  <a:pt x="5893" y="42672"/>
                  <a:pt x="0" y="56286"/>
                </a:cubicBezTo>
                <a:lnTo>
                  <a:pt x="0" y="98552"/>
                </a:lnTo>
                <a:lnTo>
                  <a:pt x="142646" y="98552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83" name="!!path-9iv"/>
          <p:cNvSpPr/>
          <p:nvPr/>
        </p:nvSpPr>
        <p:spPr>
          <a:xfrm>
            <a:off x="548843" y="293726"/>
            <a:ext cx="142646" cy="56286"/>
          </a:xfrm>
          <a:custGeom>
            <a:avLst/>
            <a:gdLst/>
            <a:ahLst/>
            <a:cxnLst/>
            <a:rect l="l" t="t" r="r" b="b"/>
            <a:pathLst>
              <a:path w="142646" h="56286" fill="none">
                <a:moveTo>
                  <a:pt x="0" y="56286"/>
                </a:moveTo>
                <a:cubicBezTo>
                  <a:pt x="5893" y="42672"/>
                  <a:pt x="17069" y="28448"/>
                  <a:pt x="35357" y="19304"/>
                </a:cubicBezTo>
                <a:cubicBezTo>
                  <a:pt x="63805" y="5080"/>
                  <a:pt x="106477" y="0"/>
                  <a:pt x="139802" y="8738"/>
                </a:cubicBezTo>
                <a:lnTo>
                  <a:pt x="142646" y="1889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84" name="!!path-9iw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627D8D"/>
              </a:gs>
              <a:gs pos="21794">
                <a:srgbClr val="627D8D"/>
              </a:gs>
              <a:gs pos="55376">
                <a:srgbClr val="627D8D"/>
              </a:gs>
              <a:gs pos="96421">
                <a:srgbClr val="98ABB7"/>
              </a:gs>
              <a:gs pos="100000">
                <a:srgbClr val="98ABB7"/>
              </a:gs>
            </a:gsLst>
            <a:lin ang="1983350" scaled="0"/>
          </a:gradFill>
          <a:ln>
            <a:noFill/>
          </a:ln>
        </p:spPr>
      </p:sp>
      <p:sp>
        <p:nvSpPr>
          <p:cNvPr id="185" name="!!path-9ix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0000"/>
                </a:srgbClr>
              </a:gs>
              <a:gs pos="4764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83333" t="79291" r="16667" b="20709"/>
            </a:path>
          </a:gradFill>
          <a:ln>
            <a:noFill/>
          </a:ln>
        </p:spPr>
      </p:sp>
      <p:sp>
        <p:nvSpPr>
          <p:cNvPr id="186" name="!!line-9iy"/>
          <p:cNvSpPr/>
          <p:nvPr/>
        </p:nvSpPr>
        <p:spPr>
          <a:xfrm>
            <a:off x="549046" y="363017"/>
            <a:ext cx="1" cy="153619"/>
          </a:xfrm>
          <a:custGeom>
            <a:avLst/>
            <a:gdLst/>
            <a:ahLst/>
            <a:cxnLst/>
            <a:rect l="l" t="t" r="r" b="b"/>
            <a:pathLst>
              <a:path w="1" h="153619">
                <a:moveTo>
                  <a:pt x="0" y="0"/>
                </a:moveTo>
                <a:lnTo>
                  <a:pt x="0" y="153619"/>
                </a:lnTo>
              </a:path>
            </a:pathLst>
          </a:custGeom>
          <a:solidFill>
            <a:srgbClr val="000000"/>
          </a:solidFill>
          <a:ln w="6909" cap="rnd">
            <a:solidFill>
              <a:srgbClr val="C9D3D9"/>
            </a:solidFill>
            <a:prstDash val="solid"/>
            <a:miter lim="800000"/>
          </a:ln>
        </p:spPr>
      </p:sp>
      <p:sp>
        <p:nvSpPr>
          <p:cNvPr id="187" name="!!path-9iz"/>
          <p:cNvSpPr/>
          <p:nvPr/>
        </p:nvSpPr>
        <p:spPr>
          <a:xfrm>
            <a:off x="657962" y="442062"/>
            <a:ext cx="25400" cy="37998"/>
          </a:xfrm>
          <a:custGeom>
            <a:avLst/>
            <a:gdLst/>
            <a:ahLst/>
            <a:cxnLst/>
            <a:rect l="l" t="t" r="r" b="b"/>
            <a:pathLst>
              <a:path w="25400" h="37998">
                <a:moveTo>
                  <a:pt x="0" y="2642"/>
                </a:moveTo>
                <a:lnTo>
                  <a:pt x="15240" y="0"/>
                </a:lnTo>
                <a:lnTo>
                  <a:pt x="25400" y="37186"/>
                </a:lnTo>
                <a:lnTo>
                  <a:pt x="7518" y="37998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 w="1016" cap="flat">
            <a:solidFill>
              <a:srgbClr val="FFFFFF">
                <a:alpha val="55000"/>
              </a:srgbClr>
            </a:solidFill>
            <a:prstDash val="solid"/>
            <a:round/>
          </a:ln>
        </p:spPr>
      </p:sp>
      <p:sp>
        <p:nvSpPr>
          <p:cNvPr id="188" name="!!text-9j0" descr="救「舊」我的書"/>
          <p:cNvSpPr txBox="1"/>
          <p:nvPr/>
        </p:nvSpPr>
        <p:spPr>
          <a:xfrm>
            <a:off x="805879" y="251460"/>
            <a:ext cx="1120140" cy="25745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400" b="1" kern="0" spc="-70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救</a:t>
            </a:r>
            <a:r>
              <a:rPr lang="zh-TW" altLang="en-US" sz="14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「舊</a:t>
            </a:r>
            <a:r>
              <a:rPr lang="zh-TW" altLang="en-US" sz="1400" b="1" kern="0" spc="-70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」</a:t>
            </a:r>
            <a:r>
              <a:rPr lang="zh-TW" altLang="en-US" sz="14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我的書</a:t>
            </a:r>
            <a:endParaRPr lang="zh-TW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fast" p14:dur="1900" advTm="0">
        <p159:morph option="byObject"/>
      </p:transition>
    </mc:Choice>
    <mc:Fallback>
      <p:transition spd="fast" advTm="0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103.9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rect-1q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7"/>
          </a:solidFill>
          <a:ln>
            <a:noFill/>
          </a:ln>
        </p:spPr>
      </p:sp>
      <p:sp>
        <p:nvSpPr>
          <p:cNvPr id="3" name="!!ellipse-1q2"/>
          <p:cNvSpPr/>
          <p:nvPr/>
        </p:nvSpPr>
        <p:spPr>
          <a:xfrm>
            <a:off x="-889000" y="-952500"/>
            <a:ext cx="13970000" cy="7874000"/>
          </a:xfrm>
          <a:prstGeom prst="ellipse">
            <a:avLst/>
          </a:prstGeom>
          <a:gradFill rotWithShape="1">
            <a:gsLst>
              <a:gs pos="0">
                <a:srgbClr val="FFFFFF">
                  <a:alpha val="95000"/>
                </a:srgbClr>
              </a:gs>
              <a:gs pos="40865">
                <a:srgbClr val="FFFFFF">
                  <a:alpha val="35000"/>
                </a:srgbClr>
              </a:gs>
              <a:gs pos="68108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!!rect-1q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P1"/>
            <a:srcRect/>
            <a:tile tx="76143" ty="175413" sx="16667" sy="16667" flip="none" algn="tl"/>
          </a:blipFill>
          <a:ln>
            <a:noFill/>
          </a:ln>
        </p:spPr>
      </p:sp>
      <p:sp>
        <p:nvSpPr>
          <p:cNvPr id="5" name="!!circle-1qd"/>
          <p:cNvSpPr/>
          <p:nvPr/>
        </p:nvSpPr>
        <p:spPr>
          <a:xfrm>
            <a:off x="12050656" y="2980544"/>
            <a:ext cx="2187308" cy="2187308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" name="!!circle-1qv"/>
          <p:cNvSpPr/>
          <p:nvPr/>
        </p:nvSpPr>
        <p:spPr>
          <a:xfrm>
            <a:off x="5229975" y="220371"/>
            <a:ext cx="1551610" cy="1551610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7" name="!!circle-1r1"/>
          <p:cNvSpPr/>
          <p:nvPr/>
        </p:nvSpPr>
        <p:spPr>
          <a:xfrm>
            <a:off x="5999271" y="-531037"/>
            <a:ext cx="905370" cy="905370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8" name="!!circle-1re"/>
          <p:cNvSpPr/>
          <p:nvPr/>
        </p:nvSpPr>
        <p:spPr>
          <a:xfrm>
            <a:off x="774777" y="4607382"/>
            <a:ext cx="1488910" cy="1488910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9" name="!!circle-1rg"/>
          <p:cNvSpPr/>
          <p:nvPr/>
        </p:nvSpPr>
        <p:spPr>
          <a:xfrm>
            <a:off x="-2451251" y="6643954"/>
            <a:ext cx="2670391" cy="2670391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0" name="!!circle-1rr"/>
          <p:cNvSpPr/>
          <p:nvPr/>
        </p:nvSpPr>
        <p:spPr>
          <a:xfrm>
            <a:off x="12143227" y="4725499"/>
            <a:ext cx="1677327" cy="1677327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1" name="!!circle-1rs"/>
          <p:cNvSpPr/>
          <p:nvPr/>
        </p:nvSpPr>
        <p:spPr>
          <a:xfrm>
            <a:off x="7461175" y="1101954"/>
            <a:ext cx="1598701" cy="1598701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2" name="!!circle-1ru"/>
          <p:cNvSpPr/>
          <p:nvPr/>
        </p:nvSpPr>
        <p:spPr>
          <a:xfrm>
            <a:off x="1965117" y="3695961"/>
            <a:ext cx="1493304" cy="1493304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3" name="!!rect-1sh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5F7">
                  <a:alpha val="0"/>
                </a:srgbClr>
              </a:gs>
              <a:gs pos="20428">
                <a:srgbClr val="F3F5F7">
                  <a:alpha val="0"/>
                </a:srgbClr>
              </a:gs>
              <a:gs pos="66730">
                <a:srgbClr val="F3F5F7"/>
              </a:gs>
              <a:gs pos="100000">
                <a:srgbClr val="F3F5F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4" name="!!circle-1sj"/>
          <p:cNvSpPr/>
          <p:nvPr/>
        </p:nvSpPr>
        <p:spPr>
          <a:xfrm>
            <a:off x="94780" y="-14543"/>
            <a:ext cx="50038" cy="50038"/>
          </a:xfrm>
          <a:prstGeom prst="ellipse">
            <a:avLst/>
          </a:prstGeom>
          <a:solidFill>
            <a:srgbClr val="627D8D">
              <a:alpha val="25400"/>
            </a:srgbClr>
          </a:solidFill>
          <a:ln>
            <a:noFill/>
          </a:ln>
        </p:spPr>
      </p:sp>
      <p:sp>
        <p:nvSpPr>
          <p:cNvPr id="15" name="!!circle-1sm"/>
          <p:cNvSpPr/>
          <p:nvPr/>
        </p:nvSpPr>
        <p:spPr>
          <a:xfrm>
            <a:off x="5582877" y="1340761"/>
            <a:ext cx="36055" cy="36055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16" name="!!circle-1sp"/>
          <p:cNvSpPr/>
          <p:nvPr/>
        </p:nvSpPr>
        <p:spPr>
          <a:xfrm>
            <a:off x="9312059" y="3239262"/>
            <a:ext cx="24295" cy="24295"/>
          </a:xfrm>
          <a:prstGeom prst="ellipse">
            <a:avLst/>
          </a:prstGeom>
          <a:solidFill>
            <a:srgbClr val="627D8D">
              <a:alpha val="18100"/>
            </a:srgbClr>
          </a:solidFill>
          <a:ln>
            <a:noFill/>
          </a:ln>
        </p:spPr>
      </p:sp>
      <p:sp>
        <p:nvSpPr>
          <p:cNvPr id="17" name="!!circle-1ss"/>
          <p:cNvSpPr/>
          <p:nvPr/>
        </p:nvSpPr>
        <p:spPr>
          <a:xfrm>
            <a:off x="3513491" y="6439656"/>
            <a:ext cx="25959" cy="25959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18" name="!!circle-1sv"/>
          <p:cNvSpPr/>
          <p:nvPr/>
        </p:nvSpPr>
        <p:spPr>
          <a:xfrm>
            <a:off x="1967589" y="1779658"/>
            <a:ext cx="35878" cy="35878"/>
          </a:xfrm>
          <a:prstGeom prst="ellipse">
            <a:avLst/>
          </a:prstGeom>
          <a:solidFill>
            <a:srgbClr val="627D8D">
              <a:alpha val="26800"/>
            </a:srgbClr>
          </a:solidFill>
          <a:ln>
            <a:noFill/>
          </a:ln>
        </p:spPr>
      </p:sp>
      <p:sp>
        <p:nvSpPr>
          <p:cNvPr id="19" name="!!circle-1sy"/>
          <p:cNvSpPr/>
          <p:nvPr/>
        </p:nvSpPr>
        <p:spPr>
          <a:xfrm>
            <a:off x="6832836" y="3778642"/>
            <a:ext cx="40234" cy="40234"/>
          </a:xfrm>
          <a:prstGeom prst="ellipse">
            <a:avLst/>
          </a:prstGeom>
          <a:solidFill>
            <a:srgbClr val="627D8D">
              <a:alpha val="31300"/>
            </a:srgbClr>
          </a:solidFill>
          <a:ln>
            <a:noFill/>
          </a:ln>
        </p:spPr>
      </p:sp>
      <p:sp>
        <p:nvSpPr>
          <p:cNvPr id="20" name="!!circle-1t4"/>
          <p:cNvSpPr/>
          <p:nvPr/>
        </p:nvSpPr>
        <p:spPr>
          <a:xfrm>
            <a:off x="1167385" y="4863225"/>
            <a:ext cx="29959" cy="29959"/>
          </a:xfrm>
          <a:prstGeom prst="ellipse">
            <a:avLst/>
          </a:prstGeom>
          <a:solidFill>
            <a:srgbClr val="627D8D">
              <a:alpha val="19400"/>
            </a:srgbClr>
          </a:solidFill>
          <a:ln>
            <a:noFill/>
          </a:ln>
        </p:spPr>
      </p:sp>
      <p:sp>
        <p:nvSpPr>
          <p:cNvPr id="21" name="!!circle-1t7"/>
          <p:cNvSpPr/>
          <p:nvPr/>
        </p:nvSpPr>
        <p:spPr>
          <a:xfrm>
            <a:off x="8471158" y="4477083"/>
            <a:ext cx="28702" cy="28702"/>
          </a:xfrm>
          <a:prstGeom prst="ellipse">
            <a:avLst/>
          </a:prstGeom>
          <a:solidFill>
            <a:srgbClr val="627D8D">
              <a:alpha val="17800"/>
            </a:srgbClr>
          </a:solidFill>
          <a:ln>
            <a:noFill/>
          </a:ln>
        </p:spPr>
      </p:sp>
      <p:sp>
        <p:nvSpPr>
          <p:cNvPr id="22" name="!!circle-1ta"/>
          <p:cNvSpPr/>
          <p:nvPr/>
        </p:nvSpPr>
        <p:spPr>
          <a:xfrm>
            <a:off x="11009054" y="1874270"/>
            <a:ext cx="24066" cy="24066"/>
          </a:xfrm>
          <a:prstGeom prst="ellipse">
            <a:avLst/>
          </a:prstGeom>
          <a:solidFill>
            <a:srgbClr val="627D8D">
              <a:alpha val="23900"/>
            </a:srgbClr>
          </a:solidFill>
          <a:ln>
            <a:noFill/>
          </a:ln>
        </p:spPr>
      </p:sp>
      <p:sp>
        <p:nvSpPr>
          <p:cNvPr id="23" name="!!circle-1td"/>
          <p:cNvSpPr/>
          <p:nvPr/>
        </p:nvSpPr>
        <p:spPr>
          <a:xfrm>
            <a:off x="8426277" y="5821531"/>
            <a:ext cx="35865" cy="35865"/>
          </a:xfrm>
          <a:prstGeom prst="ellipse">
            <a:avLst/>
          </a:prstGeom>
          <a:solidFill>
            <a:srgbClr val="627D8D">
              <a:alpha val="28200"/>
            </a:srgbClr>
          </a:solidFill>
          <a:ln>
            <a:noFill/>
          </a:ln>
        </p:spPr>
      </p:sp>
      <p:sp>
        <p:nvSpPr>
          <p:cNvPr id="24" name="!!circle-1tg"/>
          <p:cNvSpPr/>
          <p:nvPr/>
        </p:nvSpPr>
        <p:spPr>
          <a:xfrm>
            <a:off x="1489284" y="2987332"/>
            <a:ext cx="39218" cy="39218"/>
          </a:xfrm>
          <a:prstGeom prst="ellipse">
            <a:avLst/>
          </a:prstGeom>
          <a:solidFill>
            <a:srgbClr val="627D8D">
              <a:alpha val="29600"/>
            </a:srgbClr>
          </a:solidFill>
          <a:ln>
            <a:noFill/>
          </a:ln>
        </p:spPr>
      </p:sp>
      <p:sp>
        <p:nvSpPr>
          <p:cNvPr id="25" name="!!circle-1tj"/>
          <p:cNvSpPr/>
          <p:nvPr/>
        </p:nvSpPr>
        <p:spPr>
          <a:xfrm>
            <a:off x="7100209" y="6026886"/>
            <a:ext cx="49733" cy="49733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6" name="!!circle-1tm"/>
          <p:cNvSpPr/>
          <p:nvPr/>
        </p:nvSpPr>
        <p:spPr>
          <a:xfrm>
            <a:off x="6386740" y="1701088"/>
            <a:ext cx="41694" cy="41694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7" name="!!circle-1tp"/>
          <p:cNvSpPr/>
          <p:nvPr/>
        </p:nvSpPr>
        <p:spPr>
          <a:xfrm>
            <a:off x="6794231" y="5109538"/>
            <a:ext cx="31979" cy="31979"/>
          </a:xfrm>
          <a:prstGeom prst="ellipse">
            <a:avLst/>
          </a:prstGeom>
          <a:solidFill>
            <a:srgbClr val="627D8D">
              <a:alpha val="24100"/>
            </a:srgbClr>
          </a:solidFill>
          <a:ln>
            <a:noFill/>
          </a:ln>
        </p:spPr>
      </p:sp>
      <p:sp>
        <p:nvSpPr>
          <p:cNvPr id="28" name="!!circle-1ts"/>
          <p:cNvSpPr/>
          <p:nvPr/>
        </p:nvSpPr>
        <p:spPr>
          <a:xfrm>
            <a:off x="3880357" y="996154"/>
            <a:ext cx="18085" cy="18085"/>
          </a:xfrm>
          <a:prstGeom prst="ellipse">
            <a:avLst/>
          </a:prstGeom>
          <a:solidFill>
            <a:srgbClr val="627D8D">
              <a:alpha val="10500"/>
            </a:srgbClr>
          </a:solidFill>
          <a:ln>
            <a:noFill/>
          </a:ln>
        </p:spPr>
      </p:sp>
      <p:sp>
        <p:nvSpPr>
          <p:cNvPr id="29" name="!!circle-1ty"/>
          <p:cNvSpPr/>
          <p:nvPr/>
        </p:nvSpPr>
        <p:spPr>
          <a:xfrm>
            <a:off x="3449755" y="6279899"/>
            <a:ext cx="39243" cy="39243"/>
          </a:xfrm>
          <a:prstGeom prst="ellipse">
            <a:avLst/>
          </a:prstGeom>
          <a:solidFill>
            <a:srgbClr val="627D8D">
              <a:alpha val="27700"/>
            </a:srgbClr>
          </a:solidFill>
          <a:ln>
            <a:noFill/>
          </a:ln>
        </p:spPr>
      </p:sp>
      <p:sp>
        <p:nvSpPr>
          <p:cNvPr id="30" name="!!circle-1u1"/>
          <p:cNvSpPr/>
          <p:nvPr/>
        </p:nvSpPr>
        <p:spPr>
          <a:xfrm>
            <a:off x="1653038" y="6561339"/>
            <a:ext cx="34519" cy="34519"/>
          </a:xfrm>
          <a:prstGeom prst="ellipse">
            <a:avLst/>
          </a:prstGeom>
          <a:solidFill>
            <a:srgbClr val="627D8D">
              <a:alpha val="22500"/>
            </a:srgbClr>
          </a:solidFill>
          <a:ln>
            <a:noFill/>
          </a:ln>
        </p:spPr>
      </p:sp>
      <p:sp>
        <p:nvSpPr>
          <p:cNvPr id="31" name="!!circle-1u4"/>
          <p:cNvSpPr/>
          <p:nvPr/>
        </p:nvSpPr>
        <p:spPr>
          <a:xfrm>
            <a:off x="2664214" y="5075294"/>
            <a:ext cx="46228" cy="46228"/>
          </a:xfrm>
          <a:prstGeom prst="ellipse">
            <a:avLst/>
          </a:prstGeom>
          <a:solidFill>
            <a:srgbClr val="627D8D">
              <a:alpha val="26200"/>
            </a:srgbClr>
          </a:solidFill>
          <a:ln>
            <a:noFill/>
          </a:ln>
        </p:spPr>
      </p:sp>
      <p:sp>
        <p:nvSpPr>
          <p:cNvPr id="32" name="!!circle-1u7"/>
          <p:cNvSpPr/>
          <p:nvPr/>
        </p:nvSpPr>
        <p:spPr>
          <a:xfrm>
            <a:off x="7424406" y="4752928"/>
            <a:ext cx="49327" cy="49327"/>
          </a:xfrm>
          <a:prstGeom prst="ellipse">
            <a:avLst/>
          </a:prstGeom>
          <a:solidFill>
            <a:srgbClr val="627D8D">
              <a:alpha val="20800"/>
            </a:srgbClr>
          </a:solidFill>
          <a:ln>
            <a:noFill/>
          </a:ln>
        </p:spPr>
      </p:sp>
      <p:sp>
        <p:nvSpPr>
          <p:cNvPr id="33" name="!!circle-1ua"/>
          <p:cNvSpPr/>
          <p:nvPr/>
        </p:nvSpPr>
        <p:spPr>
          <a:xfrm>
            <a:off x="9695143" y="5450922"/>
            <a:ext cx="24054" cy="24054"/>
          </a:xfrm>
          <a:prstGeom prst="ellipse">
            <a:avLst/>
          </a:prstGeom>
          <a:solidFill>
            <a:srgbClr val="627D8D">
              <a:alpha val="22200"/>
            </a:srgbClr>
          </a:solidFill>
          <a:ln>
            <a:noFill/>
          </a:ln>
        </p:spPr>
      </p:sp>
      <p:sp>
        <p:nvSpPr>
          <p:cNvPr id="34" name="!!circle-1ud"/>
          <p:cNvSpPr/>
          <p:nvPr/>
        </p:nvSpPr>
        <p:spPr>
          <a:xfrm>
            <a:off x="2060501" y="1458254"/>
            <a:ext cx="32271" cy="32271"/>
          </a:xfrm>
          <a:prstGeom prst="ellipse">
            <a:avLst/>
          </a:prstGeom>
          <a:solidFill>
            <a:srgbClr val="627D8D">
              <a:alpha val="20500"/>
            </a:srgbClr>
          </a:solidFill>
          <a:ln>
            <a:noFill/>
          </a:ln>
        </p:spPr>
      </p:sp>
      <p:sp>
        <p:nvSpPr>
          <p:cNvPr id="35" name="!!circle-1uj"/>
          <p:cNvSpPr/>
          <p:nvPr/>
        </p:nvSpPr>
        <p:spPr>
          <a:xfrm>
            <a:off x="2075890" y="2420458"/>
            <a:ext cx="34252" cy="34252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36" name="!!circle-1um"/>
          <p:cNvSpPr/>
          <p:nvPr/>
        </p:nvSpPr>
        <p:spPr>
          <a:xfrm>
            <a:off x="9606895" y="4303437"/>
            <a:ext cx="44196" cy="44196"/>
          </a:xfrm>
          <a:prstGeom prst="ellipse">
            <a:avLst/>
          </a:prstGeom>
          <a:solidFill>
            <a:srgbClr val="627D8D">
              <a:alpha val="21700"/>
            </a:srgbClr>
          </a:solidFill>
          <a:ln>
            <a:noFill/>
          </a:ln>
        </p:spPr>
      </p:sp>
      <p:sp>
        <p:nvSpPr>
          <p:cNvPr id="37" name="!!circle-1up"/>
          <p:cNvSpPr/>
          <p:nvPr/>
        </p:nvSpPr>
        <p:spPr>
          <a:xfrm>
            <a:off x="6781995" y="1788961"/>
            <a:ext cx="35192" cy="35192"/>
          </a:xfrm>
          <a:prstGeom prst="ellipse">
            <a:avLst/>
          </a:prstGeom>
          <a:solidFill>
            <a:srgbClr val="627D8D">
              <a:alpha val="27100"/>
            </a:srgbClr>
          </a:solidFill>
          <a:ln>
            <a:noFill/>
          </a:ln>
        </p:spPr>
      </p:sp>
      <p:sp>
        <p:nvSpPr>
          <p:cNvPr id="38" name="!!circle-1us"/>
          <p:cNvSpPr/>
          <p:nvPr/>
        </p:nvSpPr>
        <p:spPr>
          <a:xfrm>
            <a:off x="10161086" y="5317791"/>
            <a:ext cx="43358" cy="43358"/>
          </a:xfrm>
          <a:prstGeom prst="ellipse">
            <a:avLst/>
          </a:prstGeom>
          <a:solidFill>
            <a:srgbClr val="627D8D">
              <a:alpha val="19500"/>
            </a:srgbClr>
          </a:solidFill>
          <a:ln>
            <a:noFill/>
          </a:ln>
        </p:spPr>
      </p:sp>
      <p:sp>
        <p:nvSpPr>
          <p:cNvPr id="39" name="!!circle-1uv"/>
          <p:cNvSpPr/>
          <p:nvPr/>
        </p:nvSpPr>
        <p:spPr>
          <a:xfrm>
            <a:off x="3162525" y="2104273"/>
            <a:ext cx="33528" cy="33528"/>
          </a:xfrm>
          <a:prstGeom prst="ellipse">
            <a:avLst/>
          </a:prstGeom>
          <a:solidFill>
            <a:srgbClr val="627D8D">
              <a:alpha val="28300"/>
            </a:srgbClr>
          </a:solidFill>
          <a:ln>
            <a:noFill/>
          </a:ln>
        </p:spPr>
      </p:sp>
      <p:sp>
        <p:nvSpPr>
          <p:cNvPr id="40" name="!!circle-1uy"/>
          <p:cNvSpPr/>
          <p:nvPr/>
        </p:nvSpPr>
        <p:spPr>
          <a:xfrm>
            <a:off x="6799878" y="2673968"/>
            <a:ext cx="28956" cy="28956"/>
          </a:xfrm>
          <a:prstGeom prst="ellipse">
            <a:avLst/>
          </a:prstGeom>
          <a:solidFill>
            <a:srgbClr val="627D8D">
              <a:alpha val="21800"/>
            </a:srgbClr>
          </a:solidFill>
          <a:ln>
            <a:noFill/>
          </a:ln>
        </p:spPr>
      </p:sp>
      <p:sp>
        <p:nvSpPr>
          <p:cNvPr id="41" name="!!circle-1v1"/>
          <p:cNvSpPr/>
          <p:nvPr/>
        </p:nvSpPr>
        <p:spPr>
          <a:xfrm>
            <a:off x="7002122" y="6366083"/>
            <a:ext cx="45555" cy="45555"/>
          </a:xfrm>
          <a:prstGeom prst="ellipse">
            <a:avLst/>
          </a:prstGeom>
          <a:solidFill>
            <a:srgbClr val="627D8D">
              <a:alpha val="20900"/>
            </a:srgbClr>
          </a:solidFill>
          <a:ln>
            <a:noFill/>
          </a:ln>
        </p:spPr>
      </p:sp>
      <p:sp>
        <p:nvSpPr>
          <p:cNvPr id="42" name="!!circle-1v4"/>
          <p:cNvSpPr/>
          <p:nvPr/>
        </p:nvSpPr>
        <p:spPr>
          <a:xfrm>
            <a:off x="11305337" y="3258887"/>
            <a:ext cx="39484" cy="39484"/>
          </a:xfrm>
          <a:prstGeom prst="ellipse">
            <a:avLst/>
          </a:prstGeom>
          <a:solidFill>
            <a:srgbClr val="627D8D">
              <a:alpha val="13600"/>
            </a:srgbClr>
          </a:solidFill>
          <a:ln>
            <a:noFill/>
          </a:ln>
        </p:spPr>
      </p:sp>
      <p:sp>
        <p:nvSpPr>
          <p:cNvPr id="43" name="!!circle-1v7"/>
          <p:cNvSpPr/>
          <p:nvPr/>
        </p:nvSpPr>
        <p:spPr>
          <a:xfrm>
            <a:off x="7462864" y="5649911"/>
            <a:ext cx="30455" cy="30455"/>
          </a:xfrm>
          <a:prstGeom prst="ellipse">
            <a:avLst/>
          </a:prstGeom>
          <a:solidFill>
            <a:srgbClr val="627D8D">
              <a:alpha val="16500"/>
            </a:srgbClr>
          </a:solidFill>
          <a:ln>
            <a:noFill/>
          </a:ln>
        </p:spPr>
      </p:sp>
      <p:sp>
        <p:nvSpPr>
          <p:cNvPr id="44" name="!!circle-1va"/>
          <p:cNvSpPr/>
          <p:nvPr/>
        </p:nvSpPr>
        <p:spPr>
          <a:xfrm>
            <a:off x="8965396" y="6407003"/>
            <a:ext cx="28257" cy="28257"/>
          </a:xfrm>
          <a:prstGeom prst="ellipse">
            <a:avLst/>
          </a:prstGeom>
          <a:solidFill>
            <a:srgbClr val="627D8D">
              <a:alpha val="15700"/>
            </a:srgbClr>
          </a:solidFill>
          <a:ln>
            <a:noFill/>
          </a:ln>
        </p:spPr>
      </p:sp>
      <p:sp>
        <p:nvSpPr>
          <p:cNvPr id="45" name="!!circle-1vd"/>
          <p:cNvSpPr/>
          <p:nvPr/>
        </p:nvSpPr>
        <p:spPr>
          <a:xfrm>
            <a:off x="11385545" y="5083943"/>
            <a:ext cx="45149" cy="45149"/>
          </a:xfrm>
          <a:prstGeom prst="ellipse">
            <a:avLst/>
          </a:prstGeom>
          <a:solidFill>
            <a:srgbClr val="627D8D">
              <a:alpha val="31200"/>
            </a:srgbClr>
          </a:solidFill>
          <a:ln>
            <a:noFill/>
          </a:ln>
        </p:spPr>
      </p:sp>
      <p:sp>
        <p:nvSpPr>
          <p:cNvPr id="46" name="!!circle-1vg"/>
          <p:cNvSpPr/>
          <p:nvPr/>
        </p:nvSpPr>
        <p:spPr>
          <a:xfrm>
            <a:off x="3460012" y="3147068"/>
            <a:ext cx="30696" cy="30696"/>
          </a:xfrm>
          <a:prstGeom prst="ellipse">
            <a:avLst/>
          </a:prstGeom>
          <a:solidFill>
            <a:srgbClr val="627D8D">
              <a:alpha val="25700"/>
            </a:srgbClr>
          </a:solidFill>
          <a:ln>
            <a:noFill/>
          </a:ln>
        </p:spPr>
      </p:sp>
      <p:sp>
        <p:nvSpPr>
          <p:cNvPr id="47" name="!!circle-1vj"/>
          <p:cNvSpPr/>
          <p:nvPr/>
        </p:nvSpPr>
        <p:spPr>
          <a:xfrm>
            <a:off x="8822669" y="3678592"/>
            <a:ext cx="37401" cy="37401"/>
          </a:xfrm>
          <a:prstGeom prst="ellipse">
            <a:avLst/>
          </a:prstGeom>
          <a:solidFill>
            <a:srgbClr val="627D8D">
              <a:alpha val="16000"/>
            </a:srgbClr>
          </a:solidFill>
          <a:ln>
            <a:noFill/>
          </a:ln>
        </p:spPr>
      </p:sp>
      <p:sp>
        <p:nvSpPr>
          <p:cNvPr id="48" name="!!circle-1vm"/>
          <p:cNvSpPr/>
          <p:nvPr/>
        </p:nvSpPr>
        <p:spPr>
          <a:xfrm>
            <a:off x="1782229" y="4509712"/>
            <a:ext cx="33096" cy="33096"/>
          </a:xfrm>
          <a:prstGeom prst="ellipse">
            <a:avLst/>
          </a:prstGeom>
          <a:solidFill>
            <a:srgbClr val="627D8D">
              <a:alpha val="22300"/>
            </a:srgbClr>
          </a:solidFill>
          <a:ln>
            <a:noFill/>
          </a:ln>
        </p:spPr>
      </p:sp>
      <p:sp>
        <p:nvSpPr>
          <p:cNvPr id="49" name="!!circle-1vp"/>
          <p:cNvSpPr/>
          <p:nvPr/>
        </p:nvSpPr>
        <p:spPr>
          <a:xfrm>
            <a:off x="11582810" y="625117"/>
            <a:ext cx="21145" cy="21145"/>
          </a:xfrm>
          <a:prstGeom prst="ellipse">
            <a:avLst/>
          </a:prstGeom>
          <a:solidFill>
            <a:srgbClr val="627D8D">
              <a:alpha val="16300"/>
            </a:srgbClr>
          </a:solidFill>
          <a:ln>
            <a:noFill/>
          </a:ln>
        </p:spPr>
      </p:sp>
      <p:sp>
        <p:nvSpPr>
          <p:cNvPr id="50" name="!!circle-1vs"/>
          <p:cNvSpPr/>
          <p:nvPr/>
        </p:nvSpPr>
        <p:spPr>
          <a:xfrm>
            <a:off x="11076110" y="5564723"/>
            <a:ext cx="35281" cy="35281"/>
          </a:xfrm>
          <a:prstGeom prst="ellipse">
            <a:avLst/>
          </a:prstGeom>
          <a:solidFill>
            <a:srgbClr val="627D8D">
              <a:alpha val="30000"/>
            </a:srgbClr>
          </a:solidFill>
          <a:ln>
            <a:noFill/>
          </a:ln>
        </p:spPr>
      </p:sp>
      <p:sp>
        <p:nvSpPr>
          <p:cNvPr id="51" name="!!path-38h"/>
          <p:cNvSpPr/>
          <p:nvPr/>
        </p:nvSpPr>
        <p:spPr>
          <a:xfrm>
            <a:off x="11214383" y="-1946662"/>
            <a:ext cx="3941423" cy="5112957"/>
          </a:xfrm>
          <a:custGeom>
            <a:avLst/>
            <a:gdLst/>
            <a:ahLst/>
            <a:cxnLst/>
            <a:rect l="l" t="t" r="r" b="b"/>
            <a:pathLst>
              <a:path w="3941423" h="5112957" fill="none">
                <a:moveTo>
                  <a:pt x="0" y="0"/>
                </a:moveTo>
                <a:quadBezTo>
                  <a:pt x="1095539" y="3231123"/>
                  <a:pt x="3941423" y="5112957"/>
                </a:quadBezTo>
              </a:path>
            </a:pathLst>
          </a:custGeom>
          <a:noFill/>
          <a:ln w="32385" cap="rnd">
            <a:solidFill>
              <a:srgbClr val="627D8D">
                <a:alpha val="26000"/>
              </a:srgbClr>
            </a:solidFill>
            <a:prstDash val="solid"/>
            <a:round/>
          </a:ln>
        </p:spPr>
      </p:sp>
      <p:sp>
        <p:nvSpPr>
          <p:cNvPr id="52" name="!!path-391"/>
          <p:cNvSpPr/>
          <p:nvPr/>
        </p:nvSpPr>
        <p:spPr>
          <a:xfrm>
            <a:off x="5295766" y="-1946662"/>
            <a:ext cx="3941423" cy="5112957"/>
          </a:xfrm>
          <a:custGeom>
            <a:avLst/>
            <a:gdLst/>
            <a:ahLst/>
            <a:cxnLst/>
            <a:rect l="l" t="t" r="r" b="b"/>
            <a:pathLst>
              <a:path w="3941423" h="5112957" fill="none">
                <a:moveTo>
                  <a:pt x="3941423" y="0"/>
                </a:moveTo>
                <a:quadBezTo>
                  <a:pt x="1095539" y="1881834"/>
                  <a:pt x="0" y="5112957"/>
                </a:quadBezTo>
              </a:path>
            </a:pathLst>
          </a:custGeom>
          <a:noFill/>
          <a:ln w="32385" cap="rnd">
            <a:solidFill>
              <a:srgbClr val="627D8D">
                <a:alpha val="7800"/>
              </a:srgbClr>
            </a:solidFill>
            <a:prstDash val="solid"/>
            <a:round/>
          </a:ln>
        </p:spPr>
      </p:sp>
      <p:sp>
        <p:nvSpPr>
          <p:cNvPr id="53" name="!!circle-397"/>
          <p:cNvSpPr/>
          <p:nvPr/>
        </p:nvSpPr>
        <p:spPr>
          <a:xfrm>
            <a:off x="6056619" y="1159888"/>
            <a:ext cx="207264" cy="207264"/>
          </a:xfrm>
          <a:prstGeom prst="ellipse">
            <a:avLst/>
          </a:prstGeom>
          <a:gradFill rotWithShape="1">
            <a:gsLst>
              <a:gs pos="0">
                <a:srgbClr val="FFFFFF">
                  <a:alpha val="24300"/>
                </a:srgbClr>
              </a:gs>
              <a:gs pos="28284">
                <a:srgbClr val="627D8D">
                  <a:alpha val="1215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4" name="!!circle-3as"/>
          <p:cNvSpPr/>
          <p:nvPr/>
        </p:nvSpPr>
        <p:spPr>
          <a:xfrm>
            <a:off x="5748886" y="-7706004"/>
            <a:ext cx="8953805" cy="8953805"/>
          </a:xfrm>
          <a:prstGeom prst="ellipse">
            <a:avLst/>
          </a:prstGeom>
          <a:gradFill rotWithShape="1">
            <a:gsLst>
              <a:gs pos="0">
                <a:srgbClr val="627D8D">
                  <a:alpha val="220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5" name="!!circle-3b0"/>
          <p:cNvSpPr/>
          <p:nvPr/>
        </p:nvSpPr>
        <p:spPr>
          <a:xfrm>
            <a:off x="7184644" y="-6270246"/>
            <a:ext cx="6082290" cy="6082290"/>
          </a:xfrm>
          <a:custGeom>
            <a:avLst/>
            <a:gdLst/>
            <a:ahLst/>
            <a:cxnLst/>
            <a:rect l="l" t="t" r="r" b="b"/>
            <a:pathLst>
              <a:path w="6082290" h="6082290" fill="none">
                <a:moveTo>
                  <a:pt x="4850219" y="5083166"/>
                </a:moveTo>
                <a:cubicBezTo>
                  <a:pt x="3722442" y="6082290"/>
                  <a:pt x="1998248" y="5977996"/>
                  <a:pt x="999124" y="4850219"/>
                </a:cubicBezTo>
                <a:cubicBezTo>
                  <a:pt x="0" y="3722442"/>
                  <a:pt x="104294" y="1998248"/>
                  <a:pt x="1232071" y="999124"/>
                </a:cubicBezTo>
                <a:cubicBezTo>
                  <a:pt x="2359848" y="0"/>
                  <a:pt x="4084042" y="104294"/>
                  <a:pt x="5083166" y="1232071"/>
                </a:cubicBezTo>
                <a:cubicBezTo>
                  <a:pt x="6082290" y="2359848"/>
                  <a:pt x="5977996" y="4084042"/>
                  <a:pt x="4850219" y="5083166"/>
                </a:cubicBezTo>
                <a:close/>
              </a:path>
            </a:pathLst>
          </a:custGeom>
          <a:noFill/>
          <a:ln w="21763" cap="rnd">
            <a:solidFill>
              <a:srgbClr val="627D8D">
                <a:alpha val="27000"/>
              </a:srgbClr>
            </a:solidFill>
            <a:custDash>
              <a:ds d="142857" sp="714286"/>
            </a:custDash>
            <a:miter lim="800000"/>
          </a:ln>
        </p:spPr>
      </p:sp>
      <p:sp>
        <p:nvSpPr>
          <p:cNvPr id="56" name="!!circle-3b4"/>
          <p:cNvSpPr/>
          <p:nvPr/>
        </p:nvSpPr>
        <p:spPr>
          <a:xfrm>
            <a:off x="6233868" y="-7221022"/>
            <a:ext cx="7983841" cy="7983841"/>
          </a:xfrm>
          <a:custGeom>
            <a:avLst/>
            <a:gdLst/>
            <a:ahLst/>
            <a:cxnLst/>
            <a:rect l="l" t="t" r="r" b="b"/>
            <a:pathLst>
              <a:path w="7983841" h="7983841" fill="none">
                <a:moveTo>
                  <a:pt x="861015" y="5550925"/>
                </a:moveTo>
                <a:cubicBezTo>
                  <a:pt x="0" y="3821774"/>
                  <a:pt x="703764" y="1722030"/>
                  <a:pt x="2432915" y="861015"/>
                </a:cubicBezTo>
                <a:cubicBezTo>
                  <a:pt x="4162066" y="0"/>
                  <a:pt x="6261811" y="703764"/>
                  <a:pt x="7122826" y="2432915"/>
                </a:cubicBezTo>
                <a:cubicBezTo>
                  <a:pt x="7983841" y="4162066"/>
                  <a:pt x="7280077" y="6261811"/>
                  <a:pt x="5550925" y="7122826"/>
                </a:cubicBezTo>
                <a:cubicBezTo>
                  <a:pt x="3821774" y="7983841"/>
                  <a:pt x="1722030" y="7280077"/>
                  <a:pt x="861015" y="5550925"/>
                </a:cubicBezTo>
                <a:close/>
              </a:path>
            </a:pathLst>
          </a:custGeom>
          <a:noFill/>
          <a:ln w="21763" cap="rnd">
            <a:solidFill>
              <a:srgbClr val="627D8D">
                <a:alpha val="20000"/>
              </a:srgbClr>
            </a:solidFill>
            <a:custDash>
              <a:ds d="2857143" sp="1285714"/>
              <a:ds d="285714" sp="1285714"/>
            </a:custDash>
            <a:miter lim="800000"/>
          </a:ln>
        </p:spPr>
      </p:sp>
      <p:sp>
        <p:nvSpPr>
          <p:cNvPr id="57" name="!!rect-4g7"/>
          <p:cNvSpPr/>
          <p:nvPr/>
        </p:nvSpPr>
        <p:spPr>
          <a:xfrm>
            <a:off x="2952115" y="2535428"/>
            <a:ext cx="2979420" cy="945642"/>
          </a:xfrm>
          <a:prstGeom prst="roundRect">
            <a:avLst>
              <a:gd name="adj" fmla="val 15789"/>
            </a:avLst>
          </a:prstGeom>
          <a:solidFill>
            <a:srgbClr val="0B1A26">
              <a:alpha val="12000"/>
            </a:srgbClr>
          </a:solidFill>
          <a:ln>
            <a:noFill/>
          </a:ln>
          <a:effectLst>
            <a:softEdge rad="227990"/>
          </a:effectLst>
        </p:spPr>
      </p:sp>
      <p:sp>
        <p:nvSpPr>
          <p:cNvPr id="58" name="!!rect-4g8"/>
          <p:cNvSpPr/>
          <p:nvPr/>
        </p:nvSpPr>
        <p:spPr>
          <a:xfrm>
            <a:off x="3016885" y="2548382"/>
            <a:ext cx="2849880" cy="764286"/>
          </a:xfrm>
          <a:prstGeom prst="roundRect">
            <a:avLst>
              <a:gd name="adj" fmla="val 15254"/>
            </a:avLst>
          </a:prstGeom>
          <a:solidFill>
            <a:srgbClr val="FFFFFF"/>
          </a:solidFill>
          <a:ln w="6477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59" name="!!rect-4g9"/>
          <p:cNvSpPr/>
          <p:nvPr/>
        </p:nvSpPr>
        <p:spPr>
          <a:xfrm>
            <a:off x="3016885" y="2548382"/>
            <a:ext cx="2849880" cy="764286"/>
          </a:xfrm>
          <a:prstGeom prst="roundRect">
            <a:avLst>
              <a:gd name="adj" fmla="val 15254"/>
            </a:avLst>
          </a:prstGeom>
          <a:noFill/>
          <a:ln w="19431" cap="flat">
            <a:solidFill>
              <a:srgbClr val="627D8D"/>
            </a:solidFill>
            <a:prstDash val="solid"/>
            <a:miter lim="800000"/>
          </a:ln>
        </p:spPr>
      </p:sp>
      <p:sp>
        <p:nvSpPr>
          <p:cNvPr id="60" name="!!path-4gb"/>
          <p:cNvSpPr/>
          <p:nvPr/>
        </p:nvSpPr>
        <p:spPr>
          <a:xfrm>
            <a:off x="3185287" y="2703830"/>
            <a:ext cx="103632" cy="129540"/>
          </a:xfrm>
          <a:custGeom>
            <a:avLst/>
            <a:gdLst/>
            <a:ahLst/>
            <a:cxnLst/>
            <a:rect l="l" t="t" r="r" b="b"/>
            <a:pathLst>
              <a:path w="103632" h="129540">
                <a:moveTo>
                  <a:pt x="64770" y="0"/>
                </a:moveTo>
                <a:lnTo>
                  <a:pt x="12954" y="0"/>
                </a:lnTo>
                <a:cubicBezTo>
                  <a:pt x="5829" y="0"/>
                  <a:pt x="65" y="5829"/>
                  <a:pt x="65" y="12954"/>
                </a:cubicBezTo>
                <a:lnTo>
                  <a:pt x="0" y="116586"/>
                </a:lnTo>
                <a:cubicBezTo>
                  <a:pt x="0" y="123711"/>
                  <a:pt x="5765" y="129540"/>
                  <a:pt x="12889" y="129540"/>
                </a:cubicBezTo>
                <a:lnTo>
                  <a:pt x="90678" y="129540"/>
                </a:lnTo>
                <a:cubicBezTo>
                  <a:pt x="97803" y="129540"/>
                  <a:pt x="103632" y="123711"/>
                  <a:pt x="103632" y="116586"/>
                </a:cubicBezTo>
                <a:lnTo>
                  <a:pt x="103632" y="38862"/>
                </a:lnTo>
                <a:lnTo>
                  <a:pt x="64770" y="0"/>
                </a:lnTo>
                <a:close/>
                <a:moveTo>
                  <a:pt x="77724" y="103632"/>
                </a:moveTo>
                <a:lnTo>
                  <a:pt x="25908" y="103632"/>
                </a:lnTo>
                <a:lnTo>
                  <a:pt x="25908" y="90678"/>
                </a:lnTo>
                <a:lnTo>
                  <a:pt x="77724" y="90678"/>
                </a:lnTo>
                <a:lnTo>
                  <a:pt x="77724" y="103632"/>
                </a:lnTo>
                <a:close/>
                <a:moveTo>
                  <a:pt x="77724" y="77724"/>
                </a:moveTo>
                <a:lnTo>
                  <a:pt x="25908" y="77724"/>
                </a:lnTo>
                <a:lnTo>
                  <a:pt x="25908" y="64770"/>
                </a:lnTo>
                <a:lnTo>
                  <a:pt x="77724" y="64770"/>
                </a:lnTo>
                <a:lnTo>
                  <a:pt x="77724" y="77724"/>
                </a:lnTo>
                <a:close/>
                <a:moveTo>
                  <a:pt x="58293" y="45339"/>
                </a:moveTo>
                <a:lnTo>
                  <a:pt x="58293" y="9715"/>
                </a:lnTo>
                <a:lnTo>
                  <a:pt x="93916" y="45339"/>
                </a:lnTo>
                <a:lnTo>
                  <a:pt x="58293" y="45339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61" name="!!text-4gc" descr="常見問題"/>
          <p:cNvSpPr txBox="1"/>
          <p:nvPr/>
        </p:nvSpPr>
        <p:spPr>
          <a:xfrm>
            <a:off x="3392551" y="2646573"/>
            <a:ext cx="668426" cy="22508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24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常見問題</a:t>
            </a:r>
            <a:endParaRPr lang="zh-TW" sz="1224"/>
          </a:p>
        </p:txBody>
      </p:sp>
      <p:sp>
        <p:nvSpPr>
          <p:cNvPr id="62" name="!!rect-4gh"/>
          <p:cNvSpPr/>
          <p:nvPr/>
        </p:nvSpPr>
        <p:spPr>
          <a:xfrm>
            <a:off x="3172333" y="2962910"/>
            <a:ext cx="1943100" cy="64770"/>
          </a:xfrm>
          <a:prstGeom prst="roundRect">
            <a:avLst>
              <a:gd name="adj" fmla="val 50000"/>
            </a:avLst>
          </a:prstGeom>
          <a:solidFill>
            <a:srgbClr val="E6EAEE"/>
          </a:solidFill>
          <a:ln>
            <a:noFill/>
          </a:ln>
        </p:spPr>
      </p:sp>
      <p:sp>
        <p:nvSpPr>
          <p:cNvPr id="63" name="!!rect-4gi"/>
          <p:cNvSpPr/>
          <p:nvPr/>
        </p:nvSpPr>
        <p:spPr>
          <a:xfrm>
            <a:off x="3172333" y="3105404"/>
            <a:ext cx="1424940" cy="64770"/>
          </a:xfrm>
          <a:prstGeom prst="roundRect">
            <a:avLst>
              <a:gd name="adj" fmla="val 50000"/>
            </a:avLst>
          </a:prstGeom>
          <a:solidFill>
            <a:srgbClr val="E6EAEE"/>
          </a:solidFill>
          <a:ln>
            <a:noFill/>
          </a:ln>
        </p:spPr>
      </p:sp>
      <p:sp>
        <p:nvSpPr>
          <p:cNvPr id="64" name="!!rect-4gn"/>
          <p:cNvSpPr/>
          <p:nvPr/>
        </p:nvSpPr>
        <p:spPr>
          <a:xfrm>
            <a:off x="3120517" y="3209036"/>
            <a:ext cx="2979420" cy="945642"/>
          </a:xfrm>
          <a:prstGeom prst="roundRect">
            <a:avLst>
              <a:gd name="adj" fmla="val 15789"/>
            </a:avLst>
          </a:prstGeom>
          <a:solidFill>
            <a:srgbClr val="0B1A26">
              <a:alpha val="12000"/>
            </a:srgbClr>
          </a:solidFill>
          <a:ln>
            <a:noFill/>
          </a:ln>
          <a:effectLst>
            <a:softEdge rad="227990"/>
          </a:effectLst>
        </p:spPr>
      </p:sp>
      <p:sp>
        <p:nvSpPr>
          <p:cNvPr id="65" name="!!rect-4go"/>
          <p:cNvSpPr/>
          <p:nvPr/>
        </p:nvSpPr>
        <p:spPr>
          <a:xfrm>
            <a:off x="3185287" y="3221990"/>
            <a:ext cx="2849880" cy="764286"/>
          </a:xfrm>
          <a:prstGeom prst="roundRect">
            <a:avLst>
              <a:gd name="adj" fmla="val 15254"/>
            </a:avLst>
          </a:prstGeom>
          <a:solidFill>
            <a:srgbClr val="FFFFFF"/>
          </a:solidFill>
          <a:ln w="6477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66" name="!!path-4gp"/>
          <p:cNvSpPr/>
          <p:nvPr/>
        </p:nvSpPr>
        <p:spPr>
          <a:xfrm>
            <a:off x="3353689" y="3377438"/>
            <a:ext cx="103632" cy="129540"/>
          </a:xfrm>
          <a:custGeom>
            <a:avLst/>
            <a:gdLst/>
            <a:ahLst/>
            <a:cxnLst/>
            <a:rect l="l" t="t" r="r" b="b"/>
            <a:pathLst>
              <a:path w="103632" h="129540">
                <a:moveTo>
                  <a:pt x="64770" y="0"/>
                </a:moveTo>
                <a:lnTo>
                  <a:pt x="12954" y="0"/>
                </a:lnTo>
                <a:cubicBezTo>
                  <a:pt x="5829" y="0"/>
                  <a:pt x="65" y="5829"/>
                  <a:pt x="65" y="12954"/>
                </a:cubicBezTo>
                <a:lnTo>
                  <a:pt x="0" y="116586"/>
                </a:lnTo>
                <a:cubicBezTo>
                  <a:pt x="0" y="123711"/>
                  <a:pt x="5765" y="129540"/>
                  <a:pt x="12889" y="129540"/>
                </a:cubicBezTo>
                <a:lnTo>
                  <a:pt x="90678" y="129540"/>
                </a:lnTo>
                <a:cubicBezTo>
                  <a:pt x="97803" y="129540"/>
                  <a:pt x="103632" y="123711"/>
                  <a:pt x="103632" y="116586"/>
                </a:cubicBezTo>
                <a:lnTo>
                  <a:pt x="103632" y="38862"/>
                </a:lnTo>
                <a:lnTo>
                  <a:pt x="64770" y="0"/>
                </a:lnTo>
                <a:close/>
                <a:moveTo>
                  <a:pt x="77724" y="103632"/>
                </a:moveTo>
                <a:lnTo>
                  <a:pt x="25908" y="103632"/>
                </a:lnTo>
                <a:lnTo>
                  <a:pt x="25908" y="90678"/>
                </a:lnTo>
                <a:lnTo>
                  <a:pt x="77724" y="90678"/>
                </a:lnTo>
                <a:lnTo>
                  <a:pt x="77724" y="103632"/>
                </a:lnTo>
                <a:close/>
                <a:moveTo>
                  <a:pt x="77724" y="77724"/>
                </a:moveTo>
                <a:lnTo>
                  <a:pt x="25908" y="77724"/>
                </a:lnTo>
                <a:lnTo>
                  <a:pt x="25908" y="64770"/>
                </a:lnTo>
                <a:lnTo>
                  <a:pt x="77724" y="64770"/>
                </a:lnTo>
                <a:lnTo>
                  <a:pt x="77724" y="77724"/>
                </a:lnTo>
                <a:close/>
                <a:moveTo>
                  <a:pt x="58293" y="45339"/>
                </a:moveTo>
                <a:lnTo>
                  <a:pt x="58293" y="9715"/>
                </a:lnTo>
                <a:lnTo>
                  <a:pt x="93916" y="45339"/>
                </a:lnTo>
                <a:lnTo>
                  <a:pt x="58293" y="45339"/>
                </a:lnTo>
                <a:close/>
              </a:path>
            </a:pathLst>
          </a:custGeom>
          <a:solidFill>
            <a:srgbClr val="5B6770"/>
          </a:solidFill>
          <a:ln>
            <a:noFill/>
          </a:ln>
        </p:spPr>
      </p:sp>
      <p:sp>
        <p:nvSpPr>
          <p:cNvPr id="67" name="!!text-4gq" descr="服務條款"/>
          <p:cNvSpPr txBox="1"/>
          <p:nvPr/>
        </p:nvSpPr>
        <p:spPr>
          <a:xfrm>
            <a:off x="3560953" y="3320181"/>
            <a:ext cx="668426" cy="22508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24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服務條款</a:t>
            </a:r>
            <a:endParaRPr lang="zh-TW" sz="1224"/>
          </a:p>
        </p:txBody>
      </p:sp>
      <p:sp>
        <p:nvSpPr>
          <p:cNvPr id="68" name="!!rect-4gv"/>
          <p:cNvSpPr/>
          <p:nvPr/>
        </p:nvSpPr>
        <p:spPr>
          <a:xfrm>
            <a:off x="3340735" y="3636518"/>
            <a:ext cx="1943100" cy="64770"/>
          </a:xfrm>
          <a:prstGeom prst="roundRect">
            <a:avLst>
              <a:gd name="adj" fmla="val 50000"/>
            </a:avLst>
          </a:prstGeom>
          <a:solidFill>
            <a:srgbClr val="E6EAEE"/>
          </a:solidFill>
          <a:ln>
            <a:noFill/>
          </a:ln>
        </p:spPr>
      </p:sp>
      <p:sp>
        <p:nvSpPr>
          <p:cNvPr id="69" name="!!rect-4gw"/>
          <p:cNvSpPr/>
          <p:nvPr/>
        </p:nvSpPr>
        <p:spPr>
          <a:xfrm>
            <a:off x="3340735" y="3779012"/>
            <a:ext cx="1424940" cy="64770"/>
          </a:xfrm>
          <a:prstGeom prst="roundRect">
            <a:avLst>
              <a:gd name="adj" fmla="val 50000"/>
            </a:avLst>
          </a:prstGeom>
          <a:solidFill>
            <a:srgbClr val="E6EAEE"/>
          </a:solidFill>
          <a:ln>
            <a:noFill/>
          </a:ln>
        </p:spPr>
      </p:sp>
      <p:sp>
        <p:nvSpPr>
          <p:cNvPr id="70" name="!!rect-4h1"/>
          <p:cNvSpPr/>
          <p:nvPr/>
        </p:nvSpPr>
        <p:spPr>
          <a:xfrm>
            <a:off x="3224149" y="3662426"/>
            <a:ext cx="2979420" cy="945642"/>
          </a:xfrm>
          <a:prstGeom prst="roundRect">
            <a:avLst>
              <a:gd name="adj" fmla="val 15789"/>
            </a:avLst>
          </a:prstGeom>
          <a:solidFill>
            <a:srgbClr val="0B1A26">
              <a:alpha val="12000"/>
            </a:srgbClr>
          </a:solidFill>
          <a:ln>
            <a:noFill/>
          </a:ln>
          <a:effectLst>
            <a:softEdge rad="227990"/>
          </a:effectLst>
        </p:spPr>
      </p:sp>
      <p:sp>
        <p:nvSpPr>
          <p:cNvPr id="71" name="!!rect-4h2"/>
          <p:cNvSpPr/>
          <p:nvPr/>
        </p:nvSpPr>
        <p:spPr>
          <a:xfrm>
            <a:off x="3288919" y="3675380"/>
            <a:ext cx="2849880" cy="764286"/>
          </a:xfrm>
          <a:prstGeom prst="roundRect">
            <a:avLst>
              <a:gd name="adj" fmla="val 15254"/>
            </a:avLst>
          </a:prstGeom>
          <a:solidFill>
            <a:srgbClr val="FFFFFF"/>
          </a:solidFill>
          <a:ln w="6477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72" name="!!path-4h3"/>
          <p:cNvSpPr/>
          <p:nvPr/>
        </p:nvSpPr>
        <p:spPr>
          <a:xfrm>
            <a:off x="3457321" y="3830828"/>
            <a:ext cx="103632" cy="129540"/>
          </a:xfrm>
          <a:custGeom>
            <a:avLst/>
            <a:gdLst/>
            <a:ahLst/>
            <a:cxnLst/>
            <a:rect l="l" t="t" r="r" b="b"/>
            <a:pathLst>
              <a:path w="103632" h="129540">
                <a:moveTo>
                  <a:pt x="64770" y="0"/>
                </a:moveTo>
                <a:lnTo>
                  <a:pt x="12954" y="0"/>
                </a:lnTo>
                <a:cubicBezTo>
                  <a:pt x="5829" y="0"/>
                  <a:pt x="65" y="5829"/>
                  <a:pt x="65" y="12954"/>
                </a:cubicBezTo>
                <a:lnTo>
                  <a:pt x="0" y="116586"/>
                </a:lnTo>
                <a:cubicBezTo>
                  <a:pt x="0" y="123711"/>
                  <a:pt x="5765" y="129540"/>
                  <a:pt x="12889" y="129540"/>
                </a:cubicBezTo>
                <a:lnTo>
                  <a:pt x="90678" y="129540"/>
                </a:lnTo>
                <a:cubicBezTo>
                  <a:pt x="97803" y="129540"/>
                  <a:pt x="103632" y="123711"/>
                  <a:pt x="103632" y="116586"/>
                </a:cubicBezTo>
                <a:lnTo>
                  <a:pt x="103632" y="38862"/>
                </a:lnTo>
                <a:lnTo>
                  <a:pt x="64770" y="0"/>
                </a:lnTo>
                <a:close/>
                <a:moveTo>
                  <a:pt x="77724" y="103632"/>
                </a:moveTo>
                <a:lnTo>
                  <a:pt x="25908" y="103632"/>
                </a:lnTo>
                <a:lnTo>
                  <a:pt x="25908" y="90678"/>
                </a:lnTo>
                <a:lnTo>
                  <a:pt x="77724" y="90678"/>
                </a:lnTo>
                <a:lnTo>
                  <a:pt x="77724" y="103632"/>
                </a:lnTo>
                <a:close/>
                <a:moveTo>
                  <a:pt x="77724" y="77724"/>
                </a:moveTo>
                <a:lnTo>
                  <a:pt x="25908" y="77724"/>
                </a:lnTo>
                <a:lnTo>
                  <a:pt x="25908" y="64770"/>
                </a:lnTo>
                <a:lnTo>
                  <a:pt x="77724" y="64770"/>
                </a:lnTo>
                <a:lnTo>
                  <a:pt x="77724" y="77724"/>
                </a:lnTo>
                <a:close/>
                <a:moveTo>
                  <a:pt x="58293" y="45339"/>
                </a:moveTo>
                <a:lnTo>
                  <a:pt x="58293" y="9715"/>
                </a:lnTo>
                <a:lnTo>
                  <a:pt x="93916" y="45339"/>
                </a:lnTo>
                <a:lnTo>
                  <a:pt x="58293" y="45339"/>
                </a:lnTo>
                <a:close/>
              </a:path>
            </a:pathLst>
          </a:custGeom>
          <a:solidFill>
            <a:srgbClr val="5B6770"/>
          </a:solidFill>
          <a:ln>
            <a:noFill/>
          </a:ln>
        </p:spPr>
      </p:sp>
      <p:sp>
        <p:nvSpPr>
          <p:cNvPr id="73" name="!!text-4h4" descr="隱私權政策"/>
          <p:cNvSpPr txBox="1"/>
          <p:nvPr/>
        </p:nvSpPr>
        <p:spPr>
          <a:xfrm>
            <a:off x="3664585" y="3773571"/>
            <a:ext cx="823874" cy="22508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24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隱私權政策</a:t>
            </a:r>
            <a:endParaRPr lang="zh-TW" sz="1224"/>
          </a:p>
        </p:txBody>
      </p:sp>
      <p:sp>
        <p:nvSpPr>
          <p:cNvPr id="74" name="!!rect-4ha"/>
          <p:cNvSpPr/>
          <p:nvPr/>
        </p:nvSpPr>
        <p:spPr>
          <a:xfrm>
            <a:off x="3444367" y="4089908"/>
            <a:ext cx="1943100" cy="64770"/>
          </a:xfrm>
          <a:prstGeom prst="roundRect">
            <a:avLst>
              <a:gd name="adj" fmla="val 50000"/>
            </a:avLst>
          </a:prstGeom>
          <a:solidFill>
            <a:srgbClr val="E6EAEE"/>
          </a:solidFill>
          <a:ln>
            <a:noFill/>
          </a:ln>
        </p:spPr>
      </p:sp>
      <p:sp>
        <p:nvSpPr>
          <p:cNvPr id="75" name="!!rect-4hb"/>
          <p:cNvSpPr/>
          <p:nvPr/>
        </p:nvSpPr>
        <p:spPr>
          <a:xfrm>
            <a:off x="3444367" y="4232402"/>
            <a:ext cx="1424940" cy="64770"/>
          </a:xfrm>
          <a:prstGeom prst="roundRect">
            <a:avLst>
              <a:gd name="adj" fmla="val 50000"/>
            </a:avLst>
          </a:prstGeom>
          <a:solidFill>
            <a:srgbClr val="E6EAEE"/>
          </a:solidFill>
          <a:ln>
            <a:noFill/>
          </a:ln>
        </p:spPr>
      </p:sp>
      <p:sp>
        <p:nvSpPr>
          <p:cNvPr id="76" name="!!rect-4hg"/>
          <p:cNvSpPr/>
          <p:nvPr/>
        </p:nvSpPr>
        <p:spPr>
          <a:xfrm>
            <a:off x="3327781" y="4115816"/>
            <a:ext cx="2979420" cy="945642"/>
          </a:xfrm>
          <a:prstGeom prst="roundRect">
            <a:avLst>
              <a:gd name="adj" fmla="val 15789"/>
            </a:avLst>
          </a:prstGeom>
          <a:solidFill>
            <a:srgbClr val="0B1A26">
              <a:alpha val="12000"/>
            </a:srgbClr>
          </a:solidFill>
          <a:ln>
            <a:noFill/>
          </a:ln>
          <a:effectLst>
            <a:softEdge rad="227990"/>
          </a:effectLst>
        </p:spPr>
      </p:sp>
      <p:sp>
        <p:nvSpPr>
          <p:cNvPr id="77" name="!!rect-4hh"/>
          <p:cNvSpPr/>
          <p:nvPr/>
        </p:nvSpPr>
        <p:spPr>
          <a:xfrm>
            <a:off x="3392551" y="4128770"/>
            <a:ext cx="2849880" cy="764286"/>
          </a:xfrm>
          <a:prstGeom prst="roundRect">
            <a:avLst>
              <a:gd name="adj" fmla="val 15254"/>
            </a:avLst>
          </a:prstGeom>
          <a:solidFill>
            <a:srgbClr val="FFFFFF"/>
          </a:solidFill>
          <a:ln w="6477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78" name="!!path-4hi"/>
          <p:cNvSpPr/>
          <p:nvPr/>
        </p:nvSpPr>
        <p:spPr>
          <a:xfrm>
            <a:off x="3560953" y="4284218"/>
            <a:ext cx="103632" cy="129540"/>
          </a:xfrm>
          <a:custGeom>
            <a:avLst/>
            <a:gdLst/>
            <a:ahLst/>
            <a:cxnLst/>
            <a:rect l="l" t="t" r="r" b="b"/>
            <a:pathLst>
              <a:path w="103632" h="129540">
                <a:moveTo>
                  <a:pt x="64770" y="0"/>
                </a:moveTo>
                <a:lnTo>
                  <a:pt x="12954" y="0"/>
                </a:lnTo>
                <a:cubicBezTo>
                  <a:pt x="5829" y="0"/>
                  <a:pt x="65" y="5829"/>
                  <a:pt x="65" y="12954"/>
                </a:cubicBezTo>
                <a:lnTo>
                  <a:pt x="0" y="116586"/>
                </a:lnTo>
                <a:cubicBezTo>
                  <a:pt x="0" y="123711"/>
                  <a:pt x="5765" y="129540"/>
                  <a:pt x="12889" y="129540"/>
                </a:cubicBezTo>
                <a:lnTo>
                  <a:pt x="90678" y="129540"/>
                </a:lnTo>
                <a:cubicBezTo>
                  <a:pt x="97803" y="129540"/>
                  <a:pt x="103632" y="123711"/>
                  <a:pt x="103632" y="116586"/>
                </a:cubicBezTo>
                <a:lnTo>
                  <a:pt x="103632" y="38862"/>
                </a:lnTo>
                <a:lnTo>
                  <a:pt x="64770" y="0"/>
                </a:lnTo>
                <a:close/>
                <a:moveTo>
                  <a:pt x="77724" y="103632"/>
                </a:moveTo>
                <a:lnTo>
                  <a:pt x="25908" y="103632"/>
                </a:lnTo>
                <a:lnTo>
                  <a:pt x="25908" y="90678"/>
                </a:lnTo>
                <a:lnTo>
                  <a:pt x="77724" y="90678"/>
                </a:lnTo>
                <a:lnTo>
                  <a:pt x="77724" y="103632"/>
                </a:lnTo>
                <a:close/>
                <a:moveTo>
                  <a:pt x="77724" y="77724"/>
                </a:moveTo>
                <a:lnTo>
                  <a:pt x="25908" y="77724"/>
                </a:lnTo>
                <a:lnTo>
                  <a:pt x="25908" y="64770"/>
                </a:lnTo>
                <a:lnTo>
                  <a:pt x="77724" y="64770"/>
                </a:lnTo>
                <a:lnTo>
                  <a:pt x="77724" y="77724"/>
                </a:lnTo>
                <a:close/>
                <a:moveTo>
                  <a:pt x="58293" y="45339"/>
                </a:moveTo>
                <a:lnTo>
                  <a:pt x="58293" y="9715"/>
                </a:lnTo>
                <a:lnTo>
                  <a:pt x="93916" y="45339"/>
                </a:lnTo>
                <a:lnTo>
                  <a:pt x="58293" y="45339"/>
                </a:lnTo>
                <a:close/>
              </a:path>
            </a:pathLst>
          </a:custGeom>
          <a:solidFill>
            <a:srgbClr val="5B6770"/>
          </a:solidFill>
          <a:ln>
            <a:noFill/>
          </a:ln>
        </p:spPr>
      </p:sp>
      <p:sp>
        <p:nvSpPr>
          <p:cNvPr id="79" name="!!text-4hj" descr="平台說明"/>
          <p:cNvSpPr txBox="1"/>
          <p:nvPr/>
        </p:nvSpPr>
        <p:spPr>
          <a:xfrm>
            <a:off x="3768217" y="4226961"/>
            <a:ext cx="668426" cy="22508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24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平台說明</a:t>
            </a:r>
            <a:endParaRPr lang="zh-TW" sz="1224"/>
          </a:p>
        </p:txBody>
      </p:sp>
      <p:sp>
        <p:nvSpPr>
          <p:cNvPr id="80" name="!!rect-4ho"/>
          <p:cNvSpPr/>
          <p:nvPr/>
        </p:nvSpPr>
        <p:spPr>
          <a:xfrm>
            <a:off x="3547999" y="4543298"/>
            <a:ext cx="1943100" cy="64770"/>
          </a:xfrm>
          <a:prstGeom prst="roundRect">
            <a:avLst>
              <a:gd name="adj" fmla="val 50000"/>
            </a:avLst>
          </a:prstGeom>
          <a:solidFill>
            <a:srgbClr val="E6EAEE"/>
          </a:solidFill>
          <a:ln>
            <a:noFill/>
          </a:ln>
        </p:spPr>
      </p:sp>
      <p:sp>
        <p:nvSpPr>
          <p:cNvPr id="81" name="!!rect-4hp"/>
          <p:cNvSpPr/>
          <p:nvPr/>
        </p:nvSpPr>
        <p:spPr>
          <a:xfrm>
            <a:off x="3547999" y="4685792"/>
            <a:ext cx="1424940" cy="64770"/>
          </a:xfrm>
          <a:prstGeom prst="roundRect">
            <a:avLst>
              <a:gd name="adj" fmla="val 50000"/>
            </a:avLst>
          </a:prstGeom>
          <a:solidFill>
            <a:srgbClr val="E6EAEE"/>
          </a:solidFill>
          <a:ln>
            <a:noFill/>
          </a:ln>
        </p:spPr>
      </p:sp>
      <p:sp>
        <p:nvSpPr>
          <p:cNvPr id="82" name="!!rect-4hu"/>
          <p:cNvSpPr/>
          <p:nvPr/>
        </p:nvSpPr>
        <p:spPr>
          <a:xfrm>
            <a:off x="3431413" y="4569206"/>
            <a:ext cx="2979420" cy="945642"/>
          </a:xfrm>
          <a:prstGeom prst="roundRect">
            <a:avLst>
              <a:gd name="adj" fmla="val 15789"/>
            </a:avLst>
          </a:prstGeom>
          <a:solidFill>
            <a:srgbClr val="0B1A26">
              <a:alpha val="12000"/>
            </a:srgbClr>
          </a:solidFill>
          <a:ln>
            <a:noFill/>
          </a:ln>
          <a:effectLst>
            <a:softEdge rad="227990"/>
          </a:effectLst>
        </p:spPr>
      </p:sp>
      <p:sp>
        <p:nvSpPr>
          <p:cNvPr id="83" name="!!rect-4hv"/>
          <p:cNvSpPr/>
          <p:nvPr/>
        </p:nvSpPr>
        <p:spPr>
          <a:xfrm>
            <a:off x="3496183" y="4582160"/>
            <a:ext cx="2849880" cy="764286"/>
          </a:xfrm>
          <a:prstGeom prst="roundRect">
            <a:avLst>
              <a:gd name="adj" fmla="val 15254"/>
            </a:avLst>
          </a:prstGeom>
          <a:solidFill>
            <a:srgbClr val="FFFFFF"/>
          </a:solidFill>
          <a:ln w="6477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84" name="!!path-4hw"/>
          <p:cNvSpPr/>
          <p:nvPr/>
        </p:nvSpPr>
        <p:spPr>
          <a:xfrm>
            <a:off x="3664585" y="4737608"/>
            <a:ext cx="103632" cy="129540"/>
          </a:xfrm>
          <a:custGeom>
            <a:avLst/>
            <a:gdLst/>
            <a:ahLst/>
            <a:cxnLst/>
            <a:rect l="l" t="t" r="r" b="b"/>
            <a:pathLst>
              <a:path w="103632" h="129540">
                <a:moveTo>
                  <a:pt x="64770" y="0"/>
                </a:moveTo>
                <a:lnTo>
                  <a:pt x="12954" y="0"/>
                </a:lnTo>
                <a:cubicBezTo>
                  <a:pt x="5829" y="0"/>
                  <a:pt x="65" y="5829"/>
                  <a:pt x="65" y="12954"/>
                </a:cubicBezTo>
                <a:lnTo>
                  <a:pt x="0" y="116586"/>
                </a:lnTo>
                <a:cubicBezTo>
                  <a:pt x="0" y="123711"/>
                  <a:pt x="5765" y="129540"/>
                  <a:pt x="12889" y="129540"/>
                </a:cubicBezTo>
                <a:lnTo>
                  <a:pt x="90678" y="129540"/>
                </a:lnTo>
                <a:cubicBezTo>
                  <a:pt x="97803" y="129540"/>
                  <a:pt x="103632" y="123711"/>
                  <a:pt x="103632" y="116586"/>
                </a:cubicBezTo>
                <a:lnTo>
                  <a:pt x="103632" y="38862"/>
                </a:lnTo>
                <a:lnTo>
                  <a:pt x="64770" y="0"/>
                </a:lnTo>
                <a:close/>
                <a:moveTo>
                  <a:pt x="77724" y="103632"/>
                </a:moveTo>
                <a:lnTo>
                  <a:pt x="25908" y="103632"/>
                </a:lnTo>
                <a:lnTo>
                  <a:pt x="25908" y="90678"/>
                </a:lnTo>
                <a:lnTo>
                  <a:pt x="77724" y="90678"/>
                </a:lnTo>
                <a:lnTo>
                  <a:pt x="77724" y="103632"/>
                </a:lnTo>
                <a:close/>
                <a:moveTo>
                  <a:pt x="77724" y="77724"/>
                </a:moveTo>
                <a:lnTo>
                  <a:pt x="25908" y="77724"/>
                </a:lnTo>
                <a:lnTo>
                  <a:pt x="25908" y="64770"/>
                </a:lnTo>
                <a:lnTo>
                  <a:pt x="77724" y="64770"/>
                </a:lnTo>
                <a:lnTo>
                  <a:pt x="77724" y="77724"/>
                </a:lnTo>
                <a:close/>
                <a:moveTo>
                  <a:pt x="58293" y="45339"/>
                </a:moveTo>
                <a:lnTo>
                  <a:pt x="58293" y="9715"/>
                </a:lnTo>
                <a:lnTo>
                  <a:pt x="93916" y="45339"/>
                </a:lnTo>
                <a:lnTo>
                  <a:pt x="58293" y="45339"/>
                </a:lnTo>
                <a:close/>
              </a:path>
            </a:pathLst>
          </a:custGeom>
          <a:solidFill>
            <a:srgbClr val="5B6770"/>
          </a:solidFill>
          <a:ln>
            <a:noFill/>
          </a:ln>
        </p:spPr>
      </p:sp>
      <p:sp>
        <p:nvSpPr>
          <p:cNvPr id="85" name="!!text-4hx" descr="我的訂單"/>
          <p:cNvSpPr txBox="1"/>
          <p:nvPr/>
        </p:nvSpPr>
        <p:spPr>
          <a:xfrm>
            <a:off x="3871849" y="4680351"/>
            <a:ext cx="668426" cy="22508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24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我的訂單</a:t>
            </a:r>
            <a:endParaRPr lang="zh-TW" sz="1224"/>
          </a:p>
        </p:txBody>
      </p:sp>
      <p:sp>
        <p:nvSpPr>
          <p:cNvPr id="86" name="!!rect-4i2"/>
          <p:cNvSpPr/>
          <p:nvPr/>
        </p:nvSpPr>
        <p:spPr>
          <a:xfrm>
            <a:off x="3651631" y="4996688"/>
            <a:ext cx="1943100" cy="64770"/>
          </a:xfrm>
          <a:prstGeom prst="roundRect">
            <a:avLst>
              <a:gd name="adj" fmla="val 50000"/>
            </a:avLst>
          </a:prstGeom>
          <a:solidFill>
            <a:srgbClr val="E6EAEE"/>
          </a:solidFill>
          <a:ln>
            <a:noFill/>
          </a:ln>
        </p:spPr>
      </p:sp>
      <p:sp>
        <p:nvSpPr>
          <p:cNvPr id="87" name="!!rect-4i3"/>
          <p:cNvSpPr/>
          <p:nvPr/>
        </p:nvSpPr>
        <p:spPr>
          <a:xfrm>
            <a:off x="3651631" y="5139182"/>
            <a:ext cx="1424940" cy="64770"/>
          </a:xfrm>
          <a:prstGeom prst="roundRect">
            <a:avLst>
              <a:gd name="adj" fmla="val 50000"/>
            </a:avLst>
          </a:prstGeom>
          <a:solidFill>
            <a:srgbClr val="E6EAEE"/>
          </a:solidFill>
          <a:ln>
            <a:noFill/>
          </a:ln>
        </p:spPr>
      </p:sp>
      <p:sp>
        <p:nvSpPr>
          <p:cNvPr id="88" name="!!rect-4ia"/>
          <p:cNvSpPr/>
          <p:nvPr/>
        </p:nvSpPr>
        <p:spPr>
          <a:xfrm>
            <a:off x="3055747" y="2166239"/>
            <a:ext cx="1399032" cy="427482"/>
          </a:xfrm>
          <a:prstGeom prst="roundRect">
            <a:avLst>
              <a:gd name="adj" fmla="val 50000"/>
            </a:avLst>
          </a:prstGeom>
          <a:solidFill>
            <a:srgbClr val="0B1A26">
              <a:alpha val="10000"/>
            </a:srgbClr>
          </a:solidFill>
          <a:ln>
            <a:noFill/>
          </a:ln>
          <a:effectLst>
            <a:softEdge rad="99746"/>
          </a:effectLst>
        </p:spPr>
      </p:sp>
      <p:sp>
        <p:nvSpPr>
          <p:cNvPr id="89" name="!!rect-4ib"/>
          <p:cNvSpPr/>
          <p:nvPr/>
        </p:nvSpPr>
        <p:spPr>
          <a:xfrm>
            <a:off x="3081655" y="2159762"/>
            <a:ext cx="1347216" cy="3368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772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90" name="!!path-4ic"/>
          <p:cNvSpPr/>
          <p:nvPr/>
        </p:nvSpPr>
        <p:spPr>
          <a:xfrm>
            <a:off x="3238489" y="2261866"/>
            <a:ext cx="128916" cy="128916"/>
          </a:xfrm>
          <a:custGeom>
            <a:avLst/>
            <a:gdLst/>
            <a:ahLst/>
            <a:cxnLst/>
            <a:rect l="l" t="t" r="r" b="b"/>
            <a:pathLst>
              <a:path w="128916" h="128916">
                <a:moveTo>
                  <a:pt x="92135" y="81079"/>
                </a:moveTo>
                <a:lnTo>
                  <a:pt x="86312" y="81079"/>
                </a:lnTo>
                <a:lnTo>
                  <a:pt x="84249" y="79089"/>
                </a:lnTo>
                <a:cubicBezTo>
                  <a:pt x="91472" y="70686"/>
                  <a:pt x="95821" y="59777"/>
                  <a:pt x="95821" y="47910"/>
                </a:cubicBezTo>
                <a:cubicBezTo>
                  <a:pt x="95821" y="21449"/>
                  <a:pt x="74372" y="0"/>
                  <a:pt x="47910" y="0"/>
                </a:cubicBezTo>
                <a:cubicBezTo>
                  <a:pt x="21449" y="0"/>
                  <a:pt x="0" y="21449"/>
                  <a:pt x="0" y="47910"/>
                </a:cubicBezTo>
                <a:cubicBezTo>
                  <a:pt x="0" y="74372"/>
                  <a:pt x="21449" y="95821"/>
                  <a:pt x="47910" y="95821"/>
                </a:cubicBezTo>
                <a:cubicBezTo>
                  <a:pt x="59777" y="95821"/>
                  <a:pt x="70686" y="91472"/>
                  <a:pt x="79089" y="84249"/>
                </a:cubicBezTo>
                <a:lnTo>
                  <a:pt x="81079" y="86312"/>
                </a:lnTo>
                <a:lnTo>
                  <a:pt x="81079" y="92135"/>
                </a:lnTo>
                <a:lnTo>
                  <a:pt x="117933" y="128916"/>
                </a:lnTo>
                <a:lnTo>
                  <a:pt x="128916" y="117933"/>
                </a:lnTo>
                <a:lnTo>
                  <a:pt x="92135" y="81079"/>
                </a:lnTo>
                <a:close/>
                <a:moveTo>
                  <a:pt x="47910" y="81079"/>
                </a:moveTo>
                <a:cubicBezTo>
                  <a:pt x="29557" y="81079"/>
                  <a:pt x="14742" y="66264"/>
                  <a:pt x="14742" y="47910"/>
                </a:cubicBezTo>
                <a:cubicBezTo>
                  <a:pt x="14742" y="29557"/>
                  <a:pt x="29557" y="14742"/>
                  <a:pt x="47910" y="14742"/>
                </a:cubicBezTo>
                <a:cubicBezTo>
                  <a:pt x="66264" y="14742"/>
                  <a:pt x="81079" y="29557"/>
                  <a:pt x="81079" y="47910"/>
                </a:cubicBezTo>
                <a:cubicBezTo>
                  <a:pt x="81079" y="66264"/>
                  <a:pt x="66264" y="81079"/>
                  <a:pt x="47910" y="81079"/>
                </a:cubicBez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91" name="!!text-4id" descr="關鍵字檢索"/>
          <p:cNvSpPr txBox="1"/>
          <p:nvPr/>
        </p:nvSpPr>
        <p:spPr>
          <a:xfrm>
            <a:off x="3452140" y="2193442"/>
            <a:ext cx="892531" cy="24384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26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關鍵字檢索</a:t>
            </a:r>
            <a:endParaRPr lang="zh-TW" sz="1326"/>
          </a:p>
        </p:txBody>
      </p:sp>
      <p:sp>
        <p:nvSpPr>
          <p:cNvPr id="92" name="!!rect-4ip"/>
          <p:cNvSpPr/>
          <p:nvPr/>
        </p:nvSpPr>
        <p:spPr>
          <a:xfrm>
            <a:off x="4558411" y="2166239"/>
            <a:ext cx="1230630" cy="427482"/>
          </a:xfrm>
          <a:prstGeom prst="roundRect">
            <a:avLst>
              <a:gd name="adj" fmla="val 50000"/>
            </a:avLst>
          </a:prstGeom>
          <a:solidFill>
            <a:srgbClr val="0B1A26">
              <a:alpha val="10000"/>
            </a:srgbClr>
          </a:solidFill>
          <a:ln>
            <a:noFill/>
          </a:ln>
          <a:effectLst>
            <a:softEdge rad="99746"/>
          </a:effectLst>
        </p:spPr>
      </p:sp>
      <p:sp>
        <p:nvSpPr>
          <p:cNvPr id="93" name="!!rect-4iq"/>
          <p:cNvSpPr/>
          <p:nvPr/>
        </p:nvSpPr>
        <p:spPr>
          <a:xfrm>
            <a:off x="4584319" y="2159762"/>
            <a:ext cx="1178814" cy="3368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772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94" name="!!path-4ir"/>
          <p:cNvSpPr/>
          <p:nvPr/>
        </p:nvSpPr>
        <p:spPr>
          <a:xfrm>
            <a:off x="4726412" y="2247124"/>
            <a:ext cx="162158" cy="162158"/>
          </a:xfrm>
          <a:custGeom>
            <a:avLst/>
            <a:gdLst/>
            <a:ahLst/>
            <a:cxnLst/>
            <a:rect l="l" t="t" r="r" b="b"/>
            <a:pathLst>
              <a:path w="162158" h="162158">
                <a:moveTo>
                  <a:pt x="132675" y="58967"/>
                </a:moveTo>
                <a:lnTo>
                  <a:pt x="141888" y="38697"/>
                </a:lnTo>
                <a:lnTo>
                  <a:pt x="162158" y="29483"/>
                </a:lnTo>
                <a:lnTo>
                  <a:pt x="141888" y="20270"/>
                </a:lnTo>
                <a:lnTo>
                  <a:pt x="132675" y="0"/>
                </a:lnTo>
                <a:lnTo>
                  <a:pt x="123461" y="20270"/>
                </a:lnTo>
                <a:lnTo>
                  <a:pt x="103192" y="29483"/>
                </a:lnTo>
                <a:lnTo>
                  <a:pt x="123461" y="38697"/>
                </a:lnTo>
                <a:lnTo>
                  <a:pt x="132675" y="58967"/>
                </a:lnTo>
                <a:close/>
                <a:moveTo>
                  <a:pt x="77394" y="62652"/>
                </a:moveTo>
                <a:lnTo>
                  <a:pt x="58967" y="22112"/>
                </a:lnTo>
                <a:lnTo>
                  <a:pt x="40540" y="62652"/>
                </a:lnTo>
                <a:lnTo>
                  <a:pt x="0" y="81079"/>
                </a:lnTo>
                <a:lnTo>
                  <a:pt x="40540" y="99506"/>
                </a:lnTo>
                <a:lnTo>
                  <a:pt x="58967" y="140046"/>
                </a:lnTo>
                <a:lnTo>
                  <a:pt x="77394" y="99506"/>
                </a:lnTo>
                <a:lnTo>
                  <a:pt x="117933" y="81079"/>
                </a:lnTo>
                <a:lnTo>
                  <a:pt x="77394" y="62652"/>
                </a:lnTo>
                <a:close/>
                <a:moveTo>
                  <a:pt x="132675" y="103192"/>
                </a:moveTo>
                <a:lnTo>
                  <a:pt x="123461" y="123461"/>
                </a:lnTo>
                <a:lnTo>
                  <a:pt x="103192" y="132675"/>
                </a:lnTo>
                <a:lnTo>
                  <a:pt x="123461" y="141888"/>
                </a:lnTo>
                <a:lnTo>
                  <a:pt x="132675" y="162158"/>
                </a:lnTo>
                <a:lnTo>
                  <a:pt x="141888" y="141888"/>
                </a:lnTo>
                <a:lnTo>
                  <a:pt x="162158" y="132675"/>
                </a:lnTo>
                <a:lnTo>
                  <a:pt x="141888" y="123461"/>
                </a:lnTo>
                <a:lnTo>
                  <a:pt x="132675" y="103192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95" name="!!text-4is" descr="語意檢索"/>
          <p:cNvSpPr txBox="1"/>
          <p:nvPr/>
        </p:nvSpPr>
        <p:spPr>
          <a:xfrm>
            <a:off x="4954803" y="2193442"/>
            <a:ext cx="724129" cy="24384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26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語意檢索</a:t>
            </a:r>
            <a:endParaRPr lang="zh-TW" sz="1326"/>
          </a:p>
        </p:txBody>
      </p:sp>
      <p:sp>
        <p:nvSpPr>
          <p:cNvPr id="96" name="!!rect-4j1"/>
          <p:cNvSpPr/>
          <p:nvPr/>
        </p:nvSpPr>
        <p:spPr>
          <a:xfrm>
            <a:off x="3081655" y="5268722"/>
            <a:ext cx="3108960" cy="673608"/>
          </a:xfrm>
          <a:prstGeom prst="roundRect">
            <a:avLst>
              <a:gd name="adj" fmla="val 17308"/>
            </a:avLst>
          </a:prstGeom>
          <a:solidFill>
            <a:srgbClr val="627D8D">
              <a:alpha val="8000"/>
            </a:srgbClr>
          </a:solidFill>
          <a:ln w="9715" cap="flat">
            <a:solidFill>
              <a:srgbClr val="627D8D">
                <a:alpha val="40000"/>
              </a:srgbClr>
            </a:solidFill>
            <a:prstDash val="solid"/>
            <a:miter lim="800000"/>
          </a:ln>
        </p:spPr>
      </p:sp>
      <p:sp>
        <p:nvSpPr>
          <p:cNvPr id="97" name="!!text-4j2" descr="找到相關段落"/>
          <p:cNvSpPr txBox="1"/>
          <p:nvPr/>
        </p:nvSpPr>
        <p:spPr>
          <a:xfrm>
            <a:off x="3250057" y="5356032"/>
            <a:ext cx="897712" cy="20633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22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找到相關段落</a:t>
            </a:r>
            <a:endParaRPr lang="zh-TW" sz="1122"/>
          </a:p>
        </p:txBody>
      </p:sp>
      <p:sp>
        <p:nvSpPr>
          <p:cNvPr id="98" name="!!text-4j9" descr="買家完成訂單或取書滿 24 小時後撥款"/>
          <p:cNvSpPr txBox="1"/>
          <p:nvPr/>
        </p:nvSpPr>
        <p:spPr>
          <a:xfrm>
            <a:off x="3250057" y="5606562"/>
            <a:ext cx="2628937" cy="22508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24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買家完成訂單或取書滿 24 小時後撥款</a:t>
            </a:r>
            <a:endParaRPr lang="zh-TW" sz="1224"/>
          </a:p>
        </p:txBody>
      </p:sp>
      <p:sp>
        <p:nvSpPr>
          <p:cNvPr id="99" name="!!text-4jw" descr="AI 客服"/>
          <p:cNvSpPr txBox="1"/>
          <p:nvPr/>
        </p:nvSpPr>
        <p:spPr>
          <a:xfrm>
            <a:off x="633349" y="567456"/>
            <a:ext cx="618372" cy="22508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24" b="1" kern="0" spc="147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A</a:t>
            </a:r>
            <a:r>
              <a:rPr lang="zh-TW" altLang="en-US" sz="1224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I</a:t>
            </a:r>
            <a:r>
              <a:rPr lang="zh-TW" altLang="en-US" sz="1224" b="1" kern="0" spc="294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 </a:t>
            </a:r>
            <a:r>
              <a:rPr lang="zh-TW" altLang="en-US" sz="1224" b="1" kern="0" spc="147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客</a:t>
            </a:r>
            <a:r>
              <a:rPr lang="zh-TW" altLang="en-US" sz="1224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服</a:t>
            </a:r>
            <a:endParaRPr lang="zh-TW" sz="1224"/>
          </a:p>
        </p:txBody>
      </p:sp>
      <p:sp>
        <p:nvSpPr>
          <p:cNvPr id="100" name="!!text-4k6" descr="有問題，立即回覆"/>
          <p:cNvSpPr txBox="1"/>
          <p:nvPr/>
        </p:nvSpPr>
        <p:spPr>
          <a:xfrm>
            <a:off x="633349" y="841563"/>
            <a:ext cx="3646810" cy="67526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3672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有問</a:t>
            </a:r>
            <a:r>
              <a:rPr lang="zh-TW" altLang="en-US" sz="3672" kern="0" spc="-1102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題</a:t>
            </a:r>
            <a:r>
              <a:rPr lang="zh-TW" altLang="en-US" sz="3672" kern="0" spc="-661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，</a:t>
            </a:r>
            <a:r>
              <a:rPr lang="zh-TW" altLang="en-US" sz="3672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立即回覆</a:t>
            </a:r>
            <a:endParaRPr lang="zh-TW" sz="3672"/>
          </a:p>
        </p:txBody>
      </p:sp>
      <p:sp>
        <p:nvSpPr>
          <p:cNvPr id="101" name="!!text-4kj" descr="以關鍵字與語意混合檢索作答，複雜問題一鍵轉接客服人員。"/>
          <p:cNvSpPr txBox="1"/>
          <p:nvPr/>
        </p:nvSpPr>
        <p:spPr>
          <a:xfrm>
            <a:off x="633349" y="1571650"/>
            <a:ext cx="5304663" cy="28136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530" kern="0" dirty="0">
                <a:solidFill>
                  <a:srgbClr val="3F4A54"/>
                </a:solidFill>
                <a:latin typeface="Noto Sans TC Medium"/>
                <a:ea typeface="Noto Sans TC Medium"/>
                <a:cs typeface="Noto Sans TC Medium"/>
              </a:rPr>
              <a:t>以關鍵字與語意混合檢索作答，複雜問題一鍵轉接客服人員。</a:t>
            </a:r>
            <a:endParaRPr lang="zh-TW" sz="1530"/>
          </a:p>
        </p:txBody>
      </p:sp>
      <p:sp>
        <p:nvSpPr>
          <p:cNvPr id="102" name="!!rect-7lb"/>
          <p:cNvSpPr/>
          <p:nvPr/>
        </p:nvSpPr>
        <p:spPr>
          <a:xfrm>
            <a:off x="8521700" y="660400"/>
            <a:ext cx="2933700" cy="6121400"/>
          </a:xfrm>
          <a:prstGeom prst="roundRect">
            <a:avLst>
              <a:gd name="adj" fmla="val 18020"/>
            </a:avLst>
          </a:prstGeom>
          <a:solidFill>
            <a:srgbClr val="0B1A26">
              <a:alpha val="30000"/>
            </a:srgbClr>
          </a:solidFill>
          <a:ln>
            <a:noFill/>
          </a:ln>
          <a:effectLst>
            <a:softEdge rad="474980"/>
          </a:effectLst>
        </p:spPr>
      </p:sp>
      <p:sp>
        <p:nvSpPr>
          <p:cNvPr id="103" name="!!rect-7lc"/>
          <p:cNvSpPr/>
          <p:nvPr/>
        </p:nvSpPr>
        <p:spPr>
          <a:xfrm>
            <a:off x="8591550" y="527050"/>
            <a:ext cx="2794000" cy="5829300"/>
          </a:xfrm>
          <a:prstGeom prst="roundRect">
            <a:avLst>
              <a:gd name="adj" fmla="val 16825"/>
            </a:avLst>
          </a:prstGeom>
          <a:solidFill>
            <a:srgbClr val="0B1A26">
              <a:alpha val="16000"/>
            </a:srgbClr>
          </a:solidFill>
          <a:ln>
            <a:noFill/>
          </a:ln>
          <a:effectLst>
            <a:softEdge rad="125730"/>
          </a:effectLst>
        </p:spPr>
      </p:sp>
      <p:sp>
        <p:nvSpPr>
          <p:cNvPr id="104" name="!!rect-7ld"/>
          <p:cNvSpPr/>
          <p:nvPr/>
        </p:nvSpPr>
        <p:spPr>
          <a:xfrm>
            <a:off x="8590280" y="1676400"/>
            <a:ext cx="31750" cy="2159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105" name="!!rect-7le"/>
          <p:cNvSpPr/>
          <p:nvPr/>
        </p:nvSpPr>
        <p:spPr>
          <a:xfrm>
            <a:off x="8590280" y="2108200"/>
            <a:ext cx="31750" cy="4064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106" name="!!rect-7lf"/>
          <p:cNvSpPr/>
          <p:nvPr/>
        </p:nvSpPr>
        <p:spPr>
          <a:xfrm>
            <a:off x="8590280" y="2603500"/>
            <a:ext cx="31750" cy="4064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107" name="!!rect-7lg"/>
          <p:cNvSpPr/>
          <p:nvPr/>
        </p:nvSpPr>
        <p:spPr>
          <a:xfrm>
            <a:off x="11355070" y="2260600"/>
            <a:ext cx="31750" cy="6350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108" name="!!rect-7lh"/>
          <p:cNvSpPr/>
          <p:nvPr/>
        </p:nvSpPr>
        <p:spPr>
          <a:xfrm>
            <a:off x="11357610" y="4114800"/>
            <a:ext cx="25400" cy="419100"/>
          </a:xfrm>
          <a:prstGeom prst="roundRect">
            <a:avLst>
              <a:gd name="adj" fmla="val 50000"/>
            </a:avLst>
          </a:prstGeom>
          <a:solidFill>
            <a:srgbClr val="8795A0"/>
          </a:solidFill>
          <a:ln>
            <a:noFill/>
          </a:ln>
        </p:spPr>
      </p:sp>
      <p:sp>
        <p:nvSpPr>
          <p:cNvPr id="109" name="!!rect-7li"/>
          <p:cNvSpPr/>
          <p:nvPr/>
        </p:nvSpPr>
        <p:spPr>
          <a:xfrm>
            <a:off x="8610600" y="508000"/>
            <a:ext cx="2755900" cy="5753100"/>
          </a:xfrm>
          <a:prstGeom prst="roundRect">
            <a:avLst>
              <a:gd name="adj" fmla="val 16359"/>
            </a:avLst>
          </a:prstGeom>
          <a:gradFill rotWithShape="1">
            <a:gsLst>
              <a:gs pos="0">
                <a:srgbClr val="FBFCFD"/>
              </a:gs>
              <a:gs pos="18000">
                <a:srgbClr val="DDE5EB"/>
              </a:gs>
              <a:gs pos="46000">
                <a:srgbClr val="B4C2CC"/>
              </a:gs>
              <a:gs pos="62000">
                <a:srgbClr val="D3DCE3"/>
              </a:gs>
              <a:gs pos="84000">
                <a:srgbClr val="A9B8C3"/>
              </a:gs>
              <a:gs pos="100000">
                <a:srgbClr val="E8EEF2"/>
              </a:gs>
              <a:gs pos="100000">
                <a:srgbClr val="E8EEF2"/>
              </a:gs>
            </a:gsLst>
            <a:lin ang="3864255" scaled="0"/>
          </a:gradFill>
          <a:ln>
            <a:noFill/>
          </a:ln>
        </p:spPr>
      </p:sp>
      <p:sp>
        <p:nvSpPr>
          <p:cNvPr id="110" name="!!rect-7lj"/>
          <p:cNvSpPr/>
          <p:nvPr/>
        </p:nvSpPr>
        <p:spPr>
          <a:xfrm>
            <a:off x="8614410" y="511810"/>
            <a:ext cx="2748280" cy="5745480"/>
          </a:xfrm>
          <a:prstGeom prst="roundRect">
            <a:avLst>
              <a:gd name="adj" fmla="val 16266"/>
            </a:avLst>
          </a:prstGeom>
          <a:noFill/>
          <a:ln w="7620" cap="flat">
            <a:solidFill>
              <a:srgbClr val="7F8F9B">
                <a:alpha val="55000"/>
              </a:srgbClr>
            </a:solidFill>
            <a:prstDash val="solid"/>
            <a:miter lim="800000"/>
          </a:ln>
        </p:spPr>
      </p:sp>
      <p:sp>
        <p:nvSpPr>
          <p:cNvPr id="111" name="!!rect-7lk"/>
          <p:cNvSpPr/>
          <p:nvPr/>
        </p:nvSpPr>
        <p:spPr>
          <a:xfrm>
            <a:off x="8637270" y="534670"/>
            <a:ext cx="2702560" cy="5699760"/>
          </a:xfrm>
          <a:prstGeom prst="roundRect">
            <a:avLst>
              <a:gd name="adj" fmla="val 15695"/>
            </a:avLst>
          </a:prstGeom>
          <a:noFill/>
          <a:ln w="8890" cap="flat">
            <a:solidFill>
              <a:srgbClr val="FFFFFF">
                <a:alpha val="75000"/>
              </a:srgbClr>
            </a:solidFill>
            <a:prstDash val="solid"/>
            <a:miter lim="800000"/>
          </a:ln>
        </p:spPr>
      </p:sp>
      <p:sp>
        <p:nvSpPr>
          <p:cNvPr id="112" name="!!rect-7ll"/>
          <p:cNvSpPr/>
          <p:nvPr/>
        </p:nvSpPr>
        <p:spPr>
          <a:xfrm>
            <a:off x="8664575" y="561975"/>
            <a:ext cx="2647950" cy="5645150"/>
          </a:xfrm>
          <a:prstGeom prst="roundRect">
            <a:avLst>
              <a:gd name="adj" fmla="val 14988"/>
            </a:avLst>
          </a:prstGeom>
          <a:solidFill>
            <a:srgbClr val="050608"/>
          </a:solidFill>
          <a:ln>
            <a:noFill/>
          </a:ln>
        </p:spPr>
      </p:sp>
      <p:sp>
        <p:nvSpPr>
          <p:cNvPr id="113" name="!!rect-7ln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solidFill>
            <a:srgbClr val="F3F5F7"/>
          </a:solidFill>
          <a:ln>
            <a:noFill/>
          </a:ln>
        </p:spPr>
      </p:sp>
      <p:sp>
        <p:nvSpPr>
          <p:cNvPr id="114" name="!!rect-8kf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solidFill>
            <a:srgbClr val="F3F5F7"/>
          </a:solidFill>
          <a:ln>
            <a:noFill/>
          </a:ln>
        </p:spPr>
      </p:sp>
      <p:sp>
        <p:nvSpPr>
          <p:cNvPr id="115" name="!!path-8kh"/>
          <p:cNvSpPr/>
          <p:nvPr/>
        </p:nvSpPr>
        <p:spPr>
          <a:xfrm>
            <a:off x="8712200" y="609600"/>
            <a:ext cx="2552700" cy="730250"/>
          </a:xfrm>
          <a:custGeom>
            <a:avLst/>
            <a:gdLst/>
            <a:ahLst/>
            <a:cxnLst/>
            <a:rect l="l" t="t" r="r" b="b"/>
            <a:pathLst>
              <a:path w="2552700" h="730250">
                <a:moveTo>
                  <a:pt x="0" y="349250"/>
                </a:moveTo>
                <a:lnTo>
                  <a:pt x="6711" y="281115"/>
                </a:lnTo>
                <a:lnTo>
                  <a:pt x="26585" y="215598"/>
                </a:lnTo>
                <a:lnTo>
                  <a:pt x="58859" y="155217"/>
                </a:lnTo>
                <a:lnTo>
                  <a:pt x="102293" y="102293"/>
                </a:lnTo>
                <a:lnTo>
                  <a:pt x="155217" y="58859"/>
                </a:lnTo>
                <a:lnTo>
                  <a:pt x="215598" y="26585"/>
                </a:lnTo>
                <a:lnTo>
                  <a:pt x="281115" y="6711"/>
                </a:lnTo>
                <a:lnTo>
                  <a:pt x="349250" y="0"/>
                </a:lnTo>
                <a:lnTo>
                  <a:pt x="2203450" y="0"/>
                </a:lnTo>
                <a:lnTo>
                  <a:pt x="2271585" y="6711"/>
                </a:lnTo>
                <a:lnTo>
                  <a:pt x="2337102" y="26585"/>
                </a:lnTo>
                <a:lnTo>
                  <a:pt x="2397483" y="58859"/>
                </a:lnTo>
                <a:lnTo>
                  <a:pt x="2450407" y="102293"/>
                </a:lnTo>
                <a:lnTo>
                  <a:pt x="2493841" y="155217"/>
                </a:lnTo>
                <a:lnTo>
                  <a:pt x="2526115" y="215598"/>
                </a:lnTo>
                <a:lnTo>
                  <a:pt x="2545989" y="281115"/>
                </a:lnTo>
                <a:lnTo>
                  <a:pt x="2552700" y="349250"/>
                </a:lnTo>
                <a:lnTo>
                  <a:pt x="2552700" y="577850"/>
                </a:lnTo>
                <a:lnTo>
                  <a:pt x="2551642" y="602192"/>
                </a:lnTo>
                <a:lnTo>
                  <a:pt x="2548467" y="624417"/>
                </a:lnTo>
                <a:lnTo>
                  <a:pt x="2543175" y="644525"/>
                </a:lnTo>
                <a:lnTo>
                  <a:pt x="2535767" y="662517"/>
                </a:lnTo>
                <a:lnTo>
                  <a:pt x="2526242" y="678392"/>
                </a:lnTo>
                <a:lnTo>
                  <a:pt x="2514600" y="692150"/>
                </a:lnTo>
                <a:lnTo>
                  <a:pt x="2500842" y="703792"/>
                </a:lnTo>
                <a:lnTo>
                  <a:pt x="2484967" y="713317"/>
                </a:lnTo>
                <a:lnTo>
                  <a:pt x="2466975" y="720725"/>
                </a:lnTo>
                <a:lnTo>
                  <a:pt x="2446867" y="726017"/>
                </a:lnTo>
                <a:lnTo>
                  <a:pt x="2424642" y="729192"/>
                </a:lnTo>
                <a:lnTo>
                  <a:pt x="2400300" y="730250"/>
                </a:lnTo>
                <a:lnTo>
                  <a:pt x="152400" y="730250"/>
                </a:lnTo>
                <a:lnTo>
                  <a:pt x="128058" y="729192"/>
                </a:lnTo>
                <a:lnTo>
                  <a:pt x="105833" y="726017"/>
                </a:lnTo>
                <a:lnTo>
                  <a:pt x="85725" y="720725"/>
                </a:lnTo>
                <a:lnTo>
                  <a:pt x="67733" y="713317"/>
                </a:lnTo>
                <a:lnTo>
                  <a:pt x="51858" y="703792"/>
                </a:lnTo>
                <a:lnTo>
                  <a:pt x="38100" y="692150"/>
                </a:lnTo>
                <a:lnTo>
                  <a:pt x="26458" y="678392"/>
                </a:lnTo>
                <a:lnTo>
                  <a:pt x="16933" y="662517"/>
                </a:lnTo>
                <a:lnTo>
                  <a:pt x="9525" y="644525"/>
                </a:lnTo>
                <a:lnTo>
                  <a:pt x="4233" y="624417"/>
                </a:lnTo>
                <a:lnTo>
                  <a:pt x="1058" y="602192"/>
                </a:lnTo>
                <a:lnTo>
                  <a:pt x="0" y="577850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116" name="!!text-8ki" descr="2:25"/>
          <p:cNvSpPr txBox="1"/>
          <p:nvPr/>
        </p:nvSpPr>
        <p:spPr>
          <a:xfrm>
            <a:off x="9020597" y="714883"/>
            <a:ext cx="253790" cy="1563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50" kern="0" dirty="0">
                <a:solidFill>
                  <a:srgbClr val="FFFFFF"/>
                </a:solidFill>
                <a:latin typeface="Noto Sans TC SemiBold"/>
                <a:ea typeface="Noto Sans TC SemiBold"/>
                <a:cs typeface="Noto Sans TC SemiBold"/>
              </a:rPr>
              <a:t>2:25</a:t>
            </a:r>
            <a:endParaRPr lang="zh-TW" sz="850"/>
          </a:p>
        </p:txBody>
      </p:sp>
      <p:sp>
        <p:nvSpPr>
          <p:cNvPr id="117" name="!!rect-8kn"/>
          <p:cNvSpPr/>
          <p:nvPr/>
        </p:nvSpPr>
        <p:spPr>
          <a:xfrm>
            <a:off x="10579100" y="808990"/>
            <a:ext cx="21590" cy="2667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18" name="!!rect-8ko"/>
          <p:cNvSpPr/>
          <p:nvPr/>
        </p:nvSpPr>
        <p:spPr>
          <a:xfrm>
            <a:off x="10612120" y="792480"/>
            <a:ext cx="21590" cy="4318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19" name="!!rect-8kp"/>
          <p:cNvSpPr/>
          <p:nvPr/>
        </p:nvSpPr>
        <p:spPr>
          <a:xfrm>
            <a:off x="10645140" y="775970"/>
            <a:ext cx="21590" cy="5969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20" name="!!rect-8kq"/>
          <p:cNvSpPr/>
          <p:nvPr/>
        </p:nvSpPr>
        <p:spPr>
          <a:xfrm>
            <a:off x="10678160" y="759460"/>
            <a:ext cx="21590" cy="7620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21" name="!!path-8kr"/>
          <p:cNvSpPr/>
          <p:nvPr/>
        </p:nvSpPr>
        <p:spPr>
          <a:xfrm>
            <a:off x="10763250" y="763570"/>
            <a:ext cx="95250" cy="70820"/>
          </a:xfrm>
          <a:custGeom>
            <a:avLst/>
            <a:gdLst/>
            <a:ahLst/>
            <a:cxnLst/>
            <a:rect l="l" t="t" r="r" b="b"/>
            <a:pathLst>
              <a:path w="95250" h="70820">
                <a:moveTo>
                  <a:pt x="47625" y="70820"/>
                </a:moveTo>
                <a:lnTo>
                  <a:pt x="31115" y="51135"/>
                </a:lnTo>
                <a:cubicBezTo>
                  <a:pt x="40714" y="43262"/>
                  <a:pt x="54536" y="43262"/>
                  <a:pt x="64135" y="51135"/>
                </a:cubicBezTo>
                <a:close/>
                <a:moveTo>
                  <a:pt x="0" y="23830"/>
                </a:moveTo>
                <a:cubicBezTo>
                  <a:pt x="27279" y="0"/>
                  <a:pt x="67971" y="0"/>
                  <a:pt x="95250" y="23830"/>
                </a:cubicBezTo>
                <a:lnTo>
                  <a:pt x="83820" y="37165"/>
                </a:lnTo>
                <a:cubicBezTo>
                  <a:pt x="63051" y="19153"/>
                  <a:pt x="32199" y="19153"/>
                  <a:pt x="11430" y="37165"/>
                </a:cubicBezTo>
                <a:close/>
                <a:moveTo>
                  <a:pt x="16510" y="43515"/>
                </a:moveTo>
                <a:cubicBezTo>
                  <a:pt x="34385" y="28089"/>
                  <a:pt x="60865" y="28089"/>
                  <a:pt x="78740" y="43515"/>
                </a:cubicBezTo>
                <a:lnTo>
                  <a:pt x="67310" y="56850"/>
                </a:lnTo>
                <a:cubicBezTo>
                  <a:pt x="55947" y="47238"/>
                  <a:pt x="39303" y="47238"/>
                  <a:pt x="27940" y="5685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22" name="!!rect-8ks"/>
          <p:cNvSpPr/>
          <p:nvPr/>
        </p:nvSpPr>
        <p:spPr>
          <a:xfrm>
            <a:off x="10902950" y="760730"/>
            <a:ext cx="161925" cy="78740"/>
          </a:xfrm>
          <a:prstGeom prst="roundRect">
            <a:avLst>
              <a:gd name="adj" fmla="val 32258"/>
            </a:avLst>
          </a:prstGeom>
          <a:noFill/>
          <a:ln w="6985" cap="flat">
            <a:solidFill>
              <a:srgbClr val="FFFFFF">
                <a:alpha val="38000"/>
              </a:srgbClr>
            </a:solidFill>
            <a:prstDash val="solid"/>
            <a:miter lim="800000"/>
          </a:ln>
        </p:spPr>
      </p:sp>
      <p:sp>
        <p:nvSpPr>
          <p:cNvPr id="123" name="!!rect-8kt"/>
          <p:cNvSpPr/>
          <p:nvPr/>
        </p:nvSpPr>
        <p:spPr>
          <a:xfrm>
            <a:off x="10916285" y="774065"/>
            <a:ext cx="110909" cy="52070"/>
          </a:xfrm>
          <a:prstGeom prst="roundRect">
            <a:avLst>
              <a:gd name="adj" fmla="val 26829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24" name="!!path-8ku"/>
          <p:cNvSpPr/>
          <p:nvPr/>
        </p:nvSpPr>
        <p:spPr>
          <a:xfrm>
            <a:off x="11074400" y="786130"/>
            <a:ext cx="10345" cy="27940"/>
          </a:xfrm>
          <a:custGeom>
            <a:avLst/>
            <a:gdLst/>
            <a:ahLst/>
            <a:cxnLst/>
            <a:rect l="l" t="t" r="r" b="b"/>
            <a:pathLst>
              <a:path w="10345" h="27940">
                <a:moveTo>
                  <a:pt x="0" y="0"/>
                </a:moveTo>
                <a:lnTo>
                  <a:pt x="0" y="27940"/>
                </a:lnTo>
                <a:cubicBezTo>
                  <a:pt x="6146" y="26066"/>
                  <a:pt x="10345" y="20395"/>
                  <a:pt x="10345" y="13970"/>
                </a:cubicBezTo>
                <a:cubicBezTo>
                  <a:pt x="10345" y="7545"/>
                  <a:pt x="6146" y="1874"/>
                  <a:pt x="0" y="0"/>
                </a:cubicBezTo>
                <a:close/>
              </a:path>
            </a:pathLst>
          </a:custGeom>
          <a:solidFill>
            <a:srgbClr val="FFFFFF">
              <a:alpha val="45000"/>
            </a:srgbClr>
          </a:solidFill>
          <a:ln>
            <a:noFill/>
          </a:ln>
        </p:spPr>
      </p:sp>
      <p:sp>
        <p:nvSpPr>
          <p:cNvPr id="125" name="!!path-8kv"/>
          <p:cNvSpPr/>
          <p:nvPr/>
        </p:nvSpPr>
        <p:spPr>
          <a:xfrm>
            <a:off x="8845537" y="1109129"/>
            <a:ext cx="62258" cy="105791"/>
          </a:xfrm>
          <a:custGeom>
            <a:avLst/>
            <a:gdLst/>
            <a:ahLst/>
            <a:cxnLst/>
            <a:rect l="l" t="t" r="r" b="b"/>
            <a:pathLst>
              <a:path w="62258" h="105791">
                <a:moveTo>
                  <a:pt x="62258" y="9363"/>
                </a:moveTo>
                <a:lnTo>
                  <a:pt x="52896" y="0"/>
                </a:lnTo>
                <a:lnTo>
                  <a:pt x="0" y="52896"/>
                </a:lnTo>
                <a:lnTo>
                  <a:pt x="52896" y="105791"/>
                </a:lnTo>
                <a:lnTo>
                  <a:pt x="62258" y="96429"/>
                </a:lnTo>
                <a:lnTo>
                  <a:pt x="18725" y="5289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26" name="!!path-8kw"/>
          <p:cNvSpPr/>
          <p:nvPr/>
        </p:nvSpPr>
        <p:spPr>
          <a:xfrm>
            <a:off x="9732753" y="1103840"/>
            <a:ext cx="95212" cy="100501"/>
          </a:xfrm>
          <a:custGeom>
            <a:avLst/>
            <a:gdLst/>
            <a:ahLst/>
            <a:cxnLst/>
            <a:rect l="l" t="t" r="r" b="b"/>
            <a:pathLst>
              <a:path w="95212" h="100501">
                <a:moveTo>
                  <a:pt x="47606" y="0"/>
                </a:moveTo>
                <a:cubicBezTo>
                  <a:pt x="21317" y="0"/>
                  <a:pt x="0" y="21317"/>
                  <a:pt x="0" y="47606"/>
                </a:cubicBezTo>
                <a:lnTo>
                  <a:pt x="0" y="84633"/>
                </a:lnTo>
                <a:cubicBezTo>
                  <a:pt x="0" y="93413"/>
                  <a:pt x="7088" y="100501"/>
                  <a:pt x="15869" y="100501"/>
                </a:cubicBezTo>
                <a:lnTo>
                  <a:pt x="31737" y="100501"/>
                </a:lnTo>
                <a:lnTo>
                  <a:pt x="31737" y="58185"/>
                </a:lnTo>
                <a:lnTo>
                  <a:pt x="10579" y="58185"/>
                </a:lnTo>
                <a:lnTo>
                  <a:pt x="10579" y="47606"/>
                </a:lnTo>
                <a:cubicBezTo>
                  <a:pt x="10579" y="27135"/>
                  <a:pt x="27135" y="10579"/>
                  <a:pt x="47606" y="10579"/>
                </a:cubicBezTo>
                <a:cubicBezTo>
                  <a:pt x="68077" y="10579"/>
                  <a:pt x="84633" y="27135"/>
                  <a:pt x="84633" y="47606"/>
                </a:cubicBezTo>
                <a:lnTo>
                  <a:pt x="84633" y="58185"/>
                </a:lnTo>
                <a:lnTo>
                  <a:pt x="63475" y="58185"/>
                </a:lnTo>
                <a:lnTo>
                  <a:pt x="63475" y="100501"/>
                </a:lnTo>
                <a:lnTo>
                  <a:pt x="79343" y="100501"/>
                </a:lnTo>
                <a:cubicBezTo>
                  <a:pt x="88124" y="100501"/>
                  <a:pt x="95212" y="93413"/>
                  <a:pt x="95212" y="84633"/>
                </a:cubicBezTo>
                <a:lnTo>
                  <a:pt x="95212" y="47606"/>
                </a:lnTo>
                <a:cubicBezTo>
                  <a:pt x="95212" y="21317"/>
                  <a:pt x="73895" y="0"/>
                  <a:pt x="4760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27" name="!!text-8kx" descr="AI 客服"/>
          <p:cNvSpPr txBox="1"/>
          <p:nvPr/>
        </p:nvSpPr>
        <p:spPr>
          <a:xfrm>
            <a:off x="9894684" y="1070737"/>
            <a:ext cx="399821" cy="16550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1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AI 客服</a:t>
            </a:r>
            <a:endParaRPr lang="zh-TW" sz="900"/>
          </a:p>
        </p:txBody>
      </p:sp>
      <p:sp>
        <p:nvSpPr>
          <p:cNvPr id="128" name="!!circle-8l6"/>
          <p:cNvSpPr/>
          <p:nvPr/>
        </p:nvSpPr>
        <p:spPr>
          <a:xfrm>
            <a:off x="8813800" y="1473200"/>
            <a:ext cx="190500" cy="190500"/>
          </a:xfrm>
          <a:prstGeom prst="ellipse">
            <a:avLst/>
          </a:prstGeom>
          <a:solidFill>
            <a:srgbClr val="627D8D">
              <a:alpha val="14000"/>
            </a:srgbClr>
          </a:solidFill>
          <a:ln>
            <a:noFill/>
          </a:ln>
        </p:spPr>
      </p:sp>
      <p:sp>
        <p:nvSpPr>
          <p:cNvPr id="129" name="!!path-8l7"/>
          <p:cNvSpPr/>
          <p:nvPr/>
        </p:nvSpPr>
        <p:spPr>
          <a:xfrm>
            <a:off x="8856663" y="1516063"/>
            <a:ext cx="104775" cy="104775"/>
          </a:xfrm>
          <a:custGeom>
            <a:avLst/>
            <a:gdLst/>
            <a:ahLst/>
            <a:cxnLst/>
            <a:rect l="l" t="t" r="r" b="b"/>
            <a:pathLst>
              <a:path w="104775" h="104775">
                <a:moveTo>
                  <a:pt x="85725" y="38100"/>
                </a:moveTo>
                <a:lnTo>
                  <a:pt x="91678" y="25003"/>
                </a:lnTo>
                <a:lnTo>
                  <a:pt x="104775" y="19050"/>
                </a:lnTo>
                <a:lnTo>
                  <a:pt x="91678" y="13097"/>
                </a:lnTo>
                <a:lnTo>
                  <a:pt x="85725" y="0"/>
                </a:lnTo>
                <a:lnTo>
                  <a:pt x="79772" y="13097"/>
                </a:lnTo>
                <a:lnTo>
                  <a:pt x="66675" y="19050"/>
                </a:lnTo>
                <a:lnTo>
                  <a:pt x="79772" y="25003"/>
                </a:lnTo>
                <a:lnTo>
                  <a:pt x="85725" y="38100"/>
                </a:lnTo>
                <a:close/>
                <a:moveTo>
                  <a:pt x="50006" y="40481"/>
                </a:moveTo>
                <a:lnTo>
                  <a:pt x="38100" y="14288"/>
                </a:lnTo>
                <a:lnTo>
                  <a:pt x="26194" y="40481"/>
                </a:lnTo>
                <a:lnTo>
                  <a:pt x="0" y="52388"/>
                </a:lnTo>
                <a:lnTo>
                  <a:pt x="26194" y="64294"/>
                </a:lnTo>
                <a:lnTo>
                  <a:pt x="38100" y="90488"/>
                </a:lnTo>
                <a:lnTo>
                  <a:pt x="50006" y="64294"/>
                </a:lnTo>
                <a:lnTo>
                  <a:pt x="76200" y="52388"/>
                </a:lnTo>
                <a:lnTo>
                  <a:pt x="50006" y="40481"/>
                </a:lnTo>
                <a:close/>
                <a:moveTo>
                  <a:pt x="85725" y="66675"/>
                </a:moveTo>
                <a:lnTo>
                  <a:pt x="79772" y="79772"/>
                </a:lnTo>
                <a:lnTo>
                  <a:pt x="66675" y="85725"/>
                </a:lnTo>
                <a:lnTo>
                  <a:pt x="79772" y="91678"/>
                </a:lnTo>
                <a:lnTo>
                  <a:pt x="85725" y="104775"/>
                </a:lnTo>
                <a:lnTo>
                  <a:pt x="91678" y="91678"/>
                </a:lnTo>
                <a:lnTo>
                  <a:pt x="104775" y="85725"/>
                </a:lnTo>
                <a:lnTo>
                  <a:pt x="91678" y="79772"/>
                </a:lnTo>
                <a:lnTo>
                  <a:pt x="85725" y="66675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130" name="!!rect-8l8"/>
          <p:cNvSpPr/>
          <p:nvPr/>
        </p:nvSpPr>
        <p:spPr>
          <a:xfrm>
            <a:off x="9055100" y="1473200"/>
            <a:ext cx="1416050" cy="257175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31" name="!!text-8l9" descr="請問有什麼需要協助的地方？"/>
          <p:cNvSpPr txBox="1"/>
          <p:nvPr/>
        </p:nvSpPr>
        <p:spPr>
          <a:xfrm>
            <a:off x="9144000" y="1527810"/>
            <a:ext cx="1266825" cy="1379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0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請問有什麼需要協助的地方？</a:t>
            </a:r>
            <a:endParaRPr lang="zh-TW" sz="750"/>
          </a:p>
        </p:txBody>
      </p:sp>
      <p:sp>
        <p:nvSpPr>
          <p:cNvPr id="132" name="!!rect-8lr"/>
          <p:cNvSpPr/>
          <p:nvPr/>
        </p:nvSpPr>
        <p:spPr>
          <a:xfrm>
            <a:off x="9144000" y="1854200"/>
            <a:ext cx="777875" cy="215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133" name="!!text-8ls" descr="如何上架書籍？"/>
          <p:cNvSpPr txBox="1"/>
          <p:nvPr/>
        </p:nvSpPr>
        <p:spPr>
          <a:xfrm>
            <a:off x="9232900" y="1890776"/>
            <a:ext cx="648970" cy="12872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00" kern="0" dirty="0">
                <a:solidFill>
                  <a:srgbClr val="151E27"/>
                </a:solidFill>
                <a:latin typeface="Noto Sans TC Medium"/>
                <a:ea typeface="Noto Sans TC Medium"/>
                <a:cs typeface="Noto Sans TC Medium"/>
              </a:rPr>
              <a:t>如何上架書籍？</a:t>
            </a:r>
            <a:endParaRPr lang="zh-TW" sz="700"/>
          </a:p>
        </p:txBody>
      </p:sp>
      <p:sp>
        <p:nvSpPr>
          <p:cNvPr id="134" name="!!rect-8m4"/>
          <p:cNvSpPr/>
          <p:nvPr/>
        </p:nvSpPr>
        <p:spPr>
          <a:xfrm>
            <a:off x="10160000" y="1854200"/>
            <a:ext cx="863600" cy="215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135" name="!!text-8m5" descr="如何至書櫃取書？"/>
          <p:cNvSpPr txBox="1"/>
          <p:nvPr/>
        </p:nvSpPr>
        <p:spPr>
          <a:xfrm>
            <a:off x="10248900" y="1890776"/>
            <a:ext cx="737870" cy="12872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00" kern="0" dirty="0">
                <a:solidFill>
                  <a:srgbClr val="151E27"/>
                </a:solidFill>
                <a:latin typeface="Noto Sans TC Medium"/>
                <a:ea typeface="Noto Sans TC Medium"/>
                <a:cs typeface="Noto Sans TC Medium"/>
              </a:rPr>
              <a:t>如何至書櫃取書？</a:t>
            </a:r>
            <a:endParaRPr lang="zh-TW" sz="700"/>
          </a:p>
        </p:txBody>
      </p:sp>
      <p:sp>
        <p:nvSpPr>
          <p:cNvPr id="136" name="!!rect-8mi"/>
          <p:cNvSpPr/>
          <p:nvPr/>
        </p:nvSpPr>
        <p:spPr>
          <a:xfrm>
            <a:off x="9144000" y="2133600"/>
            <a:ext cx="777875" cy="215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137" name="!!text-8mj" descr="如何申請退款？"/>
          <p:cNvSpPr txBox="1"/>
          <p:nvPr/>
        </p:nvSpPr>
        <p:spPr>
          <a:xfrm>
            <a:off x="9232900" y="2170176"/>
            <a:ext cx="648970" cy="12872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00" kern="0" dirty="0">
                <a:solidFill>
                  <a:srgbClr val="151E27"/>
                </a:solidFill>
                <a:latin typeface="Noto Sans TC Medium"/>
                <a:ea typeface="Noto Sans TC Medium"/>
                <a:cs typeface="Noto Sans TC Medium"/>
              </a:rPr>
              <a:t>如何申請退款？</a:t>
            </a:r>
            <a:endParaRPr lang="zh-TW" sz="700"/>
          </a:p>
        </p:txBody>
      </p:sp>
      <p:sp>
        <p:nvSpPr>
          <p:cNvPr id="138" name="!!rect-8mv"/>
          <p:cNvSpPr/>
          <p:nvPr/>
        </p:nvSpPr>
        <p:spPr>
          <a:xfrm>
            <a:off x="10160000" y="2133600"/>
            <a:ext cx="777875" cy="215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139" name="!!text-8mw" descr="代幣如何使用？"/>
          <p:cNvSpPr txBox="1"/>
          <p:nvPr/>
        </p:nvSpPr>
        <p:spPr>
          <a:xfrm>
            <a:off x="10248900" y="2170176"/>
            <a:ext cx="648970" cy="12872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00" kern="0" dirty="0">
                <a:solidFill>
                  <a:srgbClr val="151E27"/>
                </a:solidFill>
                <a:latin typeface="Noto Sans TC Medium"/>
                <a:ea typeface="Noto Sans TC Medium"/>
                <a:cs typeface="Noto Sans TC Medium"/>
              </a:rPr>
              <a:t>代幣如何使用？</a:t>
            </a:r>
            <a:endParaRPr lang="zh-TW" sz="700"/>
          </a:p>
        </p:txBody>
      </p:sp>
      <p:sp>
        <p:nvSpPr>
          <p:cNvPr id="140" name="!!rect-8n8"/>
          <p:cNvSpPr/>
          <p:nvPr/>
        </p:nvSpPr>
        <p:spPr>
          <a:xfrm>
            <a:off x="9937750" y="2514600"/>
            <a:ext cx="1225550" cy="254000"/>
          </a:xfrm>
          <a:prstGeom prst="roundRect">
            <a:avLst>
              <a:gd name="adj" fmla="val 45000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141" name="!!text-8n9" descr="賣出的書什麼時候撥款？"/>
          <p:cNvSpPr txBox="1"/>
          <p:nvPr/>
        </p:nvSpPr>
        <p:spPr>
          <a:xfrm>
            <a:off x="10026650" y="2569210"/>
            <a:ext cx="1076325" cy="1379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0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賣出的書什麼時候撥款？</a:t>
            </a:r>
            <a:endParaRPr lang="zh-TW" sz="750"/>
          </a:p>
        </p:txBody>
      </p:sp>
      <p:sp>
        <p:nvSpPr>
          <p:cNvPr id="142" name="!!circle-8o0"/>
          <p:cNvSpPr/>
          <p:nvPr/>
        </p:nvSpPr>
        <p:spPr>
          <a:xfrm>
            <a:off x="8813800" y="2971800"/>
            <a:ext cx="190500" cy="190500"/>
          </a:xfrm>
          <a:prstGeom prst="ellipse">
            <a:avLst/>
          </a:prstGeom>
          <a:solidFill>
            <a:srgbClr val="627D8D">
              <a:alpha val="14000"/>
            </a:srgbClr>
          </a:solidFill>
          <a:ln>
            <a:noFill/>
          </a:ln>
        </p:spPr>
      </p:sp>
      <p:sp>
        <p:nvSpPr>
          <p:cNvPr id="143" name="!!path-8o1"/>
          <p:cNvSpPr/>
          <p:nvPr/>
        </p:nvSpPr>
        <p:spPr>
          <a:xfrm>
            <a:off x="8856663" y="3014663"/>
            <a:ext cx="104775" cy="104775"/>
          </a:xfrm>
          <a:custGeom>
            <a:avLst/>
            <a:gdLst/>
            <a:ahLst/>
            <a:cxnLst/>
            <a:rect l="l" t="t" r="r" b="b"/>
            <a:pathLst>
              <a:path w="104775" h="104775">
                <a:moveTo>
                  <a:pt x="85725" y="38100"/>
                </a:moveTo>
                <a:lnTo>
                  <a:pt x="91678" y="25003"/>
                </a:lnTo>
                <a:lnTo>
                  <a:pt x="104775" y="19050"/>
                </a:lnTo>
                <a:lnTo>
                  <a:pt x="91678" y="13097"/>
                </a:lnTo>
                <a:lnTo>
                  <a:pt x="85725" y="0"/>
                </a:lnTo>
                <a:lnTo>
                  <a:pt x="79772" y="13097"/>
                </a:lnTo>
                <a:lnTo>
                  <a:pt x="66675" y="19050"/>
                </a:lnTo>
                <a:lnTo>
                  <a:pt x="79772" y="25003"/>
                </a:lnTo>
                <a:lnTo>
                  <a:pt x="85725" y="38100"/>
                </a:lnTo>
                <a:close/>
                <a:moveTo>
                  <a:pt x="50006" y="40481"/>
                </a:moveTo>
                <a:lnTo>
                  <a:pt x="38100" y="14288"/>
                </a:lnTo>
                <a:lnTo>
                  <a:pt x="26194" y="40481"/>
                </a:lnTo>
                <a:lnTo>
                  <a:pt x="0" y="52388"/>
                </a:lnTo>
                <a:lnTo>
                  <a:pt x="26194" y="64294"/>
                </a:lnTo>
                <a:lnTo>
                  <a:pt x="38100" y="90488"/>
                </a:lnTo>
                <a:lnTo>
                  <a:pt x="50006" y="64294"/>
                </a:lnTo>
                <a:lnTo>
                  <a:pt x="76200" y="52388"/>
                </a:lnTo>
                <a:lnTo>
                  <a:pt x="50006" y="40481"/>
                </a:lnTo>
                <a:close/>
                <a:moveTo>
                  <a:pt x="85725" y="66675"/>
                </a:moveTo>
                <a:lnTo>
                  <a:pt x="79772" y="79772"/>
                </a:lnTo>
                <a:lnTo>
                  <a:pt x="66675" y="85725"/>
                </a:lnTo>
                <a:lnTo>
                  <a:pt x="79772" y="91678"/>
                </a:lnTo>
                <a:lnTo>
                  <a:pt x="85725" y="104775"/>
                </a:lnTo>
                <a:lnTo>
                  <a:pt x="91678" y="91678"/>
                </a:lnTo>
                <a:lnTo>
                  <a:pt x="104775" y="85725"/>
                </a:lnTo>
                <a:lnTo>
                  <a:pt x="91678" y="79772"/>
                </a:lnTo>
                <a:lnTo>
                  <a:pt x="85725" y="66675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144" name="!!rect-8o2"/>
          <p:cNvSpPr/>
          <p:nvPr/>
        </p:nvSpPr>
        <p:spPr>
          <a:xfrm>
            <a:off x="9055100" y="2971800"/>
            <a:ext cx="1841500" cy="542925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45" name="!!text-8o3" descr="買家完成訂單，或取書滿 24 小時"/>
          <p:cNvSpPr txBox="1"/>
          <p:nvPr/>
        </p:nvSpPr>
        <p:spPr>
          <a:xfrm>
            <a:off x="9144000" y="3026410"/>
            <a:ext cx="1415225" cy="1379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0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買家完成訂單，或取書滿 24 小時</a:t>
            </a:r>
            <a:endParaRPr lang="zh-TW" sz="750"/>
          </a:p>
        </p:txBody>
      </p:sp>
      <p:sp>
        <p:nvSpPr>
          <p:cNvPr id="146" name="!!text-8oj" descr="未申請爭議時，款項即撥入您的"/>
          <p:cNvSpPr txBox="1"/>
          <p:nvPr/>
        </p:nvSpPr>
        <p:spPr>
          <a:xfrm>
            <a:off x="9144000" y="3169285"/>
            <a:ext cx="1362075" cy="1379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0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未申請爭議時，款項即撥入您的</a:t>
            </a:r>
            <a:endParaRPr lang="zh-TW" sz="750"/>
          </a:p>
        </p:txBody>
      </p:sp>
      <p:sp>
        <p:nvSpPr>
          <p:cNvPr id="147" name="!!text-8oy" descr="錢包。"/>
          <p:cNvSpPr txBox="1"/>
          <p:nvPr/>
        </p:nvSpPr>
        <p:spPr>
          <a:xfrm>
            <a:off x="9144000" y="3312160"/>
            <a:ext cx="314325" cy="1379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0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錢包。</a:t>
            </a:r>
            <a:endParaRPr lang="zh-TW" sz="750"/>
          </a:p>
        </p:txBody>
      </p:sp>
      <p:sp>
        <p:nvSpPr>
          <p:cNvPr id="148" name="!!rect-8p6"/>
          <p:cNvSpPr/>
          <p:nvPr/>
        </p:nvSpPr>
        <p:spPr>
          <a:xfrm>
            <a:off x="9055100" y="3594100"/>
            <a:ext cx="9525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890" cap="flat">
            <a:solidFill>
              <a:srgbClr val="627D8D"/>
            </a:solidFill>
            <a:prstDash val="solid"/>
            <a:miter lim="800000"/>
          </a:ln>
        </p:spPr>
      </p:sp>
      <p:sp>
        <p:nvSpPr>
          <p:cNvPr id="149" name="!!path-8p7"/>
          <p:cNvSpPr/>
          <p:nvPr/>
        </p:nvSpPr>
        <p:spPr>
          <a:xfrm>
            <a:off x="9145588" y="3656013"/>
            <a:ext cx="85725" cy="90488"/>
          </a:xfrm>
          <a:custGeom>
            <a:avLst/>
            <a:gdLst/>
            <a:ahLst/>
            <a:cxnLst/>
            <a:rect l="l" t="t" r="r" b="b"/>
            <a:pathLst>
              <a:path w="85725" h="90488">
                <a:moveTo>
                  <a:pt x="42863" y="0"/>
                </a:moveTo>
                <a:cubicBezTo>
                  <a:pt x="19193" y="0"/>
                  <a:pt x="0" y="19193"/>
                  <a:pt x="0" y="42863"/>
                </a:cubicBezTo>
                <a:lnTo>
                  <a:pt x="0" y="76200"/>
                </a:lnTo>
                <a:cubicBezTo>
                  <a:pt x="0" y="84106"/>
                  <a:pt x="6382" y="90488"/>
                  <a:pt x="14288" y="90488"/>
                </a:cubicBezTo>
                <a:lnTo>
                  <a:pt x="28575" y="90488"/>
                </a:lnTo>
                <a:lnTo>
                  <a:pt x="28575" y="52388"/>
                </a:lnTo>
                <a:lnTo>
                  <a:pt x="9525" y="52388"/>
                </a:lnTo>
                <a:lnTo>
                  <a:pt x="9525" y="42863"/>
                </a:lnTo>
                <a:cubicBezTo>
                  <a:pt x="9525" y="24432"/>
                  <a:pt x="24432" y="9525"/>
                  <a:pt x="42863" y="9525"/>
                </a:cubicBezTo>
                <a:cubicBezTo>
                  <a:pt x="61293" y="9525"/>
                  <a:pt x="76200" y="24432"/>
                  <a:pt x="76200" y="42863"/>
                </a:cubicBezTo>
                <a:lnTo>
                  <a:pt x="76200" y="52388"/>
                </a:lnTo>
                <a:lnTo>
                  <a:pt x="57150" y="52388"/>
                </a:lnTo>
                <a:lnTo>
                  <a:pt x="57150" y="90488"/>
                </a:lnTo>
                <a:lnTo>
                  <a:pt x="71438" y="90488"/>
                </a:lnTo>
                <a:cubicBezTo>
                  <a:pt x="79343" y="90488"/>
                  <a:pt x="85725" y="84106"/>
                  <a:pt x="85725" y="76200"/>
                </a:cubicBezTo>
                <a:lnTo>
                  <a:pt x="85725" y="42863"/>
                </a:lnTo>
                <a:cubicBezTo>
                  <a:pt x="85725" y="19193"/>
                  <a:pt x="66532" y="0"/>
                  <a:pt x="42863" y="0"/>
                </a:cubicBez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150" name="!!text-8p8" descr="轉接客服人員"/>
          <p:cNvSpPr txBox="1"/>
          <p:nvPr/>
        </p:nvSpPr>
        <p:spPr>
          <a:xfrm>
            <a:off x="9283700" y="3637026"/>
            <a:ext cx="560070" cy="12872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轉接客服人員</a:t>
            </a:r>
            <a:endParaRPr lang="zh-TW" sz="700"/>
          </a:p>
        </p:txBody>
      </p:sp>
      <p:sp>
        <p:nvSpPr>
          <p:cNvPr id="151" name="!!text-8ph" descr="AI 回覆僅供參考，實際以訂單頁面與客服人員說明為準"/>
          <p:cNvSpPr txBox="1"/>
          <p:nvPr/>
        </p:nvSpPr>
        <p:spPr>
          <a:xfrm>
            <a:off x="9055100" y="3894074"/>
            <a:ext cx="1706086" cy="10114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550" kern="0" dirty="0">
                <a:solidFill>
                  <a:srgbClr val="BDBDBD"/>
                </a:solidFill>
                <a:latin typeface="Noto Sans TC"/>
                <a:ea typeface="Noto Sans TC"/>
                <a:cs typeface="Noto Sans TC"/>
              </a:rPr>
              <a:t>AI 回覆僅供參考，實際以訂單頁面與客服人員說明為準</a:t>
            </a:r>
            <a:endParaRPr lang="zh-TW" sz="550"/>
          </a:p>
        </p:txBody>
      </p:sp>
      <p:sp>
        <p:nvSpPr>
          <p:cNvPr id="152" name="!!rect-8q7"/>
          <p:cNvSpPr/>
          <p:nvPr/>
        </p:nvSpPr>
        <p:spPr>
          <a:xfrm>
            <a:off x="8712200" y="5524500"/>
            <a:ext cx="2552700" cy="635000"/>
          </a:xfrm>
          <a:custGeom>
            <a:avLst/>
            <a:gdLst/>
            <a:ahLst/>
            <a:cxnLst/>
            <a:rect l="l" t="t" r="r" b="b"/>
            <a:pathLst>
              <a:path w="2552700" h="635000">
                <a:moveTo>
                  <a:pt x="0" y="0"/>
                </a:moveTo>
                <a:lnTo>
                  <a:pt x="2552700" y="0"/>
                </a:lnTo>
                <a:lnTo>
                  <a:pt x="2552700" y="317500"/>
                </a:lnTo>
                <a:cubicBezTo>
                  <a:pt x="2552700" y="492850"/>
                  <a:pt x="2410550" y="635000"/>
                  <a:pt x="2235200" y="635000"/>
                </a:cubicBezTo>
                <a:lnTo>
                  <a:pt x="317500" y="635000"/>
                </a:lnTo>
                <a:cubicBezTo>
                  <a:pt x="142150" y="635000"/>
                  <a:pt x="0" y="492850"/>
                  <a:pt x="0" y="317500"/>
                </a:cubicBez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53" name="!!rect-8q8"/>
          <p:cNvSpPr/>
          <p:nvPr/>
        </p:nvSpPr>
        <p:spPr>
          <a:xfrm>
            <a:off x="8813800" y="5588000"/>
            <a:ext cx="2019300" cy="304800"/>
          </a:xfrm>
          <a:prstGeom prst="roundRect">
            <a:avLst>
              <a:gd name="adj" fmla="val 50000"/>
            </a:avLst>
          </a:prstGeom>
          <a:solidFill>
            <a:srgbClr val="F3F5F7"/>
          </a:solidFill>
          <a:ln>
            <a:noFill/>
          </a:ln>
        </p:spPr>
      </p:sp>
      <p:sp>
        <p:nvSpPr>
          <p:cNvPr id="154" name="!!circle-8q9"/>
          <p:cNvSpPr/>
          <p:nvPr/>
        </p:nvSpPr>
        <p:spPr>
          <a:xfrm>
            <a:off x="10871200" y="5600700"/>
            <a:ext cx="279400" cy="279400"/>
          </a:xfrm>
          <a:prstGeom prst="ellipse">
            <a:avLst/>
          </a:prstGeom>
          <a:solidFill>
            <a:srgbClr val="627D8D"/>
          </a:solidFill>
          <a:ln>
            <a:noFill/>
          </a:ln>
        </p:spPr>
      </p:sp>
      <p:sp>
        <p:nvSpPr>
          <p:cNvPr id="155" name="!!path-8qa"/>
          <p:cNvSpPr/>
          <p:nvPr/>
        </p:nvSpPr>
        <p:spPr>
          <a:xfrm>
            <a:off x="10952696" y="5688019"/>
            <a:ext cx="122282" cy="104813"/>
          </a:xfrm>
          <a:custGeom>
            <a:avLst/>
            <a:gdLst/>
            <a:ahLst/>
            <a:cxnLst/>
            <a:rect l="l" t="t" r="r" b="b"/>
            <a:pathLst>
              <a:path w="122282" h="104813">
                <a:moveTo>
                  <a:pt x="58" y="104813"/>
                </a:moveTo>
                <a:lnTo>
                  <a:pt x="122282" y="52407"/>
                </a:lnTo>
                <a:lnTo>
                  <a:pt x="58" y="0"/>
                </a:lnTo>
                <a:lnTo>
                  <a:pt x="0" y="40761"/>
                </a:lnTo>
                <a:lnTo>
                  <a:pt x="87344" y="52407"/>
                </a:lnTo>
                <a:lnTo>
                  <a:pt x="0" y="6405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56" name="!!text-8qb" descr="輸入問題"/>
          <p:cNvSpPr txBox="1"/>
          <p:nvPr/>
        </p:nvSpPr>
        <p:spPr>
          <a:xfrm>
            <a:off x="8928100" y="5668010"/>
            <a:ext cx="409575" cy="1379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0" kern="0" dirty="0">
                <a:solidFill>
                  <a:srgbClr val="BDBDBD"/>
                </a:solidFill>
                <a:latin typeface="Noto Sans TC"/>
                <a:ea typeface="Noto Sans TC"/>
                <a:cs typeface="Noto Sans TC"/>
              </a:rPr>
              <a:t>輸入問題</a:t>
            </a:r>
            <a:endParaRPr lang="zh-TW" sz="750"/>
          </a:p>
        </p:txBody>
      </p:sp>
      <p:sp>
        <p:nvSpPr>
          <p:cNvPr id="157" name="!!rect-8qg"/>
          <p:cNvSpPr/>
          <p:nvPr/>
        </p:nvSpPr>
        <p:spPr>
          <a:xfrm>
            <a:off x="9531350" y="6076950"/>
            <a:ext cx="914400" cy="31750"/>
          </a:xfrm>
          <a:prstGeom prst="roundRect">
            <a:avLst>
              <a:gd name="adj" fmla="val 50000"/>
            </a:avLst>
          </a:prstGeom>
          <a:solidFill>
            <a:srgbClr val="000000">
              <a:alpha val="90000"/>
            </a:srgbClr>
          </a:solidFill>
          <a:ln>
            <a:noFill/>
          </a:ln>
        </p:spPr>
      </p:sp>
      <p:sp>
        <p:nvSpPr>
          <p:cNvPr id="158" name="!!rect-8qh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10000"/>
                </a:srgbClr>
              </a:gs>
              <a:gs pos="30762">
                <a:srgbClr val="FFFFFF">
                  <a:alpha val="2000"/>
                </a:srgbClr>
              </a:gs>
              <a:gs pos="31723">
                <a:srgbClr val="FFFFFF">
                  <a:alpha val="0"/>
                </a:srgbClr>
              </a:gs>
              <a:gs pos="9613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4329186" scaled="0"/>
          </a:gradFill>
          <a:ln>
            <a:noFill/>
          </a:ln>
        </p:spPr>
      </p:sp>
      <p:sp>
        <p:nvSpPr>
          <p:cNvPr id="159" name="!!rect-8qk"/>
          <p:cNvSpPr/>
          <p:nvPr/>
        </p:nvSpPr>
        <p:spPr>
          <a:xfrm>
            <a:off x="9728200" y="679450"/>
            <a:ext cx="520700" cy="23495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</p:spPr>
      </p:sp>
      <p:sp>
        <p:nvSpPr>
          <p:cNvPr id="160" name="!!circle-8ql"/>
          <p:cNvSpPr/>
          <p:nvPr/>
        </p:nvSpPr>
        <p:spPr>
          <a:xfrm>
            <a:off x="10088880" y="757555"/>
            <a:ext cx="78740" cy="78740"/>
          </a:xfrm>
          <a:prstGeom prst="ellipse">
            <a:avLst/>
          </a:prstGeom>
          <a:solidFill>
            <a:srgbClr val="0A0F16"/>
          </a:solidFill>
          <a:ln>
            <a:noFill/>
          </a:ln>
        </p:spPr>
      </p:sp>
      <p:sp>
        <p:nvSpPr>
          <p:cNvPr id="161" name="!!circle-8qm"/>
          <p:cNvSpPr/>
          <p:nvPr/>
        </p:nvSpPr>
        <p:spPr>
          <a:xfrm>
            <a:off x="10107930" y="776605"/>
            <a:ext cx="40640" cy="40640"/>
          </a:xfrm>
          <a:prstGeom prst="ellipse">
            <a:avLst/>
          </a:prstGeom>
          <a:solidFill>
            <a:srgbClr val="111B28"/>
          </a:solidFill>
          <a:ln>
            <a:noFill/>
          </a:ln>
        </p:spPr>
      </p:sp>
      <p:sp>
        <p:nvSpPr>
          <p:cNvPr id="162" name="!!circle-8qn"/>
          <p:cNvSpPr/>
          <p:nvPr/>
        </p:nvSpPr>
        <p:spPr>
          <a:xfrm>
            <a:off x="10130155" y="781685"/>
            <a:ext cx="13970" cy="13970"/>
          </a:xfrm>
          <a:prstGeom prst="ellipse">
            <a:avLst/>
          </a:prstGeom>
          <a:solidFill>
            <a:srgbClr val="3A5070">
              <a:alpha val="80000"/>
            </a:srgbClr>
          </a:solidFill>
          <a:ln>
            <a:noFill/>
          </a:ln>
        </p:spPr>
      </p:sp>
      <p:sp>
        <p:nvSpPr>
          <p:cNvPr id="163" name="!!path-9ic"/>
          <p:cNvSpPr/>
          <p:nvPr/>
        </p:nvSpPr>
        <p:spPr>
          <a:xfrm>
            <a:off x="381000" y="306527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64" name="!!path-9id"/>
          <p:cNvSpPr/>
          <p:nvPr/>
        </p:nvSpPr>
        <p:spPr>
          <a:xfrm>
            <a:off x="381000" y="308153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65" name="!!path-9ie"/>
          <p:cNvSpPr/>
          <p:nvPr/>
        </p:nvSpPr>
        <p:spPr>
          <a:xfrm>
            <a:off x="381000" y="309778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66" name="!!path-9if"/>
          <p:cNvSpPr/>
          <p:nvPr/>
        </p:nvSpPr>
        <p:spPr>
          <a:xfrm>
            <a:off x="381000" y="311404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67" name="!!path-9ig"/>
          <p:cNvSpPr/>
          <p:nvPr/>
        </p:nvSpPr>
        <p:spPr>
          <a:xfrm>
            <a:off x="381000" y="313030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68" name="!!path-9ih"/>
          <p:cNvSpPr/>
          <p:nvPr/>
        </p:nvSpPr>
        <p:spPr>
          <a:xfrm>
            <a:off x="381000" y="314655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69" name="!!path-9ii"/>
          <p:cNvSpPr/>
          <p:nvPr/>
        </p:nvSpPr>
        <p:spPr>
          <a:xfrm>
            <a:off x="381000" y="316281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70" name="!!path-9ij"/>
          <p:cNvSpPr/>
          <p:nvPr/>
        </p:nvSpPr>
        <p:spPr>
          <a:xfrm>
            <a:off x="381000" y="317906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71" name="!!path-9ik"/>
          <p:cNvSpPr/>
          <p:nvPr/>
        </p:nvSpPr>
        <p:spPr>
          <a:xfrm>
            <a:off x="419608" y="269342"/>
            <a:ext cx="128422" cy="122936"/>
          </a:xfrm>
          <a:custGeom>
            <a:avLst/>
            <a:gdLst/>
            <a:ahLst/>
            <a:cxnLst/>
            <a:rect l="l" t="t" r="r" b="b"/>
            <a:pathLst>
              <a:path w="128422" h="122936">
                <a:moveTo>
                  <a:pt x="0" y="17678"/>
                </a:moveTo>
                <a:lnTo>
                  <a:pt x="8128" y="5080"/>
                </a:lnTo>
                <a:cubicBezTo>
                  <a:pt x="32512" y="0"/>
                  <a:pt x="73152" y="7112"/>
                  <a:pt x="101600" y="26416"/>
                </a:cubicBezTo>
                <a:cubicBezTo>
                  <a:pt x="116840" y="37186"/>
                  <a:pt x="124968" y="49784"/>
                  <a:pt x="128422" y="62992"/>
                </a:cubicBezTo>
                <a:lnTo>
                  <a:pt x="128422" y="122936"/>
                </a:lnTo>
                <a:lnTo>
                  <a:pt x="0" y="1229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72" name="!!path-9il"/>
          <p:cNvSpPr/>
          <p:nvPr/>
        </p:nvSpPr>
        <p:spPr>
          <a:xfrm>
            <a:off x="419608" y="269342"/>
            <a:ext cx="128422" cy="62992"/>
          </a:xfrm>
          <a:custGeom>
            <a:avLst/>
            <a:gdLst/>
            <a:ahLst/>
            <a:cxnLst/>
            <a:rect l="l" t="t" r="r" b="b"/>
            <a:pathLst>
              <a:path w="128422" h="62992" fill="none">
                <a:moveTo>
                  <a:pt x="128422" y="62992"/>
                </a:moveTo>
                <a:cubicBezTo>
                  <a:pt x="124968" y="49784"/>
                  <a:pt x="116840" y="37186"/>
                  <a:pt x="101600" y="26416"/>
                </a:cubicBezTo>
                <a:cubicBezTo>
                  <a:pt x="73152" y="7112"/>
                  <a:pt x="32512" y="0"/>
                  <a:pt x="8128" y="5080"/>
                </a:cubicBezTo>
                <a:lnTo>
                  <a:pt x="0" y="1767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73" name="!!path-9im"/>
          <p:cNvSpPr/>
          <p:nvPr/>
        </p:nvSpPr>
        <p:spPr>
          <a:xfrm>
            <a:off x="407010" y="281534"/>
            <a:ext cx="141021" cy="110744"/>
          </a:xfrm>
          <a:custGeom>
            <a:avLst/>
            <a:gdLst/>
            <a:ahLst/>
            <a:cxnLst/>
            <a:rect l="l" t="t" r="r" b="b"/>
            <a:pathLst>
              <a:path w="141021" h="110744">
                <a:moveTo>
                  <a:pt x="0" y="22352"/>
                </a:moveTo>
                <a:lnTo>
                  <a:pt x="6502" y="6502"/>
                </a:lnTo>
                <a:cubicBezTo>
                  <a:pt x="36982" y="0"/>
                  <a:pt x="79654" y="7112"/>
                  <a:pt x="110134" y="25400"/>
                </a:cubicBezTo>
                <a:cubicBezTo>
                  <a:pt x="126390" y="35154"/>
                  <a:pt x="136550" y="49784"/>
                  <a:pt x="141021" y="62992"/>
                </a:cubicBezTo>
                <a:lnTo>
                  <a:pt x="141021" y="110744"/>
                </a:lnTo>
                <a:lnTo>
                  <a:pt x="0" y="110744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74" name="!!path-9in"/>
          <p:cNvSpPr/>
          <p:nvPr/>
        </p:nvSpPr>
        <p:spPr>
          <a:xfrm>
            <a:off x="407010" y="281534"/>
            <a:ext cx="141021" cy="62992"/>
          </a:xfrm>
          <a:custGeom>
            <a:avLst/>
            <a:gdLst/>
            <a:ahLst/>
            <a:cxnLst/>
            <a:rect l="l" t="t" r="r" b="b"/>
            <a:pathLst>
              <a:path w="141021" h="62992" fill="none">
                <a:moveTo>
                  <a:pt x="141021" y="62992"/>
                </a:moveTo>
                <a:cubicBezTo>
                  <a:pt x="136550" y="49784"/>
                  <a:pt x="126390" y="35154"/>
                  <a:pt x="110134" y="25400"/>
                </a:cubicBezTo>
                <a:cubicBezTo>
                  <a:pt x="79654" y="7112"/>
                  <a:pt x="36982" y="0"/>
                  <a:pt x="6502" y="6502"/>
                </a:cubicBezTo>
                <a:lnTo>
                  <a:pt x="0" y="22352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75" name="!!path-9io"/>
          <p:cNvSpPr/>
          <p:nvPr/>
        </p:nvSpPr>
        <p:spPr>
          <a:xfrm>
            <a:off x="395834" y="294742"/>
            <a:ext cx="151790" cy="97536"/>
          </a:xfrm>
          <a:custGeom>
            <a:avLst/>
            <a:gdLst/>
            <a:ahLst/>
            <a:cxnLst/>
            <a:rect l="l" t="t" r="r" b="b"/>
            <a:pathLst>
              <a:path w="151790" h="97536">
                <a:moveTo>
                  <a:pt x="0" y="23165"/>
                </a:moveTo>
                <a:lnTo>
                  <a:pt x="3861" y="12598"/>
                </a:lnTo>
                <a:cubicBezTo>
                  <a:pt x="37998" y="0"/>
                  <a:pt x="84734" y="5080"/>
                  <a:pt x="117246" y="21946"/>
                </a:cubicBezTo>
                <a:cubicBezTo>
                  <a:pt x="135534" y="31496"/>
                  <a:pt x="146710" y="43688"/>
                  <a:pt x="151790" y="55270"/>
                </a:cubicBezTo>
                <a:lnTo>
                  <a:pt x="151790" y="97536"/>
                </a:lnTo>
                <a:lnTo>
                  <a:pt x="0" y="975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76" name="!!path-9ip"/>
          <p:cNvSpPr/>
          <p:nvPr/>
        </p:nvSpPr>
        <p:spPr>
          <a:xfrm>
            <a:off x="395834" y="294742"/>
            <a:ext cx="151790" cy="55270"/>
          </a:xfrm>
          <a:custGeom>
            <a:avLst/>
            <a:gdLst/>
            <a:ahLst/>
            <a:cxnLst/>
            <a:rect l="l" t="t" r="r" b="b"/>
            <a:pathLst>
              <a:path w="151790" h="55270" fill="none">
                <a:moveTo>
                  <a:pt x="151790" y="55270"/>
                </a:moveTo>
                <a:cubicBezTo>
                  <a:pt x="146710" y="43688"/>
                  <a:pt x="135534" y="31496"/>
                  <a:pt x="117246" y="21946"/>
                </a:cubicBezTo>
                <a:cubicBezTo>
                  <a:pt x="84734" y="5080"/>
                  <a:pt x="37998" y="0"/>
                  <a:pt x="3861" y="12598"/>
                </a:cubicBezTo>
                <a:lnTo>
                  <a:pt x="0" y="23165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77" name="!!path-9iq"/>
          <p:cNvSpPr/>
          <p:nvPr/>
        </p:nvSpPr>
        <p:spPr>
          <a:xfrm>
            <a:off x="548234" y="264262"/>
            <a:ext cx="120294" cy="128016"/>
          </a:xfrm>
          <a:custGeom>
            <a:avLst/>
            <a:gdLst/>
            <a:ahLst/>
            <a:cxnLst/>
            <a:rect l="l" t="t" r="r" b="b"/>
            <a:pathLst>
              <a:path w="120294" h="128016">
                <a:moveTo>
                  <a:pt x="120294" y="18288"/>
                </a:moveTo>
                <a:lnTo>
                  <a:pt x="113589" y="4470"/>
                </a:lnTo>
                <a:cubicBezTo>
                  <a:pt x="86766" y="0"/>
                  <a:pt x="44094" y="10160"/>
                  <a:pt x="17678" y="30480"/>
                </a:cubicBezTo>
                <a:cubicBezTo>
                  <a:pt x="6502" y="39624"/>
                  <a:pt x="1422" y="52832"/>
                  <a:pt x="0" y="67056"/>
                </a:cubicBezTo>
                <a:lnTo>
                  <a:pt x="0" y="128016"/>
                </a:lnTo>
                <a:lnTo>
                  <a:pt x="120294" y="12801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78" name="!!path-9ir"/>
          <p:cNvSpPr/>
          <p:nvPr/>
        </p:nvSpPr>
        <p:spPr>
          <a:xfrm>
            <a:off x="548234" y="264262"/>
            <a:ext cx="120294" cy="67056"/>
          </a:xfrm>
          <a:custGeom>
            <a:avLst/>
            <a:gdLst/>
            <a:ahLst/>
            <a:cxnLst/>
            <a:rect l="l" t="t" r="r" b="b"/>
            <a:pathLst>
              <a:path w="120294" h="67056" fill="none">
                <a:moveTo>
                  <a:pt x="0" y="67056"/>
                </a:moveTo>
                <a:cubicBezTo>
                  <a:pt x="1422" y="52832"/>
                  <a:pt x="6502" y="39624"/>
                  <a:pt x="17678" y="30480"/>
                </a:cubicBezTo>
                <a:cubicBezTo>
                  <a:pt x="44094" y="10160"/>
                  <a:pt x="86766" y="0"/>
                  <a:pt x="113589" y="4470"/>
                </a:cubicBezTo>
                <a:lnTo>
                  <a:pt x="120294" y="1828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79" name="!!path-9is"/>
          <p:cNvSpPr/>
          <p:nvPr/>
        </p:nvSpPr>
        <p:spPr>
          <a:xfrm>
            <a:off x="548437" y="279502"/>
            <a:ext cx="133299" cy="112776"/>
          </a:xfrm>
          <a:custGeom>
            <a:avLst/>
            <a:gdLst/>
            <a:ahLst/>
            <a:cxnLst/>
            <a:rect l="l" t="t" r="r" b="b"/>
            <a:pathLst>
              <a:path w="133299" h="112776">
                <a:moveTo>
                  <a:pt x="133299" y="19710"/>
                </a:moveTo>
                <a:lnTo>
                  <a:pt x="127203" y="3048"/>
                </a:lnTo>
                <a:cubicBezTo>
                  <a:pt x="94691" y="0"/>
                  <a:pt x="54051" y="11176"/>
                  <a:pt x="27635" y="30683"/>
                </a:cubicBezTo>
                <a:cubicBezTo>
                  <a:pt x="13411" y="41250"/>
                  <a:pt x="4267" y="53848"/>
                  <a:pt x="0" y="65024"/>
                </a:cubicBezTo>
                <a:lnTo>
                  <a:pt x="0" y="112776"/>
                </a:lnTo>
                <a:lnTo>
                  <a:pt x="133299" y="11277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80" name="!!path-9it"/>
          <p:cNvSpPr/>
          <p:nvPr/>
        </p:nvSpPr>
        <p:spPr>
          <a:xfrm>
            <a:off x="548437" y="279502"/>
            <a:ext cx="133299" cy="65024"/>
          </a:xfrm>
          <a:custGeom>
            <a:avLst/>
            <a:gdLst/>
            <a:ahLst/>
            <a:cxnLst/>
            <a:rect l="l" t="t" r="r" b="b"/>
            <a:pathLst>
              <a:path w="133299" h="65024" fill="none">
                <a:moveTo>
                  <a:pt x="0" y="65024"/>
                </a:moveTo>
                <a:cubicBezTo>
                  <a:pt x="4267" y="53848"/>
                  <a:pt x="13411" y="41250"/>
                  <a:pt x="27635" y="30683"/>
                </a:cubicBezTo>
                <a:cubicBezTo>
                  <a:pt x="54051" y="11176"/>
                  <a:pt x="94691" y="0"/>
                  <a:pt x="127203" y="3048"/>
                </a:cubicBezTo>
                <a:lnTo>
                  <a:pt x="133299" y="19710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81" name="!!path-9iu"/>
          <p:cNvSpPr/>
          <p:nvPr/>
        </p:nvSpPr>
        <p:spPr>
          <a:xfrm>
            <a:off x="548843" y="293726"/>
            <a:ext cx="142646" cy="98552"/>
          </a:xfrm>
          <a:custGeom>
            <a:avLst/>
            <a:gdLst/>
            <a:ahLst/>
            <a:cxnLst/>
            <a:rect l="l" t="t" r="r" b="b"/>
            <a:pathLst>
              <a:path w="142646" h="98552">
                <a:moveTo>
                  <a:pt x="142646" y="18898"/>
                </a:moveTo>
                <a:lnTo>
                  <a:pt x="139802" y="8738"/>
                </a:lnTo>
                <a:cubicBezTo>
                  <a:pt x="106477" y="0"/>
                  <a:pt x="63805" y="5080"/>
                  <a:pt x="35357" y="19304"/>
                </a:cubicBezTo>
                <a:cubicBezTo>
                  <a:pt x="17069" y="28448"/>
                  <a:pt x="5893" y="42672"/>
                  <a:pt x="0" y="56286"/>
                </a:cubicBezTo>
                <a:lnTo>
                  <a:pt x="0" y="98552"/>
                </a:lnTo>
                <a:lnTo>
                  <a:pt x="142646" y="98552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82" name="!!path-9iv"/>
          <p:cNvSpPr/>
          <p:nvPr/>
        </p:nvSpPr>
        <p:spPr>
          <a:xfrm>
            <a:off x="548843" y="293726"/>
            <a:ext cx="142646" cy="56286"/>
          </a:xfrm>
          <a:custGeom>
            <a:avLst/>
            <a:gdLst/>
            <a:ahLst/>
            <a:cxnLst/>
            <a:rect l="l" t="t" r="r" b="b"/>
            <a:pathLst>
              <a:path w="142646" h="56286" fill="none">
                <a:moveTo>
                  <a:pt x="0" y="56286"/>
                </a:moveTo>
                <a:cubicBezTo>
                  <a:pt x="5893" y="42672"/>
                  <a:pt x="17069" y="28448"/>
                  <a:pt x="35357" y="19304"/>
                </a:cubicBezTo>
                <a:cubicBezTo>
                  <a:pt x="63805" y="5080"/>
                  <a:pt x="106477" y="0"/>
                  <a:pt x="139802" y="8738"/>
                </a:cubicBezTo>
                <a:lnTo>
                  <a:pt x="142646" y="1889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83" name="!!path-9iw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627D8D"/>
              </a:gs>
              <a:gs pos="21794">
                <a:srgbClr val="627D8D"/>
              </a:gs>
              <a:gs pos="55376">
                <a:srgbClr val="627D8D"/>
              </a:gs>
              <a:gs pos="96421">
                <a:srgbClr val="98ABB7"/>
              </a:gs>
              <a:gs pos="100000">
                <a:srgbClr val="98ABB7"/>
              </a:gs>
            </a:gsLst>
            <a:lin ang="1983350" scaled="0"/>
          </a:gradFill>
          <a:ln>
            <a:noFill/>
          </a:ln>
        </p:spPr>
      </p:sp>
      <p:sp>
        <p:nvSpPr>
          <p:cNvPr id="184" name="!!path-9ix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0000"/>
                </a:srgbClr>
              </a:gs>
              <a:gs pos="4764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83333" t="79291" r="16667" b="20709"/>
            </a:path>
          </a:gradFill>
          <a:ln>
            <a:noFill/>
          </a:ln>
        </p:spPr>
      </p:sp>
      <p:sp>
        <p:nvSpPr>
          <p:cNvPr id="185" name="!!line-9iy"/>
          <p:cNvSpPr/>
          <p:nvPr/>
        </p:nvSpPr>
        <p:spPr>
          <a:xfrm>
            <a:off x="549046" y="363017"/>
            <a:ext cx="1" cy="153619"/>
          </a:xfrm>
          <a:custGeom>
            <a:avLst/>
            <a:gdLst/>
            <a:ahLst/>
            <a:cxnLst/>
            <a:rect l="l" t="t" r="r" b="b"/>
            <a:pathLst>
              <a:path w="1" h="153619">
                <a:moveTo>
                  <a:pt x="0" y="0"/>
                </a:moveTo>
                <a:lnTo>
                  <a:pt x="0" y="153619"/>
                </a:lnTo>
              </a:path>
            </a:pathLst>
          </a:custGeom>
          <a:solidFill>
            <a:srgbClr val="000000"/>
          </a:solidFill>
          <a:ln w="6909" cap="rnd">
            <a:solidFill>
              <a:srgbClr val="C9D3D9"/>
            </a:solidFill>
            <a:prstDash val="solid"/>
            <a:miter lim="800000"/>
          </a:ln>
        </p:spPr>
      </p:sp>
      <p:sp>
        <p:nvSpPr>
          <p:cNvPr id="186" name="!!path-9iz"/>
          <p:cNvSpPr/>
          <p:nvPr/>
        </p:nvSpPr>
        <p:spPr>
          <a:xfrm>
            <a:off x="657962" y="442062"/>
            <a:ext cx="25400" cy="37998"/>
          </a:xfrm>
          <a:custGeom>
            <a:avLst/>
            <a:gdLst/>
            <a:ahLst/>
            <a:cxnLst/>
            <a:rect l="l" t="t" r="r" b="b"/>
            <a:pathLst>
              <a:path w="25400" h="37998">
                <a:moveTo>
                  <a:pt x="0" y="2642"/>
                </a:moveTo>
                <a:lnTo>
                  <a:pt x="15240" y="0"/>
                </a:lnTo>
                <a:lnTo>
                  <a:pt x="25400" y="37186"/>
                </a:lnTo>
                <a:lnTo>
                  <a:pt x="7518" y="37998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 w="1016" cap="flat">
            <a:solidFill>
              <a:srgbClr val="FFFFFF">
                <a:alpha val="55000"/>
              </a:srgbClr>
            </a:solidFill>
            <a:prstDash val="solid"/>
            <a:round/>
          </a:ln>
        </p:spPr>
      </p:sp>
      <p:sp>
        <p:nvSpPr>
          <p:cNvPr id="187" name="!!text-9j0" descr="救「舊」我的書"/>
          <p:cNvSpPr txBox="1"/>
          <p:nvPr/>
        </p:nvSpPr>
        <p:spPr>
          <a:xfrm>
            <a:off x="805879" y="251460"/>
            <a:ext cx="1120140" cy="25745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400" b="1" kern="0" spc="-70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救</a:t>
            </a:r>
            <a:r>
              <a:rPr lang="zh-TW" altLang="en-US" sz="14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「舊</a:t>
            </a:r>
            <a:r>
              <a:rPr lang="zh-TW" altLang="en-US" sz="1400" b="1" kern="0" spc="-70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」</a:t>
            </a:r>
            <a:r>
              <a:rPr lang="zh-TW" altLang="en-US" sz="14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我的書</a:t>
            </a:r>
            <a:endParaRPr lang="zh-TW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fast" p14:dur="1500" advTm="500">
        <p159:morph option="byObject"/>
      </p:transition>
    </mc:Choice>
    <mc:Fallback>
      <p:transition spd="fast" advTm="500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107.1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rect-1q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7"/>
          </a:solidFill>
          <a:ln>
            <a:noFill/>
          </a:ln>
        </p:spPr>
      </p:sp>
      <p:sp>
        <p:nvSpPr>
          <p:cNvPr id="3" name="!!ellipse-1q2"/>
          <p:cNvSpPr/>
          <p:nvPr/>
        </p:nvSpPr>
        <p:spPr>
          <a:xfrm>
            <a:off x="-889000" y="-952500"/>
            <a:ext cx="13970000" cy="7874000"/>
          </a:xfrm>
          <a:prstGeom prst="ellipse">
            <a:avLst/>
          </a:prstGeom>
          <a:gradFill rotWithShape="1">
            <a:gsLst>
              <a:gs pos="0">
                <a:srgbClr val="FFFFFF">
                  <a:alpha val="95000"/>
                </a:srgbClr>
              </a:gs>
              <a:gs pos="40865">
                <a:srgbClr val="FFFFFF">
                  <a:alpha val="35000"/>
                </a:srgbClr>
              </a:gs>
              <a:gs pos="68108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!!rect-1q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P1"/>
            <a:srcRect/>
            <a:tile tx="121933" ty="90119" sx="16667" sy="16667" flip="none" algn="tl"/>
          </a:blipFill>
          <a:ln>
            <a:noFill/>
          </a:ln>
        </p:spPr>
      </p:sp>
      <p:sp>
        <p:nvSpPr>
          <p:cNvPr id="5" name="!!circle-1qg"/>
          <p:cNvSpPr/>
          <p:nvPr/>
        </p:nvSpPr>
        <p:spPr>
          <a:xfrm>
            <a:off x="-983081" y="3891960"/>
            <a:ext cx="1987309" cy="1987309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" name="!!circle-1qv"/>
          <p:cNvSpPr/>
          <p:nvPr/>
        </p:nvSpPr>
        <p:spPr>
          <a:xfrm>
            <a:off x="9555220" y="2982049"/>
            <a:ext cx="1551610" cy="1551610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7" name="!!circle-1r1"/>
          <p:cNvSpPr/>
          <p:nvPr/>
        </p:nvSpPr>
        <p:spPr>
          <a:xfrm>
            <a:off x="10324516" y="2230641"/>
            <a:ext cx="905370" cy="905370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8" name="!!circle-1ro"/>
          <p:cNvSpPr/>
          <p:nvPr/>
        </p:nvSpPr>
        <p:spPr>
          <a:xfrm>
            <a:off x="1633811" y="4038391"/>
            <a:ext cx="1641335" cy="1641335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9" name="!!circle-1rs"/>
          <p:cNvSpPr/>
          <p:nvPr/>
        </p:nvSpPr>
        <p:spPr>
          <a:xfrm>
            <a:off x="11786421" y="3863632"/>
            <a:ext cx="1598701" cy="1598701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0" name="!!circle-1ru"/>
          <p:cNvSpPr/>
          <p:nvPr/>
        </p:nvSpPr>
        <p:spPr>
          <a:xfrm>
            <a:off x="6290362" y="6457639"/>
            <a:ext cx="1493304" cy="1493304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1" name="!!circle-1s5"/>
          <p:cNvSpPr/>
          <p:nvPr/>
        </p:nvSpPr>
        <p:spPr>
          <a:xfrm>
            <a:off x="220289" y="5186915"/>
            <a:ext cx="905091" cy="905091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2" name="!!rect-1sh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5F7">
                  <a:alpha val="0"/>
                </a:srgbClr>
              </a:gs>
              <a:gs pos="20428">
                <a:srgbClr val="F3F5F7">
                  <a:alpha val="0"/>
                </a:srgbClr>
              </a:gs>
              <a:gs pos="66730">
                <a:srgbClr val="F3F5F7"/>
              </a:gs>
              <a:gs pos="100000">
                <a:srgbClr val="F3F5F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3" name="!!circle-1sj"/>
          <p:cNvSpPr/>
          <p:nvPr/>
        </p:nvSpPr>
        <p:spPr>
          <a:xfrm>
            <a:off x="93796" y="-32336"/>
            <a:ext cx="50038" cy="50038"/>
          </a:xfrm>
          <a:prstGeom prst="ellipse">
            <a:avLst/>
          </a:prstGeom>
          <a:solidFill>
            <a:srgbClr val="627D8D">
              <a:alpha val="25400"/>
            </a:srgbClr>
          </a:solidFill>
          <a:ln>
            <a:noFill/>
          </a:ln>
        </p:spPr>
      </p:sp>
      <p:sp>
        <p:nvSpPr>
          <p:cNvPr id="14" name="!!circle-1sm"/>
          <p:cNvSpPr/>
          <p:nvPr/>
        </p:nvSpPr>
        <p:spPr>
          <a:xfrm>
            <a:off x="5579296" y="1328456"/>
            <a:ext cx="36055" cy="36055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15" name="!!circle-1sp"/>
          <p:cNvSpPr/>
          <p:nvPr/>
        </p:nvSpPr>
        <p:spPr>
          <a:xfrm>
            <a:off x="9312421" y="3226219"/>
            <a:ext cx="24295" cy="24295"/>
          </a:xfrm>
          <a:prstGeom prst="ellipse">
            <a:avLst/>
          </a:prstGeom>
          <a:solidFill>
            <a:srgbClr val="627D8D">
              <a:alpha val="18100"/>
            </a:srgbClr>
          </a:solidFill>
          <a:ln>
            <a:noFill/>
          </a:ln>
        </p:spPr>
      </p:sp>
      <p:sp>
        <p:nvSpPr>
          <p:cNvPr id="16" name="!!circle-1ss"/>
          <p:cNvSpPr/>
          <p:nvPr/>
        </p:nvSpPr>
        <p:spPr>
          <a:xfrm>
            <a:off x="3509782" y="6428746"/>
            <a:ext cx="25959" cy="25959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17" name="!!circle-1sv"/>
          <p:cNvSpPr/>
          <p:nvPr/>
        </p:nvSpPr>
        <p:spPr>
          <a:xfrm>
            <a:off x="1971886" y="1771168"/>
            <a:ext cx="35878" cy="35878"/>
          </a:xfrm>
          <a:prstGeom prst="ellipse">
            <a:avLst/>
          </a:prstGeom>
          <a:solidFill>
            <a:srgbClr val="627D8D">
              <a:alpha val="26800"/>
            </a:srgbClr>
          </a:solidFill>
          <a:ln>
            <a:noFill/>
          </a:ln>
        </p:spPr>
      </p:sp>
      <p:sp>
        <p:nvSpPr>
          <p:cNvPr id="18" name="!!circle-1sy"/>
          <p:cNvSpPr/>
          <p:nvPr/>
        </p:nvSpPr>
        <p:spPr>
          <a:xfrm>
            <a:off x="6837219" y="3758706"/>
            <a:ext cx="40234" cy="40234"/>
          </a:xfrm>
          <a:prstGeom prst="ellipse">
            <a:avLst/>
          </a:prstGeom>
          <a:solidFill>
            <a:srgbClr val="627D8D">
              <a:alpha val="31300"/>
            </a:srgbClr>
          </a:solidFill>
          <a:ln>
            <a:noFill/>
          </a:ln>
        </p:spPr>
      </p:sp>
      <p:sp>
        <p:nvSpPr>
          <p:cNvPr id="19" name="!!circle-1t4"/>
          <p:cNvSpPr/>
          <p:nvPr/>
        </p:nvSpPr>
        <p:spPr>
          <a:xfrm>
            <a:off x="1172029" y="4846531"/>
            <a:ext cx="29959" cy="29959"/>
          </a:xfrm>
          <a:prstGeom prst="ellipse">
            <a:avLst/>
          </a:prstGeom>
          <a:solidFill>
            <a:srgbClr val="627D8D">
              <a:alpha val="19400"/>
            </a:srgbClr>
          </a:solidFill>
          <a:ln>
            <a:noFill/>
          </a:ln>
        </p:spPr>
      </p:sp>
      <p:sp>
        <p:nvSpPr>
          <p:cNvPr id="20" name="!!circle-1t7"/>
          <p:cNvSpPr/>
          <p:nvPr/>
        </p:nvSpPr>
        <p:spPr>
          <a:xfrm>
            <a:off x="8467341" y="4467256"/>
            <a:ext cx="28702" cy="28702"/>
          </a:xfrm>
          <a:prstGeom prst="ellipse">
            <a:avLst/>
          </a:prstGeom>
          <a:solidFill>
            <a:srgbClr val="627D8D">
              <a:alpha val="17800"/>
            </a:srgbClr>
          </a:solidFill>
          <a:ln>
            <a:noFill/>
          </a:ln>
        </p:spPr>
      </p:sp>
      <p:sp>
        <p:nvSpPr>
          <p:cNvPr id="21" name="!!circle-1ta"/>
          <p:cNvSpPr/>
          <p:nvPr/>
        </p:nvSpPr>
        <p:spPr>
          <a:xfrm>
            <a:off x="11004304" y="1860322"/>
            <a:ext cx="24066" cy="24066"/>
          </a:xfrm>
          <a:prstGeom prst="ellipse">
            <a:avLst/>
          </a:prstGeom>
          <a:solidFill>
            <a:srgbClr val="627D8D">
              <a:alpha val="23900"/>
            </a:srgbClr>
          </a:solidFill>
          <a:ln>
            <a:noFill/>
          </a:ln>
        </p:spPr>
      </p:sp>
      <p:sp>
        <p:nvSpPr>
          <p:cNvPr id="22" name="!!circle-1td"/>
          <p:cNvSpPr/>
          <p:nvPr/>
        </p:nvSpPr>
        <p:spPr>
          <a:xfrm>
            <a:off x="8430647" y="5800953"/>
            <a:ext cx="35865" cy="35865"/>
          </a:xfrm>
          <a:prstGeom prst="ellipse">
            <a:avLst/>
          </a:prstGeom>
          <a:solidFill>
            <a:srgbClr val="627D8D">
              <a:alpha val="28200"/>
            </a:srgbClr>
          </a:solidFill>
          <a:ln>
            <a:noFill/>
          </a:ln>
        </p:spPr>
      </p:sp>
      <p:sp>
        <p:nvSpPr>
          <p:cNvPr id="23" name="!!circle-1tg"/>
          <p:cNvSpPr/>
          <p:nvPr/>
        </p:nvSpPr>
        <p:spPr>
          <a:xfrm>
            <a:off x="1492801" y="2960400"/>
            <a:ext cx="39218" cy="39218"/>
          </a:xfrm>
          <a:prstGeom prst="ellipse">
            <a:avLst/>
          </a:prstGeom>
          <a:solidFill>
            <a:srgbClr val="627D8D">
              <a:alpha val="29600"/>
            </a:srgbClr>
          </a:solidFill>
          <a:ln>
            <a:noFill/>
          </a:ln>
        </p:spPr>
      </p:sp>
      <p:sp>
        <p:nvSpPr>
          <p:cNvPr id="24" name="!!circle-1tj"/>
          <p:cNvSpPr/>
          <p:nvPr/>
        </p:nvSpPr>
        <p:spPr>
          <a:xfrm>
            <a:off x="7095065" y="6002910"/>
            <a:ext cx="49733" cy="49733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5" name="!!circle-1tm"/>
          <p:cNvSpPr/>
          <p:nvPr/>
        </p:nvSpPr>
        <p:spPr>
          <a:xfrm>
            <a:off x="6391704" y="1678425"/>
            <a:ext cx="41694" cy="41694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6" name="!!circle-1tp"/>
          <p:cNvSpPr/>
          <p:nvPr/>
        </p:nvSpPr>
        <p:spPr>
          <a:xfrm>
            <a:off x="6794769" y="5087226"/>
            <a:ext cx="31979" cy="31979"/>
          </a:xfrm>
          <a:prstGeom prst="ellipse">
            <a:avLst/>
          </a:prstGeom>
          <a:solidFill>
            <a:srgbClr val="627D8D">
              <a:alpha val="24100"/>
            </a:srgbClr>
          </a:solidFill>
          <a:ln>
            <a:noFill/>
          </a:ln>
        </p:spPr>
      </p:sp>
      <p:sp>
        <p:nvSpPr>
          <p:cNvPr id="27" name="!!circle-1ts"/>
          <p:cNvSpPr/>
          <p:nvPr/>
        </p:nvSpPr>
        <p:spPr>
          <a:xfrm>
            <a:off x="3883827" y="969578"/>
            <a:ext cx="18085" cy="18085"/>
          </a:xfrm>
          <a:prstGeom prst="ellipse">
            <a:avLst/>
          </a:prstGeom>
          <a:solidFill>
            <a:srgbClr val="627D8D">
              <a:alpha val="10500"/>
            </a:srgbClr>
          </a:solidFill>
          <a:ln>
            <a:noFill/>
          </a:ln>
        </p:spPr>
      </p:sp>
      <p:sp>
        <p:nvSpPr>
          <p:cNvPr id="28" name="!!circle-1ty"/>
          <p:cNvSpPr/>
          <p:nvPr/>
        </p:nvSpPr>
        <p:spPr>
          <a:xfrm>
            <a:off x="3453191" y="6259963"/>
            <a:ext cx="39243" cy="39243"/>
          </a:xfrm>
          <a:prstGeom prst="ellipse">
            <a:avLst/>
          </a:prstGeom>
          <a:solidFill>
            <a:srgbClr val="627D8D">
              <a:alpha val="27700"/>
            </a:srgbClr>
          </a:solidFill>
          <a:ln>
            <a:noFill/>
          </a:ln>
        </p:spPr>
      </p:sp>
      <p:sp>
        <p:nvSpPr>
          <p:cNvPr id="29" name="!!circle-1u1"/>
          <p:cNvSpPr/>
          <p:nvPr/>
        </p:nvSpPr>
        <p:spPr>
          <a:xfrm>
            <a:off x="1651957" y="6551051"/>
            <a:ext cx="34519" cy="34519"/>
          </a:xfrm>
          <a:prstGeom prst="ellipse">
            <a:avLst/>
          </a:prstGeom>
          <a:solidFill>
            <a:srgbClr val="627D8D">
              <a:alpha val="22500"/>
            </a:srgbClr>
          </a:solidFill>
          <a:ln>
            <a:noFill/>
          </a:ln>
        </p:spPr>
      </p:sp>
      <p:sp>
        <p:nvSpPr>
          <p:cNvPr id="30" name="!!circle-1u4"/>
          <p:cNvSpPr/>
          <p:nvPr/>
        </p:nvSpPr>
        <p:spPr>
          <a:xfrm>
            <a:off x="2669316" y="5054650"/>
            <a:ext cx="46228" cy="46228"/>
          </a:xfrm>
          <a:prstGeom prst="ellipse">
            <a:avLst/>
          </a:prstGeom>
          <a:solidFill>
            <a:srgbClr val="627D8D">
              <a:alpha val="26200"/>
            </a:srgbClr>
          </a:solidFill>
          <a:ln>
            <a:noFill/>
          </a:ln>
        </p:spPr>
      </p:sp>
      <p:sp>
        <p:nvSpPr>
          <p:cNvPr id="31" name="!!circle-1u7"/>
          <p:cNvSpPr/>
          <p:nvPr/>
        </p:nvSpPr>
        <p:spPr>
          <a:xfrm>
            <a:off x="7425281" y="4741206"/>
            <a:ext cx="49327" cy="49327"/>
          </a:xfrm>
          <a:prstGeom prst="ellipse">
            <a:avLst/>
          </a:prstGeom>
          <a:solidFill>
            <a:srgbClr val="627D8D">
              <a:alpha val="20800"/>
            </a:srgbClr>
          </a:solidFill>
          <a:ln>
            <a:noFill/>
          </a:ln>
        </p:spPr>
      </p:sp>
      <p:sp>
        <p:nvSpPr>
          <p:cNvPr id="32" name="!!circle-1ua"/>
          <p:cNvSpPr/>
          <p:nvPr/>
        </p:nvSpPr>
        <p:spPr>
          <a:xfrm>
            <a:off x="9695410" y="5434040"/>
            <a:ext cx="24054" cy="24054"/>
          </a:xfrm>
          <a:prstGeom prst="ellipse">
            <a:avLst/>
          </a:prstGeom>
          <a:solidFill>
            <a:srgbClr val="627D8D">
              <a:alpha val="22200"/>
            </a:srgbClr>
          </a:solidFill>
          <a:ln>
            <a:noFill/>
          </a:ln>
        </p:spPr>
      </p:sp>
      <p:sp>
        <p:nvSpPr>
          <p:cNvPr id="33" name="!!circle-1ud"/>
          <p:cNvSpPr/>
          <p:nvPr/>
        </p:nvSpPr>
        <p:spPr>
          <a:xfrm>
            <a:off x="2055331" y="1447760"/>
            <a:ext cx="32271" cy="32271"/>
          </a:xfrm>
          <a:prstGeom prst="ellipse">
            <a:avLst/>
          </a:prstGeom>
          <a:solidFill>
            <a:srgbClr val="627D8D">
              <a:alpha val="20500"/>
            </a:srgbClr>
          </a:solidFill>
          <a:ln>
            <a:noFill/>
          </a:ln>
        </p:spPr>
      </p:sp>
      <p:sp>
        <p:nvSpPr>
          <p:cNvPr id="34" name="!!circle-1uj"/>
          <p:cNvSpPr/>
          <p:nvPr/>
        </p:nvSpPr>
        <p:spPr>
          <a:xfrm>
            <a:off x="2074433" y="2405854"/>
            <a:ext cx="34252" cy="34252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35" name="!!circle-1um"/>
          <p:cNvSpPr/>
          <p:nvPr/>
        </p:nvSpPr>
        <p:spPr>
          <a:xfrm>
            <a:off x="9605980" y="4279881"/>
            <a:ext cx="44196" cy="44196"/>
          </a:xfrm>
          <a:prstGeom prst="ellipse">
            <a:avLst/>
          </a:prstGeom>
          <a:solidFill>
            <a:srgbClr val="627D8D">
              <a:alpha val="21700"/>
            </a:srgbClr>
          </a:solidFill>
          <a:ln>
            <a:noFill/>
          </a:ln>
        </p:spPr>
      </p:sp>
      <p:sp>
        <p:nvSpPr>
          <p:cNvPr id="36" name="!!circle-1up"/>
          <p:cNvSpPr/>
          <p:nvPr/>
        </p:nvSpPr>
        <p:spPr>
          <a:xfrm>
            <a:off x="6779416" y="1780357"/>
            <a:ext cx="35192" cy="35192"/>
          </a:xfrm>
          <a:prstGeom prst="ellipse">
            <a:avLst/>
          </a:prstGeom>
          <a:solidFill>
            <a:srgbClr val="627D8D">
              <a:alpha val="27100"/>
            </a:srgbClr>
          </a:solidFill>
          <a:ln>
            <a:noFill/>
          </a:ln>
        </p:spPr>
      </p:sp>
      <p:sp>
        <p:nvSpPr>
          <p:cNvPr id="37" name="!!circle-1us"/>
          <p:cNvSpPr/>
          <p:nvPr/>
        </p:nvSpPr>
        <p:spPr>
          <a:xfrm>
            <a:off x="10165460" y="5303424"/>
            <a:ext cx="43358" cy="43358"/>
          </a:xfrm>
          <a:prstGeom prst="ellipse">
            <a:avLst/>
          </a:prstGeom>
          <a:solidFill>
            <a:srgbClr val="627D8D">
              <a:alpha val="19500"/>
            </a:srgbClr>
          </a:solidFill>
          <a:ln>
            <a:noFill/>
          </a:ln>
        </p:spPr>
      </p:sp>
      <p:sp>
        <p:nvSpPr>
          <p:cNvPr id="38" name="!!circle-1uv"/>
          <p:cNvSpPr/>
          <p:nvPr/>
        </p:nvSpPr>
        <p:spPr>
          <a:xfrm>
            <a:off x="3167465" y="2088925"/>
            <a:ext cx="33528" cy="33528"/>
          </a:xfrm>
          <a:prstGeom prst="ellipse">
            <a:avLst/>
          </a:prstGeom>
          <a:solidFill>
            <a:srgbClr val="627D8D">
              <a:alpha val="28300"/>
            </a:srgbClr>
          </a:solidFill>
          <a:ln>
            <a:noFill/>
          </a:ln>
        </p:spPr>
      </p:sp>
      <p:sp>
        <p:nvSpPr>
          <p:cNvPr id="39" name="!!circle-1uy"/>
          <p:cNvSpPr/>
          <p:nvPr/>
        </p:nvSpPr>
        <p:spPr>
          <a:xfrm>
            <a:off x="6803876" y="2660925"/>
            <a:ext cx="28956" cy="28956"/>
          </a:xfrm>
          <a:prstGeom prst="ellipse">
            <a:avLst/>
          </a:prstGeom>
          <a:solidFill>
            <a:srgbClr val="627D8D">
              <a:alpha val="21800"/>
            </a:srgbClr>
          </a:solidFill>
          <a:ln>
            <a:noFill/>
          </a:ln>
        </p:spPr>
      </p:sp>
      <p:sp>
        <p:nvSpPr>
          <p:cNvPr id="40" name="!!circle-1v1"/>
          <p:cNvSpPr/>
          <p:nvPr/>
        </p:nvSpPr>
        <p:spPr>
          <a:xfrm>
            <a:off x="7004179" y="6350052"/>
            <a:ext cx="45555" cy="45555"/>
          </a:xfrm>
          <a:prstGeom prst="ellipse">
            <a:avLst/>
          </a:prstGeom>
          <a:solidFill>
            <a:srgbClr val="627D8D">
              <a:alpha val="20900"/>
            </a:srgbClr>
          </a:solidFill>
          <a:ln>
            <a:noFill/>
          </a:ln>
        </p:spPr>
      </p:sp>
      <p:sp>
        <p:nvSpPr>
          <p:cNvPr id="41" name="!!circle-1v4"/>
          <p:cNvSpPr/>
          <p:nvPr/>
        </p:nvSpPr>
        <p:spPr>
          <a:xfrm>
            <a:off x="11304201" y="3237518"/>
            <a:ext cx="39484" cy="39484"/>
          </a:xfrm>
          <a:prstGeom prst="ellipse">
            <a:avLst/>
          </a:prstGeom>
          <a:solidFill>
            <a:srgbClr val="627D8D">
              <a:alpha val="13600"/>
            </a:srgbClr>
          </a:solidFill>
          <a:ln>
            <a:noFill/>
          </a:ln>
        </p:spPr>
      </p:sp>
      <p:sp>
        <p:nvSpPr>
          <p:cNvPr id="42" name="!!circle-1v7"/>
          <p:cNvSpPr/>
          <p:nvPr/>
        </p:nvSpPr>
        <p:spPr>
          <a:xfrm>
            <a:off x="7464773" y="5641088"/>
            <a:ext cx="30455" cy="30455"/>
          </a:xfrm>
          <a:prstGeom prst="ellipse">
            <a:avLst/>
          </a:prstGeom>
          <a:solidFill>
            <a:srgbClr val="627D8D">
              <a:alpha val="16500"/>
            </a:srgbClr>
          </a:solidFill>
          <a:ln>
            <a:noFill/>
          </a:ln>
        </p:spPr>
      </p:sp>
      <p:sp>
        <p:nvSpPr>
          <p:cNvPr id="43" name="!!circle-1va"/>
          <p:cNvSpPr/>
          <p:nvPr/>
        </p:nvSpPr>
        <p:spPr>
          <a:xfrm>
            <a:off x="8967689" y="6398662"/>
            <a:ext cx="28257" cy="28257"/>
          </a:xfrm>
          <a:prstGeom prst="ellipse">
            <a:avLst/>
          </a:prstGeom>
          <a:solidFill>
            <a:srgbClr val="627D8D">
              <a:alpha val="15700"/>
            </a:srgbClr>
          </a:solidFill>
          <a:ln>
            <a:noFill/>
          </a:ln>
        </p:spPr>
      </p:sp>
      <p:sp>
        <p:nvSpPr>
          <p:cNvPr id="44" name="!!circle-1vd"/>
          <p:cNvSpPr/>
          <p:nvPr/>
        </p:nvSpPr>
        <p:spPr>
          <a:xfrm>
            <a:off x="11390527" y="5072290"/>
            <a:ext cx="45149" cy="45149"/>
          </a:xfrm>
          <a:prstGeom prst="ellipse">
            <a:avLst/>
          </a:prstGeom>
          <a:solidFill>
            <a:srgbClr val="627D8D">
              <a:alpha val="31200"/>
            </a:srgbClr>
          </a:solidFill>
          <a:ln>
            <a:noFill/>
          </a:ln>
        </p:spPr>
      </p:sp>
      <p:sp>
        <p:nvSpPr>
          <p:cNvPr id="45" name="!!circle-1vg"/>
          <p:cNvSpPr/>
          <p:nvPr/>
        </p:nvSpPr>
        <p:spPr>
          <a:xfrm>
            <a:off x="3461300" y="3124307"/>
            <a:ext cx="30696" cy="30696"/>
          </a:xfrm>
          <a:prstGeom prst="ellipse">
            <a:avLst/>
          </a:prstGeom>
          <a:solidFill>
            <a:srgbClr val="627D8D">
              <a:alpha val="25700"/>
            </a:srgbClr>
          </a:solidFill>
          <a:ln>
            <a:noFill/>
          </a:ln>
        </p:spPr>
      </p:sp>
      <p:sp>
        <p:nvSpPr>
          <p:cNvPr id="46" name="!!circle-1vj"/>
          <p:cNvSpPr/>
          <p:nvPr/>
        </p:nvSpPr>
        <p:spPr>
          <a:xfrm>
            <a:off x="8822488" y="3654336"/>
            <a:ext cx="37401" cy="37401"/>
          </a:xfrm>
          <a:prstGeom prst="ellipse">
            <a:avLst/>
          </a:prstGeom>
          <a:solidFill>
            <a:srgbClr val="627D8D">
              <a:alpha val="16000"/>
            </a:srgbClr>
          </a:solidFill>
          <a:ln>
            <a:noFill/>
          </a:ln>
        </p:spPr>
      </p:sp>
      <p:sp>
        <p:nvSpPr>
          <p:cNvPr id="47" name="!!circle-1vm"/>
          <p:cNvSpPr/>
          <p:nvPr/>
        </p:nvSpPr>
        <p:spPr>
          <a:xfrm>
            <a:off x="1786267" y="4491298"/>
            <a:ext cx="33096" cy="33096"/>
          </a:xfrm>
          <a:prstGeom prst="ellipse">
            <a:avLst/>
          </a:prstGeom>
          <a:solidFill>
            <a:srgbClr val="627D8D">
              <a:alpha val="22300"/>
            </a:srgbClr>
          </a:solidFill>
          <a:ln>
            <a:noFill/>
          </a:ln>
        </p:spPr>
      </p:sp>
      <p:sp>
        <p:nvSpPr>
          <p:cNvPr id="48" name="!!circle-1vp"/>
          <p:cNvSpPr/>
          <p:nvPr/>
        </p:nvSpPr>
        <p:spPr>
          <a:xfrm>
            <a:off x="11581693" y="607274"/>
            <a:ext cx="21145" cy="21145"/>
          </a:xfrm>
          <a:prstGeom prst="ellipse">
            <a:avLst/>
          </a:prstGeom>
          <a:solidFill>
            <a:srgbClr val="627D8D">
              <a:alpha val="16300"/>
            </a:srgbClr>
          </a:solidFill>
          <a:ln>
            <a:noFill/>
          </a:ln>
        </p:spPr>
      </p:sp>
      <p:sp>
        <p:nvSpPr>
          <p:cNvPr id="49" name="!!circle-1vs"/>
          <p:cNvSpPr/>
          <p:nvPr/>
        </p:nvSpPr>
        <p:spPr>
          <a:xfrm>
            <a:off x="11076038" y="5551983"/>
            <a:ext cx="35281" cy="35281"/>
          </a:xfrm>
          <a:prstGeom prst="ellipse">
            <a:avLst/>
          </a:prstGeom>
          <a:solidFill>
            <a:srgbClr val="627D8D">
              <a:alpha val="30000"/>
            </a:srgbClr>
          </a:solidFill>
          <a:ln>
            <a:noFill/>
          </a:ln>
        </p:spPr>
      </p:sp>
      <p:sp>
        <p:nvSpPr>
          <p:cNvPr id="50" name="!!path-369"/>
          <p:cNvSpPr/>
          <p:nvPr/>
        </p:nvSpPr>
        <p:spPr>
          <a:xfrm>
            <a:off x="9548687" y="-2164943"/>
            <a:ext cx="7530745" cy="3750926"/>
          </a:xfrm>
          <a:custGeom>
            <a:avLst/>
            <a:gdLst/>
            <a:ahLst/>
            <a:cxnLst/>
            <a:rect l="l" t="t" r="r" b="b"/>
            <a:pathLst>
              <a:path w="7530745" h="3750926" fill="none">
                <a:moveTo>
                  <a:pt x="7530745" y="3750926"/>
                </a:moveTo>
                <a:quadBezTo>
                  <a:pt x="4360155" y="681312"/>
                  <a:pt x="0" y="0"/>
                </a:quadBezTo>
              </a:path>
            </a:pathLst>
          </a:custGeom>
          <a:noFill/>
          <a:ln w="31813" cap="rnd">
            <a:solidFill>
              <a:srgbClr val="627D8D">
                <a:alpha val="26000"/>
              </a:srgbClr>
            </a:solidFill>
            <a:prstDash val="solid"/>
            <a:round/>
          </a:ln>
        </p:spPr>
      </p:sp>
      <p:sp>
        <p:nvSpPr>
          <p:cNvPr id="51" name="!!path-39l"/>
          <p:cNvSpPr/>
          <p:nvPr/>
        </p:nvSpPr>
        <p:spPr>
          <a:xfrm>
            <a:off x="7198325" y="1724391"/>
            <a:ext cx="9730184" cy="2182457"/>
          </a:xfrm>
          <a:custGeom>
            <a:avLst/>
            <a:gdLst/>
            <a:ahLst/>
            <a:cxnLst/>
            <a:rect l="l" t="t" r="r" b="b"/>
            <a:pathLst>
              <a:path w="9730184" h="2182457" fill="none">
                <a:moveTo>
                  <a:pt x="9730184" y="795280"/>
                </a:moveTo>
                <a:quadBezTo>
                  <a:pt x="4652832" y="0"/>
                  <a:pt x="0" y="2182457"/>
                </a:quadBezTo>
              </a:path>
            </a:pathLst>
          </a:custGeom>
          <a:noFill/>
          <a:ln w="31813" cap="rnd">
            <a:solidFill>
              <a:srgbClr val="627D8D">
                <a:alpha val="7800"/>
              </a:srgbClr>
            </a:solidFill>
            <a:prstDash val="solid"/>
            <a:round/>
          </a:ln>
        </p:spPr>
      </p:sp>
      <p:sp>
        <p:nvSpPr>
          <p:cNvPr id="52" name="!!circle-39o"/>
          <p:cNvSpPr/>
          <p:nvPr/>
        </p:nvSpPr>
        <p:spPr>
          <a:xfrm>
            <a:off x="7593113" y="3581117"/>
            <a:ext cx="203606" cy="203606"/>
          </a:xfrm>
          <a:prstGeom prst="ellipse">
            <a:avLst/>
          </a:prstGeom>
          <a:gradFill rotWithShape="1">
            <a:gsLst>
              <a:gs pos="0">
                <a:srgbClr val="FFFFFF">
                  <a:alpha val="6627"/>
                </a:srgbClr>
              </a:gs>
              <a:gs pos="28284">
                <a:srgbClr val="627D8D">
                  <a:alpha val="3314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3" name="!!circle-39r"/>
          <p:cNvSpPr/>
          <p:nvPr/>
        </p:nvSpPr>
        <p:spPr>
          <a:xfrm>
            <a:off x="10754220" y="2563331"/>
            <a:ext cx="203606" cy="203606"/>
          </a:xfrm>
          <a:prstGeom prst="ellipse">
            <a:avLst/>
          </a:prstGeom>
          <a:gradFill rotWithShape="1">
            <a:gsLst>
              <a:gs pos="0">
                <a:srgbClr val="FFFFFF">
                  <a:alpha val="24300"/>
                </a:srgbClr>
              </a:gs>
              <a:gs pos="28284">
                <a:srgbClr val="627D8D">
                  <a:alpha val="1215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4" name="!!rect-4ln"/>
          <p:cNvSpPr/>
          <p:nvPr/>
        </p:nvSpPr>
        <p:spPr>
          <a:xfrm>
            <a:off x="1960245" y="2174278"/>
            <a:ext cx="3054096" cy="1768831"/>
          </a:xfrm>
          <a:prstGeom prst="roundRect">
            <a:avLst>
              <a:gd name="adj" fmla="val 9756"/>
            </a:avLst>
          </a:prstGeom>
          <a:solidFill>
            <a:srgbClr val="0B1A26">
              <a:alpha val="12000"/>
            </a:srgbClr>
          </a:solidFill>
          <a:ln>
            <a:noFill/>
          </a:ln>
          <a:effectLst>
            <a:softEdge rad="223967"/>
          </a:effectLst>
        </p:spPr>
      </p:sp>
      <p:sp>
        <p:nvSpPr>
          <p:cNvPr id="55" name="!!rect-4lo"/>
          <p:cNvSpPr/>
          <p:nvPr/>
        </p:nvSpPr>
        <p:spPr>
          <a:xfrm>
            <a:off x="2023872" y="2187004"/>
            <a:ext cx="2926842" cy="1590675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6363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56" name="!!circle-4lp"/>
          <p:cNvSpPr/>
          <p:nvPr/>
        </p:nvSpPr>
        <p:spPr>
          <a:xfrm>
            <a:off x="2214753" y="2352434"/>
            <a:ext cx="279959" cy="279959"/>
          </a:xfrm>
          <a:prstGeom prst="ellipse">
            <a:avLst/>
          </a:prstGeom>
          <a:solidFill>
            <a:srgbClr val="627D8D">
              <a:alpha val="12000"/>
            </a:srgbClr>
          </a:solidFill>
          <a:ln>
            <a:noFill/>
          </a:ln>
        </p:spPr>
      </p:sp>
      <p:sp>
        <p:nvSpPr>
          <p:cNvPr id="57" name="!!path-4lq"/>
          <p:cNvSpPr/>
          <p:nvPr/>
        </p:nvSpPr>
        <p:spPr>
          <a:xfrm>
            <a:off x="2303831" y="2428786"/>
            <a:ext cx="101803" cy="127254"/>
          </a:xfrm>
          <a:custGeom>
            <a:avLst/>
            <a:gdLst/>
            <a:ahLst/>
            <a:cxnLst/>
            <a:rect l="l" t="t" r="r" b="b"/>
            <a:pathLst>
              <a:path w="101803" h="127254">
                <a:moveTo>
                  <a:pt x="63627" y="0"/>
                </a:moveTo>
                <a:lnTo>
                  <a:pt x="12725" y="0"/>
                </a:lnTo>
                <a:cubicBezTo>
                  <a:pt x="5726" y="0"/>
                  <a:pt x="64" y="5726"/>
                  <a:pt x="64" y="12725"/>
                </a:cubicBezTo>
                <a:lnTo>
                  <a:pt x="0" y="114529"/>
                </a:lnTo>
                <a:cubicBezTo>
                  <a:pt x="0" y="121528"/>
                  <a:pt x="5663" y="127254"/>
                  <a:pt x="12662" y="127254"/>
                </a:cubicBezTo>
                <a:lnTo>
                  <a:pt x="89078" y="127254"/>
                </a:lnTo>
                <a:cubicBezTo>
                  <a:pt x="96077" y="127254"/>
                  <a:pt x="101803" y="121528"/>
                  <a:pt x="101803" y="114529"/>
                </a:cubicBezTo>
                <a:lnTo>
                  <a:pt x="101803" y="38176"/>
                </a:lnTo>
                <a:lnTo>
                  <a:pt x="63627" y="0"/>
                </a:lnTo>
                <a:close/>
                <a:moveTo>
                  <a:pt x="76352" y="101803"/>
                </a:moveTo>
                <a:lnTo>
                  <a:pt x="25451" y="101803"/>
                </a:lnTo>
                <a:lnTo>
                  <a:pt x="25451" y="89078"/>
                </a:lnTo>
                <a:lnTo>
                  <a:pt x="76352" y="89078"/>
                </a:lnTo>
                <a:lnTo>
                  <a:pt x="76352" y="101803"/>
                </a:lnTo>
                <a:close/>
                <a:moveTo>
                  <a:pt x="76352" y="76352"/>
                </a:moveTo>
                <a:lnTo>
                  <a:pt x="25451" y="76352"/>
                </a:lnTo>
                <a:lnTo>
                  <a:pt x="25451" y="63627"/>
                </a:lnTo>
                <a:lnTo>
                  <a:pt x="76352" y="63627"/>
                </a:lnTo>
                <a:lnTo>
                  <a:pt x="76352" y="76352"/>
                </a:lnTo>
                <a:close/>
                <a:moveTo>
                  <a:pt x="57264" y="44539"/>
                </a:moveTo>
                <a:lnTo>
                  <a:pt x="57264" y="9544"/>
                </a:lnTo>
                <a:lnTo>
                  <a:pt x="92259" y="44539"/>
                </a:lnTo>
                <a:lnTo>
                  <a:pt x="57264" y="44539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58" name="!!text-4lr" descr="上架資料"/>
          <p:cNvSpPr txBox="1"/>
          <p:nvPr/>
        </p:nvSpPr>
        <p:spPr>
          <a:xfrm>
            <a:off x="2583790" y="2357778"/>
            <a:ext cx="711350" cy="23954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03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上架資料</a:t>
            </a:r>
            <a:endParaRPr lang="zh-TW" sz="1303"/>
          </a:p>
        </p:txBody>
      </p:sp>
      <p:sp>
        <p:nvSpPr>
          <p:cNvPr id="59" name="!!rect-4lw"/>
          <p:cNvSpPr/>
          <p:nvPr/>
        </p:nvSpPr>
        <p:spPr>
          <a:xfrm>
            <a:off x="2214753" y="2746921"/>
            <a:ext cx="661721" cy="865327"/>
          </a:xfrm>
          <a:prstGeom prst="roundRect">
            <a:avLst>
              <a:gd name="adj" fmla="val 11538"/>
            </a:avLst>
          </a:prstGeom>
          <a:solidFill>
            <a:srgbClr val="DDE3E7"/>
          </a:solidFill>
          <a:ln>
            <a:noFill/>
          </a:ln>
        </p:spPr>
      </p:sp>
      <p:sp>
        <p:nvSpPr>
          <p:cNvPr id="60" name="!!rect-4ly"/>
          <p:cNvSpPr/>
          <p:nvPr/>
        </p:nvSpPr>
        <p:spPr>
          <a:xfrm>
            <a:off x="2303831" y="2823274"/>
            <a:ext cx="483565" cy="712622"/>
          </a:xfrm>
          <a:prstGeom prst="roundRect">
            <a:avLst>
              <a:gd name="adj" fmla="val 5263"/>
            </a:avLst>
          </a:prstGeom>
          <a:gradFill rotWithShape="1">
            <a:gsLst>
              <a:gs pos="0">
                <a:srgbClr val="95674C"/>
              </a:gs>
              <a:gs pos="100000">
                <a:srgbClr val="704830"/>
              </a:gs>
            </a:gsLst>
            <a:lin ang="3350418" scaled="0"/>
          </a:gradFill>
          <a:ln>
            <a:noFill/>
          </a:ln>
        </p:spPr>
      </p:sp>
      <p:sp>
        <p:nvSpPr>
          <p:cNvPr id="61" name="!!rect-4lz"/>
          <p:cNvSpPr/>
          <p:nvPr/>
        </p:nvSpPr>
        <p:spPr>
          <a:xfrm>
            <a:off x="2347352" y="2823274"/>
            <a:ext cx="24178" cy="712622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</p:spPr>
      </p:sp>
      <p:sp>
        <p:nvSpPr>
          <p:cNvPr id="62" name="!!rect-4m0"/>
          <p:cNvSpPr/>
          <p:nvPr/>
        </p:nvSpPr>
        <p:spPr>
          <a:xfrm>
            <a:off x="2424722" y="2951546"/>
            <a:ext cx="270797" cy="49884"/>
          </a:xfrm>
          <a:prstGeom prst="roundRect">
            <a:avLst>
              <a:gd name="adj" fmla="val 28571"/>
            </a:avLst>
          </a:prstGeom>
          <a:solidFill>
            <a:srgbClr val="F1E3C8"/>
          </a:solidFill>
          <a:ln>
            <a:noFill/>
          </a:ln>
        </p:spPr>
      </p:sp>
      <p:sp>
        <p:nvSpPr>
          <p:cNvPr id="63" name="!!rect-4m1"/>
          <p:cNvSpPr/>
          <p:nvPr/>
        </p:nvSpPr>
        <p:spPr>
          <a:xfrm>
            <a:off x="2424722" y="3037060"/>
            <a:ext cx="183755" cy="32068"/>
          </a:xfrm>
          <a:prstGeom prst="roundRect">
            <a:avLst>
              <a:gd name="adj" fmla="val 44444"/>
            </a:avLst>
          </a:prstGeom>
          <a:solidFill>
            <a:srgbClr val="F1E3C8">
              <a:alpha val="72000"/>
            </a:srgbClr>
          </a:solidFill>
          <a:ln>
            <a:noFill/>
          </a:ln>
        </p:spPr>
      </p:sp>
      <p:sp>
        <p:nvSpPr>
          <p:cNvPr id="64" name="!!rect-4m2"/>
          <p:cNvSpPr/>
          <p:nvPr/>
        </p:nvSpPr>
        <p:spPr>
          <a:xfrm>
            <a:off x="2424722" y="3393371"/>
            <a:ext cx="135398" cy="28505"/>
          </a:xfrm>
          <a:prstGeom prst="roundRect">
            <a:avLst>
              <a:gd name="adj" fmla="val 50000"/>
            </a:avLst>
          </a:prstGeom>
          <a:solidFill>
            <a:srgbClr val="F1E3C8">
              <a:alpha val="55000"/>
            </a:srgbClr>
          </a:solidFill>
          <a:ln>
            <a:noFill/>
          </a:ln>
        </p:spPr>
      </p:sp>
      <p:sp>
        <p:nvSpPr>
          <p:cNvPr id="65" name="!!text-4m3" descr="會計學原理"/>
          <p:cNvSpPr txBox="1"/>
          <p:nvPr/>
        </p:nvSpPr>
        <p:spPr>
          <a:xfrm>
            <a:off x="3029179" y="2773390"/>
            <a:ext cx="809335" cy="22111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02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會計學原理</a:t>
            </a:r>
            <a:endParaRPr lang="zh-TW" sz="1202"/>
          </a:p>
        </p:txBody>
      </p:sp>
      <p:sp>
        <p:nvSpPr>
          <p:cNvPr id="66" name="!!rect-4m9"/>
          <p:cNvSpPr/>
          <p:nvPr/>
        </p:nvSpPr>
        <p:spPr>
          <a:xfrm>
            <a:off x="3029179" y="3096870"/>
            <a:ext cx="598094" cy="241783"/>
          </a:xfrm>
          <a:prstGeom prst="roundRect">
            <a:avLst>
              <a:gd name="adj" fmla="val 50000"/>
            </a:avLst>
          </a:prstGeom>
          <a:solidFill>
            <a:srgbClr val="66BB6A">
              <a:alpha val="14000"/>
            </a:srgbClr>
          </a:solidFill>
          <a:ln>
            <a:noFill/>
          </a:ln>
        </p:spPr>
      </p:sp>
      <p:sp>
        <p:nvSpPr>
          <p:cNvPr id="67" name="!!text-4ma" descr="近全新"/>
          <p:cNvSpPr txBox="1"/>
          <p:nvPr/>
        </p:nvSpPr>
        <p:spPr>
          <a:xfrm>
            <a:off x="3118256" y="3106286"/>
            <a:ext cx="461932" cy="2026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02" b="1" kern="0" dirty="0">
                <a:solidFill>
                  <a:srgbClr val="66BB6A"/>
                </a:solidFill>
                <a:latin typeface="Noto Sans TC"/>
                <a:ea typeface="Noto Sans TC"/>
                <a:cs typeface="Noto Sans TC"/>
              </a:rPr>
              <a:t>近全新</a:t>
            </a:r>
            <a:endParaRPr lang="zh-TW" sz="1102"/>
          </a:p>
        </p:txBody>
      </p:sp>
      <p:sp>
        <p:nvSpPr>
          <p:cNvPr id="68" name="!!text-4me" descr="無劃線、無摺痕"/>
          <p:cNvSpPr txBox="1"/>
          <p:nvPr/>
        </p:nvSpPr>
        <p:spPr>
          <a:xfrm>
            <a:off x="3029179" y="3386245"/>
            <a:ext cx="1021850" cy="2026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02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無劃線、無摺痕</a:t>
            </a:r>
            <a:endParaRPr lang="zh-TW" sz="1102"/>
          </a:p>
        </p:txBody>
      </p:sp>
      <p:sp>
        <p:nvSpPr>
          <p:cNvPr id="69" name="!!rect-4mt"/>
          <p:cNvSpPr/>
          <p:nvPr/>
        </p:nvSpPr>
        <p:spPr>
          <a:xfrm>
            <a:off x="1960245" y="3955834"/>
            <a:ext cx="3054096" cy="2532355"/>
          </a:xfrm>
          <a:prstGeom prst="roundRect">
            <a:avLst>
              <a:gd name="adj" fmla="val 6557"/>
            </a:avLst>
          </a:prstGeom>
          <a:solidFill>
            <a:srgbClr val="0B1A26">
              <a:alpha val="12000"/>
            </a:srgbClr>
          </a:solidFill>
          <a:ln>
            <a:noFill/>
          </a:ln>
          <a:effectLst>
            <a:softEdge rad="223967"/>
          </a:effectLst>
        </p:spPr>
      </p:sp>
      <p:sp>
        <p:nvSpPr>
          <p:cNvPr id="70" name="!!rect-4mu"/>
          <p:cNvSpPr/>
          <p:nvPr/>
        </p:nvSpPr>
        <p:spPr>
          <a:xfrm>
            <a:off x="2023872" y="3968560"/>
            <a:ext cx="2926842" cy="2354199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6363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71" name="!!circle-4mv"/>
          <p:cNvSpPr/>
          <p:nvPr/>
        </p:nvSpPr>
        <p:spPr>
          <a:xfrm>
            <a:off x="2214753" y="4133990"/>
            <a:ext cx="279959" cy="279959"/>
          </a:xfrm>
          <a:prstGeom prst="ellipse">
            <a:avLst/>
          </a:prstGeom>
          <a:solidFill>
            <a:srgbClr val="627D8D">
              <a:alpha val="12000"/>
            </a:srgbClr>
          </a:solidFill>
          <a:ln>
            <a:noFill/>
          </a:ln>
        </p:spPr>
      </p:sp>
      <p:sp>
        <p:nvSpPr>
          <p:cNvPr id="72" name="!!path-4mw"/>
          <p:cNvSpPr/>
          <p:nvPr/>
        </p:nvSpPr>
        <p:spPr>
          <a:xfrm>
            <a:off x="2291105" y="4210342"/>
            <a:ext cx="127254" cy="127254"/>
          </a:xfrm>
          <a:custGeom>
            <a:avLst/>
            <a:gdLst/>
            <a:ahLst/>
            <a:cxnLst/>
            <a:rect l="l" t="t" r="r" b="b"/>
            <a:pathLst>
              <a:path w="127254" h="127254">
                <a:moveTo>
                  <a:pt x="114529" y="0"/>
                </a:moveTo>
                <a:lnTo>
                  <a:pt x="12725" y="0"/>
                </a:lnTo>
                <a:cubicBezTo>
                  <a:pt x="5726" y="0"/>
                  <a:pt x="0" y="5726"/>
                  <a:pt x="0" y="12725"/>
                </a:cubicBezTo>
                <a:lnTo>
                  <a:pt x="0" y="127254"/>
                </a:lnTo>
                <a:lnTo>
                  <a:pt x="25451" y="101803"/>
                </a:lnTo>
                <a:lnTo>
                  <a:pt x="114529" y="101803"/>
                </a:lnTo>
                <a:cubicBezTo>
                  <a:pt x="121528" y="101803"/>
                  <a:pt x="127254" y="96077"/>
                  <a:pt x="127254" y="89078"/>
                </a:cubicBezTo>
                <a:lnTo>
                  <a:pt x="127254" y="12725"/>
                </a:lnTo>
                <a:cubicBezTo>
                  <a:pt x="127254" y="5726"/>
                  <a:pt x="121528" y="0"/>
                  <a:pt x="114529" y="0"/>
                </a:cubicBezTo>
                <a:close/>
                <a:moveTo>
                  <a:pt x="114529" y="89078"/>
                </a:moveTo>
                <a:lnTo>
                  <a:pt x="25451" y="89078"/>
                </a:lnTo>
                <a:lnTo>
                  <a:pt x="12725" y="101803"/>
                </a:lnTo>
                <a:lnTo>
                  <a:pt x="12725" y="12725"/>
                </a:lnTo>
                <a:lnTo>
                  <a:pt x="114529" y="12725"/>
                </a:lnTo>
                <a:lnTo>
                  <a:pt x="114529" y="89078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73" name="!!text-4mx" descr="爭議說明"/>
          <p:cNvSpPr txBox="1"/>
          <p:nvPr/>
        </p:nvSpPr>
        <p:spPr>
          <a:xfrm>
            <a:off x="2583790" y="4139334"/>
            <a:ext cx="711350" cy="23954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03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爭議說明</a:t>
            </a:r>
            <a:endParaRPr lang="zh-TW" sz="1303"/>
          </a:p>
        </p:txBody>
      </p:sp>
      <p:sp>
        <p:nvSpPr>
          <p:cNvPr id="74" name="!!text-4n2" descr="佐證照片 2 張"/>
          <p:cNvSpPr txBox="1"/>
          <p:nvPr/>
        </p:nvSpPr>
        <p:spPr>
          <a:xfrm>
            <a:off x="3919537" y="4162495"/>
            <a:ext cx="882290" cy="2026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02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佐證照片 2 張</a:t>
            </a:r>
            <a:endParaRPr lang="zh-TW" sz="1102"/>
          </a:p>
        </p:txBody>
      </p:sp>
      <p:sp>
        <p:nvSpPr>
          <p:cNvPr id="75" name="!!text-4n9" descr="內頁有多頁螢光筆劃線，"/>
          <p:cNvSpPr txBox="1"/>
          <p:nvPr/>
        </p:nvSpPr>
        <p:spPr>
          <a:xfrm>
            <a:off x="2214753" y="4504044"/>
            <a:ext cx="1725564" cy="22111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02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內頁有多頁螢光筆劃線，</a:t>
            </a:r>
            <a:endParaRPr lang="zh-TW" sz="1202"/>
          </a:p>
        </p:txBody>
      </p:sp>
      <p:sp>
        <p:nvSpPr>
          <p:cNvPr id="76" name="!!text-4nl" descr="與標示的書況不符。"/>
          <p:cNvSpPr txBox="1"/>
          <p:nvPr/>
        </p:nvSpPr>
        <p:spPr>
          <a:xfrm>
            <a:off x="2214753" y="4733101"/>
            <a:ext cx="1420155" cy="22111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02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與標示的書況不符。</a:t>
            </a:r>
            <a:endParaRPr lang="zh-TW" sz="1202"/>
          </a:p>
        </p:txBody>
      </p:sp>
      <p:sp>
        <p:nvSpPr>
          <p:cNvPr id="77" name="!!rect-4nv"/>
          <p:cNvSpPr/>
          <p:nvPr/>
        </p:nvSpPr>
        <p:spPr>
          <a:xfrm>
            <a:off x="2214753" y="5139296"/>
            <a:ext cx="763524" cy="954405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44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78" name="!!rect-4nw"/>
          <p:cNvSpPr/>
          <p:nvPr/>
        </p:nvSpPr>
        <p:spPr>
          <a:xfrm>
            <a:off x="2303831" y="5279276"/>
            <a:ext cx="585368" cy="25451"/>
          </a:xfrm>
          <a:prstGeom prst="roundRect">
            <a:avLst>
              <a:gd name="adj" fmla="val 50000"/>
            </a:avLst>
          </a:prstGeom>
          <a:solidFill>
            <a:srgbClr val="9AA5AE"/>
          </a:solidFill>
          <a:ln>
            <a:noFill/>
          </a:ln>
        </p:spPr>
      </p:sp>
      <p:sp>
        <p:nvSpPr>
          <p:cNvPr id="79" name="!!rect-4nx"/>
          <p:cNvSpPr/>
          <p:nvPr/>
        </p:nvSpPr>
        <p:spPr>
          <a:xfrm>
            <a:off x="2278380" y="5355628"/>
            <a:ext cx="585368" cy="82715"/>
          </a:xfrm>
          <a:prstGeom prst="roundRect">
            <a:avLst>
              <a:gd name="adj" fmla="val 23077"/>
            </a:avLst>
          </a:prstGeom>
          <a:solidFill>
            <a:srgbClr val="F6D55C">
              <a:alpha val="85000"/>
            </a:srgbClr>
          </a:solidFill>
          <a:ln>
            <a:noFill/>
          </a:ln>
        </p:spPr>
      </p:sp>
      <p:sp>
        <p:nvSpPr>
          <p:cNvPr id="80" name="!!rect-4ny"/>
          <p:cNvSpPr/>
          <p:nvPr/>
        </p:nvSpPr>
        <p:spPr>
          <a:xfrm>
            <a:off x="2303831" y="5387442"/>
            <a:ext cx="534467" cy="25451"/>
          </a:xfrm>
          <a:prstGeom prst="roundRect">
            <a:avLst>
              <a:gd name="adj" fmla="val 50000"/>
            </a:avLst>
          </a:prstGeom>
          <a:solidFill>
            <a:srgbClr val="9AA5AE"/>
          </a:solidFill>
          <a:ln>
            <a:noFill/>
          </a:ln>
        </p:spPr>
      </p:sp>
      <p:sp>
        <p:nvSpPr>
          <p:cNvPr id="81" name="!!rect-4nz"/>
          <p:cNvSpPr/>
          <p:nvPr/>
        </p:nvSpPr>
        <p:spPr>
          <a:xfrm>
            <a:off x="2278380" y="5463794"/>
            <a:ext cx="534467" cy="82715"/>
          </a:xfrm>
          <a:prstGeom prst="roundRect">
            <a:avLst>
              <a:gd name="adj" fmla="val 23077"/>
            </a:avLst>
          </a:prstGeom>
          <a:solidFill>
            <a:srgbClr val="F6D55C">
              <a:alpha val="85000"/>
            </a:srgbClr>
          </a:solidFill>
          <a:ln>
            <a:noFill/>
          </a:ln>
        </p:spPr>
      </p:sp>
      <p:sp>
        <p:nvSpPr>
          <p:cNvPr id="82" name="!!rect-4o0"/>
          <p:cNvSpPr/>
          <p:nvPr/>
        </p:nvSpPr>
        <p:spPr>
          <a:xfrm>
            <a:off x="2303831" y="5495607"/>
            <a:ext cx="483565" cy="25451"/>
          </a:xfrm>
          <a:prstGeom prst="roundRect">
            <a:avLst>
              <a:gd name="adj" fmla="val 50000"/>
            </a:avLst>
          </a:prstGeom>
          <a:solidFill>
            <a:srgbClr val="9AA5AE"/>
          </a:solidFill>
          <a:ln>
            <a:noFill/>
          </a:ln>
        </p:spPr>
      </p:sp>
      <p:sp>
        <p:nvSpPr>
          <p:cNvPr id="83" name="!!rect-4o1"/>
          <p:cNvSpPr/>
          <p:nvPr/>
        </p:nvSpPr>
        <p:spPr>
          <a:xfrm>
            <a:off x="2303831" y="5603773"/>
            <a:ext cx="585368" cy="25451"/>
          </a:xfrm>
          <a:prstGeom prst="roundRect">
            <a:avLst>
              <a:gd name="adj" fmla="val 50000"/>
            </a:avLst>
          </a:prstGeom>
          <a:solidFill>
            <a:srgbClr val="9AA5AE"/>
          </a:solidFill>
          <a:ln>
            <a:noFill/>
          </a:ln>
        </p:spPr>
      </p:sp>
      <p:sp>
        <p:nvSpPr>
          <p:cNvPr id="84" name="!!rect-4o2"/>
          <p:cNvSpPr/>
          <p:nvPr/>
        </p:nvSpPr>
        <p:spPr>
          <a:xfrm>
            <a:off x="2278380" y="5680126"/>
            <a:ext cx="585368" cy="82715"/>
          </a:xfrm>
          <a:prstGeom prst="roundRect">
            <a:avLst>
              <a:gd name="adj" fmla="val 23077"/>
            </a:avLst>
          </a:prstGeom>
          <a:solidFill>
            <a:srgbClr val="F6D55C">
              <a:alpha val="85000"/>
            </a:srgbClr>
          </a:solidFill>
          <a:ln>
            <a:noFill/>
          </a:ln>
        </p:spPr>
      </p:sp>
      <p:sp>
        <p:nvSpPr>
          <p:cNvPr id="85" name="!!rect-4o3"/>
          <p:cNvSpPr/>
          <p:nvPr/>
        </p:nvSpPr>
        <p:spPr>
          <a:xfrm>
            <a:off x="2303831" y="5711939"/>
            <a:ext cx="534467" cy="25451"/>
          </a:xfrm>
          <a:prstGeom prst="roundRect">
            <a:avLst>
              <a:gd name="adj" fmla="val 50000"/>
            </a:avLst>
          </a:prstGeom>
          <a:solidFill>
            <a:srgbClr val="9AA5AE"/>
          </a:solidFill>
          <a:ln>
            <a:noFill/>
          </a:ln>
        </p:spPr>
      </p:sp>
      <p:sp>
        <p:nvSpPr>
          <p:cNvPr id="86" name="!!rect-4o4"/>
          <p:cNvSpPr/>
          <p:nvPr/>
        </p:nvSpPr>
        <p:spPr>
          <a:xfrm>
            <a:off x="2303831" y="5820105"/>
            <a:ext cx="483565" cy="25451"/>
          </a:xfrm>
          <a:prstGeom prst="roundRect">
            <a:avLst>
              <a:gd name="adj" fmla="val 50000"/>
            </a:avLst>
          </a:prstGeom>
          <a:solidFill>
            <a:srgbClr val="9AA5AE"/>
          </a:solidFill>
          <a:ln>
            <a:noFill/>
          </a:ln>
        </p:spPr>
      </p:sp>
      <p:sp>
        <p:nvSpPr>
          <p:cNvPr id="87" name="!!rect-4o5"/>
          <p:cNvSpPr/>
          <p:nvPr/>
        </p:nvSpPr>
        <p:spPr>
          <a:xfrm>
            <a:off x="2303831" y="5928271"/>
            <a:ext cx="330860" cy="25451"/>
          </a:xfrm>
          <a:prstGeom prst="roundRect">
            <a:avLst>
              <a:gd name="adj" fmla="val 50000"/>
            </a:avLst>
          </a:prstGeom>
          <a:solidFill>
            <a:srgbClr val="9AA5AE"/>
          </a:solidFill>
          <a:ln>
            <a:noFill/>
          </a:ln>
        </p:spPr>
      </p:sp>
      <p:sp>
        <p:nvSpPr>
          <p:cNvPr id="88" name="!!rect-4o6"/>
          <p:cNvSpPr/>
          <p:nvPr/>
        </p:nvSpPr>
        <p:spPr>
          <a:xfrm>
            <a:off x="3080080" y="5139296"/>
            <a:ext cx="763524" cy="954405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44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89" name="!!rect-4o7"/>
          <p:cNvSpPr/>
          <p:nvPr/>
        </p:nvSpPr>
        <p:spPr>
          <a:xfrm>
            <a:off x="3143707" y="5247462"/>
            <a:ext cx="636270" cy="82715"/>
          </a:xfrm>
          <a:prstGeom prst="roundRect">
            <a:avLst>
              <a:gd name="adj" fmla="val 23077"/>
            </a:avLst>
          </a:prstGeom>
          <a:solidFill>
            <a:srgbClr val="F6D55C">
              <a:alpha val="85000"/>
            </a:srgbClr>
          </a:solidFill>
          <a:ln>
            <a:noFill/>
          </a:ln>
        </p:spPr>
      </p:sp>
      <p:sp>
        <p:nvSpPr>
          <p:cNvPr id="90" name="!!rect-4o8"/>
          <p:cNvSpPr/>
          <p:nvPr/>
        </p:nvSpPr>
        <p:spPr>
          <a:xfrm>
            <a:off x="3169158" y="5279276"/>
            <a:ext cx="585368" cy="25451"/>
          </a:xfrm>
          <a:prstGeom prst="roundRect">
            <a:avLst>
              <a:gd name="adj" fmla="val 50000"/>
            </a:avLst>
          </a:prstGeom>
          <a:solidFill>
            <a:srgbClr val="9AA5AE"/>
          </a:solidFill>
          <a:ln>
            <a:noFill/>
          </a:ln>
        </p:spPr>
      </p:sp>
      <p:sp>
        <p:nvSpPr>
          <p:cNvPr id="91" name="!!rect-4o9"/>
          <p:cNvSpPr/>
          <p:nvPr/>
        </p:nvSpPr>
        <p:spPr>
          <a:xfrm>
            <a:off x="3169158" y="5387442"/>
            <a:ext cx="534467" cy="25451"/>
          </a:xfrm>
          <a:prstGeom prst="roundRect">
            <a:avLst>
              <a:gd name="adj" fmla="val 50000"/>
            </a:avLst>
          </a:prstGeom>
          <a:solidFill>
            <a:srgbClr val="9AA5AE"/>
          </a:solidFill>
          <a:ln>
            <a:noFill/>
          </a:ln>
        </p:spPr>
      </p:sp>
      <p:sp>
        <p:nvSpPr>
          <p:cNvPr id="92" name="!!rect-4oa"/>
          <p:cNvSpPr/>
          <p:nvPr/>
        </p:nvSpPr>
        <p:spPr>
          <a:xfrm>
            <a:off x="3169158" y="5495607"/>
            <a:ext cx="483565" cy="25451"/>
          </a:xfrm>
          <a:prstGeom prst="roundRect">
            <a:avLst>
              <a:gd name="adj" fmla="val 50000"/>
            </a:avLst>
          </a:prstGeom>
          <a:solidFill>
            <a:srgbClr val="9AA5AE"/>
          </a:solidFill>
          <a:ln>
            <a:noFill/>
          </a:ln>
        </p:spPr>
      </p:sp>
      <p:sp>
        <p:nvSpPr>
          <p:cNvPr id="93" name="!!rect-4ob"/>
          <p:cNvSpPr/>
          <p:nvPr/>
        </p:nvSpPr>
        <p:spPr>
          <a:xfrm>
            <a:off x="3143707" y="5571960"/>
            <a:ext cx="636270" cy="82715"/>
          </a:xfrm>
          <a:prstGeom prst="roundRect">
            <a:avLst>
              <a:gd name="adj" fmla="val 23077"/>
            </a:avLst>
          </a:prstGeom>
          <a:solidFill>
            <a:srgbClr val="F6D55C">
              <a:alpha val="85000"/>
            </a:srgbClr>
          </a:solidFill>
          <a:ln>
            <a:noFill/>
          </a:ln>
        </p:spPr>
      </p:sp>
      <p:sp>
        <p:nvSpPr>
          <p:cNvPr id="94" name="!!rect-4oc"/>
          <p:cNvSpPr/>
          <p:nvPr/>
        </p:nvSpPr>
        <p:spPr>
          <a:xfrm>
            <a:off x="3169158" y="5603773"/>
            <a:ext cx="585368" cy="25451"/>
          </a:xfrm>
          <a:prstGeom prst="roundRect">
            <a:avLst>
              <a:gd name="adj" fmla="val 50000"/>
            </a:avLst>
          </a:prstGeom>
          <a:solidFill>
            <a:srgbClr val="9AA5AE"/>
          </a:solidFill>
          <a:ln>
            <a:noFill/>
          </a:ln>
        </p:spPr>
      </p:sp>
      <p:sp>
        <p:nvSpPr>
          <p:cNvPr id="95" name="!!rect-4od"/>
          <p:cNvSpPr/>
          <p:nvPr/>
        </p:nvSpPr>
        <p:spPr>
          <a:xfrm>
            <a:off x="3169158" y="5711939"/>
            <a:ext cx="534467" cy="25451"/>
          </a:xfrm>
          <a:prstGeom prst="roundRect">
            <a:avLst>
              <a:gd name="adj" fmla="val 50000"/>
            </a:avLst>
          </a:prstGeom>
          <a:solidFill>
            <a:srgbClr val="9AA5AE"/>
          </a:solidFill>
          <a:ln>
            <a:noFill/>
          </a:ln>
        </p:spPr>
      </p:sp>
      <p:sp>
        <p:nvSpPr>
          <p:cNvPr id="96" name="!!rect-4oe"/>
          <p:cNvSpPr/>
          <p:nvPr/>
        </p:nvSpPr>
        <p:spPr>
          <a:xfrm>
            <a:off x="3143707" y="5788292"/>
            <a:ext cx="534467" cy="82715"/>
          </a:xfrm>
          <a:prstGeom prst="roundRect">
            <a:avLst>
              <a:gd name="adj" fmla="val 23077"/>
            </a:avLst>
          </a:prstGeom>
          <a:solidFill>
            <a:srgbClr val="F6D55C">
              <a:alpha val="85000"/>
            </a:srgbClr>
          </a:solidFill>
          <a:ln>
            <a:noFill/>
          </a:ln>
        </p:spPr>
      </p:sp>
      <p:sp>
        <p:nvSpPr>
          <p:cNvPr id="97" name="!!rect-4of"/>
          <p:cNvSpPr/>
          <p:nvPr/>
        </p:nvSpPr>
        <p:spPr>
          <a:xfrm>
            <a:off x="3169158" y="5820105"/>
            <a:ext cx="483565" cy="25451"/>
          </a:xfrm>
          <a:prstGeom prst="roundRect">
            <a:avLst>
              <a:gd name="adj" fmla="val 50000"/>
            </a:avLst>
          </a:prstGeom>
          <a:solidFill>
            <a:srgbClr val="9AA5AE"/>
          </a:solidFill>
          <a:ln>
            <a:noFill/>
          </a:ln>
        </p:spPr>
      </p:sp>
      <p:sp>
        <p:nvSpPr>
          <p:cNvPr id="98" name="!!rect-4og"/>
          <p:cNvSpPr/>
          <p:nvPr/>
        </p:nvSpPr>
        <p:spPr>
          <a:xfrm>
            <a:off x="3169158" y="5928271"/>
            <a:ext cx="330860" cy="25451"/>
          </a:xfrm>
          <a:prstGeom prst="roundRect">
            <a:avLst>
              <a:gd name="adj" fmla="val 50000"/>
            </a:avLst>
          </a:prstGeom>
          <a:solidFill>
            <a:srgbClr val="9AA5AE"/>
          </a:solidFill>
          <a:ln>
            <a:noFill/>
          </a:ln>
        </p:spPr>
      </p:sp>
      <p:sp>
        <p:nvSpPr>
          <p:cNvPr id="99" name="!!path-4oj"/>
          <p:cNvSpPr/>
          <p:nvPr/>
        </p:nvSpPr>
        <p:spPr>
          <a:xfrm>
            <a:off x="4950714" y="2982341"/>
            <a:ext cx="190881" cy="1272540"/>
          </a:xfrm>
          <a:custGeom>
            <a:avLst/>
            <a:gdLst/>
            <a:ahLst/>
            <a:cxnLst/>
            <a:rect l="l" t="t" r="r" b="b"/>
            <a:pathLst>
              <a:path w="190881" h="1272540" fill="none">
                <a:moveTo>
                  <a:pt x="0" y="0"/>
                </a:moveTo>
                <a:cubicBezTo>
                  <a:pt x="190881" y="0"/>
                  <a:pt x="165430" y="1272540"/>
                  <a:pt x="190881" y="1272540"/>
                </a:cubicBezTo>
              </a:path>
            </a:pathLst>
          </a:custGeom>
          <a:noFill/>
          <a:ln w="15907" cap="rnd">
            <a:solidFill>
              <a:srgbClr val="627D8D">
                <a:alpha val="50000"/>
              </a:srgbClr>
            </a:solidFill>
            <a:prstDash val="solid"/>
            <a:round/>
          </a:ln>
        </p:spPr>
      </p:sp>
      <p:sp>
        <p:nvSpPr>
          <p:cNvPr id="100" name="!!path-4om"/>
          <p:cNvSpPr/>
          <p:nvPr/>
        </p:nvSpPr>
        <p:spPr>
          <a:xfrm>
            <a:off x="4950714" y="4254881"/>
            <a:ext cx="190881" cy="890778"/>
          </a:xfrm>
          <a:custGeom>
            <a:avLst/>
            <a:gdLst/>
            <a:ahLst/>
            <a:cxnLst/>
            <a:rect l="l" t="t" r="r" b="b"/>
            <a:pathLst>
              <a:path w="190881" h="890778" fill="none">
                <a:moveTo>
                  <a:pt x="0" y="890778"/>
                </a:moveTo>
                <a:cubicBezTo>
                  <a:pt x="190881" y="890778"/>
                  <a:pt x="165430" y="0"/>
                  <a:pt x="190881" y="0"/>
                </a:cubicBezTo>
              </a:path>
            </a:pathLst>
          </a:custGeom>
          <a:noFill/>
          <a:ln w="15907" cap="rnd">
            <a:solidFill>
              <a:srgbClr val="627D8D">
                <a:alpha val="50000"/>
              </a:srgbClr>
            </a:solidFill>
            <a:prstDash val="solid"/>
            <a:round/>
          </a:ln>
        </p:spPr>
      </p:sp>
      <p:sp>
        <p:nvSpPr>
          <p:cNvPr id="101" name="!!path-4op"/>
          <p:cNvSpPr/>
          <p:nvPr/>
        </p:nvSpPr>
        <p:spPr>
          <a:xfrm>
            <a:off x="5523357" y="4254881"/>
            <a:ext cx="190881" cy="1"/>
          </a:xfrm>
          <a:custGeom>
            <a:avLst/>
            <a:gdLst/>
            <a:ahLst/>
            <a:cxnLst/>
            <a:rect l="l" t="t" r="r" b="b"/>
            <a:pathLst>
              <a:path w="190881" h="1" fill="none">
                <a:moveTo>
                  <a:pt x="0" y="0"/>
                </a:moveTo>
                <a:lnTo>
                  <a:pt x="190881" y="0"/>
                </a:lnTo>
              </a:path>
            </a:pathLst>
          </a:custGeom>
          <a:noFill/>
          <a:ln w="15907" cap="rnd">
            <a:solidFill>
              <a:srgbClr val="627D8D">
                <a:alpha val="50000"/>
              </a:srgbClr>
            </a:solidFill>
            <a:prstDash val="solid"/>
            <a:round/>
          </a:ln>
        </p:spPr>
      </p:sp>
      <p:sp>
        <p:nvSpPr>
          <p:cNvPr id="102" name="!!circle-4oy"/>
          <p:cNvSpPr/>
          <p:nvPr/>
        </p:nvSpPr>
        <p:spPr>
          <a:xfrm>
            <a:off x="5062707" y="4173812"/>
            <a:ext cx="152705" cy="152705"/>
          </a:xfrm>
          <a:prstGeom prst="ellipse">
            <a:avLst/>
          </a:prstGeom>
          <a:gradFill rotWithShape="1">
            <a:gsLst>
              <a:gs pos="0">
                <a:srgbClr val="FFFFFF">
                  <a:alpha val="28851"/>
                </a:srgbClr>
              </a:gs>
              <a:gs pos="24749">
                <a:srgbClr val="627D8D">
                  <a:alpha val="25966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03" name="!!circle-4p1"/>
          <p:cNvSpPr/>
          <p:nvPr/>
        </p:nvSpPr>
        <p:spPr>
          <a:xfrm>
            <a:off x="5057097" y="4222394"/>
            <a:ext cx="152705" cy="152705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24749">
                <a:srgbClr val="627D8D">
                  <a:alpha val="900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04" name="!!circle-4p4"/>
          <p:cNvSpPr/>
          <p:nvPr/>
        </p:nvSpPr>
        <p:spPr>
          <a:xfrm>
            <a:off x="4953104" y="3000509"/>
            <a:ext cx="152705" cy="152705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24749">
                <a:srgbClr val="627D8D">
                  <a:alpha val="900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05" name="!!circle-4p7"/>
          <p:cNvSpPr/>
          <p:nvPr/>
        </p:nvSpPr>
        <p:spPr>
          <a:xfrm>
            <a:off x="4892435" y="5066501"/>
            <a:ext cx="152705" cy="152705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24749">
                <a:srgbClr val="627D8D">
                  <a:alpha val="89945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06" name="!!circle-4pg"/>
          <p:cNvSpPr/>
          <p:nvPr/>
        </p:nvSpPr>
        <p:spPr>
          <a:xfrm>
            <a:off x="5122003" y="4044408"/>
            <a:ext cx="420946" cy="420946"/>
          </a:xfrm>
          <a:prstGeom prst="ellipse">
            <a:avLst/>
          </a:prstGeom>
          <a:solidFill>
            <a:srgbClr val="627D8D"/>
          </a:solidFill>
          <a:ln>
            <a:noFill/>
          </a:ln>
        </p:spPr>
      </p:sp>
      <p:sp>
        <p:nvSpPr>
          <p:cNvPr id="107" name="!!path-4ph"/>
          <p:cNvSpPr/>
          <p:nvPr/>
        </p:nvSpPr>
        <p:spPr>
          <a:xfrm>
            <a:off x="5242443" y="4164848"/>
            <a:ext cx="180123" cy="180123"/>
          </a:xfrm>
          <a:custGeom>
            <a:avLst/>
            <a:gdLst/>
            <a:ahLst/>
            <a:cxnLst/>
            <a:rect l="l" t="t" r="r" b="b"/>
            <a:pathLst>
              <a:path w="180123" h="180123">
                <a:moveTo>
                  <a:pt x="147373" y="65499"/>
                </a:moveTo>
                <a:lnTo>
                  <a:pt x="157607" y="42984"/>
                </a:lnTo>
                <a:lnTo>
                  <a:pt x="180123" y="32750"/>
                </a:lnTo>
                <a:lnTo>
                  <a:pt x="157607" y="22515"/>
                </a:lnTo>
                <a:lnTo>
                  <a:pt x="147373" y="0"/>
                </a:lnTo>
                <a:lnTo>
                  <a:pt x="137139" y="22515"/>
                </a:lnTo>
                <a:lnTo>
                  <a:pt x="114624" y="32750"/>
                </a:lnTo>
                <a:lnTo>
                  <a:pt x="137139" y="42984"/>
                </a:lnTo>
                <a:lnTo>
                  <a:pt x="147373" y="65499"/>
                </a:lnTo>
                <a:close/>
                <a:moveTo>
                  <a:pt x="85968" y="69593"/>
                </a:moveTo>
                <a:lnTo>
                  <a:pt x="65499" y="24562"/>
                </a:lnTo>
                <a:lnTo>
                  <a:pt x="45031" y="69593"/>
                </a:lnTo>
                <a:lnTo>
                  <a:pt x="0" y="90061"/>
                </a:lnTo>
                <a:lnTo>
                  <a:pt x="45031" y="110530"/>
                </a:lnTo>
                <a:lnTo>
                  <a:pt x="65499" y="155561"/>
                </a:lnTo>
                <a:lnTo>
                  <a:pt x="85968" y="110530"/>
                </a:lnTo>
                <a:lnTo>
                  <a:pt x="130998" y="90061"/>
                </a:lnTo>
                <a:lnTo>
                  <a:pt x="85968" y="69593"/>
                </a:lnTo>
                <a:close/>
                <a:moveTo>
                  <a:pt x="147373" y="114624"/>
                </a:moveTo>
                <a:lnTo>
                  <a:pt x="137139" y="137139"/>
                </a:lnTo>
                <a:lnTo>
                  <a:pt x="114624" y="147373"/>
                </a:lnTo>
                <a:lnTo>
                  <a:pt x="137139" y="157607"/>
                </a:lnTo>
                <a:lnTo>
                  <a:pt x="147373" y="180123"/>
                </a:lnTo>
                <a:lnTo>
                  <a:pt x="157607" y="157607"/>
                </a:lnTo>
                <a:lnTo>
                  <a:pt x="180123" y="147373"/>
                </a:lnTo>
                <a:lnTo>
                  <a:pt x="157607" y="137139"/>
                </a:lnTo>
                <a:lnTo>
                  <a:pt x="147373" y="11462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08" name="!!rect-4pm"/>
          <p:cNvSpPr/>
          <p:nvPr/>
        </p:nvSpPr>
        <p:spPr>
          <a:xfrm>
            <a:off x="5650611" y="2174278"/>
            <a:ext cx="4581144" cy="4377537"/>
          </a:xfrm>
          <a:prstGeom prst="roundRect">
            <a:avLst>
              <a:gd name="adj" fmla="val 3963"/>
            </a:avLst>
          </a:prstGeom>
          <a:solidFill>
            <a:srgbClr val="0B1A26">
              <a:alpha val="12000"/>
            </a:srgbClr>
          </a:solidFill>
          <a:ln>
            <a:noFill/>
          </a:ln>
          <a:effectLst>
            <a:softEdge rad="223967"/>
          </a:effectLst>
        </p:spPr>
      </p:sp>
      <p:sp>
        <p:nvSpPr>
          <p:cNvPr id="109" name="!!rect-4pn"/>
          <p:cNvSpPr/>
          <p:nvPr/>
        </p:nvSpPr>
        <p:spPr>
          <a:xfrm>
            <a:off x="5714238" y="2187004"/>
            <a:ext cx="4453890" cy="4199382"/>
          </a:xfrm>
          <a:prstGeom prst="roundRect">
            <a:avLst>
              <a:gd name="adj" fmla="val 3939"/>
            </a:avLst>
          </a:prstGeom>
          <a:solidFill>
            <a:srgbClr val="FFFFFF"/>
          </a:solidFill>
          <a:ln w="6363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110" name="!!circle-4po"/>
          <p:cNvSpPr/>
          <p:nvPr/>
        </p:nvSpPr>
        <p:spPr>
          <a:xfrm>
            <a:off x="5905119" y="2365159"/>
            <a:ext cx="279959" cy="279959"/>
          </a:xfrm>
          <a:prstGeom prst="ellipse">
            <a:avLst/>
          </a:prstGeom>
          <a:solidFill>
            <a:srgbClr val="627D8D">
              <a:alpha val="12000"/>
            </a:srgbClr>
          </a:solidFill>
          <a:ln>
            <a:noFill/>
          </a:ln>
        </p:spPr>
      </p:sp>
      <p:sp>
        <p:nvSpPr>
          <p:cNvPr id="111" name="!!path-4pp"/>
          <p:cNvSpPr/>
          <p:nvPr/>
        </p:nvSpPr>
        <p:spPr>
          <a:xfrm>
            <a:off x="5975109" y="2435149"/>
            <a:ext cx="139979" cy="139979"/>
          </a:xfrm>
          <a:custGeom>
            <a:avLst/>
            <a:gdLst/>
            <a:ahLst/>
            <a:cxnLst/>
            <a:rect l="l" t="t" r="r" b="b"/>
            <a:pathLst>
              <a:path w="139979" h="139979">
                <a:moveTo>
                  <a:pt x="114529" y="50902"/>
                </a:moveTo>
                <a:lnTo>
                  <a:pt x="122482" y="33404"/>
                </a:lnTo>
                <a:lnTo>
                  <a:pt x="139979" y="25451"/>
                </a:lnTo>
                <a:lnTo>
                  <a:pt x="122482" y="17497"/>
                </a:lnTo>
                <a:lnTo>
                  <a:pt x="114529" y="0"/>
                </a:lnTo>
                <a:lnTo>
                  <a:pt x="106575" y="17497"/>
                </a:lnTo>
                <a:lnTo>
                  <a:pt x="89078" y="25451"/>
                </a:lnTo>
                <a:lnTo>
                  <a:pt x="106575" y="33404"/>
                </a:lnTo>
                <a:lnTo>
                  <a:pt x="114529" y="50902"/>
                </a:lnTo>
                <a:close/>
                <a:moveTo>
                  <a:pt x="66808" y="54083"/>
                </a:moveTo>
                <a:lnTo>
                  <a:pt x="50902" y="19088"/>
                </a:lnTo>
                <a:lnTo>
                  <a:pt x="34995" y="54083"/>
                </a:lnTo>
                <a:lnTo>
                  <a:pt x="0" y="69990"/>
                </a:lnTo>
                <a:lnTo>
                  <a:pt x="34995" y="85896"/>
                </a:lnTo>
                <a:lnTo>
                  <a:pt x="50902" y="120891"/>
                </a:lnTo>
                <a:lnTo>
                  <a:pt x="66808" y="85896"/>
                </a:lnTo>
                <a:lnTo>
                  <a:pt x="101803" y="69990"/>
                </a:lnTo>
                <a:lnTo>
                  <a:pt x="66808" y="54083"/>
                </a:lnTo>
                <a:close/>
                <a:moveTo>
                  <a:pt x="114529" y="89078"/>
                </a:moveTo>
                <a:lnTo>
                  <a:pt x="106575" y="106575"/>
                </a:lnTo>
                <a:lnTo>
                  <a:pt x="89078" y="114529"/>
                </a:lnTo>
                <a:lnTo>
                  <a:pt x="106575" y="122482"/>
                </a:lnTo>
                <a:lnTo>
                  <a:pt x="114529" y="139979"/>
                </a:lnTo>
                <a:lnTo>
                  <a:pt x="122482" y="122482"/>
                </a:lnTo>
                <a:lnTo>
                  <a:pt x="139979" y="114529"/>
                </a:lnTo>
                <a:lnTo>
                  <a:pt x="122482" y="106575"/>
                </a:lnTo>
                <a:lnTo>
                  <a:pt x="114529" y="89078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112" name="!!text-4pq" descr="AI 分析"/>
          <p:cNvSpPr txBox="1"/>
          <p:nvPr/>
        </p:nvSpPr>
        <p:spPr>
          <a:xfrm>
            <a:off x="6274156" y="2370504"/>
            <a:ext cx="578675" cy="23954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03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AI 分析</a:t>
            </a:r>
            <a:endParaRPr lang="zh-TW" sz="1303"/>
          </a:p>
        </p:txBody>
      </p:sp>
      <p:sp>
        <p:nvSpPr>
          <p:cNvPr id="113" name="!!text-4pv" descr="AI 參考：上架 2 張、佐證 2 張"/>
          <p:cNvSpPr txBox="1"/>
          <p:nvPr/>
        </p:nvSpPr>
        <p:spPr>
          <a:xfrm>
            <a:off x="8139177" y="2393664"/>
            <a:ext cx="1880063" cy="2026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02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AI 參考：上架 2 張、佐證 2 張</a:t>
            </a:r>
            <a:endParaRPr lang="zh-TW" sz="1102"/>
          </a:p>
        </p:txBody>
      </p:sp>
      <p:sp>
        <p:nvSpPr>
          <p:cNvPr id="114" name="!!rect-4qc"/>
          <p:cNvSpPr/>
          <p:nvPr/>
        </p:nvSpPr>
        <p:spPr>
          <a:xfrm>
            <a:off x="5905119" y="2874175"/>
            <a:ext cx="2672334" cy="139979"/>
          </a:xfrm>
          <a:prstGeom prst="roundRect">
            <a:avLst>
              <a:gd name="adj" fmla="val 50000"/>
            </a:avLst>
          </a:prstGeom>
          <a:solidFill>
            <a:srgbClr val="E6EAEE">
              <a:alpha val="51111"/>
            </a:srgbClr>
          </a:solidFill>
          <a:ln>
            <a:noFill/>
          </a:ln>
        </p:spPr>
      </p:sp>
      <p:sp>
        <p:nvSpPr>
          <p:cNvPr id="115" name="!!rect-4qe"/>
          <p:cNvSpPr/>
          <p:nvPr/>
        </p:nvSpPr>
        <p:spPr>
          <a:xfrm>
            <a:off x="5905119" y="3166859"/>
            <a:ext cx="3817620" cy="139979"/>
          </a:xfrm>
          <a:prstGeom prst="roundRect">
            <a:avLst>
              <a:gd name="adj" fmla="val 50000"/>
            </a:avLst>
          </a:prstGeom>
          <a:solidFill>
            <a:srgbClr val="E6EAEE">
              <a:alpha val="57223"/>
            </a:srgbClr>
          </a:solidFill>
          <a:ln>
            <a:noFill/>
          </a:ln>
        </p:spPr>
      </p:sp>
      <p:sp>
        <p:nvSpPr>
          <p:cNvPr id="116" name="!!rect-4qg"/>
          <p:cNvSpPr/>
          <p:nvPr/>
        </p:nvSpPr>
        <p:spPr>
          <a:xfrm>
            <a:off x="5905119" y="3459544"/>
            <a:ext cx="3308604" cy="139979"/>
          </a:xfrm>
          <a:prstGeom prst="roundRect">
            <a:avLst>
              <a:gd name="adj" fmla="val 50000"/>
            </a:avLst>
          </a:prstGeom>
          <a:solidFill>
            <a:srgbClr val="E6EAEE">
              <a:alpha val="75556"/>
            </a:srgbClr>
          </a:solidFill>
          <a:ln>
            <a:noFill/>
          </a:ln>
        </p:spPr>
      </p:sp>
      <p:sp>
        <p:nvSpPr>
          <p:cNvPr id="117" name="!!text-4xx" descr="爭議分析"/>
          <p:cNvSpPr txBox="1"/>
          <p:nvPr/>
        </p:nvSpPr>
        <p:spPr>
          <a:xfrm>
            <a:off x="700431" y="629160"/>
            <a:ext cx="711604" cy="22111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02" b="1" kern="0" spc="144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爭議分</a:t>
            </a:r>
            <a:r>
              <a:rPr lang="zh-TW" altLang="en-US" sz="1202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析</a:t>
            </a:r>
            <a:endParaRPr lang="zh-TW" sz="1202"/>
          </a:p>
        </p:txBody>
      </p:sp>
      <p:sp>
        <p:nvSpPr>
          <p:cNvPr id="118" name="!!text-4y7" descr="比對證據，輔助裁決"/>
          <p:cNvSpPr txBox="1"/>
          <p:nvPr/>
        </p:nvSpPr>
        <p:spPr>
          <a:xfrm>
            <a:off x="700431" y="898430"/>
            <a:ext cx="4040569" cy="6633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3607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比對證</a:t>
            </a:r>
            <a:r>
              <a:rPr lang="zh-TW" altLang="en-US" sz="3607" kern="0" spc="-1082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據</a:t>
            </a:r>
            <a:r>
              <a:rPr lang="zh-TW" altLang="en-US" sz="3607" kern="0" spc="-649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，</a:t>
            </a:r>
            <a:r>
              <a:rPr lang="zh-TW" altLang="en-US" sz="3607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輔助裁決</a:t>
            </a:r>
            <a:endParaRPr lang="zh-TW" sz="3607"/>
          </a:p>
        </p:txBody>
      </p:sp>
      <p:sp>
        <p:nvSpPr>
          <p:cNvPr id="119" name="!!text-4yl" descr="比對上架資料、照片與爭議說明，整理摘要與建議，僅供管理員參考。"/>
          <p:cNvSpPr txBox="1"/>
          <p:nvPr/>
        </p:nvSpPr>
        <p:spPr>
          <a:xfrm>
            <a:off x="700431" y="1615633"/>
            <a:ext cx="5974575" cy="27639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503" kern="0" dirty="0">
                <a:solidFill>
                  <a:srgbClr val="3F4A54"/>
                </a:solidFill>
                <a:latin typeface="Noto Sans TC Medium"/>
                <a:ea typeface="Noto Sans TC Medium"/>
                <a:cs typeface="Noto Sans TC Medium"/>
              </a:rPr>
              <a:t>比對上架資料、照片與爭議說明，整理摘要與建議，僅供管理員參考。</a:t>
            </a:r>
            <a:endParaRPr lang="zh-TW" sz="1503"/>
          </a:p>
        </p:txBody>
      </p:sp>
      <p:sp>
        <p:nvSpPr>
          <p:cNvPr id="120" name="!!path-9ic"/>
          <p:cNvSpPr/>
          <p:nvPr/>
        </p:nvSpPr>
        <p:spPr>
          <a:xfrm>
            <a:off x="381000" y="306527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21" name="!!path-9id"/>
          <p:cNvSpPr/>
          <p:nvPr/>
        </p:nvSpPr>
        <p:spPr>
          <a:xfrm>
            <a:off x="381000" y="308153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22" name="!!path-9ie"/>
          <p:cNvSpPr/>
          <p:nvPr/>
        </p:nvSpPr>
        <p:spPr>
          <a:xfrm>
            <a:off x="381000" y="309778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23" name="!!path-9if"/>
          <p:cNvSpPr/>
          <p:nvPr/>
        </p:nvSpPr>
        <p:spPr>
          <a:xfrm>
            <a:off x="381000" y="311404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24" name="!!path-9ig"/>
          <p:cNvSpPr/>
          <p:nvPr/>
        </p:nvSpPr>
        <p:spPr>
          <a:xfrm>
            <a:off x="381000" y="313030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25" name="!!path-9ih"/>
          <p:cNvSpPr/>
          <p:nvPr/>
        </p:nvSpPr>
        <p:spPr>
          <a:xfrm>
            <a:off x="381000" y="314655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26" name="!!path-9ii"/>
          <p:cNvSpPr/>
          <p:nvPr/>
        </p:nvSpPr>
        <p:spPr>
          <a:xfrm>
            <a:off x="381000" y="316281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27" name="!!path-9ij"/>
          <p:cNvSpPr/>
          <p:nvPr/>
        </p:nvSpPr>
        <p:spPr>
          <a:xfrm>
            <a:off x="381000" y="317906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28" name="!!path-9ik"/>
          <p:cNvSpPr/>
          <p:nvPr/>
        </p:nvSpPr>
        <p:spPr>
          <a:xfrm>
            <a:off x="419608" y="269342"/>
            <a:ext cx="128422" cy="122936"/>
          </a:xfrm>
          <a:custGeom>
            <a:avLst/>
            <a:gdLst/>
            <a:ahLst/>
            <a:cxnLst/>
            <a:rect l="l" t="t" r="r" b="b"/>
            <a:pathLst>
              <a:path w="128422" h="122936">
                <a:moveTo>
                  <a:pt x="0" y="17678"/>
                </a:moveTo>
                <a:lnTo>
                  <a:pt x="8128" y="5080"/>
                </a:lnTo>
                <a:cubicBezTo>
                  <a:pt x="32512" y="0"/>
                  <a:pt x="73152" y="7112"/>
                  <a:pt x="101600" y="26416"/>
                </a:cubicBezTo>
                <a:cubicBezTo>
                  <a:pt x="116840" y="37186"/>
                  <a:pt x="124968" y="49784"/>
                  <a:pt x="128422" y="62992"/>
                </a:cubicBezTo>
                <a:lnTo>
                  <a:pt x="128422" y="122936"/>
                </a:lnTo>
                <a:lnTo>
                  <a:pt x="0" y="1229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29" name="!!path-9il"/>
          <p:cNvSpPr/>
          <p:nvPr/>
        </p:nvSpPr>
        <p:spPr>
          <a:xfrm>
            <a:off x="419608" y="269342"/>
            <a:ext cx="128422" cy="62992"/>
          </a:xfrm>
          <a:custGeom>
            <a:avLst/>
            <a:gdLst/>
            <a:ahLst/>
            <a:cxnLst/>
            <a:rect l="l" t="t" r="r" b="b"/>
            <a:pathLst>
              <a:path w="128422" h="62992" fill="none">
                <a:moveTo>
                  <a:pt x="128422" y="62992"/>
                </a:moveTo>
                <a:cubicBezTo>
                  <a:pt x="124968" y="49784"/>
                  <a:pt x="116840" y="37186"/>
                  <a:pt x="101600" y="26416"/>
                </a:cubicBezTo>
                <a:cubicBezTo>
                  <a:pt x="73152" y="7112"/>
                  <a:pt x="32512" y="0"/>
                  <a:pt x="8128" y="5080"/>
                </a:cubicBezTo>
                <a:lnTo>
                  <a:pt x="0" y="1767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30" name="!!path-9im"/>
          <p:cNvSpPr/>
          <p:nvPr/>
        </p:nvSpPr>
        <p:spPr>
          <a:xfrm>
            <a:off x="407010" y="281534"/>
            <a:ext cx="141021" cy="110744"/>
          </a:xfrm>
          <a:custGeom>
            <a:avLst/>
            <a:gdLst/>
            <a:ahLst/>
            <a:cxnLst/>
            <a:rect l="l" t="t" r="r" b="b"/>
            <a:pathLst>
              <a:path w="141021" h="110744">
                <a:moveTo>
                  <a:pt x="0" y="22352"/>
                </a:moveTo>
                <a:lnTo>
                  <a:pt x="6502" y="6502"/>
                </a:lnTo>
                <a:cubicBezTo>
                  <a:pt x="36982" y="0"/>
                  <a:pt x="79654" y="7112"/>
                  <a:pt x="110134" y="25400"/>
                </a:cubicBezTo>
                <a:cubicBezTo>
                  <a:pt x="126390" y="35154"/>
                  <a:pt x="136550" y="49784"/>
                  <a:pt x="141021" y="62992"/>
                </a:cubicBezTo>
                <a:lnTo>
                  <a:pt x="141021" y="110744"/>
                </a:lnTo>
                <a:lnTo>
                  <a:pt x="0" y="110744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31" name="!!path-9in"/>
          <p:cNvSpPr/>
          <p:nvPr/>
        </p:nvSpPr>
        <p:spPr>
          <a:xfrm>
            <a:off x="407010" y="281534"/>
            <a:ext cx="141021" cy="62992"/>
          </a:xfrm>
          <a:custGeom>
            <a:avLst/>
            <a:gdLst/>
            <a:ahLst/>
            <a:cxnLst/>
            <a:rect l="l" t="t" r="r" b="b"/>
            <a:pathLst>
              <a:path w="141021" h="62992" fill="none">
                <a:moveTo>
                  <a:pt x="141021" y="62992"/>
                </a:moveTo>
                <a:cubicBezTo>
                  <a:pt x="136550" y="49784"/>
                  <a:pt x="126390" y="35154"/>
                  <a:pt x="110134" y="25400"/>
                </a:cubicBezTo>
                <a:cubicBezTo>
                  <a:pt x="79654" y="7112"/>
                  <a:pt x="36982" y="0"/>
                  <a:pt x="6502" y="6502"/>
                </a:cubicBezTo>
                <a:lnTo>
                  <a:pt x="0" y="22352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32" name="!!path-9io"/>
          <p:cNvSpPr/>
          <p:nvPr/>
        </p:nvSpPr>
        <p:spPr>
          <a:xfrm>
            <a:off x="395834" y="294742"/>
            <a:ext cx="151790" cy="97536"/>
          </a:xfrm>
          <a:custGeom>
            <a:avLst/>
            <a:gdLst/>
            <a:ahLst/>
            <a:cxnLst/>
            <a:rect l="l" t="t" r="r" b="b"/>
            <a:pathLst>
              <a:path w="151790" h="97536">
                <a:moveTo>
                  <a:pt x="0" y="23165"/>
                </a:moveTo>
                <a:lnTo>
                  <a:pt x="3861" y="12598"/>
                </a:lnTo>
                <a:cubicBezTo>
                  <a:pt x="37998" y="0"/>
                  <a:pt x="84734" y="5080"/>
                  <a:pt x="117246" y="21946"/>
                </a:cubicBezTo>
                <a:cubicBezTo>
                  <a:pt x="135534" y="31496"/>
                  <a:pt x="146710" y="43688"/>
                  <a:pt x="151790" y="55270"/>
                </a:cubicBezTo>
                <a:lnTo>
                  <a:pt x="151790" y="97536"/>
                </a:lnTo>
                <a:lnTo>
                  <a:pt x="0" y="975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33" name="!!path-9ip"/>
          <p:cNvSpPr/>
          <p:nvPr/>
        </p:nvSpPr>
        <p:spPr>
          <a:xfrm>
            <a:off x="395834" y="294742"/>
            <a:ext cx="151790" cy="55270"/>
          </a:xfrm>
          <a:custGeom>
            <a:avLst/>
            <a:gdLst/>
            <a:ahLst/>
            <a:cxnLst/>
            <a:rect l="l" t="t" r="r" b="b"/>
            <a:pathLst>
              <a:path w="151790" h="55270" fill="none">
                <a:moveTo>
                  <a:pt x="151790" y="55270"/>
                </a:moveTo>
                <a:cubicBezTo>
                  <a:pt x="146710" y="43688"/>
                  <a:pt x="135534" y="31496"/>
                  <a:pt x="117246" y="21946"/>
                </a:cubicBezTo>
                <a:cubicBezTo>
                  <a:pt x="84734" y="5080"/>
                  <a:pt x="37998" y="0"/>
                  <a:pt x="3861" y="12598"/>
                </a:cubicBezTo>
                <a:lnTo>
                  <a:pt x="0" y="23165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34" name="!!path-9iq"/>
          <p:cNvSpPr/>
          <p:nvPr/>
        </p:nvSpPr>
        <p:spPr>
          <a:xfrm>
            <a:off x="548234" y="264262"/>
            <a:ext cx="120294" cy="128016"/>
          </a:xfrm>
          <a:custGeom>
            <a:avLst/>
            <a:gdLst/>
            <a:ahLst/>
            <a:cxnLst/>
            <a:rect l="l" t="t" r="r" b="b"/>
            <a:pathLst>
              <a:path w="120294" h="128016">
                <a:moveTo>
                  <a:pt x="120294" y="18288"/>
                </a:moveTo>
                <a:lnTo>
                  <a:pt x="113589" y="4470"/>
                </a:lnTo>
                <a:cubicBezTo>
                  <a:pt x="86766" y="0"/>
                  <a:pt x="44094" y="10160"/>
                  <a:pt x="17678" y="30480"/>
                </a:cubicBezTo>
                <a:cubicBezTo>
                  <a:pt x="6502" y="39624"/>
                  <a:pt x="1422" y="52832"/>
                  <a:pt x="0" y="67056"/>
                </a:cubicBezTo>
                <a:lnTo>
                  <a:pt x="0" y="128016"/>
                </a:lnTo>
                <a:lnTo>
                  <a:pt x="120294" y="12801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35" name="!!path-9ir"/>
          <p:cNvSpPr/>
          <p:nvPr/>
        </p:nvSpPr>
        <p:spPr>
          <a:xfrm>
            <a:off x="548234" y="264262"/>
            <a:ext cx="120294" cy="67056"/>
          </a:xfrm>
          <a:custGeom>
            <a:avLst/>
            <a:gdLst/>
            <a:ahLst/>
            <a:cxnLst/>
            <a:rect l="l" t="t" r="r" b="b"/>
            <a:pathLst>
              <a:path w="120294" h="67056" fill="none">
                <a:moveTo>
                  <a:pt x="0" y="67056"/>
                </a:moveTo>
                <a:cubicBezTo>
                  <a:pt x="1422" y="52832"/>
                  <a:pt x="6502" y="39624"/>
                  <a:pt x="17678" y="30480"/>
                </a:cubicBezTo>
                <a:cubicBezTo>
                  <a:pt x="44094" y="10160"/>
                  <a:pt x="86766" y="0"/>
                  <a:pt x="113589" y="4470"/>
                </a:cubicBezTo>
                <a:lnTo>
                  <a:pt x="120294" y="1828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36" name="!!path-9is"/>
          <p:cNvSpPr/>
          <p:nvPr/>
        </p:nvSpPr>
        <p:spPr>
          <a:xfrm>
            <a:off x="548437" y="279502"/>
            <a:ext cx="133299" cy="112776"/>
          </a:xfrm>
          <a:custGeom>
            <a:avLst/>
            <a:gdLst/>
            <a:ahLst/>
            <a:cxnLst/>
            <a:rect l="l" t="t" r="r" b="b"/>
            <a:pathLst>
              <a:path w="133299" h="112776">
                <a:moveTo>
                  <a:pt x="133299" y="19710"/>
                </a:moveTo>
                <a:lnTo>
                  <a:pt x="127203" y="3048"/>
                </a:lnTo>
                <a:cubicBezTo>
                  <a:pt x="94691" y="0"/>
                  <a:pt x="54051" y="11176"/>
                  <a:pt x="27635" y="30683"/>
                </a:cubicBezTo>
                <a:cubicBezTo>
                  <a:pt x="13411" y="41250"/>
                  <a:pt x="4267" y="53848"/>
                  <a:pt x="0" y="65024"/>
                </a:cubicBezTo>
                <a:lnTo>
                  <a:pt x="0" y="112776"/>
                </a:lnTo>
                <a:lnTo>
                  <a:pt x="133299" y="11277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37" name="!!path-9it"/>
          <p:cNvSpPr/>
          <p:nvPr/>
        </p:nvSpPr>
        <p:spPr>
          <a:xfrm>
            <a:off x="548437" y="279502"/>
            <a:ext cx="133299" cy="65024"/>
          </a:xfrm>
          <a:custGeom>
            <a:avLst/>
            <a:gdLst/>
            <a:ahLst/>
            <a:cxnLst/>
            <a:rect l="l" t="t" r="r" b="b"/>
            <a:pathLst>
              <a:path w="133299" h="65024" fill="none">
                <a:moveTo>
                  <a:pt x="0" y="65024"/>
                </a:moveTo>
                <a:cubicBezTo>
                  <a:pt x="4267" y="53848"/>
                  <a:pt x="13411" y="41250"/>
                  <a:pt x="27635" y="30683"/>
                </a:cubicBezTo>
                <a:cubicBezTo>
                  <a:pt x="54051" y="11176"/>
                  <a:pt x="94691" y="0"/>
                  <a:pt x="127203" y="3048"/>
                </a:cubicBezTo>
                <a:lnTo>
                  <a:pt x="133299" y="19710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38" name="!!path-9iu"/>
          <p:cNvSpPr/>
          <p:nvPr/>
        </p:nvSpPr>
        <p:spPr>
          <a:xfrm>
            <a:off x="548843" y="293726"/>
            <a:ext cx="142646" cy="98552"/>
          </a:xfrm>
          <a:custGeom>
            <a:avLst/>
            <a:gdLst/>
            <a:ahLst/>
            <a:cxnLst/>
            <a:rect l="l" t="t" r="r" b="b"/>
            <a:pathLst>
              <a:path w="142646" h="98552">
                <a:moveTo>
                  <a:pt x="142646" y="18898"/>
                </a:moveTo>
                <a:lnTo>
                  <a:pt x="139802" y="8738"/>
                </a:lnTo>
                <a:cubicBezTo>
                  <a:pt x="106477" y="0"/>
                  <a:pt x="63805" y="5080"/>
                  <a:pt x="35357" y="19304"/>
                </a:cubicBezTo>
                <a:cubicBezTo>
                  <a:pt x="17069" y="28448"/>
                  <a:pt x="5893" y="42672"/>
                  <a:pt x="0" y="56286"/>
                </a:cubicBezTo>
                <a:lnTo>
                  <a:pt x="0" y="98552"/>
                </a:lnTo>
                <a:lnTo>
                  <a:pt x="142646" y="98552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39" name="!!path-9iv"/>
          <p:cNvSpPr/>
          <p:nvPr/>
        </p:nvSpPr>
        <p:spPr>
          <a:xfrm>
            <a:off x="548843" y="293726"/>
            <a:ext cx="142646" cy="56286"/>
          </a:xfrm>
          <a:custGeom>
            <a:avLst/>
            <a:gdLst/>
            <a:ahLst/>
            <a:cxnLst/>
            <a:rect l="l" t="t" r="r" b="b"/>
            <a:pathLst>
              <a:path w="142646" h="56286" fill="none">
                <a:moveTo>
                  <a:pt x="0" y="56286"/>
                </a:moveTo>
                <a:cubicBezTo>
                  <a:pt x="5893" y="42672"/>
                  <a:pt x="17069" y="28448"/>
                  <a:pt x="35357" y="19304"/>
                </a:cubicBezTo>
                <a:cubicBezTo>
                  <a:pt x="63805" y="5080"/>
                  <a:pt x="106477" y="0"/>
                  <a:pt x="139802" y="8738"/>
                </a:cubicBezTo>
                <a:lnTo>
                  <a:pt x="142646" y="1889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40" name="!!path-9iw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627D8D"/>
              </a:gs>
              <a:gs pos="21794">
                <a:srgbClr val="627D8D"/>
              </a:gs>
              <a:gs pos="55376">
                <a:srgbClr val="627D8D"/>
              </a:gs>
              <a:gs pos="96421">
                <a:srgbClr val="98ABB7"/>
              </a:gs>
              <a:gs pos="100000">
                <a:srgbClr val="98ABB7"/>
              </a:gs>
            </a:gsLst>
            <a:lin ang="1983350" scaled="0"/>
          </a:gradFill>
          <a:ln>
            <a:noFill/>
          </a:ln>
        </p:spPr>
      </p:sp>
      <p:sp>
        <p:nvSpPr>
          <p:cNvPr id="141" name="!!path-9ix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0000"/>
                </a:srgbClr>
              </a:gs>
              <a:gs pos="4764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83333" t="79291" r="16667" b="20709"/>
            </a:path>
          </a:gradFill>
          <a:ln>
            <a:noFill/>
          </a:ln>
        </p:spPr>
      </p:sp>
      <p:sp>
        <p:nvSpPr>
          <p:cNvPr id="142" name="!!line-9iy"/>
          <p:cNvSpPr/>
          <p:nvPr/>
        </p:nvSpPr>
        <p:spPr>
          <a:xfrm>
            <a:off x="549046" y="363017"/>
            <a:ext cx="1" cy="153619"/>
          </a:xfrm>
          <a:custGeom>
            <a:avLst/>
            <a:gdLst/>
            <a:ahLst/>
            <a:cxnLst/>
            <a:rect l="l" t="t" r="r" b="b"/>
            <a:pathLst>
              <a:path w="1" h="153619">
                <a:moveTo>
                  <a:pt x="0" y="0"/>
                </a:moveTo>
                <a:lnTo>
                  <a:pt x="0" y="153619"/>
                </a:lnTo>
              </a:path>
            </a:pathLst>
          </a:custGeom>
          <a:solidFill>
            <a:srgbClr val="000000"/>
          </a:solidFill>
          <a:ln w="6909" cap="rnd">
            <a:solidFill>
              <a:srgbClr val="C9D3D9"/>
            </a:solidFill>
            <a:prstDash val="solid"/>
            <a:miter lim="800000"/>
          </a:ln>
        </p:spPr>
      </p:sp>
      <p:sp>
        <p:nvSpPr>
          <p:cNvPr id="143" name="!!path-9iz"/>
          <p:cNvSpPr/>
          <p:nvPr/>
        </p:nvSpPr>
        <p:spPr>
          <a:xfrm>
            <a:off x="657962" y="442062"/>
            <a:ext cx="25400" cy="37998"/>
          </a:xfrm>
          <a:custGeom>
            <a:avLst/>
            <a:gdLst/>
            <a:ahLst/>
            <a:cxnLst/>
            <a:rect l="l" t="t" r="r" b="b"/>
            <a:pathLst>
              <a:path w="25400" h="37998">
                <a:moveTo>
                  <a:pt x="0" y="2642"/>
                </a:moveTo>
                <a:lnTo>
                  <a:pt x="15240" y="0"/>
                </a:lnTo>
                <a:lnTo>
                  <a:pt x="25400" y="37186"/>
                </a:lnTo>
                <a:lnTo>
                  <a:pt x="7518" y="37998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 w="1016" cap="flat">
            <a:solidFill>
              <a:srgbClr val="FFFFFF">
                <a:alpha val="55000"/>
              </a:srgbClr>
            </a:solidFill>
            <a:prstDash val="solid"/>
            <a:round/>
          </a:ln>
        </p:spPr>
      </p:sp>
      <p:sp>
        <p:nvSpPr>
          <p:cNvPr id="144" name="!!text-9j0" descr="救「舊」我的書"/>
          <p:cNvSpPr txBox="1"/>
          <p:nvPr/>
        </p:nvSpPr>
        <p:spPr>
          <a:xfrm>
            <a:off x="805879" y="251460"/>
            <a:ext cx="1120140" cy="25745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400" b="1" kern="0" spc="-70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救</a:t>
            </a:r>
            <a:r>
              <a:rPr lang="zh-TW" altLang="en-US" sz="14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「舊</a:t>
            </a:r>
            <a:r>
              <a:rPr lang="zh-TW" altLang="en-US" sz="1400" b="1" kern="0" spc="-70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」</a:t>
            </a:r>
            <a:r>
              <a:rPr lang="zh-TW" altLang="en-US" sz="14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我的書</a:t>
            </a:r>
            <a:endParaRPr lang="zh-TW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fast" p14:dur="2700" advTm="200">
        <p159:morph option="byObject"/>
      </p:transition>
    </mc:Choice>
    <mc:Fallback>
      <p:transition spd="fast" advTm="200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109.3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rect-1q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7"/>
          </a:solidFill>
          <a:ln>
            <a:noFill/>
          </a:ln>
        </p:spPr>
      </p:sp>
      <p:sp>
        <p:nvSpPr>
          <p:cNvPr id="3" name="!!ellipse-1q2"/>
          <p:cNvSpPr/>
          <p:nvPr/>
        </p:nvSpPr>
        <p:spPr>
          <a:xfrm>
            <a:off x="-889000" y="-952500"/>
            <a:ext cx="13970000" cy="7874000"/>
          </a:xfrm>
          <a:prstGeom prst="ellipse">
            <a:avLst/>
          </a:prstGeom>
          <a:gradFill rotWithShape="1">
            <a:gsLst>
              <a:gs pos="0">
                <a:srgbClr val="FFFFFF">
                  <a:alpha val="95000"/>
                </a:srgbClr>
              </a:gs>
              <a:gs pos="40865">
                <a:srgbClr val="FFFFFF">
                  <a:alpha val="35000"/>
                </a:srgbClr>
              </a:gs>
              <a:gs pos="68108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!!rect-1q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P1"/>
            <a:srcRect/>
            <a:tile tx="106883" ty="86893" sx="16667" sy="16667" flip="none" algn="tl"/>
          </a:blipFill>
          <a:ln>
            <a:noFill/>
          </a:ln>
        </p:spPr>
      </p:sp>
      <p:sp>
        <p:nvSpPr>
          <p:cNvPr id="5" name="!!circle-1qg"/>
          <p:cNvSpPr/>
          <p:nvPr/>
        </p:nvSpPr>
        <p:spPr>
          <a:xfrm>
            <a:off x="-1024890" y="3882993"/>
            <a:ext cx="1987309" cy="1987309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" name="!!circle-1qv"/>
          <p:cNvSpPr/>
          <p:nvPr/>
        </p:nvSpPr>
        <p:spPr>
          <a:xfrm>
            <a:off x="9513411" y="2973082"/>
            <a:ext cx="1551610" cy="1551610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7" name="!!circle-1r1"/>
          <p:cNvSpPr/>
          <p:nvPr/>
        </p:nvSpPr>
        <p:spPr>
          <a:xfrm>
            <a:off x="10282706" y="2221674"/>
            <a:ext cx="905370" cy="905370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8" name="!!circle-1ro"/>
          <p:cNvSpPr/>
          <p:nvPr/>
        </p:nvSpPr>
        <p:spPr>
          <a:xfrm>
            <a:off x="1592002" y="4029424"/>
            <a:ext cx="1641335" cy="1641335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9" name="!!circle-1rs"/>
          <p:cNvSpPr/>
          <p:nvPr/>
        </p:nvSpPr>
        <p:spPr>
          <a:xfrm>
            <a:off x="11744611" y="3854665"/>
            <a:ext cx="1598701" cy="1598701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0" name="!!circle-1ru"/>
          <p:cNvSpPr/>
          <p:nvPr/>
        </p:nvSpPr>
        <p:spPr>
          <a:xfrm>
            <a:off x="6248552" y="6448673"/>
            <a:ext cx="1493304" cy="1493304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1" name="!!circle-1s5"/>
          <p:cNvSpPr/>
          <p:nvPr/>
        </p:nvSpPr>
        <p:spPr>
          <a:xfrm>
            <a:off x="178479" y="5177948"/>
            <a:ext cx="905091" cy="905091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2" name="!!rect-1sh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5F7">
                  <a:alpha val="0"/>
                </a:srgbClr>
              </a:gs>
              <a:gs pos="20428">
                <a:srgbClr val="F3F5F7">
                  <a:alpha val="0"/>
                </a:srgbClr>
              </a:gs>
              <a:gs pos="66730">
                <a:srgbClr val="F3F5F7"/>
              </a:gs>
              <a:gs pos="100000">
                <a:srgbClr val="F3F5F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3" name="!!circle-1sj"/>
          <p:cNvSpPr/>
          <p:nvPr/>
        </p:nvSpPr>
        <p:spPr>
          <a:xfrm>
            <a:off x="93132" y="-44361"/>
            <a:ext cx="50038" cy="50038"/>
          </a:xfrm>
          <a:prstGeom prst="ellipse">
            <a:avLst/>
          </a:prstGeom>
          <a:solidFill>
            <a:srgbClr val="627D8D">
              <a:alpha val="25400"/>
            </a:srgbClr>
          </a:solidFill>
          <a:ln>
            <a:noFill/>
          </a:ln>
        </p:spPr>
      </p:sp>
      <p:sp>
        <p:nvSpPr>
          <p:cNvPr id="14" name="!!circle-1sm"/>
          <p:cNvSpPr/>
          <p:nvPr/>
        </p:nvSpPr>
        <p:spPr>
          <a:xfrm>
            <a:off x="5576876" y="1320139"/>
            <a:ext cx="36055" cy="36055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15" name="!!circle-1sp"/>
          <p:cNvSpPr/>
          <p:nvPr/>
        </p:nvSpPr>
        <p:spPr>
          <a:xfrm>
            <a:off x="9312665" y="3217404"/>
            <a:ext cx="24295" cy="24295"/>
          </a:xfrm>
          <a:prstGeom prst="ellipse">
            <a:avLst/>
          </a:prstGeom>
          <a:solidFill>
            <a:srgbClr val="627D8D">
              <a:alpha val="18100"/>
            </a:srgbClr>
          </a:solidFill>
          <a:ln>
            <a:noFill/>
          </a:ln>
        </p:spPr>
      </p:sp>
      <p:sp>
        <p:nvSpPr>
          <p:cNvPr id="16" name="!!circle-1ss"/>
          <p:cNvSpPr/>
          <p:nvPr/>
        </p:nvSpPr>
        <p:spPr>
          <a:xfrm>
            <a:off x="3507275" y="6421373"/>
            <a:ext cx="25959" cy="25959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17" name="!!circle-1sv"/>
          <p:cNvSpPr/>
          <p:nvPr/>
        </p:nvSpPr>
        <p:spPr>
          <a:xfrm>
            <a:off x="1974791" y="1765431"/>
            <a:ext cx="35878" cy="35878"/>
          </a:xfrm>
          <a:prstGeom prst="ellipse">
            <a:avLst/>
          </a:prstGeom>
          <a:solidFill>
            <a:srgbClr val="627D8D">
              <a:alpha val="26800"/>
            </a:srgbClr>
          </a:solidFill>
          <a:ln>
            <a:noFill/>
          </a:ln>
        </p:spPr>
      </p:sp>
      <p:sp>
        <p:nvSpPr>
          <p:cNvPr id="18" name="!!circle-1sy"/>
          <p:cNvSpPr/>
          <p:nvPr/>
        </p:nvSpPr>
        <p:spPr>
          <a:xfrm>
            <a:off x="6840182" y="3745233"/>
            <a:ext cx="40234" cy="40234"/>
          </a:xfrm>
          <a:prstGeom prst="ellipse">
            <a:avLst/>
          </a:prstGeom>
          <a:solidFill>
            <a:srgbClr val="627D8D">
              <a:alpha val="31300"/>
            </a:srgbClr>
          </a:solidFill>
          <a:ln>
            <a:noFill/>
          </a:ln>
        </p:spPr>
      </p:sp>
      <p:sp>
        <p:nvSpPr>
          <p:cNvPr id="19" name="!!circle-1t4"/>
          <p:cNvSpPr/>
          <p:nvPr/>
        </p:nvSpPr>
        <p:spPr>
          <a:xfrm>
            <a:off x="1175168" y="4835248"/>
            <a:ext cx="29959" cy="29959"/>
          </a:xfrm>
          <a:prstGeom prst="ellipse">
            <a:avLst/>
          </a:prstGeom>
          <a:solidFill>
            <a:srgbClr val="627D8D">
              <a:alpha val="19400"/>
            </a:srgbClr>
          </a:solidFill>
          <a:ln>
            <a:noFill/>
          </a:ln>
        </p:spPr>
      </p:sp>
      <p:sp>
        <p:nvSpPr>
          <p:cNvPr id="20" name="!!circle-1t7"/>
          <p:cNvSpPr/>
          <p:nvPr/>
        </p:nvSpPr>
        <p:spPr>
          <a:xfrm>
            <a:off x="8464762" y="4460614"/>
            <a:ext cx="28702" cy="28702"/>
          </a:xfrm>
          <a:prstGeom prst="ellipse">
            <a:avLst/>
          </a:prstGeom>
          <a:solidFill>
            <a:srgbClr val="627D8D">
              <a:alpha val="17800"/>
            </a:srgbClr>
          </a:solidFill>
          <a:ln>
            <a:noFill/>
          </a:ln>
        </p:spPr>
      </p:sp>
      <p:sp>
        <p:nvSpPr>
          <p:cNvPr id="21" name="!!circle-1ta"/>
          <p:cNvSpPr/>
          <p:nvPr/>
        </p:nvSpPr>
        <p:spPr>
          <a:xfrm>
            <a:off x="11001094" y="1850894"/>
            <a:ext cx="24066" cy="24066"/>
          </a:xfrm>
          <a:prstGeom prst="ellipse">
            <a:avLst/>
          </a:prstGeom>
          <a:solidFill>
            <a:srgbClr val="627D8D">
              <a:alpha val="23900"/>
            </a:srgbClr>
          </a:solidFill>
          <a:ln>
            <a:noFill/>
          </a:ln>
        </p:spPr>
      </p:sp>
      <p:sp>
        <p:nvSpPr>
          <p:cNvPr id="22" name="!!circle-1td"/>
          <p:cNvSpPr/>
          <p:nvPr/>
        </p:nvSpPr>
        <p:spPr>
          <a:xfrm>
            <a:off x="8433601" y="5787046"/>
            <a:ext cx="35865" cy="35865"/>
          </a:xfrm>
          <a:prstGeom prst="ellipse">
            <a:avLst/>
          </a:prstGeom>
          <a:solidFill>
            <a:srgbClr val="627D8D">
              <a:alpha val="28200"/>
            </a:srgbClr>
          </a:solidFill>
          <a:ln>
            <a:noFill/>
          </a:ln>
        </p:spPr>
      </p:sp>
      <p:sp>
        <p:nvSpPr>
          <p:cNvPr id="23" name="!!circle-1tg"/>
          <p:cNvSpPr/>
          <p:nvPr/>
        </p:nvSpPr>
        <p:spPr>
          <a:xfrm>
            <a:off x="1495178" y="2942198"/>
            <a:ext cx="39218" cy="39218"/>
          </a:xfrm>
          <a:prstGeom prst="ellipse">
            <a:avLst/>
          </a:prstGeom>
          <a:solidFill>
            <a:srgbClr val="627D8D">
              <a:alpha val="29600"/>
            </a:srgbClr>
          </a:solidFill>
          <a:ln>
            <a:noFill/>
          </a:ln>
        </p:spPr>
      </p:sp>
      <p:sp>
        <p:nvSpPr>
          <p:cNvPr id="24" name="!!circle-1tj"/>
          <p:cNvSpPr/>
          <p:nvPr/>
        </p:nvSpPr>
        <p:spPr>
          <a:xfrm>
            <a:off x="7091588" y="5986705"/>
            <a:ext cx="49733" cy="49733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5" name="!!circle-1tm"/>
          <p:cNvSpPr/>
          <p:nvPr/>
        </p:nvSpPr>
        <p:spPr>
          <a:xfrm>
            <a:off x="6395059" y="1663108"/>
            <a:ext cx="41694" cy="41694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6" name="!!circle-1tp"/>
          <p:cNvSpPr/>
          <p:nvPr/>
        </p:nvSpPr>
        <p:spPr>
          <a:xfrm>
            <a:off x="6795133" y="5072147"/>
            <a:ext cx="31979" cy="31979"/>
          </a:xfrm>
          <a:prstGeom prst="ellipse">
            <a:avLst/>
          </a:prstGeom>
          <a:solidFill>
            <a:srgbClr val="627D8D">
              <a:alpha val="24100"/>
            </a:srgbClr>
          </a:solidFill>
          <a:ln>
            <a:noFill/>
          </a:ln>
        </p:spPr>
      </p:sp>
      <p:sp>
        <p:nvSpPr>
          <p:cNvPr id="27" name="!!circle-1ts"/>
          <p:cNvSpPr/>
          <p:nvPr/>
        </p:nvSpPr>
        <p:spPr>
          <a:xfrm>
            <a:off x="3886172" y="951616"/>
            <a:ext cx="18085" cy="18085"/>
          </a:xfrm>
          <a:prstGeom prst="ellipse">
            <a:avLst/>
          </a:prstGeom>
          <a:solidFill>
            <a:srgbClr val="627D8D">
              <a:alpha val="10500"/>
            </a:srgbClr>
          </a:solidFill>
          <a:ln>
            <a:noFill/>
          </a:ln>
        </p:spPr>
      </p:sp>
      <p:sp>
        <p:nvSpPr>
          <p:cNvPr id="28" name="!!circle-1ty"/>
          <p:cNvSpPr/>
          <p:nvPr/>
        </p:nvSpPr>
        <p:spPr>
          <a:xfrm>
            <a:off x="3455513" y="6246489"/>
            <a:ext cx="39243" cy="39243"/>
          </a:xfrm>
          <a:prstGeom prst="ellipse">
            <a:avLst/>
          </a:prstGeom>
          <a:solidFill>
            <a:srgbClr val="627D8D">
              <a:alpha val="27700"/>
            </a:srgbClr>
          </a:solidFill>
          <a:ln>
            <a:noFill/>
          </a:ln>
        </p:spPr>
      </p:sp>
      <p:sp>
        <p:nvSpPr>
          <p:cNvPr id="29" name="!!circle-1u1"/>
          <p:cNvSpPr/>
          <p:nvPr/>
        </p:nvSpPr>
        <p:spPr>
          <a:xfrm>
            <a:off x="1651227" y="6544098"/>
            <a:ext cx="34519" cy="34519"/>
          </a:xfrm>
          <a:prstGeom prst="ellipse">
            <a:avLst/>
          </a:prstGeom>
          <a:solidFill>
            <a:srgbClr val="627D8D">
              <a:alpha val="22500"/>
            </a:srgbClr>
          </a:solidFill>
          <a:ln>
            <a:noFill/>
          </a:ln>
        </p:spPr>
      </p:sp>
      <p:sp>
        <p:nvSpPr>
          <p:cNvPr id="30" name="!!circle-1u4"/>
          <p:cNvSpPr/>
          <p:nvPr/>
        </p:nvSpPr>
        <p:spPr>
          <a:xfrm>
            <a:off x="2672765" y="5040697"/>
            <a:ext cx="46228" cy="46228"/>
          </a:xfrm>
          <a:prstGeom prst="ellipse">
            <a:avLst/>
          </a:prstGeom>
          <a:solidFill>
            <a:srgbClr val="627D8D">
              <a:alpha val="26200"/>
            </a:srgbClr>
          </a:solidFill>
          <a:ln>
            <a:noFill/>
          </a:ln>
        </p:spPr>
      </p:sp>
      <p:sp>
        <p:nvSpPr>
          <p:cNvPr id="31" name="!!circle-1u7"/>
          <p:cNvSpPr/>
          <p:nvPr/>
        </p:nvSpPr>
        <p:spPr>
          <a:xfrm>
            <a:off x="7425872" y="4733284"/>
            <a:ext cx="49327" cy="49327"/>
          </a:xfrm>
          <a:prstGeom prst="ellipse">
            <a:avLst/>
          </a:prstGeom>
          <a:solidFill>
            <a:srgbClr val="627D8D">
              <a:alpha val="20800"/>
            </a:srgbClr>
          </a:solidFill>
          <a:ln>
            <a:noFill/>
          </a:ln>
        </p:spPr>
      </p:sp>
      <p:sp>
        <p:nvSpPr>
          <p:cNvPr id="32" name="!!circle-1ua"/>
          <p:cNvSpPr/>
          <p:nvPr/>
        </p:nvSpPr>
        <p:spPr>
          <a:xfrm>
            <a:off x="9695591" y="5422629"/>
            <a:ext cx="24054" cy="24054"/>
          </a:xfrm>
          <a:prstGeom prst="ellipse">
            <a:avLst/>
          </a:prstGeom>
          <a:solidFill>
            <a:srgbClr val="627D8D">
              <a:alpha val="22200"/>
            </a:srgbClr>
          </a:solidFill>
          <a:ln>
            <a:noFill/>
          </a:ln>
        </p:spPr>
      </p:sp>
      <p:sp>
        <p:nvSpPr>
          <p:cNvPr id="33" name="!!circle-1ud"/>
          <p:cNvSpPr/>
          <p:nvPr/>
        </p:nvSpPr>
        <p:spPr>
          <a:xfrm>
            <a:off x="2051836" y="1440667"/>
            <a:ext cx="32271" cy="32271"/>
          </a:xfrm>
          <a:prstGeom prst="ellipse">
            <a:avLst/>
          </a:prstGeom>
          <a:solidFill>
            <a:srgbClr val="627D8D">
              <a:alpha val="20500"/>
            </a:srgbClr>
          </a:solidFill>
          <a:ln>
            <a:noFill/>
          </a:ln>
        </p:spPr>
      </p:sp>
      <p:sp>
        <p:nvSpPr>
          <p:cNvPr id="34" name="!!circle-1uj"/>
          <p:cNvSpPr/>
          <p:nvPr/>
        </p:nvSpPr>
        <p:spPr>
          <a:xfrm>
            <a:off x="2073449" y="2395984"/>
            <a:ext cx="34252" cy="34252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35" name="!!circle-1um"/>
          <p:cNvSpPr/>
          <p:nvPr/>
        </p:nvSpPr>
        <p:spPr>
          <a:xfrm>
            <a:off x="9605363" y="4263960"/>
            <a:ext cx="44196" cy="44196"/>
          </a:xfrm>
          <a:prstGeom prst="ellipse">
            <a:avLst/>
          </a:prstGeom>
          <a:solidFill>
            <a:srgbClr val="627D8D">
              <a:alpha val="21700"/>
            </a:srgbClr>
          </a:solidFill>
          <a:ln>
            <a:noFill/>
          </a:ln>
        </p:spPr>
      </p:sp>
      <p:sp>
        <p:nvSpPr>
          <p:cNvPr id="36" name="!!circle-1up"/>
          <p:cNvSpPr/>
          <p:nvPr/>
        </p:nvSpPr>
        <p:spPr>
          <a:xfrm>
            <a:off x="6777673" y="1774542"/>
            <a:ext cx="35192" cy="35192"/>
          </a:xfrm>
          <a:prstGeom prst="ellipse">
            <a:avLst/>
          </a:prstGeom>
          <a:solidFill>
            <a:srgbClr val="627D8D">
              <a:alpha val="27100"/>
            </a:srgbClr>
          </a:solidFill>
          <a:ln>
            <a:noFill/>
          </a:ln>
        </p:spPr>
      </p:sp>
      <p:sp>
        <p:nvSpPr>
          <p:cNvPr id="37" name="!!circle-1us"/>
          <p:cNvSpPr/>
          <p:nvPr/>
        </p:nvSpPr>
        <p:spPr>
          <a:xfrm>
            <a:off x="10168417" y="5293713"/>
            <a:ext cx="43358" cy="43358"/>
          </a:xfrm>
          <a:prstGeom prst="ellipse">
            <a:avLst/>
          </a:prstGeom>
          <a:solidFill>
            <a:srgbClr val="627D8D">
              <a:alpha val="19500"/>
            </a:srgbClr>
          </a:solidFill>
          <a:ln>
            <a:noFill/>
          </a:ln>
        </p:spPr>
      </p:sp>
      <p:sp>
        <p:nvSpPr>
          <p:cNvPr id="38" name="!!circle-1uv"/>
          <p:cNvSpPr/>
          <p:nvPr/>
        </p:nvSpPr>
        <p:spPr>
          <a:xfrm>
            <a:off x="3170803" y="2078551"/>
            <a:ext cx="33528" cy="33528"/>
          </a:xfrm>
          <a:prstGeom prst="ellipse">
            <a:avLst/>
          </a:prstGeom>
          <a:solidFill>
            <a:srgbClr val="627D8D">
              <a:alpha val="28300"/>
            </a:srgbClr>
          </a:solidFill>
          <a:ln>
            <a:noFill/>
          </a:ln>
        </p:spPr>
      </p:sp>
      <p:sp>
        <p:nvSpPr>
          <p:cNvPr id="39" name="!!circle-1uy"/>
          <p:cNvSpPr/>
          <p:nvPr/>
        </p:nvSpPr>
        <p:spPr>
          <a:xfrm>
            <a:off x="6806579" y="2652110"/>
            <a:ext cx="28956" cy="28956"/>
          </a:xfrm>
          <a:prstGeom prst="ellipse">
            <a:avLst/>
          </a:prstGeom>
          <a:solidFill>
            <a:srgbClr val="627D8D">
              <a:alpha val="21800"/>
            </a:srgbClr>
          </a:solidFill>
          <a:ln>
            <a:noFill/>
          </a:ln>
        </p:spPr>
      </p:sp>
      <p:sp>
        <p:nvSpPr>
          <p:cNvPr id="40" name="!!circle-1v1"/>
          <p:cNvSpPr/>
          <p:nvPr/>
        </p:nvSpPr>
        <p:spPr>
          <a:xfrm>
            <a:off x="7005570" y="6339217"/>
            <a:ext cx="45555" cy="45555"/>
          </a:xfrm>
          <a:prstGeom prst="ellipse">
            <a:avLst/>
          </a:prstGeom>
          <a:solidFill>
            <a:srgbClr val="627D8D">
              <a:alpha val="20900"/>
            </a:srgbClr>
          </a:solidFill>
          <a:ln>
            <a:noFill/>
          </a:ln>
        </p:spPr>
      </p:sp>
      <p:sp>
        <p:nvSpPr>
          <p:cNvPr id="41" name="!!circle-1v4"/>
          <p:cNvSpPr/>
          <p:nvPr/>
        </p:nvSpPr>
        <p:spPr>
          <a:xfrm>
            <a:off x="11303433" y="3223074"/>
            <a:ext cx="39484" cy="39484"/>
          </a:xfrm>
          <a:prstGeom prst="ellipse">
            <a:avLst/>
          </a:prstGeom>
          <a:solidFill>
            <a:srgbClr val="627D8D">
              <a:alpha val="13600"/>
            </a:srgbClr>
          </a:solidFill>
          <a:ln>
            <a:noFill/>
          </a:ln>
        </p:spPr>
      </p:sp>
      <p:sp>
        <p:nvSpPr>
          <p:cNvPr id="42" name="!!circle-1v7"/>
          <p:cNvSpPr/>
          <p:nvPr/>
        </p:nvSpPr>
        <p:spPr>
          <a:xfrm>
            <a:off x="7466064" y="5635125"/>
            <a:ext cx="30455" cy="30455"/>
          </a:xfrm>
          <a:prstGeom prst="ellipse">
            <a:avLst/>
          </a:prstGeom>
          <a:solidFill>
            <a:srgbClr val="627D8D">
              <a:alpha val="16500"/>
            </a:srgbClr>
          </a:solidFill>
          <a:ln>
            <a:noFill/>
          </a:ln>
        </p:spPr>
      </p:sp>
      <p:sp>
        <p:nvSpPr>
          <p:cNvPr id="43" name="!!circle-1va"/>
          <p:cNvSpPr/>
          <p:nvPr/>
        </p:nvSpPr>
        <p:spPr>
          <a:xfrm>
            <a:off x="8969239" y="6393024"/>
            <a:ext cx="28257" cy="28257"/>
          </a:xfrm>
          <a:prstGeom prst="ellipse">
            <a:avLst/>
          </a:prstGeom>
          <a:solidFill>
            <a:srgbClr val="627D8D">
              <a:alpha val="15700"/>
            </a:srgbClr>
          </a:solidFill>
          <a:ln>
            <a:noFill/>
          </a:ln>
        </p:spPr>
      </p:sp>
      <p:sp>
        <p:nvSpPr>
          <p:cNvPr id="44" name="!!circle-1vd"/>
          <p:cNvSpPr/>
          <p:nvPr/>
        </p:nvSpPr>
        <p:spPr>
          <a:xfrm>
            <a:off x="11393895" y="5064414"/>
            <a:ext cx="45149" cy="45149"/>
          </a:xfrm>
          <a:prstGeom prst="ellipse">
            <a:avLst/>
          </a:prstGeom>
          <a:solidFill>
            <a:srgbClr val="627D8D">
              <a:alpha val="31200"/>
            </a:srgbClr>
          </a:solidFill>
          <a:ln>
            <a:noFill/>
          </a:ln>
        </p:spPr>
      </p:sp>
      <p:sp>
        <p:nvSpPr>
          <p:cNvPr id="45" name="!!circle-1vg"/>
          <p:cNvSpPr/>
          <p:nvPr/>
        </p:nvSpPr>
        <p:spPr>
          <a:xfrm>
            <a:off x="3462170" y="3108924"/>
            <a:ext cx="30696" cy="30696"/>
          </a:xfrm>
          <a:prstGeom prst="ellipse">
            <a:avLst/>
          </a:prstGeom>
          <a:solidFill>
            <a:srgbClr val="627D8D">
              <a:alpha val="25700"/>
            </a:srgbClr>
          </a:solidFill>
          <a:ln>
            <a:noFill/>
          </a:ln>
        </p:spPr>
      </p:sp>
      <p:sp>
        <p:nvSpPr>
          <p:cNvPr id="46" name="!!circle-1vj"/>
          <p:cNvSpPr/>
          <p:nvPr/>
        </p:nvSpPr>
        <p:spPr>
          <a:xfrm>
            <a:off x="8822366" y="3637943"/>
            <a:ext cx="37401" cy="37401"/>
          </a:xfrm>
          <a:prstGeom prst="ellipse">
            <a:avLst/>
          </a:prstGeom>
          <a:solidFill>
            <a:srgbClr val="627D8D">
              <a:alpha val="16000"/>
            </a:srgbClr>
          </a:solidFill>
          <a:ln>
            <a:noFill/>
          </a:ln>
        </p:spPr>
      </p:sp>
      <p:sp>
        <p:nvSpPr>
          <p:cNvPr id="47" name="!!circle-1vm"/>
          <p:cNvSpPr/>
          <p:nvPr/>
        </p:nvSpPr>
        <p:spPr>
          <a:xfrm>
            <a:off x="1788997" y="4478853"/>
            <a:ext cx="33096" cy="33096"/>
          </a:xfrm>
          <a:prstGeom prst="ellipse">
            <a:avLst/>
          </a:prstGeom>
          <a:solidFill>
            <a:srgbClr val="627D8D">
              <a:alpha val="22300"/>
            </a:srgbClr>
          </a:solidFill>
          <a:ln>
            <a:noFill/>
          </a:ln>
        </p:spPr>
      </p:sp>
      <p:sp>
        <p:nvSpPr>
          <p:cNvPr id="48" name="!!circle-1vp"/>
          <p:cNvSpPr/>
          <p:nvPr/>
        </p:nvSpPr>
        <p:spPr>
          <a:xfrm>
            <a:off x="11580939" y="595214"/>
            <a:ext cx="21145" cy="21145"/>
          </a:xfrm>
          <a:prstGeom prst="ellipse">
            <a:avLst/>
          </a:prstGeom>
          <a:solidFill>
            <a:srgbClr val="627D8D">
              <a:alpha val="16300"/>
            </a:srgbClr>
          </a:solidFill>
          <a:ln>
            <a:noFill/>
          </a:ln>
        </p:spPr>
      </p:sp>
      <p:sp>
        <p:nvSpPr>
          <p:cNvPr id="49" name="!!circle-1vs"/>
          <p:cNvSpPr/>
          <p:nvPr/>
        </p:nvSpPr>
        <p:spPr>
          <a:xfrm>
            <a:off x="11075990" y="5543372"/>
            <a:ext cx="35281" cy="35281"/>
          </a:xfrm>
          <a:prstGeom prst="ellipse">
            <a:avLst/>
          </a:prstGeom>
          <a:solidFill>
            <a:srgbClr val="627D8D">
              <a:alpha val="30000"/>
            </a:srgbClr>
          </a:solidFill>
          <a:ln>
            <a:noFill/>
          </a:ln>
        </p:spPr>
      </p:sp>
      <p:sp>
        <p:nvSpPr>
          <p:cNvPr id="50" name="!!path-369"/>
          <p:cNvSpPr/>
          <p:nvPr/>
        </p:nvSpPr>
        <p:spPr>
          <a:xfrm>
            <a:off x="9583145" y="-2227108"/>
            <a:ext cx="7605902" cy="3788360"/>
          </a:xfrm>
          <a:custGeom>
            <a:avLst/>
            <a:gdLst/>
            <a:ahLst/>
            <a:cxnLst/>
            <a:rect l="l" t="t" r="r" b="b"/>
            <a:pathLst>
              <a:path w="7605902" h="3788360" fill="none">
                <a:moveTo>
                  <a:pt x="7605902" y="3788360"/>
                </a:moveTo>
                <a:quadBezTo>
                  <a:pt x="4403669" y="688111"/>
                  <a:pt x="0" y="0"/>
                </a:quadBezTo>
              </a:path>
            </a:pathLst>
          </a:custGeom>
          <a:noFill/>
          <a:ln w="32131" cap="rnd">
            <a:solidFill>
              <a:srgbClr val="627D8D">
                <a:alpha val="26000"/>
              </a:srgbClr>
            </a:solidFill>
            <a:prstDash val="solid"/>
            <a:round/>
          </a:ln>
        </p:spPr>
      </p:sp>
      <p:sp>
        <p:nvSpPr>
          <p:cNvPr id="51" name="!!path-39l"/>
          <p:cNvSpPr/>
          <p:nvPr/>
        </p:nvSpPr>
        <p:spPr>
          <a:xfrm>
            <a:off x="7209326" y="1701041"/>
            <a:ext cx="9827292" cy="2204238"/>
          </a:xfrm>
          <a:custGeom>
            <a:avLst/>
            <a:gdLst/>
            <a:ahLst/>
            <a:cxnLst/>
            <a:rect l="l" t="t" r="r" b="b"/>
            <a:pathLst>
              <a:path w="9827292" h="2204238" fill="none">
                <a:moveTo>
                  <a:pt x="9827292" y="803217"/>
                </a:moveTo>
                <a:quadBezTo>
                  <a:pt x="4699268" y="0"/>
                  <a:pt x="0" y="2204238"/>
                </a:quadBezTo>
              </a:path>
            </a:pathLst>
          </a:custGeom>
          <a:noFill/>
          <a:ln w="32131" cap="rnd">
            <a:solidFill>
              <a:srgbClr val="627D8D">
                <a:alpha val="7800"/>
              </a:srgbClr>
            </a:solidFill>
            <a:prstDash val="solid"/>
            <a:round/>
          </a:ln>
        </p:spPr>
      </p:sp>
      <p:sp>
        <p:nvSpPr>
          <p:cNvPr id="52" name="!!circle-39o"/>
          <p:cNvSpPr/>
          <p:nvPr/>
        </p:nvSpPr>
        <p:spPr>
          <a:xfrm>
            <a:off x="10800695" y="2548357"/>
            <a:ext cx="205638" cy="205638"/>
          </a:xfrm>
          <a:prstGeom prst="ellipse">
            <a:avLst/>
          </a:prstGeom>
          <a:gradFill rotWithShape="1">
            <a:gsLst>
              <a:gs pos="0">
                <a:srgbClr val="FFFFFF">
                  <a:alpha val="24300"/>
                </a:srgbClr>
              </a:gs>
              <a:gs pos="28284">
                <a:srgbClr val="627D8D">
                  <a:alpha val="1215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3" name="!!circle-39u"/>
          <p:cNvSpPr/>
          <p:nvPr/>
        </p:nvSpPr>
        <p:spPr>
          <a:xfrm>
            <a:off x="7608040" y="3576304"/>
            <a:ext cx="205638" cy="205638"/>
          </a:xfrm>
          <a:prstGeom prst="ellipse">
            <a:avLst/>
          </a:prstGeom>
          <a:gradFill rotWithShape="1">
            <a:gsLst>
              <a:gs pos="0">
                <a:srgbClr val="FFFFFF">
                  <a:alpha val="6627"/>
                </a:srgbClr>
              </a:gs>
              <a:gs pos="28284">
                <a:srgbClr val="627D8D">
                  <a:alpha val="3314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4" name="!!rect-4ln"/>
          <p:cNvSpPr/>
          <p:nvPr/>
        </p:nvSpPr>
        <p:spPr>
          <a:xfrm>
            <a:off x="1918970" y="2155419"/>
            <a:ext cx="3084576" cy="1786484"/>
          </a:xfrm>
          <a:prstGeom prst="roundRect">
            <a:avLst>
              <a:gd name="adj" fmla="val 9756"/>
            </a:avLst>
          </a:prstGeom>
          <a:solidFill>
            <a:srgbClr val="0B1A26">
              <a:alpha val="12000"/>
            </a:srgbClr>
          </a:solidFill>
          <a:ln>
            <a:noFill/>
          </a:ln>
          <a:effectLst>
            <a:softEdge rad="226202"/>
          </a:effectLst>
        </p:spPr>
      </p:sp>
      <p:sp>
        <p:nvSpPr>
          <p:cNvPr id="55" name="!!rect-4lo"/>
          <p:cNvSpPr/>
          <p:nvPr/>
        </p:nvSpPr>
        <p:spPr>
          <a:xfrm>
            <a:off x="1983232" y="2168271"/>
            <a:ext cx="2956052" cy="160655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6426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56" name="!!circle-4lp"/>
          <p:cNvSpPr/>
          <p:nvPr/>
        </p:nvSpPr>
        <p:spPr>
          <a:xfrm>
            <a:off x="2176018" y="2335352"/>
            <a:ext cx="282753" cy="282753"/>
          </a:xfrm>
          <a:prstGeom prst="ellipse">
            <a:avLst/>
          </a:prstGeom>
          <a:solidFill>
            <a:srgbClr val="627D8D">
              <a:alpha val="12000"/>
            </a:srgbClr>
          </a:solidFill>
          <a:ln>
            <a:noFill/>
          </a:ln>
        </p:spPr>
      </p:sp>
      <p:sp>
        <p:nvSpPr>
          <p:cNvPr id="57" name="!!path-4lq"/>
          <p:cNvSpPr/>
          <p:nvPr/>
        </p:nvSpPr>
        <p:spPr>
          <a:xfrm>
            <a:off x="2265985" y="2412467"/>
            <a:ext cx="102819" cy="128524"/>
          </a:xfrm>
          <a:custGeom>
            <a:avLst/>
            <a:gdLst/>
            <a:ahLst/>
            <a:cxnLst/>
            <a:rect l="l" t="t" r="r" b="b"/>
            <a:pathLst>
              <a:path w="102819" h="128524">
                <a:moveTo>
                  <a:pt x="64262" y="0"/>
                </a:moveTo>
                <a:lnTo>
                  <a:pt x="12852" y="0"/>
                </a:lnTo>
                <a:cubicBezTo>
                  <a:pt x="5784" y="0"/>
                  <a:pt x="64" y="5784"/>
                  <a:pt x="64" y="12852"/>
                </a:cubicBezTo>
                <a:lnTo>
                  <a:pt x="0" y="115672"/>
                </a:lnTo>
                <a:cubicBezTo>
                  <a:pt x="0" y="122740"/>
                  <a:pt x="5719" y="128524"/>
                  <a:pt x="12788" y="128524"/>
                </a:cubicBezTo>
                <a:lnTo>
                  <a:pt x="89967" y="128524"/>
                </a:lnTo>
                <a:cubicBezTo>
                  <a:pt x="97036" y="128524"/>
                  <a:pt x="102819" y="122740"/>
                  <a:pt x="102819" y="115672"/>
                </a:cubicBezTo>
                <a:lnTo>
                  <a:pt x="102819" y="38557"/>
                </a:lnTo>
                <a:lnTo>
                  <a:pt x="64262" y="0"/>
                </a:lnTo>
                <a:close/>
                <a:moveTo>
                  <a:pt x="77114" y="102819"/>
                </a:moveTo>
                <a:lnTo>
                  <a:pt x="25705" y="102819"/>
                </a:lnTo>
                <a:lnTo>
                  <a:pt x="25705" y="89967"/>
                </a:lnTo>
                <a:lnTo>
                  <a:pt x="77114" y="89967"/>
                </a:lnTo>
                <a:lnTo>
                  <a:pt x="77114" y="102819"/>
                </a:lnTo>
                <a:close/>
                <a:moveTo>
                  <a:pt x="77114" y="77114"/>
                </a:moveTo>
                <a:lnTo>
                  <a:pt x="25705" y="77114"/>
                </a:lnTo>
                <a:lnTo>
                  <a:pt x="25705" y="64262"/>
                </a:lnTo>
                <a:lnTo>
                  <a:pt x="77114" y="64262"/>
                </a:lnTo>
                <a:lnTo>
                  <a:pt x="77114" y="77114"/>
                </a:lnTo>
                <a:close/>
                <a:moveTo>
                  <a:pt x="57836" y="44983"/>
                </a:moveTo>
                <a:lnTo>
                  <a:pt x="57836" y="9639"/>
                </a:lnTo>
                <a:lnTo>
                  <a:pt x="93180" y="44983"/>
                </a:lnTo>
                <a:lnTo>
                  <a:pt x="57836" y="44983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58" name="!!text-4lr" descr="上架資料"/>
          <p:cNvSpPr txBox="1"/>
          <p:nvPr/>
        </p:nvSpPr>
        <p:spPr>
          <a:xfrm>
            <a:off x="2548738" y="2340750"/>
            <a:ext cx="718449" cy="241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16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上架資料</a:t>
            </a:r>
            <a:endParaRPr lang="zh-TW" sz="1316"/>
          </a:p>
        </p:txBody>
      </p:sp>
      <p:sp>
        <p:nvSpPr>
          <p:cNvPr id="59" name="!!rect-4lw"/>
          <p:cNvSpPr/>
          <p:nvPr/>
        </p:nvSpPr>
        <p:spPr>
          <a:xfrm>
            <a:off x="2176018" y="2733777"/>
            <a:ext cx="668325" cy="873963"/>
          </a:xfrm>
          <a:prstGeom prst="roundRect">
            <a:avLst>
              <a:gd name="adj" fmla="val 11538"/>
            </a:avLst>
          </a:prstGeom>
          <a:solidFill>
            <a:srgbClr val="DDE3E7"/>
          </a:solidFill>
          <a:ln>
            <a:noFill/>
          </a:ln>
        </p:spPr>
      </p:sp>
      <p:sp>
        <p:nvSpPr>
          <p:cNvPr id="60" name="!!rect-4ly"/>
          <p:cNvSpPr/>
          <p:nvPr/>
        </p:nvSpPr>
        <p:spPr>
          <a:xfrm>
            <a:off x="2265985" y="2810891"/>
            <a:ext cx="488391" cy="719734"/>
          </a:xfrm>
          <a:prstGeom prst="roundRect">
            <a:avLst>
              <a:gd name="adj" fmla="val 5263"/>
            </a:avLst>
          </a:prstGeom>
          <a:gradFill rotWithShape="1">
            <a:gsLst>
              <a:gs pos="0">
                <a:srgbClr val="95674C"/>
              </a:gs>
              <a:gs pos="100000">
                <a:srgbClr val="704830"/>
              </a:gs>
            </a:gsLst>
            <a:lin ang="3350418" scaled="0"/>
          </a:gradFill>
          <a:ln>
            <a:noFill/>
          </a:ln>
        </p:spPr>
      </p:sp>
      <p:sp>
        <p:nvSpPr>
          <p:cNvPr id="61" name="!!rect-4lz"/>
          <p:cNvSpPr/>
          <p:nvPr/>
        </p:nvSpPr>
        <p:spPr>
          <a:xfrm>
            <a:off x="2309940" y="2810891"/>
            <a:ext cx="24420" cy="719734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</p:spPr>
      </p:sp>
      <p:sp>
        <p:nvSpPr>
          <p:cNvPr id="62" name="!!rect-4m0"/>
          <p:cNvSpPr/>
          <p:nvPr/>
        </p:nvSpPr>
        <p:spPr>
          <a:xfrm>
            <a:off x="2388083" y="2940443"/>
            <a:ext cx="273499" cy="50381"/>
          </a:xfrm>
          <a:prstGeom prst="roundRect">
            <a:avLst>
              <a:gd name="adj" fmla="val 28571"/>
            </a:avLst>
          </a:prstGeom>
          <a:solidFill>
            <a:srgbClr val="F1E3C8"/>
          </a:solidFill>
          <a:ln>
            <a:noFill/>
          </a:ln>
        </p:spPr>
      </p:sp>
      <p:sp>
        <p:nvSpPr>
          <p:cNvPr id="63" name="!!rect-4m1"/>
          <p:cNvSpPr/>
          <p:nvPr/>
        </p:nvSpPr>
        <p:spPr>
          <a:xfrm>
            <a:off x="2388083" y="3026811"/>
            <a:ext cx="185589" cy="32388"/>
          </a:xfrm>
          <a:prstGeom prst="roundRect">
            <a:avLst>
              <a:gd name="adj" fmla="val 44444"/>
            </a:avLst>
          </a:prstGeom>
          <a:solidFill>
            <a:srgbClr val="F1E3C8">
              <a:alpha val="72000"/>
            </a:srgbClr>
          </a:solidFill>
          <a:ln>
            <a:noFill/>
          </a:ln>
        </p:spPr>
      </p:sp>
      <p:sp>
        <p:nvSpPr>
          <p:cNvPr id="64" name="!!rect-4m2"/>
          <p:cNvSpPr/>
          <p:nvPr/>
        </p:nvSpPr>
        <p:spPr>
          <a:xfrm>
            <a:off x="2388083" y="3386679"/>
            <a:ext cx="136750" cy="28789"/>
          </a:xfrm>
          <a:prstGeom prst="roundRect">
            <a:avLst>
              <a:gd name="adj" fmla="val 50000"/>
            </a:avLst>
          </a:prstGeom>
          <a:solidFill>
            <a:srgbClr val="F1E3C8">
              <a:alpha val="55000"/>
            </a:srgbClr>
          </a:solidFill>
          <a:ln>
            <a:noFill/>
          </a:ln>
        </p:spPr>
      </p:sp>
      <p:sp>
        <p:nvSpPr>
          <p:cNvPr id="65" name="!!text-4m3" descr="會計學原理"/>
          <p:cNvSpPr txBox="1"/>
          <p:nvPr/>
        </p:nvSpPr>
        <p:spPr>
          <a:xfrm>
            <a:off x="2998572" y="2760510"/>
            <a:ext cx="817413" cy="22332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14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會計學原理</a:t>
            </a:r>
            <a:endParaRPr lang="zh-TW" sz="1214"/>
          </a:p>
        </p:txBody>
      </p:sp>
      <p:sp>
        <p:nvSpPr>
          <p:cNvPr id="66" name="!!rect-4m9"/>
          <p:cNvSpPr/>
          <p:nvPr/>
        </p:nvSpPr>
        <p:spPr>
          <a:xfrm>
            <a:off x="2998572" y="3087218"/>
            <a:ext cx="604063" cy="244196"/>
          </a:xfrm>
          <a:prstGeom prst="roundRect">
            <a:avLst>
              <a:gd name="adj" fmla="val 50000"/>
            </a:avLst>
          </a:prstGeom>
          <a:solidFill>
            <a:srgbClr val="66BB6A">
              <a:alpha val="14000"/>
            </a:srgbClr>
          </a:solidFill>
          <a:ln>
            <a:noFill/>
          </a:ln>
        </p:spPr>
      </p:sp>
      <p:sp>
        <p:nvSpPr>
          <p:cNvPr id="67" name="!!text-4ma" descr="近全新"/>
          <p:cNvSpPr txBox="1"/>
          <p:nvPr/>
        </p:nvSpPr>
        <p:spPr>
          <a:xfrm>
            <a:off x="3088539" y="3096728"/>
            <a:ext cx="466542" cy="20471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13" b="1" kern="0" dirty="0">
                <a:solidFill>
                  <a:srgbClr val="66BB6A"/>
                </a:solidFill>
                <a:latin typeface="Noto Sans TC"/>
                <a:ea typeface="Noto Sans TC"/>
                <a:cs typeface="Noto Sans TC"/>
              </a:rPr>
              <a:t>近全新</a:t>
            </a:r>
            <a:endParaRPr lang="zh-TW" sz="1113"/>
          </a:p>
        </p:txBody>
      </p:sp>
      <p:sp>
        <p:nvSpPr>
          <p:cNvPr id="68" name="!!text-4me" descr="無劃線、無摺痕"/>
          <p:cNvSpPr txBox="1"/>
          <p:nvPr/>
        </p:nvSpPr>
        <p:spPr>
          <a:xfrm>
            <a:off x="2998572" y="3379481"/>
            <a:ext cx="1032048" cy="20471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13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無劃線、無摺痕</a:t>
            </a:r>
            <a:endParaRPr lang="zh-TW" sz="1113"/>
          </a:p>
        </p:txBody>
      </p:sp>
      <p:sp>
        <p:nvSpPr>
          <p:cNvPr id="69" name="!!path-4mm"/>
          <p:cNvSpPr/>
          <p:nvPr/>
        </p:nvSpPr>
        <p:spPr>
          <a:xfrm>
            <a:off x="2998572" y="3620592"/>
            <a:ext cx="989635" cy="1"/>
          </a:xfrm>
          <a:custGeom>
            <a:avLst/>
            <a:gdLst/>
            <a:ahLst/>
            <a:cxnLst/>
            <a:rect l="l" t="t" r="r" b="b"/>
            <a:pathLst>
              <a:path w="989635" h="1" fill="none">
                <a:moveTo>
                  <a:pt x="0" y="0"/>
                </a:moveTo>
                <a:lnTo>
                  <a:pt x="989635" y="0"/>
                </a:lnTo>
              </a:path>
            </a:pathLst>
          </a:custGeom>
          <a:noFill/>
          <a:ln w="19279" cap="rnd">
            <a:solidFill>
              <a:srgbClr val="627D8D"/>
            </a:solidFill>
            <a:prstDash val="solid"/>
            <a:round/>
          </a:ln>
        </p:spPr>
      </p:sp>
      <p:sp>
        <p:nvSpPr>
          <p:cNvPr id="70" name="!!rect-4mt"/>
          <p:cNvSpPr/>
          <p:nvPr/>
        </p:nvSpPr>
        <p:spPr>
          <a:xfrm>
            <a:off x="1918970" y="3954755"/>
            <a:ext cx="3084576" cy="2557628"/>
          </a:xfrm>
          <a:prstGeom prst="roundRect">
            <a:avLst>
              <a:gd name="adj" fmla="val 6557"/>
            </a:avLst>
          </a:prstGeom>
          <a:solidFill>
            <a:srgbClr val="0B1A26">
              <a:alpha val="12000"/>
            </a:srgbClr>
          </a:solidFill>
          <a:ln>
            <a:noFill/>
          </a:ln>
          <a:effectLst>
            <a:softEdge rad="226202"/>
          </a:effectLst>
        </p:spPr>
      </p:sp>
      <p:sp>
        <p:nvSpPr>
          <p:cNvPr id="71" name="!!rect-4mu"/>
          <p:cNvSpPr/>
          <p:nvPr/>
        </p:nvSpPr>
        <p:spPr>
          <a:xfrm>
            <a:off x="1983232" y="3967607"/>
            <a:ext cx="2956052" cy="2377694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6426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72" name="!!circle-4mv"/>
          <p:cNvSpPr/>
          <p:nvPr/>
        </p:nvSpPr>
        <p:spPr>
          <a:xfrm>
            <a:off x="2176018" y="4134688"/>
            <a:ext cx="282753" cy="282753"/>
          </a:xfrm>
          <a:prstGeom prst="ellipse">
            <a:avLst/>
          </a:prstGeom>
          <a:solidFill>
            <a:srgbClr val="627D8D">
              <a:alpha val="12000"/>
            </a:srgbClr>
          </a:solidFill>
          <a:ln>
            <a:noFill/>
          </a:ln>
        </p:spPr>
      </p:sp>
      <p:sp>
        <p:nvSpPr>
          <p:cNvPr id="73" name="!!path-4mw"/>
          <p:cNvSpPr/>
          <p:nvPr/>
        </p:nvSpPr>
        <p:spPr>
          <a:xfrm>
            <a:off x="2253133" y="4211803"/>
            <a:ext cx="128524" cy="128524"/>
          </a:xfrm>
          <a:custGeom>
            <a:avLst/>
            <a:gdLst/>
            <a:ahLst/>
            <a:cxnLst/>
            <a:rect l="l" t="t" r="r" b="b"/>
            <a:pathLst>
              <a:path w="128524" h="128524">
                <a:moveTo>
                  <a:pt x="115672" y="0"/>
                </a:moveTo>
                <a:lnTo>
                  <a:pt x="12852" y="0"/>
                </a:lnTo>
                <a:cubicBezTo>
                  <a:pt x="5784" y="0"/>
                  <a:pt x="0" y="5784"/>
                  <a:pt x="0" y="12852"/>
                </a:cubicBezTo>
                <a:lnTo>
                  <a:pt x="0" y="128524"/>
                </a:lnTo>
                <a:lnTo>
                  <a:pt x="25705" y="102819"/>
                </a:lnTo>
                <a:lnTo>
                  <a:pt x="115672" y="102819"/>
                </a:lnTo>
                <a:cubicBezTo>
                  <a:pt x="122740" y="102819"/>
                  <a:pt x="128524" y="97036"/>
                  <a:pt x="128524" y="89967"/>
                </a:cubicBezTo>
                <a:lnTo>
                  <a:pt x="128524" y="12852"/>
                </a:lnTo>
                <a:cubicBezTo>
                  <a:pt x="128524" y="5784"/>
                  <a:pt x="122740" y="0"/>
                  <a:pt x="115672" y="0"/>
                </a:cubicBezTo>
                <a:close/>
                <a:moveTo>
                  <a:pt x="115672" y="89967"/>
                </a:moveTo>
                <a:lnTo>
                  <a:pt x="25705" y="89967"/>
                </a:lnTo>
                <a:lnTo>
                  <a:pt x="12852" y="102819"/>
                </a:lnTo>
                <a:lnTo>
                  <a:pt x="12852" y="12852"/>
                </a:lnTo>
                <a:lnTo>
                  <a:pt x="115672" y="12852"/>
                </a:lnTo>
                <a:lnTo>
                  <a:pt x="115672" y="89967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74" name="!!text-4mx" descr="爭議說明"/>
          <p:cNvSpPr txBox="1"/>
          <p:nvPr/>
        </p:nvSpPr>
        <p:spPr>
          <a:xfrm>
            <a:off x="2548738" y="4140086"/>
            <a:ext cx="718449" cy="241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16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爭議說明</a:t>
            </a:r>
            <a:endParaRPr lang="zh-TW" sz="1316"/>
          </a:p>
        </p:txBody>
      </p:sp>
      <p:sp>
        <p:nvSpPr>
          <p:cNvPr id="75" name="!!text-4n2" descr="佐證照片 2 張"/>
          <p:cNvSpPr txBox="1"/>
          <p:nvPr/>
        </p:nvSpPr>
        <p:spPr>
          <a:xfrm>
            <a:off x="3897815" y="4163478"/>
            <a:ext cx="891095" cy="20471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13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佐證照片 2 張</a:t>
            </a:r>
            <a:endParaRPr lang="zh-TW" sz="1113"/>
          </a:p>
        </p:txBody>
      </p:sp>
      <p:sp>
        <p:nvSpPr>
          <p:cNvPr id="76" name="!!text-4n9" descr="內頁有多頁螢光筆劃線，"/>
          <p:cNvSpPr txBox="1"/>
          <p:nvPr/>
        </p:nvSpPr>
        <p:spPr>
          <a:xfrm>
            <a:off x="2176018" y="4508436"/>
            <a:ext cx="1742786" cy="22332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14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內頁有多頁螢光筆劃線，</a:t>
            </a:r>
            <a:endParaRPr lang="zh-TW" sz="1214"/>
          </a:p>
        </p:txBody>
      </p:sp>
      <p:sp>
        <p:nvSpPr>
          <p:cNvPr id="77" name="!!text-4nl" descr="與標示的書況不符。"/>
          <p:cNvSpPr txBox="1"/>
          <p:nvPr/>
        </p:nvSpPr>
        <p:spPr>
          <a:xfrm>
            <a:off x="2176018" y="4739779"/>
            <a:ext cx="1434328" cy="22332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14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與標示的書況不符。</a:t>
            </a:r>
            <a:endParaRPr lang="zh-TW" sz="1214"/>
          </a:p>
        </p:txBody>
      </p:sp>
      <p:sp>
        <p:nvSpPr>
          <p:cNvPr id="78" name="!!rect-4nv"/>
          <p:cNvSpPr/>
          <p:nvPr/>
        </p:nvSpPr>
        <p:spPr>
          <a:xfrm>
            <a:off x="2176018" y="5150028"/>
            <a:ext cx="771144" cy="96393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639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79" name="!!rect-4nw"/>
          <p:cNvSpPr/>
          <p:nvPr/>
        </p:nvSpPr>
        <p:spPr>
          <a:xfrm>
            <a:off x="2265985" y="5291404"/>
            <a:ext cx="591210" cy="25705"/>
          </a:xfrm>
          <a:prstGeom prst="roundRect">
            <a:avLst>
              <a:gd name="adj" fmla="val 50000"/>
            </a:avLst>
          </a:prstGeom>
          <a:solidFill>
            <a:srgbClr val="9AA5AE"/>
          </a:solidFill>
          <a:ln>
            <a:noFill/>
          </a:ln>
        </p:spPr>
      </p:sp>
      <p:sp>
        <p:nvSpPr>
          <p:cNvPr id="80" name="!!rect-4nx"/>
          <p:cNvSpPr/>
          <p:nvPr/>
        </p:nvSpPr>
        <p:spPr>
          <a:xfrm>
            <a:off x="2240280" y="5368519"/>
            <a:ext cx="591210" cy="83541"/>
          </a:xfrm>
          <a:prstGeom prst="roundRect">
            <a:avLst>
              <a:gd name="adj" fmla="val 23077"/>
            </a:avLst>
          </a:prstGeom>
          <a:solidFill>
            <a:srgbClr val="F6D55C">
              <a:alpha val="85000"/>
            </a:srgbClr>
          </a:solidFill>
          <a:ln>
            <a:noFill/>
          </a:ln>
        </p:spPr>
      </p:sp>
      <p:sp>
        <p:nvSpPr>
          <p:cNvPr id="81" name="!!rect-4ny"/>
          <p:cNvSpPr/>
          <p:nvPr/>
        </p:nvSpPr>
        <p:spPr>
          <a:xfrm>
            <a:off x="2265985" y="5400650"/>
            <a:ext cx="539801" cy="25705"/>
          </a:xfrm>
          <a:prstGeom prst="roundRect">
            <a:avLst>
              <a:gd name="adj" fmla="val 50000"/>
            </a:avLst>
          </a:prstGeom>
          <a:solidFill>
            <a:srgbClr val="9AA5AE"/>
          </a:solidFill>
          <a:ln>
            <a:noFill/>
          </a:ln>
        </p:spPr>
      </p:sp>
      <p:sp>
        <p:nvSpPr>
          <p:cNvPr id="82" name="!!rect-4nz"/>
          <p:cNvSpPr/>
          <p:nvPr/>
        </p:nvSpPr>
        <p:spPr>
          <a:xfrm>
            <a:off x="2240280" y="5477764"/>
            <a:ext cx="539801" cy="83541"/>
          </a:xfrm>
          <a:prstGeom prst="roundRect">
            <a:avLst>
              <a:gd name="adj" fmla="val 23077"/>
            </a:avLst>
          </a:prstGeom>
          <a:solidFill>
            <a:srgbClr val="F6D55C">
              <a:alpha val="85000"/>
            </a:srgbClr>
          </a:solidFill>
          <a:ln>
            <a:noFill/>
          </a:ln>
        </p:spPr>
      </p:sp>
      <p:sp>
        <p:nvSpPr>
          <p:cNvPr id="83" name="!!rect-4o0"/>
          <p:cNvSpPr/>
          <p:nvPr/>
        </p:nvSpPr>
        <p:spPr>
          <a:xfrm>
            <a:off x="2265985" y="5509895"/>
            <a:ext cx="488391" cy="25705"/>
          </a:xfrm>
          <a:prstGeom prst="roundRect">
            <a:avLst>
              <a:gd name="adj" fmla="val 50000"/>
            </a:avLst>
          </a:prstGeom>
          <a:solidFill>
            <a:srgbClr val="9AA5AE"/>
          </a:solidFill>
          <a:ln>
            <a:noFill/>
          </a:ln>
        </p:spPr>
      </p:sp>
      <p:sp>
        <p:nvSpPr>
          <p:cNvPr id="84" name="!!rect-4o1"/>
          <p:cNvSpPr/>
          <p:nvPr/>
        </p:nvSpPr>
        <p:spPr>
          <a:xfrm>
            <a:off x="2265985" y="5619140"/>
            <a:ext cx="591210" cy="25705"/>
          </a:xfrm>
          <a:prstGeom prst="roundRect">
            <a:avLst>
              <a:gd name="adj" fmla="val 50000"/>
            </a:avLst>
          </a:prstGeom>
          <a:solidFill>
            <a:srgbClr val="9AA5AE"/>
          </a:solidFill>
          <a:ln>
            <a:noFill/>
          </a:ln>
        </p:spPr>
      </p:sp>
      <p:sp>
        <p:nvSpPr>
          <p:cNvPr id="85" name="!!rect-4o2"/>
          <p:cNvSpPr/>
          <p:nvPr/>
        </p:nvSpPr>
        <p:spPr>
          <a:xfrm>
            <a:off x="2240280" y="5696255"/>
            <a:ext cx="591210" cy="83541"/>
          </a:xfrm>
          <a:prstGeom prst="roundRect">
            <a:avLst>
              <a:gd name="adj" fmla="val 23077"/>
            </a:avLst>
          </a:prstGeom>
          <a:solidFill>
            <a:srgbClr val="F6D55C">
              <a:alpha val="85000"/>
            </a:srgbClr>
          </a:solidFill>
          <a:ln>
            <a:noFill/>
          </a:ln>
        </p:spPr>
      </p:sp>
      <p:sp>
        <p:nvSpPr>
          <p:cNvPr id="86" name="!!rect-4o3"/>
          <p:cNvSpPr/>
          <p:nvPr/>
        </p:nvSpPr>
        <p:spPr>
          <a:xfrm>
            <a:off x="2265985" y="5728386"/>
            <a:ext cx="539801" cy="25705"/>
          </a:xfrm>
          <a:prstGeom prst="roundRect">
            <a:avLst>
              <a:gd name="adj" fmla="val 50000"/>
            </a:avLst>
          </a:prstGeom>
          <a:solidFill>
            <a:srgbClr val="9AA5AE"/>
          </a:solidFill>
          <a:ln>
            <a:noFill/>
          </a:ln>
        </p:spPr>
      </p:sp>
      <p:sp>
        <p:nvSpPr>
          <p:cNvPr id="87" name="!!rect-4o4"/>
          <p:cNvSpPr/>
          <p:nvPr/>
        </p:nvSpPr>
        <p:spPr>
          <a:xfrm>
            <a:off x="2265985" y="5837631"/>
            <a:ext cx="488391" cy="25705"/>
          </a:xfrm>
          <a:prstGeom prst="roundRect">
            <a:avLst>
              <a:gd name="adj" fmla="val 50000"/>
            </a:avLst>
          </a:prstGeom>
          <a:solidFill>
            <a:srgbClr val="9AA5AE"/>
          </a:solidFill>
          <a:ln>
            <a:noFill/>
          </a:ln>
        </p:spPr>
      </p:sp>
      <p:sp>
        <p:nvSpPr>
          <p:cNvPr id="88" name="!!rect-4o5"/>
          <p:cNvSpPr/>
          <p:nvPr/>
        </p:nvSpPr>
        <p:spPr>
          <a:xfrm>
            <a:off x="2265985" y="5946877"/>
            <a:ext cx="334162" cy="25705"/>
          </a:xfrm>
          <a:prstGeom prst="roundRect">
            <a:avLst>
              <a:gd name="adj" fmla="val 50000"/>
            </a:avLst>
          </a:prstGeom>
          <a:solidFill>
            <a:srgbClr val="9AA5AE"/>
          </a:solidFill>
          <a:ln>
            <a:noFill/>
          </a:ln>
        </p:spPr>
      </p:sp>
      <p:sp>
        <p:nvSpPr>
          <p:cNvPr id="89" name="!!rect-4o6"/>
          <p:cNvSpPr/>
          <p:nvPr/>
        </p:nvSpPr>
        <p:spPr>
          <a:xfrm>
            <a:off x="3049981" y="5150028"/>
            <a:ext cx="771144" cy="96393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639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90" name="!!rect-4o7"/>
          <p:cNvSpPr/>
          <p:nvPr/>
        </p:nvSpPr>
        <p:spPr>
          <a:xfrm>
            <a:off x="3114243" y="5259273"/>
            <a:ext cx="642620" cy="83541"/>
          </a:xfrm>
          <a:prstGeom prst="roundRect">
            <a:avLst>
              <a:gd name="adj" fmla="val 23077"/>
            </a:avLst>
          </a:prstGeom>
          <a:solidFill>
            <a:srgbClr val="F6D55C">
              <a:alpha val="85000"/>
            </a:srgbClr>
          </a:solidFill>
          <a:ln>
            <a:noFill/>
          </a:ln>
        </p:spPr>
      </p:sp>
      <p:sp>
        <p:nvSpPr>
          <p:cNvPr id="91" name="!!rect-4o8"/>
          <p:cNvSpPr/>
          <p:nvPr/>
        </p:nvSpPr>
        <p:spPr>
          <a:xfrm>
            <a:off x="3139948" y="5291404"/>
            <a:ext cx="591210" cy="25705"/>
          </a:xfrm>
          <a:prstGeom prst="roundRect">
            <a:avLst>
              <a:gd name="adj" fmla="val 50000"/>
            </a:avLst>
          </a:prstGeom>
          <a:solidFill>
            <a:srgbClr val="9AA5AE"/>
          </a:solidFill>
          <a:ln>
            <a:noFill/>
          </a:ln>
        </p:spPr>
      </p:sp>
      <p:sp>
        <p:nvSpPr>
          <p:cNvPr id="92" name="!!rect-4o9"/>
          <p:cNvSpPr/>
          <p:nvPr/>
        </p:nvSpPr>
        <p:spPr>
          <a:xfrm>
            <a:off x="3139948" y="5400650"/>
            <a:ext cx="539801" cy="25705"/>
          </a:xfrm>
          <a:prstGeom prst="roundRect">
            <a:avLst>
              <a:gd name="adj" fmla="val 50000"/>
            </a:avLst>
          </a:prstGeom>
          <a:solidFill>
            <a:srgbClr val="9AA5AE"/>
          </a:solidFill>
          <a:ln>
            <a:noFill/>
          </a:ln>
        </p:spPr>
      </p:sp>
      <p:sp>
        <p:nvSpPr>
          <p:cNvPr id="93" name="!!rect-4oa"/>
          <p:cNvSpPr/>
          <p:nvPr/>
        </p:nvSpPr>
        <p:spPr>
          <a:xfrm>
            <a:off x="3139948" y="5509895"/>
            <a:ext cx="488391" cy="25705"/>
          </a:xfrm>
          <a:prstGeom prst="roundRect">
            <a:avLst>
              <a:gd name="adj" fmla="val 50000"/>
            </a:avLst>
          </a:prstGeom>
          <a:solidFill>
            <a:srgbClr val="9AA5AE"/>
          </a:solidFill>
          <a:ln>
            <a:noFill/>
          </a:ln>
        </p:spPr>
      </p:sp>
      <p:sp>
        <p:nvSpPr>
          <p:cNvPr id="94" name="!!rect-4ob"/>
          <p:cNvSpPr/>
          <p:nvPr/>
        </p:nvSpPr>
        <p:spPr>
          <a:xfrm>
            <a:off x="3114243" y="5587009"/>
            <a:ext cx="642620" cy="83541"/>
          </a:xfrm>
          <a:prstGeom prst="roundRect">
            <a:avLst>
              <a:gd name="adj" fmla="val 23077"/>
            </a:avLst>
          </a:prstGeom>
          <a:solidFill>
            <a:srgbClr val="F6D55C">
              <a:alpha val="85000"/>
            </a:srgbClr>
          </a:solidFill>
          <a:ln>
            <a:noFill/>
          </a:ln>
        </p:spPr>
      </p:sp>
      <p:sp>
        <p:nvSpPr>
          <p:cNvPr id="95" name="!!rect-4oc"/>
          <p:cNvSpPr/>
          <p:nvPr/>
        </p:nvSpPr>
        <p:spPr>
          <a:xfrm>
            <a:off x="3139948" y="5619140"/>
            <a:ext cx="591210" cy="25705"/>
          </a:xfrm>
          <a:prstGeom prst="roundRect">
            <a:avLst>
              <a:gd name="adj" fmla="val 50000"/>
            </a:avLst>
          </a:prstGeom>
          <a:solidFill>
            <a:srgbClr val="9AA5AE"/>
          </a:solidFill>
          <a:ln>
            <a:noFill/>
          </a:ln>
        </p:spPr>
      </p:sp>
      <p:sp>
        <p:nvSpPr>
          <p:cNvPr id="96" name="!!rect-4od"/>
          <p:cNvSpPr/>
          <p:nvPr/>
        </p:nvSpPr>
        <p:spPr>
          <a:xfrm>
            <a:off x="3139948" y="5728386"/>
            <a:ext cx="539801" cy="25705"/>
          </a:xfrm>
          <a:prstGeom prst="roundRect">
            <a:avLst>
              <a:gd name="adj" fmla="val 50000"/>
            </a:avLst>
          </a:prstGeom>
          <a:solidFill>
            <a:srgbClr val="9AA5AE"/>
          </a:solidFill>
          <a:ln>
            <a:noFill/>
          </a:ln>
        </p:spPr>
      </p:sp>
      <p:sp>
        <p:nvSpPr>
          <p:cNvPr id="97" name="!!rect-4oe"/>
          <p:cNvSpPr/>
          <p:nvPr/>
        </p:nvSpPr>
        <p:spPr>
          <a:xfrm>
            <a:off x="3114243" y="5805500"/>
            <a:ext cx="539801" cy="83541"/>
          </a:xfrm>
          <a:prstGeom prst="roundRect">
            <a:avLst>
              <a:gd name="adj" fmla="val 23077"/>
            </a:avLst>
          </a:prstGeom>
          <a:solidFill>
            <a:srgbClr val="F6D55C">
              <a:alpha val="85000"/>
            </a:srgbClr>
          </a:solidFill>
          <a:ln>
            <a:noFill/>
          </a:ln>
        </p:spPr>
      </p:sp>
      <p:sp>
        <p:nvSpPr>
          <p:cNvPr id="98" name="!!rect-4of"/>
          <p:cNvSpPr/>
          <p:nvPr/>
        </p:nvSpPr>
        <p:spPr>
          <a:xfrm>
            <a:off x="3139948" y="5837631"/>
            <a:ext cx="488391" cy="25705"/>
          </a:xfrm>
          <a:prstGeom prst="roundRect">
            <a:avLst>
              <a:gd name="adj" fmla="val 50000"/>
            </a:avLst>
          </a:prstGeom>
          <a:solidFill>
            <a:srgbClr val="9AA5AE"/>
          </a:solidFill>
          <a:ln>
            <a:noFill/>
          </a:ln>
        </p:spPr>
      </p:sp>
      <p:sp>
        <p:nvSpPr>
          <p:cNvPr id="99" name="!!rect-4og"/>
          <p:cNvSpPr/>
          <p:nvPr/>
        </p:nvSpPr>
        <p:spPr>
          <a:xfrm>
            <a:off x="3139948" y="5946877"/>
            <a:ext cx="334162" cy="25705"/>
          </a:xfrm>
          <a:prstGeom prst="roundRect">
            <a:avLst>
              <a:gd name="adj" fmla="val 50000"/>
            </a:avLst>
          </a:prstGeom>
          <a:solidFill>
            <a:srgbClr val="9AA5AE"/>
          </a:solidFill>
          <a:ln>
            <a:noFill/>
          </a:ln>
        </p:spPr>
      </p:sp>
      <p:sp>
        <p:nvSpPr>
          <p:cNvPr id="100" name="!!path-4oj"/>
          <p:cNvSpPr/>
          <p:nvPr/>
        </p:nvSpPr>
        <p:spPr>
          <a:xfrm>
            <a:off x="4939284" y="2971546"/>
            <a:ext cx="192786" cy="1285240"/>
          </a:xfrm>
          <a:custGeom>
            <a:avLst/>
            <a:gdLst/>
            <a:ahLst/>
            <a:cxnLst/>
            <a:rect l="l" t="t" r="r" b="b"/>
            <a:pathLst>
              <a:path w="192786" h="1285240" fill="none">
                <a:moveTo>
                  <a:pt x="0" y="0"/>
                </a:moveTo>
                <a:cubicBezTo>
                  <a:pt x="192786" y="0"/>
                  <a:pt x="167081" y="1285240"/>
                  <a:pt x="192786" y="1285240"/>
                </a:cubicBezTo>
              </a:path>
            </a:pathLst>
          </a:custGeom>
          <a:noFill/>
          <a:ln w="16065" cap="rnd">
            <a:solidFill>
              <a:srgbClr val="627D8D">
                <a:alpha val="50000"/>
              </a:srgbClr>
            </a:solidFill>
            <a:prstDash val="solid"/>
            <a:round/>
          </a:ln>
        </p:spPr>
      </p:sp>
      <p:sp>
        <p:nvSpPr>
          <p:cNvPr id="101" name="!!path-4om"/>
          <p:cNvSpPr/>
          <p:nvPr/>
        </p:nvSpPr>
        <p:spPr>
          <a:xfrm>
            <a:off x="4939284" y="4256786"/>
            <a:ext cx="192786" cy="899668"/>
          </a:xfrm>
          <a:custGeom>
            <a:avLst/>
            <a:gdLst/>
            <a:ahLst/>
            <a:cxnLst/>
            <a:rect l="l" t="t" r="r" b="b"/>
            <a:pathLst>
              <a:path w="192786" h="899668" fill="none">
                <a:moveTo>
                  <a:pt x="0" y="899668"/>
                </a:moveTo>
                <a:cubicBezTo>
                  <a:pt x="192786" y="899668"/>
                  <a:pt x="167081" y="0"/>
                  <a:pt x="192786" y="0"/>
                </a:cubicBezTo>
              </a:path>
            </a:pathLst>
          </a:custGeom>
          <a:noFill/>
          <a:ln w="16065" cap="rnd">
            <a:solidFill>
              <a:srgbClr val="627D8D">
                <a:alpha val="50000"/>
              </a:srgbClr>
            </a:solidFill>
            <a:prstDash val="solid"/>
            <a:round/>
          </a:ln>
        </p:spPr>
      </p:sp>
      <p:sp>
        <p:nvSpPr>
          <p:cNvPr id="102" name="!!path-4op"/>
          <p:cNvSpPr/>
          <p:nvPr/>
        </p:nvSpPr>
        <p:spPr>
          <a:xfrm>
            <a:off x="5517642" y="4256786"/>
            <a:ext cx="192786" cy="1"/>
          </a:xfrm>
          <a:custGeom>
            <a:avLst/>
            <a:gdLst/>
            <a:ahLst/>
            <a:cxnLst/>
            <a:rect l="l" t="t" r="r" b="b"/>
            <a:pathLst>
              <a:path w="192786" h="1" fill="none">
                <a:moveTo>
                  <a:pt x="0" y="0"/>
                </a:moveTo>
                <a:lnTo>
                  <a:pt x="192786" y="0"/>
                </a:lnTo>
              </a:path>
            </a:pathLst>
          </a:custGeom>
          <a:noFill/>
          <a:ln w="16065" cap="rnd">
            <a:solidFill>
              <a:srgbClr val="627D8D">
                <a:alpha val="50000"/>
              </a:srgbClr>
            </a:solidFill>
            <a:prstDash val="solid"/>
            <a:round/>
          </a:ln>
        </p:spPr>
      </p:sp>
      <p:sp>
        <p:nvSpPr>
          <p:cNvPr id="103" name="!!circle-4pg"/>
          <p:cNvSpPr/>
          <p:nvPr/>
        </p:nvSpPr>
        <p:spPr>
          <a:xfrm>
            <a:off x="5132070" y="4064000"/>
            <a:ext cx="385572" cy="385572"/>
          </a:xfrm>
          <a:prstGeom prst="ellipse">
            <a:avLst/>
          </a:prstGeom>
          <a:solidFill>
            <a:srgbClr val="627D8D"/>
          </a:solidFill>
          <a:ln>
            <a:noFill/>
          </a:ln>
        </p:spPr>
      </p:sp>
      <p:sp>
        <p:nvSpPr>
          <p:cNvPr id="104" name="!!path-4ph"/>
          <p:cNvSpPr/>
          <p:nvPr/>
        </p:nvSpPr>
        <p:spPr>
          <a:xfrm>
            <a:off x="5242389" y="4174319"/>
            <a:ext cx="164986" cy="164986"/>
          </a:xfrm>
          <a:custGeom>
            <a:avLst/>
            <a:gdLst/>
            <a:ahLst/>
            <a:cxnLst/>
            <a:rect l="l" t="t" r="r" b="b"/>
            <a:pathLst>
              <a:path w="164986" h="164986">
                <a:moveTo>
                  <a:pt x="134989" y="59995"/>
                </a:moveTo>
                <a:lnTo>
                  <a:pt x="144363" y="39372"/>
                </a:lnTo>
                <a:lnTo>
                  <a:pt x="164986" y="29998"/>
                </a:lnTo>
                <a:lnTo>
                  <a:pt x="144363" y="20623"/>
                </a:lnTo>
                <a:lnTo>
                  <a:pt x="134989" y="0"/>
                </a:lnTo>
                <a:lnTo>
                  <a:pt x="125615" y="20623"/>
                </a:lnTo>
                <a:lnTo>
                  <a:pt x="104991" y="29998"/>
                </a:lnTo>
                <a:lnTo>
                  <a:pt x="125615" y="39372"/>
                </a:lnTo>
                <a:lnTo>
                  <a:pt x="134989" y="59995"/>
                </a:lnTo>
                <a:close/>
                <a:moveTo>
                  <a:pt x="78743" y="63745"/>
                </a:moveTo>
                <a:lnTo>
                  <a:pt x="59995" y="22498"/>
                </a:lnTo>
                <a:lnTo>
                  <a:pt x="41247" y="63745"/>
                </a:lnTo>
                <a:lnTo>
                  <a:pt x="0" y="82493"/>
                </a:lnTo>
                <a:lnTo>
                  <a:pt x="41247" y="101242"/>
                </a:lnTo>
                <a:lnTo>
                  <a:pt x="59995" y="142488"/>
                </a:lnTo>
                <a:lnTo>
                  <a:pt x="78743" y="101242"/>
                </a:lnTo>
                <a:lnTo>
                  <a:pt x="119990" y="82493"/>
                </a:lnTo>
                <a:lnTo>
                  <a:pt x="78743" y="63745"/>
                </a:lnTo>
                <a:close/>
                <a:moveTo>
                  <a:pt x="134989" y="104991"/>
                </a:moveTo>
                <a:lnTo>
                  <a:pt x="125615" y="125615"/>
                </a:lnTo>
                <a:lnTo>
                  <a:pt x="104991" y="134989"/>
                </a:lnTo>
                <a:lnTo>
                  <a:pt x="125615" y="144363"/>
                </a:lnTo>
                <a:lnTo>
                  <a:pt x="134989" y="164986"/>
                </a:lnTo>
                <a:lnTo>
                  <a:pt x="144363" y="144363"/>
                </a:lnTo>
                <a:lnTo>
                  <a:pt x="164986" y="134989"/>
                </a:lnTo>
                <a:lnTo>
                  <a:pt x="144363" y="125615"/>
                </a:lnTo>
                <a:lnTo>
                  <a:pt x="134989" y="10499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05" name="!!rect-4pm"/>
          <p:cNvSpPr/>
          <p:nvPr/>
        </p:nvSpPr>
        <p:spPr>
          <a:xfrm>
            <a:off x="5646166" y="2155419"/>
            <a:ext cx="4626864" cy="4421225"/>
          </a:xfrm>
          <a:prstGeom prst="roundRect">
            <a:avLst>
              <a:gd name="adj" fmla="val 3963"/>
            </a:avLst>
          </a:prstGeom>
          <a:solidFill>
            <a:srgbClr val="0B1A26">
              <a:alpha val="12000"/>
            </a:srgbClr>
          </a:solidFill>
          <a:ln>
            <a:noFill/>
          </a:ln>
          <a:effectLst>
            <a:softEdge rad="226202"/>
          </a:effectLst>
        </p:spPr>
      </p:sp>
      <p:sp>
        <p:nvSpPr>
          <p:cNvPr id="106" name="!!rect-4pn"/>
          <p:cNvSpPr/>
          <p:nvPr/>
        </p:nvSpPr>
        <p:spPr>
          <a:xfrm>
            <a:off x="5710428" y="2168271"/>
            <a:ext cx="4498340" cy="4241292"/>
          </a:xfrm>
          <a:prstGeom prst="roundRect">
            <a:avLst>
              <a:gd name="adj" fmla="val 3939"/>
            </a:avLst>
          </a:prstGeom>
          <a:solidFill>
            <a:srgbClr val="FFFFFF"/>
          </a:solidFill>
          <a:ln w="6426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107" name="!!circle-4po"/>
          <p:cNvSpPr/>
          <p:nvPr/>
        </p:nvSpPr>
        <p:spPr>
          <a:xfrm>
            <a:off x="5903214" y="2348205"/>
            <a:ext cx="282753" cy="282753"/>
          </a:xfrm>
          <a:prstGeom prst="ellipse">
            <a:avLst/>
          </a:prstGeom>
          <a:solidFill>
            <a:srgbClr val="627D8D">
              <a:alpha val="12000"/>
            </a:srgbClr>
          </a:solidFill>
          <a:ln>
            <a:noFill/>
          </a:ln>
        </p:spPr>
      </p:sp>
      <p:sp>
        <p:nvSpPr>
          <p:cNvPr id="108" name="!!path-4pp"/>
          <p:cNvSpPr/>
          <p:nvPr/>
        </p:nvSpPr>
        <p:spPr>
          <a:xfrm>
            <a:off x="5973902" y="2418893"/>
            <a:ext cx="141376" cy="141376"/>
          </a:xfrm>
          <a:custGeom>
            <a:avLst/>
            <a:gdLst/>
            <a:ahLst/>
            <a:cxnLst/>
            <a:rect l="l" t="t" r="r" b="b"/>
            <a:pathLst>
              <a:path w="141376" h="141376">
                <a:moveTo>
                  <a:pt x="115672" y="51410"/>
                </a:moveTo>
                <a:lnTo>
                  <a:pt x="123704" y="33738"/>
                </a:lnTo>
                <a:lnTo>
                  <a:pt x="141376" y="25705"/>
                </a:lnTo>
                <a:lnTo>
                  <a:pt x="123704" y="17672"/>
                </a:lnTo>
                <a:lnTo>
                  <a:pt x="115672" y="0"/>
                </a:lnTo>
                <a:lnTo>
                  <a:pt x="107639" y="17672"/>
                </a:lnTo>
                <a:lnTo>
                  <a:pt x="89967" y="25705"/>
                </a:lnTo>
                <a:lnTo>
                  <a:pt x="107639" y="33738"/>
                </a:lnTo>
                <a:lnTo>
                  <a:pt x="115672" y="51410"/>
                </a:lnTo>
                <a:close/>
                <a:moveTo>
                  <a:pt x="67475" y="54623"/>
                </a:moveTo>
                <a:lnTo>
                  <a:pt x="51410" y="19279"/>
                </a:lnTo>
                <a:lnTo>
                  <a:pt x="35344" y="54623"/>
                </a:lnTo>
                <a:lnTo>
                  <a:pt x="0" y="70688"/>
                </a:lnTo>
                <a:lnTo>
                  <a:pt x="35344" y="86754"/>
                </a:lnTo>
                <a:lnTo>
                  <a:pt x="51410" y="122098"/>
                </a:lnTo>
                <a:lnTo>
                  <a:pt x="67475" y="86754"/>
                </a:lnTo>
                <a:lnTo>
                  <a:pt x="102819" y="70688"/>
                </a:lnTo>
                <a:lnTo>
                  <a:pt x="67475" y="54623"/>
                </a:lnTo>
                <a:close/>
                <a:moveTo>
                  <a:pt x="115672" y="89967"/>
                </a:moveTo>
                <a:lnTo>
                  <a:pt x="107639" y="107639"/>
                </a:lnTo>
                <a:lnTo>
                  <a:pt x="89967" y="115672"/>
                </a:lnTo>
                <a:lnTo>
                  <a:pt x="107639" y="123704"/>
                </a:lnTo>
                <a:lnTo>
                  <a:pt x="115672" y="141376"/>
                </a:lnTo>
                <a:lnTo>
                  <a:pt x="123704" y="123704"/>
                </a:lnTo>
                <a:lnTo>
                  <a:pt x="141376" y="115672"/>
                </a:lnTo>
                <a:lnTo>
                  <a:pt x="123704" y="107639"/>
                </a:lnTo>
                <a:lnTo>
                  <a:pt x="115672" y="89967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109" name="!!text-4pq" descr="AI 分析"/>
          <p:cNvSpPr txBox="1"/>
          <p:nvPr/>
        </p:nvSpPr>
        <p:spPr>
          <a:xfrm>
            <a:off x="6275934" y="2353603"/>
            <a:ext cx="584450" cy="241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16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AI 分析</a:t>
            </a:r>
            <a:endParaRPr lang="zh-TW" sz="1316"/>
          </a:p>
        </p:txBody>
      </p:sp>
      <p:sp>
        <p:nvSpPr>
          <p:cNvPr id="110" name="!!text-4pv" descr="AI 參考：上架 2 張、佐證 2 張"/>
          <p:cNvSpPr txBox="1"/>
          <p:nvPr/>
        </p:nvSpPr>
        <p:spPr>
          <a:xfrm>
            <a:off x="8159568" y="2376994"/>
            <a:ext cx="1898827" cy="20471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13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AI 參考：上架 2 張、佐證 2 張</a:t>
            </a:r>
            <a:endParaRPr lang="zh-TW" sz="1113"/>
          </a:p>
        </p:txBody>
      </p:sp>
      <p:sp>
        <p:nvSpPr>
          <p:cNvPr id="111" name="!!rect-4qo"/>
          <p:cNvSpPr/>
          <p:nvPr/>
        </p:nvSpPr>
        <p:spPr>
          <a:xfrm>
            <a:off x="5903214" y="2836596"/>
            <a:ext cx="2030679" cy="321310"/>
          </a:xfrm>
          <a:prstGeom prst="roundRect">
            <a:avLst>
              <a:gd name="adj" fmla="val 50000"/>
            </a:avLst>
          </a:prstGeom>
          <a:solidFill>
            <a:srgbClr val="D98613">
              <a:alpha val="14000"/>
            </a:srgbClr>
          </a:solidFill>
          <a:ln>
            <a:noFill/>
          </a:ln>
        </p:spPr>
      </p:sp>
      <p:sp>
        <p:nvSpPr>
          <p:cNvPr id="112" name="!!path-4qp"/>
          <p:cNvSpPr/>
          <p:nvPr/>
        </p:nvSpPr>
        <p:spPr>
          <a:xfrm>
            <a:off x="6018886" y="2965120"/>
            <a:ext cx="131544" cy="57836"/>
          </a:xfrm>
          <a:custGeom>
            <a:avLst/>
            <a:gdLst/>
            <a:ahLst/>
            <a:cxnLst/>
            <a:rect l="l" t="t" r="r" b="b"/>
            <a:pathLst>
              <a:path w="131544" h="57836">
                <a:moveTo>
                  <a:pt x="67475" y="6426"/>
                </a:moveTo>
                <a:cubicBezTo>
                  <a:pt x="50446" y="6426"/>
                  <a:pt x="35023" y="12788"/>
                  <a:pt x="23134" y="23134"/>
                </a:cubicBezTo>
                <a:lnTo>
                  <a:pt x="0" y="0"/>
                </a:lnTo>
                <a:lnTo>
                  <a:pt x="0" y="57836"/>
                </a:lnTo>
                <a:lnTo>
                  <a:pt x="57836" y="57836"/>
                </a:lnTo>
                <a:lnTo>
                  <a:pt x="34573" y="34573"/>
                </a:lnTo>
                <a:cubicBezTo>
                  <a:pt x="43505" y="27119"/>
                  <a:pt x="54880" y="22492"/>
                  <a:pt x="67475" y="22492"/>
                </a:cubicBezTo>
                <a:cubicBezTo>
                  <a:pt x="90224" y="22492"/>
                  <a:pt x="109567" y="37336"/>
                  <a:pt x="116314" y="57836"/>
                </a:cubicBezTo>
                <a:lnTo>
                  <a:pt x="131544" y="52823"/>
                </a:lnTo>
                <a:cubicBezTo>
                  <a:pt x="122612" y="25898"/>
                  <a:pt x="97357" y="6426"/>
                  <a:pt x="67475" y="6426"/>
                </a:cubicBezTo>
                <a:close/>
              </a:path>
            </a:pathLst>
          </a:custGeom>
          <a:solidFill>
            <a:srgbClr val="D98613"/>
          </a:solidFill>
          <a:ln>
            <a:noFill/>
          </a:ln>
        </p:spPr>
      </p:sp>
      <p:sp>
        <p:nvSpPr>
          <p:cNvPr id="113" name="!!text-4qq" descr="建議退款・可信度：高"/>
          <p:cNvSpPr txBox="1"/>
          <p:nvPr/>
        </p:nvSpPr>
        <p:spPr>
          <a:xfrm>
            <a:off x="6224524" y="2876181"/>
            <a:ext cx="1588557" cy="22332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14" b="1" kern="0" dirty="0">
                <a:solidFill>
                  <a:srgbClr val="D98613"/>
                </a:solidFill>
                <a:latin typeface="Noto Sans TC"/>
                <a:ea typeface="Noto Sans TC"/>
                <a:cs typeface="Noto Sans TC"/>
              </a:rPr>
              <a:t>建議退款・可信度：高</a:t>
            </a:r>
            <a:endParaRPr lang="zh-TW" sz="1214"/>
          </a:p>
        </p:txBody>
      </p:sp>
      <p:sp>
        <p:nvSpPr>
          <p:cNvPr id="114" name="!!text-4r5" descr="買家取書後表示內頁有多頁劃線，"/>
          <p:cNvSpPr txBox="1"/>
          <p:nvPr/>
        </p:nvSpPr>
        <p:spPr>
          <a:xfrm>
            <a:off x="5903214" y="3300310"/>
            <a:ext cx="2359701" cy="22332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14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買家取書後表示內頁有多頁劃線，</a:t>
            </a:r>
            <a:endParaRPr lang="zh-TW" sz="1214"/>
          </a:p>
        </p:txBody>
      </p:sp>
      <p:sp>
        <p:nvSpPr>
          <p:cNvPr id="115" name="!!text-4rp" descr="與上架標示的「近全新」不符。"/>
          <p:cNvSpPr txBox="1"/>
          <p:nvPr/>
        </p:nvSpPr>
        <p:spPr>
          <a:xfrm>
            <a:off x="5903214" y="3544506"/>
            <a:ext cx="2051243" cy="22332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14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與上架標示</a:t>
            </a:r>
            <a:r>
              <a:rPr lang="zh-TW" altLang="en-US" sz="1214" kern="0" spc="-607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的</a:t>
            </a:r>
            <a:r>
              <a:rPr lang="zh-TW" altLang="en-US" sz="1214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「近全新</a:t>
            </a:r>
            <a:r>
              <a:rPr lang="zh-TW" altLang="en-US" sz="1214" kern="0" spc="-607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」</a:t>
            </a:r>
            <a:r>
              <a:rPr lang="zh-TW" altLang="en-US" sz="1214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不符。</a:t>
            </a:r>
            <a:endParaRPr lang="zh-TW" sz="1214"/>
          </a:p>
        </p:txBody>
      </p:sp>
      <p:sp>
        <p:nvSpPr>
          <p:cNvPr id="116" name="!!circle-4s8"/>
          <p:cNvSpPr/>
          <p:nvPr/>
        </p:nvSpPr>
        <p:spPr>
          <a:xfrm>
            <a:off x="5925706" y="4041508"/>
            <a:ext cx="57836" cy="57836"/>
          </a:xfrm>
          <a:prstGeom prst="ellipse">
            <a:avLst/>
          </a:prstGeom>
          <a:solidFill>
            <a:srgbClr val="5B6770"/>
          </a:solidFill>
          <a:ln>
            <a:noFill/>
          </a:ln>
        </p:spPr>
      </p:sp>
      <p:sp>
        <p:nvSpPr>
          <p:cNvPr id="117" name="!!text-4s9" descr="佐證照片可見多頁螢光筆劃線"/>
          <p:cNvSpPr txBox="1"/>
          <p:nvPr/>
        </p:nvSpPr>
        <p:spPr>
          <a:xfrm>
            <a:off x="6070295" y="3942930"/>
            <a:ext cx="2051243" cy="22332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14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佐證照片可見多頁螢光筆劃線</a:t>
            </a:r>
            <a:endParaRPr lang="zh-TW" sz="1214"/>
          </a:p>
        </p:txBody>
      </p:sp>
      <p:sp>
        <p:nvSpPr>
          <p:cNvPr id="118" name="!!text-4sn" descr="有利買家・照片 3（佐證）"/>
          <p:cNvSpPr txBox="1"/>
          <p:nvPr/>
        </p:nvSpPr>
        <p:spPr>
          <a:xfrm>
            <a:off x="6070295" y="4169904"/>
            <a:ext cx="1636997" cy="20471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13" kern="0" dirty="0">
                <a:solidFill>
                  <a:srgbClr val="8A969F"/>
                </a:solidFill>
                <a:latin typeface="Noto Sans TC"/>
                <a:ea typeface="Noto Sans TC"/>
                <a:cs typeface="Noto Sans TC"/>
              </a:rPr>
              <a:t>有利買家・照片 </a:t>
            </a:r>
            <a:r>
              <a:rPr lang="zh-TW" altLang="en-US" sz="1113" kern="0" spc="-557" dirty="0">
                <a:solidFill>
                  <a:srgbClr val="8A969F"/>
                </a:solidFill>
                <a:latin typeface="Noto Sans TC"/>
                <a:ea typeface="Noto Sans TC"/>
                <a:cs typeface="Noto Sans TC"/>
              </a:rPr>
              <a:t>3</a:t>
            </a:r>
            <a:r>
              <a:rPr lang="zh-TW" altLang="en-US" sz="1113" kern="0" dirty="0">
                <a:solidFill>
                  <a:srgbClr val="8A969F"/>
                </a:solidFill>
                <a:latin typeface="Noto Sans TC"/>
                <a:ea typeface="Noto Sans TC"/>
                <a:cs typeface="Noto Sans TC"/>
              </a:rPr>
              <a:t>（佐證）</a:t>
            </a:r>
            <a:endParaRPr lang="zh-TW" sz="1113"/>
          </a:p>
        </p:txBody>
      </p:sp>
      <p:sp>
        <p:nvSpPr>
          <p:cNvPr id="119" name="!!circle-4t4"/>
          <p:cNvSpPr/>
          <p:nvPr/>
        </p:nvSpPr>
        <p:spPr>
          <a:xfrm>
            <a:off x="5925706" y="4555604"/>
            <a:ext cx="57836" cy="57836"/>
          </a:xfrm>
          <a:prstGeom prst="ellipse">
            <a:avLst/>
          </a:prstGeom>
          <a:solidFill>
            <a:srgbClr val="5B6770"/>
          </a:solidFill>
          <a:ln>
            <a:noFill/>
          </a:ln>
        </p:spPr>
      </p:sp>
      <p:sp>
        <p:nvSpPr>
          <p:cNvPr id="120" name="!!text-4t5" descr="上架描述標示無劃線"/>
          <p:cNvSpPr txBox="1"/>
          <p:nvPr/>
        </p:nvSpPr>
        <p:spPr>
          <a:xfrm>
            <a:off x="6070295" y="4457026"/>
            <a:ext cx="1434328" cy="22332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14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上架描述標示無劃線</a:t>
            </a:r>
            <a:endParaRPr lang="zh-TW" sz="1214"/>
          </a:p>
        </p:txBody>
      </p:sp>
      <p:sp>
        <p:nvSpPr>
          <p:cNvPr id="121" name="!!text-4tf" descr="有利買家"/>
          <p:cNvSpPr txBox="1"/>
          <p:nvPr/>
        </p:nvSpPr>
        <p:spPr>
          <a:xfrm>
            <a:off x="6070295" y="4684000"/>
            <a:ext cx="607919" cy="20471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13" kern="0" dirty="0">
                <a:solidFill>
                  <a:srgbClr val="8A969F"/>
                </a:solidFill>
                <a:latin typeface="Noto Sans TC"/>
                <a:ea typeface="Noto Sans TC"/>
                <a:cs typeface="Noto Sans TC"/>
              </a:rPr>
              <a:t>有利買家</a:t>
            </a:r>
            <a:endParaRPr lang="zh-TW" sz="1113"/>
          </a:p>
        </p:txBody>
      </p:sp>
      <p:sp>
        <p:nvSpPr>
          <p:cNvPr id="122" name="!!circle-4to"/>
          <p:cNvSpPr/>
          <p:nvPr/>
        </p:nvSpPr>
        <p:spPr>
          <a:xfrm>
            <a:off x="5925706" y="5076109"/>
            <a:ext cx="57836" cy="57836"/>
          </a:xfrm>
          <a:prstGeom prst="ellipse">
            <a:avLst/>
          </a:prstGeom>
          <a:solidFill>
            <a:srgbClr val="5B6770">
              <a:alpha val="98444"/>
            </a:srgbClr>
          </a:solidFill>
          <a:ln>
            <a:noFill/>
          </a:ln>
        </p:spPr>
      </p:sp>
      <p:sp>
        <p:nvSpPr>
          <p:cNvPr id="123" name="!!text-4tp" descr="上架照片未拍攝內頁"/>
          <p:cNvSpPr txBox="1"/>
          <p:nvPr/>
        </p:nvSpPr>
        <p:spPr>
          <a:xfrm>
            <a:off x="6070295" y="4977531"/>
            <a:ext cx="1434328" cy="22332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14" kern="0" dirty="0">
                <a:solidFill>
                  <a:srgbClr val="151E27">
                    <a:alpha val="98444"/>
                  </a:srgbClr>
                </a:solidFill>
                <a:latin typeface="Noto Sans TC"/>
                <a:ea typeface="Noto Sans TC"/>
                <a:cs typeface="Noto Sans TC"/>
              </a:rPr>
              <a:t>上架照片未拍攝內頁</a:t>
            </a:r>
            <a:endParaRPr lang="zh-TW" sz="1214"/>
          </a:p>
        </p:txBody>
      </p:sp>
      <p:sp>
        <p:nvSpPr>
          <p:cNvPr id="124" name="!!text-4tz" descr="照片 1（封面）・照片 2（封底）"/>
          <p:cNvSpPr txBox="1"/>
          <p:nvPr/>
        </p:nvSpPr>
        <p:spPr>
          <a:xfrm>
            <a:off x="6070295" y="5204505"/>
            <a:ext cx="1888506" cy="20471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13" kern="0" dirty="0">
                <a:solidFill>
                  <a:srgbClr val="8A969F">
                    <a:alpha val="98444"/>
                  </a:srgbClr>
                </a:solidFill>
                <a:latin typeface="Noto Sans TC"/>
                <a:ea typeface="Noto Sans TC"/>
                <a:cs typeface="Noto Sans TC"/>
              </a:rPr>
              <a:t>照片 </a:t>
            </a:r>
            <a:r>
              <a:rPr lang="zh-TW" altLang="en-US" sz="1113" kern="0" spc="-557" dirty="0">
                <a:solidFill>
                  <a:srgbClr val="8A969F">
                    <a:alpha val="98444"/>
                  </a:srgbClr>
                </a:solidFill>
                <a:latin typeface="Noto Sans TC"/>
                <a:ea typeface="Noto Sans TC"/>
                <a:cs typeface="Noto Sans TC"/>
              </a:rPr>
              <a:t>1</a:t>
            </a:r>
            <a:r>
              <a:rPr lang="zh-TW" altLang="en-US" sz="1113" kern="0" dirty="0">
                <a:solidFill>
                  <a:srgbClr val="8A969F">
                    <a:alpha val="98444"/>
                  </a:srgbClr>
                </a:solidFill>
                <a:latin typeface="Noto Sans TC"/>
                <a:ea typeface="Noto Sans TC"/>
                <a:cs typeface="Noto Sans TC"/>
              </a:rPr>
              <a:t>（封面</a:t>
            </a:r>
            <a:r>
              <a:rPr lang="zh-TW" altLang="en-US" sz="1113" kern="0" spc="-557" dirty="0">
                <a:solidFill>
                  <a:srgbClr val="8A969F">
                    <a:alpha val="98444"/>
                  </a:srgbClr>
                </a:solidFill>
                <a:latin typeface="Noto Sans TC"/>
                <a:ea typeface="Noto Sans TC"/>
                <a:cs typeface="Noto Sans TC"/>
              </a:rPr>
              <a:t>）</a:t>
            </a:r>
            <a:r>
              <a:rPr lang="zh-TW" altLang="en-US" sz="1113" kern="0" dirty="0">
                <a:solidFill>
                  <a:srgbClr val="8A969F">
                    <a:alpha val="98444"/>
                  </a:srgbClr>
                </a:solidFill>
                <a:latin typeface="Noto Sans TC"/>
                <a:ea typeface="Noto Sans TC"/>
                <a:cs typeface="Noto Sans TC"/>
              </a:rPr>
              <a:t>・照片 </a:t>
            </a:r>
            <a:r>
              <a:rPr lang="zh-TW" altLang="en-US" sz="1113" kern="0" spc="-557" dirty="0">
                <a:solidFill>
                  <a:srgbClr val="8A969F">
                    <a:alpha val="98444"/>
                  </a:srgbClr>
                </a:solidFill>
                <a:latin typeface="Noto Sans TC"/>
                <a:ea typeface="Noto Sans TC"/>
                <a:cs typeface="Noto Sans TC"/>
              </a:rPr>
              <a:t>2</a:t>
            </a:r>
            <a:r>
              <a:rPr lang="zh-TW" altLang="en-US" sz="1113" kern="0" dirty="0">
                <a:solidFill>
                  <a:srgbClr val="8A969F">
                    <a:alpha val="98444"/>
                  </a:srgbClr>
                </a:solidFill>
                <a:latin typeface="Noto Sans TC"/>
                <a:ea typeface="Noto Sans TC"/>
                <a:cs typeface="Noto Sans TC"/>
              </a:rPr>
              <a:t>（封底）</a:t>
            </a:r>
            <a:endParaRPr lang="zh-TW" sz="1113"/>
          </a:p>
        </p:txBody>
      </p:sp>
      <p:sp>
        <p:nvSpPr>
          <p:cNvPr id="125" name="!!rect-4uf"/>
          <p:cNvSpPr/>
          <p:nvPr/>
        </p:nvSpPr>
        <p:spPr>
          <a:xfrm>
            <a:off x="2143887" y="5117897"/>
            <a:ext cx="835406" cy="1028192"/>
          </a:xfrm>
          <a:prstGeom prst="roundRect">
            <a:avLst>
              <a:gd name="adj" fmla="val 11538"/>
            </a:avLst>
          </a:prstGeom>
          <a:noFill/>
          <a:ln w="19279" cap="flat">
            <a:solidFill>
              <a:srgbClr val="627D8D"/>
            </a:solidFill>
            <a:prstDash val="solid"/>
            <a:miter lim="800000"/>
          </a:ln>
        </p:spPr>
      </p:sp>
      <p:sp>
        <p:nvSpPr>
          <p:cNvPr id="126" name="!!rect-4uh"/>
          <p:cNvSpPr/>
          <p:nvPr/>
        </p:nvSpPr>
        <p:spPr>
          <a:xfrm>
            <a:off x="3017850" y="5117897"/>
            <a:ext cx="835406" cy="1028192"/>
          </a:xfrm>
          <a:prstGeom prst="roundRect">
            <a:avLst>
              <a:gd name="adj" fmla="val 11538"/>
            </a:avLst>
          </a:prstGeom>
          <a:noFill/>
          <a:ln w="19279" cap="flat">
            <a:solidFill>
              <a:srgbClr val="627D8D"/>
            </a:solidFill>
            <a:prstDash val="solid"/>
            <a:miter lim="800000"/>
          </a:ln>
        </p:spPr>
      </p:sp>
      <p:sp>
        <p:nvSpPr>
          <p:cNvPr id="127" name="!!rect-4uq"/>
          <p:cNvSpPr/>
          <p:nvPr/>
        </p:nvSpPr>
        <p:spPr>
          <a:xfrm>
            <a:off x="2223656" y="5979008"/>
            <a:ext cx="675869" cy="372720"/>
          </a:xfrm>
          <a:prstGeom prst="roundRect">
            <a:avLst>
              <a:gd name="adj" fmla="val 50000"/>
            </a:avLst>
          </a:prstGeom>
          <a:solidFill>
            <a:srgbClr val="0B1A26">
              <a:alpha val="10000"/>
            </a:srgbClr>
          </a:solidFill>
          <a:ln>
            <a:noFill/>
          </a:ln>
          <a:effectLst>
            <a:softEdge rad="98963"/>
          </a:effectLst>
        </p:spPr>
      </p:sp>
      <p:sp>
        <p:nvSpPr>
          <p:cNvPr id="128" name="!!rect-4ur"/>
          <p:cNvSpPr/>
          <p:nvPr/>
        </p:nvSpPr>
        <p:spPr>
          <a:xfrm>
            <a:off x="2249361" y="5972581"/>
            <a:ext cx="624460" cy="28275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711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129" name="!!text-4us" descr="照片 3"/>
          <p:cNvSpPr txBox="1"/>
          <p:nvPr/>
        </p:nvSpPr>
        <p:spPr>
          <a:xfrm>
            <a:off x="2362461" y="6000856"/>
            <a:ext cx="440670" cy="20471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13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照片 3</a:t>
            </a:r>
            <a:endParaRPr lang="zh-TW" sz="1113"/>
          </a:p>
        </p:txBody>
      </p:sp>
      <p:sp>
        <p:nvSpPr>
          <p:cNvPr id="130" name="!!rect-4v3"/>
          <p:cNvSpPr/>
          <p:nvPr/>
        </p:nvSpPr>
        <p:spPr>
          <a:xfrm>
            <a:off x="3097619" y="5979008"/>
            <a:ext cx="675869" cy="372720"/>
          </a:xfrm>
          <a:prstGeom prst="roundRect">
            <a:avLst>
              <a:gd name="adj" fmla="val 50000"/>
            </a:avLst>
          </a:prstGeom>
          <a:solidFill>
            <a:srgbClr val="0B1A26">
              <a:alpha val="10000"/>
            </a:srgbClr>
          </a:solidFill>
          <a:ln>
            <a:noFill/>
          </a:ln>
          <a:effectLst>
            <a:softEdge rad="98963"/>
          </a:effectLst>
        </p:spPr>
      </p:sp>
      <p:sp>
        <p:nvSpPr>
          <p:cNvPr id="131" name="!!rect-4v4"/>
          <p:cNvSpPr/>
          <p:nvPr/>
        </p:nvSpPr>
        <p:spPr>
          <a:xfrm>
            <a:off x="3123324" y="5972581"/>
            <a:ext cx="624460" cy="28275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711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132" name="!!text-4v5" descr="照片 4"/>
          <p:cNvSpPr txBox="1"/>
          <p:nvPr/>
        </p:nvSpPr>
        <p:spPr>
          <a:xfrm>
            <a:off x="3236425" y="6000856"/>
            <a:ext cx="440670" cy="20471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13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照片 4</a:t>
            </a:r>
            <a:endParaRPr lang="zh-TW" sz="1113"/>
          </a:p>
        </p:txBody>
      </p:sp>
      <p:sp>
        <p:nvSpPr>
          <p:cNvPr id="133" name="!!rect-4v9"/>
          <p:cNvSpPr/>
          <p:nvPr/>
        </p:nvSpPr>
        <p:spPr>
          <a:xfrm>
            <a:off x="2143887" y="2701646"/>
            <a:ext cx="732587" cy="938225"/>
          </a:xfrm>
          <a:prstGeom prst="roundRect">
            <a:avLst>
              <a:gd name="adj" fmla="val 14912"/>
            </a:avLst>
          </a:prstGeom>
          <a:noFill/>
          <a:ln w="19279" cap="flat">
            <a:solidFill>
              <a:srgbClr val="627D8D">
                <a:alpha val="99768"/>
              </a:srgbClr>
            </a:solidFill>
            <a:prstDash val="solid"/>
            <a:miter lim="800000"/>
          </a:ln>
        </p:spPr>
      </p:sp>
      <p:sp>
        <p:nvSpPr>
          <p:cNvPr id="134" name="!!rect-4vi"/>
          <p:cNvSpPr/>
          <p:nvPr/>
        </p:nvSpPr>
        <p:spPr>
          <a:xfrm>
            <a:off x="2197266" y="3482781"/>
            <a:ext cx="625830" cy="345125"/>
          </a:xfrm>
          <a:prstGeom prst="roundRect">
            <a:avLst>
              <a:gd name="adj" fmla="val 50000"/>
            </a:avLst>
          </a:prstGeom>
          <a:solidFill>
            <a:srgbClr val="0B1A26">
              <a:alpha val="9718"/>
            </a:srgbClr>
          </a:solidFill>
          <a:ln>
            <a:noFill/>
          </a:ln>
          <a:effectLst>
            <a:softEdge rad="91637"/>
          </a:effectLst>
        </p:spPr>
      </p:sp>
      <p:sp>
        <p:nvSpPr>
          <p:cNvPr id="135" name="!!rect-4vj"/>
          <p:cNvSpPr/>
          <p:nvPr/>
        </p:nvSpPr>
        <p:spPr>
          <a:xfrm>
            <a:off x="2221067" y="3476830"/>
            <a:ext cx="578227" cy="261819"/>
          </a:xfrm>
          <a:prstGeom prst="roundRect">
            <a:avLst>
              <a:gd name="adj" fmla="val 50000"/>
            </a:avLst>
          </a:prstGeom>
          <a:solidFill>
            <a:srgbClr val="FFFFFF">
              <a:alpha val="97178"/>
            </a:srgbClr>
          </a:solidFill>
          <a:ln w="7141" cap="flat">
            <a:solidFill>
              <a:srgbClr val="E3E7EA">
                <a:alpha val="97178"/>
              </a:srgbClr>
            </a:solidFill>
            <a:prstDash val="solid"/>
            <a:miter lim="800000"/>
          </a:ln>
        </p:spPr>
      </p:sp>
      <p:sp>
        <p:nvSpPr>
          <p:cNvPr id="136" name="!!text-4vk" descr="照片 1"/>
          <p:cNvSpPr txBox="1"/>
          <p:nvPr/>
        </p:nvSpPr>
        <p:spPr>
          <a:xfrm>
            <a:off x="2325795" y="3503012"/>
            <a:ext cx="408045" cy="18955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31" b="1" kern="0" dirty="0">
                <a:solidFill>
                  <a:srgbClr val="627D8D">
                    <a:alpha val="97178"/>
                  </a:srgbClr>
                </a:solidFill>
                <a:latin typeface="Noto Sans TC"/>
                <a:ea typeface="Noto Sans TC"/>
                <a:cs typeface="Noto Sans TC"/>
              </a:rPr>
              <a:t>照片 1</a:t>
            </a:r>
            <a:endParaRPr lang="zh-TW" sz="1031"/>
          </a:p>
        </p:txBody>
      </p:sp>
      <p:sp>
        <p:nvSpPr>
          <p:cNvPr id="137" name="!!text-4xx" descr="爭議分析"/>
          <p:cNvSpPr txBox="1"/>
          <p:nvPr/>
        </p:nvSpPr>
        <p:spPr>
          <a:xfrm>
            <a:off x="646583" y="594880"/>
            <a:ext cx="718706" cy="22332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14" b="1" kern="0" spc="146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爭議分</a:t>
            </a:r>
            <a:r>
              <a:rPr lang="zh-TW" altLang="en-US" sz="1214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析</a:t>
            </a:r>
            <a:endParaRPr lang="zh-TW" sz="1214"/>
          </a:p>
        </p:txBody>
      </p:sp>
      <p:sp>
        <p:nvSpPr>
          <p:cNvPr id="138" name="!!text-4y7" descr="比對證據，輔助裁決"/>
          <p:cNvSpPr txBox="1"/>
          <p:nvPr/>
        </p:nvSpPr>
        <p:spPr>
          <a:xfrm>
            <a:off x="646583" y="866837"/>
            <a:ext cx="4080894" cy="66997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3643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比對證</a:t>
            </a:r>
            <a:r>
              <a:rPr lang="zh-TW" altLang="en-US" sz="3643" kern="0" spc="-1093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據</a:t>
            </a:r>
            <a:r>
              <a:rPr lang="zh-TW" altLang="en-US" sz="3643" kern="0" spc="-656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，</a:t>
            </a:r>
            <a:r>
              <a:rPr lang="zh-TW" altLang="en-US" sz="3643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輔助裁決</a:t>
            </a:r>
            <a:endParaRPr lang="zh-TW" sz="3643"/>
          </a:p>
        </p:txBody>
      </p:sp>
      <p:sp>
        <p:nvSpPr>
          <p:cNvPr id="139" name="!!text-4yl" descr="比對上架資料、照片與爭議說明，整理摘要與建議，僅供管理員參考。"/>
          <p:cNvSpPr txBox="1"/>
          <p:nvPr/>
        </p:nvSpPr>
        <p:spPr>
          <a:xfrm>
            <a:off x="646583" y="1591198"/>
            <a:ext cx="6034202" cy="27915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518" kern="0" dirty="0">
                <a:solidFill>
                  <a:srgbClr val="3F4A54"/>
                </a:solidFill>
                <a:latin typeface="Noto Sans TC Medium"/>
                <a:ea typeface="Noto Sans TC Medium"/>
                <a:cs typeface="Noto Sans TC Medium"/>
              </a:rPr>
              <a:t>比對上架資料、照片與爭議說明，整理摘要與建議，僅供管理員參考。</a:t>
            </a:r>
            <a:endParaRPr lang="zh-TW" sz="1518"/>
          </a:p>
        </p:txBody>
      </p:sp>
      <p:sp>
        <p:nvSpPr>
          <p:cNvPr id="140" name="!!path-9ic"/>
          <p:cNvSpPr/>
          <p:nvPr/>
        </p:nvSpPr>
        <p:spPr>
          <a:xfrm>
            <a:off x="381000" y="306527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41" name="!!path-9id"/>
          <p:cNvSpPr/>
          <p:nvPr/>
        </p:nvSpPr>
        <p:spPr>
          <a:xfrm>
            <a:off x="381000" y="308153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42" name="!!path-9ie"/>
          <p:cNvSpPr/>
          <p:nvPr/>
        </p:nvSpPr>
        <p:spPr>
          <a:xfrm>
            <a:off x="381000" y="309778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43" name="!!path-9if"/>
          <p:cNvSpPr/>
          <p:nvPr/>
        </p:nvSpPr>
        <p:spPr>
          <a:xfrm>
            <a:off x="381000" y="311404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44" name="!!path-9ig"/>
          <p:cNvSpPr/>
          <p:nvPr/>
        </p:nvSpPr>
        <p:spPr>
          <a:xfrm>
            <a:off x="381000" y="313030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45" name="!!path-9ih"/>
          <p:cNvSpPr/>
          <p:nvPr/>
        </p:nvSpPr>
        <p:spPr>
          <a:xfrm>
            <a:off x="381000" y="314655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46" name="!!path-9ii"/>
          <p:cNvSpPr/>
          <p:nvPr/>
        </p:nvSpPr>
        <p:spPr>
          <a:xfrm>
            <a:off x="381000" y="316281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47" name="!!path-9ij"/>
          <p:cNvSpPr/>
          <p:nvPr/>
        </p:nvSpPr>
        <p:spPr>
          <a:xfrm>
            <a:off x="381000" y="317906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48" name="!!path-9ik"/>
          <p:cNvSpPr/>
          <p:nvPr/>
        </p:nvSpPr>
        <p:spPr>
          <a:xfrm>
            <a:off x="419608" y="269342"/>
            <a:ext cx="128422" cy="122936"/>
          </a:xfrm>
          <a:custGeom>
            <a:avLst/>
            <a:gdLst/>
            <a:ahLst/>
            <a:cxnLst/>
            <a:rect l="l" t="t" r="r" b="b"/>
            <a:pathLst>
              <a:path w="128422" h="122936">
                <a:moveTo>
                  <a:pt x="0" y="17678"/>
                </a:moveTo>
                <a:lnTo>
                  <a:pt x="8128" y="5080"/>
                </a:lnTo>
                <a:cubicBezTo>
                  <a:pt x="32512" y="0"/>
                  <a:pt x="73152" y="7112"/>
                  <a:pt x="101600" y="26416"/>
                </a:cubicBezTo>
                <a:cubicBezTo>
                  <a:pt x="116840" y="37186"/>
                  <a:pt x="124968" y="49784"/>
                  <a:pt x="128422" y="62992"/>
                </a:cubicBezTo>
                <a:lnTo>
                  <a:pt x="128422" y="122936"/>
                </a:lnTo>
                <a:lnTo>
                  <a:pt x="0" y="1229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49" name="!!path-9il"/>
          <p:cNvSpPr/>
          <p:nvPr/>
        </p:nvSpPr>
        <p:spPr>
          <a:xfrm>
            <a:off x="419608" y="269342"/>
            <a:ext cx="128422" cy="62992"/>
          </a:xfrm>
          <a:custGeom>
            <a:avLst/>
            <a:gdLst/>
            <a:ahLst/>
            <a:cxnLst/>
            <a:rect l="l" t="t" r="r" b="b"/>
            <a:pathLst>
              <a:path w="128422" h="62992" fill="none">
                <a:moveTo>
                  <a:pt x="128422" y="62992"/>
                </a:moveTo>
                <a:cubicBezTo>
                  <a:pt x="124968" y="49784"/>
                  <a:pt x="116840" y="37186"/>
                  <a:pt x="101600" y="26416"/>
                </a:cubicBezTo>
                <a:cubicBezTo>
                  <a:pt x="73152" y="7112"/>
                  <a:pt x="32512" y="0"/>
                  <a:pt x="8128" y="5080"/>
                </a:cubicBezTo>
                <a:lnTo>
                  <a:pt x="0" y="1767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50" name="!!path-9im"/>
          <p:cNvSpPr/>
          <p:nvPr/>
        </p:nvSpPr>
        <p:spPr>
          <a:xfrm>
            <a:off x="407010" y="281534"/>
            <a:ext cx="141021" cy="110744"/>
          </a:xfrm>
          <a:custGeom>
            <a:avLst/>
            <a:gdLst/>
            <a:ahLst/>
            <a:cxnLst/>
            <a:rect l="l" t="t" r="r" b="b"/>
            <a:pathLst>
              <a:path w="141021" h="110744">
                <a:moveTo>
                  <a:pt x="0" y="22352"/>
                </a:moveTo>
                <a:lnTo>
                  <a:pt x="6502" y="6502"/>
                </a:lnTo>
                <a:cubicBezTo>
                  <a:pt x="36982" y="0"/>
                  <a:pt x="79654" y="7112"/>
                  <a:pt x="110134" y="25400"/>
                </a:cubicBezTo>
                <a:cubicBezTo>
                  <a:pt x="126390" y="35154"/>
                  <a:pt x="136550" y="49784"/>
                  <a:pt x="141021" y="62992"/>
                </a:cubicBezTo>
                <a:lnTo>
                  <a:pt x="141021" y="110744"/>
                </a:lnTo>
                <a:lnTo>
                  <a:pt x="0" y="110744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51" name="!!path-9in"/>
          <p:cNvSpPr/>
          <p:nvPr/>
        </p:nvSpPr>
        <p:spPr>
          <a:xfrm>
            <a:off x="407010" y="281534"/>
            <a:ext cx="141021" cy="62992"/>
          </a:xfrm>
          <a:custGeom>
            <a:avLst/>
            <a:gdLst/>
            <a:ahLst/>
            <a:cxnLst/>
            <a:rect l="l" t="t" r="r" b="b"/>
            <a:pathLst>
              <a:path w="141021" h="62992" fill="none">
                <a:moveTo>
                  <a:pt x="141021" y="62992"/>
                </a:moveTo>
                <a:cubicBezTo>
                  <a:pt x="136550" y="49784"/>
                  <a:pt x="126390" y="35154"/>
                  <a:pt x="110134" y="25400"/>
                </a:cubicBezTo>
                <a:cubicBezTo>
                  <a:pt x="79654" y="7112"/>
                  <a:pt x="36982" y="0"/>
                  <a:pt x="6502" y="6502"/>
                </a:cubicBezTo>
                <a:lnTo>
                  <a:pt x="0" y="22352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52" name="!!path-9io"/>
          <p:cNvSpPr/>
          <p:nvPr/>
        </p:nvSpPr>
        <p:spPr>
          <a:xfrm>
            <a:off x="395834" y="294742"/>
            <a:ext cx="151790" cy="97536"/>
          </a:xfrm>
          <a:custGeom>
            <a:avLst/>
            <a:gdLst/>
            <a:ahLst/>
            <a:cxnLst/>
            <a:rect l="l" t="t" r="r" b="b"/>
            <a:pathLst>
              <a:path w="151790" h="97536">
                <a:moveTo>
                  <a:pt x="0" y="23165"/>
                </a:moveTo>
                <a:lnTo>
                  <a:pt x="3861" y="12598"/>
                </a:lnTo>
                <a:cubicBezTo>
                  <a:pt x="37998" y="0"/>
                  <a:pt x="84734" y="5080"/>
                  <a:pt x="117246" y="21946"/>
                </a:cubicBezTo>
                <a:cubicBezTo>
                  <a:pt x="135534" y="31496"/>
                  <a:pt x="146710" y="43688"/>
                  <a:pt x="151790" y="55270"/>
                </a:cubicBezTo>
                <a:lnTo>
                  <a:pt x="151790" y="97536"/>
                </a:lnTo>
                <a:lnTo>
                  <a:pt x="0" y="975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53" name="!!path-9ip"/>
          <p:cNvSpPr/>
          <p:nvPr/>
        </p:nvSpPr>
        <p:spPr>
          <a:xfrm>
            <a:off x="395834" y="294742"/>
            <a:ext cx="151790" cy="55270"/>
          </a:xfrm>
          <a:custGeom>
            <a:avLst/>
            <a:gdLst/>
            <a:ahLst/>
            <a:cxnLst/>
            <a:rect l="l" t="t" r="r" b="b"/>
            <a:pathLst>
              <a:path w="151790" h="55270" fill="none">
                <a:moveTo>
                  <a:pt x="151790" y="55270"/>
                </a:moveTo>
                <a:cubicBezTo>
                  <a:pt x="146710" y="43688"/>
                  <a:pt x="135534" y="31496"/>
                  <a:pt x="117246" y="21946"/>
                </a:cubicBezTo>
                <a:cubicBezTo>
                  <a:pt x="84734" y="5080"/>
                  <a:pt x="37998" y="0"/>
                  <a:pt x="3861" y="12598"/>
                </a:cubicBezTo>
                <a:lnTo>
                  <a:pt x="0" y="23165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54" name="!!path-9iq"/>
          <p:cNvSpPr/>
          <p:nvPr/>
        </p:nvSpPr>
        <p:spPr>
          <a:xfrm>
            <a:off x="548234" y="264262"/>
            <a:ext cx="120294" cy="128016"/>
          </a:xfrm>
          <a:custGeom>
            <a:avLst/>
            <a:gdLst/>
            <a:ahLst/>
            <a:cxnLst/>
            <a:rect l="l" t="t" r="r" b="b"/>
            <a:pathLst>
              <a:path w="120294" h="128016">
                <a:moveTo>
                  <a:pt x="120294" y="18288"/>
                </a:moveTo>
                <a:lnTo>
                  <a:pt x="113589" y="4470"/>
                </a:lnTo>
                <a:cubicBezTo>
                  <a:pt x="86766" y="0"/>
                  <a:pt x="44094" y="10160"/>
                  <a:pt x="17678" y="30480"/>
                </a:cubicBezTo>
                <a:cubicBezTo>
                  <a:pt x="6502" y="39624"/>
                  <a:pt x="1422" y="52832"/>
                  <a:pt x="0" y="67056"/>
                </a:cubicBezTo>
                <a:lnTo>
                  <a:pt x="0" y="128016"/>
                </a:lnTo>
                <a:lnTo>
                  <a:pt x="120294" y="12801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55" name="!!path-9ir"/>
          <p:cNvSpPr/>
          <p:nvPr/>
        </p:nvSpPr>
        <p:spPr>
          <a:xfrm>
            <a:off x="548234" y="264262"/>
            <a:ext cx="120294" cy="67056"/>
          </a:xfrm>
          <a:custGeom>
            <a:avLst/>
            <a:gdLst/>
            <a:ahLst/>
            <a:cxnLst/>
            <a:rect l="l" t="t" r="r" b="b"/>
            <a:pathLst>
              <a:path w="120294" h="67056" fill="none">
                <a:moveTo>
                  <a:pt x="0" y="67056"/>
                </a:moveTo>
                <a:cubicBezTo>
                  <a:pt x="1422" y="52832"/>
                  <a:pt x="6502" y="39624"/>
                  <a:pt x="17678" y="30480"/>
                </a:cubicBezTo>
                <a:cubicBezTo>
                  <a:pt x="44094" y="10160"/>
                  <a:pt x="86766" y="0"/>
                  <a:pt x="113589" y="4470"/>
                </a:cubicBezTo>
                <a:lnTo>
                  <a:pt x="120294" y="1828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56" name="!!path-9is"/>
          <p:cNvSpPr/>
          <p:nvPr/>
        </p:nvSpPr>
        <p:spPr>
          <a:xfrm>
            <a:off x="548437" y="279502"/>
            <a:ext cx="133299" cy="112776"/>
          </a:xfrm>
          <a:custGeom>
            <a:avLst/>
            <a:gdLst/>
            <a:ahLst/>
            <a:cxnLst/>
            <a:rect l="l" t="t" r="r" b="b"/>
            <a:pathLst>
              <a:path w="133299" h="112776">
                <a:moveTo>
                  <a:pt x="133299" y="19710"/>
                </a:moveTo>
                <a:lnTo>
                  <a:pt x="127203" y="3048"/>
                </a:lnTo>
                <a:cubicBezTo>
                  <a:pt x="94691" y="0"/>
                  <a:pt x="54051" y="11176"/>
                  <a:pt x="27635" y="30683"/>
                </a:cubicBezTo>
                <a:cubicBezTo>
                  <a:pt x="13411" y="41250"/>
                  <a:pt x="4267" y="53848"/>
                  <a:pt x="0" y="65024"/>
                </a:cubicBezTo>
                <a:lnTo>
                  <a:pt x="0" y="112776"/>
                </a:lnTo>
                <a:lnTo>
                  <a:pt x="133299" y="11277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57" name="!!path-9it"/>
          <p:cNvSpPr/>
          <p:nvPr/>
        </p:nvSpPr>
        <p:spPr>
          <a:xfrm>
            <a:off x="548437" y="279502"/>
            <a:ext cx="133299" cy="65024"/>
          </a:xfrm>
          <a:custGeom>
            <a:avLst/>
            <a:gdLst/>
            <a:ahLst/>
            <a:cxnLst/>
            <a:rect l="l" t="t" r="r" b="b"/>
            <a:pathLst>
              <a:path w="133299" h="65024" fill="none">
                <a:moveTo>
                  <a:pt x="0" y="65024"/>
                </a:moveTo>
                <a:cubicBezTo>
                  <a:pt x="4267" y="53848"/>
                  <a:pt x="13411" y="41250"/>
                  <a:pt x="27635" y="30683"/>
                </a:cubicBezTo>
                <a:cubicBezTo>
                  <a:pt x="54051" y="11176"/>
                  <a:pt x="94691" y="0"/>
                  <a:pt x="127203" y="3048"/>
                </a:cubicBezTo>
                <a:lnTo>
                  <a:pt x="133299" y="19710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58" name="!!path-9iu"/>
          <p:cNvSpPr/>
          <p:nvPr/>
        </p:nvSpPr>
        <p:spPr>
          <a:xfrm>
            <a:off x="548843" y="293726"/>
            <a:ext cx="142646" cy="98552"/>
          </a:xfrm>
          <a:custGeom>
            <a:avLst/>
            <a:gdLst/>
            <a:ahLst/>
            <a:cxnLst/>
            <a:rect l="l" t="t" r="r" b="b"/>
            <a:pathLst>
              <a:path w="142646" h="98552">
                <a:moveTo>
                  <a:pt x="142646" y="18898"/>
                </a:moveTo>
                <a:lnTo>
                  <a:pt x="139802" y="8738"/>
                </a:lnTo>
                <a:cubicBezTo>
                  <a:pt x="106477" y="0"/>
                  <a:pt x="63805" y="5080"/>
                  <a:pt x="35357" y="19304"/>
                </a:cubicBezTo>
                <a:cubicBezTo>
                  <a:pt x="17069" y="28448"/>
                  <a:pt x="5893" y="42672"/>
                  <a:pt x="0" y="56286"/>
                </a:cubicBezTo>
                <a:lnTo>
                  <a:pt x="0" y="98552"/>
                </a:lnTo>
                <a:lnTo>
                  <a:pt x="142646" y="98552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59" name="!!path-9iv"/>
          <p:cNvSpPr/>
          <p:nvPr/>
        </p:nvSpPr>
        <p:spPr>
          <a:xfrm>
            <a:off x="548843" y="293726"/>
            <a:ext cx="142646" cy="56286"/>
          </a:xfrm>
          <a:custGeom>
            <a:avLst/>
            <a:gdLst/>
            <a:ahLst/>
            <a:cxnLst/>
            <a:rect l="l" t="t" r="r" b="b"/>
            <a:pathLst>
              <a:path w="142646" h="56286" fill="none">
                <a:moveTo>
                  <a:pt x="0" y="56286"/>
                </a:moveTo>
                <a:cubicBezTo>
                  <a:pt x="5893" y="42672"/>
                  <a:pt x="17069" y="28448"/>
                  <a:pt x="35357" y="19304"/>
                </a:cubicBezTo>
                <a:cubicBezTo>
                  <a:pt x="63805" y="5080"/>
                  <a:pt x="106477" y="0"/>
                  <a:pt x="139802" y="8738"/>
                </a:cubicBezTo>
                <a:lnTo>
                  <a:pt x="142646" y="1889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60" name="!!path-9iw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627D8D"/>
              </a:gs>
              <a:gs pos="21794">
                <a:srgbClr val="627D8D"/>
              </a:gs>
              <a:gs pos="55376">
                <a:srgbClr val="627D8D"/>
              </a:gs>
              <a:gs pos="96421">
                <a:srgbClr val="98ABB7"/>
              </a:gs>
              <a:gs pos="100000">
                <a:srgbClr val="98ABB7"/>
              </a:gs>
            </a:gsLst>
            <a:lin ang="1983350" scaled="0"/>
          </a:gradFill>
          <a:ln>
            <a:noFill/>
          </a:ln>
        </p:spPr>
      </p:sp>
      <p:sp>
        <p:nvSpPr>
          <p:cNvPr id="161" name="!!path-9ix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0000"/>
                </a:srgbClr>
              </a:gs>
              <a:gs pos="4764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83333" t="79291" r="16667" b="20709"/>
            </a:path>
          </a:gradFill>
          <a:ln>
            <a:noFill/>
          </a:ln>
        </p:spPr>
      </p:sp>
      <p:sp>
        <p:nvSpPr>
          <p:cNvPr id="162" name="!!line-9iy"/>
          <p:cNvSpPr/>
          <p:nvPr/>
        </p:nvSpPr>
        <p:spPr>
          <a:xfrm>
            <a:off x="549046" y="363017"/>
            <a:ext cx="1" cy="153619"/>
          </a:xfrm>
          <a:custGeom>
            <a:avLst/>
            <a:gdLst/>
            <a:ahLst/>
            <a:cxnLst/>
            <a:rect l="l" t="t" r="r" b="b"/>
            <a:pathLst>
              <a:path w="1" h="153619">
                <a:moveTo>
                  <a:pt x="0" y="0"/>
                </a:moveTo>
                <a:lnTo>
                  <a:pt x="0" y="153619"/>
                </a:lnTo>
              </a:path>
            </a:pathLst>
          </a:custGeom>
          <a:solidFill>
            <a:srgbClr val="000000"/>
          </a:solidFill>
          <a:ln w="6909" cap="rnd">
            <a:solidFill>
              <a:srgbClr val="C9D3D9"/>
            </a:solidFill>
            <a:prstDash val="solid"/>
            <a:miter lim="800000"/>
          </a:ln>
        </p:spPr>
      </p:sp>
      <p:sp>
        <p:nvSpPr>
          <p:cNvPr id="163" name="!!path-9iz"/>
          <p:cNvSpPr/>
          <p:nvPr/>
        </p:nvSpPr>
        <p:spPr>
          <a:xfrm>
            <a:off x="657962" y="442062"/>
            <a:ext cx="25400" cy="37998"/>
          </a:xfrm>
          <a:custGeom>
            <a:avLst/>
            <a:gdLst/>
            <a:ahLst/>
            <a:cxnLst/>
            <a:rect l="l" t="t" r="r" b="b"/>
            <a:pathLst>
              <a:path w="25400" h="37998">
                <a:moveTo>
                  <a:pt x="0" y="2642"/>
                </a:moveTo>
                <a:lnTo>
                  <a:pt x="15240" y="0"/>
                </a:lnTo>
                <a:lnTo>
                  <a:pt x="25400" y="37186"/>
                </a:lnTo>
                <a:lnTo>
                  <a:pt x="7518" y="37998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 w="1016" cap="flat">
            <a:solidFill>
              <a:srgbClr val="FFFFFF">
                <a:alpha val="55000"/>
              </a:srgbClr>
            </a:solidFill>
            <a:prstDash val="solid"/>
            <a:round/>
          </a:ln>
        </p:spPr>
      </p:sp>
      <p:sp>
        <p:nvSpPr>
          <p:cNvPr id="164" name="!!text-9j0" descr="救「舊」我的書"/>
          <p:cNvSpPr txBox="1"/>
          <p:nvPr/>
        </p:nvSpPr>
        <p:spPr>
          <a:xfrm>
            <a:off x="805879" y="251460"/>
            <a:ext cx="1120140" cy="25745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400" b="1" kern="0" spc="-70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救</a:t>
            </a:r>
            <a:r>
              <a:rPr lang="zh-TW" altLang="en-US" sz="14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「舊</a:t>
            </a:r>
            <a:r>
              <a:rPr lang="zh-TW" altLang="en-US" sz="1400" b="1" kern="0" spc="-70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」</a:t>
            </a:r>
            <a:r>
              <a:rPr lang="zh-TW" altLang="en-US" sz="14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我的書</a:t>
            </a:r>
            <a:endParaRPr lang="zh-TW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fast" p14:dur="2000" advTm="0">
        <p159:morph option="byObject"/>
      </p:transition>
    </mc:Choice>
    <mc:Fallback>
      <p:transition spd="fast" advTm="0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111.5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rect-1q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7"/>
          </a:solidFill>
          <a:ln>
            <a:noFill/>
          </a:ln>
        </p:spPr>
      </p:sp>
      <p:sp>
        <p:nvSpPr>
          <p:cNvPr id="3" name="!!ellipse-1q2"/>
          <p:cNvSpPr/>
          <p:nvPr/>
        </p:nvSpPr>
        <p:spPr>
          <a:xfrm>
            <a:off x="-889000" y="-952500"/>
            <a:ext cx="13970000" cy="7874000"/>
          </a:xfrm>
          <a:prstGeom prst="ellipse">
            <a:avLst/>
          </a:prstGeom>
          <a:gradFill rotWithShape="1">
            <a:gsLst>
              <a:gs pos="0">
                <a:srgbClr val="FFFFFF">
                  <a:alpha val="95000"/>
                </a:srgbClr>
              </a:gs>
              <a:gs pos="40865">
                <a:srgbClr val="FFFFFF">
                  <a:alpha val="35000"/>
                </a:srgbClr>
              </a:gs>
              <a:gs pos="68108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!!rect-1q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P1"/>
            <a:srcRect/>
            <a:tile tx="94825" ty="84309" sx="16667" sy="16667" flip="none" algn="tl"/>
          </a:blipFill>
          <a:ln>
            <a:noFill/>
          </a:ln>
        </p:spPr>
      </p:sp>
      <p:sp>
        <p:nvSpPr>
          <p:cNvPr id="5" name="!!circle-1qg"/>
          <p:cNvSpPr/>
          <p:nvPr/>
        </p:nvSpPr>
        <p:spPr>
          <a:xfrm>
            <a:off x="-1058386" y="3875812"/>
            <a:ext cx="1987309" cy="1987309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" name="!!circle-1qv"/>
          <p:cNvSpPr/>
          <p:nvPr/>
        </p:nvSpPr>
        <p:spPr>
          <a:xfrm>
            <a:off x="9479916" y="2965901"/>
            <a:ext cx="1551610" cy="1551610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7" name="!!circle-1r1"/>
          <p:cNvSpPr/>
          <p:nvPr/>
        </p:nvSpPr>
        <p:spPr>
          <a:xfrm>
            <a:off x="10249211" y="2214493"/>
            <a:ext cx="905370" cy="905370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8" name="!!circle-1ro"/>
          <p:cNvSpPr/>
          <p:nvPr/>
        </p:nvSpPr>
        <p:spPr>
          <a:xfrm>
            <a:off x="1558507" y="4022243"/>
            <a:ext cx="1641335" cy="1641335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9" name="!!circle-1rs"/>
          <p:cNvSpPr/>
          <p:nvPr/>
        </p:nvSpPr>
        <p:spPr>
          <a:xfrm>
            <a:off x="11711116" y="3847484"/>
            <a:ext cx="1598701" cy="1598701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0" name="!!circle-1ru"/>
          <p:cNvSpPr/>
          <p:nvPr/>
        </p:nvSpPr>
        <p:spPr>
          <a:xfrm>
            <a:off x="6215057" y="6441491"/>
            <a:ext cx="1493304" cy="1493304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1" name="!!circle-1s5"/>
          <p:cNvSpPr/>
          <p:nvPr/>
        </p:nvSpPr>
        <p:spPr>
          <a:xfrm>
            <a:off x="144984" y="5170767"/>
            <a:ext cx="905091" cy="905091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2" name="!!rect-1sh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5F7">
                  <a:alpha val="0"/>
                </a:srgbClr>
              </a:gs>
              <a:gs pos="20428">
                <a:srgbClr val="F3F5F7">
                  <a:alpha val="0"/>
                </a:srgbClr>
              </a:gs>
              <a:gs pos="66730">
                <a:srgbClr val="F3F5F7"/>
              </a:gs>
              <a:gs pos="100000">
                <a:srgbClr val="F3F5F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3" name="!!circle-1sm"/>
          <p:cNvSpPr/>
          <p:nvPr/>
        </p:nvSpPr>
        <p:spPr>
          <a:xfrm>
            <a:off x="5574494" y="1311954"/>
            <a:ext cx="36055" cy="36055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14" name="!!circle-1sp"/>
          <p:cNvSpPr/>
          <p:nvPr/>
        </p:nvSpPr>
        <p:spPr>
          <a:xfrm>
            <a:off x="9312905" y="3208729"/>
            <a:ext cx="24295" cy="24295"/>
          </a:xfrm>
          <a:prstGeom prst="ellipse">
            <a:avLst/>
          </a:prstGeom>
          <a:solidFill>
            <a:srgbClr val="627D8D">
              <a:alpha val="18100"/>
            </a:srgbClr>
          </a:solidFill>
          <a:ln>
            <a:noFill/>
          </a:ln>
        </p:spPr>
      </p:sp>
      <p:sp>
        <p:nvSpPr>
          <p:cNvPr id="15" name="!!circle-1ss"/>
          <p:cNvSpPr/>
          <p:nvPr/>
        </p:nvSpPr>
        <p:spPr>
          <a:xfrm>
            <a:off x="3504808" y="6414116"/>
            <a:ext cx="25959" cy="25959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16" name="!!circle-1sv"/>
          <p:cNvSpPr/>
          <p:nvPr/>
        </p:nvSpPr>
        <p:spPr>
          <a:xfrm>
            <a:off x="1977650" y="1759784"/>
            <a:ext cx="35878" cy="35878"/>
          </a:xfrm>
          <a:prstGeom prst="ellipse">
            <a:avLst/>
          </a:prstGeom>
          <a:solidFill>
            <a:srgbClr val="627D8D">
              <a:alpha val="26800"/>
            </a:srgbClr>
          </a:solidFill>
          <a:ln>
            <a:noFill/>
          </a:ln>
        </p:spPr>
      </p:sp>
      <p:sp>
        <p:nvSpPr>
          <p:cNvPr id="17" name="!!circle-1sy"/>
          <p:cNvSpPr/>
          <p:nvPr/>
        </p:nvSpPr>
        <p:spPr>
          <a:xfrm>
            <a:off x="6843098" y="3731973"/>
            <a:ext cx="40234" cy="40234"/>
          </a:xfrm>
          <a:prstGeom prst="ellipse">
            <a:avLst/>
          </a:prstGeom>
          <a:solidFill>
            <a:srgbClr val="627D8D">
              <a:alpha val="31300"/>
            </a:srgbClr>
          </a:solidFill>
          <a:ln>
            <a:noFill/>
          </a:ln>
        </p:spPr>
      </p:sp>
      <p:sp>
        <p:nvSpPr>
          <p:cNvPr id="18" name="!!circle-1t4"/>
          <p:cNvSpPr/>
          <p:nvPr/>
        </p:nvSpPr>
        <p:spPr>
          <a:xfrm>
            <a:off x="1178257" y="4824144"/>
            <a:ext cx="29959" cy="29959"/>
          </a:xfrm>
          <a:prstGeom prst="ellipse">
            <a:avLst/>
          </a:prstGeom>
          <a:solidFill>
            <a:srgbClr val="627D8D">
              <a:alpha val="19400"/>
            </a:srgbClr>
          </a:solidFill>
          <a:ln>
            <a:noFill/>
          </a:ln>
        </p:spPr>
      </p:sp>
      <p:sp>
        <p:nvSpPr>
          <p:cNvPr id="19" name="!!circle-1t7"/>
          <p:cNvSpPr/>
          <p:nvPr/>
        </p:nvSpPr>
        <p:spPr>
          <a:xfrm>
            <a:off x="8462223" y="4454077"/>
            <a:ext cx="28702" cy="28702"/>
          </a:xfrm>
          <a:prstGeom prst="ellipse">
            <a:avLst/>
          </a:prstGeom>
          <a:solidFill>
            <a:srgbClr val="627D8D">
              <a:alpha val="17800"/>
            </a:srgbClr>
          </a:solidFill>
          <a:ln>
            <a:noFill/>
          </a:ln>
        </p:spPr>
      </p:sp>
      <p:sp>
        <p:nvSpPr>
          <p:cNvPr id="20" name="!!circle-1ta"/>
          <p:cNvSpPr/>
          <p:nvPr/>
        </p:nvSpPr>
        <p:spPr>
          <a:xfrm>
            <a:off x="10997935" y="1841616"/>
            <a:ext cx="24066" cy="24066"/>
          </a:xfrm>
          <a:prstGeom prst="ellipse">
            <a:avLst/>
          </a:prstGeom>
          <a:solidFill>
            <a:srgbClr val="627D8D">
              <a:alpha val="23900"/>
            </a:srgbClr>
          </a:solidFill>
          <a:ln>
            <a:noFill/>
          </a:ln>
        </p:spPr>
      </p:sp>
      <p:sp>
        <p:nvSpPr>
          <p:cNvPr id="21" name="!!circle-1td"/>
          <p:cNvSpPr/>
          <p:nvPr/>
        </p:nvSpPr>
        <p:spPr>
          <a:xfrm>
            <a:off x="8436508" y="5773358"/>
            <a:ext cx="35865" cy="35865"/>
          </a:xfrm>
          <a:prstGeom prst="ellipse">
            <a:avLst/>
          </a:prstGeom>
          <a:solidFill>
            <a:srgbClr val="627D8D">
              <a:alpha val="28200"/>
            </a:srgbClr>
          </a:solidFill>
          <a:ln>
            <a:noFill/>
          </a:ln>
        </p:spPr>
      </p:sp>
      <p:sp>
        <p:nvSpPr>
          <p:cNvPr id="22" name="!!circle-1tg"/>
          <p:cNvSpPr/>
          <p:nvPr/>
        </p:nvSpPr>
        <p:spPr>
          <a:xfrm>
            <a:off x="1497518" y="2924284"/>
            <a:ext cx="39218" cy="39218"/>
          </a:xfrm>
          <a:prstGeom prst="ellipse">
            <a:avLst/>
          </a:prstGeom>
          <a:solidFill>
            <a:srgbClr val="627D8D">
              <a:alpha val="29600"/>
            </a:srgbClr>
          </a:solidFill>
          <a:ln>
            <a:noFill/>
          </a:ln>
        </p:spPr>
      </p:sp>
      <p:sp>
        <p:nvSpPr>
          <p:cNvPr id="23" name="!!circle-1tj"/>
          <p:cNvSpPr/>
          <p:nvPr/>
        </p:nvSpPr>
        <p:spPr>
          <a:xfrm>
            <a:off x="7088166" y="5970757"/>
            <a:ext cx="49733" cy="49733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4" name="!!circle-1tm"/>
          <p:cNvSpPr/>
          <p:nvPr/>
        </p:nvSpPr>
        <p:spPr>
          <a:xfrm>
            <a:off x="6398361" y="1648033"/>
            <a:ext cx="41694" cy="41694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5" name="!!circle-1tp"/>
          <p:cNvSpPr/>
          <p:nvPr/>
        </p:nvSpPr>
        <p:spPr>
          <a:xfrm>
            <a:off x="6795491" y="5057306"/>
            <a:ext cx="31979" cy="31979"/>
          </a:xfrm>
          <a:prstGeom prst="ellipse">
            <a:avLst/>
          </a:prstGeom>
          <a:solidFill>
            <a:srgbClr val="627D8D">
              <a:alpha val="24100"/>
            </a:srgbClr>
          </a:solidFill>
          <a:ln>
            <a:noFill/>
          </a:ln>
        </p:spPr>
      </p:sp>
      <p:sp>
        <p:nvSpPr>
          <p:cNvPr id="26" name="!!circle-1ts"/>
          <p:cNvSpPr/>
          <p:nvPr/>
        </p:nvSpPr>
        <p:spPr>
          <a:xfrm>
            <a:off x="3888480" y="933939"/>
            <a:ext cx="18085" cy="18085"/>
          </a:xfrm>
          <a:prstGeom prst="ellipse">
            <a:avLst/>
          </a:prstGeom>
          <a:solidFill>
            <a:srgbClr val="627D8D">
              <a:alpha val="10500"/>
            </a:srgbClr>
          </a:solidFill>
          <a:ln>
            <a:noFill/>
          </a:ln>
        </p:spPr>
      </p:sp>
      <p:sp>
        <p:nvSpPr>
          <p:cNvPr id="27" name="!!circle-1ty"/>
          <p:cNvSpPr/>
          <p:nvPr/>
        </p:nvSpPr>
        <p:spPr>
          <a:xfrm>
            <a:off x="3457798" y="6233229"/>
            <a:ext cx="39243" cy="39243"/>
          </a:xfrm>
          <a:prstGeom prst="ellipse">
            <a:avLst/>
          </a:prstGeom>
          <a:solidFill>
            <a:srgbClr val="627D8D">
              <a:alpha val="27700"/>
            </a:srgbClr>
          </a:solidFill>
          <a:ln>
            <a:noFill/>
          </a:ln>
        </p:spPr>
      </p:sp>
      <p:sp>
        <p:nvSpPr>
          <p:cNvPr id="28" name="!!circle-1u1"/>
          <p:cNvSpPr/>
          <p:nvPr/>
        </p:nvSpPr>
        <p:spPr>
          <a:xfrm>
            <a:off x="1650508" y="6537256"/>
            <a:ext cx="34519" cy="34519"/>
          </a:xfrm>
          <a:prstGeom prst="ellipse">
            <a:avLst/>
          </a:prstGeom>
          <a:solidFill>
            <a:srgbClr val="627D8D">
              <a:alpha val="22500"/>
            </a:srgbClr>
          </a:solidFill>
          <a:ln>
            <a:noFill/>
          </a:ln>
        </p:spPr>
      </p:sp>
      <p:sp>
        <p:nvSpPr>
          <p:cNvPr id="29" name="!!circle-1u4"/>
          <p:cNvSpPr/>
          <p:nvPr/>
        </p:nvSpPr>
        <p:spPr>
          <a:xfrm>
            <a:off x="2676158" y="5026965"/>
            <a:ext cx="46228" cy="46228"/>
          </a:xfrm>
          <a:prstGeom prst="ellipse">
            <a:avLst/>
          </a:prstGeom>
          <a:solidFill>
            <a:srgbClr val="627D8D">
              <a:alpha val="26200"/>
            </a:srgbClr>
          </a:solidFill>
          <a:ln>
            <a:noFill/>
          </a:ln>
        </p:spPr>
      </p:sp>
      <p:sp>
        <p:nvSpPr>
          <p:cNvPr id="30" name="!!circle-1u7"/>
          <p:cNvSpPr/>
          <p:nvPr/>
        </p:nvSpPr>
        <p:spPr>
          <a:xfrm>
            <a:off x="7426453" y="4725488"/>
            <a:ext cx="49327" cy="49327"/>
          </a:xfrm>
          <a:prstGeom prst="ellipse">
            <a:avLst/>
          </a:prstGeom>
          <a:solidFill>
            <a:srgbClr val="627D8D">
              <a:alpha val="20800"/>
            </a:srgbClr>
          </a:solidFill>
          <a:ln>
            <a:noFill/>
          </a:ln>
        </p:spPr>
      </p:sp>
      <p:sp>
        <p:nvSpPr>
          <p:cNvPr id="31" name="!!circle-1ua"/>
          <p:cNvSpPr/>
          <p:nvPr/>
        </p:nvSpPr>
        <p:spPr>
          <a:xfrm>
            <a:off x="9695768" y="5411400"/>
            <a:ext cx="24054" cy="24054"/>
          </a:xfrm>
          <a:prstGeom prst="ellipse">
            <a:avLst/>
          </a:prstGeom>
          <a:solidFill>
            <a:srgbClr val="627D8D">
              <a:alpha val="22200"/>
            </a:srgbClr>
          </a:solidFill>
          <a:ln>
            <a:noFill/>
          </a:ln>
        </p:spPr>
      </p:sp>
      <p:sp>
        <p:nvSpPr>
          <p:cNvPr id="32" name="!!circle-1ud"/>
          <p:cNvSpPr/>
          <p:nvPr/>
        </p:nvSpPr>
        <p:spPr>
          <a:xfrm>
            <a:off x="2048397" y="1433686"/>
            <a:ext cx="32271" cy="32271"/>
          </a:xfrm>
          <a:prstGeom prst="ellipse">
            <a:avLst/>
          </a:prstGeom>
          <a:solidFill>
            <a:srgbClr val="627D8D">
              <a:alpha val="20500"/>
            </a:srgbClr>
          </a:solidFill>
          <a:ln>
            <a:noFill/>
          </a:ln>
        </p:spPr>
      </p:sp>
      <p:sp>
        <p:nvSpPr>
          <p:cNvPr id="33" name="!!circle-1uj"/>
          <p:cNvSpPr/>
          <p:nvPr/>
        </p:nvSpPr>
        <p:spPr>
          <a:xfrm>
            <a:off x="2072480" y="2386270"/>
            <a:ext cx="34252" cy="34252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34" name="!!circle-1um"/>
          <p:cNvSpPr/>
          <p:nvPr/>
        </p:nvSpPr>
        <p:spPr>
          <a:xfrm>
            <a:off x="9604754" y="4248292"/>
            <a:ext cx="44196" cy="44196"/>
          </a:xfrm>
          <a:prstGeom prst="ellipse">
            <a:avLst/>
          </a:prstGeom>
          <a:solidFill>
            <a:srgbClr val="627D8D">
              <a:alpha val="21700"/>
            </a:srgbClr>
          </a:solidFill>
          <a:ln>
            <a:noFill/>
          </a:ln>
        </p:spPr>
      </p:sp>
      <p:sp>
        <p:nvSpPr>
          <p:cNvPr id="35" name="!!circle-1up"/>
          <p:cNvSpPr/>
          <p:nvPr/>
        </p:nvSpPr>
        <p:spPr>
          <a:xfrm>
            <a:off x="6775958" y="1768819"/>
            <a:ext cx="35192" cy="35192"/>
          </a:xfrm>
          <a:prstGeom prst="ellipse">
            <a:avLst/>
          </a:prstGeom>
          <a:solidFill>
            <a:srgbClr val="627D8D">
              <a:alpha val="27100"/>
            </a:srgbClr>
          </a:solidFill>
          <a:ln>
            <a:noFill/>
          </a:ln>
        </p:spPr>
      </p:sp>
      <p:sp>
        <p:nvSpPr>
          <p:cNvPr id="36" name="!!circle-1us"/>
          <p:cNvSpPr/>
          <p:nvPr/>
        </p:nvSpPr>
        <p:spPr>
          <a:xfrm>
            <a:off x="10171327" y="5284156"/>
            <a:ext cx="43358" cy="43358"/>
          </a:xfrm>
          <a:prstGeom prst="ellipse">
            <a:avLst/>
          </a:prstGeom>
          <a:solidFill>
            <a:srgbClr val="627D8D">
              <a:alpha val="19500"/>
            </a:srgbClr>
          </a:solidFill>
          <a:ln>
            <a:noFill/>
          </a:ln>
        </p:spPr>
      </p:sp>
      <p:sp>
        <p:nvSpPr>
          <p:cNvPr id="37" name="!!circle-1uv"/>
          <p:cNvSpPr/>
          <p:nvPr/>
        </p:nvSpPr>
        <p:spPr>
          <a:xfrm>
            <a:off x="3174088" y="2068341"/>
            <a:ext cx="33528" cy="33528"/>
          </a:xfrm>
          <a:prstGeom prst="ellipse">
            <a:avLst/>
          </a:prstGeom>
          <a:solidFill>
            <a:srgbClr val="627D8D">
              <a:alpha val="28300"/>
            </a:srgbClr>
          </a:solidFill>
          <a:ln>
            <a:noFill/>
          </a:ln>
        </p:spPr>
      </p:sp>
      <p:sp>
        <p:nvSpPr>
          <p:cNvPr id="38" name="!!circle-1uy"/>
          <p:cNvSpPr/>
          <p:nvPr/>
        </p:nvSpPr>
        <p:spPr>
          <a:xfrm>
            <a:off x="6809238" y="2643435"/>
            <a:ext cx="28956" cy="28956"/>
          </a:xfrm>
          <a:prstGeom prst="ellipse">
            <a:avLst/>
          </a:prstGeom>
          <a:solidFill>
            <a:srgbClr val="627D8D">
              <a:alpha val="21800"/>
            </a:srgbClr>
          </a:solidFill>
          <a:ln>
            <a:noFill/>
          </a:ln>
        </p:spPr>
      </p:sp>
      <p:sp>
        <p:nvSpPr>
          <p:cNvPr id="39" name="!!circle-1v1"/>
          <p:cNvSpPr/>
          <p:nvPr/>
        </p:nvSpPr>
        <p:spPr>
          <a:xfrm>
            <a:off x="7006938" y="6328554"/>
            <a:ext cx="45555" cy="45555"/>
          </a:xfrm>
          <a:prstGeom prst="ellipse">
            <a:avLst/>
          </a:prstGeom>
          <a:solidFill>
            <a:srgbClr val="627D8D">
              <a:alpha val="20900"/>
            </a:srgbClr>
          </a:solidFill>
          <a:ln>
            <a:noFill/>
          </a:ln>
        </p:spPr>
      </p:sp>
      <p:sp>
        <p:nvSpPr>
          <p:cNvPr id="40" name="!!circle-1v4"/>
          <p:cNvSpPr/>
          <p:nvPr/>
        </p:nvSpPr>
        <p:spPr>
          <a:xfrm>
            <a:off x="11302677" y="3208860"/>
            <a:ext cx="39484" cy="39484"/>
          </a:xfrm>
          <a:prstGeom prst="ellipse">
            <a:avLst/>
          </a:prstGeom>
          <a:solidFill>
            <a:srgbClr val="627D8D">
              <a:alpha val="13600"/>
            </a:srgbClr>
          </a:solidFill>
          <a:ln>
            <a:noFill/>
          </a:ln>
        </p:spPr>
      </p:sp>
      <p:sp>
        <p:nvSpPr>
          <p:cNvPr id="41" name="!!circle-1v7"/>
          <p:cNvSpPr/>
          <p:nvPr/>
        </p:nvSpPr>
        <p:spPr>
          <a:xfrm>
            <a:off x="7467334" y="5629257"/>
            <a:ext cx="30455" cy="30455"/>
          </a:xfrm>
          <a:prstGeom prst="ellipse">
            <a:avLst/>
          </a:prstGeom>
          <a:solidFill>
            <a:srgbClr val="627D8D">
              <a:alpha val="16500"/>
            </a:srgbClr>
          </a:solidFill>
          <a:ln>
            <a:noFill/>
          </a:ln>
        </p:spPr>
      </p:sp>
      <p:sp>
        <p:nvSpPr>
          <p:cNvPr id="42" name="!!circle-1va"/>
          <p:cNvSpPr/>
          <p:nvPr/>
        </p:nvSpPr>
        <p:spPr>
          <a:xfrm>
            <a:off x="8970764" y="6387475"/>
            <a:ext cx="28257" cy="28257"/>
          </a:xfrm>
          <a:prstGeom prst="ellipse">
            <a:avLst/>
          </a:prstGeom>
          <a:solidFill>
            <a:srgbClr val="627D8D">
              <a:alpha val="15700"/>
            </a:srgbClr>
          </a:solidFill>
          <a:ln>
            <a:noFill/>
          </a:ln>
        </p:spPr>
      </p:sp>
      <p:sp>
        <p:nvSpPr>
          <p:cNvPr id="43" name="!!circle-1vd"/>
          <p:cNvSpPr/>
          <p:nvPr/>
        </p:nvSpPr>
        <p:spPr>
          <a:xfrm>
            <a:off x="11397209" y="5056662"/>
            <a:ext cx="45149" cy="45149"/>
          </a:xfrm>
          <a:prstGeom prst="ellipse">
            <a:avLst/>
          </a:prstGeom>
          <a:solidFill>
            <a:srgbClr val="627D8D">
              <a:alpha val="31200"/>
            </a:srgbClr>
          </a:solidFill>
          <a:ln>
            <a:noFill/>
          </a:ln>
        </p:spPr>
      </p:sp>
      <p:sp>
        <p:nvSpPr>
          <p:cNvPr id="44" name="!!circle-1vg"/>
          <p:cNvSpPr/>
          <p:nvPr/>
        </p:nvSpPr>
        <p:spPr>
          <a:xfrm>
            <a:off x="3463027" y="3093785"/>
            <a:ext cx="30696" cy="30696"/>
          </a:xfrm>
          <a:prstGeom prst="ellipse">
            <a:avLst/>
          </a:prstGeom>
          <a:solidFill>
            <a:srgbClr val="627D8D">
              <a:alpha val="25700"/>
            </a:srgbClr>
          </a:solidFill>
          <a:ln>
            <a:noFill/>
          </a:ln>
        </p:spPr>
      </p:sp>
      <p:sp>
        <p:nvSpPr>
          <p:cNvPr id="45" name="!!circle-1vj"/>
          <p:cNvSpPr/>
          <p:nvPr/>
        </p:nvSpPr>
        <p:spPr>
          <a:xfrm>
            <a:off x="8822245" y="3621809"/>
            <a:ext cx="37401" cy="37401"/>
          </a:xfrm>
          <a:prstGeom prst="ellipse">
            <a:avLst/>
          </a:prstGeom>
          <a:solidFill>
            <a:srgbClr val="627D8D">
              <a:alpha val="16000"/>
            </a:srgbClr>
          </a:solidFill>
          <a:ln>
            <a:noFill/>
          </a:ln>
        </p:spPr>
      </p:sp>
      <p:sp>
        <p:nvSpPr>
          <p:cNvPr id="46" name="!!circle-1vm"/>
          <p:cNvSpPr/>
          <p:nvPr/>
        </p:nvSpPr>
        <p:spPr>
          <a:xfrm>
            <a:off x="1791683" y="4466604"/>
            <a:ext cx="33096" cy="33096"/>
          </a:xfrm>
          <a:prstGeom prst="ellipse">
            <a:avLst/>
          </a:prstGeom>
          <a:solidFill>
            <a:srgbClr val="627D8D">
              <a:alpha val="22300"/>
            </a:srgbClr>
          </a:solidFill>
          <a:ln>
            <a:noFill/>
          </a:ln>
        </p:spPr>
      </p:sp>
      <p:sp>
        <p:nvSpPr>
          <p:cNvPr id="47" name="!!circle-1vp"/>
          <p:cNvSpPr/>
          <p:nvPr/>
        </p:nvSpPr>
        <p:spPr>
          <a:xfrm>
            <a:off x="11580196" y="583346"/>
            <a:ext cx="21145" cy="21145"/>
          </a:xfrm>
          <a:prstGeom prst="ellipse">
            <a:avLst/>
          </a:prstGeom>
          <a:solidFill>
            <a:srgbClr val="627D8D">
              <a:alpha val="16300"/>
            </a:srgbClr>
          </a:solidFill>
          <a:ln>
            <a:noFill/>
          </a:ln>
        </p:spPr>
      </p:sp>
      <p:sp>
        <p:nvSpPr>
          <p:cNvPr id="48" name="!!circle-1vs"/>
          <p:cNvSpPr/>
          <p:nvPr/>
        </p:nvSpPr>
        <p:spPr>
          <a:xfrm>
            <a:off x="11075942" y="5534898"/>
            <a:ext cx="35281" cy="35281"/>
          </a:xfrm>
          <a:prstGeom prst="ellipse">
            <a:avLst/>
          </a:prstGeom>
          <a:solidFill>
            <a:srgbClr val="627D8D">
              <a:alpha val="30000"/>
            </a:srgbClr>
          </a:solidFill>
          <a:ln>
            <a:noFill/>
          </a:ln>
        </p:spPr>
      </p:sp>
      <p:sp>
        <p:nvSpPr>
          <p:cNvPr id="49" name="!!path-369"/>
          <p:cNvSpPr/>
          <p:nvPr/>
        </p:nvSpPr>
        <p:spPr>
          <a:xfrm>
            <a:off x="9607266" y="-2270624"/>
            <a:ext cx="7658513" cy="3814565"/>
          </a:xfrm>
          <a:custGeom>
            <a:avLst/>
            <a:gdLst/>
            <a:ahLst/>
            <a:cxnLst/>
            <a:rect l="l" t="t" r="r" b="b"/>
            <a:pathLst>
              <a:path w="7658513" h="3814565" fill="none">
                <a:moveTo>
                  <a:pt x="7658513" y="3814565"/>
                </a:moveTo>
                <a:quadBezTo>
                  <a:pt x="4434130" y="692871"/>
                  <a:pt x="0" y="0"/>
                </a:quadBezTo>
              </a:path>
            </a:pathLst>
          </a:custGeom>
          <a:noFill/>
          <a:ln w="32353" cap="rnd">
            <a:solidFill>
              <a:srgbClr val="627D8D">
                <a:alpha val="26000"/>
              </a:srgbClr>
            </a:solidFill>
            <a:prstDash val="solid"/>
            <a:round/>
          </a:ln>
        </p:spPr>
      </p:sp>
      <p:sp>
        <p:nvSpPr>
          <p:cNvPr id="50" name="!!path-39l"/>
          <p:cNvSpPr/>
          <p:nvPr/>
        </p:nvSpPr>
        <p:spPr>
          <a:xfrm>
            <a:off x="7217027" y="1684697"/>
            <a:ext cx="9895268" cy="2219485"/>
          </a:xfrm>
          <a:custGeom>
            <a:avLst/>
            <a:gdLst/>
            <a:ahLst/>
            <a:cxnLst/>
            <a:rect l="l" t="t" r="r" b="b"/>
            <a:pathLst>
              <a:path w="9895268" h="2219485" fill="none">
                <a:moveTo>
                  <a:pt x="9895268" y="808773"/>
                </a:moveTo>
                <a:quadBezTo>
                  <a:pt x="4731773" y="0"/>
                  <a:pt x="0" y="2219485"/>
                </a:quadBezTo>
              </a:path>
            </a:pathLst>
          </a:custGeom>
          <a:noFill/>
          <a:ln w="32353" cap="rnd">
            <a:solidFill>
              <a:srgbClr val="627D8D">
                <a:alpha val="7800"/>
              </a:srgbClr>
            </a:solidFill>
            <a:prstDash val="solid"/>
            <a:round/>
          </a:ln>
        </p:spPr>
      </p:sp>
      <p:sp>
        <p:nvSpPr>
          <p:cNvPr id="51" name="!!circle-39r"/>
          <p:cNvSpPr/>
          <p:nvPr/>
        </p:nvSpPr>
        <p:spPr>
          <a:xfrm>
            <a:off x="7618508" y="3572926"/>
            <a:ext cx="207061" cy="207061"/>
          </a:xfrm>
          <a:prstGeom prst="ellipse">
            <a:avLst/>
          </a:prstGeom>
          <a:gradFill rotWithShape="1">
            <a:gsLst>
              <a:gs pos="0">
                <a:srgbClr val="FFFFFF">
                  <a:alpha val="6627"/>
                </a:srgbClr>
              </a:gs>
              <a:gs pos="28284">
                <a:srgbClr val="627D8D">
                  <a:alpha val="3314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2" name="!!circle-39u"/>
          <p:cNvSpPr/>
          <p:nvPr/>
        </p:nvSpPr>
        <p:spPr>
          <a:xfrm>
            <a:off x="10833247" y="2537872"/>
            <a:ext cx="207061" cy="207061"/>
          </a:xfrm>
          <a:prstGeom prst="ellipse">
            <a:avLst/>
          </a:prstGeom>
          <a:gradFill rotWithShape="1">
            <a:gsLst>
              <a:gs pos="0">
                <a:srgbClr val="FFFFFF">
                  <a:alpha val="24300"/>
                </a:srgbClr>
              </a:gs>
              <a:gs pos="28284">
                <a:srgbClr val="627D8D">
                  <a:alpha val="1215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3" name="!!rect-4ln"/>
          <p:cNvSpPr/>
          <p:nvPr/>
        </p:nvSpPr>
        <p:spPr>
          <a:xfrm>
            <a:off x="1890077" y="2142217"/>
            <a:ext cx="3105912" cy="1798841"/>
          </a:xfrm>
          <a:prstGeom prst="roundRect">
            <a:avLst>
              <a:gd name="adj" fmla="val 9756"/>
            </a:avLst>
          </a:prstGeom>
          <a:solidFill>
            <a:srgbClr val="0B1A26">
              <a:alpha val="12000"/>
            </a:srgbClr>
          </a:solidFill>
          <a:ln>
            <a:noFill/>
          </a:ln>
          <a:effectLst>
            <a:softEdge rad="227767"/>
          </a:effectLst>
        </p:spPr>
      </p:sp>
      <p:sp>
        <p:nvSpPr>
          <p:cNvPr id="54" name="!!rect-4lo"/>
          <p:cNvSpPr/>
          <p:nvPr/>
        </p:nvSpPr>
        <p:spPr>
          <a:xfrm>
            <a:off x="1954784" y="2155158"/>
            <a:ext cx="2976499" cy="1617663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6471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55" name="!!circle-4lp"/>
          <p:cNvSpPr/>
          <p:nvPr/>
        </p:nvSpPr>
        <p:spPr>
          <a:xfrm>
            <a:off x="2148903" y="2323395"/>
            <a:ext cx="284709" cy="284709"/>
          </a:xfrm>
          <a:prstGeom prst="ellipse">
            <a:avLst/>
          </a:prstGeom>
          <a:solidFill>
            <a:srgbClr val="627D8D">
              <a:alpha val="12000"/>
            </a:srgbClr>
          </a:solidFill>
          <a:ln>
            <a:noFill/>
          </a:ln>
        </p:spPr>
      </p:sp>
      <p:sp>
        <p:nvSpPr>
          <p:cNvPr id="56" name="!!path-4lq"/>
          <p:cNvSpPr/>
          <p:nvPr/>
        </p:nvSpPr>
        <p:spPr>
          <a:xfrm>
            <a:off x="2239492" y="2401043"/>
            <a:ext cx="103530" cy="129413"/>
          </a:xfrm>
          <a:custGeom>
            <a:avLst/>
            <a:gdLst/>
            <a:ahLst/>
            <a:cxnLst/>
            <a:rect l="l" t="t" r="r" b="b"/>
            <a:pathLst>
              <a:path w="103530" h="129413">
                <a:moveTo>
                  <a:pt x="64707" y="0"/>
                </a:moveTo>
                <a:lnTo>
                  <a:pt x="12941" y="0"/>
                </a:lnTo>
                <a:cubicBezTo>
                  <a:pt x="5824" y="0"/>
                  <a:pt x="65" y="5824"/>
                  <a:pt x="65" y="12941"/>
                </a:cubicBezTo>
                <a:lnTo>
                  <a:pt x="0" y="116472"/>
                </a:lnTo>
                <a:cubicBezTo>
                  <a:pt x="0" y="123589"/>
                  <a:pt x="5759" y="129413"/>
                  <a:pt x="12877" y="129413"/>
                </a:cubicBezTo>
                <a:lnTo>
                  <a:pt x="90589" y="129413"/>
                </a:lnTo>
                <a:cubicBezTo>
                  <a:pt x="97707" y="129413"/>
                  <a:pt x="103530" y="123589"/>
                  <a:pt x="103530" y="116472"/>
                </a:cubicBezTo>
                <a:lnTo>
                  <a:pt x="103530" y="38824"/>
                </a:lnTo>
                <a:lnTo>
                  <a:pt x="64707" y="0"/>
                </a:lnTo>
                <a:close/>
                <a:moveTo>
                  <a:pt x="77648" y="103530"/>
                </a:moveTo>
                <a:lnTo>
                  <a:pt x="25883" y="103530"/>
                </a:lnTo>
                <a:lnTo>
                  <a:pt x="25883" y="90589"/>
                </a:lnTo>
                <a:lnTo>
                  <a:pt x="77648" y="90589"/>
                </a:lnTo>
                <a:lnTo>
                  <a:pt x="77648" y="103530"/>
                </a:lnTo>
                <a:close/>
                <a:moveTo>
                  <a:pt x="77648" y="77648"/>
                </a:moveTo>
                <a:lnTo>
                  <a:pt x="25883" y="77648"/>
                </a:lnTo>
                <a:lnTo>
                  <a:pt x="25883" y="64707"/>
                </a:lnTo>
                <a:lnTo>
                  <a:pt x="77648" y="64707"/>
                </a:lnTo>
                <a:lnTo>
                  <a:pt x="77648" y="77648"/>
                </a:lnTo>
                <a:close/>
                <a:moveTo>
                  <a:pt x="58236" y="45295"/>
                </a:moveTo>
                <a:lnTo>
                  <a:pt x="58236" y="9706"/>
                </a:lnTo>
                <a:lnTo>
                  <a:pt x="93824" y="45295"/>
                </a:lnTo>
                <a:lnTo>
                  <a:pt x="58236" y="45295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57" name="!!text-4lr" descr="上架資料"/>
          <p:cNvSpPr txBox="1"/>
          <p:nvPr/>
        </p:nvSpPr>
        <p:spPr>
          <a:xfrm>
            <a:off x="2524201" y="2328830"/>
            <a:ext cx="723419" cy="24360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25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上架資料</a:t>
            </a:r>
            <a:endParaRPr lang="zh-TW" sz="1325"/>
          </a:p>
        </p:txBody>
      </p:sp>
      <p:sp>
        <p:nvSpPr>
          <p:cNvPr id="58" name="!!rect-4lw"/>
          <p:cNvSpPr/>
          <p:nvPr/>
        </p:nvSpPr>
        <p:spPr>
          <a:xfrm>
            <a:off x="2148903" y="2724575"/>
            <a:ext cx="672948" cy="880008"/>
          </a:xfrm>
          <a:prstGeom prst="roundRect">
            <a:avLst>
              <a:gd name="adj" fmla="val 11538"/>
            </a:avLst>
          </a:prstGeom>
          <a:solidFill>
            <a:srgbClr val="DDE3E7"/>
          </a:solidFill>
          <a:ln>
            <a:noFill/>
          </a:ln>
        </p:spPr>
      </p:sp>
      <p:sp>
        <p:nvSpPr>
          <p:cNvPr id="59" name="!!rect-4ly"/>
          <p:cNvSpPr/>
          <p:nvPr/>
        </p:nvSpPr>
        <p:spPr>
          <a:xfrm>
            <a:off x="2239492" y="2802223"/>
            <a:ext cx="491769" cy="724713"/>
          </a:xfrm>
          <a:prstGeom prst="roundRect">
            <a:avLst>
              <a:gd name="adj" fmla="val 5263"/>
            </a:avLst>
          </a:prstGeom>
          <a:gradFill rotWithShape="1">
            <a:gsLst>
              <a:gs pos="0">
                <a:srgbClr val="95674C"/>
              </a:gs>
              <a:gs pos="100000">
                <a:srgbClr val="704830"/>
              </a:gs>
            </a:gsLst>
            <a:lin ang="3350418" scaled="0"/>
          </a:gradFill>
          <a:ln>
            <a:noFill/>
          </a:ln>
        </p:spPr>
      </p:sp>
      <p:sp>
        <p:nvSpPr>
          <p:cNvPr id="60" name="!!rect-4lz"/>
          <p:cNvSpPr/>
          <p:nvPr/>
        </p:nvSpPr>
        <p:spPr>
          <a:xfrm>
            <a:off x="2283752" y="2802223"/>
            <a:ext cx="24588" cy="724713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</p:spPr>
      </p:sp>
      <p:sp>
        <p:nvSpPr>
          <p:cNvPr id="61" name="!!rect-4m0"/>
          <p:cNvSpPr/>
          <p:nvPr/>
        </p:nvSpPr>
        <p:spPr>
          <a:xfrm>
            <a:off x="2362435" y="2932672"/>
            <a:ext cx="275391" cy="50730"/>
          </a:xfrm>
          <a:prstGeom prst="roundRect">
            <a:avLst>
              <a:gd name="adj" fmla="val 28571"/>
            </a:avLst>
          </a:prstGeom>
          <a:solidFill>
            <a:srgbClr val="F1E3C8"/>
          </a:solidFill>
          <a:ln>
            <a:noFill/>
          </a:ln>
        </p:spPr>
      </p:sp>
      <p:sp>
        <p:nvSpPr>
          <p:cNvPr id="62" name="!!rect-4m1"/>
          <p:cNvSpPr/>
          <p:nvPr/>
        </p:nvSpPr>
        <p:spPr>
          <a:xfrm>
            <a:off x="2362435" y="3019637"/>
            <a:ext cx="186872" cy="32612"/>
          </a:xfrm>
          <a:prstGeom prst="roundRect">
            <a:avLst>
              <a:gd name="adj" fmla="val 44444"/>
            </a:avLst>
          </a:prstGeom>
          <a:solidFill>
            <a:srgbClr val="F1E3C8">
              <a:alpha val="72000"/>
            </a:srgbClr>
          </a:solidFill>
          <a:ln>
            <a:noFill/>
          </a:ln>
        </p:spPr>
      </p:sp>
      <p:sp>
        <p:nvSpPr>
          <p:cNvPr id="63" name="!!rect-4m2"/>
          <p:cNvSpPr/>
          <p:nvPr/>
        </p:nvSpPr>
        <p:spPr>
          <a:xfrm>
            <a:off x="2362435" y="3381993"/>
            <a:ext cx="137695" cy="28989"/>
          </a:xfrm>
          <a:prstGeom prst="roundRect">
            <a:avLst>
              <a:gd name="adj" fmla="val 50000"/>
            </a:avLst>
          </a:prstGeom>
          <a:solidFill>
            <a:srgbClr val="F1E3C8">
              <a:alpha val="55000"/>
            </a:srgbClr>
          </a:solidFill>
          <a:ln>
            <a:noFill/>
          </a:ln>
        </p:spPr>
      </p:sp>
      <p:sp>
        <p:nvSpPr>
          <p:cNvPr id="64" name="!!text-4m3" descr="會計學原理"/>
          <p:cNvSpPr txBox="1"/>
          <p:nvPr/>
        </p:nvSpPr>
        <p:spPr>
          <a:xfrm>
            <a:off x="2977147" y="2751493"/>
            <a:ext cx="823067" cy="22486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23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會計學原理</a:t>
            </a:r>
            <a:endParaRPr lang="zh-TW" sz="1223"/>
          </a:p>
        </p:txBody>
      </p:sp>
      <p:sp>
        <p:nvSpPr>
          <p:cNvPr id="65" name="!!rect-4m9"/>
          <p:cNvSpPr/>
          <p:nvPr/>
        </p:nvSpPr>
        <p:spPr>
          <a:xfrm>
            <a:off x="2977147" y="3080461"/>
            <a:ext cx="608241" cy="245885"/>
          </a:xfrm>
          <a:prstGeom prst="roundRect">
            <a:avLst>
              <a:gd name="adj" fmla="val 50000"/>
            </a:avLst>
          </a:prstGeom>
          <a:solidFill>
            <a:srgbClr val="66BB6A">
              <a:alpha val="14000"/>
            </a:srgbClr>
          </a:solidFill>
          <a:ln>
            <a:noFill/>
          </a:ln>
        </p:spPr>
      </p:sp>
      <p:sp>
        <p:nvSpPr>
          <p:cNvPr id="66" name="!!text-4ma" descr="近全新"/>
          <p:cNvSpPr txBox="1"/>
          <p:nvPr/>
        </p:nvSpPr>
        <p:spPr>
          <a:xfrm>
            <a:off x="3067736" y="3090038"/>
            <a:ext cx="469769" cy="2061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21" b="1" kern="0" dirty="0">
                <a:solidFill>
                  <a:srgbClr val="66BB6A"/>
                </a:solidFill>
                <a:latin typeface="Noto Sans TC"/>
                <a:ea typeface="Noto Sans TC"/>
                <a:cs typeface="Noto Sans TC"/>
              </a:rPr>
              <a:t>近全新</a:t>
            </a:r>
            <a:endParaRPr lang="zh-TW" sz="1121"/>
          </a:p>
        </p:txBody>
      </p:sp>
      <p:sp>
        <p:nvSpPr>
          <p:cNvPr id="67" name="!!text-4me" descr="無劃線、無摺痕"/>
          <p:cNvSpPr txBox="1"/>
          <p:nvPr/>
        </p:nvSpPr>
        <p:spPr>
          <a:xfrm>
            <a:off x="2977147" y="3374746"/>
            <a:ext cx="1039187" cy="2061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21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無劃線、無摺痕</a:t>
            </a:r>
            <a:endParaRPr lang="zh-TW" sz="1121"/>
          </a:p>
        </p:txBody>
      </p:sp>
      <p:sp>
        <p:nvSpPr>
          <p:cNvPr id="68" name="!!path-4mm"/>
          <p:cNvSpPr/>
          <p:nvPr/>
        </p:nvSpPr>
        <p:spPr>
          <a:xfrm>
            <a:off x="2977147" y="3617525"/>
            <a:ext cx="996480" cy="1"/>
          </a:xfrm>
          <a:custGeom>
            <a:avLst/>
            <a:gdLst/>
            <a:ahLst/>
            <a:cxnLst/>
            <a:rect l="l" t="t" r="r" b="b"/>
            <a:pathLst>
              <a:path w="996480" h="1" fill="none">
                <a:moveTo>
                  <a:pt x="0" y="0"/>
                </a:moveTo>
                <a:lnTo>
                  <a:pt x="996480" y="0"/>
                </a:lnTo>
              </a:path>
            </a:pathLst>
          </a:custGeom>
          <a:noFill/>
          <a:ln w="19412" cap="rnd">
            <a:solidFill>
              <a:srgbClr val="627D8D"/>
            </a:solidFill>
            <a:prstDash val="solid"/>
            <a:round/>
          </a:ln>
        </p:spPr>
      </p:sp>
      <p:sp>
        <p:nvSpPr>
          <p:cNvPr id="69" name="!!rect-4mt"/>
          <p:cNvSpPr/>
          <p:nvPr/>
        </p:nvSpPr>
        <p:spPr>
          <a:xfrm>
            <a:off x="1890077" y="3953999"/>
            <a:ext cx="3105912" cy="2575319"/>
          </a:xfrm>
          <a:prstGeom prst="roundRect">
            <a:avLst>
              <a:gd name="adj" fmla="val 6557"/>
            </a:avLst>
          </a:prstGeom>
          <a:solidFill>
            <a:srgbClr val="0B1A26">
              <a:alpha val="12000"/>
            </a:srgbClr>
          </a:solidFill>
          <a:ln>
            <a:noFill/>
          </a:ln>
          <a:effectLst>
            <a:softEdge rad="227767"/>
          </a:effectLst>
        </p:spPr>
      </p:sp>
      <p:sp>
        <p:nvSpPr>
          <p:cNvPr id="70" name="!!rect-4mu"/>
          <p:cNvSpPr/>
          <p:nvPr/>
        </p:nvSpPr>
        <p:spPr>
          <a:xfrm>
            <a:off x="1954784" y="3966940"/>
            <a:ext cx="2976499" cy="2394141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6471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71" name="!!circle-4mv"/>
          <p:cNvSpPr/>
          <p:nvPr/>
        </p:nvSpPr>
        <p:spPr>
          <a:xfrm>
            <a:off x="2148903" y="4135177"/>
            <a:ext cx="284709" cy="284709"/>
          </a:xfrm>
          <a:prstGeom prst="ellipse">
            <a:avLst/>
          </a:prstGeom>
          <a:solidFill>
            <a:srgbClr val="627D8D">
              <a:alpha val="12000"/>
            </a:srgbClr>
          </a:solidFill>
          <a:ln>
            <a:noFill/>
          </a:ln>
        </p:spPr>
      </p:sp>
      <p:sp>
        <p:nvSpPr>
          <p:cNvPr id="72" name="!!path-4mw"/>
          <p:cNvSpPr/>
          <p:nvPr/>
        </p:nvSpPr>
        <p:spPr>
          <a:xfrm>
            <a:off x="2226551" y="4212825"/>
            <a:ext cx="129413" cy="129413"/>
          </a:xfrm>
          <a:custGeom>
            <a:avLst/>
            <a:gdLst/>
            <a:ahLst/>
            <a:cxnLst/>
            <a:rect l="l" t="t" r="r" b="b"/>
            <a:pathLst>
              <a:path w="129413" h="129413">
                <a:moveTo>
                  <a:pt x="116472" y="0"/>
                </a:moveTo>
                <a:lnTo>
                  <a:pt x="12941" y="0"/>
                </a:lnTo>
                <a:cubicBezTo>
                  <a:pt x="5824" y="0"/>
                  <a:pt x="0" y="5824"/>
                  <a:pt x="0" y="12941"/>
                </a:cubicBezTo>
                <a:lnTo>
                  <a:pt x="0" y="129413"/>
                </a:lnTo>
                <a:lnTo>
                  <a:pt x="25883" y="103530"/>
                </a:lnTo>
                <a:lnTo>
                  <a:pt x="116472" y="103530"/>
                </a:lnTo>
                <a:cubicBezTo>
                  <a:pt x="123589" y="103530"/>
                  <a:pt x="129413" y="97707"/>
                  <a:pt x="129413" y="90589"/>
                </a:cubicBezTo>
                <a:lnTo>
                  <a:pt x="129413" y="12941"/>
                </a:lnTo>
                <a:cubicBezTo>
                  <a:pt x="129413" y="5824"/>
                  <a:pt x="123589" y="0"/>
                  <a:pt x="116472" y="0"/>
                </a:cubicBezTo>
                <a:close/>
                <a:moveTo>
                  <a:pt x="116472" y="90589"/>
                </a:moveTo>
                <a:lnTo>
                  <a:pt x="25883" y="90589"/>
                </a:lnTo>
                <a:lnTo>
                  <a:pt x="12941" y="103530"/>
                </a:lnTo>
                <a:lnTo>
                  <a:pt x="12941" y="12941"/>
                </a:lnTo>
                <a:lnTo>
                  <a:pt x="116472" y="12941"/>
                </a:lnTo>
                <a:lnTo>
                  <a:pt x="116472" y="90589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73" name="!!text-4mx" descr="爭議說明"/>
          <p:cNvSpPr txBox="1"/>
          <p:nvPr/>
        </p:nvSpPr>
        <p:spPr>
          <a:xfrm>
            <a:off x="2524201" y="4140612"/>
            <a:ext cx="723419" cy="24360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25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爭議說明</a:t>
            </a:r>
            <a:endParaRPr lang="zh-TW" sz="1325"/>
          </a:p>
        </p:txBody>
      </p:sp>
      <p:sp>
        <p:nvSpPr>
          <p:cNvPr id="74" name="!!text-4n2" descr="佐證照片 2 張"/>
          <p:cNvSpPr txBox="1"/>
          <p:nvPr/>
        </p:nvSpPr>
        <p:spPr>
          <a:xfrm>
            <a:off x="3882610" y="4164166"/>
            <a:ext cx="897259" cy="2061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21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佐證照片 2 張</a:t>
            </a:r>
            <a:endParaRPr lang="zh-TW" sz="1121"/>
          </a:p>
        </p:txBody>
      </p:sp>
      <p:sp>
        <p:nvSpPr>
          <p:cNvPr id="75" name="!!text-4n9" descr="內頁有多頁螢光筆劃線，"/>
          <p:cNvSpPr txBox="1"/>
          <p:nvPr/>
        </p:nvSpPr>
        <p:spPr>
          <a:xfrm>
            <a:off x="2148903" y="4511510"/>
            <a:ext cx="1754841" cy="22486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23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內頁有多頁螢光筆劃線，</a:t>
            </a:r>
            <a:endParaRPr lang="zh-TW" sz="1223"/>
          </a:p>
        </p:txBody>
      </p:sp>
      <p:sp>
        <p:nvSpPr>
          <p:cNvPr id="76" name="!!text-4nl" descr="與標示的書況不符。"/>
          <p:cNvSpPr txBox="1"/>
          <p:nvPr/>
        </p:nvSpPr>
        <p:spPr>
          <a:xfrm>
            <a:off x="2148903" y="4744454"/>
            <a:ext cx="1444249" cy="22486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23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與標示的書況不符。</a:t>
            </a:r>
            <a:endParaRPr lang="zh-TW" sz="1223"/>
          </a:p>
        </p:txBody>
      </p:sp>
      <p:sp>
        <p:nvSpPr>
          <p:cNvPr id="77" name="!!rect-4nv"/>
          <p:cNvSpPr/>
          <p:nvPr/>
        </p:nvSpPr>
        <p:spPr>
          <a:xfrm>
            <a:off x="2148903" y="5157540"/>
            <a:ext cx="776478" cy="97059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706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78" name="!!rect-4nw"/>
          <p:cNvSpPr/>
          <p:nvPr/>
        </p:nvSpPr>
        <p:spPr>
          <a:xfrm>
            <a:off x="2239492" y="5299894"/>
            <a:ext cx="595300" cy="25883"/>
          </a:xfrm>
          <a:prstGeom prst="roundRect">
            <a:avLst>
              <a:gd name="adj" fmla="val 50000"/>
            </a:avLst>
          </a:prstGeom>
          <a:solidFill>
            <a:srgbClr val="9AA5AE"/>
          </a:solidFill>
          <a:ln>
            <a:noFill/>
          </a:ln>
        </p:spPr>
      </p:sp>
      <p:sp>
        <p:nvSpPr>
          <p:cNvPr id="79" name="!!rect-4nx"/>
          <p:cNvSpPr/>
          <p:nvPr/>
        </p:nvSpPr>
        <p:spPr>
          <a:xfrm>
            <a:off x="2213610" y="5377542"/>
            <a:ext cx="595300" cy="84118"/>
          </a:xfrm>
          <a:prstGeom prst="roundRect">
            <a:avLst>
              <a:gd name="adj" fmla="val 23077"/>
            </a:avLst>
          </a:prstGeom>
          <a:solidFill>
            <a:srgbClr val="F6D55C">
              <a:alpha val="85000"/>
            </a:srgbClr>
          </a:solidFill>
          <a:ln>
            <a:noFill/>
          </a:ln>
        </p:spPr>
      </p:sp>
      <p:sp>
        <p:nvSpPr>
          <p:cNvPr id="80" name="!!rect-4ny"/>
          <p:cNvSpPr/>
          <p:nvPr/>
        </p:nvSpPr>
        <p:spPr>
          <a:xfrm>
            <a:off x="2239492" y="5409895"/>
            <a:ext cx="543535" cy="25883"/>
          </a:xfrm>
          <a:prstGeom prst="roundRect">
            <a:avLst>
              <a:gd name="adj" fmla="val 50000"/>
            </a:avLst>
          </a:prstGeom>
          <a:solidFill>
            <a:srgbClr val="9AA5AE"/>
          </a:solidFill>
          <a:ln>
            <a:noFill/>
          </a:ln>
        </p:spPr>
      </p:sp>
      <p:sp>
        <p:nvSpPr>
          <p:cNvPr id="81" name="!!rect-4nz"/>
          <p:cNvSpPr/>
          <p:nvPr/>
        </p:nvSpPr>
        <p:spPr>
          <a:xfrm>
            <a:off x="2213610" y="5487543"/>
            <a:ext cx="543535" cy="84118"/>
          </a:xfrm>
          <a:prstGeom prst="roundRect">
            <a:avLst>
              <a:gd name="adj" fmla="val 23077"/>
            </a:avLst>
          </a:prstGeom>
          <a:solidFill>
            <a:srgbClr val="F6D55C">
              <a:alpha val="85000"/>
            </a:srgbClr>
          </a:solidFill>
          <a:ln>
            <a:noFill/>
          </a:ln>
        </p:spPr>
      </p:sp>
      <p:sp>
        <p:nvSpPr>
          <p:cNvPr id="82" name="!!rect-4o0"/>
          <p:cNvSpPr/>
          <p:nvPr/>
        </p:nvSpPr>
        <p:spPr>
          <a:xfrm>
            <a:off x="2239492" y="5519896"/>
            <a:ext cx="491769" cy="25883"/>
          </a:xfrm>
          <a:prstGeom prst="roundRect">
            <a:avLst>
              <a:gd name="adj" fmla="val 50000"/>
            </a:avLst>
          </a:prstGeom>
          <a:solidFill>
            <a:srgbClr val="9AA5AE"/>
          </a:solidFill>
          <a:ln>
            <a:noFill/>
          </a:ln>
        </p:spPr>
      </p:sp>
      <p:sp>
        <p:nvSpPr>
          <p:cNvPr id="83" name="!!rect-4o1"/>
          <p:cNvSpPr/>
          <p:nvPr/>
        </p:nvSpPr>
        <p:spPr>
          <a:xfrm>
            <a:off x="2239492" y="5629897"/>
            <a:ext cx="595300" cy="25883"/>
          </a:xfrm>
          <a:prstGeom prst="roundRect">
            <a:avLst>
              <a:gd name="adj" fmla="val 50000"/>
            </a:avLst>
          </a:prstGeom>
          <a:solidFill>
            <a:srgbClr val="9AA5AE"/>
          </a:solidFill>
          <a:ln>
            <a:noFill/>
          </a:ln>
        </p:spPr>
      </p:sp>
      <p:sp>
        <p:nvSpPr>
          <p:cNvPr id="84" name="!!rect-4o2"/>
          <p:cNvSpPr/>
          <p:nvPr/>
        </p:nvSpPr>
        <p:spPr>
          <a:xfrm>
            <a:off x="2213610" y="5707545"/>
            <a:ext cx="595300" cy="84118"/>
          </a:xfrm>
          <a:prstGeom prst="roundRect">
            <a:avLst>
              <a:gd name="adj" fmla="val 23077"/>
            </a:avLst>
          </a:prstGeom>
          <a:solidFill>
            <a:srgbClr val="F6D55C">
              <a:alpha val="85000"/>
            </a:srgbClr>
          </a:solidFill>
          <a:ln>
            <a:noFill/>
          </a:ln>
        </p:spPr>
      </p:sp>
      <p:sp>
        <p:nvSpPr>
          <p:cNvPr id="85" name="!!rect-4o3"/>
          <p:cNvSpPr/>
          <p:nvPr/>
        </p:nvSpPr>
        <p:spPr>
          <a:xfrm>
            <a:off x="2239492" y="5739898"/>
            <a:ext cx="543535" cy="25883"/>
          </a:xfrm>
          <a:prstGeom prst="roundRect">
            <a:avLst>
              <a:gd name="adj" fmla="val 50000"/>
            </a:avLst>
          </a:prstGeom>
          <a:solidFill>
            <a:srgbClr val="9AA5AE"/>
          </a:solidFill>
          <a:ln>
            <a:noFill/>
          </a:ln>
        </p:spPr>
      </p:sp>
      <p:sp>
        <p:nvSpPr>
          <p:cNvPr id="86" name="!!rect-4o4"/>
          <p:cNvSpPr/>
          <p:nvPr/>
        </p:nvSpPr>
        <p:spPr>
          <a:xfrm>
            <a:off x="2239492" y="5849899"/>
            <a:ext cx="491769" cy="25883"/>
          </a:xfrm>
          <a:prstGeom prst="roundRect">
            <a:avLst>
              <a:gd name="adj" fmla="val 50000"/>
            </a:avLst>
          </a:prstGeom>
          <a:solidFill>
            <a:srgbClr val="9AA5AE"/>
          </a:solidFill>
          <a:ln>
            <a:noFill/>
          </a:ln>
        </p:spPr>
      </p:sp>
      <p:sp>
        <p:nvSpPr>
          <p:cNvPr id="87" name="!!rect-4o5"/>
          <p:cNvSpPr/>
          <p:nvPr/>
        </p:nvSpPr>
        <p:spPr>
          <a:xfrm>
            <a:off x="2239492" y="5959901"/>
            <a:ext cx="336474" cy="25883"/>
          </a:xfrm>
          <a:prstGeom prst="roundRect">
            <a:avLst>
              <a:gd name="adj" fmla="val 50000"/>
            </a:avLst>
          </a:prstGeom>
          <a:solidFill>
            <a:srgbClr val="9AA5AE"/>
          </a:solidFill>
          <a:ln>
            <a:noFill/>
          </a:ln>
        </p:spPr>
      </p:sp>
      <p:sp>
        <p:nvSpPr>
          <p:cNvPr id="88" name="!!rect-4o6"/>
          <p:cNvSpPr/>
          <p:nvPr/>
        </p:nvSpPr>
        <p:spPr>
          <a:xfrm>
            <a:off x="3028912" y="5157540"/>
            <a:ext cx="776478" cy="97059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706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89" name="!!rect-4o7"/>
          <p:cNvSpPr/>
          <p:nvPr/>
        </p:nvSpPr>
        <p:spPr>
          <a:xfrm>
            <a:off x="3093618" y="5267541"/>
            <a:ext cx="647065" cy="84118"/>
          </a:xfrm>
          <a:prstGeom prst="roundRect">
            <a:avLst>
              <a:gd name="adj" fmla="val 23077"/>
            </a:avLst>
          </a:prstGeom>
          <a:solidFill>
            <a:srgbClr val="F6D55C">
              <a:alpha val="85000"/>
            </a:srgbClr>
          </a:solidFill>
          <a:ln>
            <a:noFill/>
          </a:ln>
        </p:spPr>
      </p:sp>
      <p:sp>
        <p:nvSpPr>
          <p:cNvPr id="90" name="!!rect-4o8"/>
          <p:cNvSpPr/>
          <p:nvPr/>
        </p:nvSpPr>
        <p:spPr>
          <a:xfrm>
            <a:off x="3119501" y="5299894"/>
            <a:ext cx="595300" cy="25883"/>
          </a:xfrm>
          <a:prstGeom prst="roundRect">
            <a:avLst>
              <a:gd name="adj" fmla="val 50000"/>
            </a:avLst>
          </a:prstGeom>
          <a:solidFill>
            <a:srgbClr val="9AA5AE"/>
          </a:solidFill>
          <a:ln>
            <a:noFill/>
          </a:ln>
        </p:spPr>
      </p:sp>
      <p:sp>
        <p:nvSpPr>
          <p:cNvPr id="91" name="!!rect-4o9"/>
          <p:cNvSpPr/>
          <p:nvPr/>
        </p:nvSpPr>
        <p:spPr>
          <a:xfrm>
            <a:off x="3119501" y="5409895"/>
            <a:ext cx="543535" cy="25883"/>
          </a:xfrm>
          <a:prstGeom prst="roundRect">
            <a:avLst>
              <a:gd name="adj" fmla="val 50000"/>
            </a:avLst>
          </a:prstGeom>
          <a:solidFill>
            <a:srgbClr val="9AA5AE"/>
          </a:solidFill>
          <a:ln>
            <a:noFill/>
          </a:ln>
        </p:spPr>
      </p:sp>
      <p:sp>
        <p:nvSpPr>
          <p:cNvPr id="92" name="!!rect-4oa"/>
          <p:cNvSpPr/>
          <p:nvPr/>
        </p:nvSpPr>
        <p:spPr>
          <a:xfrm>
            <a:off x="3119501" y="5519896"/>
            <a:ext cx="491769" cy="25883"/>
          </a:xfrm>
          <a:prstGeom prst="roundRect">
            <a:avLst>
              <a:gd name="adj" fmla="val 50000"/>
            </a:avLst>
          </a:prstGeom>
          <a:solidFill>
            <a:srgbClr val="9AA5AE"/>
          </a:solidFill>
          <a:ln>
            <a:noFill/>
          </a:ln>
        </p:spPr>
      </p:sp>
      <p:sp>
        <p:nvSpPr>
          <p:cNvPr id="93" name="!!rect-4ob"/>
          <p:cNvSpPr/>
          <p:nvPr/>
        </p:nvSpPr>
        <p:spPr>
          <a:xfrm>
            <a:off x="3093618" y="5597544"/>
            <a:ext cx="647065" cy="84118"/>
          </a:xfrm>
          <a:prstGeom prst="roundRect">
            <a:avLst>
              <a:gd name="adj" fmla="val 23077"/>
            </a:avLst>
          </a:prstGeom>
          <a:solidFill>
            <a:srgbClr val="F6D55C">
              <a:alpha val="85000"/>
            </a:srgbClr>
          </a:solidFill>
          <a:ln>
            <a:noFill/>
          </a:ln>
        </p:spPr>
      </p:sp>
      <p:sp>
        <p:nvSpPr>
          <p:cNvPr id="94" name="!!rect-4oc"/>
          <p:cNvSpPr/>
          <p:nvPr/>
        </p:nvSpPr>
        <p:spPr>
          <a:xfrm>
            <a:off x="3119501" y="5629897"/>
            <a:ext cx="595300" cy="25883"/>
          </a:xfrm>
          <a:prstGeom prst="roundRect">
            <a:avLst>
              <a:gd name="adj" fmla="val 50000"/>
            </a:avLst>
          </a:prstGeom>
          <a:solidFill>
            <a:srgbClr val="9AA5AE"/>
          </a:solidFill>
          <a:ln>
            <a:noFill/>
          </a:ln>
        </p:spPr>
      </p:sp>
      <p:sp>
        <p:nvSpPr>
          <p:cNvPr id="95" name="!!rect-4od"/>
          <p:cNvSpPr/>
          <p:nvPr/>
        </p:nvSpPr>
        <p:spPr>
          <a:xfrm>
            <a:off x="3119501" y="5739898"/>
            <a:ext cx="543535" cy="25883"/>
          </a:xfrm>
          <a:prstGeom prst="roundRect">
            <a:avLst>
              <a:gd name="adj" fmla="val 50000"/>
            </a:avLst>
          </a:prstGeom>
          <a:solidFill>
            <a:srgbClr val="9AA5AE"/>
          </a:solidFill>
          <a:ln>
            <a:noFill/>
          </a:ln>
        </p:spPr>
      </p:sp>
      <p:sp>
        <p:nvSpPr>
          <p:cNvPr id="96" name="!!rect-4oe"/>
          <p:cNvSpPr/>
          <p:nvPr/>
        </p:nvSpPr>
        <p:spPr>
          <a:xfrm>
            <a:off x="3093618" y="5817546"/>
            <a:ext cx="543535" cy="84118"/>
          </a:xfrm>
          <a:prstGeom prst="roundRect">
            <a:avLst>
              <a:gd name="adj" fmla="val 23077"/>
            </a:avLst>
          </a:prstGeom>
          <a:solidFill>
            <a:srgbClr val="F6D55C">
              <a:alpha val="85000"/>
            </a:srgbClr>
          </a:solidFill>
          <a:ln>
            <a:noFill/>
          </a:ln>
        </p:spPr>
      </p:sp>
      <p:sp>
        <p:nvSpPr>
          <p:cNvPr id="97" name="!!rect-4of"/>
          <p:cNvSpPr/>
          <p:nvPr/>
        </p:nvSpPr>
        <p:spPr>
          <a:xfrm>
            <a:off x="3119501" y="5849899"/>
            <a:ext cx="491769" cy="25883"/>
          </a:xfrm>
          <a:prstGeom prst="roundRect">
            <a:avLst>
              <a:gd name="adj" fmla="val 50000"/>
            </a:avLst>
          </a:prstGeom>
          <a:solidFill>
            <a:srgbClr val="9AA5AE"/>
          </a:solidFill>
          <a:ln>
            <a:noFill/>
          </a:ln>
        </p:spPr>
      </p:sp>
      <p:sp>
        <p:nvSpPr>
          <p:cNvPr id="98" name="!!rect-4og"/>
          <p:cNvSpPr/>
          <p:nvPr/>
        </p:nvSpPr>
        <p:spPr>
          <a:xfrm>
            <a:off x="3119501" y="5959901"/>
            <a:ext cx="336474" cy="25883"/>
          </a:xfrm>
          <a:prstGeom prst="roundRect">
            <a:avLst>
              <a:gd name="adj" fmla="val 50000"/>
            </a:avLst>
          </a:prstGeom>
          <a:solidFill>
            <a:srgbClr val="9AA5AE"/>
          </a:solidFill>
          <a:ln>
            <a:noFill/>
          </a:ln>
        </p:spPr>
      </p:sp>
      <p:sp>
        <p:nvSpPr>
          <p:cNvPr id="99" name="!!path-4oj"/>
          <p:cNvSpPr/>
          <p:nvPr/>
        </p:nvSpPr>
        <p:spPr>
          <a:xfrm>
            <a:off x="4931283" y="2963989"/>
            <a:ext cx="194120" cy="1294130"/>
          </a:xfrm>
          <a:custGeom>
            <a:avLst/>
            <a:gdLst/>
            <a:ahLst/>
            <a:cxnLst/>
            <a:rect l="l" t="t" r="r" b="b"/>
            <a:pathLst>
              <a:path w="194120" h="1294130" fill="none">
                <a:moveTo>
                  <a:pt x="0" y="0"/>
                </a:moveTo>
                <a:cubicBezTo>
                  <a:pt x="194120" y="0"/>
                  <a:pt x="168237" y="1294130"/>
                  <a:pt x="194120" y="1294130"/>
                </a:cubicBezTo>
              </a:path>
            </a:pathLst>
          </a:custGeom>
          <a:noFill/>
          <a:ln w="16177" cap="rnd">
            <a:solidFill>
              <a:srgbClr val="627D8D">
                <a:alpha val="50000"/>
              </a:srgbClr>
            </a:solidFill>
            <a:prstDash val="solid"/>
            <a:round/>
          </a:ln>
        </p:spPr>
      </p:sp>
      <p:sp>
        <p:nvSpPr>
          <p:cNvPr id="100" name="!!path-4om"/>
          <p:cNvSpPr/>
          <p:nvPr/>
        </p:nvSpPr>
        <p:spPr>
          <a:xfrm>
            <a:off x="4931283" y="4258120"/>
            <a:ext cx="194120" cy="905891"/>
          </a:xfrm>
          <a:custGeom>
            <a:avLst/>
            <a:gdLst/>
            <a:ahLst/>
            <a:cxnLst/>
            <a:rect l="l" t="t" r="r" b="b"/>
            <a:pathLst>
              <a:path w="194120" h="905891" fill="none">
                <a:moveTo>
                  <a:pt x="0" y="905891"/>
                </a:moveTo>
                <a:cubicBezTo>
                  <a:pt x="194120" y="905891"/>
                  <a:pt x="168237" y="0"/>
                  <a:pt x="194120" y="0"/>
                </a:cubicBezTo>
              </a:path>
            </a:pathLst>
          </a:custGeom>
          <a:noFill/>
          <a:ln w="16177" cap="rnd">
            <a:solidFill>
              <a:srgbClr val="627D8D">
                <a:alpha val="50000"/>
              </a:srgbClr>
            </a:solidFill>
            <a:prstDash val="solid"/>
            <a:round/>
          </a:ln>
        </p:spPr>
      </p:sp>
      <p:sp>
        <p:nvSpPr>
          <p:cNvPr id="101" name="!!path-4op"/>
          <p:cNvSpPr/>
          <p:nvPr/>
        </p:nvSpPr>
        <p:spPr>
          <a:xfrm>
            <a:off x="5513641" y="4258120"/>
            <a:ext cx="194120" cy="1"/>
          </a:xfrm>
          <a:custGeom>
            <a:avLst/>
            <a:gdLst/>
            <a:ahLst/>
            <a:cxnLst/>
            <a:rect l="l" t="t" r="r" b="b"/>
            <a:pathLst>
              <a:path w="194120" h="1" fill="none">
                <a:moveTo>
                  <a:pt x="0" y="0"/>
                </a:moveTo>
                <a:lnTo>
                  <a:pt x="194120" y="0"/>
                </a:lnTo>
              </a:path>
            </a:pathLst>
          </a:custGeom>
          <a:noFill/>
          <a:ln w="16177" cap="rnd">
            <a:solidFill>
              <a:srgbClr val="627D8D">
                <a:alpha val="50000"/>
              </a:srgbClr>
            </a:solidFill>
            <a:prstDash val="solid"/>
            <a:round/>
          </a:ln>
        </p:spPr>
      </p:sp>
      <p:sp>
        <p:nvSpPr>
          <p:cNvPr id="102" name="!!circle-4pg"/>
          <p:cNvSpPr/>
          <p:nvPr/>
        </p:nvSpPr>
        <p:spPr>
          <a:xfrm>
            <a:off x="5125402" y="4064000"/>
            <a:ext cx="388239" cy="388239"/>
          </a:xfrm>
          <a:prstGeom prst="ellipse">
            <a:avLst/>
          </a:prstGeom>
          <a:solidFill>
            <a:srgbClr val="627D8D"/>
          </a:solidFill>
          <a:ln>
            <a:noFill/>
          </a:ln>
        </p:spPr>
      </p:sp>
      <p:sp>
        <p:nvSpPr>
          <p:cNvPr id="103" name="!!path-4ph"/>
          <p:cNvSpPr/>
          <p:nvPr/>
        </p:nvSpPr>
        <p:spPr>
          <a:xfrm>
            <a:off x="5236484" y="4175082"/>
            <a:ext cx="166127" cy="166127"/>
          </a:xfrm>
          <a:custGeom>
            <a:avLst/>
            <a:gdLst/>
            <a:ahLst/>
            <a:cxnLst/>
            <a:rect l="l" t="t" r="r" b="b"/>
            <a:pathLst>
              <a:path w="166127" h="166127">
                <a:moveTo>
                  <a:pt x="135922" y="60410"/>
                </a:moveTo>
                <a:lnTo>
                  <a:pt x="145362" y="39644"/>
                </a:lnTo>
                <a:lnTo>
                  <a:pt x="166127" y="30205"/>
                </a:lnTo>
                <a:lnTo>
                  <a:pt x="145362" y="20766"/>
                </a:lnTo>
                <a:lnTo>
                  <a:pt x="135922" y="0"/>
                </a:lnTo>
                <a:lnTo>
                  <a:pt x="126483" y="20766"/>
                </a:lnTo>
                <a:lnTo>
                  <a:pt x="105717" y="30205"/>
                </a:lnTo>
                <a:lnTo>
                  <a:pt x="126483" y="39644"/>
                </a:lnTo>
                <a:lnTo>
                  <a:pt x="135922" y="60410"/>
                </a:lnTo>
                <a:close/>
                <a:moveTo>
                  <a:pt x="79288" y="64186"/>
                </a:moveTo>
                <a:lnTo>
                  <a:pt x="60410" y="22654"/>
                </a:lnTo>
                <a:lnTo>
                  <a:pt x="41532" y="64186"/>
                </a:lnTo>
                <a:lnTo>
                  <a:pt x="0" y="83064"/>
                </a:lnTo>
                <a:lnTo>
                  <a:pt x="41532" y="101942"/>
                </a:lnTo>
                <a:lnTo>
                  <a:pt x="60410" y="143474"/>
                </a:lnTo>
                <a:lnTo>
                  <a:pt x="79288" y="101942"/>
                </a:lnTo>
                <a:lnTo>
                  <a:pt x="120820" y="83064"/>
                </a:lnTo>
                <a:lnTo>
                  <a:pt x="79288" y="64186"/>
                </a:lnTo>
                <a:close/>
                <a:moveTo>
                  <a:pt x="135922" y="105717"/>
                </a:moveTo>
                <a:lnTo>
                  <a:pt x="126483" y="126483"/>
                </a:lnTo>
                <a:lnTo>
                  <a:pt x="105717" y="135922"/>
                </a:lnTo>
                <a:lnTo>
                  <a:pt x="126483" y="145362"/>
                </a:lnTo>
                <a:lnTo>
                  <a:pt x="135922" y="166127"/>
                </a:lnTo>
                <a:lnTo>
                  <a:pt x="145362" y="145362"/>
                </a:lnTo>
                <a:lnTo>
                  <a:pt x="166127" y="135922"/>
                </a:lnTo>
                <a:lnTo>
                  <a:pt x="145362" y="126483"/>
                </a:lnTo>
                <a:lnTo>
                  <a:pt x="135922" y="10571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04" name="!!rect-4pm"/>
          <p:cNvSpPr/>
          <p:nvPr/>
        </p:nvSpPr>
        <p:spPr>
          <a:xfrm>
            <a:off x="5643054" y="2142217"/>
            <a:ext cx="4658868" cy="4451807"/>
          </a:xfrm>
          <a:prstGeom prst="roundRect">
            <a:avLst>
              <a:gd name="adj" fmla="val 3963"/>
            </a:avLst>
          </a:prstGeom>
          <a:solidFill>
            <a:srgbClr val="0B1A26">
              <a:alpha val="12000"/>
            </a:srgbClr>
          </a:solidFill>
          <a:ln>
            <a:noFill/>
          </a:ln>
          <a:effectLst>
            <a:softEdge rad="227767"/>
          </a:effectLst>
        </p:spPr>
      </p:sp>
      <p:sp>
        <p:nvSpPr>
          <p:cNvPr id="105" name="!!rect-4pn"/>
          <p:cNvSpPr/>
          <p:nvPr/>
        </p:nvSpPr>
        <p:spPr>
          <a:xfrm>
            <a:off x="5707761" y="2155158"/>
            <a:ext cx="4529455" cy="4270629"/>
          </a:xfrm>
          <a:prstGeom prst="roundRect">
            <a:avLst>
              <a:gd name="adj" fmla="val 3939"/>
            </a:avLst>
          </a:prstGeom>
          <a:solidFill>
            <a:srgbClr val="FFFFFF"/>
          </a:solidFill>
          <a:ln w="6471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106" name="!!circle-4po"/>
          <p:cNvSpPr/>
          <p:nvPr/>
        </p:nvSpPr>
        <p:spPr>
          <a:xfrm>
            <a:off x="5901880" y="2336336"/>
            <a:ext cx="284709" cy="284709"/>
          </a:xfrm>
          <a:prstGeom prst="ellipse">
            <a:avLst/>
          </a:prstGeom>
          <a:solidFill>
            <a:srgbClr val="627D8D">
              <a:alpha val="12000"/>
            </a:srgbClr>
          </a:solidFill>
          <a:ln>
            <a:noFill/>
          </a:ln>
        </p:spPr>
      </p:sp>
      <p:sp>
        <p:nvSpPr>
          <p:cNvPr id="107" name="!!path-4pp"/>
          <p:cNvSpPr/>
          <p:nvPr/>
        </p:nvSpPr>
        <p:spPr>
          <a:xfrm>
            <a:off x="5973058" y="2407514"/>
            <a:ext cx="142354" cy="142354"/>
          </a:xfrm>
          <a:custGeom>
            <a:avLst/>
            <a:gdLst/>
            <a:ahLst/>
            <a:cxnLst/>
            <a:rect l="l" t="t" r="r" b="b"/>
            <a:pathLst>
              <a:path w="142354" h="142354">
                <a:moveTo>
                  <a:pt x="116472" y="51765"/>
                </a:moveTo>
                <a:lnTo>
                  <a:pt x="124560" y="33971"/>
                </a:lnTo>
                <a:lnTo>
                  <a:pt x="142354" y="25883"/>
                </a:lnTo>
                <a:lnTo>
                  <a:pt x="124560" y="17794"/>
                </a:lnTo>
                <a:lnTo>
                  <a:pt x="116472" y="0"/>
                </a:lnTo>
                <a:lnTo>
                  <a:pt x="108383" y="17794"/>
                </a:lnTo>
                <a:lnTo>
                  <a:pt x="90589" y="25883"/>
                </a:lnTo>
                <a:lnTo>
                  <a:pt x="108383" y="33971"/>
                </a:lnTo>
                <a:lnTo>
                  <a:pt x="116472" y="51765"/>
                </a:lnTo>
                <a:close/>
                <a:moveTo>
                  <a:pt x="67942" y="55001"/>
                </a:moveTo>
                <a:lnTo>
                  <a:pt x="51765" y="19412"/>
                </a:lnTo>
                <a:lnTo>
                  <a:pt x="35589" y="55001"/>
                </a:lnTo>
                <a:lnTo>
                  <a:pt x="0" y="71177"/>
                </a:lnTo>
                <a:lnTo>
                  <a:pt x="35589" y="87354"/>
                </a:lnTo>
                <a:lnTo>
                  <a:pt x="51765" y="122942"/>
                </a:lnTo>
                <a:lnTo>
                  <a:pt x="67942" y="87354"/>
                </a:lnTo>
                <a:lnTo>
                  <a:pt x="103530" y="71177"/>
                </a:lnTo>
                <a:lnTo>
                  <a:pt x="67942" y="55001"/>
                </a:lnTo>
                <a:close/>
                <a:moveTo>
                  <a:pt x="116472" y="90589"/>
                </a:moveTo>
                <a:lnTo>
                  <a:pt x="108383" y="108383"/>
                </a:lnTo>
                <a:lnTo>
                  <a:pt x="90589" y="116472"/>
                </a:lnTo>
                <a:lnTo>
                  <a:pt x="108383" y="124560"/>
                </a:lnTo>
                <a:lnTo>
                  <a:pt x="116472" y="142354"/>
                </a:lnTo>
                <a:lnTo>
                  <a:pt x="124560" y="124560"/>
                </a:lnTo>
                <a:lnTo>
                  <a:pt x="142354" y="116472"/>
                </a:lnTo>
                <a:lnTo>
                  <a:pt x="124560" y="108383"/>
                </a:lnTo>
                <a:lnTo>
                  <a:pt x="116472" y="90589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108" name="!!text-4pq" descr="AI 分析"/>
          <p:cNvSpPr txBox="1"/>
          <p:nvPr/>
        </p:nvSpPr>
        <p:spPr>
          <a:xfrm>
            <a:off x="6277178" y="2341772"/>
            <a:ext cx="588493" cy="24360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25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AI 分析</a:t>
            </a:r>
            <a:endParaRPr lang="zh-TW" sz="1325"/>
          </a:p>
        </p:txBody>
      </p:sp>
      <p:sp>
        <p:nvSpPr>
          <p:cNvPr id="109" name="!!text-4pv" descr="AI 參考：上架 2 張、佐證 2 張"/>
          <p:cNvSpPr txBox="1"/>
          <p:nvPr/>
        </p:nvSpPr>
        <p:spPr>
          <a:xfrm>
            <a:off x="8173842" y="2365325"/>
            <a:ext cx="1911961" cy="2061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21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AI 參考：上架 2 張、佐證 2 張</a:t>
            </a:r>
            <a:endParaRPr lang="zh-TW" sz="1121"/>
          </a:p>
        </p:txBody>
      </p:sp>
      <p:sp>
        <p:nvSpPr>
          <p:cNvPr id="110" name="!!rect-4qo"/>
          <p:cNvSpPr/>
          <p:nvPr/>
        </p:nvSpPr>
        <p:spPr>
          <a:xfrm>
            <a:off x="5901880" y="2828106"/>
            <a:ext cx="2044726" cy="323533"/>
          </a:xfrm>
          <a:prstGeom prst="roundRect">
            <a:avLst>
              <a:gd name="adj" fmla="val 50000"/>
            </a:avLst>
          </a:prstGeom>
          <a:solidFill>
            <a:srgbClr val="D98613">
              <a:alpha val="14000"/>
            </a:srgbClr>
          </a:solidFill>
          <a:ln>
            <a:noFill/>
          </a:ln>
        </p:spPr>
      </p:sp>
      <p:sp>
        <p:nvSpPr>
          <p:cNvPr id="111" name="!!path-4qp"/>
          <p:cNvSpPr/>
          <p:nvPr/>
        </p:nvSpPr>
        <p:spPr>
          <a:xfrm>
            <a:off x="6018352" y="2957519"/>
            <a:ext cx="132454" cy="58236"/>
          </a:xfrm>
          <a:custGeom>
            <a:avLst/>
            <a:gdLst/>
            <a:ahLst/>
            <a:cxnLst/>
            <a:rect l="l" t="t" r="r" b="b"/>
            <a:pathLst>
              <a:path w="132454" h="58236">
                <a:moveTo>
                  <a:pt x="67942" y="6471"/>
                </a:moveTo>
                <a:cubicBezTo>
                  <a:pt x="50795" y="6471"/>
                  <a:pt x="35265" y="12877"/>
                  <a:pt x="23294" y="23294"/>
                </a:cubicBezTo>
                <a:lnTo>
                  <a:pt x="0" y="0"/>
                </a:lnTo>
                <a:lnTo>
                  <a:pt x="0" y="58236"/>
                </a:lnTo>
                <a:lnTo>
                  <a:pt x="58236" y="58236"/>
                </a:lnTo>
                <a:lnTo>
                  <a:pt x="34812" y="34812"/>
                </a:lnTo>
                <a:cubicBezTo>
                  <a:pt x="43806" y="27306"/>
                  <a:pt x="55259" y="22647"/>
                  <a:pt x="67942" y="22647"/>
                </a:cubicBezTo>
                <a:cubicBezTo>
                  <a:pt x="90848" y="22647"/>
                  <a:pt x="110325" y="37594"/>
                  <a:pt x="117119" y="58236"/>
                </a:cubicBezTo>
                <a:lnTo>
                  <a:pt x="132454" y="53189"/>
                </a:lnTo>
                <a:cubicBezTo>
                  <a:pt x="123460" y="26077"/>
                  <a:pt x="98030" y="6471"/>
                  <a:pt x="67942" y="6471"/>
                </a:cubicBezTo>
                <a:close/>
              </a:path>
            </a:pathLst>
          </a:custGeom>
          <a:solidFill>
            <a:srgbClr val="D98613"/>
          </a:solidFill>
          <a:ln>
            <a:noFill/>
          </a:ln>
        </p:spPr>
      </p:sp>
      <p:sp>
        <p:nvSpPr>
          <p:cNvPr id="112" name="!!text-4qq" descr="建議退款・可信度：高"/>
          <p:cNvSpPr txBox="1"/>
          <p:nvPr/>
        </p:nvSpPr>
        <p:spPr>
          <a:xfrm>
            <a:off x="6225413" y="2867965"/>
            <a:ext cx="1599545" cy="22486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23" b="1" kern="0" dirty="0">
                <a:solidFill>
                  <a:srgbClr val="D98613"/>
                </a:solidFill>
                <a:latin typeface="Noto Sans TC"/>
                <a:ea typeface="Noto Sans TC"/>
                <a:cs typeface="Noto Sans TC"/>
              </a:rPr>
              <a:t>建議退款・可信度：高</a:t>
            </a:r>
            <a:endParaRPr lang="zh-TW" sz="1223"/>
          </a:p>
        </p:txBody>
      </p:sp>
      <p:sp>
        <p:nvSpPr>
          <p:cNvPr id="113" name="!!text-4r5" descr="買家取書後表示內頁有多頁劃線，"/>
          <p:cNvSpPr txBox="1"/>
          <p:nvPr/>
        </p:nvSpPr>
        <p:spPr>
          <a:xfrm>
            <a:off x="5901880" y="3295028"/>
            <a:ext cx="2376023" cy="22486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23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買家取書後表示內頁有多頁劃線，</a:t>
            </a:r>
            <a:endParaRPr lang="zh-TW" sz="1223"/>
          </a:p>
        </p:txBody>
      </p:sp>
      <p:sp>
        <p:nvSpPr>
          <p:cNvPr id="114" name="!!text-4rp" descr="與上架標示的「近全新」不符。"/>
          <p:cNvSpPr txBox="1"/>
          <p:nvPr/>
        </p:nvSpPr>
        <p:spPr>
          <a:xfrm>
            <a:off x="5901880" y="3540913"/>
            <a:ext cx="2065432" cy="22486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23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與上架標示</a:t>
            </a:r>
            <a:r>
              <a:rPr lang="zh-TW" altLang="en-US" sz="1223" kern="0" spc="-611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的</a:t>
            </a:r>
            <a:r>
              <a:rPr lang="zh-TW" altLang="en-US" sz="1223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「近全新</a:t>
            </a:r>
            <a:r>
              <a:rPr lang="zh-TW" altLang="en-US" sz="1223" kern="0" spc="-611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」</a:t>
            </a:r>
            <a:r>
              <a:rPr lang="zh-TW" altLang="en-US" sz="1223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不符。</a:t>
            </a:r>
            <a:endParaRPr lang="zh-TW" sz="1223"/>
          </a:p>
        </p:txBody>
      </p:sp>
      <p:sp>
        <p:nvSpPr>
          <p:cNvPr id="115" name="!!circle-4s8"/>
          <p:cNvSpPr/>
          <p:nvPr/>
        </p:nvSpPr>
        <p:spPr>
          <a:xfrm>
            <a:off x="5924528" y="4041353"/>
            <a:ext cx="58236" cy="58236"/>
          </a:xfrm>
          <a:prstGeom prst="ellipse">
            <a:avLst/>
          </a:prstGeom>
          <a:solidFill>
            <a:srgbClr val="5B6770"/>
          </a:solidFill>
          <a:ln>
            <a:noFill/>
          </a:ln>
        </p:spPr>
      </p:sp>
      <p:sp>
        <p:nvSpPr>
          <p:cNvPr id="116" name="!!text-4s9" descr="佐證照片可見多頁螢光筆劃線"/>
          <p:cNvSpPr txBox="1"/>
          <p:nvPr/>
        </p:nvSpPr>
        <p:spPr>
          <a:xfrm>
            <a:off x="6070117" y="3942093"/>
            <a:ext cx="2065432" cy="22486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23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佐證照片可見多頁螢光筆劃線</a:t>
            </a:r>
            <a:endParaRPr lang="zh-TW" sz="1223"/>
          </a:p>
        </p:txBody>
      </p:sp>
      <p:sp>
        <p:nvSpPr>
          <p:cNvPr id="117" name="!!text-4sn" descr="有利買家・照片 3（佐證）"/>
          <p:cNvSpPr txBox="1"/>
          <p:nvPr/>
        </p:nvSpPr>
        <p:spPr>
          <a:xfrm>
            <a:off x="6070117" y="4170636"/>
            <a:ext cx="1648321" cy="2061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21" kern="0" dirty="0">
                <a:solidFill>
                  <a:srgbClr val="8A969F"/>
                </a:solidFill>
                <a:latin typeface="Noto Sans TC"/>
                <a:ea typeface="Noto Sans TC"/>
                <a:cs typeface="Noto Sans TC"/>
              </a:rPr>
              <a:t>有利買家・照片 </a:t>
            </a:r>
            <a:r>
              <a:rPr lang="zh-TW" altLang="en-US" sz="1121" kern="0" spc="-560" dirty="0">
                <a:solidFill>
                  <a:srgbClr val="8A969F"/>
                </a:solidFill>
                <a:latin typeface="Noto Sans TC"/>
                <a:ea typeface="Noto Sans TC"/>
                <a:cs typeface="Noto Sans TC"/>
              </a:rPr>
              <a:t>3</a:t>
            </a:r>
            <a:r>
              <a:rPr lang="zh-TW" altLang="en-US" sz="1121" kern="0" dirty="0">
                <a:solidFill>
                  <a:srgbClr val="8A969F"/>
                </a:solidFill>
                <a:latin typeface="Noto Sans TC"/>
                <a:ea typeface="Noto Sans TC"/>
                <a:cs typeface="Noto Sans TC"/>
              </a:rPr>
              <a:t>（佐證）</a:t>
            </a:r>
            <a:endParaRPr lang="zh-TW" sz="1121"/>
          </a:p>
        </p:txBody>
      </p:sp>
      <p:sp>
        <p:nvSpPr>
          <p:cNvPr id="118" name="!!circle-4t4"/>
          <p:cNvSpPr/>
          <p:nvPr/>
        </p:nvSpPr>
        <p:spPr>
          <a:xfrm>
            <a:off x="5924528" y="4559005"/>
            <a:ext cx="58236" cy="58236"/>
          </a:xfrm>
          <a:prstGeom prst="ellipse">
            <a:avLst/>
          </a:prstGeom>
          <a:solidFill>
            <a:srgbClr val="5B6770"/>
          </a:solidFill>
          <a:ln>
            <a:noFill/>
          </a:ln>
        </p:spPr>
      </p:sp>
      <p:sp>
        <p:nvSpPr>
          <p:cNvPr id="119" name="!!text-4t5" descr="上架描述標示無劃線"/>
          <p:cNvSpPr txBox="1"/>
          <p:nvPr/>
        </p:nvSpPr>
        <p:spPr>
          <a:xfrm>
            <a:off x="6070117" y="4459745"/>
            <a:ext cx="1444249" cy="22486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23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上架描述標示無劃線</a:t>
            </a:r>
            <a:endParaRPr lang="zh-TW" sz="1223"/>
          </a:p>
        </p:txBody>
      </p:sp>
      <p:sp>
        <p:nvSpPr>
          <p:cNvPr id="120" name="!!text-4tf" descr="有利買家"/>
          <p:cNvSpPr txBox="1"/>
          <p:nvPr/>
        </p:nvSpPr>
        <p:spPr>
          <a:xfrm>
            <a:off x="6070117" y="4688288"/>
            <a:ext cx="612124" cy="2061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21" kern="0" dirty="0">
                <a:solidFill>
                  <a:srgbClr val="8A969F"/>
                </a:solidFill>
                <a:latin typeface="Noto Sans TC"/>
                <a:ea typeface="Noto Sans TC"/>
                <a:cs typeface="Noto Sans TC"/>
              </a:rPr>
              <a:t>有利買家</a:t>
            </a:r>
            <a:endParaRPr lang="zh-TW" sz="1121"/>
          </a:p>
        </p:txBody>
      </p:sp>
      <p:sp>
        <p:nvSpPr>
          <p:cNvPr id="121" name="!!circle-4to"/>
          <p:cNvSpPr/>
          <p:nvPr/>
        </p:nvSpPr>
        <p:spPr>
          <a:xfrm>
            <a:off x="5924528" y="5076657"/>
            <a:ext cx="58236" cy="58236"/>
          </a:xfrm>
          <a:prstGeom prst="ellipse">
            <a:avLst/>
          </a:prstGeom>
          <a:solidFill>
            <a:srgbClr val="5B6770"/>
          </a:solidFill>
          <a:ln>
            <a:noFill/>
          </a:ln>
        </p:spPr>
      </p:sp>
      <p:sp>
        <p:nvSpPr>
          <p:cNvPr id="122" name="!!text-4tp" descr="上架照片未拍攝內頁"/>
          <p:cNvSpPr txBox="1"/>
          <p:nvPr/>
        </p:nvSpPr>
        <p:spPr>
          <a:xfrm>
            <a:off x="6070117" y="4977397"/>
            <a:ext cx="1444249" cy="22486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23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上架照片未拍攝內頁</a:t>
            </a:r>
            <a:endParaRPr lang="zh-TW" sz="1223"/>
          </a:p>
        </p:txBody>
      </p:sp>
      <p:sp>
        <p:nvSpPr>
          <p:cNvPr id="123" name="!!text-4tz" descr="照片 1（封面）・照片 2（封底）"/>
          <p:cNvSpPr txBox="1"/>
          <p:nvPr/>
        </p:nvSpPr>
        <p:spPr>
          <a:xfrm>
            <a:off x="6070117" y="5205940"/>
            <a:ext cx="1901569" cy="2061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21" kern="0" dirty="0">
                <a:solidFill>
                  <a:srgbClr val="8A969F"/>
                </a:solidFill>
                <a:latin typeface="Noto Sans TC"/>
                <a:ea typeface="Noto Sans TC"/>
                <a:cs typeface="Noto Sans TC"/>
              </a:rPr>
              <a:t>照片 </a:t>
            </a:r>
            <a:r>
              <a:rPr lang="zh-TW" altLang="en-US" sz="1121" kern="0" spc="-560" dirty="0">
                <a:solidFill>
                  <a:srgbClr val="8A969F"/>
                </a:solidFill>
                <a:latin typeface="Noto Sans TC"/>
                <a:ea typeface="Noto Sans TC"/>
                <a:cs typeface="Noto Sans TC"/>
              </a:rPr>
              <a:t>1</a:t>
            </a:r>
            <a:r>
              <a:rPr lang="zh-TW" altLang="en-US" sz="1121" kern="0" dirty="0">
                <a:solidFill>
                  <a:srgbClr val="8A969F"/>
                </a:solidFill>
                <a:latin typeface="Noto Sans TC"/>
                <a:ea typeface="Noto Sans TC"/>
                <a:cs typeface="Noto Sans TC"/>
              </a:rPr>
              <a:t>（封面</a:t>
            </a:r>
            <a:r>
              <a:rPr lang="zh-TW" altLang="en-US" sz="1121" kern="0" spc="-560" dirty="0">
                <a:solidFill>
                  <a:srgbClr val="8A969F"/>
                </a:solidFill>
                <a:latin typeface="Noto Sans TC"/>
                <a:ea typeface="Noto Sans TC"/>
                <a:cs typeface="Noto Sans TC"/>
              </a:rPr>
              <a:t>）</a:t>
            </a:r>
            <a:r>
              <a:rPr lang="zh-TW" altLang="en-US" sz="1121" kern="0" dirty="0">
                <a:solidFill>
                  <a:srgbClr val="8A969F"/>
                </a:solidFill>
                <a:latin typeface="Noto Sans TC"/>
                <a:ea typeface="Noto Sans TC"/>
                <a:cs typeface="Noto Sans TC"/>
              </a:rPr>
              <a:t>・照片 </a:t>
            </a:r>
            <a:r>
              <a:rPr lang="zh-TW" altLang="en-US" sz="1121" kern="0" spc="-560" dirty="0">
                <a:solidFill>
                  <a:srgbClr val="8A969F"/>
                </a:solidFill>
                <a:latin typeface="Noto Sans TC"/>
                <a:ea typeface="Noto Sans TC"/>
                <a:cs typeface="Noto Sans TC"/>
              </a:rPr>
              <a:t>2</a:t>
            </a:r>
            <a:r>
              <a:rPr lang="zh-TW" altLang="en-US" sz="1121" kern="0" dirty="0">
                <a:solidFill>
                  <a:srgbClr val="8A969F"/>
                </a:solidFill>
                <a:latin typeface="Noto Sans TC"/>
                <a:ea typeface="Noto Sans TC"/>
                <a:cs typeface="Noto Sans TC"/>
              </a:rPr>
              <a:t>（封底）</a:t>
            </a:r>
            <a:endParaRPr lang="zh-TW" sz="1121"/>
          </a:p>
        </p:txBody>
      </p:sp>
      <p:sp>
        <p:nvSpPr>
          <p:cNvPr id="124" name="!!rect-4uf"/>
          <p:cNvSpPr/>
          <p:nvPr/>
        </p:nvSpPr>
        <p:spPr>
          <a:xfrm>
            <a:off x="2116550" y="5125187"/>
            <a:ext cx="841185" cy="1035304"/>
          </a:xfrm>
          <a:prstGeom prst="roundRect">
            <a:avLst>
              <a:gd name="adj" fmla="val 11538"/>
            </a:avLst>
          </a:prstGeom>
          <a:noFill/>
          <a:ln w="19412" cap="flat">
            <a:solidFill>
              <a:srgbClr val="627D8D"/>
            </a:solidFill>
            <a:prstDash val="solid"/>
            <a:miter lim="800000"/>
          </a:ln>
        </p:spPr>
      </p:sp>
      <p:sp>
        <p:nvSpPr>
          <p:cNvPr id="125" name="!!rect-4uh"/>
          <p:cNvSpPr/>
          <p:nvPr/>
        </p:nvSpPr>
        <p:spPr>
          <a:xfrm>
            <a:off x="2996558" y="5125187"/>
            <a:ext cx="841185" cy="1035304"/>
          </a:xfrm>
          <a:prstGeom prst="roundRect">
            <a:avLst>
              <a:gd name="adj" fmla="val 11538"/>
            </a:avLst>
          </a:prstGeom>
          <a:noFill/>
          <a:ln w="19412" cap="flat">
            <a:solidFill>
              <a:srgbClr val="627D8D"/>
            </a:solidFill>
            <a:prstDash val="solid"/>
            <a:miter lim="800000"/>
          </a:ln>
        </p:spPr>
      </p:sp>
      <p:sp>
        <p:nvSpPr>
          <p:cNvPr id="126" name="!!rect-4uq"/>
          <p:cNvSpPr/>
          <p:nvPr/>
        </p:nvSpPr>
        <p:spPr>
          <a:xfrm>
            <a:off x="2196870" y="5992254"/>
            <a:ext cx="680544" cy="375298"/>
          </a:xfrm>
          <a:prstGeom prst="roundRect">
            <a:avLst>
              <a:gd name="adj" fmla="val 50000"/>
            </a:avLst>
          </a:prstGeom>
          <a:solidFill>
            <a:srgbClr val="0B1A26">
              <a:alpha val="10000"/>
            </a:srgbClr>
          </a:solidFill>
          <a:ln>
            <a:noFill/>
          </a:ln>
          <a:effectLst>
            <a:softEdge rad="99648"/>
          </a:effectLst>
        </p:spPr>
      </p:sp>
      <p:sp>
        <p:nvSpPr>
          <p:cNvPr id="127" name="!!rect-4ur"/>
          <p:cNvSpPr/>
          <p:nvPr/>
        </p:nvSpPr>
        <p:spPr>
          <a:xfrm>
            <a:off x="2222753" y="5985783"/>
            <a:ext cx="628779" cy="28470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765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128" name="!!text-4us" descr="照片 3"/>
          <p:cNvSpPr txBox="1"/>
          <p:nvPr/>
        </p:nvSpPr>
        <p:spPr>
          <a:xfrm>
            <a:off x="2336636" y="6014254"/>
            <a:ext cx="443718" cy="2061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21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照片 3</a:t>
            </a:r>
            <a:endParaRPr lang="zh-TW" sz="1121"/>
          </a:p>
        </p:txBody>
      </p:sp>
      <p:sp>
        <p:nvSpPr>
          <p:cNvPr id="129" name="!!rect-4v3"/>
          <p:cNvSpPr/>
          <p:nvPr/>
        </p:nvSpPr>
        <p:spPr>
          <a:xfrm>
            <a:off x="3076879" y="5992254"/>
            <a:ext cx="680544" cy="375298"/>
          </a:xfrm>
          <a:prstGeom prst="roundRect">
            <a:avLst>
              <a:gd name="adj" fmla="val 50000"/>
            </a:avLst>
          </a:prstGeom>
          <a:solidFill>
            <a:srgbClr val="0B1A26">
              <a:alpha val="10000"/>
            </a:srgbClr>
          </a:solidFill>
          <a:ln>
            <a:noFill/>
          </a:ln>
          <a:effectLst>
            <a:softEdge rad="99648"/>
          </a:effectLst>
        </p:spPr>
      </p:sp>
      <p:sp>
        <p:nvSpPr>
          <p:cNvPr id="130" name="!!rect-4v4"/>
          <p:cNvSpPr/>
          <p:nvPr/>
        </p:nvSpPr>
        <p:spPr>
          <a:xfrm>
            <a:off x="3102761" y="5985783"/>
            <a:ext cx="628779" cy="28470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765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131" name="!!text-4v5" descr="照片 4"/>
          <p:cNvSpPr txBox="1"/>
          <p:nvPr/>
        </p:nvSpPr>
        <p:spPr>
          <a:xfrm>
            <a:off x="3216645" y="6014254"/>
            <a:ext cx="443718" cy="2061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21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照片 4</a:t>
            </a:r>
            <a:endParaRPr lang="zh-TW" sz="1121"/>
          </a:p>
        </p:txBody>
      </p:sp>
      <p:sp>
        <p:nvSpPr>
          <p:cNvPr id="132" name="!!rect-4v9"/>
          <p:cNvSpPr/>
          <p:nvPr/>
        </p:nvSpPr>
        <p:spPr>
          <a:xfrm>
            <a:off x="2116550" y="2692222"/>
            <a:ext cx="737654" cy="944715"/>
          </a:xfrm>
          <a:prstGeom prst="roundRect">
            <a:avLst>
              <a:gd name="adj" fmla="val 14912"/>
            </a:avLst>
          </a:prstGeom>
          <a:noFill/>
          <a:ln w="19412" cap="flat">
            <a:solidFill>
              <a:srgbClr val="627D8D"/>
            </a:solidFill>
            <a:prstDash val="solid"/>
            <a:miter lim="800000"/>
          </a:ln>
        </p:spPr>
      </p:sp>
      <p:sp>
        <p:nvSpPr>
          <p:cNvPr id="133" name="!!rect-4vi"/>
          <p:cNvSpPr/>
          <p:nvPr/>
        </p:nvSpPr>
        <p:spPr>
          <a:xfrm>
            <a:off x="2145105" y="3468700"/>
            <a:ext cx="680544" cy="375298"/>
          </a:xfrm>
          <a:prstGeom prst="roundRect">
            <a:avLst>
              <a:gd name="adj" fmla="val 50000"/>
            </a:avLst>
          </a:prstGeom>
          <a:solidFill>
            <a:srgbClr val="0B1A26">
              <a:alpha val="10000"/>
            </a:srgbClr>
          </a:solidFill>
          <a:ln>
            <a:noFill/>
          </a:ln>
          <a:effectLst>
            <a:softEdge rad="99648"/>
          </a:effectLst>
        </p:spPr>
      </p:sp>
      <p:sp>
        <p:nvSpPr>
          <p:cNvPr id="134" name="!!rect-4vj"/>
          <p:cNvSpPr/>
          <p:nvPr/>
        </p:nvSpPr>
        <p:spPr>
          <a:xfrm>
            <a:off x="2170988" y="3462230"/>
            <a:ext cx="628779" cy="28470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765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135" name="!!text-4vk" descr="照片 1"/>
          <p:cNvSpPr txBox="1"/>
          <p:nvPr/>
        </p:nvSpPr>
        <p:spPr>
          <a:xfrm>
            <a:off x="2284871" y="3490700"/>
            <a:ext cx="443718" cy="2061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21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照片 1</a:t>
            </a:r>
            <a:endParaRPr lang="zh-TW" sz="1121"/>
          </a:p>
        </p:txBody>
      </p:sp>
      <p:sp>
        <p:nvSpPr>
          <p:cNvPr id="136" name="!!line-4vs"/>
          <p:cNvSpPr/>
          <p:nvPr/>
        </p:nvSpPr>
        <p:spPr>
          <a:xfrm>
            <a:off x="5901880" y="5623427"/>
            <a:ext cx="4141216" cy="1"/>
          </a:xfrm>
          <a:custGeom>
            <a:avLst/>
            <a:gdLst/>
            <a:ahLst/>
            <a:cxnLst/>
            <a:rect l="l" t="t" r="r" b="b"/>
            <a:pathLst>
              <a:path w="4141216" h="1">
                <a:moveTo>
                  <a:pt x="0" y="0"/>
                </a:moveTo>
                <a:lnTo>
                  <a:pt x="4141216" y="0"/>
                </a:lnTo>
              </a:path>
            </a:pathLst>
          </a:custGeom>
          <a:solidFill>
            <a:srgbClr val="000000"/>
          </a:solidFill>
          <a:ln w="9706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137" name="!!path-4vt"/>
          <p:cNvSpPr/>
          <p:nvPr/>
        </p:nvSpPr>
        <p:spPr>
          <a:xfrm>
            <a:off x="5913748" y="5758236"/>
            <a:ext cx="118672" cy="118672"/>
          </a:xfrm>
          <a:custGeom>
            <a:avLst/>
            <a:gdLst/>
            <a:ahLst/>
            <a:cxnLst/>
            <a:rect l="l" t="t" r="r" b="b"/>
            <a:pathLst>
              <a:path w="118672" h="118672">
                <a:moveTo>
                  <a:pt x="53402" y="29668"/>
                </a:moveTo>
                <a:lnTo>
                  <a:pt x="65269" y="29668"/>
                </a:lnTo>
                <a:lnTo>
                  <a:pt x="65269" y="41535"/>
                </a:lnTo>
                <a:lnTo>
                  <a:pt x="53402" y="41535"/>
                </a:lnTo>
                <a:close/>
                <a:moveTo>
                  <a:pt x="53402" y="53402"/>
                </a:moveTo>
                <a:lnTo>
                  <a:pt x="65269" y="53402"/>
                </a:lnTo>
                <a:lnTo>
                  <a:pt x="65269" y="89004"/>
                </a:lnTo>
                <a:lnTo>
                  <a:pt x="53402" y="89004"/>
                </a:lnTo>
                <a:close/>
                <a:moveTo>
                  <a:pt x="59336" y="0"/>
                </a:moveTo>
                <a:cubicBezTo>
                  <a:pt x="26582" y="0"/>
                  <a:pt x="0" y="26582"/>
                  <a:pt x="0" y="59336"/>
                </a:cubicBezTo>
                <a:cubicBezTo>
                  <a:pt x="0" y="92089"/>
                  <a:pt x="26582" y="118672"/>
                  <a:pt x="59336" y="118672"/>
                </a:cubicBezTo>
                <a:cubicBezTo>
                  <a:pt x="92089" y="118672"/>
                  <a:pt x="118672" y="92089"/>
                  <a:pt x="118672" y="59336"/>
                </a:cubicBezTo>
                <a:cubicBezTo>
                  <a:pt x="118672" y="26582"/>
                  <a:pt x="92089" y="0"/>
                  <a:pt x="59336" y="0"/>
                </a:cubicBezTo>
                <a:close/>
                <a:moveTo>
                  <a:pt x="59336" y="106805"/>
                </a:moveTo>
                <a:cubicBezTo>
                  <a:pt x="33169" y="106805"/>
                  <a:pt x="11867" y="85503"/>
                  <a:pt x="11867" y="59336"/>
                </a:cubicBezTo>
                <a:cubicBezTo>
                  <a:pt x="11867" y="33169"/>
                  <a:pt x="33169" y="11867"/>
                  <a:pt x="59336" y="11867"/>
                </a:cubicBezTo>
                <a:cubicBezTo>
                  <a:pt x="85503" y="11867"/>
                  <a:pt x="106805" y="33169"/>
                  <a:pt x="106805" y="59336"/>
                </a:cubicBezTo>
                <a:cubicBezTo>
                  <a:pt x="106805" y="85503"/>
                  <a:pt x="85503" y="106805"/>
                  <a:pt x="59336" y="106805"/>
                </a:cubicBezTo>
                <a:close/>
              </a:path>
            </a:pathLst>
          </a:custGeom>
          <a:solidFill>
            <a:srgbClr val="8A969F"/>
          </a:solidFill>
          <a:ln>
            <a:noFill/>
          </a:ln>
        </p:spPr>
      </p:sp>
      <p:sp>
        <p:nvSpPr>
          <p:cNvPr id="138" name="!!text-4vu" descr="AI 分析僅供參考，請依實際證據裁決。"/>
          <p:cNvSpPr txBox="1"/>
          <p:nvPr/>
        </p:nvSpPr>
        <p:spPr>
          <a:xfrm>
            <a:off x="6108941" y="5704180"/>
            <a:ext cx="2480524" cy="2061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21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AI 分析僅供參考，請依實際證據裁決。</a:t>
            </a:r>
            <a:endParaRPr lang="zh-TW" sz="1121"/>
          </a:p>
        </p:txBody>
      </p:sp>
      <p:sp>
        <p:nvSpPr>
          <p:cNvPr id="139" name="!!path-4wh"/>
          <p:cNvSpPr/>
          <p:nvPr/>
        </p:nvSpPr>
        <p:spPr>
          <a:xfrm>
            <a:off x="5908888" y="6102792"/>
            <a:ext cx="148634" cy="154170"/>
          </a:xfrm>
          <a:custGeom>
            <a:avLst/>
            <a:gdLst/>
            <a:ahLst/>
            <a:cxnLst/>
            <a:rect l="l" t="t" r="r" b="b"/>
            <a:pathLst>
              <a:path w="148634" h="154170">
                <a:moveTo>
                  <a:pt x="0" y="140154"/>
                </a:moveTo>
                <a:lnTo>
                  <a:pt x="84093" y="140154"/>
                </a:lnTo>
                <a:lnTo>
                  <a:pt x="84093" y="154170"/>
                </a:lnTo>
                <a:lnTo>
                  <a:pt x="0" y="154170"/>
                </a:lnTo>
                <a:lnTo>
                  <a:pt x="0" y="140154"/>
                </a:lnTo>
                <a:close/>
                <a:moveTo>
                  <a:pt x="29713" y="49545"/>
                </a:moveTo>
                <a:lnTo>
                  <a:pt x="49545" y="29713"/>
                </a:lnTo>
                <a:lnTo>
                  <a:pt x="148634" y="128802"/>
                </a:lnTo>
                <a:lnTo>
                  <a:pt x="128802" y="148634"/>
                </a:lnTo>
                <a:lnTo>
                  <a:pt x="29713" y="49545"/>
                </a:lnTo>
                <a:close/>
                <a:moveTo>
                  <a:pt x="79327" y="0"/>
                </a:moveTo>
                <a:lnTo>
                  <a:pt x="118991" y="39664"/>
                </a:lnTo>
                <a:lnTo>
                  <a:pt x="99159" y="59495"/>
                </a:lnTo>
                <a:lnTo>
                  <a:pt x="59495" y="19832"/>
                </a:lnTo>
                <a:lnTo>
                  <a:pt x="79327" y="0"/>
                </a:lnTo>
                <a:close/>
                <a:moveTo>
                  <a:pt x="19832" y="59425"/>
                </a:moveTo>
                <a:lnTo>
                  <a:pt x="59495" y="99089"/>
                </a:lnTo>
                <a:lnTo>
                  <a:pt x="39664" y="118921"/>
                </a:lnTo>
                <a:lnTo>
                  <a:pt x="0" y="79257"/>
                </a:lnTo>
                <a:lnTo>
                  <a:pt x="19832" y="59425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140" name="!!text-4wi" descr="管理員裁決"/>
          <p:cNvSpPr txBox="1"/>
          <p:nvPr/>
        </p:nvSpPr>
        <p:spPr>
          <a:xfrm>
            <a:off x="6121883" y="6057996"/>
            <a:ext cx="823067" cy="22486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23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管理員裁決</a:t>
            </a:r>
            <a:endParaRPr lang="zh-TW" sz="1223"/>
          </a:p>
        </p:txBody>
      </p:sp>
      <p:sp>
        <p:nvSpPr>
          <p:cNvPr id="141" name="!!rect-4ws"/>
          <p:cNvSpPr/>
          <p:nvPr/>
        </p:nvSpPr>
        <p:spPr>
          <a:xfrm>
            <a:off x="7014832" y="6050490"/>
            <a:ext cx="711772" cy="25882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706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142" name="!!text-4wt" descr="人工退款"/>
          <p:cNvSpPr txBox="1"/>
          <p:nvPr/>
        </p:nvSpPr>
        <p:spPr>
          <a:xfrm>
            <a:off x="7086010" y="6066537"/>
            <a:ext cx="612124" cy="2061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21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人工退款</a:t>
            </a:r>
            <a:endParaRPr lang="zh-TW" sz="1121"/>
          </a:p>
        </p:txBody>
      </p:sp>
      <p:sp>
        <p:nvSpPr>
          <p:cNvPr id="143" name="!!rect-4x2"/>
          <p:cNvSpPr/>
          <p:nvPr/>
        </p:nvSpPr>
        <p:spPr>
          <a:xfrm>
            <a:off x="7778369" y="6050490"/>
            <a:ext cx="711772" cy="25882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706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144" name="!!text-4x3" descr="自動退款"/>
          <p:cNvSpPr txBox="1"/>
          <p:nvPr/>
        </p:nvSpPr>
        <p:spPr>
          <a:xfrm>
            <a:off x="7849546" y="6066537"/>
            <a:ext cx="612124" cy="2061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21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自動退款</a:t>
            </a:r>
            <a:endParaRPr lang="zh-TW" sz="1121"/>
          </a:p>
        </p:txBody>
      </p:sp>
      <p:sp>
        <p:nvSpPr>
          <p:cNvPr id="145" name="!!rect-4xc"/>
          <p:cNvSpPr/>
          <p:nvPr/>
        </p:nvSpPr>
        <p:spPr>
          <a:xfrm>
            <a:off x="8541906" y="6050490"/>
            <a:ext cx="711772" cy="25882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706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146" name="!!text-4xd" descr="駁回爭議"/>
          <p:cNvSpPr txBox="1"/>
          <p:nvPr/>
        </p:nvSpPr>
        <p:spPr>
          <a:xfrm>
            <a:off x="8613083" y="6066537"/>
            <a:ext cx="612124" cy="2061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21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駁回爭議</a:t>
            </a:r>
            <a:endParaRPr lang="zh-TW" sz="1121"/>
          </a:p>
        </p:txBody>
      </p:sp>
      <p:sp>
        <p:nvSpPr>
          <p:cNvPr id="147" name="!!rect-4xm"/>
          <p:cNvSpPr/>
          <p:nvPr/>
        </p:nvSpPr>
        <p:spPr>
          <a:xfrm>
            <a:off x="9305443" y="6050490"/>
            <a:ext cx="711772" cy="25882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706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148" name="!!text-4xn" descr="協調結案"/>
          <p:cNvSpPr txBox="1"/>
          <p:nvPr/>
        </p:nvSpPr>
        <p:spPr>
          <a:xfrm>
            <a:off x="9376620" y="6066537"/>
            <a:ext cx="612124" cy="2061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21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協調結案</a:t>
            </a:r>
            <a:endParaRPr lang="zh-TW" sz="1121"/>
          </a:p>
        </p:txBody>
      </p:sp>
      <p:sp>
        <p:nvSpPr>
          <p:cNvPr id="149" name="!!text-4xx" descr="爭議分析"/>
          <p:cNvSpPr txBox="1"/>
          <p:nvPr/>
        </p:nvSpPr>
        <p:spPr>
          <a:xfrm>
            <a:off x="608889" y="570884"/>
            <a:ext cx="723678" cy="22486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23" b="1" kern="0" spc="147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爭議分</a:t>
            </a:r>
            <a:r>
              <a:rPr lang="zh-TW" altLang="en-US" sz="1223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析</a:t>
            </a:r>
            <a:endParaRPr lang="zh-TW" sz="1223"/>
          </a:p>
        </p:txBody>
      </p:sp>
      <p:sp>
        <p:nvSpPr>
          <p:cNvPr id="150" name="!!text-4y7" descr="比對證據，輔助裁決"/>
          <p:cNvSpPr txBox="1"/>
          <p:nvPr/>
        </p:nvSpPr>
        <p:spPr>
          <a:xfrm>
            <a:off x="608889" y="844722"/>
            <a:ext cx="4109122" cy="67460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3668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比對證</a:t>
            </a:r>
            <a:r>
              <a:rPr lang="zh-TW" altLang="en-US" sz="3668" kern="0" spc="-1101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據</a:t>
            </a:r>
            <a:r>
              <a:rPr lang="zh-TW" altLang="en-US" sz="3668" kern="0" spc="-66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，</a:t>
            </a:r>
            <a:r>
              <a:rPr lang="zh-TW" altLang="en-US" sz="3668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輔助裁決</a:t>
            </a:r>
            <a:endParaRPr lang="zh-TW" sz="3668"/>
          </a:p>
        </p:txBody>
      </p:sp>
      <p:sp>
        <p:nvSpPr>
          <p:cNvPr id="151" name="!!text-4yl" descr="比對上架資料、照片與爭議說明，整理摘要與建議，僅供管理員參考。"/>
          <p:cNvSpPr txBox="1"/>
          <p:nvPr/>
        </p:nvSpPr>
        <p:spPr>
          <a:xfrm>
            <a:off x="608889" y="1574094"/>
            <a:ext cx="6075941" cy="28108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529" kern="0" dirty="0">
                <a:solidFill>
                  <a:srgbClr val="3F4A54"/>
                </a:solidFill>
                <a:latin typeface="Noto Sans TC Medium"/>
                <a:ea typeface="Noto Sans TC Medium"/>
                <a:cs typeface="Noto Sans TC Medium"/>
              </a:rPr>
              <a:t>比對上架資料、照片與爭議說明，整理摘要與建議，僅供管理員參考。</a:t>
            </a:r>
            <a:endParaRPr lang="zh-TW" sz="1529"/>
          </a:p>
        </p:txBody>
      </p:sp>
      <p:sp>
        <p:nvSpPr>
          <p:cNvPr id="152" name="!!path-9ic"/>
          <p:cNvSpPr/>
          <p:nvPr/>
        </p:nvSpPr>
        <p:spPr>
          <a:xfrm>
            <a:off x="381000" y="306527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53" name="!!path-9id"/>
          <p:cNvSpPr/>
          <p:nvPr/>
        </p:nvSpPr>
        <p:spPr>
          <a:xfrm>
            <a:off x="381000" y="308153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54" name="!!path-9ie"/>
          <p:cNvSpPr/>
          <p:nvPr/>
        </p:nvSpPr>
        <p:spPr>
          <a:xfrm>
            <a:off x="381000" y="309778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55" name="!!path-9if"/>
          <p:cNvSpPr/>
          <p:nvPr/>
        </p:nvSpPr>
        <p:spPr>
          <a:xfrm>
            <a:off x="381000" y="311404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56" name="!!path-9ig"/>
          <p:cNvSpPr/>
          <p:nvPr/>
        </p:nvSpPr>
        <p:spPr>
          <a:xfrm>
            <a:off x="381000" y="313030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57" name="!!path-9ih"/>
          <p:cNvSpPr/>
          <p:nvPr/>
        </p:nvSpPr>
        <p:spPr>
          <a:xfrm>
            <a:off x="381000" y="314655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58" name="!!path-9ii"/>
          <p:cNvSpPr/>
          <p:nvPr/>
        </p:nvSpPr>
        <p:spPr>
          <a:xfrm>
            <a:off x="381000" y="316281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59" name="!!path-9ij"/>
          <p:cNvSpPr/>
          <p:nvPr/>
        </p:nvSpPr>
        <p:spPr>
          <a:xfrm>
            <a:off x="381000" y="317906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60" name="!!path-9ik"/>
          <p:cNvSpPr/>
          <p:nvPr/>
        </p:nvSpPr>
        <p:spPr>
          <a:xfrm>
            <a:off x="419608" y="269342"/>
            <a:ext cx="128422" cy="122936"/>
          </a:xfrm>
          <a:custGeom>
            <a:avLst/>
            <a:gdLst/>
            <a:ahLst/>
            <a:cxnLst/>
            <a:rect l="l" t="t" r="r" b="b"/>
            <a:pathLst>
              <a:path w="128422" h="122936">
                <a:moveTo>
                  <a:pt x="0" y="17678"/>
                </a:moveTo>
                <a:lnTo>
                  <a:pt x="8128" y="5080"/>
                </a:lnTo>
                <a:cubicBezTo>
                  <a:pt x="32512" y="0"/>
                  <a:pt x="73152" y="7112"/>
                  <a:pt x="101600" y="26416"/>
                </a:cubicBezTo>
                <a:cubicBezTo>
                  <a:pt x="116840" y="37186"/>
                  <a:pt x="124968" y="49784"/>
                  <a:pt x="128422" y="62992"/>
                </a:cubicBezTo>
                <a:lnTo>
                  <a:pt x="128422" y="122936"/>
                </a:lnTo>
                <a:lnTo>
                  <a:pt x="0" y="1229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61" name="!!path-9il"/>
          <p:cNvSpPr/>
          <p:nvPr/>
        </p:nvSpPr>
        <p:spPr>
          <a:xfrm>
            <a:off x="419608" y="269342"/>
            <a:ext cx="128422" cy="62992"/>
          </a:xfrm>
          <a:custGeom>
            <a:avLst/>
            <a:gdLst/>
            <a:ahLst/>
            <a:cxnLst/>
            <a:rect l="l" t="t" r="r" b="b"/>
            <a:pathLst>
              <a:path w="128422" h="62992" fill="none">
                <a:moveTo>
                  <a:pt x="128422" y="62992"/>
                </a:moveTo>
                <a:cubicBezTo>
                  <a:pt x="124968" y="49784"/>
                  <a:pt x="116840" y="37186"/>
                  <a:pt x="101600" y="26416"/>
                </a:cubicBezTo>
                <a:cubicBezTo>
                  <a:pt x="73152" y="7112"/>
                  <a:pt x="32512" y="0"/>
                  <a:pt x="8128" y="5080"/>
                </a:cubicBezTo>
                <a:lnTo>
                  <a:pt x="0" y="1767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62" name="!!path-9im"/>
          <p:cNvSpPr/>
          <p:nvPr/>
        </p:nvSpPr>
        <p:spPr>
          <a:xfrm>
            <a:off x="407010" y="281534"/>
            <a:ext cx="141021" cy="110744"/>
          </a:xfrm>
          <a:custGeom>
            <a:avLst/>
            <a:gdLst/>
            <a:ahLst/>
            <a:cxnLst/>
            <a:rect l="l" t="t" r="r" b="b"/>
            <a:pathLst>
              <a:path w="141021" h="110744">
                <a:moveTo>
                  <a:pt x="0" y="22352"/>
                </a:moveTo>
                <a:lnTo>
                  <a:pt x="6502" y="6502"/>
                </a:lnTo>
                <a:cubicBezTo>
                  <a:pt x="36982" y="0"/>
                  <a:pt x="79654" y="7112"/>
                  <a:pt x="110134" y="25400"/>
                </a:cubicBezTo>
                <a:cubicBezTo>
                  <a:pt x="126390" y="35154"/>
                  <a:pt x="136550" y="49784"/>
                  <a:pt x="141021" y="62992"/>
                </a:cubicBezTo>
                <a:lnTo>
                  <a:pt x="141021" y="110744"/>
                </a:lnTo>
                <a:lnTo>
                  <a:pt x="0" y="110744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63" name="!!path-9in"/>
          <p:cNvSpPr/>
          <p:nvPr/>
        </p:nvSpPr>
        <p:spPr>
          <a:xfrm>
            <a:off x="407010" y="281534"/>
            <a:ext cx="141021" cy="62992"/>
          </a:xfrm>
          <a:custGeom>
            <a:avLst/>
            <a:gdLst/>
            <a:ahLst/>
            <a:cxnLst/>
            <a:rect l="l" t="t" r="r" b="b"/>
            <a:pathLst>
              <a:path w="141021" h="62992" fill="none">
                <a:moveTo>
                  <a:pt x="141021" y="62992"/>
                </a:moveTo>
                <a:cubicBezTo>
                  <a:pt x="136550" y="49784"/>
                  <a:pt x="126390" y="35154"/>
                  <a:pt x="110134" y="25400"/>
                </a:cubicBezTo>
                <a:cubicBezTo>
                  <a:pt x="79654" y="7112"/>
                  <a:pt x="36982" y="0"/>
                  <a:pt x="6502" y="6502"/>
                </a:cubicBezTo>
                <a:lnTo>
                  <a:pt x="0" y="22352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64" name="!!path-9io"/>
          <p:cNvSpPr/>
          <p:nvPr/>
        </p:nvSpPr>
        <p:spPr>
          <a:xfrm>
            <a:off x="395834" y="294742"/>
            <a:ext cx="151790" cy="97536"/>
          </a:xfrm>
          <a:custGeom>
            <a:avLst/>
            <a:gdLst/>
            <a:ahLst/>
            <a:cxnLst/>
            <a:rect l="l" t="t" r="r" b="b"/>
            <a:pathLst>
              <a:path w="151790" h="97536">
                <a:moveTo>
                  <a:pt x="0" y="23165"/>
                </a:moveTo>
                <a:lnTo>
                  <a:pt x="3861" y="12598"/>
                </a:lnTo>
                <a:cubicBezTo>
                  <a:pt x="37998" y="0"/>
                  <a:pt x="84734" y="5080"/>
                  <a:pt x="117246" y="21946"/>
                </a:cubicBezTo>
                <a:cubicBezTo>
                  <a:pt x="135534" y="31496"/>
                  <a:pt x="146710" y="43688"/>
                  <a:pt x="151790" y="55270"/>
                </a:cubicBezTo>
                <a:lnTo>
                  <a:pt x="151790" y="97536"/>
                </a:lnTo>
                <a:lnTo>
                  <a:pt x="0" y="975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65" name="!!path-9ip"/>
          <p:cNvSpPr/>
          <p:nvPr/>
        </p:nvSpPr>
        <p:spPr>
          <a:xfrm>
            <a:off x="395834" y="294742"/>
            <a:ext cx="151790" cy="55270"/>
          </a:xfrm>
          <a:custGeom>
            <a:avLst/>
            <a:gdLst/>
            <a:ahLst/>
            <a:cxnLst/>
            <a:rect l="l" t="t" r="r" b="b"/>
            <a:pathLst>
              <a:path w="151790" h="55270" fill="none">
                <a:moveTo>
                  <a:pt x="151790" y="55270"/>
                </a:moveTo>
                <a:cubicBezTo>
                  <a:pt x="146710" y="43688"/>
                  <a:pt x="135534" y="31496"/>
                  <a:pt x="117246" y="21946"/>
                </a:cubicBezTo>
                <a:cubicBezTo>
                  <a:pt x="84734" y="5080"/>
                  <a:pt x="37998" y="0"/>
                  <a:pt x="3861" y="12598"/>
                </a:cubicBezTo>
                <a:lnTo>
                  <a:pt x="0" y="23165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66" name="!!path-9iq"/>
          <p:cNvSpPr/>
          <p:nvPr/>
        </p:nvSpPr>
        <p:spPr>
          <a:xfrm>
            <a:off x="548234" y="264262"/>
            <a:ext cx="120294" cy="128016"/>
          </a:xfrm>
          <a:custGeom>
            <a:avLst/>
            <a:gdLst/>
            <a:ahLst/>
            <a:cxnLst/>
            <a:rect l="l" t="t" r="r" b="b"/>
            <a:pathLst>
              <a:path w="120294" h="128016">
                <a:moveTo>
                  <a:pt x="120294" y="18288"/>
                </a:moveTo>
                <a:lnTo>
                  <a:pt x="113589" y="4470"/>
                </a:lnTo>
                <a:cubicBezTo>
                  <a:pt x="86766" y="0"/>
                  <a:pt x="44094" y="10160"/>
                  <a:pt x="17678" y="30480"/>
                </a:cubicBezTo>
                <a:cubicBezTo>
                  <a:pt x="6502" y="39624"/>
                  <a:pt x="1422" y="52832"/>
                  <a:pt x="0" y="67056"/>
                </a:cubicBezTo>
                <a:lnTo>
                  <a:pt x="0" y="128016"/>
                </a:lnTo>
                <a:lnTo>
                  <a:pt x="120294" y="12801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67" name="!!path-9ir"/>
          <p:cNvSpPr/>
          <p:nvPr/>
        </p:nvSpPr>
        <p:spPr>
          <a:xfrm>
            <a:off x="548234" y="264262"/>
            <a:ext cx="120294" cy="67056"/>
          </a:xfrm>
          <a:custGeom>
            <a:avLst/>
            <a:gdLst/>
            <a:ahLst/>
            <a:cxnLst/>
            <a:rect l="l" t="t" r="r" b="b"/>
            <a:pathLst>
              <a:path w="120294" h="67056" fill="none">
                <a:moveTo>
                  <a:pt x="0" y="67056"/>
                </a:moveTo>
                <a:cubicBezTo>
                  <a:pt x="1422" y="52832"/>
                  <a:pt x="6502" y="39624"/>
                  <a:pt x="17678" y="30480"/>
                </a:cubicBezTo>
                <a:cubicBezTo>
                  <a:pt x="44094" y="10160"/>
                  <a:pt x="86766" y="0"/>
                  <a:pt x="113589" y="4470"/>
                </a:cubicBezTo>
                <a:lnTo>
                  <a:pt x="120294" y="1828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68" name="!!path-9is"/>
          <p:cNvSpPr/>
          <p:nvPr/>
        </p:nvSpPr>
        <p:spPr>
          <a:xfrm>
            <a:off x="548437" y="279502"/>
            <a:ext cx="133299" cy="112776"/>
          </a:xfrm>
          <a:custGeom>
            <a:avLst/>
            <a:gdLst/>
            <a:ahLst/>
            <a:cxnLst/>
            <a:rect l="l" t="t" r="r" b="b"/>
            <a:pathLst>
              <a:path w="133299" h="112776">
                <a:moveTo>
                  <a:pt x="133299" y="19710"/>
                </a:moveTo>
                <a:lnTo>
                  <a:pt x="127203" y="3048"/>
                </a:lnTo>
                <a:cubicBezTo>
                  <a:pt x="94691" y="0"/>
                  <a:pt x="54051" y="11176"/>
                  <a:pt x="27635" y="30683"/>
                </a:cubicBezTo>
                <a:cubicBezTo>
                  <a:pt x="13411" y="41250"/>
                  <a:pt x="4267" y="53848"/>
                  <a:pt x="0" y="65024"/>
                </a:cubicBezTo>
                <a:lnTo>
                  <a:pt x="0" y="112776"/>
                </a:lnTo>
                <a:lnTo>
                  <a:pt x="133299" y="11277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69" name="!!path-9it"/>
          <p:cNvSpPr/>
          <p:nvPr/>
        </p:nvSpPr>
        <p:spPr>
          <a:xfrm>
            <a:off x="548437" y="279502"/>
            <a:ext cx="133299" cy="65024"/>
          </a:xfrm>
          <a:custGeom>
            <a:avLst/>
            <a:gdLst/>
            <a:ahLst/>
            <a:cxnLst/>
            <a:rect l="l" t="t" r="r" b="b"/>
            <a:pathLst>
              <a:path w="133299" h="65024" fill="none">
                <a:moveTo>
                  <a:pt x="0" y="65024"/>
                </a:moveTo>
                <a:cubicBezTo>
                  <a:pt x="4267" y="53848"/>
                  <a:pt x="13411" y="41250"/>
                  <a:pt x="27635" y="30683"/>
                </a:cubicBezTo>
                <a:cubicBezTo>
                  <a:pt x="54051" y="11176"/>
                  <a:pt x="94691" y="0"/>
                  <a:pt x="127203" y="3048"/>
                </a:cubicBezTo>
                <a:lnTo>
                  <a:pt x="133299" y="19710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70" name="!!path-9iu"/>
          <p:cNvSpPr/>
          <p:nvPr/>
        </p:nvSpPr>
        <p:spPr>
          <a:xfrm>
            <a:off x="548843" y="293726"/>
            <a:ext cx="142646" cy="98552"/>
          </a:xfrm>
          <a:custGeom>
            <a:avLst/>
            <a:gdLst/>
            <a:ahLst/>
            <a:cxnLst/>
            <a:rect l="l" t="t" r="r" b="b"/>
            <a:pathLst>
              <a:path w="142646" h="98552">
                <a:moveTo>
                  <a:pt x="142646" y="18898"/>
                </a:moveTo>
                <a:lnTo>
                  <a:pt x="139802" y="8738"/>
                </a:lnTo>
                <a:cubicBezTo>
                  <a:pt x="106477" y="0"/>
                  <a:pt x="63805" y="5080"/>
                  <a:pt x="35357" y="19304"/>
                </a:cubicBezTo>
                <a:cubicBezTo>
                  <a:pt x="17069" y="28448"/>
                  <a:pt x="5893" y="42672"/>
                  <a:pt x="0" y="56286"/>
                </a:cubicBezTo>
                <a:lnTo>
                  <a:pt x="0" y="98552"/>
                </a:lnTo>
                <a:lnTo>
                  <a:pt x="142646" y="98552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71" name="!!path-9iv"/>
          <p:cNvSpPr/>
          <p:nvPr/>
        </p:nvSpPr>
        <p:spPr>
          <a:xfrm>
            <a:off x="548843" y="293726"/>
            <a:ext cx="142646" cy="56286"/>
          </a:xfrm>
          <a:custGeom>
            <a:avLst/>
            <a:gdLst/>
            <a:ahLst/>
            <a:cxnLst/>
            <a:rect l="l" t="t" r="r" b="b"/>
            <a:pathLst>
              <a:path w="142646" h="56286" fill="none">
                <a:moveTo>
                  <a:pt x="0" y="56286"/>
                </a:moveTo>
                <a:cubicBezTo>
                  <a:pt x="5893" y="42672"/>
                  <a:pt x="17069" y="28448"/>
                  <a:pt x="35357" y="19304"/>
                </a:cubicBezTo>
                <a:cubicBezTo>
                  <a:pt x="63805" y="5080"/>
                  <a:pt x="106477" y="0"/>
                  <a:pt x="139802" y="8738"/>
                </a:cubicBezTo>
                <a:lnTo>
                  <a:pt x="142646" y="1889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72" name="!!path-9iw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627D8D"/>
              </a:gs>
              <a:gs pos="21794">
                <a:srgbClr val="627D8D"/>
              </a:gs>
              <a:gs pos="55376">
                <a:srgbClr val="627D8D"/>
              </a:gs>
              <a:gs pos="96421">
                <a:srgbClr val="98ABB7"/>
              </a:gs>
              <a:gs pos="100000">
                <a:srgbClr val="98ABB7"/>
              </a:gs>
            </a:gsLst>
            <a:lin ang="1983350" scaled="0"/>
          </a:gradFill>
          <a:ln>
            <a:noFill/>
          </a:ln>
        </p:spPr>
      </p:sp>
      <p:sp>
        <p:nvSpPr>
          <p:cNvPr id="173" name="!!path-9ix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0000"/>
                </a:srgbClr>
              </a:gs>
              <a:gs pos="4764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83333" t="79291" r="16667" b="20709"/>
            </a:path>
          </a:gradFill>
          <a:ln>
            <a:noFill/>
          </a:ln>
        </p:spPr>
      </p:sp>
      <p:sp>
        <p:nvSpPr>
          <p:cNvPr id="174" name="!!line-9iy"/>
          <p:cNvSpPr/>
          <p:nvPr/>
        </p:nvSpPr>
        <p:spPr>
          <a:xfrm>
            <a:off x="549046" y="363017"/>
            <a:ext cx="1" cy="153619"/>
          </a:xfrm>
          <a:custGeom>
            <a:avLst/>
            <a:gdLst/>
            <a:ahLst/>
            <a:cxnLst/>
            <a:rect l="l" t="t" r="r" b="b"/>
            <a:pathLst>
              <a:path w="1" h="153619">
                <a:moveTo>
                  <a:pt x="0" y="0"/>
                </a:moveTo>
                <a:lnTo>
                  <a:pt x="0" y="153619"/>
                </a:lnTo>
              </a:path>
            </a:pathLst>
          </a:custGeom>
          <a:solidFill>
            <a:srgbClr val="000000"/>
          </a:solidFill>
          <a:ln w="6909" cap="rnd">
            <a:solidFill>
              <a:srgbClr val="C9D3D9"/>
            </a:solidFill>
            <a:prstDash val="solid"/>
            <a:miter lim="800000"/>
          </a:ln>
        </p:spPr>
      </p:sp>
      <p:sp>
        <p:nvSpPr>
          <p:cNvPr id="175" name="!!path-9iz"/>
          <p:cNvSpPr/>
          <p:nvPr/>
        </p:nvSpPr>
        <p:spPr>
          <a:xfrm>
            <a:off x="657962" y="442062"/>
            <a:ext cx="25400" cy="37998"/>
          </a:xfrm>
          <a:custGeom>
            <a:avLst/>
            <a:gdLst/>
            <a:ahLst/>
            <a:cxnLst/>
            <a:rect l="l" t="t" r="r" b="b"/>
            <a:pathLst>
              <a:path w="25400" h="37998">
                <a:moveTo>
                  <a:pt x="0" y="2642"/>
                </a:moveTo>
                <a:lnTo>
                  <a:pt x="15240" y="0"/>
                </a:lnTo>
                <a:lnTo>
                  <a:pt x="25400" y="37186"/>
                </a:lnTo>
                <a:lnTo>
                  <a:pt x="7518" y="37998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 w="1016" cap="flat">
            <a:solidFill>
              <a:srgbClr val="FFFFFF">
                <a:alpha val="55000"/>
              </a:srgbClr>
            </a:solidFill>
            <a:prstDash val="solid"/>
            <a:round/>
          </a:ln>
        </p:spPr>
      </p:sp>
      <p:sp>
        <p:nvSpPr>
          <p:cNvPr id="176" name="!!text-9j0" descr="救「舊」我的書"/>
          <p:cNvSpPr txBox="1"/>
          <p:nvPr/>
        </p:nvSpPr>
        <p:spPr>
          <a:xfrm>
            <a:off x="805879" y="251460"/>
            <a:ext cx="1120140" cy="25745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400" b="1" kern="0" spc="-70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救</a:t>
            </a:r>
            <a:r>
              <a:rPr lang="zh-TW" altLang="en-US" sz="14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「舊</a:t>
            </a:r>
            <a:r>
              <a:rPr lang="zh-TW" altLang="en-US" sz="1400" b="1" kern="0" spc="-70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」</a:t>
            </a:r>
            <a:r>
              <a:rPr lang="zh-TW" altLang="en-US" sz="14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我的書</a:t>
            </a:r>
            <a:endParaRPr lang="zh-TW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fast" p14:dur="2200" advTm="400">
        <p159:morph option="byObject"/>
      </p:transition>
    </mc:Choice>
    <mc:Fallback>
      <p:transition spd="fast" advTm="400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113.5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rect-1q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7"/>
          </a:solidFill>
          <a:ln>
            <a:noFill/>
          </a:ln>
        </p:spPr>
      </p:sp>
      <p:sp>
        <p:nvSpPr>
          <p:cNvPr id="3" name="!!ellipse-1q2"/>
          <p:cNvSpPr/>
          <p:nvPr/>
        </p:nvSpPr>
        <p:spPr>
          <a:xfrm>
            <a:off x="-889000" y="-952500"/>
            <a:ext cx="13970000" cy="7874000"/>
          </a:xfrm>
          <a:prstGeom prst="ellipse">
            <a:avLst/>
          </a:prstGeom>
          <a:gradFill rotWithShape="1">
            <a:gsLst>
              <a:gs pos="0">
                <a:srgbClr val="FFFFFF">
                  <a:alpha val="95000"/>
                </a:srgbClr>
              </a:gs>
              <a:gs pos="40865">
                <a:srgbClr val="FFFFFF">
                  <a:alpha val="35000"/>
                </a:srgbClr>
              </a:gs>
              <a:gs pos="68108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!!rect-1q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P1"/>
            <a:srcRect/>
            <a:tile tx="37434" ty="61042" sx="16667" sy="16667" flip="none" algn="tl"/>
          </a:blipFill>
          <a:ln>
            <a:noFill/>
          </a:ln>
        </p:spPr>
      </p:sp>
      <p:sp>
        <p:nvSpPr>
          <p:cNvPr id="5" name="!!circle-1qv"/>
          <p:cNvSpPr/>
          <p:nvPr/>
        </p:nvSpPr>
        <p:spPr>
          <a:xfrm>
            <a:off x="7521343" y="3501015"/>
            <a:ext cx="1551610" cy="1551610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" name="!!circle-1qy"/>
          <p:cNvSpPr/>
          <p:nvPr/>
        </p:nvSpPr>
        <p:spPr>
          <a:xfrm>
            <a:off x="11066186" y="-1785779"/>
            <a:ext cx="2674569" cy="2674569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7" name="!!circle-1r1"/>
          <p:cNvSpPr/>
          <p:nvPr/>
        </p:nvSpPr>
        <p:spPr>
          <a:xfrm>
            <a:off x="8290639" y="2749607"/>
            <a:ext cx="905370" cy="905370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8" name="!!circle-1ro"/>
          <p:cNvSpPr/>
          <p:nvPr/>
        </p:nvSpPr>
        <p:spPr>
          <a:xfrm>
            <a:off x="-400066" y="4557357"/>
            <a:ext cx="1641335" cy="1641335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9" name="!!circle-1rs"/>
          <p:cNvSpPr/>
          <p:nvPr/>
        </p:nvSpPr>
        <p:spPr>
          <a:xfrm>
            <a:off x="9752543" y="4382598"/>
            <a:ext cx="1598701" cy="1598701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0" name="!!rect-1sh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5F7">
                  <a:alpha val="0"/>
                </a:srgbClr>
              </a:gs>
              <a:gs pos="20428">
                <a:srgbClr val="F3F5F7">
                  <a:alpha val="0"/>
                </a:srgbClr>
              </a:gs>
              <a:gs pos="66730">
                <a:srgbClr val="F3F5F7"/>
              </a:gs>
              <a:gs pos="100000">
                <a:srgbClr val="F3F5F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1" name="!!circle-1sm"/>
          <p:cNvSpPr/>
          <p:nvPr/>
        </p:nvSpPr>
        <p:spPr>
          <a:xfrm>
            <a:off x="5572366" y="1304639"/>
            <a:ext cx="36055" cy="36055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12" name="!!circle-1sp"/>
          <p:cNvSpPr/>
          <p:nvPr/>
        </p:nvSpPr>
        <p:spPr>
          <a:xfrm>
            <a:off x="9313120" y="3200975"/>
            <a:ext cx="24295" cy="24295"/>
          </a:xfrm>
          <a:prstGeom prst="ellipse">
            <a:avLst/>
          </a:prstGeom>
          <a:solidFill>
            <a:srgbClr val="627D8D">
              <a:alpha val="18100"/>
            </a:srgbClr>
          </a:solidFill>
          <a:ln>
            <a:noFill/>
          </a:ln>
        </p:spPr>
      </p:sp>
      <p:sp>
        <p:nvSpPr>
          <p:cNvPr id="13" name="!!circle-1ss"/>
          <p:cNvSpPr/>
          <p:nvPr/>
        </p:nvSpPr>
        <p:spPr>
          <a:xfrm>
            <a:off x="3502604" y="6407630"/>
            <a:ext cx="25959" cy="25959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14" name="!!circle-1sv"/>
          <p:cNvSpPr/>
          <p:nvPr/>
        </p:nvSpPr>
        <p:spPr>
          <a:xfrm>
            <a:off x="1980205" y="1754736"/>
            <a:ext cx="35878" cy="35878"/>
          </a:xfrm>
          <a:prstGeom prst="ellipse">
            <a:avLst/>
          </a:prstGeom>
          <a:solidFill>
            <a:srgbClr val="627D8D">
              <a:alpha val="26800"/>
            </a:srgbClr>
          </a:solidFill>
          <a:ln>
            <a:noFill/>
          </a:ln>
        </p:spPr>
      </p:sp>
      <p:sp>
        <p:nvSpPr>
          <p:cNvPr id="15" name="!!circle-1sy"/>
          <p:cNvSpPr/>
          <p:nvPr/>
        </p:nvSpPr>
        <p:spPr>
          <a:xfrm>
            <a:off x="6845704" y="3720121"/>
            <a:ext cx="40234" cy="40234"/>
          </a:xfrm>
          <a:prstGeom prst="ellipse">
            <a:avLst/>
          </a:prstGeom>
          <a:solidFill>
            <a:srgbClr val="627D8D">
              <a:alpha val="31300"/>
            </a:srgbClr>
          </a:solidFill>
          <a:ln>
            <a:noFill/>
          </a:ln>
        </p:spPr>
      </p:sp>
      <p:sp>
        <p:nvSpPr>
          <p:cNvPr id="16" name="!!circle-1t4"/>
          <p:cNvSpPr/>
          <p:nvPr/>
        </p:nvSpPr>
        <p:spPr>
          <a:xfrm>
            <a:off x="1181018" y="4814219"/>
            <a:ext cx="29959" cy="29959"/>
          </a:xfrm>
          <a:prstGeom prst="ellipse">
            <a:avLst/>
          </a:prstGeom>
          <a:solidFill>
            <a:srgbClr val="627D8D">
              <a:alpha val="19400"/>
            </a:srgbClr>
          </a:solidFill>
          <a:ln>
            <a:noFill/>
          </a:ln>
        </p:spPr>
      </p:sp>
      <p:sp>
        <p:nvSpPr>
          <p:cNvPr id="17" name="!!circle-1t7"/>
          <p:cNvSpPr/>
          <p:nvPr/>
        </p:nvSpPr>
        <p:spPr>
          <a:xfrm>
            <a:off x="8459954" y="4448234"/>
            <a:ext cx="28702" cy="28702"/>
          </a:xfrm>
          <a:prstGeom prst="ellipse">
            <a:avLst/>
          </a:prstGeom>
          <a:solidFill>
            <a:srgbClr val="627D8D">
              <a:alpha val="17800"/>
            </a:srgbClr>
          </a:solidFill>
          <a:ln>
            <a:noFill/>
          </a:ln>
        </p:spPr>
      </p:sp>
      <p:sp>
        <p:nvSpPr>
          <p:cNvPr id="18" name="!!circle-1ta"/>
          <p:cNvSpPr/>
          <p:nvPr/>
        </p:nvSpPr>
        <p:spPr>
          <a:xfrm>
            <a:off x="10995111" y="1833324"/>
            <a:ext cx="24066" cy="24066"/>
          </a:xfrm>
          <a:prstGeom prst="ellipse">
            <a:avLst/>
          </a:prstGeom>
          <a:solidFill>
            <a:srgbClr val="627D8D">
              <a:alpha val="23900"/>
            </a:srgbClr>
          </a:solidFill>
          <a:ln>
            <a:noFill/>
          </a:ln>
        </p:spPr>
      </p:sp>
      <p:sp>
        <p:nvSpPr>
          <p:cNvPr id="19" name="!!circle-1td"/>
          <p:cNvSpPr/>
          <p:nvPr/>
        </p:nvSpPr>
        <p:spPr>
          <a:xfrm>
            <a:off x="8439106" y="5761124"/>
            <a:ext cx="35865" cy="35865"/>
          </a:xfrm>
          <a:prstGeom prst="ellipse">
            <a:avLst/>
          </a:prstGeom>
          <a:solidFill>
            <a:srgbClr val="627D8D">
              <a:alpha val="28200"/>
            </a:srgbClr>
          </a:solidFill>
          <a:ln>
            <a:noFill/>
          </a:ln>
        </p:spPr>
      </p:sp>
      <p:sp>
        <p:nvSpPr>
          <p:cNvPr id="20" name="!!circle-1tg"/>
          <p:cNvSpPr/>
          <p:nvPr/>
        </p:nvSpPr>
        <p:spPr>
          <a:xfrm>
            <a:off x="1499609" y="2908273"/>
            <a:ext cx="39218" cy="39218"/>
          </a:xfrm>
          <a:prstGeom prst="ellipse">
            <a:avLst/>
          </a:prstGeom>
          <a:solidFill>
            <a:srgbClr val="627D8D">
              <a:alpha val="29600"/>
            </a:srgbClr>
          </a:solidFill>
          <a:ln>
            <a:noFill/>
          </a:ln>
        </p:spPr>
      </p:sp>
      <p:sp>
        <p:nvSpPr>
          <p:cNvPr id="21" name="!!circle-1tj"/>
          <p:cNvSpPr/>
          <p:nvPr/>
        </p:nvSpPr>
        <p:spPr>
          <a:xfrm>
            <a:off x="7085107" y="5956503"/>
            <a:ext cx="49733" cy="49733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2" name="!!circle-1tm"/>
          <p:cNvSpPr/>
          <p:nvPr/>
        </p:nvSpPr>
        <p:spPr>
          <a:xfrm>
            <a:off x="6401312" y="1634560"/>
            <a:ext cx="41694" cy="41694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3" name="!!circle-1tp"/>
          <p:cNvSpPr/>
          <p:nvPr/>
        </p:nvSpPr>
        <p:spPr>
          <a:xfrm>
            <a:off x="6795811" y="5044041"/>
            <a:ext cx="31979" cy="31979"/>
          </a:xfrm>
          <a:prstGeom prst="ellipse">
            <a:avLst/>
          </a:prstGeom>
          <a:solidFill>
            <a:srgbClr val="627D8D">
              <a:alpha val="24100"/>
            </a:srgbClr>
          </a:solidFill>
          <a:ln>
            <a:noFill/>
          </a:ln>
        </p:spPr>
      </p:sp>
      <p:sp>
        <p:nvSpPr>
          <p:cNvPr id="24" name="!!circle-1ts"/>
          <p:cNvSpPr/>
          <p:nvPr/>
        </p:nvSpPr>
        <p:spPr>
          <a:xfrm>
            <a:off x="3890542" y="918139"/>
            <a:ext cx="18085" cy="18085"/>
          </a:xfrm>
          <a:prstGeom prst="ellipse">
            <a:avLst/>
          </a:prstGeom>
          <a:solidFill>
            <a:srgbClr val="627D8D">
              <a:alpha val="10500"/>
            </a:srgbClr>
          </a:solidFill>
          <a:ln>
            <a:noFill/>
          </a:ln>
        </p:spPr>
      </p:sp>
      <p:sp>
        <p:nvSpPr>
          <p:cNvPr id="25" name="!!circle-1ty"/>
          <p:cNvSpPr/>
          <p:nvPr/>
        </p:nvSpPr>
        <p:spPr>
          <a:xfrm>
            <a:off x="3459841" y="6221377"/>
            <a:ext cx="39243" cy="39243"/>
          </a:xfrm>
          <a:prstGeom prst="ellipse">
            <a:avLst/>
          </a:prstGeom>
          <a:solidFill>
            <a:srgbClr val="627D8D">
              <a:alpha val="27700"/>
            </a:srgbClr>
          </a:solidFill>
          <a:ln>
            <a:noFill/>
          </a:ln>
        </p:spPr>
      </p:sp>
      <p:sp>
        <p:nvSpPr>
          <p:cNvPr id="26" name="!!circle-1u1"/>
          <p:cNvSpPr/>
          <p:nvPr/>
        </p:nvSpPr>
        <p:spPr>
          <a:xfrm>
            <a:off x="1649866" y="6531140"/>
            <a:ext cx="34519" cy="34519"/>
          </a:xfrm>
          <a:prstGeom prst="ellipse">
            <a:avLst/>
          </a:prstGeom>
          <a:solidFill>
            <a:srgbClr val="627D8D">
              <a:alpha val="22500"/>
            </a:srgbClr>
          </a:solidFill>
          <a:ln>
            <a:noFill/>
          </a:ln>
        </p:spPr>
      </p:sp>
      <p:sp>
        <p:nvSpPr>
          <p:cNvPr id="27" name="!!circle-1u4"/>
          <p:cNvSpPr/>
          <p:nvPr/>
        </p:nvSpPr>
        <p:spPr>
          <a:xfrm>
            <a:off x="2679192" y="5014691"/>
            <a:ext cx="46228" cy="46228"/>
          </a:xfrm>
          <a:prstGeom prst="ellipse">
            <a:avLst/>
          </a:prstGeom>
          <a:solidFill>
            <a:srgbClr val="627D8D">
              <a:alpha val="26200"/>
            </a:srgbClr>
          </a:solidFill>
          <a:ln>
            <a:noFill/>
          </a:ln>
        </p:spPr>
      </p:sp>
      <p:sp>
        <p:nvSpPr>
          <p:cNvPr id="28" name="!!circle-1u7"/>
          <p:cNvSpPr/>
          <p:nvPr/>
        </p:nvSpPr>
        <p:spPr>
          <a:xfrm>
            <a:off x="7426973" y="4718519"/>
            <a:ext cx="49327" cy="49327"/>
          </a:xfrm>
          <a:prstGeom prst="ellipse">
            <a:avLst/>
          </a:prstGeom>
          <a:solidFill>
            <a:srgbClr val="627D8D">
              <a:alpha val="20800"/>
            </a:srgbClr>
          </a:solidFill>
          <a:ln>
            <a:noFill/>
          </a:ln>
        </p:spPr>
      </p:sp>
      <p:sp>
        <p:nvSpPr>
          <p:cNvPr id="29" name="!!circle-1ua"/>
          <p:cNvSpPr/>
          <p:nvPr/>
        </p:nvSpPr>
        <p:spPr>
          <a:xfrm>
            <a:off x="9695927" y="5401363"/>
            <a:ext cx="24054" cy="24054"/>
          </a:xfrm>
          <a:prstGeom prst="ellipse">
            <a:avLst/>
          </a:prstGeom>
          <a:solidFill>
            <a:srgbClr val="627D8D">
              <a:alpha val="22200"/>
            </a:srgbClr>
          </a:solidFill>
          <a:ln>
            <a:noFill/>
          </a:ln>
        </p:spPr>
      </p:sp>
      <p:sp>
        <p:nvSpPr>
          <p:cNvPr id="30" name="!!circle-1ud"/>
          <p:cNvSpPr/>
          <p:nvPr/>
        </p:nvSpPr>
        <p:spPr>
          <a:xfrm>
            <a:off x="2045323" y="1427447"/>
            <a:ext cx="32271" cy="32271"/>
          </a:xfrm>
          <a:prstGeom prst="ellipse">
            <a:avLst/>
          </a:prstGeom>
          <a:solidFill>
            <a:srgbClr val="627D8D">
              <a:alpha val="20500"/>
            </a:srgbClr>
          </a:solidFill>
          <a:ln>
            <a:noFill/>
          </a:ln>
        </p:spPr>
      </p:sp>
      <p:sp>
        <p:nvSpPr>
          <p:cNvPr id="31" name="!!circle-1uj"/>
          <p:cNvSpPr/>
          <p:nvPr/>
        </p:nvSpPr>
        <p:spPr>
          <a:xfrm>
            <a:off x="2071614" y="2377588"/>
            <a:ext cx="34252" cy="34252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32" name="!!circle-1um"/>
          <p:cNvSpPr/>
          <p:nvPr/>
        </p:nvSpPr>
        <p:spPr>
          <a:xfrm>
            <a:off x="9604211" y="4234288"/>
            <a:ext cx="44196" cy="44196"/>
          </a:xfrm>
          <a:prstGeom prst="ellipse">
            <a:avLst/>
          </a:prstGeom>
          <a:solidFill>
            <a:srgbClr val="627D8D">
              <a:alpha val="21700"/>
            </a:srgbClr>
          </a:solidFill>
          <a:ln>
            <a:noFill/>
          </a:ln>
        </p:spPr>
      </p:sp>
      <p:sp>
        <p:nvSpPr>
          <p:cNvPr id="33" name="!!circle-1up"/>
          <p:cNvSpPr/>
          <p:nvPr/>
        </p:nvSpPr>
        <p:spPr>
          <a:xfrm>
            <a:off x="6774424" y="1763704"/>
            <a:ext cx="35192" cy="35192"/>
          </a:xfrm>
          <a:prstGeom prst="ellipse">
            <a:avLst/>
          </a:prstGeom>
          <a:solidFill>
            <a:srgbClr val="627D8D">
              <a:alpha val="27100"/>
            </a:srgbClr>
          </a:solidFill>
          <a:ln>
            <a:noFill/>
          </a:ln>
        </p:spPr>
      </p:sp>
      <p:sp>
        <p:nvSpPr>
          <p:cNvPr id="34" name="!!circle-1us"/>
          <p:cNvSpPr/>
          <p:nvPr/>
        </p:nvSpPr>
        <p:spPr>
          <a:xfrm>
            <a:off x="10173928" y="5275614"/>
            <a:ext cx="43358" cy="43358"/>
          </a:xfrm>
          <a:prstGeom prst="ellipse">
            <a:avLst/>
          </a:prstGeom>
          <a:solidFill>
            <a:srgbClr val="627D8D">
              <a:alpha val="19500"/>
            </a:srgbClr>
          </a:solidFill>
          <a:ln>
            <a:noFill/>
          </a:ln>
        </p:spPr>
      </p:sp>
      <p:sp>
        <p:nvSpPr>
          <p:cNvPr id="35" name="!!circle-1uv"/>
          <p:cNvSpPr/>
          <p:nvPr/>
        </p:nvSpPr>
        <p:spPr>
          <a:xfrm>
            <a:off x="3177024" y="2059216"/>
            <a:ext cx="33528" cy="33528"/>
          </a:xfrm>
          <a:prstGeom prst="ellipse">
            <a:avLst/>
          </a:prstGeom>
          <a:solidFill>
            <a:srgbClr val="627D8D">
              <a:alpha val="28300"/>
            </a:srgbClr>
          </a:solidFill>
          <a:ln>
            <a:noFill/>
          </a:ln>
        </p:spPr>
      </p:sp>
      <p:sp>
        <p:nvSpPr>
          <p:cNvPr id="36" name="!!circle-1uy"/>
          <p:cNvSpPr/>
          <p:nvPr/>
        </p:nvSpPr>
        <p:spPr>
          <a:xfrm>
            <a:off x="6811615" y="2635681"/>
            <a:ext cx="28956" cy="28956"/>
          </a:xfrm>
          <a:prstGeom prst="ellipse">
            <a:avLst/>
          </a:prstGeom>
          <a:solidFill>
            <a:srgbClr val="627D8D">
              <a:alpha val="21800"/>
            </a:srgbClr>
          </a:solidFill>
          <a:ln>
            <a:noFill/>
          </a:ln>
        </p:spPr>
      </p:sp>
      <p:sp>
        <p:nvSpPr>
          <p:cNvPr id="37" name="!!circle-1v1"/>
          <p:cNvSpPr/>
          <p:nvPr/>
        </p:nvSpPr>
        <p:spPr>
          <a:xfrm>
            <a:off x="7008161" y="6319024"/>
            <a:ext cx="45555" cy="45555"/>
          </a:xfrm>
          <a:prstGeom prst="ellipse">
            <a:avLst/>
          </a:prstGeom>
          <a:solidFill>
            <a:srgbClr val="627D8D">
              <a:alpha val="20900"/>
            </a:srgbClr>
          </a:solidFill>
          <a:ln>
            <a:noFill/>
          </a:ln>
        </p:spPr>
      </p:sp>
      <p:sp>
        <p:nvSpPr>
          <p:cNvPr id="38" name="!!circle-1v4"/>
          <p:cNvSpPr/>
          <p:nvPr/>
        </p:nvSpPr>
        <p:spPr>
          <a:xfrm>
            <a:off x="11302001" y="3196155"/>
            <a:ext cx="39484" cy="39484"/>
          </a:xfrm>
          <a:prstGeom prst="ellipse">
            <a:avLst/>
          </a:prstGeom>
          <a:solidFill>
            <a:srgbClr val="627D8D">
              <a:alpha val="13600"/>
            </a:srgbClr>
          </a:solidFill>
          <a:ln>
            <a:noFill/>
          </a:ln>
        </p:spPr>
      </p:sp>
      <p:sp>
        <p:nvSpPr>
          <p:cNvPr id="39" name="!!circle-1v7"/>
          <p:cNvSpPr/>
          <p:nvPr/>
        </p:nvSpPr>
        <p:spPr>
          <a:xfrm>
            <a:off x="7468469" y="5624012"/>
            <a:ext cx="30455" cy="30455"/>
          </a:xfrm>
          <a:prstGeom prst="ellipse">
            <a:avLst/>
          </a:prstGeom>
          <a:solidFill>
            <a:srgbClr val="627D8D">
              <a:alpha val="16500"/>
            </a:srgbClr>
          </a:solidFill>
          <a:ln>
            <a:noFill/>
          </a:ln>
        </p:spPr>
      </p:sp>
      <p:sp>
        <p:nvSpPr>
          <p:cNvPr id="40" name="!!circle-1va"/>
          <p:cNvSpPr/>
          <p:nvPr/>
        </p:nvSpPr>
        <p:spPr>
          <a:xfrm>
            <a:off x="8972128" y="6382516"/>
            <a:ext cx="28257" cy="28257"/>
          </a:xfrm>
          <a:prstGeom prst="ellipse">
            <a:avLst/>
          </a:prstGeom>
          <a:solidFill>
            <a:srgbClr val="627D8D">
              <a:alpha val="15700"/>
            </a:srgbClr>
          </a:solidFill>
          <a:ln>
            <a:noFill/>
          </a:ln>
        </p:spPr>
      </p:sp>
      <p:sp>
        <p:nvSpPr>
          <p:cNvPr id="41" name="!!circle-1vd"/>
          <p:cNvSpPr/>
          <p:nvPr/>
        </p:nvSpPr>
        <p:spPr>
          <a:xfrm>
            <a:off x="11400172" y="5049734"/>
            <a:ext cx="45149" cy="45149"/>
          </a:xfrm>
          <a:prstGeom prst="ellipse">
            <a:avLst/>
          </a:prstGeom>
          <a:solidFill>
            <a:srgbClr val="627D8D">
              <a:alpha val="31200"/>
            </a:srgbClr>
          </a:solidFill>
          <a:ln>
            <a:noFill/>
          </a:ln>
        </p:spPr>
      </p:sp>
      <p:sp>
        <p:nvSpPr>
          <p:cNvPr id="42" name="!!circle-1vg"/>
          <p:cNvSpPr/>
          <p:nvPr/>
        </p:nvSpPr>
        <p:spPr>
          <a:xfrm>
            <a:off x="3463792" y="3080254"/>
            <a:ext cx="30696" cy="30696"/>
          </a:xfrm>
          <a:prstGeom prst="ellipse">
            <a:avLst/>
          </a:prstGeom>
          <a:solidFill>
            <a:srgbClr val="627D8D">
              <a:alpha val="25700"/>
            </a:srgbClr>
          </a:solidFill>
          <a:ln>
            <a:noFill/>
          </a:ln>
        </p:spPr>
      </p:sp>
      <p:sp>
        <p:nvSpPr>
          <p:cNvPr id="43" name="!!circle-1vj"/>
          <p:cNvSpPr/>
          <p:nvPr/>
        </p:nvSpPr>
        <p:spPr>
          <a:xfrm>
            <a:off x="8822137" y="3607389"/>
            <a:ext cx="37401" cy="37401"/>
          </a:xfrm>
          <a:prstGeom prst="ellipse">
            <a:avLst/>
          </a:prstGeom>
          <a:solidFill>
            <a:srgbClr val="627D8D">
              <a:alpha val="16000"/>
            </a:srgbClr>
          </a:solidFill>
          <a:ln>
            <a:noFill/>
          </a:ln>
        </p:spPr>
      </p:sp>
      <p:sp>
        <p:nvSpPr>
          <p:cNvPr id="44" name="!!circle-1vm"/>
          <p:cNvSpPr/>
          <p:nvPr/>
        </p:nvSpPr>
        <p:spPr>
          <a:xfrm>
            <a:off x="1794084" y="4455657"/>
            <a:ext cx="33096" cy="33096"/>
          </a:xfrm>
          <a:prstGeom prst="ellipse">
            <a:avLst/>
          </a:prstGeom>
          <a:solidFill>
            <a:srgbClr val="627D8D">
              <a:alpha val="22300"/>
            </a:srgbClr>
          </a:solidFill>
          <a:ln>
            <a:noFill/>
          </a:ln>
        </p:spPr>
      </p:sp>
      <p:sp>
        <p:nvSpPr>
          <p:cNvPr id="45" name="!!circle-1vp"/>
          <p:cNvSpPr/>
          <p:nvPr/>
        </p:nvSpPr>
        <p:spPr>
          <a:xfrm>
            <a:off x="11579533" y="572738"/>
            <a:ext cx="21145" cy="21145"/>
          </a:xfrm>
          <a:prstGeom prst="ellipse">
            <a:avLst/>
          </a:prstGeom>
          <a:solidFill>
            <a:srgbClr val="627D8D">
              <a:alpha val="16300"/>
            </a:srgbClr>
          </a:solidFill>
          <a:ln>
            <a:noFill/>
          </a:ln>
        </p:spPr>
      </p:sp>
      <p:sp>
        <p:nvSpPr>
          <p:cNvPr id="46" name="!!circle-1vs"/>
          <p:cNvSpPr/>
          <p:nvPr/>
        </p:nvSpPr>
        <p:spPr>
          <a:xfrm>
            <a:off x="11075900" y="5527323"/>
            <a:ext cx="35281" cy="35281"/>
          </a:xfrm>
          <a:prstGeom prst="ellipse">
            <a:avLst/>
          </a:prstGeom>
          <a:solidFill>
            <a:srgbClr val="627D8D">
              <a:alpha val="30000"/>
            </a:srgbClr>
          </a:solidFill>
          <a:ln>
            <a:noFill/>
          </a:ln>
        </p:spPr>
      </p:sp>
      <p:sp>
        <p:nvSpPr>
          <p:cNvPr id="47" name="!!path-369"/>
          <p:cNvSpPr/>
          <p:nvPr/>
        </p:nvSpPr>
        <p:spPr>
          <a:xfrm>
            <a:off x="1761416" y="183089"/>
            <a:ext cx="5253345" cy="2616938"/>
          </a:xfrm>
          <a:custGeom>
            <a:avLst/>
            <a:gdLst/>
            <a:ahLst/>
            <a:cxnLst/>
            <a:rect l="l" t="t" r="r" b="b"/>
            <a:pathLst>
              <a:path w="5253345" h="2616938" fill="none">
                <a:moveTo>
                  <a:pt x="5253345" y="2616938"/>
                </a:moveTo>
                <a:quadBezTo>
                  <a:pt x="3041639" y="475445"/>
                  <a:pt x="0" y="0"/>
                </a:quadBezTo>
              </a:path>
            </a:pathLst>
          </a:custGeom>
          <a:noFill/>
          <a:ln w="22193" cap="rnd">
            <a:solidFill>
              <a:srgbClr val="627D8D">
                <a:alpha val="26000"/>
              </a:srgbClr>
            </a:solidFill>
            <a:prstDash val="solid"/>
            <a:round/>
          </a:ln>
        </p:spPr>
      </p:sp>
      <p:sp>
        <p:nvSpPr>
          <p:cNvPr id="48" name="!!circle-36c"/>
          <p:cNvSpPr/>
          <p:nvPr/>
        </p:nvSpPr>
        <p:spPr>
          <a:xfrm>
            <a:off x="6407136" y="2244215"/>
            <a:ext cx="142041" cy="142041"/>
          </a:xfrm>
          <a:custGeom>
            <a:avLst/>
            <a:gdLst/>
            <a:ahLst/>
            <a:cxnLst/>
            <a:rect l="l" t="t" r="r" b="b"/>
            <a:pathLst>
              <a:path w="142041" h="142041">
                <a:moveTo>
                  <a:pt x="142039" y="71024"/>
                </a:moveTo>
                <a:cubicBezTo>
                  <a:pt x="142037" y="110247"/>
                  <a:pt x="110239" y="142041"/>
                  <a:pt x="71017" y="142039"/>
                </a:cubicBezTo>
                <a:cubicBezTo>
                  <a:pt x="31794" y="142037"/>
                  <a:pt x="0" y="110239"/>
                  <a:pt x="2" y="71017"/>
                </a:cubicBezTo>
                <a:cubicBezTo>
                  <a:pt x="4" y="31794"/>
                  <a:pt x="31802" y="0"/>
                  <a:pt x="71024" y="2"/>
                </a:cubicBezTo>
                <a:cubicBezTo>
                  <a:pt x="110247" y="4"/>
                  <a:pt x="142041" y="31802"/>
                  <a:pt x="142039" y="71024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65455"/>
                </a:srgbClr>
              </a:gs>
              <a:gs pos="28283">
                <a:srgbClr val="627D8D">
                  <a:alpha val="32727"/>
                </a:srgbClr>
              </a:gs>
              <a:gs pos="70709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9" name="!!circle-36f"/>
          <p:cNvSpPr/>
          <p:nvPr/>
        </p:nvSpPr>
        <p:spPr>
          <a:xfrm>
            <a:off x="2925881" y="383675"/>
            <a:ext cx="142041" cy="142041"/>
          </a:xfrm>
          <a:custGeom>
            <a:avLst/>
            <a:gdLst/>
            <a:ahLst/>
            <a:cxnLst/>
            <a:rect l="l" t="t" r="r" b="b"/>
            <a:pathLst>
              <a:path w="142041" h="142041">
                <a:moveTo>
                  <a:pt x="142039" y="71024"/>
                </a:moveTo>
                <a:cubicBezTo>
                  <a:pt x="142037" y="110247"/>
                  <a:pt x="110239" y="142041"/>
                  <a:pt x="71017" y="142039"/>
                </a:cubicBezTo>
                <a:cubicBezTo>
                  <a:pt x="31794" y="142037"/>
                  <a:pt x="0" y="110239"/>
                  <a:pt x="2" y="71017"/>
                </a:cubicBezTo>
                <a:cubicBezTo>
                  <a:pt x="4" y="31794"/>
                  <a:pt x="31802" y="0"/>
                  <a:pt x="71024" y="2"/>
                </a:cubicBezTo>
                <a:cubicBezTo>
                  <a:pt x="110247" y="4"/>
                  <a:pt x="142041" y="31802"/>
                  <a:pt x="142039" y="71024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81000"/>
                </a:srgbClr>
              </a:gs>
              <a:gs pos="28283">
                <a:srgbClr val="627D8D">
                  <a:alpha val="40500"/>
                </a:srgbClr>
              </a:gs>
              <a:gs pos="70709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0" name="!!circle-36i"/>
          <p:cNvSpPr/>
          <p:nvPr/>
        </p:nvSpPr>
        <p:spPr>
          <a:xfrm>
            <a:off x="4765452" y="1128467"/>
            <a:ext cx="142041" cy="142041"/>
          </a:xfrm>
          <a:custGeom>
            <a:avLst/>
            <a:gdLst/>
            <a:ahLst/>
            <a:cxnLst/>
            <a:rect l="l" t="t" r="r" b="b"/>
            <a:pathLst>
              <a:path w="142041" h="142041">
                <a:moveTo>
                  <a:pt x="142039" y="71024"/>
                </a:moveTo>
                <a:cubicBezTo>
                  <a:pt x="142037" y="110247"/>
                  <a:pt x="110239" y="142041"/>
                  <a:pt x="71017" y="142039"/>
                </a:cubicBezTo>
                <a:cubicBezTo>
                  <a:pt x="31794" y="142037"/>
                  <a:pt x="0" y="110239"/>
                  <a:pt x="2" y="71017"/>
                </a:cubicBezTo>
                <a:cubicBezTo>
                  <a:pt x="4" y="31794"/>
                  <a:pt x="31802" y="0"/>
                  <a:pt x="71024" y="2"/>
                </a:cubicBezTo>
                <a:cubicBezTo>
                  <a:pt x="110247" y="4"/>
                  <a:pt x="142041" y="31802"/>
                  <a:pt x="142039" y="71024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81000"/>
                </a:srgbClr>
              </a:gs>
              <a:gs pos="28283">
                <a:srgbClr val="627D8D">
                  <a:alpha val="40500"/>
                </a:srgbClr>
              </a:gs>
              <a:gs pos="70709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1" name="!!path-36t"/>
          <p:cNvSpPr/>
          <p:nvPr/>
        </p:nvSpPr>
        <p:spPr>
          <a:xfrm>
            <a:off x="8008066" y="-1476736"/>
            <a:ext cx="665893" cy="3661885"/>
          </a:xfrm>
          <a:custGeom>
            <a:avLst/>
            <a:gdLst/>
            <a:ahLst/>
            <a:cxnLst/>
            <a:rect l="l" t="t" r="r" b="b"/>
            <a:pathLst>
              <a:path w="665893" h="3661885" fill="none">
                <a:moveTo>
                  <a:pt x="0" y="3661885"/>
                </a:moveTo>
                <a:quadBezTo>
                  <a:pt x="665893" y="1830977"/>
                  <a:pt x="192" y="0"/>
                </a:quadBezTo>
              </a:path>
            </a:pathLst>
          </a:custGeom>
          <a:noFill/>
          <a:ln w="22193" cap="rnd">
            <a:solidFill>
              <a:srgbClr val="627D8D">
                <a:alpha val="26000"/>
              </a:srgbClr>
            </a:solidFill>
            <a:prstDash val="solid"/>
            <a:round/>
          </a:ln>
        </p:spPr>
      </p:sp>
      <p:sp>
        <p:nvSpPr>
          <p:cNvPr id="52" name="!!circle-36w"/>
          <p:cNvSpPr/>
          <p:nvPr/>
        </p:nvSpPr>
        <p:spPr>
          <a:xfrm>
            <a:off x="8034314" y="1823639"/>
            <a:ext cx="142041" cy="142041"/>
          </a:xfrm>
          <a:custGeom>
            <a:avLst/>
            <a:gdLst/>
            <a:ahLst/>
            <a:cxnLst/>
            <a:rect l="l" t="t" r="r" b="b"/>
            <a:pathLst>
              <a:path w="142041" h="142041">
                <a:moveTo>
                  <a:pt x="142039" y="71024"/>
                </a:moveTo>
                <a:cubicBezTo>
                  <a:pt x="142037" y="110247"/>
                  <a:pt x="110239" y="142041"/>
                  <a:pt x="71017" y="142039"/>
                </a:cubicBezTo>
                <a:cubicBezTo>
                  <a:pt x="31794" y="142037"/>
                  <a:pt x="0" y="110239"/>
                  <a:pt x="2" y="71017"/>
                </a:cubicBezTo>
                <a:cubicBezTo>
                  <a:pt x="4" y="31794"/>
                  <a:pt x="31802" y="0"/>
                  <a:pt x="71024" y="2"/>
                </a:cubicBezTo>
                <a:cubicBezTo>
                  <a:pt x="110247" y="4"/>
                  <a:pt x="142041" y="31802"/>
                  <a:pt x="142039" y="71024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44182"/>
                </a:srgbClr>
              </a:gs>
              <a:gs pos="28283">
                <a:srgbClr val="627D8D">
                  <a:alpha val="22091"/>
                </a:srgbClr>
              </a:gs>
              <a:gs pos="70709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3" name="!!circle-372"/>
          <p:cNvSpPr/>
          <p:nvPr/>
        </p:nvSpPr>
        <p:spPr>
          <a:xfrm>
            <a:off x="8260036" y="600337"/>
            <a:ext cx="142041" cy="142041"/>
          </a:xfrm>
          <a:custGeom>
            <a:avLst/>
            <a:gdLst/>
            <a:ahLst/>
            <a:cxnLst/>
            <a:rect l="l" t="t" r="r" b="b"/>
            <a:pathLst>
              <a:path w="142041" h="142041">
                <a:moveTo>
                  <a:pt x="142039" y="71024"/>
                </a:moveTo>
                <a:cubicBezTo>
                  <a:pt x="142037" y="110247"/>
                  <a:pt x="110239" y="142041"/>
                  <a:pt x="71017" y="142039"/>
                </a:cubicBezTo>
                <a:cubicBezTo>
                  <a:pt x="31794" y="142037"/>
                  <a:pt x="0" y="110239"/>
                  <a:pt x="2" y="71017"/>
                </a:cubicBezTo>
                <a:cubicBezTo>
                  <a:pt x="4" y="31794"/>
                  <a:pt x="31802" y="0"/>
                  <a:pt x="71024" y="2"/>
                </a:cubicBezTo>
                <a:cubicBezTo>
                  <a:pt x="110247" y="4"/>
                  <a:pt x="142041" y="31802"/>
                  <a:pt x="142039" y="71024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81000"/>
                </a:srgbClr>
              </a:gs>
              <a:gs pos="28283">
                <a:srgbClr val="627D8D">
                  <a:alpha val="40500"/>
                </a:srgbClr>
              </a:gs>
              <a:gs pos="70709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4" name="!!path-37d"/>
          <p:cNvSpPr/>
          <p:nvPr/>
        </p:nvSpPr>
        <p:spPr>
          <a:xfrm>
            <a:off x="9001305" y="183743"/>
            <a:ext cx="5253619" cy="2616388"/>
          </a:xfrm>
          <a:custGeom>
            <a:avLst/>
            <a:gdLst/>
            <a:ahLst/>
            <a:cxnLst/>
            <a:rect l="l" t="t" r="r" b="b"/>
            <a:pathLst>
              <a:path w="5253619" h="2616388" fill="none">
                <a:moveTo>
                  <a:pt x="0" y="2616388"/>
                </a:moveTo>
                <a:quadBezTo>
                  <a:pt x="3041693" y="2141261"/>
                  <a:pt x="5253619" y="0"/>
                </a:quadBezTo>
              </a:path>
            </a:pathLst>
          </a:custGeom>
          <a:noFill/>
          <a:ln w="22193" cap="rnd">
            <a:solidFill>
              <a:srgbClr val="627D8D">
                <a:alpha val="26000"/>
              </a:srgbClr>
            </a:solidFill>
            <a:prstDash val="solid"/>
            <a:round/>
          </a:ln>
        </p:spPr>
      </p:sp>
      <p:sp>
        <p:nvSpPr>
          <p:cNvPr id="55" name="!!circle-37g"/>
          <p:cNvSpPr/>
          <p:nvPr/>
        </p:nvSpPr>
        <p:spPr>
          <a:xfrm>
            <a:off x="9180318" y="2686986"/>
            <a:ext cx="142041" cy="142041"/>
          </a:xfrm>
          <a:custGeom>
            <a:avLst/>
            <a:gdLst/>
            <a:ahLst/>
            <a:cxnLst/>
            <a:rect l="l" t="t" r="r" b="b"/>
            <a:pathLst>
              <a:path w="142041" h="142041">
                <a:moveTo>
                  <a:pt x="142039" y="71024"/>
                </a:moveTo>
                <a:cubicBezTo>
                  <a:pt x="142037" y="110247"/>
                  <a:pt x="110239" y="142041"/>
                  <a:pt x="71017" y="142039"/>
                </a:cubicBezTo>
                <a:cubicBezTo>
                  <a:pt x="31794" y="142037"/>
                  <a:pt x="0" y="110239"/>
                  <a:pt x="2" y="71017"/>
                </a:cubicBezTo>
                <a:cubicBezTo>
                  <a:pt x="4" y="31794"/>
                  <a:pt x="31802" y="0"/>
                  <a:pt x="71024" y="2"/>
                </a:cubicBezTo>
                <a:cubicBezTo>
                  <a:pt x="110247" y="4"/>
                  <a:pt x="142041" y="31802"/>
                  <a:pt x="142039" y="71024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22909"/>
                </a:srgbClr>
              </a:gs>
              <a:gs pos="28283">
                <a:srgbClr val="627D8D">
                  <a:alpha val="11455"/>
                </a:srgbClr>
              </a:gs>
              <a:gs pos="70709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6" name="!!circle-37m"/>
          <p:cNvSpPr/>
          <p:nvPr/>
        </p:nvSpPr>
        <p:spPr>
          <a:xfrm>
            <a:off x="11088541" y="2141012"/>
            <a:ext cx="142041" cy="142041"/>
          </a:xfrm>
          <a:custGeom>
            <a:avLst/>
            <a:gdLst/>
            <a:ahLst/>
            <a:cxnLst/>
            <a:rect l="l" t="t" r="r" b="b"/>
            <a:pathLst>
              <a:path w="142041" h="142041">
                <a:moveTo>
                  <a:pt x="142039" y="71024"/>
                </a:moveTo>
                <a:cubicBezTo>
                  <a:pt x="142037" y="110247"/>
                  <a:pt x="110239" y="142041"/>
                  <a:pt x="71017" y="142039"/>
                </a:cubicBezTo>
                <a:cubicBezTo>
                  <a:pt x="31794" y="142037"/>
                  <a:pt x="0" y="110239"/>
                  <a:pt x="2" y="71017"/>
                </a:cubicBezTo>
                <a:cubicBezTo>
                  <a:pt x="4" y="31794"/>
                  <a:pt x="31802" y="0"/>
                  <a:pt x="71024" y="2"/>
                </a:cubicBezTo>
                <a:cubicBezTo>
                  <a:pt x="110247" y="4"/>
                  <a:pt x="142041" y="31802"/>
                  <a:pt x="142039" y="71024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81000"/>
                </a:srgbClr>
              </a:gs>
              <a:gs pos="28283">
                <a:srgbClr val="627D8D">
                  <a:alpha val="40500"/>
                </a:srgbClr>
              </a:gs>
              <a:gs pos="70709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7" name="!!path-37x"/>
          <p:cNvSpPr/>
          <p:nvPr/>
        </p:nvSpPr>
        <p:spPr>
          <a:xfrm>
            <a:off x="9106556" y="3451482"/>
            <a:ext cx="6787770" cy="1522666"/>
          </a:xfrm>
          <a:custGeom>
            <a:avLst/>
            <a:gdLst/>
            <a:ahLst/>
            <a:cxnLst/>
            <a:rect l="l" t="t" r="r" b="b"/>
            <a:pathLst>
              <a:path w="6787770" h="1522666" fill="none">
                <a:moveTo>
                  <a:pt x="0" y="0"/>
                </a:moveTo>
                <a:quadBezTo>
                  <a:pt x="3245757" y="1522666"/>
                  <a:pt x="6787770" y="968056"/>
                </a:quadBezTo>
              </a:path>
            </a:pathLst>
          </a:custGeom>
          <a:noFill/>
          <a:ln w="22193" cap="rnd">
            <a:solidFill>
              <a:srgbClr val="627D8D">
                <a:alpha val="26000"/>
              </a:srgbClr>
            </a:solidFill>
            <a:prstDash val="solid"/>
            <a:round/>
          </a:ln>
        </p:spPr>
      </p:sp>
      <p:sp>
        <p:nvSpPr>
          <p:cNvPr id="58" name="!!circle-380"/>
          <p:cNvSpPr/>
          <p:nvPr/>
        </p:nvSpPr>
        <p:spPr>
          <a:xfrm>
            <a:off x="9054738" y="3389450"/>
            <a:ext cx="142041" cy="142041"/>
          </a:xfrm>
          <a:custGeom>
            <a:avLst/>
            <a:gdLst/>
            <a:ahLst/>
            <a:cxnLst/>
            <a:rect l="l" t="t" r="r" b="b"/>
            <a:pathLst>
              <a:path w="142041" h="142041">
                <a:moveTo>
                  <a:pt x="142039" y="71024"/>
                </a:moveTo>
                <a:cubicBezTo>
                  <a:pt x="142037" y="110247"/>
                  <a:pt x="110239" y="142041"/>
                  <a:pt x="71017" y="142039"/>
                </a:cubicBezTo>
                <a:cubicBezTo>
                  <a:pt x="31794" y="142037"/>
                  <a:pt x="0" y="110239"/>
                  <a:pt x="2" y="71017"/>
                </a:cubicBezTo>
                <a:cubicBezTo>
                  <a:pt x="4" y="31794"/>
                  <a:pt x="31802" y="0"/>
                  <a:pt x="71024" y="2"/>
                </a:cubicBezTo>
                <a:cubicBezTo>
                  <a:pt x="110247" y="4"/>
                  <a:pt x="142041" y="31802"/>
                  <a:pt x="142039" y="71024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1636"/>
                </a:srgbClr>
              </a:gs>
              <a:gs pos="28283">
                <a:srgbClr val="627D8D">
                  <a:alpha val="818"/>
                </a:srgbClr>
              </a:gs>
              <a:gs pos="70709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9" name="!!circle-386"/>
          <p:cNvSpPr/>
          <p:nvPr/>
        </p:nvSpPr>
        <p:spPr>
          <a:xfrm>
            <a:off x="11237782" y="4166125"/>
            <a:ext cx="142041" cy="142041"/>
          </a:xfrm>
          <a:custGeom>
            <a:avLst/>
            <a:gdLst/>
            <a:ahLst/>
            <a:cxnLst/>
            <a:rect l="l" t="t" r="r" b="b"/>
            <a:pathLst>
              <a:path w="142041" h="142041">
                <a:moveTo>
                  <a:pt x="142039" y="71024"/>
                </a:moveTo>
                <a:cubicBezTo>
                  <a:pt x="142037" y="110247"/>
                  <a:pt x="110239" y="142041"/>
                  <a:pt x="71017" y="142039"/>
                </a:cubicBezTo>
                <a:cubicBezTo>
                  <a:pt x="31794" y="142037"/>
                  <a:pt x="0" y="110239"/>
                  <a:pt x="2" y="71017"/>
                </a:cubicBezTo>
                <a:cubicBezTo>
                  <a:pt x="4" y="31794"/>
                  <a:pt x="31802" y="0"/>
                  <a:pt x="71024" y="2"/>
                </a:cubicBezTo>
                <a:cubicBezTo>
                  <a:pt x="110247" y="4"/>
                  <a:pt x="142041" y="31802"/>
                  <a:pt x="142039" y="71024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81000"/>
                </a:srgbClr>
              </a:gs>
              <a:gs pos="28283">
                <a:srgbClr val="627D8D">
                  <a:alpha val="40500"/>
                </a:srgbClr>
              </a:gs>
              <a:gs pos="70709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0" name="!!path-38h"/>
          <p:cNvSpPr/>
          <p:nvPr/>
        </p:nvSpPr>
        <p:spPr>
          <a:xfrm>
            <a:off x="8685441" y="4173694"/>
            <a:ext cx="2700849" cy="3504019"/>
          </a:xfrm>
          <a:custGeom>
            <a:avLst/>
            <a:gdLst/>
            <a:ahLst/>
            <a:cxnLst/>
            <a:rect l="l" t="t" r="r" b="b"/>
            <a:pathLst>
              <a:path w="2700849" h="3504019" fill="none">
                <a:moveTo>
                  <a:pt x="0" y="0"/>
                </a:moveTo>
                <a:quadBezTo>
                  <a:pt x="750650" y="2214308"/>
                  <a:pt x="2700849" y="3504019"/>
                </a:quadBezTo>
              </a:path>
            </a:pathLst>
          </a:custGeom>
          <a:noFill/>
          <a:ln w="22193" cap="rnd">
            <a:solidFill>
              <a:srgbClr val="627D8D">
                <a:alpha val="26000"/>
              </a:srgbClr>
            </a:solidFill>
            <a:prstDash val="solid"/>
            <a:round/>
          </a:ln>
        </p:spPr>
      </p:sp>
      <p:sp>
        <p:nvSpPr>
          <p:cNvPr id="61" name="!!circle-38n"/>
          <p:cNvSpPr/>
          <p:nvPr/>
        </p:nvSpPr>
        <p:spPr>
          <a:xfrm>
            <a:off x="10044210" y="6534239"/>
            <a:ext cx="142041" cy="142041"/>
          </a:xfrm>
          <a:custGeom>
            <a:avLst/>
            <a:gdLst/>
            <a:ahLst/>
            <a:cxnLst/>
            <a:rect l="l" t="t" r="r" b="b"/>
            <a:pathLst>
              <a:path w="142041" h="142041">
                <a:moveTo>
                  <a:pt x="142039" y="71024"/>
                </a:moveTo>
                <a:cubicBezTo>
                  <a:pt x="142037" y="110247"/>
                  <a:pt x="110239" y="142041"/>
                  <a:pt x="71017" y="142039"/>
                </a:cubicBezTo>
                <a:cubicBezTo>
                  <a:pt x="31794" y="142037"/>
                  <a:pt x="0" y="110239"/>
                  <a:pt x="2" y="71017"/>
                </a:cubicBezTo>
                <a:cubicBezTo>
                  <a:pt x="4" y="31794"/>
                  <a:pt x="31802" y="0"/>
                  <a:pt x="71024" y="2"/>
                </a:cubicBezTo>
                <a:cubicBezTo>
                  <a:pt x="110247" y="4"/>
                  <a:pt x="142041" y="31802"/>
                  <a:pt x="142039" y="71024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81000"/>
                </a:srgbClr>
              </a:gs>
              <a:gs pos="28283">
                <a:srgbClr val="627D8D">
                  <a:alpha val="40500"/>
                </a:srgbClr>
              </a:gs>
              <a:gs pos="70709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2" name="!!circle-38q"/>
          <p:cNvSpPr/>
          <p:nvPr/>
        </p:nvSpPr>
        <p:spPr>
          <a:xfrm>
            <a:off x="9159034" y="5323969"/>
            <a:ext cx="142041" cy="142041"/>
          </a:xfrm>
          <a:custGeom>
            <a:avLst/>
            <a:gdLst/>
            <a:ahLst/>
            <a:cxnLst/>
            <a:rect l="l" t="t" r="r" b="b"/>
            <a:pathLst>
              <a:path w="142041" h="142041">
                <a:moveTo>
                  <a:pt x="142039" y="71024"/>
                </a:moveTo>
                <a:cubicBezTo>
                  <a:pt x="142037" y="110247"/>
                  <a:pt x="110239" y="142041"/>
                  <a:pt x="71017" y="142039"/>
                </a:cubicBezTo>
                <a:cubicBezTo>
                  <a:pt x="31794" y="142037"/>
                  <a:pt x="0" y="110239"/>
                  <a:pt x="2" y="71017"/>
                </a:cubicBezTo>
                <a:cubicBezTo>
                  <a:pt x="4" y="31794"/>
                  <a:pt x="31802" y="0"/>
                  <a:pt x="71024" y="2"/>
                </a:cubicBezTo>
                <a:cubicBezTo>
                  <a:pt x="110247" y="4"/>
                  <a:pt x="142041" y="31802"/>
                  <a:pt x="142039" y="71024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81000"/>
                </a:srgbClr>
              </a:gs>
              <a:gs pos="28283">
                <a:srgbClr val="627D8D">
                  <a:alpha val="40500"/>
                </a:srgbClr>
              </a:gs>
              <a:gs pos="70709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3" name="!!path-391"/>
          <p:cNvSpPr/>
          <p:nvPr/>
        </p:nvSpPr>
        <p:spPr>
          <a:xfrm>
            <a:off x="4629265" y="4173623"/>
            <a:ext cx="2701217" cy="3503737"/>
          </a:xfrm>
          <a:custGeom>
            <a:avLst/>
            <a:gdLst/>
            <a:ahLst/>
            <a:cxnLst/>
            <a:rect l="l" t="t" r="r" b="b"/>
            <a:pathLst>
              <a:path w="2701217" h="3503737" fill="none">
                <a:moveTo>
                  <a:pt x="2701217" y="0"/>
                </a:moveTo>
                <a:quadBezTo>
                  <a:pt x="750882" y="1289507"/>
                  <a:pt x="0" y="3503737"/>
                </a:quadBezTo>
              </a:path>
            </a:pathLst>
          </a:custGeom>
          <a:noFill/>
          <a:ln w="22193" cap="rnd">
            <a:solidFill>
              <a:srgbClr val="627D8D">
                <a:alpha val="26000"/>
              </a:srgbClr>
            </a:solidFill>
            <a:prstDash val="solid"/>
            <a:round/>
          </a:ln>
        </p:spPr>
      </p:sp>
      <p:sp>
        <p:nvSpPr>
          <p:cNvPr id="64" name="!!circle-397"/>
          <p:cNvSpPr/>
          <p:nvPr/>
        </p:nvSpPr>
        <p:spPr>
          <a:xfrm>
            <a:off x="5369212" y="5955564"/>
            <a:ext cx="142041" cy="142041"/>
          </a:xfrm>
          <a:custGeom>
            <a:avLst/>
            <a:gdLst/>
            <a:ahLst/>
            <a:cxnLst/>
            <a:rect l="l" t="t" r="r" b="b"/>
            <a:pathLst>
              <a:path w="142041" h="142041">
                <a:moveTo>
                  <a:pt x="142039" y="71024"/>
                </a:moveTo>
                <a:cubicBezTo>
                  <a:pt x="142037" y="110247"/>
                  <a:pt x="110239" y="142041"/>
                  <a:pt x="71017" y="142039"/>
                </a:cubicBezTo>
                <a:cubicBezTo>
                  <a:pt x="31794" y="142037"/>
                  <a:pt x="0" y="110239"/>
                  <a:pt x="2" y="71017"/>
                </a:cubicBezTo>
                <a:cubicBezTo>
                  <a:pt x="4" y="31794"/>
                  <a:pt x="31802" y="0"/>
                  <a:pt x="71024" y="2"/>
                </a:cubicBezTo>
                <a:cubicBezTo>
                  <a:pt x="110247" y="4"/>
                  <a:pt x="142041" y="31802"/>
                  <a:pt x="142039" y="71024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81000"/>
                </a:srgbClr>
              </a:gs>
              <a:gs pos="28283">
                <a:srgbClr val="627D8D">
                  <a:alpha val="40500"/>
                </a:srgbClr>
              </a:gs>
              <a:gs pos="70709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5" name="!!circle-39a"/>
          <p:cNvSpPr/>
          <p:nvPr/>
        </p:nvSpPr>
        <p:spPr>
          <a:xfrm>
            <a:off x="6345783" y="4817604"/>
            <a:ext cx="142041" cy="142041"/>
          </a:xfrm>
          <a:custGeom>
            <a:avLst/>
            <a:gdLst/>
            <a:ahLst/>
            <a:cxnLst/>
            <a:rect l="l" t="t" r="r" b="b"/>
            <a:pathLst>
              <a:path w="142041" h="142041">
                <a:moveTo>
                  <a:pt x="142039" y="71024"/>
                </a:moveTo>
                <a:cubicBezTo>
                  <a:pt x="142037" y="110247"/>
                  <a:pt x="110239" y="142041"/>
                  <a:pt x="71017" y="142039"/>
                </a:cubicBezTo>
                <a:cubicBezTo>
                  <a:pt x="31794" y="142037"/>
                  <a:pt x="0" y="110239"/>
                  <a:pt x="2" y="71017"/>
                </a:cubicBezTo>
                <a:cubicBezTo>
                  <a:pt x="4" y="31794"/>
                  <a:pt x="31802" y="0"/>
                  <a:pt x="71024" y="2"/>
                </a:cubicBezTo>
                <a:cubicBezTo>
                  <a:pt x="110247" y="4"/>
                  <a:pt x="142041" y="31802"/>
                  <a:pt x="142039" y="71024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81000"/>
                </a:srgbClr>
              </a:gs>
              <a:gs pos="28283">
                <a:srgbClr val="627D8D">
                  <a:alpha val="40500"/>
                </a:srgbClr>
              </a:gs>
              <a:gs pos="70709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6" name="!!path-39l"/>
          <p:cNvSpPr/>
          <p:nvPr/>
        </p:nvSpPr>
        <p:spPr>
          <a:xfrm>
            <a:off x="121571" y="2896390"/>
            <a:ext cx="6787872" cy="1522322"/>
          </a:xfrm>
          <a:custGeom>
            <a:avLst/>
            <a:gdLst/>
            <a:ahLst/>
            <a:cxnLst/>
            <a:rect l="l" t="t" r="r" b="b"/>
            <a:pathLst>
              <a:path w="6787872" h="1522322" fill="none">
                <a:moveTo>
                  <a:pt x="6787872" y="554977"/>
                </a:moveTo>
                <a:quadBezTo>
                  <a:pt x="3245917" y="0"/>
                  <a:pt x="0" y="1522322"/>
                </a:quadBezTo>
              </a:path>
            </a:pathLst>
          </a:custGeom>
          <a:noFill/>
          <a:ln w="22193" cap="rnd">
            <a:solidFill>
              <a:srgbClr val="627D8D">
                <a:alpha val="26000"/>
              </a:srgbClr>
            </a:solidFill>
            <a:prstDash val="solid"/>
            <a:round/>
          </a:ln>
        </p:spPr>
      </p:sp>
      <p:sp>
        <p:nvSpPr>
          <p:cNvPr id="67" name="!!circle-39o"/>
          <p:cNvSpPr/>
          <p:nvPr/>
        </p:nvSpPr>
        <p:spPr>
          <a:xfrm>
            <a:off x="787009" y="4030525"/>
            <a:ext cx="142041" cy="142041"/>
          </a:xfrm>
          <a:custGeom>
            <a:avLst/>
            <a:gdLst/>
            <a:ahLst/>
            <a:cxnLst/>
            <a:rect l="l" t="t" r="r" b="b"/>
            <a:pathLst>
              <a:path w="142041" h="142041">
                <a:moveTo>
                  <a:pt x="142039" y="71024"/>
                </a:moveTo>
                <a:cubicBezTo>
                  <a:pt x="142037" y="110247"/>
                  <a:pt x="110239" y="142041"/>
                  <a:pt x="71017" y="142039"/>
                </a:cubicBezTo>
                <a:cubicBezTo>
                  <a:pt x="31794" y="142037"/>
                  <a:pt x="0" y="110239"/>
                  <a:pt x="2" y="71017"/>
                </a:cubicBezTo>
                <a:cubicBezTo>
                  <a:pt x="4" y="31794"/>
                  <a:pt x="31802" y="0"/>
                  <a:pt x="71024" y="2"/>
                </a:cubicBezTo>
                <a:cubicBezTo>
                  <a:pt x="110247" y="4"/>
                  <a:pt x="142041" y="31802"/>
                  <a:pt x="142039" y="71024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46636"/>
                </a:srgbClr>
              </a:gs>
              <a:gs pos="28283">
                <a:srgbClr val="627D8D">
                  <a:alpha val="23318"/>
                </a:srgbClr>
              </a:gs>
              <a:gs pos="70709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8" name="!!circle-39r"/>
          <p:cNvSpPr/>
          <p:nvPr/>
        </p:nvSpPr>
        <p:spPr>
          <a:xfrm>
            <a:off x="3016310" y="3400963"/>
            <a:ext cx="142041" cy="142041"/>
          </a:xfrm>
          <a:custGeom>
            <a:avLst/>
            <a:gdLst/>
            <a:ahLst/>
            <a:cxnLst/>
            <a:rect l="l" t="t" r="r" b="b"/>
            <a:pathLst>
              <a:path w="142041" h="142041">
                <a:moveTo>
                  <a:pt x="142039" y="71024"/>
                </a:moveTo>
                <a:cubicBezTo>
                  <a:pt x="142037" y="110247"/>
                  <a:pt x="110239" y="142041"/>
                  <a:pt x="71017" y="142039"/>
                </a:cubicBezTo>
                <a:cubicBezTo>
                  <a:pt x="31794" y="142037"/>
                  <a:pt x="0" y="110239"/>
                  <a:pt x="2" y="71017"/>
                </a:cubicBezTo>
                <a:cubicBezTo>
                  <a:pt x="4" y="31794"/>
                  <a:pt x="31802" y="0"/>
                  <a:pt x="71024" y="2"/>
                </a:cubicBezTo>
                <a:cubicBezTo>
                  <a:pt x="110247" y="4"/>
                  <a:pt x="142041" y="31802"/>
                  <a:pt x="142039" y="71024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81000"/>
                </a:srgbClr>
              </a:gs>
              <a:gs pos="28283">
                <a:srgbClr val="627D8D">
                  <a:alpha val="40500"/>
                </a:srgbClr>
              </a:gs>
              <a:gs pos="70709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9" name="!!circle-39u"/>
          <p:cNvSpPr/>
          <p:nvPr/>
        </p:nvSpPr>
        <p:spPr>
          <a:xfrm>
            <a:off x="5326797" y="3237659"/>
            <a:ext cx="142041" cy="142041"/>
          </a:xfrm>
          <a:custGeom>
            <a:avLst/>
            <a:gdLst/>
            <a:ahLst/>
            <a:cxnLst/>
            <a:rect l="l" t="t" r="r" b="b"/>
            <a:pathLst>
              <a:path w="142041" h="142041">
                <a:moveTo>
                  <a:pt x="142039" y="71024"/>
                </a:moveTo>
                <a:cubicBezTo>
                  <a:pt x="142037" y="110247"/>
                  <a:pt x="110239" y="142041"/>
                  <a:pt x="71017" y="142039"/>
                </a:cubicBezTo>
                <a:cubicBezTo>
                  <a:pt x="31794" y="142037"/>
                  <a:pt x="0" y="110239"/>
                  <a:pt x="2" y="71017"/>
                </a:cubicBezTo>
                <a:cubicBezTo>
                  <a:pt x="4" y="31794"/>
                  <a:pt x="31802" y="0"/>
                  <a:pt x="71024" y="2"/>
                </a:cubicBezTo>
                <a:cubicBezTo>
                  <a:pt x="110247" y="4"/>
                  <a:pt x="142041" y="31802"/>
                  <a:pt x="142039" y="71024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81000"/>
                </a:srgbClr>
              </a:gs>
              <a:gs pos="28283">
                <a:srgbClr val="627D8D">
                  <a:alpha val="40500"/>
                </a:srgbClr>
              </a:gs>
              <a:gs pos="70709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70" name="!!circle-3ac"/>
          <p:cNvSpPr/>
          <p:nvPr/>
        </p:nvSpPr>
        <p:spPr>
          <a:xfrm>
            <a:off x="5753936" y="1040740"/>
            <a:ext cx="4508143" cy="4508143"/>
          </a:xfrm>
          <a:custGeom>
            <a:avLst/>
            <a:gdLst/>
            <a:ahLst/>
            <a:cxnLst/>
            <a:rect l="l" t="t" r="r" b="b"/>
            <a:pathLst>
              <a:path w="4508143" h="4508143" fill="none">
                <a:moveTo>
                  <a:pt x="4508077" y="2254189"/>
                </a:moveTo>
                <a:cubicBezTo>
                  <a:pt x="4508012" y="3499042"/>
                  <a:pt x="3498806" y="4508143"/>
                  <a:pt x="2253953" y="4508077"/>
                </a:cubicBezTo>
                <a:cubicBezTo>
                  <a:pt x="1009100" y="4508012"/>
                  <a:pt x="0" y="3498806"/>
                  <a:pt x="65" y="2253953"/>
                </a:cubicBezTo>
                <a:cubicBezTo>
                  <a:pt x="130" y="1009100"/>
                  <a:pt x="1009336" y="0"/>
                  <a:pt x="2254189" y="65"/>
                </a:cubicBezTo>
                <a:cubicBezTo>
                  <a:pt x="3499042" y="130"/>
                  <a:pt x="4508143" y="1009336"/>
                  <a:pt x="4508077" y="2254189"/>
                </a:cubicBezTo>
                <a:close/>
              </a:path>
            </a:pathLst>
          </a:custGeom>
          <a:noFill/>
          <a:ln w="26632" cap="flat">
            <a:solidFill>
              <a:srgbClr val="627D8D">
                <a:alpha val="23351"/>
              </a:srgbClr>
            </a:solidFill>
            <a:prstDash val="solid"/>
            <a:miter lim="800000"/>
          </a:ln>
        </p:spPr>
      </p:sp>
      <p:sp>
        <p:nvSpPr>
          <p:cNvPr id="71" name="!!circle-3as"/>
          <p:cNvSpPr/>
          <p:nvPr/>
        </p:nvSpPr>
        <p:spPr>
          <a:xfrm>
            <a:off x="4939927" y="226728"/>
            <a:ext cx="6136165" cy="6136165"/>
          </a:xfrm>
          <a:custGeom>
            <a:avLst/>
            <a:gdLst/>
            <a:ahLst/>
            <a:cxnLst/>
            <a:rect l="l" t="t" r="r" b="b"/>
            <a:pathLst>
              <a:path w="6136165" h="6136165">
                <a:moveTo>
                  <a:pt x="6136077" y="3068243"/>
                </a:moveTo>
                <a:cubicBezTo>
                  <a:pt x="6135988" y="4762650"/>
                  <a:pt x="4762328" y="6136165"/>
                  <a:pt x="3067922" y="6136077"/>
                </a:cubicBezTo>
                <a:cubicBezTo>
                  <a:pt x="1373516" y="6135988"/>
                  <a:pt x="0" y="4762328"/>
                  <a:pt x="89" y="3067922"/>
                </a:cubicBezTo>
                <a:cubicBezTo>
                  <a:pt x="177" y="1373516"/>
                  <a:pt x="1373837" y="0"/>
                  <a:pt x="3068243" y="89"/>
                </a:cubicBezTo>
                <a:cubicBezTo>
                  <a:pt x="4762650" y="177"/>
                  <a:pt x="6136165" y="1373837"/>
                  <a:pt x="6136077" y="3068243"/>
                </a:cubicBezTo>
                <a:close/>
              </a:path>
            </a:pathLst>
          </a:custGeom>
          <a:gradFill rotWithShape="1">
            <a:gsLst>
              <a:gs pos="0">
                <a:srgbClr val="627D8D">
                  <a:alpha val="22000"/>
                </a:srgbClr>
              </a:gs>
              <a:gs pos="70709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72" name="!!circle-3aw"/>
          <p:cNvSpPr/>
          <p:nvPr/>
        </p:nvSpPr>
        <p:spPr>
          <a:xfrm>
            <a:off x="6524530" y="1811331"/>
            <a:ext cx="2966960" cy="2966960"/>
          </a:xfrm>
          <a:custGeom>
            <a:avLst/>
            <a:gdLst/>
            <a:ahLst/>
            <a:cxnLst/>
            <a:rect l="l" t="t" r="r" b="b"/>
            <a:pathLst>
              <a:path w="2966960" h="2966960" fill="none">
                <a:moveTo>
                  <a:pt x="1676884" y="2860146"/>
                </a:moveTo>
                <a:cubicBezTo>
                  <a:pt x="916573" y="2966960"/>
                  <a:pt x="213628" y="2437196"/>
                  <a:pt x="106814" y="1676884"/>
                </a:cubicBezTo>
                <a:cubicBezTo>
                  <a:pt x="0" y="916573"/>
                  <a:pt x="529764" y="213628"/>
                  <a:pt x="1290076" y="106814"/>
                </a:cubicBezTo>
                <a:cubicBezTo>
                  <a:pt x="2050387" y="0"/>
                  <a:pt x="2753331" y="529764"/>
                  <a:pt x="2860146" y="1290076"/>
                </a:cubicBezTo>
                <a:cubicBezTo>
                  <a:pt x="2966960" y="2050387"/>
                  <a:pt x="2437196" y="2753331"/>
                  <a:pt x="1676884" y="2860146"/>
                </a:cubicBezTo>
                <a:close/>
              </a:path>
            </a:pathLst>
          </a:custGeom>
          <a:noFill/>
          <a:ln w="21306" cap="rnd">
            <a:solidFill>
              <a:srgbClr val="627D8D">
                <a:alpha val="34000"/>
              </a:srgbClr>
            </a:solidFill>
            <a:custDash>
              <a:ds d="4500000" sp="1500000"/>
            </a:custDash>
            <a:miter lim="800000"/>
          </a:ln>
        </p:spPr>
      </p:sp>
      <p:sp>
        <p:nvSpPr>
          <p:cNvPr id="73" name="!!circle-3b0"/>
          <p:cNvSpPr/>
          <p:nvPr/>
        </p:nvSpPr>
        <p:spPr>
          <a:xfrm>
            <a:off x="6047481" y="1334282"/>
            <a:ext cx="3921057" cy="3921057"/>
          </a:xfrm>
          <a:custGeom>
            <a:avLst/>
            <a:gdLst/>
            <a:ahLst/>
            <a:cxnLst/>
            <a:rect l="l" t="t" r="r" b="b"/>
            <a:pathLst>
              <a:path w="3921057" h="3921057" fill="none">
                <a:moveTo>
                  <a:pt x="2141064" y="99707"/>
                </a:moveTo>
                <a:cubicBezTo>
                  <a:pt x="3168768" y="199414"/>
                  <a:pt x="3921057" y="1113361"/>
                  <a:pt x="3821350" y="2141064"/>
                </a:cubicBezTo>
                <a:cubicBezTo>
                  <a:pt x="3721643" y="3168768"/>
                  <a:pt x="2807696" y="3921057"/>
                  <a:pt x="1779993" y="3821350"/>
                </a:cubicBezTo>
                <a:cubicBezTo>
                  <a:pt x="752290" y="3721643"/>
                  <a:pt x="0" y="2807696"/>
                  <a:pt x="99707" y="1779993"/>
                </a:cubicBezTo>
                <a:cubicBezTo>
                  <a:pt x="199414" y="752290"/>
                  <a:pt x="1113361" y="0"/>
                  <a:pt x="2141064" y="99707"/>
                </a:cubicBezTo>
                <a:close/>
              </a:path>
            </a:pathLst>
          </a:custGeom>
          <a:noFill/>
          <a:ln w="14914" cap="rnd">
            <a:solidFill>
              <a:srgbClr val="627D8D">
                <a:alpha val="27000"/>
              </a:srgbClr>
            </a:solidFill>
            <a:custDash>
              <a:ds d="142857" sp="714286"/>
            </a:custDash>
            <a:miter lim="800000"/>
          </a:ln>
        </p:spPr>
      </p:sp>
      <p:sp>
        <p:nvSpPr>
          <p:cNvPr id="74" name="!!circle-3b4"/>
          <p:cNvSpPr/>
          <p:nvPr/>
        </p:nvSpPr>
        <p:spPr>
          <a:xfrm>
            <a:off x="5352273" y="639074"/>
            <a:ext cx="5311474" cy="5311474"/>
          </a:xfrm>
          <a:custGeom>
            <a:avLst/>
            <a:gdLst/>
            <a:ahLst/>
            <a:cxnLst/>
            <a:rect l="l" t="t" r="r" b="b"/>
            <a:pathLst>
              <a:path w="5311474" h="5311474" fill="none">
                <a:moveTo>
                  <a:pt x="2042636" y="338606"/>
                </a:moveTo>
                <a:cubicBezTo>
                  <a:pt x="3322352" y="0"/>
                  <a:pt x="4634261" y="762920"/>
                  <a:pt x="4972868" y="2042636"/>
                </a:cubicBezTo>
                <a:cubicBezTo>
                  <a:pt x="5311474" y="3322352"/>
                  <a:pt x="4548554" y="4634261"/>
                  <a:pt x="3268838" y="4972868"/>
                </a:cubicBezTo>
                <a:cubicBezTo>
                  <a:pt x="1989122" y="5311474"/>
                  <a:pt x="677212" y="4548554"/>
                  <a:pt x="338606" y="3268838"/>
                </a:cubicBezTo>
                <a:cubicBezTo>
                  <a:pt x="0" y="1989122"/>
                  <a:pt x="762920" y="677212"/>
                  <a:pt x="2042636" y="338606"/>
                </a:cubicBezTo>
                <a:close/>
              </a:path>
            </a:pathLst>
          </a:custGeom>
          <a:noFill/>
          <a:ln w="14914" cap="rnd">
            <a:solidFill>
              <a:srgbClr val="627D8D">
                <a:alpha val="20000"/>
              </a:srgbClr>
            </a:solidFill>
            <a:custDash>
              <a:ds d="2857143" sp="1285714"/>
              <a:ds d="285714" sp="1285714"/>
            </a:custDash>
            <a:miter lim="800000"/>
          </a:ln>
        </p:spPr>
      </p:sp>
      <p:sp>
        <p:nvSpPr>
          <p:cNvPr id="75" name="!!circle-3b9"/>
          <p:cNvSpPr/>
          <p:nvPr/>
        </p:nvSpPr>
        <p:spPr>
          <a:xfrm>
            <a:off x="7049234" y="2336035"/>
            <a:ext cx="1917552" cy="1917552"/>
          </a:xfrm>
          <a:custGeom>
            <a:avLst/>
            <a:gdLst/>
            <a:ahLst/>
            <a:cxnLst/>
            <a:rect l="l" t="t" r="r" b="b"/>
            <a:pathLst>
              <a:path w="1917552" h="1917552">
                <a:moveTo>
                  <a:pt x="1917524" y="958826"/>
                </a:moveTo>
                <a:cubicBezTo>
                  <a:pt x="1917496" y="1488328"/>
                  <a:pt x="1488228" y="1917552"/>
                  <a:pt x="958726" y="1917524"/>
                </a:cubicBezTo>
                <a:cubicBezTo>
                  <a:pt x="429224" y="1917496"/>
                  <a:pt x="0" y="1488228"/>
                  <a:pt x="28" y="958726"/>
                </a:cubicBezTo>
                <a:cubicBezTo>
                  <a:pt x="55" y="429224"/>
                  <a:pt x="429324" y="0"/>
                  <a:pt x="958826" y="28"/>
                </a:cubicBezTo>
                <a:cubicBezTo>
                  <a:pt x="1488328" y="55"/>
                  <a:pt x="1917552" y="429324"/>
                  <a:pt x="1917524" y="958826"/>
                </a:cubicBez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24748">
                <a:srgbClr val="DCE8EE"/>
              </a:gs>
              <a:gs pos="49496">
                <a:srgbClr val="627D8D">
                  <a:alpha val="55000"/>
                </a:srgbClr>
              </a:gs>
              <a:gs pos="70709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76" name="!!path-3ba"/>
          <p:cNvSpPr/>
          <p:nvPr/>
        </p:nvSpPr>
        <p:spPr>
          <a:xfrm>
            <a:off x="7638894" y="2925706"/>
            <a:ext cx="738248" cy="738236"/>
          </a:xfrm>
          <a:custGeom>
            <a:avLst/>
            <a:gdLst/>
            <a:ahLst/>
            <a:cxnLst/>
            <a:rect l="l" t="t" r="r" b="b"/>
            <a:pathLst>
              <a:path w="738248" h="738236">
                <a:moveTo>
                  <a:pt x="604017" y="268449"/>
                </a:moveTo>
                <a:lnTo>
                  <a:pt x="645967" y="176172"/>
                </a:lnTo>
                <a:lnTo>
                  <a:pt x="738248" y="134232"/>
                </a:lnTo>
                <a:lnTo>
                  <a:pt x="645971" y="92282"/>
                </a:lnTo>
                <a:lnTo>
                  <a:pt x="604031" y="0"/>
                </a:lnTo>
                <a:lnTo>
                  <a:pt x="562081" y="92277"/>
                </a:lnTo>
                <a:lnTo>
                  <a:pt x="469799" y="134218"/>
                </a:lnTo>
                <a:lnTo>
                  <a:pt x="562076" y="176168"/>
                </a:lnTo>
                <a:lnTo>
                  <a:pt x="604017" y="268449"/>
                </a:lnTo>
                <a:close/>
                <a:moveTo>
                  <a:pt x="352344" y="285214"/>
                </a:moveTo>
                <a:lnTo>
                  <a:pt x="268464" y="100651"/>
                </a:lnTo>
                <a:lnTo>
                  <a:pt x="184563" y="285206"/>
                </a:lnTo>
                <a:lnTo>
                  <a:pt x="0" y="369086"/>
                </a:lnTo>
                <a:lnTo>
                  <a:pt x="184555" y="452987"/>
                </a:lnTo>
                <a:lnTo>
                  <a:pt x="268435" y="637550"/>
                </a:lnTo>
                <a:lnTo>
                  <a:pt x="352336" y="452995"/>
                </a:lnTo>
                <a:lnTo>
                  <a:pt x="536899" y="369115"/>
                </a:lnTo>
                <a:lnTo>
                  <a:pt x="352344" y="285214"/>
                </a:lnTo>
                <a:close/>
                <a:moveTo>
                  <a:pt x="604006" y="469787"/>
                </a:moveTo>
                <a:lnTo>
                  <a:pt x="562056" y="562064"/>
                </a:lnTo>
                <a:lnTo>
                  <a:pt x="469774" y="604004"/>
                </a:lnTo>
                <a:lnTo>
                  <a:pt x="562052" y="645954"/>
                </a:lnTo>
                <a:lnTo>
                  <a:pt x="603992" y="738236"/>
                </a:lnTo>
                <a:lnTo>
                  <a:pt x="645942" y="645959"/>
                </a:lnTo>
                <a:lnTo>
                  <a:pt x="738224" y="604018"/>
                </a:lnTo>
                <a:lnTo>
                  <a:pt x="645946" y="562068"/>
                </a:lnTo>
                <a:lnTo>
                  <a:pt x="604006" y="469787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77" name="!!circle-3bh"/>
          <p:cNvSpPr/>
          <p:nvPr/>
        </p:nvSpPr>
        <p:spPr>
          <a:xfrm>
            <a:off x="0" y="0"/>
            <a:ext cx="2253511" cy="1035175"/>
          </a:xfrm>
          <a:custGeom>
            <a:avLst/>
            <a:gdLst/>
            <a:ahLst/>
            <a:cxnLst/>
            <a:rect l="l" t="t" r="r" b="b"/>
            <a:pathLst>
              <a:path w="2253511" h="1035175">
                <a:moveTo>
                  <a:pt x="0" y="0"/>
                </a:moveTo>
                <a:lnTo>
                  <a:pt x="2253511" y="0"/>
                </a:lnTo>
                <a:lnTo>
                  <a:pt x="2221752" y="155392"/>
                </a:lnTo>
                <a:lnTo>
                  <a:pt x="2170374" y="303283"/>
                </a:lnTo>
                <a:lnTo>
                  <a:pt x="2100924" y="441668"/>
                </a:lnTo>
                <a:lnTo>
                  <a:pt x="2014830" y="569118"/>
                </a:lnTo>
                <a:lnTo>
                  <a:pt x="1913520" y="684206"/>
                </a:lnTo>
                <a:lnTo>
                  <a:pt x="1798421" y="785505"/>
                </a:lnTo>
                <a:lnTo>
                  <a:pt x="1670961" y="871585"/>
                </a:lnTo>
                <a:lnTo>
                  <a:pt x="1532570" y="941021"/>
                </a:lnTo>
                <a:lnTo>
                  <a:pt x="1384674" y="992383"/>
                </a:lnTo>
                <a:lnTo>
                  <a:pt x="1228701" y="1024243"/>
                </a:lnTo>
                <a:lnTo>
                  <a:pt x="1066080" y="1035175"/>
                </a:lnTo>
                <a:lnTo>
                  <a:pt x="903460" y="1024226"/>
                </a:lnTo>
                <a:lnTo>
                  <a:pt x="747490" y="992349"/>
                </a:lnTo>
                <a:lnTo>
                  <a:pt x="599600" y="940972"/>
                </a:lnTo>
                <a:lnTo>
                  <a:pt x="461215" y="871522"/>
                </a:lnTo>
                <a:lnTo>
                  <a:pt x="333765" y="785428"/>
                </a:lnTo>
                <a:lnTo>
                  <a:pt x="218677" y="684117"/>
                </a:lnTo>
                <a:lnTo>
                  <a:pt x="117378" y="569018"/>
                </a:lnTo>
                <a:lnTo>
                  <a:pt x="31297" y="441559"/>
                </a:lnTo>
                <a:lnTo>
                  <a:pt x="0" y="379180"/>
                </a:lnTo>
                <a:close/>
              </a:path>
            </a:pathLst>
          </a:custGeom>
          <a:gradFill rotWithShape="1">
            <a:gsLst>
              <a:gs pos="0">
                <a:srgbClr val="627D8D">
                  <a:alpha val="20000"/>
                </a:srgbClr>
              </a:gs>
              <a:gs pos="71038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47310" t="0" r="52690" b="100000"/>
            </a:path>
          </a:gradFill>
          <a:ln>
            <a:noFill/>
          </a:ln>
        </p:spPr>
      </p:sp>
      <p:sp>
        <p:nvSpPr>
          <p:cNvPr id="78" name="!!circle-3bk"/>
          <p:cNvSpPr/>
          <p:nvPr/>
        </p:nvSpPr>
        <p:spPr>
          <a:xfrm>
            <a:off x="269522" y="-959880"/>
            <a:ext cx="1593241" cy="1593241"/>
          </a:xfrm>
          <a:custGeom>
            <a:avLst/>
            <a:gdLst/>
            <a:ahLst/>
            <a:cxnLst/>
            <a:rect l="l" t="t" r="r" b="b"/>
            <a:pathLst>
              <a:path w="1593241" h="1593241" fill="none">
                <a:moveTo>
                  <a:pt x="1016044" y="1472057"/>
                </a:moveTo>
                <a:cubicBezTo>
                  <a:pt x="643011" y="1593241"/>
                  <a:pt x="242368" y="1389077"/>
                  <a:pt x="121184" y="1016044"/>
                </a:cubicBezTo>
                <a:cubicBezTo>
                  <a:pt x="0" y="643011"/>
                  <a:pt x="204164" y="242368"/>
                  <a:pt x="577197" y="121184"/>
                </a:cubicBezTo>
                <a:cubicBezTo>
                  <a:pt x="950230" y="0"/>
                  <a:pt x="1350873" y="204164"/>
                  <a:pt x="1472057" y="577197"/>
                </a:cubicBezTo>
                <a:cubicBezTo>
                  <a:pt x="1593241" y="950230"/>
                  <a:pt x="1389077" y="1350873"/>
                  <a:pt x="1016044" y="1472057"/>
                </a:cubicBezTo>
                <a:close/>
              </a:path>
            </a:pathLst>
          </a:custGeom>
          <a:noFill/>
          <a:ln w="17755" cap="rnd">
            <a:solidFill>
              <a:srgbClr val="627D8D">
                <a:alpha val="35000"/>
              </a:srgbClr>
            </a:solidFill>
            <a:custDash>
              <a:ds d="100000" sp="550000"/>
            </a:custDash>
            <a:miter lim="800000"/>
          </a:ln>
        </p:spPr>
      </p:sp>
      <p:sp>
        <p:nvSpPr>
          <p:cNvPr id="79" name="!!circle-3bl"/>
          <p:cNvSpPr/>
          <p:nvPr/>
        </p:nvSpPr>
        <p:spPr>
          <a:xfrm>
            <a:off x="480221" y="-695911"/>
            <a:ext cx="1242852" cy="1242852"/>
          </a:xfrm>
          <a:custGeom>
            <a:avLst/>
            <a:gdLst/>
            <a:ahLst/>
            <a:cxnLst/>
            <a:rect l="l" t="t" r="r" b="b"/>
            <a:pathLst>
              <a:path w="1047551" h="1047551">
                <a:moveTo>
                  <a:pt x="1047536" y="523803"/>
                </a:moveTo>
                <a:cubicBezTo>
                  <a:pt x="1047521" y="813068"/>
                  <a:pt x="813013" y="1047551"/>
                  <a:pt x="523748" y="1047536"/>
                </a:cubicBezTo>
                <a:cubicBezTo>
                  <a:pt x="234483" y="1047521"/>
                  <a:pt x="0" y="813013"/>
                  <a:pt x="15" y="523748"/>
                </a:cubicBezTo>
                <a:cubicBezTo>
                  <a:pt x="30" y="234483"/>
                  <a:pt x="234538" y="0"/>
                  <a:pt x="523803" y="15"/>
                </a:cubicBezTo>
                <a:cubicBezTo>
                  <a:pt x="813068" y="30"/>
                  <a:pt x="1047551" y="234538"/>
                  <a:pt x="1047536" y="523803"/>
                </a:cubicBezTo>
                <a:close/>
              </a:path>
            </a:pathLst>
          </a:custGeom>
          <a:solidFill>
            <a:srgbClr val="0B1A26">
              <a:alpha val="12000"/>
            </a:srgbClr>
          </a:solidFill>
          <a:ln>
            <a:noFill/>
          </a:ln>
          <a:effectLst>
            <a:softEdge rad="214831"/>
          </a:effectLst>
        </p:spPr>
      </p:sp>
      <p:sp>
        <p:nvSpPr>
          <p:cNvPr id="80" name="!!circle-3bm"/>
          <p:cNvSpPr/>
          <p:nvPr/>
        </p:nvSpPr>
        <p:spPr>
          <a:xfrm>
            <a:off x="533489" y="-695913"/>
            <a:ext cx="1065306" cy="1065306"/>
          </a:xfrm>
          <a:custGeom>
            <a:avLst/>
            <a:gdLst/>
            <a:ahLst/>
            <a:cxnLst/>
            <a:rect l="l" t="t" r="r" b="b"/>
            <a:pathLst>
              <a:path w="1065306" h="1065306">
                <a:moveTo>
                  <a:pt x="1065291" y="532681"/>
                </a:moveTo>
                <a:cubicBezTo>
                  <a:pt x="1065276" y="826849"/>
                  <a:pt x="826793" y="1065306"/>
                  <a:pt x="532625" y="1065291"/>
                </a:cubicBezTo>
                <a:cubicBezTo>
                  <a:pt x="238458" y="1065276"/>
                  <a:pt x="0" y="826793"/>
                  <a:pt x="15" y="532625"/>
                </a:cubicBezTo>
                <a:cubicBezTo>
                  <a:pt x="31" y="238458"/>
                  <a:pt x="238513" y="0"/>
                  <a:pt x="532681" y="15"/>
                </a:cubicBezTo>
                <a:cubicBezTo>
                  <a:pt x="826849" y="31"/>
                  <a:pt x="1065306" y="238513"/>
                  <a:pt x="1065291" y="532681"/>
                </a:cubicBezTo>
                <a:close/>
              </a:path>
            </a:pathLst>
          </a:custGeom>
          <a:solidFill>
            <a:srgbClr val="FFFFFF"/>
          </a:solidFill>
          <a:ln w="17755" cap="flat">
            <a:solidFill>
              <a:srgbClr val="627D8D">
                <a:alpha val="22000"/>
              </a:srgbClr>
            </a:solidFill>
            <a:prstDash val="solid"/>
            <a:miter lim="800000"/>
          </a:ln>
        </p:spPr>
      </p:sp>
      <p:sp>
        <p:nvSpPr>
          <p:cNvPr id="81" name="!!path-3bn"/>
          <p:cNvSpPr/>
          <p:nvPr/>
        </p:nvSpPr>
        <p:spPr>
          <a:xfrm>
            <a:off x="876503" y="0"/>
            <a:ext cx="95761" cy="40251"/>
          </a:xfrm>
          <a:custGeom>
            <a:avLst/>
            <a:gdLst/>
            <a:ahLst/>
            <a:cxnLst/>
            <a:rect l="l" t="t" r="r" b="b"/>
            <a:pathLst>
              <a:path w="95761" h="40251">
                <a:moveTo>
                  <a:pt x="0" y="0"/>
                </a:moveTo>
                <a:lnTo>
                  <a:pt x="34837" y="34840"/>
                </a:lnTo>
                <a:lnTo>
                  <a:pt x="36727" y="36493"/>
                </a:lnTo>
                <a:lnTo>
                  <a:pt x="38772" y="37846"/>
                </a:lnTo>
                <a:lnTo>
                  <a:pt x="40940" y="38898"/>
                </a:lnTo>
                <a:lnTo>
                  <a:pt x="43201" y="39650"/>
                </a:lnTo>
                <a:lnTo>
                  <a:pt x="45523" y="40101"/>
                </a:lnTo>
                <a:lnTo>
                  <a:pt x="47876" y="40251"/>
                </a:lnTo>
                <a:lnTo>
                  <a:pt x="50229" y="40101"/>
                </a:lnTo>
                <a:lnTo>
                  <a:pt x="52551" y="39650"/>
                </a:lnTo>
                <a:lnTo>
                  <a:pt x="54812" y="38899"/>
                </a:lnTo>
                <a:lnTo>
                  <a:pt x="56980" y="37847"/>
                </a:lnTo>
                <a:lnTo>
                  <a:pt x="59025" y="36495"/>
                </a:lnTo>
                <a:lnTo>
                  <a:pt x="60916" y="34842"/>
                </a:lnTo>
                <a:lnTo>
                  <a:pt x="95761" y="0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82" name="!!circle-3g8"/>
          <p:cNvSpPr/>
          <p:nvPr/>
        </p:nvSpPr>
        <p:spPr>
          <a:xfrm>
            <a:off x="0" y="3522225"/>
            <a:ext cx="551014" cy="2012150"/>
          </a:xfrm>
          <a:custGeom>
            <a:avLst/>
            <a:gdLst/>
            <a:ahLst/>
            <a:cxnLst/>
            <a:rect l="l" t="t" r="r" b="b"/>
            <a:pathLst>
              <a:path w="551014" h="2012150">
                <a:moveTo>
                  <a:pt x="551014" y="1006139"/>
                </a:moveTo>
                <a:lnTo>
                  <a:pt x="540065" y="1168759"/>
                </a:lnTo>
                <a:lnTo>
                  <a:pt x="508188" y="1324729"/>
                </a:lnTo>
                <a:lnTo>
                  <a:pt x="456810" y="1472619"/>
                </a:lnTo>
                <a:lnTo>
                  <a:pt x="387360" y="1611004"/>
                </a:lnTo>
                <a:lnTo>
                  <a:pt x="301266" y="1738454"/>
                </a:lnTo>
                <a:lnTo>
                  <a:pt x="199956" y="1853543"/>
                </a:lnTo>
                <a:lnTo>
                  <a:pt x="84857" y="1954841"/>
                </a:lnTo>
                <a:lnTo>
                  <a:pt x="0" y="2012150"/>
                </a:lnTo>
                <a:lnTo>
                  <a:pt x="0" y="0"/>
                </a:lnTo>
                <a:lnTo>
                  <a:pt x="84956" y="57389"/>
                </a:lnTo>
                <a:lnTo>
                  <a:pt x="200044" y="158699"/>
                </a:lnTo>
                <a:lnTo>
                  <a:pt x="301343" y="273798"/>
                </a:lnTo>
                <a:lnTo>
                  <a:pt x="387424" y="401258"/>
                </a:lnTo>
                <a:lnTo>
                  <a:pt x="456859" y="539649"/>
                </a:lnTo>
                <a:lnTo>
                  <a:pt x="508221" y="687546"/>
                </a:lnTo>
                <a:lnTo>
                  <a:pt x="540082" y="843518"/>
                </a:lnTo>
                <a:lnTo>
                  <a:pt x="551014" y="1006139"/>
                </a:lnTo>
                <a:close/>
              </a:path>
            </a:pathLst>
          </a:custGeom>
          <a:gradFill rotWithShape="1">
            <a:gsLst>
              <a:gs pos="0">
                <a:srgbClr val="627D8D">
                  <a:alpha val="20000"/>
                </a:srgbClr>
              </a:gs>
              <a:gs pos="76590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0" t="50000" r="100000" b="50000"/>
            </a:path>
          </a:gradFill>
          <a:ln>
            <a:noFill/>
          </a:ln>
        </p:spPr>
      </p:sp>
      <p:sp>
        <p:nvSpPr>
          <p:cNvPr id="83" name="!!circle-3gb"/>
          <p:cNvSpPr/>
          <p:nvPr/>
        </p:nvSpPr>
        <p:spPr>
          <a:xfrm>
            <a:off x="-1444058" y="3731665"/>
            <a:ext cx="1593273" cy="1593273"/>
          </a:xfrm>
          <a:custGeom>
            <a:avLst/>
            <a:gdLst/>
            <a:ahLst/>
            <a:cxnLst/>
            <a:rect l="l" t="t" r="r" b="b"/>
            <a:pathLst>
              <a:path w="1593273" h="1593273" fill="none">
                <a:moveTo>
                  <a:pt x="577142" y="1472050"/>
                </a:moveTo>
                <a:cubicBezTo>
                  <a:pt x="204122" y="1350827"/>
                  <a:pt x="0" y="950163"/>
                  <a:pt x="121223" y="577142"/>
                </a:cubicBezTo>
                <a:cubicBezTo>
                  <a:pt x="242447" y="204122"/>
                  <a:pt x="643111" y="0"/>
                  <a:pt x="1016131" y="121223"/>
                </a:cubicBezTo>
                <a:cubicBezTo>
                  <a:pt x="1389152" y="242447"/>
                  <a:pt x="1593273" y="643111"/>
                  <a:pt x="1472050" y="1016131"/>
                </a:cubicBezTo>
                <a:cubicBezTo>
                  <a:pt x="1350827" y="1389152"/>
                  <a:pt x="950163" y="1593273"/>
                  <a:pt x="577142" y="1472050"/>
                </a:cubicBezTo>
                <a:close/>
              </a:path>
            </a:pathLst>
          </a:custGeom>
          <a:noFill/>
          <a:ln w="17755" cap="rnd">
            <a:solidFill>
              <a:srgbClr val="627D8D">
                <a:alpha val="35000"/>
              </a:srgbClr>
            </a:solidFill>
            <a:custDash>
              <a:ds d="100000" sp="550000"/>
            </a:custDash>
            <a:miter lim="800000"/>
          </a:ln>
        </p:spPr>
      </p:sp>
      <p:sp>
        <p:nvSpPr>
          <p:cNvPr id="84" name="!!rect-9a4"/>
          <p:cNvSpPr/>
          <p:nvPr/>
        </p:nvSpPr>
        <p:spPr>
          <a:xfrm>
            <a:off x="0" y="0"/>
            <a:ext cx="4826000" cy="6858000"/>
          </a:xfrm>
          <a:prstGeom prst="rect">
            <a:avLst/>
          </a:prstGeom>
          <a:gradFill rotWithShape="1">
            <a:gsLst>
              <a:gs pos="0">
                <a:srgbClr val="F3F5F7">
                  <a:alpha val="97000"/>
                </a:srgbClr>
              </a:gs>
              <a:gs pos="62000">
                <a:srgbClr val="F3F5F7">
                  <a:alpha val="88000"/>
                </a:srgbClr>
              </a:gs>
              <a:gs pos="100000">
                <a:srgbClr val="F3F5F7">
                  <a:alpha val="0"/>
                </a:srgbClr>
              </a:gs>
            </a:gsLst>
            <a:lin ang="0" scaled="0"/>
          </a:gradFill>
          <a:ln>
            <a:noFill/>
          </a:ln>
        </p:spPr>
      </p:sp>
      <p:sp>
        <p:nvSpPr>
          <p:cNvPr id="85" name="!!text-9aa" descr="AI 治理"/>
          <p:cNvSpPr txBox="1"/>
          <p:nvPr/>
        </p:nvSpPr>
        <p:spPr>
          <a:xfrm>
            <a:off x="711200" y="1750915"/>
            <a:ext cx="606247" cy="2206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00" b="1" kern="0" spc="144" dirty="0">
                <a:solidFill>
                  <a:srgbClr val="627D8D">
                    <a:alpha val="75917"/>
                  </a:srgbClr>
                </a:solidFill>
                <a:latin typeface="Noto Sans TC"/>
                <a:ea typeface="Noto Sans TC"/>
                <a:cs typeface="Noto Sans TC"/>
              </a:rPr>
              <a:t>A</a:t>
            </a:r>
            <a:r>
              <a:rPr lang="zh-TW" altLang="en-US" sz="1200" b="1" kern="0" dirty="0">
                <a:solidFill>
                  <a:srgbClr val="627D8D">
                    <a:alpha val="75917"/>
                  </a:srgbClr>
                </a:solidFill>
                <a:latin typeface="Noto Sans TC"/>
                <a:ea typeface="Noto Sans TC"/>
                <a:cs typeface="Noto Sans TC"/>
              </a:rPr>
              <a:t>I</a:t>
            </a:r>
            <a:r>
              <a:rPr lang="zh-TW" altLang="en-US" sz="1200" b="1" kern="0" spc="288" dirty="0">
                <a:solidFill>
                  <a:srgbClr val="627D8D">
                    <a:alpha val="75917"/>
                  </a:srgbClr>
                </a:solidFill>
                <a:latin typeface="Noto Sans TC"/>
                <a:ea typeface="Noto Sans TC"/>
                <a:cs typeface="Noto Sans TC"/>
              </a:rPr>
              <a:t> </a:t>
            </a:r>
            <a:r>
              <a:rPr lang="zh-TW" altLang="en-US" sz="1200" b="1" kern="0" spc="144" dirty="0">
                <a:solidFill>
                  <a:srgbClr val="627D8D">
                    <a:alpha val="75917"/>
                  </a:srgbClr>
                </a:solidFill>
                <a:latin typeface="Noto Sans TC"/>
                <a:ea typeface="Noto Sans TC"/>
                <a:cs typeface="Noto Sans TC"/>
              </a:rPr>
              <a:t>治</a:t>
            </a:r>
            <a:r>
              <a:rPr lang="zh-TW" altLang="en-US" sz="1200" b="1" kern="0" dirty="0">
                <a:solidFill>
                  <a:srgbClr val="627D8D">
                    <a:alpha val="75917"/>
                  </a:srgbClr>
                </a:solidFill>
                <a:latin typeface="Noto Sans TC"/>
                <a:ea typeface="Noto Sans TC"/>
                <a:cs typeface="Noto Sans TC"/>
              </a:rPr>
              <a:t>理</a:t>
            </a:r>
            <a:endParaRPr lang="zh-TW" sz="1200"/>
          </a:p>
        </p:txBody>
      </p:sp>
      <p:sp>
        <p:nvSpPr>
          <p:cNvPr id="86" name="!!path-9ic"/>
          <p:cNvSpPr/>
          <p:nvPr/>
        </p:nvSpPr>
        <p:spPr>
          <a:xfrm>
            <a:off x="381000" y="306527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87" name="!!path-9id"/>
          <p:cNvSpPr/>
          <p:nvPr/>
        </p:nvSpPr>
        <p:spPr>
          <a:xfrm>
            <a:off x="381000" y="308153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88" name="!!path-9ie"/>
          <p:cNvSpPr/>
          <p:nvPr/>
        </p:nvSpPr>
        <p:spPr>
          <a:xfrm>
            <a:off x="381000" y="309778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89" name="!!path-9if"/>
          <p:cNvSpPr/>
          <p:nvPr/>
        </p:nvSpPr>
        <p:spPr>
          <a:xfrm>
            <a:off x="381000" y="311404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90" name="!!path-9ig"/>
          <p:cNvSpPr/>
          <p:nvPr/>
        </p:nvSpPr>
        <p:spPr>
          <a:xfrm>
            <a:off x="381000" y="313030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91" name="!!path-9ih"/>
          <p:cNvSpPr/>
          <p:nvPr/>
        </p:nvSpPr>
        <p:spPr>
          <a:xfrm>
            <a:off x="381000" y="314655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92" name="!!path-9ii"/>
          <p:cNvSpPr/>
          <p:nvPr/>
        </p:nvSpPr>
        <p:spPr>
          <a:xfrm>
            <a:off x="381000" y="316281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93" name="!!path-9ij"/>
          <p:cNvSpPr/>
          <p:nvPr/>
        </p:nvSpPr>
        <p:spPr>
          <a:xfrm>
            <a:off x="381000" y="317906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94" name="!!path-9ik"/>
          <p:cNvSpPr/>
          <p:nvPr/>
        </p:nvSpPr>
        <p:spPr>
          <a:xfrm>
            <a:off x="419608" y="269342"/>
            <a:ext cx="128422" cy="122936"/>
          </a:xfrm>
          <a:custGeom>
            <a:avLst/>
            <a:gdLst/>
            <a:ahLst/>
            <a:cxnLst/>
            <a:rect l="l" t="t" r="r" b="b"/>
            <a:pathLst>
              <a:path w="128422" h="122936">
                <a:moveTo>
                  <a:pt x="0" y="17678"/>
                </a:moveTo>
                <a:lnTo>
                  <a:pt x="8128" y="5080"/>
                </a:lnTo>
                <a:cubicBezTo>
                  <a:pt x="32512" y="0"/>
                  <a:pt x="73152" y="7112"/>
                  <a:pt x="101600" y="26416"/>
                </a:cubicBezTo>
                <a:cubicBezTo>
                  <a:pt x="116840" y="37186"/>
                  <a:pt x="124968" y="49784"/>
                  <a:pt x="128422" y="62992"/>
                </a:cubicBezTo>
                <a:lnTo>
                  <a:pt x="128422" y="122936"/>
                </a:lnTo>
                <a:lnTo>
                  <a:pt x="0" y="1229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95" name="!!path-9il"/>
          <p:cNvSpPr/>
          <p:nvPr/>
        </p:nvSpPr>
        <p:spPr>
          <a:xfrm>
            <a:off x="419608" y="269342"/>
            <a:ext cx="128422" cy="62992"/>
          </a:xfrm>
          <a:custGeom>
            <a:avLst/>
            <a:gdLst/>
            <a:ahLst/>
            <a:cxnLst/>
            <a:rect l="l" t="t" r="r" b="b"/>
            <a:pathLst>
              <a:path w="128422" h="62992" fill="none">
                <a:moveTo>
                  <a:pt x="128422" y="62992"/>
                </a:moveTo>
                <a:cubicBezTo>
                  <a:pt x="124968" y="49784"/>
                  <a:pt x="116840" y="37186"/>
                  <a:pt x="101600" y="26416"/>
                </a:cubicBezTo>
                <a:cubicBezTo>
                  <a:pt x="73152" y="7112"/>
                  <a:pt x="32512" y="0"/>
                  <a:pt x="8128" y="5080"/>
                </a:cubicBezTo>
                <a:lnTo>
                  <a:pt x="0" y="1767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96" name="!!path-9im"/>
          <p:cNvSpPr/>
          <p:nvPr/>
        </p:nvSpPr>
        <p:spPr>
          <a:xfrm>
            <a:off x="407010" y="281534"/>
            <a:ext cx="141021" cy="110744"/>
          </a:xfrm>
          <a:custGeom>
            <a:avLst/>
            <a:gdLst/>
            <a:ahLst/>
            <a:cxnLst/>
            <a:rect l="l" t="t" r="r" b="b"/>
            <a:pathLst>
              <a:path w="141021" h="110744">
                <a:moveTo>
                  <a:pt x="0" y="22352"/>
                </a:moveTo>
                <a:lnTo>
                  <a:pt x="6502" y="6502"/>
                </a:lnTo>
                <a:cubicBezTo>
                  <a:pt x="36982" y="0"/>
                  <a:pt x="79654" y="7112"/>
                  <a:pt x="110134" y="25400"/>
                </a:cubicBezTo>
                <a:cubicBezTo>
                  <a:pt x="126390" y="35154"/>
                  <a:pt x="136550" y="49784"/>
                  <a:pt x="141021" y="62992"/>
                </a:cubicBezTo>
                <a:lnTo>
                  <a:pt x="141021" y="110744"/>
                </a:lnTo>
                <a:lnTo>
                  <a:pt x="0" y="110744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97" name="!!path-9in"/>
          <p:cNvSpPr/>
          <p:nvPr/>
        </p:nvSpPr>
        <p:spPr>
          <a:xfrm>
            <a:off x="407010" y="281534"/>
            <a:ext cx="141021" cy="62992"/>
          </a:xfrm>
          <a:custGeom>
            <a:avLst/>
            <a:gdLst/>
            <a:ahLst/>
            <a:cxnLst/>
            <a:rect l="l" t="t" r="r" b="b"/>
            <a:pathLst>
              <a:path w="141021" h="62992" fill="none">
                <a:moveTo>
                  <a:pt x="141021" y="62992"/>
                </a:moveTo>
                <a:cubicBezTo>
                  <a:pt x="136550" y="49784"/>
                  <a:pt x="126390" y="35154"/>
                  <a:pt x="110134" y="25400"/>
                </a:cubicBezTo>
                <a:cubicBezTo>
                  <a:pt x="79654" y="7112"/>
                  <a:pt x="36982" y="0"/>
                  <a:pt x="6502" y="6502"/>
                </a:cubicBezTo>
                <a:lnTo>
                  <a:pt x="0" y="22352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98" name="!!path-9io"/>
          <p:cNvSpPr/>
          <p:nvPr/>
        </p:nvSpPr>
        <p:spPr>
          <a:xfrm>
            <a:off x="395834" y="294742"/>
            <a:ext cx="151790" cy="97536"/>
          </a:xfrm>
          <a:custGeom>
            <a:avLst/>
            <a:gdLst/>
            <a:ahLst/>
            <a:cxnLst/>
            <a:rect l="l" t="t" r="r" b="b"/>
            <a:pathLst>
              <a:path w="151790" h="97536">
                <a:moveTo>
                  <a:pt x="0" y="23165"/>
                </a:moveTo>
                <a:lnTo>
                  <a:pt x="3861" y="12598"/>
                </a:lnTo>
                <a:cubicBezTo>
                  <a:pt x="37998" y="0"/>
                  <a:pt x="84734" y="5080"/>
                  <a:pt x="117246" y="21946"/>
                </a:cubicBezTo>
                <a:cubicBezTo>
                  <a:pt x="135534" y="31496"/>
                  <a:pt x="146710" y="43688"/>
                  <a:pt x="151790" y="55270"/>
                </a:cubicBezTo>
                <a:lnTo>
                  <a:pt x="151790" y="97536"/>
                </a:lnTo>
                <a:lnTo>
                  <a:pt x="0" y="975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99" name="!!path-9ip"/>
          <p:cNvSpPr/>
          <p:nvPr/>
        </p:nvSpPr>
        <p:spPr>
          <a:xfrm>
            <a:off x="395834" y="294742"/>
            <a:ext cx="151790" cy="55270"/>
          </a:xfrm>
          <a:custGeom>
            <a:avLst/>
            <a:gdLst/>
            <a:ahLst/>
            <a:cxnLst/>
            <a:rect l="l" t="t" r="r" b="b"/>
            <a:pathLst>
              <a:path w="151790" h="55270" fill="none">
                <a:moveTo>
                  <a:pt x="151790" y="55270"/>
                </a:moveTo>
                <a:cubicBezTo>
                  <a:pt x="146710" y="43688"/>
                  <a:pt x="135534" y="31496"/>
                  <a:pt x="117246" y="21946"/>
                </a:cubicBezTo>
                <a:cubicBezTo>
                  <a:pt x="84734" y="5080"/>
                  <a:pt x="37998" y="0"/>
                  <a:pt x="3861" y="12598"/>
                </a:cubicBezTo>
                <a:lnTo>
                  <a:pt x="0" y="23165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00" name="!!path-9iq"/>
          <p:cNvSpPr/>
          <p:nvPr/>
        </p:nvSpPr>
        <p:spPr>
          <a:xfrm>
            <a:off x="548234" y="264262"/>
            <a:ext cx="120294" cy="128016"/>
          </a:xfrm>
          <a:custGeom>
            <a:avLst/>
            <a:gdLst/>
            <a:ahLst/>
            <a:cxnLst/>
            <a:rect l="l" t="t" r="r" b="b"/>
            <a:pathLst>
              <a:path w="120294" h="128016">
                <a:moveTo>
                  <a:pt x="120294" y="18288"/>
                </a:moveTo>
                <a:lnTo>
                  <a:pt x="113589" y="4470"/>
                </a:lnTo>
                <a:cubicBezTo>
                  <a:pt x="86766" y="0"/>
                  <a:pt x="44094" y="10160"/>
                  <a:pt x="17678" y="30480"/>
                </a:cubicBezTo>
                <a:cubicBezTo>
                  <a:pt x="6502" y="39624"/>
                  <a:pt x="1422" y="52832"/>
                  <a:pt x="0" y="67056"/>
                </a:cubicBezTo>
                <a:lnTo>
                  <a:pt x="0" y="128016"/>
                </a:lnTo>
                <a:lnTo>
                  <a:pt x="120294" y="12801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01" name="!!path-9ir"/>
          <p:cNvSpPr/>
          <p:nvPr/>
        </p:nvSpPr>
        <p:spPr>
          <a:xfrm>
            <a:off x="548234" y="264262"/>
            <a:ext cx="120294" cy="67056"/>
          </a:xfrm>
          <a:custGeom>
            <a:avLst/>
            <a:gdLst/>
            <a:ahLst/>
            <a:cxnLst/>
            <a:rect l="l" t="t" r="r" b="b"/>
            <a:pathLst>
              <a:path w="120294" h="67056" fill="none">
                <a:moveTo>
                  <a:pt x="0" y="67056"/>
                </a:moveTo>
                <a:cubicBezTo>
                  <a:pt x="1422" y="52832"/>
                  <a:pt x="6502" y="39624"/>
                  <a:pt x="17678" y="30480"/>
                </a:cubicBezTo>
                <a:cubicBezTo>
                  <a:pt x="44094" y="10160"/>
                  <a:pt x="86766" y="0"/>
                  <a:pt x="113589" y="4470"/>
                </a:cubicBezTo>
                <a:lnTo>
                  <a:pt x="120294" y="1828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02" name="!!path-9is"/>
          <p:cNvSpPr/>
          <p:nvPr/>
        </p:nvSpPr>
        <p:spPr>
          <a:xfrm>
            <a:off x="548437" y="279502"/>
            <a:ext cx="133299" cy="112776"/>
          </a:xfrm>
          <a:custGeom>
            <a:avLst/>
            <a:gdLst/>
            <a:ahLst/>
            <a:cxnLst/>
            <a:rect l="l" t="t" r="r" b="b"/>
            <a:pathLst>
              <a:path w="133299" h="112776">
                <a:moveTo>
                  <a:pt x="133299" y="19710"/>
                </a:moveTo>
                <a:lnTo>
                  <a:pt x="127203" y="3048"/>
                </a:lnTo>
                <a:cubicBezTo>
                  <a:pt x="94691" y="0"/>
                  <a:pt x="54051" y="11176"/>
                  <a:pt x="27635" y="30683"/>
                </a:cubicBezTo>
                <a:cubicBezTo>
                  <a:pt x="13411" y="41250"/>
                  <a:pt x="4267" y="53848"/>
                  <a:pt x="0" y="65024"/>
                </a:cubicBezTo>
                <a:lnTo>
                  <a:pt x="0" y="112776"/>
                </a:lnTo>
                <a:lnTo>
                  <a:pt x="133299" y="11277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03" name="!!path-9it"/>
          <p:cNvSpPr/>
          <p:nvPr/>
        </p:nvSpPr>
        <p:spPr>
          <a:xfrm>
            <a:off x="548437" y="279502"/>
            <a:ext cx="133299" cy="65024"/>
          </a:xfrm>
          <a:custGeom>
            <a:avLst/>
            <a:gdLst/>
            <a:ahLst/>
            <a:cxnLst/>
            <a:rect l="l" t="t" r="r" b="b"/>
            <a:pathLst>
              <a:path w="133299" h="65024" fill="none">
                <a:moveTo>
                  <a:pt x="0" y="65024"/>
                </a:moveTo>
                <a:cubicBezTo>
                  <a:pt x="4267" y="53848"/>
                  <a:pt x="13411" y="41250"/>
                  <a:pt x="27635" y="30683"/>
                </a:cubicBezTo>
                <a:cubicBezTo>
                  <a:pt x="54051" y="11176"/>
                  <a:pt x="94691" y="0"/>
                  <a:pt x="127203" y="3048"/>
                </a:cubicBezTo>
                <a:lnTo>
                  <a:pt x="133299" y="19710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04" name="!!path-9iu"/>
          <p:cNvSpPr/>
          <p:nvPr/>
        </p:nvSpPr>
        <p:spPr>
          <a:xfrm>
            <a:off x="548843" y="293726"/>
            <a:ext cx="142646" cy="98552"/>
          </a:xfrm>
          <a:custGeom>
            <a:avLst/>
            <a:gdLst/>
            <a:ahLst/>
            <a:cxnLst/>
            <a:rect l="l" t="t" r="r" b="b"/>
            <a:pathLst>
              <a:path w="142646" h="98552">
                <a:moveTo>
                  <a:pt x="142646" y="18898"/>
                </a:moveTo>
                <a:lnTo>
                  <a:pt x="139802" y="8738"/>
                </a:lnTo>
                <a:cubicBezTo>
                  <a:pt x="106477" y="0"/>
                  <a:pt x="63805" y="5080"/>
                  <a:pt x="35357" y="19304"/>
                </a:cubicBezTo>
                <a:cubicBezTo>
                  <a:pt x="17069" y="28448"/>
                  <a:pt x="5893" y="42672"/>
                  <a:pt x="0" y="56286"/>
                </a:cubicBezTo>
                <a:lnTo>
                  <a:pt x="0" y="98552"/>
                </a:lnTo>
                <a:lnTo>
                  <a:pt x="142646" y="98552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05" name="!!path-9iv"/>
          <p:cNvSpPr/>
          <p:nvPr/>
        </p:nvSpPr>
        <p:spPr>
          <a:xfrm>
            <a:off x="548843" y="293726"/>
            <a:ext cx="142646" cy="56286"/>
          </a:xfrm>
          <a:custGeom>
            <a:avLst/>
            <a:gdLst/>
            <a:ahLst/>
            <a:cxnLst/>
            <a:rect l="l" t="t" r="r" b="b"/>
            <a:pathLst>
              <a:path w="142646" h="56286" fill="none">
                <a:moveTo>
                  <a:pt x="0" y="56286"/>
                </a:moveTo>
                <a:cubicBezTo>
                  <a:pt x="5893" y="42672"/>
                  <a:pt x="17069" y="28448"/>
                  <a:pt x="35357" y="19304"/>
                </a:cubicBezTo>
                <a:cubicBezTo>
                  <a:pt x="63805" y="5080"/>
                  <a:pt x="106477" y="0"/>
                  <a:pt x="139802" y="8738"/>
                </a:cubicBezTo>
                <a:lnTo>
                  <a:pt x="142646" y="1889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06" name="!!path-9iw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627D8D"/>
              </a:gs>
              <a:gs pos="21794">
                <a:srgbClr val="627D8D"/>
              </a:gs>
              <a:gs pos="55376">
                <a:srgbClr val="627D8D"/>
              </a:gs>
              <a:gs pos="96421">
                <a:srgbClr val="98ABB7"/>
              </a:gs>
              <a:gs pos="100000">
                <a:srgbClr val="98ABB7"/>
              </a:gs>
            </a:gsLst>
            <a:lin ang="1983350" scaled="0"/>
          </a:gradFill>
          <a:ln>
            <a:noFill/>
          </a:ln>
        </p:spPr>
      </p:sp>
      <p:sp>
        <p:nvSpPr>
          <p:cNvPr id="107" name="!!path-9ix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0000"/>
                </a:srgbClr>
              </a:gs>
              <a:gs pos="4764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83333" t="79291" r="16667" b="20709"/>
            </a:path>
          </a:gradFill>
          <a:ln>
            <a:noFill/>
          </a:ln>
        </p:spPr>
      </p:sp>
      <p:sp>
        <p:nvSpPr>
          <p:cNvPr id="108" name="!!line-9iy"/>
          <p:cNvSpPr/>
          <p:nvPr/>
        </p:nvSpPr>
        <p:spPr>
          <a:xfrm>
            <a:off x="549046" y="363017"/>
            <a:ext cx="1" cy="153619"/>
          </a:xfrm>
          <a:custGeom>
            <a:avLst/>
            <a:gdLst/>
            <a:ahLst/>
            <a:cxnLst/>
            <a:rect l="l" t="t" r="r" b="b"/>
            <a:pathLst>
              <a:path w="1" h="153619">
                <a:moveTo>
                  <a:pt x="0" y="0"/>
                </a:moveTo>
                <a:lnTo>
                  <a:pt x="0" y="153619"/>
                </a:lnTo>
              </a:path>
            </a:pathLst>
          </a:custGeom>
          <a:solidFill>
            <a:srgbClr val="000000"/>
          </a:solidFill>
          <a:ln w="6909" cap="rnd">
            <a:solidFill>
              <a:srgbClr val="C9D3D9"/>
            </a:solidFill>
            <a:prstDash val="solid"/>
            <a:miter lim="800000"/>
          </a:ln>
        </p:spPr>
      </p:sp>
      <p:sp>
        <p:nvSpPr>
          <p:cNvPr id="109" name="!!path-9iz"/>
          <p:cNvSpPr/>
          <p:nvPr/>
        </p:nvSpPr>
        <p:spPr>
          <a:xfrm>
            <a:off x="657962" y="442062"/>
            <a:ext cx="25400" cy="37998"/>
          </a:xfrm>
          <a:custGeom>
            <a:avLst/>
            <a:gdLst/>
            <a:ahLst/>
            <a:cxnLst/>
            <a:rect l="l" t="t" r="r" b="b"/>
            <a:pathLst>
              <a:path w="25400" h="37998">
                <a:moveTo>
                  <a:pt x="0" y="2642"/>
                </a:moveTo>
                <a:lnTo>
                  <a:pt x="15240" y="0"/>
                </a:lnTo>
                <a:lnTo>
                  <a:pt x="25400" y="37186"/>
                </a:lnTo>
                <a:lnTo>
                  <a:pt x="7518" y="37998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 w="1016" cap="flat">
            <a:solidFill>
              <a:srgbClr val="FFFFFF">
                <a:alpha val="55000"/>
              </a:srgbClr>
            </a:solidFill>
            <a:prstDash val="solid"/>
            <a:round/>
          </a:ln>
        </p:spPr>
      </p:sp>
      <p:sp>
        <p:nvSpPr>
          <p:cNvPr id="110" name="!!text-9j0" descr="救「舊」我的書"/>
          <p:cNvSpPr txBox="1"/>
          <p:nvPr/>
        </p:nvSpPr>
        <p:spPr>
          <a:xfrm>
            <a:off x="805879" y="251460"/>
            <a:ext cx="1120140" cy="25745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400" b="1" kern="0" spc="-70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救</a:t>
            </a:r>
            <a:r>
              <a:rPr lang="zh-TW" altLang="en-US" sz="14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「舊</a:t>
            </a:r>
            <a:r>
              <a:rPr lang="zh-TW" altLang="en-US" sz="1400" b="1" kern="0" spc="-70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」</a:t>
            </a:r>
            <a:r>
              <a:rPr lang="zh-TW" altLang="en-US" sz="14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我的書</a:t>
            </a:r>
            <a:endParaRPr lang="zh-TW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fast" p14:dur="1600" advTm="0">
        <p159:morph option="byObject"/>
      </p:transition>
    </mc:Choice>
    <mc:Fallback>
      <p:transition spd="fast" advTm="0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115.7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rect-1q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7"/>
          </a:solidFill>
          <a:ln>
            <a:noFill/>
          </a:ln>
        </p:spPr>
      </p:sp>
      <p:sp>
        <p:nvSpPr>
          <p:cNvPr id="3" name="!!ellipse-1q2"/>
          <p:cNvSpPr/>
          <p:nvPr/>
        </p:nvSpPr>
        <p:spPr>
          <a:xfrm>
            <a:off x="-889000" y="-952500"/>
            <a:ext cx="13970000" cy="7874000"/>
          </a:xfrm>
          <a:prstGeom prst="ellipse">
            <a:avLst/>
          </a:prstGeom>
          <a:gradFill rotWithShape="1">
            <a:gsLst>
              <a:gs pos="0">
                <a:srgbClr val="FFFFFF">
                  <a:alpha val="95000"/>
                </a:srgbClr>
              </a:gs>
              <a:gs pos="40865">
                <a:srgbClr val="FFFFFF">
                  <a:alpha val="35000"/>
                </a:srgbClr>
              </a:gs>
              <a:gs pos="68108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!!rect-1q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P1"/>
            <a:srcRect/>
            <a:tile tx="7206" ty="60960" sx="16667" sy="16667" flip="none" algn="tl"/>
          </a:blipFill>
          <a:ln>
            <a:noFill/>
          </a:ln>
        </p:spPr>
      </p:sp>
      <p:sp>
        <p:nvSpPr>
          <p:cNvPr id="5" name="!!circle-1qv"/>
          <p:cNvSpPr/>
          <p:nvPr/>
        </p:nvSpPr>
        <p:spPr>
          <a:xfrm>
            <a:off x="7437370" y="3500774"/>
            <a:ext cx="1551610" cy="1551610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" name="!!circle-1qy"/>
          <p:cNvSpPr/>
          <p:nvPr/>
        </p:nvSpPr>
        <p:spPr>
          <a:xfrm>
            <a:off x="10982214" y="-1786020"/>
            <a:ext cx="2674569" cy="2674569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7" name="!!circle-1r1"/>
          <p:cNvSpPr/>
          <p:nvPr/>
        </p:nvSpPr>
        <p:spPr>
          <a:xfrm>
            <a:off x="8206666" y="2749366"/>
            <a:ext cx="905370" cy="905370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8" name="!!circle-1ro"/>
          <p:cNvSpPr/>
          <p:nvPr/>
        </p:nvSpPr>
        <p:spPr>
          <a:xfrm>
            <a:off x="-484039" y="4557116"/>
            <a:ext cx="1641335" cy="1641335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9" name="!!circle-1rs"/>
          <p:cNvSpPr/>
          <p:nvPr/>
        </p:nvSpPr>
        <p:spPr>
          <a:xfrm>
            <a:off x="9668571" y="4382357"/>
            <a:ext cx="1598701" cy="1598701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0" name="!!rect-1sh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5F7">
                  <a:alpha val="0"/>
                </a:srgbClr>
              </a:gs>
              <a:gs pos="20428">
                <a:srgbClr val="F3F5F7">
                  <a:alpha val="0"/>
                </a:srgbClr>
              </a:gs>
              <a:gs pos="66730">
                <a:srgbClr val="F3F5F7"/>
              </a:gs>
              <a:gs pos="100000">
                <a:srgbClr val="F3F5F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1" name="!!circle-1sm"/>
          <p:cNvSpPr/>
          <p:nvPr/>
        </p:nvSpPr>
        <p:spPr>
          <a:xfrm>
            <a:off x="5570067" y="1296741"/>
            <a:ext cx="36055" cy="36055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12" name="!!circle-1sp"/>
          <p:cNvSpPr/>
          <p:nvPr/>
        </p:nvSpPr>
        <p:spPr>
          <a:xfrm>
            <a:off x="9313352" y="3192604"/>
            <a:ext cx="24295" cy="24295"/>
          </a:xfrm>
          <a:prstGeom prst="ellipse">
            <a:avLst/>
          </a:prstGeom>
          <a:solidFill>
            <a:srgbClr val="627D8D">
              <a:alpha val="18100"/>
            </a:srgbClr>
          </a:solidFill>
          <a:ln>
            <a:noFill/>
          </a:ln>
        </p:spPr>
      </p:sp>
      <p:sp>
        <p:nvSpPr>
          <p:cNvPr id="13" name="!!circle-1ss"/>
          <p:cNvSpPr/>
          <p:nvPr/>
        </p:nvSpPr>
        <p:spPr>
          <a:xfrm>
            <a:off x="3500223" y="6400627"/>
            <a:ext cx="25959" cy="25959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14" name="!!circle-1sv"/>
          <p:cNvSpPr/>
          <p:nvPr/>
        </p:nvSpPr>
        <p:spPr>
          <a:xfrm>
            <a:off x="1982963" y="1749288"/>
            <a:ext cx="35878" cy="35878"/>
          </a:xfrm>
          <a:prstGeom prst="ellipse">
            <a:avLst/>
          </a:prstGeom>
          <a:solidFill>
            <a:srgbClr val="627D8D">
              <a:alpha val="26800"/>
            </a:srgbClr>
          </a:solidFill>
          <a:ln>
            <a:noFill/>
          </a:ln>
        </p:spPr>
      </p:sp>
      <p:sp>
        <p:nvSpPr>
          <p:cNvPr id="15" name="!!circle-1sy"/>
          <p:cNvSpPr/>
          <p:nvPr/>
        </p:nvSpPr>
        <p:spPr>
          <a:xfrm>
            <a:off x="6848518" y="3707326"/>
            <a:ext cx="40234" cy="40234"/>
          </a:xfrm>
          <a:prstGeom prst="ellipse">
            <a:avLst/>
          </a:prstGeom>
          <a:solidFill>
            <a:srgbClr val="627D8D">
              <a:alpha val="31300"/>
            </a:srgbClr>
          </a:solidFill>
          <a:ln>
            <a:noFill/>
          </a:ln>
        </p:spPr>
      </p:sp>
      <p:sp>
        <p:nvSpPr>
          <p:cNvPr id="16" name="!!circle-1t4"/>
          <p:cNvSpPr/>
          <p:nvPr/>
        </p:nvSpPr>
        <p:spPr>
          <a:xfrm>
            <a:off x="1183999" y="4803504"/>
            <a:ext cx="29959" cy="29959"/>
          </a:xfrm>
          <a:prstGeom prst="ellipse">
            <a:avLst/>
          </a:prstGeom>
          <a:solidFill>
            <a:srgbClr val="627D8D">
              <a:alpha val="19400"/>
            </a:srgbClr>
          </a:solidFill>
          <a:ln>
            <a:noFill/>
          </a:ln>
        </p:spPr>
      </p:sp>
      <p:sp>
        <p:nvSpPr>
          <p:cNvPr id="17" name="!!circle-1t7"/>
          <p:cNvSpPr/>
          <p:nvPr/>
        </p:nvSpPr>
        <p:spPr>
          <a:xfrm>
            <a:off x="8457505" y="4441927"/>
            <a:ext cx="28702" cy="28702"/>
          </a:xfrm>
          <a:prstGeom prst="ellipse">
            <a:avLst/>
          </a:prstGeom>
          <a:solidFill>
            <a:srgbClr val="627D8D">
              <a:alpha val="17800"/>
            </a:srgbClr>
          </a:solidFill>
          <a:ln>
            <a:noFill/>
          </a:ln>
        </p:spPr>
      </p:sp>
      <p:sp>
        <p:nvSpPr>
          <p:cNvPr id="18" name="!!circle-1ta"/>
          <p:cNvSpPr/>
          <p:nvPr/>
        </p:nvSpPr>
        <p:spPr>
          <a:xfrm>
            <a:off x="10992063" y="1824371"/>
            <a:ext cx="24066" cy="24066"/>
          </a:xfrm>
          <a:prstGeom prst="ellipse">
            <a:avLst/>
          </a:prstGeom>
          <a:solidFill>
            <a:srgbClr val="627D8D">
              <a:alpha val="23900"/>
            </a:srgbClr>
          </a:solidFill>
          <a:ln>
            <a:noFill/>
          </a:ln>
        </p:spPr>
      </p:sp>
      <p:sp>
        <p:nvSpPr>
          <p:cNvPr id="19" name="!!circle-1td"/>
          <p:cNvSpPr/>
          <p:nvPr/>
        </p:nvSpPr>
        <p:spPr>
          <a:xfrm>
            <a:off x="8441911" y="5747917"/>
            <a:ext cx="35865" cy="35865"/>
          </a:xfrm>
          <a:prstGeom prst="ellipse">
            <a:avLst/>
          </a:prstGeom>
          <a:solidFill>
            <a:srgbClr val="627D8D">
              <a:alpha val="28200"/>
            </a:srgbClr>
          </a:solidFill>
          <a:ln>
            <a:noFill/>
          </a:ln>
        </p:spPr>
      </p:sp>
      <p:sp>
        <p:nvSpPr>
          <p:cNvPr id="20" name="!!circle-1tg"/>
          <p:cNvSpPr/>
          <p:nvPr/>
        </p:nvSpPr>
        <p:spPr>
          <a:xfrm>
            <a:off x="1501866" y="2890987"/>
            <a:ext cx="39218" cy="39218"/>
          </a:xfrm>
          <a:prstGeom prst="ellipse">
            <a:avLst/>
          </a:prstGeom>
          <a:solidFill>
            <a:srgbClr val="627D8D">
              <a:alpha val="29600"/>
            </a:srgbClr>
          </a:solidFill>
          <a:ln>
            <a:noFill/>
          </a:ln>
        </p:spPr>
      </p:sp>
      <p:sp>
        <p:nvSpPr>
          <p:cNvPr id="21" name="!!circle-1tj"/>
          <p:cNvSpPr/>
          <p:nvPr/>
        </p:nvSpPr>
        <p:spPr>
          <a:xfrm>
            <a:off x="7081805" y="5941114"/>
            <a:ext cx="49733" cy="49733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2" name="!!circle-1tm"/>
          <p:cNvSpPr/>
          <p:nvPr/>
        </p:nvSpPr>
        <p:spPr>
          <a:xfrm>
            <a:off x="6404498" y="1620014"/>
            <a:ext cx="41694" cy="41694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3" name="!!circle-1tp"/>
          <p:cNvSpPr/>
          <p:nvPr/>
        </p:nvSpPr>
        <p:spPr>
          <a:xfrm>
            <a:off x="6796156" y="5029721"/>
            <a:ext cx="31979" cy="31979"/>
          </a:xfrm>
          <a:prstGeom prst="ellipse">
            <a:avLst/>
          </a:prstGeom>
          <a:solidFill>
            <a:srgbClr val="627D8D">
              <a:alpha val="24100"/>
            </a:srgbClr>
          </a:solidFill>
          <a:ln>
            <a:noFill/>
          </a:ln>
        </p:spPr>
      </p:sp>
      <p:sp>
        <p:nvSpPr>
          <p:cNvPr id="24" name="!!circle-1ts"/>
          <p:cNvSpPr/>
          <p:nvPr/>
        </p:nvSpPr>
        <p:spPr>
          <a:xfrm>
            <a:off x="3892769" y="901082"/>
            <a:ext cx="18085" cy="18085"/>
          </a:xfrm>
          <a:prstGeom prst="ellipse">
            <a:avLst/>
          </a:prstGeom>
          <a:solidFill>
            <a:srgbClr val="627D8D">
              <a:alpha val="10500"/>
            </a:srgbClr>
          </a:solidFill>
          <a:ln>
            <a:noFill/>
          </a:ln>
        </p:spPr>
      </p:sp>
      <p:sp>
        <p:nvSpPr>
          <p:cNvPr id="25" name="!!circle-1ty"/>
          <p:cNvSpPr/>
          <p:nvPr/>
        </p:nvSpPr>
        <p:spPr>
          <a:xfrm>
            <a:off x="3462046" y="6208581"/>
            <a:ext cx="39243" cy="39243"/>
          </a:xfrm>
          <a:prstGeom prst="ellipse">
            <a:avLst/>
          </a:prstGeom>
          <a:solidFill>
            <a:srgbClr val="627D8D">
              <a:alpha val="27700"/>
            </a:srgbClr>
          </a:solidFill>
          <a:ln>
            <a:noFill/>
          </a:ln>
        </p:spPr>
      </p:sp>
      <p:sp>
        <p:nvSpPr>
          <p:cNvPr id="26" name="!!circle-1u1"/>
          <p:cNvSpPr/>
          <p:nvPr/>
        </p:nvSpPr>
        <p:spPr>
          <a:xfrm>
            <a:off x="1649172" y="6524537"/>
            <a:ext cx="34519" cy="34519"/>
          </a:xfrm>
          <a:prstGeom prst="ellipse">
            <a:avLst/>
          </a:prstGeom>
          <a:solidFill>
            <a:srgbClr val="627D8D">
              <a:alpha val="22500"/>
            </a:srgbClr>
          </a:solidFill>
          <a:ln>
            <a:noFill/>
          </a:ln>
        </p:spPr>
      </p:sp>
      <p:sp>
        <p:nvSpPr>
          <p:cNvPr id="27" name="!!circle-1u4"/>
          <p:cNvSpPr/>
          <p:nvPr/>
        </p:nvSpPr>
        <p:spPr>
          <a:xfrm>
            <a:off x="2682467" y="5001441"/>
            <a:ext cx="46228" cy="46228"/>
          </a:xfrm>
          <a:prstGeom prst="ellipse">
            <a:avLst/>
          </a:prstGeom>
          <a:solidFill>
            <a:srgbClr val="627D8D">
              <a:alpha val="26200"/>
            </a:srgbClr>
          </a:solidFill>
          <a:ln>
            <a:noFill/>
          </a:ln>
        </p:spPr>
      </p:sp>
      <p:sp>
        <p:nvSpPr>
          <p:cNvPr id="28" name="!!circle-1u7"/>
          <p:cNvSpPr/>
          <p:nvPr/>
        </p:nvSpPr>
        <p:spPr>
          <a:xfrm>
            <a:off x="7427534" y="4710996"/>
            <a:ext cx="49327" cy="49327"/>
          </a:xfrm>
          <a:prstGeom prst="ellipse">
            <a:avLst/>
          </a:prstGeom>
          <a:solidFill>
            <a:srgbClr val="627D8D">
              <a:alpha val="20800"/>
            </a:srgbClr>
          </a:solidFill>
          <a:ln>
            <a:noFill/>
          </a:ln>
        </p:spPr>
      </p:sp>
      <p:sp>
        <p:nvSpPr>
          <p:cNvPr id="29" name="!!circle-1ua"/>
          <p:cNvSpPr/>
          <p:nvPr/>
        </p:nvSpPr>
        <p:spPr>
          <a:xfrm>
            <a:off x="9696098" y="5390528"/>
            <a:ext cx="24054" cy="24054"/>
          </a:xfrm>
          <a:prstGeom prst="ellipse">
            <a:avLst/>
          </a:prstGeom>
          <a:solidFill>
            <a:srgbClr val="627D8D">
              <a:alpha val="22200"/>
            </a:srgbClr>
          </a:solidFill>
          <a:ln>
            <a:noFill/>
          </a:ln>
        </p:spPr>
      </p:sp>
      <p:sp>
        <p:nvSpPr>
          <p:cNvPr id="30" name="!!circle-1ud"/>
          <p:cNvSpPr/>
          <p:nvPr/>
        </p:nvSpPr>
        <p:spPr>
          <a:xfrm>
            <a:off x="2042005" y="1420711"/>
            <a:ext cx="32271" cy="32271"/>
          </a:xfrm>
          <a:prstGeom prst="ellipse">
            <a:avLst/>
          </a:prstGeom>
          <a:solidFill>
            <a:srgbClr val="627D8D">
              <a:alpha val="20500"/>
            </a:srgbClr>
          </a:solidFill>
          <a:ln>
            <a:noFill/>
          </a:ln>
        </p:spPr>
      </p:sp>
      <p:sp>
        <p:nvSpPr>
          <p:cNvPr id="31" name="!!circle-1uj"/>
          <p:cNvSpPr/>
          <p:nvPr/>
        </p:nvSpPr>
        <p:spPr>
          <a:xfrm>
            <a:off x="2070678" y="2368215"/>
            <a:ext cx="34252" cy="34252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32" name="!!circle-1um"/>
          <p:cNvSpPr/>
          <p:nvPr/>
        </p:nvSpPr>
        <p:spPr>
          <a:xfrm>
            <a:off x="9603624" y="4219168"/>
            <a:ext cx="44196" cy="44196"/>
          </a:xfrm>
          <a:prstGeom prst="ellipse">
            <a:avLst/>
          </a:prstGeom>
          <a:solidFill>
            <a:srgbClr val="627D8D">
              <a:alpha val="21700"/>
            </a:srgbClr>
          </a:solidFill>
          <a:ln>
            <a:noFill/>
          </a:ln>
        </p:spPr>
      </p:sp>
      <p:sp>
        <p:nvSpPr>
          <p:cNvPr id="33" name="!!circle-1up"/>
          <p:cNvSpPr/>
          <p:nvPr/>
        </p:nvSpPr>
        <p:spPr>
          <a:xfrm>
            <a:off x="6772769" y="1758181"/>
            <a:ext cx="35192" cy="35192"/>
          </a:xfrm>
          <a:prstGeom prst="ellipse">
            <a:avLst/>
          </a:prstGeom>
          <a:solidFill>
            <a:srgbClr val="627D8D">
              <a:alpha val="27100"/>
            </a:srgbClr>
          </a:solidFill>
          <a:ln>
            <a:noFill/>
          </a:ln>
        </p:spPr>
      </p:sp>
      <p:sp>
        <p:nvSpPr>
          <p:cNvPr id="34" name="!!circle-1us"/>
          <p:cNvSpPr/>
          <p:nvPr/>
        </p:nvSpPr>
        <p:spPr>
          <a:xfrm>
            <a:off x="10176736" y="5266393"/>
            <a:ext cx="43358" cy="43358"/>
          </a:xfrm>
          <a:prstGeom prst="ellipse">
            <a:avLst/>
          </a:prstGeom>
          <a:solidFill>
            <a:srgbClr val="627D8D">
              <a:alpha val="19500"/>
            </a:srgbClr>
          </a:solidFill>
          <a:ln>
            <a:noFill/>
          </a:ln>
        </p:spPr>
      </p:sp>
      <p:sp>
        <p:nvSpPr>
          <p:cNvPr id="35" name="!!circle-1uv"/>
          <p:cNvSpPr/>
          <p:nvPr/>
        </p:nvSpPr>
        <p:spPr>
          <a:xfrm>
            <a:off x="3180195" y="2049365"/>
            <a:ext cx="33528" cy="33528"/>
          </a:xfrm>
          <a:prstGeom prst="ellipse">
            <a:avLst/>
          </a:prstGeom>
          <a:solidFill>
            <a:srgbClr val="627D8D">
              <a:alpha val="28300"/>
            </a:srgbClr>
          </a:solidFill>
          <a:ln>
            <a:noFill/>
          </a:ln>
        </p:spPr>
      </p:sp>
      <p:sp>
        <p:nvSpPr>
          <p:cNvPr id="36" name="!!circle-1uy"/>
          <p:cNvSpPr/>
          <p:nvPr/>
        </p:nvSpPr>
        <p:spPr>
          <a:xfrm>
            <a:off x="6814182" y="2627309"/>
            <a:ext cx="28956" cy="28956"/>
          </a:xfrm>
          <a:prstGeom prst="ellipse">
            <a:avLst/>
          </a:prstGeom>
          <a:solidFill>
            <a:srgbClr val="627D8D">
              <a:alpha val="21800"/>
            </a:srgbClr>
          </a:solidFill>
          <a:ln>
            <a:noFill/>
          </a:ln>
        </p:spPr>
      </p:sp>
      <p:sp>
        <p:nvSpPr>
          <p:cNvPr id="37" name="!!circle-1v1"/>
          <p:cNvSpPr/>
          <p:nvPr/>
        </p:nvSpPr>
        <p:spPr>
          <a:xfrm>
            <a:off x="7009481" y="6308735"/>
            <a:ext cx="45555" cy="45555"/>
          </a:xfrm>
          <a:prstGeom prst="ellipse">
            <a:avLst/>
          </a:prstGeom>
          <a:solidFill>
            <a:srgbClr val="627D8D">
              <a:alpha val="20900"/>
            </a:srgbClr>
          </a:solidFill>
          <a:ln>
            <a:noFill/>
          </a:ln>
        </p:spPr>
      </p:sp>
      <p:sp>
        <p:nvSpPr>
          <p:cNvPr id="38" name="!!circle-1v4"/>
          <p:cNvSpPr/>
          <p:nvPr/>
        </p:nvSpPr>
        <p:spPr>
          <a:xfrm>
            <a:off x="11301272" y="3182440"/>
            <a:ext cx="39484" cy="39484"/>
          </a:xfrm>
          <a:prstGeom prst="ellipse">
            <a:avLst/>
          </a:prstGeom>
          <a:solidFill>
            <a:srgbClr val="627D8D">
              <a:alpha val="13600"/>
            </a:srgbClr>
          </a:solidFill>
          <a:ln>
            <a:noFill/>
          </a:ln>
        </p:spPr>
      </p:sp>
      <p:sp>
        <p:nvSpPr>
          <p:cNvPr id="39" name="!!circle-1v7"/>
          <p:cNvSpPr/>
          <p:nvPr/>
        </p:nvSpPr>
        <p:spPr>
          <a:xfrm>
            <a:off x="7469695" y="5618349"/>
            <a:ext cx="30455" cy="30455"/>
          </a:xfrm>
          <a:prstGeom prst="ellipse">
            <a:avLst/>
          </a:prstGeom>
          <a:solidFill>
            <a:srgbClr val="627D8D">
              <a:alpha val="16500"/>
            </a:srgbClr>
          </a:solidFill>
          <a:ln>
            <a:noFill/>
          </a:ln>
        </p:spPr>
      </p:sp>
      <p:sp>
        <p:nvSpPr>
          <p:cNvPr id="40" name="!!circle-1va"/>
          <p:cNvSpPr/>
          <p:nvPr/>
        </p:nvSpPr>
        <p:spPr>
          <a:xfrm>
            <a:off x="8973600" y="6377162"/>
            <a:ext cx="28257" cy="28257"/>
          </a:xfrm>
          <a:prstGeom prst="ellipse">
            <a:avLst/>
          </a:prstGeom>
          <a:solidFill>
            <a:srgbClr val="627D8D">
              <a:alpha val="15700"/>
            </a:srgbClr>
          </a:solidFill>
          <a:ln>
            <a:noFill/>
          </a:ln>
        </p:spPr>
      </p:sp>
      <p:sp>
        <p:nvSpPr>
          <p:cNvPr id="41" name="!!circle-1vd"/>
          <p:cNvSpPr/>
          <p:nvPr/>
        </p:nvSpPr>
        <p:spPr>
          <a:xfrm>
            <a:off x="11403370" y="5042255"/>
            <a:ext cx="45149" cy="45149"/>
          </a:xfrm>
          <a:prstGeom prst="ellipse">
            <a:avLst/>
          </a:prstGeom>
          <a:solidFill>
            <a:srgbClr val="627D8D">
              <a:alpha val="31200"/>
            </a:srgbClr>
          </a:solidFill>
          <a:ln>
            <a:noFill/>
          </a:ln>
        </p:spPr>
      </p:sp>
      <p:sp>
        <p:nvSpPr>
          <p:cNvPr id="42" name="!!circle-1vg"/>
          <p:cNvSpPr/>
          <p:nvPr/>
        </p:nvSpPr>
        <p:spPr>
          <a:xfrm>
            <a:off x="3464619" y="3065645"/>
            <a:ext cx="30696" cy="30696"/>
          </a:xfrm>
          <a:prstGeom prst="ellipse">
            <a:avLst/>
          </a:prstGeom>
          <a:solidFill>
            <a:srgbClr val="627D8D">
              <a:alpha val="25700"/>
            </a:srgbClr>
          </a:solidFill>
          <a:ln>
            <a:noFill/>
          </a:ln>
        </p:spPr>
      </p:sp>
      <p:sp>
        <p:nvSpPr>
          <p:cNvPr id="43" name="!!circle-1vj"/>
          <p:cNvSpPr/>
          <p:nvPr/>
        </p:nvSpPr>
        <p:spPr>
          <a:xfrm>
            <a:off x="8822021" y="3591820"/>
            <a:ext cx="37401" cy="37401"/>
          </a:xfrm>
          <a:prstGeom prst="ellipse">
            <a:avLst/>
          </a:prstGeom>
          <a:solidFill>
            <a:srgbClr val="627D8D">
              <a:alpha val="16000"/>
            </a:srgbClr>
          </a:solidFill>
          <a:ln>
            <a:noFill/>
          </a:ln>
        </p:spPr>
      </p:sp>
      <p:sp>
        <p:nvSpPr>
          <p:cNvPr id="44" name="!!circle-1vm"/>
          <p:cNvSpPr/>
          <p:nvPr/>
        </p:nvSpPr>
        <p:spPr>
          <a:xfrm>
            <a:off x="1796676" y="4443838"/>
            <a:ext cx="33096" cy="33096"/>
          </a:xfrm>
          <a:prstGeom prst="ellipse">
            <a:avLst/>
          </a:prstGeom>
          <a:solidFill>
            <a:srgbClr val="627D8D">
              <a:alpha val="22300"/>
            </a:srgbClr>
          </a:solidFill>
          <a:ln>
            <a:noFill/>
          </a:ln>
        </p:spPr>
      </p:sp>
      <p:sp>
        <p:nvSpPr>
          <p:cNvPr id="45" name="!!circle-1vp"/>
          <p:cNvSpPr/>
          <p:nvPr/>
        </p:nvSpPr>
        <p:spPr>
          <a:xfrm>
            <a:off x="11578816" y="561285"/>
            <a:ext cx="21145" cy="21145"/>
          </a:xfrm>
          <a:prstGeom prst="ellipse">
            <a:avLst/>
          </a:prstGeom>
          <a:solidFill>
            <a:srgbClr val="627D8D">
              <a:alpha val="16300"/>
            </a:srgbClr>
          </a:solidFill>
          <a:ln>
            <a:noFill/>
          </a:ln>
        </p:spPr>
      </p:sp>
      <p:sp>
        <p:nvSpPr>
          <p:cNvPr id="46" name="!!circle-1vs"/>
          <p:cNvSpPr/>
          <p:nvPr/>
        </p:nvSpPr>
        <p:spPr>
          <a:xfrm>
            <a:off x="11075854" y="5519146"/>
            <a:ext cx="35281" cy="35281"/>
          </a:xfrm>
          <a:prstGeom prst="ellipse">
            <a:avLst/>
          </a:prstGeom>
          <a:solidFill>
            <a:srgbClr val="627D8D">
              <a:alpha val="30000"/>
            </a:srgbClr>
          </a:solidFill>
          <a:ln>
            <a:noFill/>
          </a:ln>
        </p:spPr>
      </p:sp>
      <p:sp>
        <p:nvSpPr>
          <p:cNvPr id="47" name="!!path-369"/>
          <p:cNvSpPr/>
          <p:nvPr/>
        </p:nvSpPr>
        <p:spPr>
          <a:xfrm>
            <a:off x="1682750" y="147311"/>
            <a:ext cx="5313610" cy="2646612"/>
          </a:xfrm>
          <a:custGeom>
            <a:avLst/>
            <a:gdLst/>
            <a:ahLst/>
            <a:cxnLst/>
            <a:rect l="l" t="t" r="r" b="b"/>
            <a:pathLst>
              <a:path w="5313610" h="2646612" fill="none">
                <a:moveTo>
                  <a:pt x="5313610" y="2646612"/>
                </a:moveTo>
                <a:quadBezTo>
                  <a:pt x="3076476" y="480726"/>
                  <a:pt x="0" y="0"/>
                </a:quadBezTo>
              </a:path>
            </a:pathLst>
          </a:custGeom>
          <a:noFill/>
          <a:ln w="22447" cap="rnd">
            <a:solidFill>
              <a:srgbClr val="627D8D">
                <a:alpha val="26000"/>
              </a:srgbClr>
            </a:solidFill>
            <a:prstDash val="solid"/>
            <a:round/>
          </a:ln>
        </p:spPr>
      </p:sp>
      <p:sp>
        <p:nvSpPr>
          <p:cNvPr id="48" name="!!circle-36c"/>
          <p:cNvSpPr/>
          <p:nvPr/>
        </p:nvSpPr>
        <p:spPr>
          <a:xfrm>
            <a:off x="2860566" y="350131"/>
            <a:ext cx="143662" cy="143662"/>
          </a:xfrm>
          <a:prstGeom prst="ellipse">
            <a:avLst/>
          </a:prstGeom>
          <a:gradFill rotWithShape="1">
            <a:gsLst>
              <a:gs pos="0">
                <a:srgbClr val="FFFFFF">
                  <a:alpha val="81000"/>
                </a:srgbClr>
              </a:gs>
              <a:gs pos="28284">
                <a:srgbClr val="627D8D">
                  <a:alpha val="40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9" name="!!circle-36f"/>
          <p:cNvSpPr/>
          <p:nvPr/>
        </p:nvSpPr>
        <p:spPr>
          <a:xfrm>
            <a:off x="4721230" y="1103351"/>
            <a:ext cx="143662" cy="143662"/>
          </a:xfrm>
          <a:prstGeom prst="ellipse">
            <a:avLst/>
          </a:prstGeom>
          <a:gradFill rotWithShape="1">
            <a:gsLst>
              <a:gs pos="0">
                <a:srgbClr val="FFFFFF">
                  <a:alpha val="81000"/>
                </a:srgbClr>
              </a:gs>
              <a:gs pos="28284">
                <a:srgbClr val="627D8D">
                  <a:alpha val="40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0" name="!!circle-36i"/>
          <p:cNvSpPr/>
          <p:nvPr/>
        </p:nvSpPr>
        <p:spPr>
          <a:xfrm>
            <a:off x="6381762" y="2231784"/>
            <a:ext cx="143662" cy="143662"/>
          </a:xfrm>
          <a:prstGeom prst="ellipse">
            <a:avLst/>
          </a:prstGeom>
          <a:gradFill rotWithShape="1">
            <a:gsLst>
              <a:gs pos="0">
                <a:srgbClr val="FFFFFF">
                  <a:alpha val="65454"/>
                </a:srgbClr>
              </a:gs>
              <a:gs pos="28284">
                <a:srgbClr val="627D8D">
                  <a:alpha val="32727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1" name="!!path-36t"/>
          <p:cNvSpPr/>
          <p:nvPr/>
        </p:nvSpPr>
        <p:spPr>
          <a:xfrm>
            <a:off x="8001000" y="-1531842"/>
            <a:ext cx="673418" cy="3703796"/>
          </a:xfrm>
          <a:custGeom>
            <a:avLst/>
            <a:gdLst/>
            <a:ahLst/>
            <a:cxnLst/>
            <a:rect l="l" t="t" r="r" b="b"/>
            <a:pathLst>
              <a:path w="673418" h="3703796" fill="none">
                <a:moveTo>
                  <a:pt x="0" y="3703796"/>
                </a:moveTo>
                <a:quadBezTo>
                  <a:pt x="673418" y="1851898"/>
                  <a:pt x="0" y="0"/>
                </a:quadBezTo>
              </a:path>
            </a:pathLst>
          </a:custGeom>
          <a:noFill/>
          <a:ln w="22447" cap="rnd">
            <a:solidFill>
              <a:srgbClr val="627D8D">
                <a:alpha val="26000"/>
              </a:srgbClr>
            </a:solidFill>
            <a:prstDash val="solid"/>
            <a:round/>
          </a:ln>
        </p:spPr>
      </p:sp>
      <p:sp>
        <p:nvSpPr>
          <p:cNvPr id="52" name="!!circle-36z"/>
          <p:cNvSpPr/>
          <p:nvPr/>
        </p:nvSpPr>
        <p:spPr>
          <a:xfrm>
            <a:off x="8255776" y="568993"/>
            <a:ext cx="143662" cy="143662"/>
          </a:xfrm>
          <a:prstGeom prst="ellipse">
            <a:avLst/>
          </a:prstGeom>
          <a:gradFill rotWithShape="1">
            <a:gsLst>
              <a:gs pos="0">
                <a:srgbClr val="FFFFFF">
                  <a:alpha val="81000"/>
                </a:srgbClr>
              </a:gs>
              <a:gs pos="28284">
                <a:srgbClr val="627D8D">
                  <a:alpha val="40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3" name="!!circle-372"/>
          <p:cNvSpPr/>
          <p:nvPr/>
        </p:nvSpPr>
        <p:spPr>
          <a:xfrm>
            <a:off x="8027536" y="1806308"/>
            <a:ext cx="143662" cy="143662"/>
          </a:xfrm>
          <a:prstGeom prst="ellipse">
            <a:avLst/>
          </a:prstGeom>
          <a:gradFill rotWithShape="1">
            <a:gsLst>
              <a:gs pos="0">
                <a:srgbClr val="FFFFFF">
                  <a:alpha val="44181"/>
                </a:srgbClr>
              </a:gs>
              <a:gs pos="28284">
                <a:srgbClr val="627D8D">
                  <a:alpha val="22091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4" name="!!path-37d"/>
          <p:cNvSpPr/>
          <p:nvPr/>
        </p:nvSpPr>
        <p:spPr>
          <a:xfrm>
            <a:off x="9005640" y="147311"/>
            <a:ext cx="5313610" cy="2646612"/>
          </a:xfrm>
          <a:custGeom>
            <a:avLst/>
            <a:gdLst/>
            <a:ahLst/>
            <a:cxnLst/>
            <a:rect l="l" t="t" r="r" b="b"/>
            <a:pathLst>
              <a:path w="5313610" h="2646612" fill="none">
                <a:moveTo>
                  <a:pt x="0" y="2646612"/>
                </a:moveTo>
                <a:quadBezTo>
                  <a:pt x="3076481" y="2165886"/>
                  <a:pt x="5313610" y="0"/>
                </a:quadBezTo>
              </a:path>
            </a:pathLst>
          </a:custGeom>
          <a:noFill/>
          <a:ln w="22447" cap="rnd">
            <a:solidFill>
              <a:srgbClr val="627D8D">
                <a:alpha val="26000"/>
              </a:srgbClr>
            </a:solidFill>
            <a:prstDash val="solid"/>
            <a:round/>
          </a:ln>
        </p:spPr>
      </p:sp>
      <p:sp>
        <p:nvSpPr>
          <p:cNvPr id="55" name="!!circle-37j"/>
          <p:cNvSpPr/>
          <p:nvPr/>
        </p:nvSpPr>
        <p:spPr>
          <a:xfrm>
            <a:off x="11116727" y="2127150"/>
            <a:ext cx="143662" cy="143662"/>
          </a:xfrm>
          <a:prstGeom prst="ellipse">
            <a:avLst/>
          </a:prstGeom>
          <a:gradFill rotWithShape="1">
            <a:gsLst>
              <a:gs pos="0">
                <a:srgbClr val="FFFFFF">
                  <a:alpha val="81000"/>
                </a:srgbClr>
              </a:gs>
              <a:gs pos="28284">
                <a:srgbClr val="627D8D">
                  <a:alpha val="40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6" name="!!circle-37m"/>
          <p:cNvSpPr/>
          <p:nvPr/>
        </p:nvSpPr>
        <p:spPr>
          <a:xfrm>
            <a:off x="9186695" y="2679473"/>
            <a:ext cx="143662" cy="143662"/>
          </a:xfrm>
          <a:prstGeom prst="ellipse">
            <a:avLst/>
          </a:prstGeom>
          <a:gradFill rotWithShape="1">
            <a:gsLst>
              <a:gs pos="0">
                <a:srgbClr val="FFFFFF">
                  <a:alpha val="22908"/>
                </a:srgbClr>
              </a:gs>
              <a:gs pos="28284">
                <a:srgbClr val="627D8D">
                  <a:alpha val="11454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7" name="!!path-37x"/>
          <p:cNvSpPr/>
          <p:nvPr/>
        </p:nvSpPr>
        <p:spPr>
          <a:xfrm>
            <a:off x="9112130" y="3452722"/>
            <a:ext cx="6865510" cy="1539922"/>
          </a:xfrm>
          <a:custGeom>
            <a:avLst/>
            <a:gdLst/>
            <a:ahLst/>
            <a:cxnLst/>
            <a:rect l="l" t="t" r="r" b="b"/>
            <a:pathLst>
              <a:path w="6865510" h="1539922" fill="none">
                <a:moveTo>
                  <a:pt x="0" y="0"/>
                </a:moveTo>
                <a:quadBezTo>
                  <a:pt x="3282987" y="1539922"/>
                  <a:pt x="6865510" y="978776"/>
                </a:quadBezTo>
              </a:path>
            </a:pathLst>
          </a:custGeom>
          <a:noFill/>
          <a:ln w="22447" cap="rnd">
            <a:solidFill>
              <a:srgbClr val="627D8D">
                <a:alpha val="26000"/>
              </a:srgbClr>
            </a:solidFill>
            <a:prstDash val="solid"/>
            <a:round/>
          </a:ln>
        </p:spPr>
      </p:sp>
      <p:sp>
        <p:nvSpPr>
          <p:cNvPr id="58" name="!!circle-383"/>
          <p:cNvSpPr/>
          <p:nvPr/>
        </p:nvSpPr>
        <p:spPr>
          <a:xfrm>
            <a:off x="11267783" y="4175428"/>
            <a:ext cx="143662" cy="143662"/>
          </a:xfrm>
          <a:prstGeom prst="ellipse">
            <a:avLst/>
          </a:prstGeom>
          <a:gradFill rotWithShape="1">
            <a:gsLst>
              <a:gs pos="0">
                <a:srgbClr val="FFFFFF">
                  <a:alpha val="81000"/>
                </a:srgbClr>
              </a:gs>
              <a:gs pos="28284">
                <a:srgbClr val="627D8D">
                  <a:alpha val="40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9" name="!!circle-386"/>
          <p:cNvSpPr/>
          <p:nvPr/>
        </p:nvSpPr>
        <p:spPr>
          <a:xfrm>
            <a:off x="9059712" y="3389978"/>
            <a:ext cx="143662" cy="143662"/>
          </a:xfrm>
          <a:prstGeom prst="ellipse">
            <a:avLst/>
          </a:prstGeom>
          <a:gradFill rotWithShape="1">
            <a:gsLst>
              <a:gs pos="0">
                <a:srgbClr val="FFFFFF">
                  <a:alpha val="1636"/>
                </a:srgbClr>
              </a:gs>
              <a:gs pos="28284">
                <a:srgbClr val="627D8D">
                  <a:alpha val="818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0" name="!!path-38h"/>
          <p:cNvSpPr/>
          <p:nvPr/>
        </p:nvSpPr>
        <p:spPr>
          <a:xfrm>
            <a:off x="8686234" y="4183223"/>
            <a:ext cx="2731947" cy="3543981"/>
          </a:xfrm>
          <a:custGeom>
            <a:avLst/>
            <a:gdLst/>
            <a:ahLst/>
            <a:cxnLst/>
            <a:rect l="l" t="t" r="r" b="b"/>
            <a:pathLst>
              <a:path w="2731947" h="3543981" fill="none">
                <a:moveTo>
                  <a:pt x="0" y="0"/>
                </a:moveTo>
                <a:quadBezTo>
                  <a:pt x="759359" y="2239612"/>
                  <a:pt x="2731947" y="3543981"/>
                </a:quadBezTo>
              </a:path>
            </a:pathLst>
          </a:custGeom>
          <a:noFill/>
          <a:ln w="22447" cap="rnd">
            <a:solidFill>
              <a:srgbClr val="627D8D">
                <a:alpha val="26000"/>
              </a:srgbClr>
            </a:solidFill>
            <a:prstDash val="solid"/>
            <a:round/>
          </a:ln>
        </p:spPr>
      </p:sp>
      <p:sp>
        <p:nvSpPr>
          <p:cNvPr id="61" name="!!circle-38k"/>
          <p:cNvSpPr/>
          <p:nvPr/>
        </p:nvSpPr>
        <p:spPr>
          <a:xfrm>
            <a:off x="10060682" y="6570706"/>
            <a:ext cx="143662" cy="143662"/>
          </a:xfrm>
          <a:prstGeom prst="ellipse">
            <a:avLst/>
          </a:prstGeom>
          <a:gradFill rotWithShape="1">
            <a:gsLst>
              <a:gs pos="0">
                <a:srgbClr val="FFFFFF">
                  <a:alpha val="81000"/>
                </a:srgbClr>
              </a:gs>
              <a:gs pos="28284">
                <a:srgbClr val="627D8D">
                  <a:alpha val="40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2" name="!!circle-38n"/>
          <p:cNvSpPr/>
          <p:nvPr/>
        </p:nvSpPr>
        <p:spPr>
          <a:xfrm>
            <a:off x="9165309" y="5346631"/>
            <a:ext cx="143662" cy="143662"/>
          </a:xfrm>
          <a:prstGeom prst="ellipse">
            <a:avLst/>
          </a:prstGeom>
          <a:gradFill rotWithShape="1">
            <a:gsLst>
              <a:gs pos="0">
                <a:srgbClr val="FFFFFF">
                  <a:alpha val="81000"/>
                </a:srgbClr>
              </a:gs>
              <a:gs pos="28284">
                <a:srgbClr val="627D8D">
                  <a:alpha val="40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3" name="!!path-391"/>
          <p:cNvSpPr/>
          <p:nvPr/>
        </p:nvSpPr>
        <p:spPr>
          <a:xfrm>
            <a:off x="4583819" y="4183223"/>
            <a:ext cx="2731947" cy="3543981"/>
          </a:xfrm>
          <a:custGeom>
            <a:avLst/>
            <a:gdLst/>
            <a:ahLst/>
            <a:cxnLst/>
            <a:rect l="l" t="t" r="r" b="b"/>
            <a:pathLst>
              <a:path w="2731947" h="3543981" fill="none">
                <a:moveTo>
                  <a:pt x="2731947" y="0"/>
                </a:moveTo>
                <a:quadBezTo>
                  <a:pt x="759359" y="1304369"/>
                  <a:pt x="0" y="3543981"/>
                </a:quadBezTo>
              </a:path>
            </a:pathLst>
          </a:custGeom>
          <a:noFill/>
          <a:ln w="22447" cap="rnd">
            <a:solidFill>
              <a:srgbClr val="627D8D">
                <a:alpha val="26000"/>
              </a:srgbClr>
            </a:solidFill>
            <a:prstDash val="solid"/>
            <a:round/>
          </a:ln>
        </p:spPr>
      </p:sp>
      <p:sp>
        <p:nvSpPr>
          <p:cNvPr id="64" name="!!circle-394"/>
          <p:cNvSpPr/>
          <p:nvPr/>
        </p:nvSpPr>
        <p:spPr>
          <a:xfrm>
            <a:off x="5332152" y="5985656"/>
            <a:ext cx="143662" cy="143662"/>
          </a:xfrm>
          <a:prstGeom prst="ellipse">
            <a:avLst/>
          </a:prstGeom>
          <a:gradFill rotWithShape="1">
            <a:gsLst>
              <a:gs pos="0">
                <a:srgbClr val="FFFFFF">
                  <a:alpha val="81000"/>
                </a:srgbClr>
              </a:gs>
              <a:gs pos="28284">
                <a:srgbClr val="627D8D">
                  <a:alpha val="40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5" name="!!circle-397"/>
          <p:cNvSpPr/>
          <p:nvPr/>
        </p:nvSpPr>
        <p:spPr>
          <a:xfrm>
            <a:off x="6319841" y="4834621"/>
            <a:ext cx="143662" cy="143662"/>
          </a:xfrm>
          <a:prstGeom prst="ellipse">
            <a:avLst/>
          </a:prstGeom>
          <a:gradFill rotWithShape="1">
            <a:gsLst>
              <a:gs pos="0">
                <a:srgbClr val="FFFFFF">
                  <a:alpha val="81000"/>
                </a:srgbClr>
              </a:gs>
              <a:gs pos="28284">
                <a:srgbClr val="627D8D">
                  <a:alpha val="40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6" name="!!path-39l"/>
          <p:cNvSpPr/>
          <p:nvPr/>
        </p:nvSpPr>
        <p:spPr>
          <a:xfrm>
            <a:off x="24361" y="2891581"/>
            <a:ext cx="6865510" cy="1539917"/>
          </a:xfrm>
          <a:custGeom>
            <a:avLst/>
            <a:gdLst/>
            <a:ahLst/>
            <a:cxnLst/>
            <a:rect l="l" t="t" r="r" b="b"/>
            <a:pathLst>
              <a:path w="6865510" h="1539917" fill="none">
                <a:moveTo>
                  <a:pt x="6865510" y="561141"/>
                </a:moveTo>
                <a:quadBezTo>
                  <a:pt x="3282987" y="0"/>
                  <a:pt x="0" y="1539917"/>
                </a:quadBezTo>
              </a:path>
            </a:pathLst>
          </a:custGeom>
          <a:noFill/>
          <a:ln w="22447" cap="rnd">
            <a:solidFill>
              <a:srgbClr val="627D8D">
                <a:alpha val="26000"/>
              </a:srgbClr>
            </a:solidFill>
            <a:prstDash val="solid"/>
            <a:round/>
          </a:ln>
        </p:spPr>
      </p:sp>
      <p:sp>
        <p:nvSpPr>
          <p:cNvPr id="67" name="!!circle-39o"/>
          <p:cNvSpPr/>
          <p:nvPr/>
        </p:nvSpPr>
        <p:spPr>
          <a:xfrm>
            <a:off x="2952191" y="3401945"/>
            <a:ext cx="143662" cy="143662"/>
          </a:xfrm>
          <a:prstGeom prst="ellipse">
            <a:avLst/>
          </a:prstGeom>
          <a:gradFill rotWithShape="1">
            <a:gsLst>
              <a:gs pos="0">
                <a:srgbClr val="FFFFFF">
                  <a:alpha val="81000"/>
                </a:srgbClr>
              </a:gs>
              <a:gs pos="28284">
                <a:srgbClr val="627D8D">
                  <a:alpha val="40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8" name="!!circle-39r"/>
          <p:cNvSpPr/>
          <p:nvPr/>
        </p:nvSpPr>
        <p:spPr>
          <a:xfrm>
            <a:off x="5289113" y="3236651"/>
            <a:ext cx="143662" cy="143662"/>
          </a:xfrm>
          <a:prstGeom prst="ellipse">
            <a:avLst/>
          </a:prstGeom>
          <a:gradFill rotWithShape="1">
            <a:gsLst>
              <a:gs pos="0">
                <a:srgbClr val="FFFFFF">
                  <a:alpha val="81000"/>
                </a:srgbClr>
              </a:gs>
              <a:gs pos="28284">
                <a:srgbClr val="627D8D">
                  <a:alpha val="40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9" name="!!circle-39u"/>
          <p:cNvSpPr/>
          <p:nvPr/>
        </p:nvSpPr>
        <p:spPr>
          <a:xfrm>
            <a:off x="697408" y="4038829"/>
            <a:ext cx="143662" cy="143662"/>
          </a:xfrm>
          <a:prstGeom prst="ellipse">
            <a:avLst/>
          </a:prstGeom>
          <a:gradFill rotWithShape="1">
            <a:gsLst>
              <a:gs pos="0">
                <a:srgbClr val="FFFFFF">
                  <a:alpha val="46637"/>
                </a:srgbClr>
              </a:gs>
              <a:gs pos="28284">
                <a:srgbClr val="627D8D">
                  <a:alpha val="23318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70" name="!!circle-3as"/>
          <p:cNvSpPr/>
          <p:nvPr/>
        </p:nvSpPr>
        <p:spPr>
          <a:xfrm>
            <a:off x="4897894" y="191209"/>
            <a:ext cx="6206216" cy="6206216"/>
          </a:xfrm>
          <a:prstGeom prst="ellipse">
            <a:avLst/>
          </a:prstGeom>
          <a:gradFill rotWithShape="1">
            <a:gsLst>
              <a:gs pos="0">
                <a:srgbClr val="627D8D">
                  <a:alpha val="220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71" name="!!circle-3aw"/>
          <p:cNvSpPr/>
          <p:nvPr/>
        </p:nvSpPr>
        <p:spPr>
          <a:xfrm>
            <a:off x="6406993" y="1700307"/>
            <a:ext cx="3188019" cy="3188019"/>
          </a:xfrm>
          <a:custGeom>
            <a:avLst/>
            <a:gdLst/>
            <a:ahLst/>
            <a:cxnLst/>
            <a:rect l="l" t="t" r="r" b="b"/>
            <a:pathLst>
              <a:path w="3188019" h="3188019" fill="none">
                <a:moveTo>
                  <a:pt x="767528" y="2731566"/>
                </a:moveTo>
                <a:cubicBezTo>
                  <a:pt x="139273" y="2275113"/>
                  <a:pt x="0" y="1395784"/>
                  <a:pt x="456453" y="767528"/>
                </a:cubicBezTo>
                <a:cubicBezTo>
                  <a:pt x="912906" y="139273"/>
                  <a:pt x="1792235" y="0"/>
                  <a:pt x="2420490" y="456453"/>
                </a:cubicBezTo>
                <a:cubicBezTo>
                  <a:pt x="3048745" y="912906"/>
                  <a:pt x="3188019" y="1792235"/>
                  <a:pt x="2731566" y="2420490"/>
                </a:cubicBezTo>
                <a:cubicBezTo>
                  <a:pt x="2275113" y="3048745"/>
                  <a:pt x="1395784" y="3188019"/>
                  <a:pt x="767528" y="2731566"/>
                </a:cubicBezTo>
                <a:close/>
              </a:path>
            </a:pathLst>
          </a:custGeom>
          <a:noFill/>
          <a:ln w="21549" cap="rnd">
            <a:solidFill>
              <a:srgbClr val="627D8D">
                <a:alpha val="34000"/>
              </a:srgbClr>
            </a:solidFill>
            <a:custDash>
              <a:ds d="4500000" sp="1500000"/>
            </a:custDash>
            <a:miter lim="800000"/>
          </a:ln>
        </p:spPr>
      </p:sp>
      <p:sp>
        <p:nvSpPr>
          <p:cNvPr id="72" name="!!circle-3b0"/>
          <p:cNvSpPr/>
          <p:nvPr/>
        </p:nvSpPr>
        <p:spPr>
          <a:xfrm>
            <a:off x="5846053" y="1139368"/>
            <a:ext cx="4309897" cy="4309897"/>
          </a:xfrm>
          <a:custGeom>
            <a:avLst/>
            <a:gdLst/>
            <a:ahLst/>
            <a:cxnLst/>
            <a:rect l="l" t="t" r="r" b="b"/>
            <a:pathLst>
              <a:path w="4309897" h="4309897" fill="none">
                <a:moveTo>
                  <a:pt x="1358099" y="440088"/>
                </a:moveTo>
                <a:cubicBezTo>
                  <a:pt x="2305191" y="0"/>
                  <a:pt x="3429721" y="411008"/>
                  <a:pt x="3869809" y="1358099"/>
                </a:cubicBezTo>
                <a:cubicBezTo>
                  <a:pt x="4309897" y="2305191"/>
                  <a:pt x="3898889" y="3429721"/>
                  <a:pt x="2951798" y="3869809"/>
                </a:cubicBezTo>
                <a:cubicBezTo>
                  <a:pt x="2004707" y="4309897"/>
                  <a:pt x="880176" y="3898889"/>
                  <a:pt x="440088" y="2951798"/>
                </a:cubicBezTo>
                <a:cubicBezTo>
                  <a:pt x="0" y="2004707"/>
                  <a:pt x="411008" y="880176"/>
                  <a:pt x="1358099" y="440088"/>
                </a:cubicBezTo>
                <a:close/>
              </a:path>
            </a:pathLst>
          </a:custGeom>
          <a:noFill/>
          <a:ln w="15085" cap="rnd">
            <a:solidFill>
              <a:srgbClr val="627D8D">
                <a:alpha val="27000"/>
              </a:srgbClr>
            </a:solidFill>
            <a:custDash>
              <a:ds d="142857" sp="714286"/>
            </a:custDash>
            <a:miter lim="800000"/>
          </a:ln>
        </p:spPr>
      </p:sp>
      <p:sp>
        <p:nvSpPr>
          <p:cNvPr id="73" name="!!circle-3b4"/>
          <p:cNvSpPr/>
          <p:nvPr/>
        </p:nvSpPr>
        <p:spPr>
          <a:xfrm>
            <a:off x="5405921" y="699236"/>
            <a:ext cx="5190161" cy="5190161"/>
          </a:xfrm>
          <a:custGeom>
            <a:avLst/>
            <a:gdLst/>
            <a:ahLst/>
            <a:cxnLst/>
            <a:rect l="l" t="t" r="r" b="b"/>
            <a:pathLst>
              <a:path w="5190161" h="5190161" fill="none">
                <a:moveTo>
                  <a:pt x="2952183" y="197222"/>
                </a:moveTo>
                <a:cubicBezTo>
                  <a:pt x="4276483" y="394444"/>
                  <a:pt x="5190161" y="1627882"/>
                  <a:pt x="4992938" y="2952183"/>
                </a:cubicBezTo>
                <a:cubicBezTo>
                  <a:pt x="4795716" y="4276483"/>
                  <a:pt x="3562278" y="5190161"/>
                  <a:pt x="2237978" y="4992938"/>
                </a:cubicBezTo>
                <a:cubicBezTo>
                  <a:pt x="913677" y="4795716"/>
                  <a:pt x="0" y="3562278"/>
                  <a:pt x="197222" y="2237978"/>
                </a:cubicBezTo>
                <a:cubicBezTo>
                  <a:pt x="394444" y="913677"/>
                  <a:pt x="1627882" y="0"/>
                  <a:pt x="2952183" y="197222"/>
                </a:cubicBezTo>
                <a:close/>
              </a:path>
            </a:pathLst>
          </a:custGeom>
          <a:noFill/>
          <a:ln w="15085" cap="rnd">
            <a:solidFill>
              <a:srgbClr val="627D8D">
                <a:alpha val="20000"/>
              </a:srgbClr>
            </a:solidFill>
            <a:custDash>
              <a:ds d="2857143" sp="1285714"/>
              <a:ds d="285714" sp="1285714"/>
            </a:custDash>
            <a:miter lim="800000"/>
          </a:ln>
        </p:spPr>
      </p:sp>
      <p:sp>
        <p:nvSpPr>
          <p:cNvPr id="74" name="!!circle-3b9"/>
          <p:cNvSpPr/>
          <p:nvPr/>
        </p:nvSpPr>
        <p:spPr>
          <a:xfrm>
            <a:off x="7031281" y="2324595"/>
            <a:ext cx="1939443" cy="1939443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24749">
                <a:srgbClr val="DCE8EE"/>
              </a:gs>
              <a:gs pos="49497">
                <a:srgbClr val="627D8D">
                  <a:alpha val="550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75" name="!!path-3ba"/>
          <p:cNvSpPr/>
          <p:nvPr/>
        </p:nvSpPr>
        <p:spPr>
          <a:xfrm>
            <a:off x="7627661" y="2920974"/>
            <a:ext cx="746685" cy="746685"/>
          </a:xfrm>
          <a:custGeom>
            <a:avLst/>
            <a:gdLst/>
            <a:ahLst/>
            <a:cxnLst/>
            <a:rect l="l" t="t" r="r" b="b"/>
            <a:pathLst>
              <a:path w="746685" h="746685">
                <a:moveTo>
                  <a:pt x="610924" y="271522"/>
                </a:moveTo>
                <a:lnTo>
                  <a:pt x="653350" y="178186"/>
                </a:lnTo>
                <a:lnTo>
                  <a:pt x="746685" y="135761"/>
                </a:lnTo>
                <a:lnTo>
                  <a:pt x="653350" y="93336"/>
                </a:lnTo>
                <a:lnTo>
                  <a:pt x="610924" y="0"/>
                </a:lnTo>
                <a:lnTo>
                  <a:pt x="568499" y="93336"/>
                </a:lnTo>
                <a:lnTo>
                  <a:pt x="475163" y="135761"/>
                </a:lnTo>
                <a:lnTo>
                  <a:pt x="568499" y="178186"/>
                </a:lnTo>
                <a:lnTo>
                  <a:pt x="610924" y="271522"/>
                </a:lnTo>
                <a:close/>
                <a:moveTo>
                  <a:pt x="356373" y="288492"/>
                </a:moveTo>
                <a:lnTo>
                  <a:pt x="271522" y="101821"/>
                </a:lnTo>
                <a:lnTo>
                  <a:pt x="186671" y="288492"/>
                </a:lnTo>
                <a:lnTo>
                  <a:pt x="0" y="373343"/>
                </a:lnTo>
                <a:lnTo>
                  <a:pt x="186671" y="458193"/>
                </a:lnTo>
                <a:lnTo>
                  <a:pt x="271522" y="644865"/>
                </a:lnTo>
                <a:lnTo>
                  <a:pt x="356373" y="458193"/>
                </a:lnTo>
                <a:lnTo>
                  <a:pt x="543044" y="373343"/>
                </a:lnTo>
                <a:lnTo>
                  <a:pt x="356373" y="288492"/>
                </a:lnTo>
                <a:close/>
                <a:moveTo>
                  <a:pt x="610924" y="475163"/>
                </a:moveTo>
                <a:lnTo>
                  <a:pt x="568499" y="568499"/>
                </a:lnTo>
                <a:lnTo>
                  <a:pt x="475163" y="610924"/>
                </a:lnTo>
                <a:lnTo>
                  <a:pt x="568499" y="653350"/>
                </a:lnTo>
                <a:lnTo>
                  <a:pt x="610924" y="746685"/>
                </a:lnTo>
                <a:lnTo>
                  <a:pt x="653350" y="653350"/>
                </a:lnTo>
                <a:lnTo>
                  <a:pt x="746685" y="610924"/>
                </a:lnTo>
                <a:lnTo>
                  <a:pt x="653350" y="568499"/>
                </a:lnTo>
                <a:lnTo>
                  <a:pt x="610924" y="475163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76" name="!!circle-3bh"/>
          <p:cNvSpPr/>
          <p:nvPr/>
        </p:nvSpPr>
        <p:spPr>
          <a:xfrm>
            <a:off x="-232651" y="-1415117"/>
            <a:ext cx="2424303" cy="2424303"/>
          </a:xfrm>
          <a:prstGeom prst="ellipse">
            <a:avLst/>
          </a:prstGeom>
          <a:gradFill rotWithShape="1">
            <a:gsLst>
              <a:gs pos="0">
                <a:srgbClr val="627D8D">
                  <a:alpha val="200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77" name="!!circle-3bk"/>
          <p:cNvSpPr/>
          <p:nvPr/>
        </p:nvSpPr>
        <p:spPr>
          <a:xfrm>
            <a:off x="192507" y="-989959"/>
            <a:ext cx="1573987" cy="1573987"/>
          </a:xfrm>
          <a:custGeom>
            <a:avLst/>
            <a:gdLst/>
            <a:ahLst/>
            <a:cxnLst/>
            <a:rect l="l" t="t" r="r" b="b"/>
            <a:pathLst>
              <a:path w="1573987" h="1573987" fill="none">
                <a:moveTo>
                  <a:pt x="631994" y="1488383"/>
                </a:moveTo>
                <a:cubicBezTo>
                  <a:pt x="244627" y="1402779"/>
                  <a:pt x="0" y="1019361"/>
                  <a:pt x="85604" y="631994"/>
                </a:cubicBezTo>
                <a:cubicBezTo>
                  <a:pt x="171208" y="244627"/>
                  <a:pt x="554626" y="0"/>
                  <a:pt x="941993" y="85604"/>
                </a:cubicBezTo>
                <a:cubicBezTo>
                  <a:pt x="1329360" y="171208"/>
                  <a:pt x="1573987" y="554626"/>
                  <a:pt x="1488383" y="941993"/>
                </a:cubicBezTo>
                <a:cubicBezTo>
                  <a:pt x="1402779" y="1329360"/>
                  <a:pt x="1019361" y="1573987"/>
                  <a:pt x="631994" y="1488383"/>
                </a:cubicBezTo>
                <a:close/>
              </a:path>
            </a:pathLst>
          </a:custGeom>
          <a:noFill/>
          <a:ln w="17958" cap="rnd">
            <a:solidFill>
              <a:srgbClr val="627D8D">
                <a:alpha val="35000"/>
              </a:srgbClr>
            </a:solidFill>
            <a:custDash>
              <a:ds d="100000" sp="550000"/>
            </a:custDash>
            <a:miter lim="800000"/>
          </a:ln>
        </p:spPr>
      </p:sp>
      <p:sp>
        <p:nvSpPr>
          <p:cNvPr id="78" name="!!circle-3bl"/>
          <p:cNvSpPr/>
          <p:nvPr/>
        </p:nvSpPr>
        <p:spPr>
          <a:xfrm>
            <a:off x="386893" y="-741699"/>
            <a:ext cx="1257046" cy="1257046"/>
          </a:xfrm>
          <a:prstGeom prst="ellipse">
            <a:avLst/>
          </a:prstGeom>
          <a:solidFill>
            <a:srgbClr val="0B1A26">
              <a:alpha val="12000"/>
            </a:srgbClr>
          </a:solidFill>
          <a:ln>
            <a:noFill/>
          </a:ln>
          <a:effectLst>
            <a:softEdge rad="217289"/>
          </a:effectLst>
        </p:spPr>
      </p:sp>
      <p:sp>
        <p:nvSpPr>
          <p:cNvPr id="79" name="!!circle-3bm"/>
          <p:cNvSpPr/>
          <p:nvPr/>
        </p:nvSpPr>
        <p:spPr>
          <a:xfrm>
            <a:off x="440766" y="-741699"/>
            <a:ext cx="1077468" cy="1077468"/>
          </a:xfrm>
          <a:prstGeom prst="ellipse">
            <a:avLst/>
          </a:prstGeom>
          <a:solidFill>
            <a:srgbClr val="FFFFFF"/>
          </a:solidFill>
          <a:ln w="17958" cap="flat">
            <a:solidFill>
              <a:srgbClr val="627D8D">
                <a:alpha val="22000"/>
              </a:srgbClr>
            </a:solidFill>
            <a:prstDash val="solid"/>
            <a:miter lim="800000"/>
          </a:ln>
        </p:spPr>
      </p:sp>
      <p:sp>
        <p:nvSpPr>
          <p:cNvPr id="80" name="!!path-3bn"/>
          <p:cNvSpPr/>
          <p:nvPr/>
        </p:nvSpPr>
        <p:spPr>
          <a:xfrm>
            <a:off x="826235" y="0"/>
            <a:ext cx="19779" cy="2882"/>
          </a:xfrm>
          <a:custGeom>
            <a:avLst/>
            <a:gdLst/>
            <a:ahLst/>
            <a:cxnLst/>
            <a:rect l="l" t="t" r="r" b="b"/>
            <a:pathLst>
              <a:path w="19779" h="2882">
                <a:moveTo>
                  <a:pt x="0" y="0"/>
                </a:moveTo>
                <a:lnTo>
                  <a:pt x="681" y="451"/>
                </a:lnTo>
                <a:lnTo>
                  <a:pt x="2874" y="1515"/>
                </a:lnTo>
                <a:lnTo>
                  <a:pt x="5161" y="2274"/>
                </a:lnTo>
                <a:lnTo>
                  <a:pt x="7509" y="2730"/>
                </a:lnTo>
                <a:lnTo>
                  <a:pt x="9889" y="2882"/>
                </a:lnTo>
                <a:lnTo>
                  <a:pt x="12269" y="2730"/>
                </a:lnTo>
                <a:lnTo>
                  <a:pt x="14618" y="2274"/>
                </a:lnTo>
                <a:lnTo>
                  <a:pt x="16905" y="1515"/>
                </a:lnTo>
                <a:lnTo>
                  <a:pt x="19098" y="451"/>
                </a:lnTo>
                <a:lnTo>
                  <a:pt x="19779" y="0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81" name="!!circle-3g8"/>
          <p:cNvSpPr/>
          <p:nvPr/>
        </p:nvSpPr>
        <p:spPr>
          <a:xfrm>
            <a:off x="-1965579" y="3330232"/>
            <a:ext cx="2424303" cy="2424303"/>
          </a:xfrm>
          <a:prstGeom prst="ellipse">
            <a:avLst/>
          </a:prstGeom>
          <a:gradFill rotWithShape="1">
            <a:gsLst>
              <a:gs pos="0">
                <a:srgbClr val="627D8D">
                  <a:alpha val="200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82" name="!!circle-3gb"/>
          <p:cNvSpPr/>
          <p:nvPr/>
        </p:nvSpPr>
        <p:spPr>
          <a:xfrm>
            <a:off x="-1567736" y="3728075"/>
            <a:ext cx="1628617" cy="1628617"/>
          </a:xfrm>
          <a:custGeom>
            <a:avLst/>
            <a:gdLst/>
            <a:ahLst/>
            <a:cxnLst/>
            <a:rect l="l" t="t" r="r" b="b"/>
            <a:pathLst>
              <a:path w="1628617" h="1628617" fill="none">
                <a:moveTo>
                  <a:pt x="392096" y="1395435"/>
                </a:moveTo>
                <a:cubicBezTo>
                  <a:pt x="71148" y="1162254"/>
                  <a:pt x="0" y="713043"/>
                  <a:pt x="233182" y="392096"/>
                </a:cubicBezTo>
                <a:cubicBezTo>
                  <a:pt x="466363" y="71148"/>
                  <a:pt x="915574" y="0"/>
                  <a:pt x="1236522" y="233182"/>
                </a:cubicBezTo>
                <a:cubicBezTo>
                  <a:pt x="1557469" y="466363"/>
                  <a:pt x="1628617" y="915574"/>
                  <a:pt x="1395435" y="1236522"/>
                </a:cubicBezTo>
                <a:cubicBezTo>
                  <a:pt x="1162254" y="1557469"/>
                  <a:pt x="713043" y="1628617"/>
                  <a:pt x="392096" y="1395435"/>
                </a:cubicBezTo>
                <a:close/>
              </a:path>
            </a:pathLst>
          </a:custGeom>
          <a:noFill/>
          <a:ln w="17958" cap="rnd">
            <a:solidFill>
              <a:srgbClr val="627D8D">
                <a:alpha val="35000"/>
              </a:srgbClr>
            </a:solidFill>
            <a:custDash>
              <a:ds d="100000" sp="550000"/>
            </a:custDash>
            <a:miter lim="800000"/>
          </a:ln>
        </p:spPr>
      </p:sp>
      <p:sp>
        <p:nvSpPr>
          <p:cNvPr id="83" name="!!path-4zm"/>
          <p:cNvSpPr/>
          <p:nvPr/>
        </p:nvSpPr>
        <p:spPr>
          <a:xfrm>
            <a:off x="8001000" y="1681903"/>
            <a:ext cx="1" cy="596720"/>
          </a:xfrm>
          <a:custGeom>
            <a:avLst/>
            <a:gdLst/>
            <a:ahLst/>
            <a:cxnLst/>
            <a:rect l="l" t="t" r="r" b="b"/>
            <a:pathLst>
              <a:path w="1" h="596720" fill="none">
                <a:moveTo>
                  <a:pt x="0" y="596720"/>
                </a:moveTo>
                <a:lnTo>
                  <a:pt x="0" y="0"/>
                </a:lnTo>
              </a:path>
            </a:pathLst>
          </a:custGeom>
          <a:noFill/>
          <a:ln w="12696" cap="rnd">
            <a:solidFill>
              <a:srgbClr val="627D8D">
                <a:alpha val="50000"/>
              </a:srgbClr>
            </a:solidFill>
            <a:prstDash val="solid"/>
            <a:round/>
          </a:ln>
        </p:spPr>
      </p:sp>
      <p:sp>
        <p:nvSpPr>
          <p:cNvPr id="84" name="!!circle-4zs"/>
          <p:cNvSpPr/>
          <p:nvPr/>
        </p:nvSpPr>
        <p:spPr>
          <a:xfrm>
            <a:off x="7943867" y="1923139"/>
            <a:ext cx="114265" cy="114265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24749">
                <a:srgbClr val="627D8D">
                  <a:alpha val="900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85" name="!!rect-504"/>
          <p:cNvSpPr/>
          <p:nvPr/>
        </p:nvSpPr>
        <p:spPr>
          <a:xfrm>
            <a:off x="7545899" y="1332759"/>
            <a:ext cx="910201" cy="418973"/>
          </a:xfrm>
          <a:prstGeom prst="roundRect">
            <a:avLst>
              <a:gd name="adj" fmla="val 50000"/>
            </a:avLst>
          </a:prstGeom>
          <a:solidFill>
            <a:srgbClr val="0B1A26">
              <a:alpha val="10000"/>
            </a:srgbClr>
          </a:solidFill>
          <a:ln>
            <a:noFill/>
          </a:ln>
          <a:effectLst>
            <a:softEdge rad="97760"/>
          </a:effectLst>
        </p:spPr>
      </p:sp>
      <p:sp>
        <p:nvSpPr>
          <p:cNvPr id="86" name="!!rect-505"/>
          <p:cNvSpPr/>
          <p:nvPr/>
        </p:nvSpPr>
        <p:spPr>
          <a:xfrm>
            <a:off x="7571291" y="1326411"/>
            <a:ext cx="859416" cy="330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18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87" name="!!text-506" descr="OpenAI"/>
          <p:cNvSpPr txBox="1"/>
          <p:nvPr/>
        </p:nvSpPr>
        <p:spPr>
          <a:xfrm>
            <a:off x="7703332" y="1359421"/>
            <a:ext cx="644851" cy="23899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OpenAI</a:t>
            </a:r>
            <a:endParaRPr lang="zh-TW" sz="1300"/>
          </a:p>
        </p:txBody>
      </p:sp>
      <p:sp>
        <p:nvSpPr>
          <p:cNvPr id="88" name="!!rect-50d"/>
          <p:cNvSpPr/>
          <p:nvPr/>
        </p:nvSpPr>
        <p:spPr>
          <a:xfrm>
            <a:off x="7526855" y="1281974"/>
            <a:ext cx="948289" cy="418973"/>
          </a:xfrm>
          <a:prstGeom prst="roundRect">
            <a:avLst>
              <a:gd name="adj" fmla="val 50000"/>
            </a:avLst>
          </a:prstGeom>
          <a:noFill/>
          <a:ln w="19044" cap="flat">
            <a:solidFill>
              <a:srgbClr val="627D8D"/>
            </a:solidFill>
            <a:prstDash val="solid"/>
            <a:miter lim="800000"/>
          </a:ln>
        </p:spPr>
      </p:sp>
      <p:sp>
        <p:nvSpPr>
          <p:cNvPr id="89" name="!!rect-50l"/>
          <p:cNvSpPr/>
          <p:nvPr/>
        </p:nvSpPr>
        <p:spPr>
          <a:xfrm>
            <a:off x="6413979" y="4862293"/>
            <a:ext cx="1536236" cy="418973"/>
          </a:xfrm>
          <a:prstGeom prst="roundRect">
            <a:avLst>
              <a:gd name="adj" fmla="val 50000"/>
            </a:avLst>
          </a:prstGeom>
          <a:solidFill>
            <a:srgbClr val="0B1A26">
              <a:alpha val="10000"/>
            </a:srgbClr>
          </a:solidFill>
          <a:ln>
            <a:noFill/>
          </a:ln>
          <a:effectLst>
            <a:softEdge rad="97760"/>
          </a:effectLst>
        </p:spPr>
      </p:sp>
      <p:sp>
        <p:nvSpPr>
          <p:cNvPr id="90" name="!!rect-50m"/>
          <p:cNvSpPr/>
          <p:nvPr/>
        </p:nvSpPr>
        <p:spPr>
          <a:xfrm>
            <a:off x="6439371" y="4855945"/>
            <a:ext cx="1485451" cy="330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18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91" name="!!path-50n"/>
          <p:cNvSpPr/>
          <p:nvPr/>
        </p:nvSpPr>
        <p:spPr>
          <a:xfrm>
            <a:off x="6585860" y="4948792"/>
            <a:ext cx="144482" cy="144482"/>
          </a:xfrm>
          <a:custGeom>
            <a:avLst/>
            <a:gdLst/>
            <a:ahLst/>
            <a:cxnLst/>
            <a:rect l="l" t="t" r="r" b="b"/>
            <a:pathLst>
              <a:path w="144482" h="144482">
                <a:moveTo>
                  <a:pt x="65017" y="0"/>
                </a:moveTo>
                <a:lnTo>
                  <a:pt x="65017" y="144482"/>
                </a:lnTo>
                <a:cubicBezTo>
                  <a:pt x="28391" y="140870"/>
                  <a:pt x="0" y="109879"/>
                  <a:pt x="0" y="72241"/>
                </a:cubicBezTo>
                <a:cubicBezTo>
                  <a:pt x="0" y="34604"/>
                  <a:pt x="28391" y="3612"/>
                  <a:pt x="65017" y="0"/>
                </a:cubicBezTo>
                <a:close/>
                <a:moveTo>
                  <a:pt x="79682" y="0"/>
                </a:moveTo>
                <a:lnTo>
                  <a:pt x="79682" y="64945"/>
                </a:lnTo>
                <a:lnTo>
                  <a:pt x="144482" y="64945"/>
                </a:lnTo>
                <a:cubicBezTo>
                  <a:pt x="141087" y="30703"/>
                  <a:pt x="113852" y="3395"/>
                  <a:pt x="79682" y="0"/>
                </a:cubicBezTo>
                <a:close/>
                <a:moveTo>
                  <a:pt x="79682" y="79538"/>
                </a:moveTo>
                <a:lnTo>
                  <a:pt x="79682" y="144482"/>
                </a:lnTo>
                <a:cubicBezTo>
                  <a:pt x="113924" y="141087"/>
                  <a:pt x="141087" y="113780"/>
                  <a:pt x="144482" y="79538"/>
                </a:cubicBezTo>
                <a:lnTo>
                  <a:pt x="79682" y="79538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92" name="!!text-50o" descr="每月預算上限"/>
          <p:cNvSpPr txBox="1"/>
          <p:nvPr/>
        </p:nvSpPr>
        <p:spPr>
          <a:xfrm>
            <a:off x="6802482" y="4888955"/>
            <a:ext cx="1039816" cy="23899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00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每月預算上限</a:t>
            </a:r>
            <a:endParaRPr lang="zh-TW" sz="1300"/>
          </a:p>
        </p:txBody>
      </p:sp>
      <p:sp>
        <p:nvSpPr>
          <p:cNvPr id="93" name="!!rect-511"/>
          <p:cNvSpPr/>
          <p:nvPr/>
        </p:nvSpPr>
        <p:spPr>
          <a:xfrm>
            <a:off x="8051784" y="4862293"/>
            <a:ext cx="1536236" cy="418973"/>
          </a:xfrm>
          <a:prstGeom prst="roundRect">
            <a:avLst>
              <a:gd name="adj" fmla="val 50000"/>
            </a:avLst>
          </a:prstGeom>
          <a:solidFill>
            <a:srgbClr val="0B1A26">
              <a:alpha val="10000"/>
            </a:srgbClr>
          </a:solidFill>
          <a:ln>
            <a:noFill/>
          </a:ln>
          <a:effectLst>
            <a:softEdge rad="97760"/>
          </a:effectLst>
        </p:spPr>
      </p:sp>
      <p:sp>
        <p:nvSpPr>
          <p:cNvPr id="94" name="!!rect-512"/>
          <p:cNvSpPr/>
          <p:nvPr/>
        </p:nvSpPr>
        <p:spPr>
          <a:xfrm>
            <a:off x="8077177" y="4855945"/>
            <a:ext cx="1485451" cy="330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18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95" name="!!path-513"/>
          <p:cNvSpPr/>
          <p:nvPr/>
        </p:nvSpPr>
        <p:spPr>
          <a:xfrm>
            <a:off x="8223665" y="4948792"/>
            <a:ext cx="144482" cy="144482"/>
          </a:xfrm>
          <a:custGeom>
            <a:avLst/>
            <a:gdLst/>
            <a:ahLst/>
            <a:cxnLst/>
            <a:rect l="l" t="t" r="r" b="b"/>
            <a:pathLst>
              <a:path w="144482" h="144482">
                <a:moveTo>
                  <a:pt x="72169" y="0"/>
                </a:moveTo>
                <a:cubicBezTo>
                  <a:pt x="32292" y="0"/>
                  <a:pt x="0" y="32364"/>
                  <a:pt x="0" y="72241"/>
                </a:cubicBezTo>
                <a:cubicBezTo>
                  <a:pt x="0" y="112118"/>
                  <a:pt x="32292" y="144482"/>
                  <a:pt x="72169" y="144482"/>
                </a:cubicBezTo>
                <a:cubicBezTo>
                  <a:pt x="112118" y="144482"/>
                  <a:pt x="144482" y="112118"/>
                  <a:pt x="144482" y="72241"/>
                </a:cubicBezTo>
                <a:cubicBezTo>
                  <a:pt x="144482" y="32364"/>
                  <a:pt x="112118" y="0"/>
                  <a:pt x="72169" y="0"/>
                </a:cubicBezTo>
                <a:close/>
                <a:moveTo>
                  <a:pt x="72241" y="130034"/>
                </a:moveTo>
                <a:cubicBezTo>
                  <a:pt x="40311" y="130034"/>
                  <a:pt x="14448" y="104172"/>
                  <a:pt x="14448" y="72241"/>
                </a:cubicBezTo>
                <a:cubicBezTo>
                  <a:pt x="14448" y="40311"/>
                  <a:pt x="40311" y="14448"/>
                  <a:pt x="72241" y="14448"/>
                </a:cubicBezTo>
                <a:cubicBezTo>
                  <a:pt x="104172" y="14448"/>
                  <a:pt x="130034" y="40311"/>
                  <a:pt x="130034" y="72241"/>
                </a:cubicBezTo>
                <a:cubicBezTo>
                  <a:pt x="130034" y="104172"/>
                  <a:pt x="104172" y="130034"/>
                  <a:pt x="72241" y="130034"/>
                </a:cubicBezTo>
                <a:close/>
                <a:moveTo>
                  <a:pt x="75853" y="36121"/>
                </a:moveTo>
                <a:lnTo>
                  <a:pt x="65017" y="36121"/>
                </a:lnTo>
                <a:lnTo>
                  <a:pt x="65017" y="79465"/>
                </a:lnTo>
                <a:lnTo>
                  <a:pt x="102944" y="102221"/>
                </a:lnTo>
                <a:lnTo>
                  <a:pt x="108362" y="93336"/>
                </a:lnTo>
                <a:lnTo>
                  <a:pt x="75853" y="74047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96" name="!!text-514" descr="每日次數上限"/>
          <p:cNvSpPr txBox="1"/>
          <p:nvPr/>
        </p:nvSpPr>
        <p:spPr>
          <a:xfrm>
            <a:off x="8440287" y="4888955"/>
            <a:ext cx="1039816" cy="23899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00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每日次數上限</a:t>
            </a:r>
            <a:endParaRPr lang="zh-TW" sz="1300"/>
          </a:p>
        </p:txBody>
      </p:sp>
      <p:sp>
        <p:nvSpPr>
          <p:cNvPr id="97" name="!!rect-51h"/>
          <p:cNvSpPr/>
          <p:nvPr/>
        </p:nvSpPr>
        <p:spPr>
          <a:xfrm>
            <a:off x="6248929" y="5319355"/>
            <a:ext cx="1701286" cy="418973"/>
          </a:xfrm>
          <a:prstGeom prst="roundRect">
            <a:avLst>
              <a:gd name="adj" fmla="val 50000"/>
            </a:avLst>
          </a:prstGeom>
          <a:solidFill>
            <a:srgbClr val="0B1A26">
              <a:alpha val="10000"/>
            </a:srgbClr>
          </a:solidFill>
          <a:ln>
            <a:noFill/>
          </a:ln>
          <a:effectLst>
            <a:softEdge rad="97760"/>
          </a:effectLst>
        </p:spPr>
      </p:sp>
      <p:sp>
        <p:nvSpPr>
          <p:cNvPr id="98" name="!!rect-51i"/>
          <p:cNvSpPr/>
          <p:nvPr/>
        </p:nvSpPr>
        <p:spPr>
          <a:xfrm>
            <a:off x="6274321" y="5313007"/>
            <a:ext cx="1650501" cy="330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18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99" name="!!path-51j"/>
          <p:cNvSpPr/>
          <p:nvPr/>
        </p:nvSpPr>
        <p:spPr>
          <a:xfrm>
            <a:off x="6428034" y="5398629"/>
            <a:ext cx="130034" cy="158931"/>
          </a:xfrm>
          <a:custGeom>
            <a:avLst/>
            <a:gdLst/>
            <a:ahLst/>
            <a:cxnLst/>
            <a:rect l="l" t="t" r="r" b="b"/>
            <a:pathLst>
              <a:path w="130034" h="158931">
                <a:moveTo>
                  <a:pt x="65017" y="0"/>
                </a:moveTo>
                <a:lnTo>
                  <a:pt x="0" y="28896"/>
                </a:lnTo>
                <a:lnTo>
                  <a:pt x="0" y="72241"/>
                </a:lnTo>
                <a:cubicBezTo>
                  <a:pt x="0" y="112335"/>
                  <a:pt x="27741" y="149828"/>
                  <a:pt x="65017" y="158931"/>
                </a:cubicBezTo>
                <a:cubicBezTo>
                  <a:pt x="102294" y="149828"/>
                  <a:pt x="130034" y="112335"/>
                  <a:pt x="130034" y="72241"/>
                </a:cubicBezTo>
                <a:lnTo>
                  <a:pt x="130034" y="28896"/>
                </a:lnTo>
                <a:lnTo>
                  <a:pt x="65017" y="0"/>
                </a:lnTo>
                <a:close/>
                <a:moveTo>
                  <a:pt x="50569" y="115586"/>
                </a:moveTo>
                <a:lnTo>
                  <a:pt x="21672" y="86689"/>
                </a:lnTo>
                <a:lnTo>
                  <a:pt x="31858" y="76503"/>
                </a:lnTo>
                <a:lnTo>
                  <a:pt x="50569" y="95142"/>
                </a:lnTo>
                <a:lnTo>
                  <a:pt x="98176" y="47535"/>
                </a:lnTo>
                <a:lnTo>
                  <a:pt x="108362" y="57793"/>
                </a:lnTo>
                <a:lnTo>
                  <a:pt x="50569" y="115586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100" name="!!text-51k" descr="使用前取得同意"/>
          <p:cNvSpPr txBox="1"/>
          <p:nvPr/>
        </p:nvSpPr>
        <p:spPr>
          <a:xfrm>
            <a:off x="6637431" y="5346017"/>
            <a:ext cx="1204866" cy="23899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00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使用前取得同意</a:t>
            </a:r>
            <a:endParaRPr lang="zh-TW" sz="1300"/>
          </a:p>
        </p:txBody>
      </p:sp>
      <p:sp>
        <p:nvSpPr>
          <p:cNvPr id="101" name="!!rect-51y"/>
          <p:cNvSpPr/>
          <p:nvPr/>
        </p:nvSpPr>
        <p:spPr>
          <a:xfrm>
            <a:off x="8051784" y="5319355"/>
            <a:ext cx="1637247" cy="418973"/>
          </a:xfrm>
          <a:prstGeom prst="roundRect">
            <a:avLst>
              <a:gd name="adj" fmla="val 50000"/>
            </a:avLst>
          </a:prstGeom>
          <a:solidFill>
            <a:srgbClr val="0B1A26">
              <a:alpha val="10000"/>
            </a:srgbClr>
          </a:solidFill>
          <a:ln>
            <a:noFill/>
          </a:ln>
          <a:effectLst>
            <a:softEdge rad="97760"/>
          </a:effectLst>
        </p:spPr>
      </p:sp>
      <p:sp>
        <p:nvSpPr>
          <p:cNvPr id="102" name="!!rect-51z"/>
          <p:cNvSpPr/>
          <p:nvPr/>
        </p:nvSpPr>
        <p:spPr>
          <a:xfrm>
            <a:off x="8077177" y="5313007"/>
            <a:ext cx="1586462" cy="330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18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103" name="!!path-520"/>
          <p:cNvSpPr/>
          <p:nvPr/>
        </p:nvSpPr>
        <p:spPr>
          <a:xfrm>
            <a:off x="8238114" y="5405854"/>
            <a:ext cx="115586" cy="144482"/>
          </a:xfrm>
          <a:custGeom>
            <a:avLst/>
            <a:gdLst/>
            <a:ahLst/>
            <a:cxnLst/>
            <a:rect l="l" t="t" r="r" b="b"/>
            <a:pathLst>
              <a:path w="115586" h="144482">
                <a:moveTo>
                  <a:pt x="72241" y="0"/>
                </a:moveTo>
                <a:lnTo>
                  <a:pt x="14448" y="0"/>
                </a:lnTo>
                <a:cubicBezTo>
                  <a:pt x="6502" y="0"/>
                  <a:pt x="72" y="6502"/>
                  <a:pt x="72" y="14448"/>
                </a:cubicBezTo>
                <a:lnTo>
                  <a:pt x="0" y="130034"/>
                </a:lnTo>
                <a:cubicBezTo>
                  <a:pt x="0" y="137981"/>
                  <a:pt x="6429" y="144482"/>
                  <a:pt x="14376" y="144482"/>
                </a:cubicBezTo>
                <a:lnTo>
                  <a:pt x="101138" y="144482"/>
                </a:lnTo>
                <a:cubicBezTo>
                  <a:pt x="109084" y="144482"/>
                  <a:pt x="115586" y="137981"/>
                  <a:pt x="115586" y="130034"/>
                </a:cubicBezTo>
                <a:lnTo>
                  <a:pt x="115586" y="43345"/>
                </a:lnTo>
                <a:lnTo>
                  <a:pt x="72241" y="0"/>
                </a:lnTo>
                <a:close/>
                <a:moveTo>
                  <a:pt x="86689" y="115586"/>
                </a:moveTo>
                <a:lnTo>
                  <a:pt x="28896" y="115586"/>
                </a:lnTo>
                <a:lnTo>
                  <a:pt x="28896" y="101138"/>
                </a:lnTo>
                <a:lnTo>
                  <a:pt x="86689" y="101138"/>
                </a:lnTo>
                <a:lnTo>
                  <a:pt x="86689" y="115586"/>
                </a:lnTo>
                <a:close/>
                <a:moveTo>
                  <a:pt x="86689" y="86689"/>
                </a:moveTo>
                <a:lnTo>
                  <a:pt x="28896" y="86689"/>
                </a:lnTo>
                <a:lnTo>
                  <a:pt x="28896" y="72241"/>
                </a:lnTo>
                <a:lnTo>
                  <a:pt x="86689" y="72241"/>
                </a:lnTo>
                <a:lnTo>
                  <a:pt x="86689" y="86689"/>
                </a:lnTo>
                <a:close/>
                <a:moveTo>
                  <a:pt x="65017" y="50569"/>
                </a:moveTo>
                <a:lnTo>
                  <a:pt x="65017" y="10836"/>
                </a:lnTo>
                <a:lnTo>
                  <a:pt x="104750" y="50569"/>
                </a:lnTo>
                <a:lnTo>
                  <a:pt x="65017" y="50569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104" name="!!text-521" descr="對話保存 90 天"/>
          <p:cNvSpPr txBox="1"/>
          <p:nvPr/>
        </p:nvSpPr>
        <p:spPr>
          <a:xfrm>
            <a:off x="8440287" y="5346017"/>
            <a:ext cx="1140827" cy="23899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00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對話保存 90 天</a:t>
            </a:r>
            <a:endParaRPr lang="zh-TW" sz="1300"/>
          </a:p>
        </p:txBody>
      </p:sp>
      <p:sp>
        <p:nvSpPr>
          <p:cNvPr id="105" name="!!rect-9a4"/>
          <p:cNvSpPr/>
          <p:nvPr/>
        </p:nvSpPr>
        <p:spPr>
          <a:xfrm>
            <a:off x="0" y="0"/>
            <a:ext cx="4826000" cy="6858000"/>
          </a:xfrm>
          <a:prstGeom prst="rect">
            <a:avLst/>
          </a:prstGeom>
          <a:gradFill rotWithShape="1">
            <a:gsLst>
              <a:gs pos="0">
                <a:srgbClr val="F3F5F7">
                  <a:alpha val="97000"/>
                </a:srgbClr>
              </a:gs>
              <a:gs pos="62000">
                <a:srgbClr val="F3F5F7">
                  <a:alpha val="88000"/>
                </a:srgbClr>
              </a:gs>
              <a:gs pos="100000">
                <a:srgbClr val="F3F5F7">
                  <a:alpha val="0"/>
                </a:srgbClr>
              </a:gs>
            </a:gsLst>
            <a:lin ang="0" scaled="0"/>
          </a:gradFill>
          <a:ln>
            <a:noFill/>
          </a:ln>
        </p:spPr>
      </p:sp>
      <p:sp>
        <p:nvSpPr>
          <p:cNvPr id="106" name="!!text-9aa" descr="AI 治理"/>
          <p:cNvSpPr txBox="1"/>
          <p:nvPr/>
        </p:nvSpPr>
        <p:spPr>
          <a:xfrm>
            <a:off x="711200" y="1728216"/>
            <a:ext cx="606247" cy="2206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00" b="1" kern="0" spc="144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A</a:t>
            </a:r>
            <a:r>
              <a:rPr lang="zh-TW" altLang="en-US" sz="12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I</a:t>
            </a:r>
            <a:r>
              <a:rPr lang="zh-TW" altLang="en-US" sz="1200" b="1" kern="0" spc="288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 </a:t>
            </a:r>
            <a:r>
              <a:rPr lang="zh-TW" altLang="en-US" sz="1200" b="1" kern="0" spc="144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治</a:t>
            </a:r>
            <a:r>
              <a:rPr lang="zh-TW" altLang="en-US" sz="12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理</a:t>
            </a:r>
            <a:endParaRPr lang="zh-TW" sz="1200"/>
          </a:p>
        </p:txBody>
      </p:sp>
      <p:sp>
        <p:nvSpPr>
          <p:cNvPr id="107" name="!!text-9ag" descr="採用 OpenAI，"/>
          <p:cNvSpPr txBox="1"/>
          <p:nvPr/>
        </p:nvSpPr>
        <p:spPr>
          <a:xfrm>
            <a:off x="711200" y="1996948"/>
            <a:ext cx="3147822" cy="66202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3600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採用 OpenA</a:t>
            </a:r>
            <a:r>
              <a:rPr lang="zh-TW" altLang="en-US" sz="3600" kern="0" spc="-108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I</a:t>
            </a:r>
            <a:r>
              <a:rPr lang="zh-TW" altLang="en-US" sz="3600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，</a:t>
            </a:r>
            <a:endParaRPr lang="zh-TW" sz="3600"/>
          </a:p>
        </p:txBody>
      </p:sp>
      <p:sp>
        <p:nvSpPr>
          <p:cNvPr id="108" name="!!text-9br" descr="用量與隱私全程把關"/>
          <p:cNvSpPr txBox="1"/>
          <p:nvPr/>
        </p:nvSpPr>
        <p:spPr>
          <a:xfrm>
            <a:off x="711200" y="2545588"/>
            <a:ext cx="4251960" cy="66202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3600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用量與隱私全程把關</a:t>
            </a:r>
            <a:endParaRPr lang="zh-TW" sz="3600"/>
          </a:p>
        </p:txBody>
      </p:sp>
      <p:sp>
        <p:nvSpPr>
          <p:cNvPr id="109" name="!!text-9d5" descr="設有每月預算與每日次數上限；"/>
          <p:cNvSpPr txBox="1"/>
          <p:nvPr/>
        </p:nvSpPr>
        <p:spPr>
          <a:xfrm>
            <a:off x="711200" y="3261360"/>
            <a:ext cx="2724150" cy="27584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500" kern="0" dirty="0">
                <a:solidFill>
                  <a:srgbClr val="3F4A54"/>
                </a:solidFill>
                <a:latin typeface="Noto Sans TC Medium"/>
                <a:ea typeface="Noto Sans TC Medium"/>
                <a:cs typeface="Noto Sans TC Medium"/>
              </a:rPr>
              <a:t>設有每月預算與每日次數上限；</a:t>
            </a:r>
            <a:endParaRPr lang="zh-TW" sz="1500"/>
          </a:p>
        </p:txBody>
      </p:sp>
      <p:sp>
        <p:nvSpPr>
          <p:cNvPr id="110" name="!!text-9do" descr="使用前須取得同意，"/>
          <p:cNvSpPr txBox="1"/>
          <p:nvPr/>
        </p:nvSpPr>
        <p:spPr>
          <a:xfrm>
            <a:off x="711200" y="3553460"/>
            <a:ext cx="1771650" cy="27584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500" kern="0" dirty="0">
                <a:solidFill>
                  <a:srgbClr val="3F4A54"/>
                </a:solidFill>
                <a:latin typeface="Noto Sans TC Medium"/>
                <a:ea typeface="Noto Sans TC Medium"/>
                <a:cs typeface="Noto Sans TC Medium"/>
              </a:rPr>
              <a:t>使用前須取得同意，</a:t>
            </a:r>
            <a:endParaRPr lang="zh-TW" sz="1500"/>
          </a:p>
        </p:txBody>
      </p:sp>
      <p:sp>
        <p:nvSpPr>
          <p:cNvPr id="111" name="!!text-9e2" descr="對話紀錄保存 90 天後自動刪除。"/>
          <p:cNvSpPr txBox="1"/>
          <p:nvPr/>
        </p:nvSpPr>
        <p:spPr>
          <a:xfrm>
            <a:off x="711200" y="3845560"/>
            <a:ext cx="2836545" cy="27584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500" kern="0" dirty="0">
                <a:solidFill>
                  <a:srgbClr val="3F4A54"/>
                </a:solidFill>
                <a:latin typeface="Noto Sans TC Medium"/>
                <a:ea typeface="Noto Sans TC Medium"/>
                <a:cs typeface="Noto Sans TC Medium"/>
              </a:rPr>
              <a:t>對話紀錄保存 90 天後自動刪除。</a:t>
            </a:r>
            <a:endParaRPr lang="zh-TW" sz="1500"/>
          </a:p>
        </p:txBody>
      </p:sp>
      <p:sp>
        <p:nvSpPr>
          <p:cNvPr id="112" name="!!path-9ic"/>
          <p:cNvSpPr/>
          <p:nvPr/>
        </p:nvSpPr>
        <p:spPr>
          <a:xfrm>
            <a:off x="381000" y="306527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13" name="!!path-9id"/>
          <p:cNvSpPr/>
          <p:nvPr/>
        </p:nvSpPr>
        <p:spPr>
          <a:xfrm>
            <a:off x="381000" y="308153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14" name="!!path-9ie"/>
          <p:cNvSpPr/>
          <p:nvPr/>
        </p:nvSpPr>
        <p:spPr>
          <a:xfrm>
            <a:off x="381000" y="309778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15" name="!!path-9if"/>
          <p:cNvSpPr/>
          <p:nvPr/>
        </p:nvSpPr>
        <p:spPr>
          <a:xfrm>
            <a:off x="381000" y="311404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16" name="!!path-9ig"/>
          <p:cNvSpPr/>
          <p:nvPr/>
        </p:nvSpPr>
        <p:spPr>
          <a:xfrm>
            <a:off x="381000" y="313030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17" name="!!path-9ih"/>
          <p:cNvSpPr/>
          <p:nvPr/>
        </p:nvSpPr>
        <p:spPr>
          <a:xfrm>
            <a:off x="381000" y="314655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18" name="!!path-9ii"/>
          <p:cNvSpPr/>
          <p:nvPr/>
        </p:nvSpPr>
        <p:spPr>
          <a:xfrm>
            <a:off x="381000" y="316281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19" name="!!path-9ij"/>
          <p:cNvSpPr/>
          <p:nvPr/>
        </p:nvSpPr>
        <p:spPr>
          <a:xfrm>
            <a:off x="381000" y="317906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20" name="!!path-9ik"/>
          <p:cNvSpPr/>
          <p:nvPr/>
        </p:nvSpPr>
        <p:spPr>
          <a:xfrm>
            <a:off x="419608" y="269342"/>
            <a:ext cx="128422" cy="122936"/>
          </a:xfrm>
          <a:custGeom>
            <a:avLst/>
            <a:gdLst/>
            <a:ahLst/>
            <a:cxnLst/>
            <a:rect l="l" t="t" r="r" b="b"/>
            <a:pathLst>
              <a:path w="128422" h="122936">
                <a:moveTo>
                  <a:pt x="0" y="17678"/>
                </a:moveTo>
                <a:lnTo>
                  <a:pt x="8128" y="5080"/>
                </a:lnTo>
                <a:cubicBezTo>
                  <a:pt x="32512" y="0"/>
                  <a:pt x="73152" y="7112"/>
                  <a:pt x="101600" y="26416"/>
                </a:cubicBezTo>
                <a:cubicBezTo>
                  <a:pt x="116840" y="37186"/>
                  <a:pt x="124968" y="49784"/>
                  <a:pt x="128422" y="62992"/>
                </a:cubicBezTo>
                <a:lnTo>
                  <a:pt x="128422" y="122936"/>
                </a:lnTo>
                <a:lnTo>
                  <a:pt x="0" y="1229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21" name="!!path-9il"/>
          <p:cNvSpPr/>
          <p:nvPr/>
        </p:nvSpPr>
        <p:spPr>
          <a:xfrm>
            <a:off x="419608" y="269342"/>
            <a:ext cx="128422" cy="62992"/>
          </a:xfrm>
          <a:custGeom>
            <a:avLst/>
            <a:gdLst/>
            <a:ahLst/>
            <a:cxnLst/>
            <a:rect l="l" t="t" r="r" b="b"/>
            <a:pathLst>
              <a:path w="128422" h="62992" fill="none">
                <a:moveTo>
                  <a:pt x="128422" y="62992"/>
                </a:moveTo>
                <a:cubicBezTo>
                  <a:pt x="124968" y="49784"/>
                  <a:pt x="116840" y="37186"/>
                  <a:pt x="101600" y="26416"/>
                </a:cubicBezTo>
                <a:cubicBezTo>
                  <a:pt x="73152" y="7112"/>
                  <a:pt x="32512" y="0"/>
                  <a:pt x="8128" y="5080"/>
                </a:cubicBezTo>
                <a:lnTo>
                  <a:pt x="0" y="1767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22" name="!!path-9im"/>
          <p:cNvSpPr/>
          <p:nvPr/>
        </p:nvSpPr>
        <p:spPr>
          <a:xfrm>
            <a:off x="407010" y="281534"/>
            <a:ext cx="141021" cy="110744"/>
          </a:xfrm>
          <a:custGeom>
            <a:avLst/>
            <a:gdLst/>
            <a:ahLst/>
            <a:cxnLst/>
            <a:rect l="l" t="t" r="r" b="b"/>
            <a:pathLst>
              <a:path w="141021" h="110744">
                <a:moveTo>
                  <a:pt x="0" y="22352"/>
                </a:moveTo>
                <a:lnTo>
                  <a:pt x="6502" y="6502"/>
                </a:lnTo>
                <a:cubicBezTo>
                  <a:pt x="36982" y="0"/>
                  <a:pt x="79654" y="7112"/>
                  <a:pt x="110134" y="25400"/>
                </a:cubicBezTo>
                <a:cubicBezTo>
                  <a:pt x="126390" y="35154"/>
                  <a:pt x="136550" y="49784"/>
                  <a:pt x="141021" y="62992"/>
                </a:cubicBezTo>
                <a:lnTo>
                  <a:pt x="141021" y="110744"/>
                </a:lnTo>
                <a:lnTo>
                  <a:pt x="0" y="110744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23" name="!!path-9in"/>
          <p:cNvSpPr/>
          <p:nvPr/>
        </p:nvSpPr>
        <p:spPr>
          <a:xfrm>
            <a:off x="407010" y="281534"/>
            <a:ext cx="141021" cy="62992"/>
          </a:xfrm>
          <a:custGeom>
            <a:avLst/>
            <a:gdLst/>
            <a:ahLst/>
            <a:cxnLst/>
            <a:rect l="l" t="t" r="r" b="b"/>
            <a:pathLst>
              <a:path w="141021" h="62992" fill="none">
                <a:moveTo>
                  <a:pt x="141021" y="62992"/>
                </a:moveTo>
                <a:cubicBezTo>
                  <a:pt x="136550" y="49784"/>
                  <a:pt x="126390" y="35154"/>
                  <a:pt x="110134" y="25400"/>
                </a:cubicBezTo>
                <a:cubicBezTo>
                  <a:pt x="79654" y="7112"/>
                  <a:pt x="36982" y="0"/>
                  <a:pt x="6502" y="6502"/>
                </a:cubicBezTo>
                <a:lnTo>
                  <a:pt x="0" y="22352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24" name="!!path-9io"/>
          <p:cNvSpPr/>
          <p:nvPr/>
        </p:nvSpPr>
        <p:spPr>
          <a:xfrm>
            <a:off x="395834" y="294742"/>
            <a:ext cx="151790" cy="97536"/>
          </a:xfrm>
          <a:custGeom>
            <a:avLst/>
            <a:gdLst/>
            <a:ahLst/>
            <a:cxnLst/>
            <a:rect l="l" t="t" r="r" b="b"/>
            <a:pathLst>
              <a:path w="151790" h="97536">
                <a:moveTo>
                  <a:pt x="0" y="23165"/>
                </a:moveTo>
                <a:lnTo>
                  <a:pt x="3861" y="12598"/>
                </a:lnTo>
                <a:cubicBezTo>
                  <a:pt x="37998" y="0"/>
                  <a:pt x="84734" y="5080"/>
                  <a:pt x="117246" y="21946"/>
                </a:cubicBezTo>
                <a:cubicBezTo>
                  <a:pt x="135534" y="31496"/>
                  <a:pt x="146710" y="43688"/>
                  <a:pt x="151790" y="55270"/>
                </a:cubicBezTo>
                <a:lnTo>
                  <a:pt x="151790" y="97536"/>
                </a:lnTo>
                <a:lnTo>
                  <a:pt x="0" y="975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25" name="!!path-9ip"/>
          <p:cNvSpPr/>
          <p:nvPr/>
        </p:nvSpPr>
        <p:spPr>
          <a:xfrm>
            <a:off x="395834" y="294742"/>
            <a:ext cx="151790" cy="55270"/>
          </a:xfrm>
          <a:custGeom>
            <a:avLst/>
            <a:gdLst/>
            <a:ahLst/>
            <a:cxnLst/>
            <a:rect l="l" t="t" r="r" b="b"/>
            <a:pathLst>
              <a:path w="151790" h="55270" fill="none">
                <a:moveTo>
                  <a:pt x="151790" y="55270"/>
                </a:moveTo>
                <a:cubicBezTo>
                  <a:pt x="146710" y="43688"/>
                  <a:pt x="135534" y="31496"/>
                  <a:pt x="117246" y="21946"/>
                </a:cubicBezTo>
                <a:cubicBezTo>
                  <a:pt x="84734" y="5080"/>
                  <a:pt x="37998" y="0"/>
                  <a:pt x="3861" y="12598"/>
                </a:cubicBezTo>
                <a:lnTo>
                  <a:pt x="0" y="23165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26" name="!!path-9iq"/>
          <p:cNvSpPr/>
          <p:nvPr/>
        </p:nvSpPr>
        <p:spPr>
          <a:xfrm>
            <a:off x="548234" y="264262"/>
            <a:ext cx="120294" cy="128016"/>
          </a:xfrm>
          <a:custGeom>
            <a:avLst/>
            <a:gdLst/>
            <a:ahLst/>
            <a:cxnLst/>
            <a:rect l="l" t="t" r="r" b="b"/>
            <a:pathLst>
              <a:path w="120294" h="128016">
                <a:moveTo>
                  <a:pt x="120294" y="18288"/>
                </a:moveTo>
                <a:lnTo>
                  <a:pt x="113589" y="4470"/>
                </a:lnTo>
                <a:cubicBezTo>
                  <a:pt x="86766" y="0"/>
                  <a:pt x="44094" y="10160"/>
                  <a:pt x="17678" y="30480"/>
                </a:cubicBezTo>
                <a:cubicBezTo>
                  <a:pt x="6502" y="39624"/>
                  <a:pt x="1422" y="52832"/>
                  <a:pt x="0" y="67056"/>
                </a:cubicBezTo>
                <a:lnTo>
                  <a:pt x="0" y="128016"/>
                </a:lnTo>
                <a:lnTo>
                  <a:pt x="120294" y="12801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27" name="!!path-9ir"/>
          <p:cNvSpPr/>
          <p:nvPr/>
        </p:nvSpPr>
        <p:spPr>
          <a:xfrm>
            <a:off x="548234" y="264262"/>
            <a:ext cx="120294" cy="67056"/>
          </a:xfrm>
          <a:custGeom>
            <a:avLst/>
            <a:gdLst/>
            <a:ahLst/>
            <a:cxnLst/>
            <a:rect l="l" t="t" r="r" b="b"/>
            <a:pathLst>
              <a:path w="120294" h="67056" fill="none">
                <a:moveTo>
                  <a:pt x="0" y="67056"/>
                </a:moveTo>
                <a:cubicBezTo>
                  <a:pt x="1422" y="52832"/>
                  <a:pt x="6502" y="39624"/>
                  <a:pt x="17678" y="30480"/>
                </a:cubicBezTo>
                <a:cubicBezTo>
                  <a:pt x="44094" y="10160"/>
                  <a:pt x="86766" y="0"/>
                  <a:pt x="113589" y="4470"/>
                </a:cubicBezTo>
                <a:lnTo>
                  <a:pt x="120294" y="1828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28" name="!!path-9is"/>
          <p:cNvSpPr/>
          <p:nvPr/>
        </p:nvSpPr>
        <p:spPr>
          <a:xfrm>
            <a:off x="548437" y="279502"/>
            <a:ext cx="133299" cy="112776"/>
          </a:xfrm>
          <a:custGeom>
            <a:avLst/>
            <a:gdLst/>
            <a:ahLst/>
            <a:cxnLst/>
            <a:rect l="l" t="t" r="r" b="b"/>
            <a:pathLst>
              <a:path w="133299" h="112776">
                <a:moveTo>
                  <a:pt x="133299" y="19710"/>
                </a:moveTo>
                <a:lnTo>
                  <a:pt x="127203" y="3048"/>
                </a:lnTo>
                <a:cubicBezTo>
                  <a:pt x="94691" y="0"/>
                  <a:pt x="54051" y="11176"/>
                  <a:pt x="27635" y="30683"/>
                </a:cubicBezTo>
                <a:cubicBezTo>
                  <a:pt x="13411" y="41250"/>
                  <a:pt x="4267" y="53848"/>
                  <a:pt x="0" y="65024"/>
                </a:cubicBezTo>
                <a:lnTo>
                  <a:pt x="0" y="112776"/>
                </a:lnTo>
                <a:lnTo>
                  <a:pt x="133299" y="11277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29" name="!!path-9it"/>
          <p:cNvSpPr/>
          <p:nvPr/>
        </p:nvSpPr>
        <p:spPr>
          <a:xfrm>
            <a:off x="548437" y="279502"/>
            <a:ext cx="133299" cy="65024"/>
          </a:xfrm>
          <a:custGeom>
            <a:avLst/>
            <a:gdLst/>
            <a:ahLst/>
            <a:cxnLst/>
            <a:rect l="l" t="t" r="r" b="b"/>
            <a:pathLst>
              <a:path w="133299" h="65024" fill="none">
                <a:moveTo>
                  <a:pt x="0" y="65024"/>
                </a:moveTo>
                <a:cubicBezTo>
                  <a:pt x="4267" y="53848"/>
                  <a:pt x="13411" y="41250"/>
                  <a:pt x="27635" y="30683"/>
                </a:cubicBezTo>
                <a:cubicBezTo>
                  <a:pt x="54051" y="11176"/>
                  <a:pt x="94691" y="0"/>
                  <a:pt x="127203" y="3048"/>
                </a:cubicBezTo>
                <a:lnTo>
                  <a:pt x="133299" y="19710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30" name="!!path-9iu"/>
          <p:cNvSpPr/>
          <p:nvPr/>
        </p:nvSpPr>
        <p:spPr>
          <a:xfrm>
            <a:off x="548843" y="293726"/>
            <a:ext cx="142646" cy="98552"/>
          </a:xfrm>
          <a:custGeom>
            <a:avLst/>
            <a:gdLst/>
            <a:ahLst/>
            <a:cxnLst/>
            <a:rect l="l" t="t" r="r" b="b"/>
            <a:pathLst>
              <a:path w="142646" h="98552">
                <a:moveTo>
                  <a:pt x="142646" y="18898"/>
                </a:moveTo>
                <a:lnTo>
                  <a:pt x="139802" y="8738"/>
                </a:lnTo>
                <a:cubicBezTo>
                  <a:pt x="106477" y="0"/>
                  <a:pt x="63805" y="5080"/>
                  <a:pt x="35357" y="19304"/>
                </a:cubicBezTo>
                <a:cubicBezTo>
                  <a:pt x="17069" y="28448"/>
                  <a:pt x="5893" y="42672"/>
                  <a:pt x="0" y="56286"/>
                </a:cubicBezTo>
                <a:lnTo>
                  <a:pt x="0" y="98552"/>
                </a:lnTo>
                <a:lnTo>
                  <a:pt x="142646" y="98552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31" name="!!path-9iv"/>
          <p:cNvSpPr/>
          <p:nvPr/>
        </p:nvSpPr>
        <p:spPr>
          <a:xfrm>
            <a:off x="548843" y="293726"/>
            <a:ext cx="142646" cy="56286"/>
          </a:xfrm>
          <a:custGeom>
            <a:avLst/>
            <a:gdLst/>
            <a:ahLst/>
            <a:cxnLst/>
            <a:rect l="l" t="t" r="r" b="b"/>
            <a:pathLst>
              <a:path w="142646" h="56286" fill="none">
                <a:moveTo>
                  <a:pt x="0" y="56286"/>
                </a:moveTo>
                <a:cubicBezTo>
                  <a:pt x="5893" y="42672"/>
                  <a:pt x="17069" y="28448"/>
                  <a:pt x="35357" y="19304"/>
                </a:cubicBezTo>
                <a:cubicBezTo>
                  <a:pt x="63805" y="5080"/>
                  <a:pt x="106477" y="0"/>
                  <a:pt x="139802" y="8738"/>
                </a:cubicBezTo>
                <a:lnTo>
                  <a:pt x="142646" y="1889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32" name="!!path-9iw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627D8D"/>
              </a:gs>
              <a:gs pos="21794">
                <a:srgbClr val="627D8D"/>
              </a:gs>
              <a:gs pos="55376">
                <a:srgbClr val="627D8D"/>
              </a:gs>
              <a:gs pos="96421">
                <a:srgbClr val="98ABB7"/>
              </a:gs>
              <a:gs pos="100000">
                <a:srgbClr val="98ABB7"/>
              </a:gs>
            </a:gsLst>
            <a:lin ang="1983350" scaled="0"/>
          </a:gradFill>
          <a:ln>
            <a:noFill/>
          </a:ln>
        </p:spPr>
      </p:sp>
      <p:sp>
        <p:nvSpPr>
          <p:cNvPr id="133" name="!!path-9ix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0000"/>
                </a:srgbClr>
              </a:gs>
              <a:gs pos="4764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83333" t="79291" r="16667" b="20709"/>
            </a:path>
          </a:gradFill>
          <a:ln>
            <a:noFill/>
          </a:ln>
        </p:spPr>
      </p:sp>
      <p:sp>
        <p:nvSpPr>
          <p:cNvPr id="134" name="!!line-9iy"/>
          <p:cNvSpPr/>
          <p:nvPr/>
        </p:nvSpPr>
        <p:spPr>
          <a:xfrm>
            <a:off x="549046" y="363017"/>
            <a:ext cx="1" cy="153619"/>
          </a:xfrm>
          <a:custGeom>
            <a:avLst/>
            <a:gdLst/>
            <a:ahLst/>
            <a:cxnLst/>
            <a:rect l="l" t="t" r="r" b="b"/>
            <a:pathLst>
              <a:path w="1" h="153619">
                <a:moveTo>
                  <a:pt x="0" y="0"/>
                </a:moveTo>
                <a:lnTo>
                  <a:pt x="0" y="153619"/>
                </a:lnTo>
              </a:path>
            </a:pathLst>
          </a:custGeom>
          <a:solidFill>
            <a:srgbClr val="000000"/>
          </a:solidFill>
          <a:ln w="6909" cap="rnd">
            <a:solidFill>
              <a:srgbClr val="C9D3D9"/>
            </a:solidFill>
            <a:prstDash val="solid"/>
            <a:miter lim="800000"/>
          </a:ln>
        </p:spPr>
      </p:sp>
      <p:sp>
        <p:nvSpPr>
          <p:cNvPr id="135" name="!!path-9iz"/>
          <p:cNvSpPr/>
          <p:nvPr/>
        </p:nvSpPr>
        <p:spPr>
          <a:xfrm>
            <a:off x="657962" y="442062"/>
            <a:ext cx="25400" cy="37998"/>
          </a:xfrm>
          <a:custGeom>
            <a:avLst/>
            <a:gdLst/>
            <a:ahLst/>
            <a:cxnLst/>
            <a:rect l="l" t="t" r="r" b="b"/>
            <a:pathLst>
              <a:path w="25400" h="37998">
                <a:moveTo>
                  <a:pt x="0" y="2642"/>
                </a:moveTo>
                <a:lnTo>
                  <a:pt x="15240" y="0"/>
                </a:lnTo>
                <a:lnTo>
                  <a:pt x="25400" y="37186"/>
                </a:lnTo>
                <a:lnTo>
                  <a:pt x="7518" y="37998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 w="1016" cap="flat">
            <a:solidFill>
              <a:srgbClr val="FFFFFF">
                <a:alpha val="55000"/>
              </a:srgbClr>
            </a:solidFill>
            <a:prstDash val="solid"/>
            <a:round/>
          </a:ln>
        </p:spPr>
      </p:sp>
      <p:sp>
        <p:nvSpPr>
          <p:cNvPr id="136" name="!!text-9j0" descr="救「舊」我的書"/>
          <p:cNvSpPr txBox="1"/>
          <p:nvPr/>
        </p:nvSpPr>
        <p:spPr>
          <a:xfrm>
            <a:off x="805879" y="251460"/>
            <a:ext cx="1120140" cy="25745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400" b="1" kern="0" spc="-70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救</a:t>
            </a:r>
            <a:r>
              <a:rPr lang="zh-TW" altLang="en-US" sz="14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「舊</a:t>
            </a:r>
            <a:r>
              <a:rPr lang="zh-TW" altLang="en-US" sz="1400" b="1" kern="0" spc="-70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」</a:t>
            </a:r>
            <a:r>
              <a:rPr lang="zh-TW" altLang="en-US" sz="14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我的書</a:t>
            </a:r>
            <a:endParaRPr lang="zh-TW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fast" p14:dur="2200" advTm="0">
        <p159:morph option="byObject"/>
      </p:transition>
    </mc:Choice>
    <mc:Fallback>
      <p:transition spd="fast" advTm="0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117.4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rect-1q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7"/>
          </a:solidFill>
          <a:ln>
            <a:noFill/>
          </a:ln>
        </p:spPr>
      </p:sp>
      <p:sp>
        <p:nvSpPr>
          <p:cNvPr id="3" name="!!ellipse-1q2"/>
          <p:cNvSpPr/>
          <p:nvPr/>
        </p:nvSpPr>
        <p:spPr>
          <a:xfrm>
            <a:off x="-889000" y="-952500"/>
            <a:ext cx="13970000" cy="7874000"/>
          </a:xfrm>
          <a:prstGeom prst="ellipse">
            <a:avLst/>
          </a:prstGeom>
          <a:gradFill rotWithShape="1">
            <a:gsLst>
              <a:gs pos="0">
                <a:srgbClr val="FFFFFF">
                  <a:alpha val="95000"/>
                </a:srgbClr>
              </a:gs>
              <a:gs pos="40865">
                <a:srgbClr val="FFFFFF">
                  <a:alpha val="35000"/>
                </a:srgbClr>
              </a:gs>
              <a:gs pos="68108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!!rect-1q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P1"/>
            <a:srcRect/>
            <a:tile tx="196456" ty="60560" sx="16667" sy="16667" flip="none" algn="tl"/>
          </a:blipFill>
          <a:ln>
            <a:noFill/>
          </a:ln>
        </p:spPr>
      </p:sp>
      <p:sp>
        <p:nvSpPr>
          <p:cNvPr id="5" name="!!circle-1qv"/>
          <p:cNvSpPr/>
          <p:nvPr/>
        </p:nvSpPr>
        <p:spPr>
          <a:xfrm>
            <a:off x="7363340" y="3499663"/>
            <a:ext cx="1551610" cy="1551610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" name="!!circle-1qy"/>
          <p:cNvSpPr/>
          <p:nvPr/>
        </p:nvSpPr>
        <p:spPr>
          <a:xfrm>
            <a:off x="10908183" y="-1787131"/>
            <a:ext cx="2674569" cy="2674569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7" name="!!circle-1r1"/>
          <p:cNvSpPr/>
          <p:nvPr/>
        </p:nvSpPr>
        <p:spPr>
          <a:xfrm>
            <a:off x="8132636" y="2748255"/>
            <a:ext cx="905370" cy="905370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8" name="!!circle-1ro"/>
          <p:cNvSpPr/>
          <p:nvPr/>
        </p:nvSpPr>
        <p:spPr>
          <a:xfrm>
            <a:off x="-558069" y="4556004"/>
            <a:ext cx="1641335" cy="1641335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9" name="!!circle-1rs"/>
          <p:cNvSpPr/>
          <p:nvPr/>
        </p:nvSpPr>
        <p:spPr>
          <a:xfrm>
            <a:off x="9594540" y="4381246"/>
            <a:ext cx="1598701" cy="1598701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0" name="!!rect-1sh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5F7">
                  <a:alpha val="0"/>
                </a:srgbClr>
              </a:gs>
              <a:gs pos="20428">
                <a:srgbClr val="F3F5F7">
                  <a:alpha val="0"/>
                </a:srgbClr>
              </a:gs>
              <a:gs pos="66730">
                <a:srgbClr val="F3F5F7"/>
              </a:gs>
              <a:gs pos="100000">
                <a:srgbClr val="F3F5F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1" name="!!circle-1sm"/>
          <p:cNvSpPr/>
          <p:nvPr/>
        </p:nvSpPr>
        <p:spPr>
          <a:xfrm>
            <a:off x="5568325" y="1290753"/>
            <a:ext cx="36055" cy="36055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12" name="!!circle-1sp"/>
          <p:cNvSpPr/>
          <p:nvPr/>
        </p:nvSpPr>
        <p:spPr>
          <a:xfrm>
            <a:off x="9313528" y="3186256"/>
            <a:ext cx="24295" cy="24295"/>
          </a:xfrm>
          <a:prstGeom prst="ellipse">
            <a:avLst/>
          </a:prstGeom>
          <a:solidFill>
            <a:srgbClr val="627D8D">
              <a:alpha val="18100"/>
            </a:srgbClr>
          </a:solidFill>
          <a:ln>
            <a:noFill/>
          </a:ln>
        </p:spPr>
      </p:sp>
      <p:sp>
        <p:nvSpPr>
          <p:cNvPr id="13" name="!!circle-1ss"/>
          <p:cNvSpPr/>
          <p:nvPr/>
        </p:nvSpPr>
        <p:spPr>
          <a:xfrm>
            <a:off x="3498418" y="6395318"/>
            <a:ext cx="25959" cy="25959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14" name="!!circle-1sv"/>
          <p:cNvSpPr/>
          <p:nvPr/>
        </p:nvSpPr>
        <p:spPr>
          <a:xfrm>
            <a:off x="1985055" y="1745156"/>
            <a:ext cx="35878" cy="35878"/>
          </a:xfrm>
          <a:prstGeom prst="ellipse">
            <a:avLst/>
          </a:prstGeom>
          <a:solidFill>
            <a:srgbClr val="627D8D">
              <a:alpha val="26800"/>
            </a:srgbClr>
          </a:solidFill>
          <a:ln>
            <a:noFill/>
          </a:ln>
        </p:spPr>
      </p:sp>
      <p:sp>
        <p:nvSpPr>
          <p:cNvPr id="15" name="!!circle-1sy"/>
          <p:cNvSpPr/>
          <p:nvPr/>
        </p:nvSpPr>
        <p:spPr>
          <a:xfrm>
            <a:off x="6850651" y="3697624"/>
            <a:ext cx="40234" cy="40234"/>
          </a:xfrm>
          <a:prstGeom prst="ellipse">
            <a:avLst/>
          </a:prstGeom>
          <a:solidFill>
            <a:srgbClr val="627D8D">
              <a:alpha val="31300"/>
            </a:srgbClr>
          </a:solidFill>
          <a:ln>
            <a:noFill/>
          </a:ln>
        </p:spPr>
      </p:sp>
      <p:sp>
        <p:nvSpPr>
          <p:cNvPr id="16" name="!!circle-1t4"/>
          <p:cNvSpPr/>
          <p:nvPr/>
        </p:nvSpPr>
        <p:spPr>
          <a:xfrm>
            <a:off x="1186259" y="4795380"/>
            <a:ext cx="29959" cy="29959"/>
          </a:xfrm>
          <a:prstGeom prst="ellipse">
            <a:avLst/>
          </a:prstGeom>
          <a:solidFill>
            <a:srgbClr val="627D8D">
              <a:alpha val="19400"/>
            </a:srgbClr>
          </a:solidFill>
          <a:ln>
            <a:noFill/>
          </a:ln>
        </p:spPr>
      </p:sp>
      <p:sp>
        <p:nvSpPr>
          <p:cNvPr id="17" name="!!circle-1t7"/>
          <p:cNvSpPr/>
          <p:nvPr/>
        </p:nvSpPr>
        <p:spPr>
          <a:xfrm>
            <a:off x="8455647" y="4437144"/>
            <a:ext cx="28702" cy="28702"/>
          </a:xfrm>
          <a:prstGeom prst="ellipse">
            <a:avLst/>
          </a:prstGeom>
          <a:solidFill>
            <a:srgbClr val="627D8D">
              <a:alpha val="17800"/>
            </a:srgbClr>
          </a:solidFill>
          <a:ln>
            <a:noFill/>
          </a:ln>
        </p:spPr>
      </p:sp>
      <p:sp>
        <p:nvSpPr>
          <p:cNvPr id="18" name="!!circle-1ta"/>
          <p:cNvSpPr/>
          <p:nvPr/>
        </p:nvSpPr>
        <p:spPr>
          <a:xfrm>
            <a:off x="10989751" y="1817583"/>
            <a:ext cx="24066" cy="24066"/>
          </a:xfrm>
          <a:prstGeom prst="ellipse">
            <a:avLst/>
          </a:prstGeom>
          <a:solidFill>
            <a:srgbClr val="627D8D">
              <a:alpha val="23900"/>
            </a:srgbClr>
          </a:solidFill>
          <a:ln>
            <a:noFill/>
          </a:ln>
        </p:spPr>
      </p:sp>
      <p:sp>
        <p:nvSpPr>
          <p:cNvPr id="19" name="!!circle-1td"/>
          <p:cNvSpPr/>
          <p:nvPr/>
        </p:nvSpPr>
        <p:spPr>
          <a:xfrm>
            <a:off x="8444037" y="5737903"/>
            <a:ext cx="35865" cy="35865"/>
          </a:xfrm>
          <a:prstGeom prst="ellipse">
            <a:avLst/>
          </a:prstGeom>
          <a:solidFill>
            <a:srgbClr val="627D8D">
              <a:alpha val="28200"/>
            </a:srgbClr>
          </a:solidFill>
          <a:ln>
            <a:noFill/>
          </a:ln>
        </p:spPr>
      </p:sp>
      <p:sp>
        <p:nvSpPr>
          <p:cNvPr id="20" name="!!circle-1tg"/>
          <p:cNvSpPr/>
          <p:nvPr/>
        </p:nvSpPr>
        <p:spPr>
          <a:xfrm>
            <a:off x="1503578" y="2877880"/>
            <a:ext cx="39218" cy="39218"/>
          </a:xfrm>
          <a:prstGeom prst="ellipse">
            <a:avLst/>
          </a:prstGeom>
          <a:solidFill>
            <a:srgbClr val="627D8D">
              <a:alpha val="29600"/>
            </a:srgbClr>
          </a:solidFill>
          <a:ln>
            <a:noFill/>
          </a:ln>
        </p:spPr>
      </p:sp>
      <p:sp>
        <p:nvSpPr>
          <p:cNvPr id="21" name="!!circle-1tj"/>
          <p:cNvSpPr/>
          <p:nvPr/>
        </p:nvSpPr>
        <p:spPr>
          <a:xfrm>
            <a:off x="7079302" y="5929445"/>
            <a:ext cx="49733" cy="49733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2" name="!!circle-1tm"/>
          <p:cNvSpPr/>
          <p:nvPr/>
        </p:nvSpPr>
        <p:spPr>
          <a:xfrm>
            <a:off x="6406913" y="1608985"/>
            <a:ext cx="41694" cy="41694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3" name="!!circle-1tp"/>
          <p:cNvSpPr/>
          <p:nvPr/>
        </p:nvSpPr>
        <p:spPr>
          <a:xfrm>
            <a:off x="6796418" y="5018862"/>
            <a:ext cx="31979" cy="31979"/>
          </a:xfrm>
          <a:prstGeom prst="ellipse">
            <a:avLst/>
          </a:prstGeom>
          <a:solidFill>
            <a:srgbClr val="627D8D">
              <a:alpha val="24100"/>
            </a:srgbClr>
          </a:solidFill>
          <a:ln>
            <a:noFill/>
          </a:ln>
        </p:spPr>
      </p:sp>
      <p:sp>
        <p:nvSpPr>
          <p:cNvPr id="24" name="!!circle-1ts"/>
          <p:cNvSpPr/>
          <p:nvPr/>
        </p:nvSpPr>
        <p:spPr>
          <a:xfrm>
            <a:off x="3894458" y="888149"/>
            <a:ext cx="18085" cy="18085"/>
          </a:xfrm>
          <a:prstGeom prst="ellipse">
            <a:avLst/>
          </a:prstGeom>
          <a:solidFill>
            <a:srgbClr val="627D8D">
              <a:alpha val="10500"/>
            </a:srgbClr>
          </a:solidFill>
          <a:ln>
            <a:noFill/>
          </a:ln>
        </p:spPr>
      </p:sp>
      <p:sp>
        <p:nvSpPr>
          <p:cNvPr id="25" name="!!circle-1ty"/>
          <p:cNvSpPr/>
          <p:nvPr/>
        </p:nvSpPr>
        <p:spPr>
          <a:xfrm>
            <a:off x="3463719" y="6198880"/>
            <a:ext cx="39243" cy="39243"/>
          </a:xfrm>
          <a:prstGeom prst="ellipse">
            <a:avLst/>
          </a:prstGeom>
          <a:solidFill>
            <a:srgbClr val="627D8D">
              <a:alpha val="27700"/>
            </a:srgbClr>
          </a:solidFill>
          <a:ln>
            <a:noFill/>
          </a:ln>
        </p:spPr>
      </p:sp>
      <p:sp>
        <p:nvSpPr>
          <p:cNvPr id="26" name="!!circle-1u1"/>
          <p:cNvSpPr/>
          <p:nvPr/>
        </p:nvSpPr>
        <p:spPr>
          <a:xfrm>
            <a:off x="1648646" y="6519530"/>
            <a:ext cx="34519" cy="34519"/>
          </a:xfrm>
          <a:prstGeom prst="ellipse">
            <a:avLst/>
          </a:prstGeom>
          <a:solidFill>
            <a:srgbClr val="627D8D">
              <a:alpha val="22500"/>
            </a:srgbClr>
          </a:solidFill>
          <a:ln>
            <a:noFill/>
          </a:ln>
        </p:spPr>
      </p:sp>
      <p:sp>
        <p:nvSpPr>
          <p:cNvPr id="27" name="!!circle-1u4"/>
          <p:cNvSpPr/>
          <p:nvPr/>
        </p:nvSpPr>
        <p:spPr>
          <a:xfrm>
            <a:off x="2684950" y="4991394"/>
            <a:ext cx="46228" cy="46228"/>
          </a:xfrm>
          <a:prstGeom prst="ellipse">
            <a:avLst/>
          </a:prstGeom>
          <a:solidFill>
            <a:srgbClr val="627D8D">
              <a:alpha val="26200"/>
            </a:srgbClr>
          </a:solidFill>
          <a:ln>
            <a:noFill/>
          </a:ln>
        </p:spPr>
      </p:sp>
      <p:sp>
        <p:nvSpPr>
          <p:cNvPr id="28" name="!!circle-1u7"/>
          <p:cNvSpPr/>
          <p:nvPr/>
        </p:nvSpPr>
        <p:spPr>
          <a:xfrm>
            <a:off x="7427959" y="4705292"/>
            <a:ext cx="49327" cy="49327"/>
          </a:xfrm>
          <a:prstGeom prst="ellipse">
            <a:avLst/>
          </a:prstGeom>
          <a:solidFill>
            <a:srgbClr val="627D8D">
              <a:alpha val="20800"/>
            </a:srgbClr>
          </a:solidFill>
          <a:ln>
            <a:noFill/>
          </a:ln>
        </p:spPr>
      </p:sp>
      <p:sp>
        <p:nvSpPr>
          <p:cNvPr id="29" name="!!circle-1ua"/>
          <p:cNvSpPr/>
          <p:nvPr/>
        </p:nvSpPr>
        <p:spPr>
          <a:xfrm>
            <a:off x="9696228" y="5382312"/>
            <a:ext cx="24054" cy="24054"/>
          </a:xfrm>
          <a:prstGeom prst="ellipse">
            <a:avLst/>
          </a:prstGeom>
          <a:solidFill>
            <a:srgbClr val="627D8D">
              <a:alpha val="22200"/>
            </a:srgbClr>
          </a:solidFill>
          <a:ln>
            <a:noFill/>
          </a:ln>
        </p:spPr>
      </p:sp>
      <p:sp>
        <p:nvSpPr>
          <p:cNvPr id="30" name="!!circle-1ud"/>
          <p:cNvSpPr/>
          <p:nvPr/>
        </p:nvSpPr>
        <p:spPr>
          <a:xfrm>
            <a:off x="2039488" y="1415604"/>
            <a:ext cx="32271" cy="32271"/>
          </a:xfrm>
          <a:prstGeom prst="ellipse">
            <a:avLst/>
          </a:prstGeom>
          <a:solidFill>
            <a:srgbClr val="627D8D">
              <a:alpha val="20500"/>
            </a:srgbClr>
          </a:solidFill>
          <a:ln>
            <a:noFill/>
          </a:ln>
        </p:spPr>
      </p:sp>
      <p:sp>
        <p:nvSpPr>
          <p:cNvPr id="31" name="!!circle-1uj"/>
          <p:cNvSpPr/>
          <p:nvPr/>
        </p:nvSpPr>
        <p:spPr>
          <a:xfrm>
            <a:off x="2069969" y="2361108"/>
            <a:ext cx="34252" cy="34252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32" name="!!circle-1um"/>
          <p:cNvSpPr/>
          <p:nvPr/>
        </p:nvSpPr>
        <p:spPr>
          <a:xfrm>
            <a:off x="9603179" y="4207705"/>
            <a:ext cx="44196" cy="44196"/>
          </a:xfrm>
          <a:prstGeom prst="ellipse">
            <a:avLst/>
          </a:prstGeom>
          <a:solidFill>
            <a:srgbClr val="627D8D">
              <a:alpha val="21700"/>
            </a:srgbClr>
          </a:solidFill>
          <a:ln>
            <a:noFill/>
          </a:ln>
        </p:spPr>
      </p:sp>
      <p:sp>
        <p:nvSpPr>
          <p:cNvPr id="33" name="!!circle-1up"/>
          <p:cNvSpPr/>
          <p:nvPr/>
        </p:nvSpPr>
        <p:spPr>
          <a:xfrm>
            <a:off x="6771514" y="1753994"/>
            <a:ext cx="35192" cy="35192"/>
          </a:xfrm>
          <a:prstGeom prst="ellipse">
            <a:avLst/>
          </a:prstGeom>
          <a:solidFill>
            <a:srgbClr val="627D8D">
              <a:alpha val="27100"/>
            </a:srgbClr>
          </a:solidFill>
          <a:ln>
            <a:noFill/>
          </a:ln>
        </p:spPr>
      </p:sp>
      <p:sp>
        <p:nvSpPr>
          <p:cNvPr id="34" name="!!circle-1us"/>
          <p:cNvSpPr/>
          <p:nvPr/>
        </p:nvSpPr>
        <p:spPr>
          <a:xfrm>
            <a:off x="10178865" y="5259401"/>
            <a:ext cx="43358" cy="43358"/>
          </a:xfrm>
          <a:prstGeom prst="ellipse">
            <a:avLst/>
          </a:prstGeom>
          <a:solidFill>
            <a:srgbClr val="627D8D">
              <a:alpha val="19500"/>
            </a:srgbClr>
          </a:solidFill>
          <a:ln>
            <a:noFill/>
          </a:ln>
        </p:spPr>
      </p:sp>
      <p:sp>
        <p:nvSpPr>
          <p:cNvPr id="35" name="!!circle-1uv"/>
          <p:cNvSpPr/>
          <p:nvPr/>
        </p:nvSpPr>
        <p:spPr>
          <a:xfrm>
            <a:off x="3182598" y="2041895"/>
            <a:ext cx="33528" cy="33528"/>
          </a:xfrm>
          <a:prstGeom prst="ellipse">
            <a:avLst/>
          </a:prstGeom>
          <a:solidFill>
            <a:srgbClr val="627D8D">
              <a:alpha val="28300"/>
            </a:srgbClr>
          </a:solidFill>
          <a:ln>
            <a:noFill/>
          </a:ln>
        </p:spPr>
      </p:sp>
      <p:sp>
        <p:nvSpPr>
          <p:cNvPr id="36" name="!!circle-1uy"/>
          <p:cNvSpPr/>
          <p:nvPr/>
        </p:nvSpPr>
        <p:spPr>
          <a:xfrm>
            <a:off x="6816128" y="2620962"/>
            <a:ext cx="28956" cy="28956"/>
          </a:xfrm>
          <a:prstGeom prst="ellipse">
            <a:avLst/>
          </a:prstGeom>
          <a:solidFill>
            <a:srgbClr val="627D8D">
              <a:alpha val="21800"/>
            </a:srgbClr>
          </a:solidFill>
          <a:ln>
            <a:noFill/>
          </a:ln>
        </p:spPr>
      </p:sp>
      <p:sp>
        <p:nvSpPr>
          <p:cNvPr id="37" name="!!circle-1v1"/>
          <p:cNvSpPr/>
          <p:nvPr/>
        </p:nvSpPr>
        <p:spPr>
          <a:xfrm>
            <a:off x="7010483" y="6300933"/>
            <a:ext cx="45555" cy="45555"/>
          </a:xfrm>
          <a:prstGeom prst="ellipse">
            <a:avLst/>
          </a:prstGeom>
          <a:solidFill>
            <a:srgbClr val="627D8D">
              <a:alpha val="20900"/>
            </a:srgbClr>
          </a:solidFill>
          <a:ln>
            <a:noFill/>
          </a:ln>
        </p:spPr>
      </p:sp>
      <p:sp>
        <p:nvSpPr>
          <p:cNvPr id="38" name="!!circle-1v4"/>
          <p:cNvSpPr/>
          <p:nvPr/>
        </p:nvSpPr>
        <p:spPr>
          <a:xfrm>
            <a:off x="11300718" y="3172040"/>
            <a:ext cx="39484" cy="39484"/>
          </a:xfrm>
          <a:prstGeom prst="ellipse">
            <a:avLst/>
          </a:prstGeom>
          <a:solidFill>
            <a:srgbClr val="627D8D">
              <a:alpha val="13600"/>
            </a:srgbClr>
          </a:solidFill>
          <a:ln>
            <a:noFill/>
          </a:ln>
        </p:spPr>
      </p:sp>
      <p:sp>
        <p:nvSpPr>
          <p:cNvPr id="39" name="!!circle-1v7"/>
          <p:cNvSpPr/>
          <p:nvPr/>
        </p:nvSpPr>
        <p:spPr>
          <a:xfrm>
            <a:off x="7470624" y="5614055"/>
            <a:ext cx="30455" cy="30455"/>
          </a:xfrm>
          <a:prstGeom prst="ellipse">
            <a:avLst/>
          </a:prstGeom>
          <a:solidFill>
            <a:srgbClr val="627D8D">
              <a:alpha val="16500"/>
            </a:srgbClr>
          </a:solidFill>
          <a:ln>
            <a:noFill/>
          </a:ln>
        </p:spPr>
      </p:sp>
      <p:sp>
        <p:nvSpPr>
          <p:cNvPr id="40" name="!!circle-1va"/>
          <p:cNvSpPr/>
          <p:nvPr/>
        </p:nvSpPr>
        <p:spPr>
          <a:xfrm>
            <a:off x="8974716" y="6373103"/>
            <a:ext cx="28257" cy="28257"/>
          </a:xfrm>
          <a:prstGeom prst="ellipse">
            <a:avLst/>
          </a:prstGeom>
          <a:solidFill>
            <a:srgbClr val="627D8D">
              <a:alpha val="15700"/>
            </a:srgbClr>
          </a:solidFill>
          <a:ln>
            <a:noFill/>
          </a:ln>
        </p:spPr>
      </p:sp>
      <p:sp>
        <p:nvSpPr>
          <p:cNvPr id="41" name="!!circle-1vd"/>
          <p:cNvSpPr/>
          <p:nvPr/>
        </p:nvSpPr>
        <p:spPr>
          <a:xfrm>
            <a:off x="11405795" y="5036583"/>
            <a:ext cx="45149" cy="45149"/>
          </a:xfrm>
          <a:prstGeom prst="ellipse">
            <a:avLst/>
          </a:prstGeom>
          <a:solidFill>
            <a:srgbClr val="627D8D">
              <a:alpha val="31200"/>
            </a:srgbClr>
          </a:solidFill>
          <a:ln>
            <a:noFill/>
          </a:ln>
        </p:spPr>
      </p:sp>
      <p:sp>
        <p:nvSpPr>
          <p:cNvPr id="42" name="!!circle-1vg"/>
          <p:cNvSpPr/>
          <p:nvPr/>
        </p:nvSpPr>
        <p:spPr>
          <a:xfrm>
            <a:off x="3465246" y="3054569"/>
            <a:ext cx="30696" cy="30696"/>
          </a:xfrm>
          <a:prstGeom prst="ellipse">
            <a:avLst/>
          </a:prstGeom>
          <a:solidFill>
            <a:srgbClr val="627D8D">
              <a:alpha val="25700"/>
            </a:srgbClr>
          </a:solidFill>
          <a:ln>
            <a:noFill/>
          </a:ln>
        </p:spPr>
      </p:sp>
      <p:sp>
        <p:nvSpPr>
          <p:cNvPr id="43" name="!!circle-1vj"/>
          <p:cNvSpPr/>
          <p:nvPr/>
        </p:nvSpPr>
        <p:spPr>
          <a:xfrm>
            <a:off x="8821933" y="3580016"/>
            <a:ext cx="37401" cy="37401"/>
          </a:xfrm>
          <a:prstGeom prst="ellipse">
            <a:avLst/>
          </a:prstGeom>
          <a:solidFill>
            <a:srgbClr val="627D8D">
              <a:alpha val="16000"/>
            </a:srgbClr>
          </a:solidFill>
          <a:ln>
            <a:noFill/>
          </a:ln>
        </p:spPr>
      </p:sp>
      <p:sp>
        <p:nvSpPr>
          <p:cNvPr id="44" name="!!circle-1vm"/>
          <p:cNvSpPr/>
          <p:nvPr/>
        </p:nvSpPr>
        <p:spPr>
          <a:xfrm>
            <a:off x="1798641" y="4434877"/>
            <a:ext cx="33096" cy="33096"/>
          </a:xfrm>
          <a:prstGeom prst="ellipse">
            <a:avLst/>
          </a:prstGeom>
          <a:solidFill>
            <a:srgbClr val="627D8D">
              <a:alpha val="22300"/>
            </a:srgbClr>
          </a:solidFill>
          <a:ln>
            <a:noFill/>
          </a:ln>
        </p:spPr>
      </p:sp>
      <p:sp>
        <p:nvSpPr>
          <p:cNvPr id="45" name="!!circle-1vp"/>
          <p:cNvSpPr/>
          <p:nvPr/>
        </p:nvSpPr>
        <p:spPr>
          <a:xfrm>
            <a:off x="11578273" y="552602"/>
            <a:ext cx="21145" cy="21145"/>
          </a:xfrm>
          <a:prstGeom prst="ellipse">
            <a:avLst/>
          </a:prstGeom>
          <a:solidFill>
            <a:srgbClr val="627D8D">
              <a:alpha val="16300"/>
            </a:srgbClr>
          </a:solidFill>
          <a:ln>
            <a:noFill/>
          </a:ln>
        </p:spPr>
      </p:sp>
      <p:sp>
        <p:nvSpPr>
          <p:cNvPr id="46" name="!!circle-1vs"/>
          <p:cNvSpPr/>
          <p:nvPr/>
        </p:nvSpPr>
        <p:spPr>
          <a:xfrm>
            <a:off x="11075819" y="5512946"/>
            <a:ext cx="35281" cy="35281"/>
          </a:xfrm>
          <a:prstGeom prst="ellipse">
            <a:avLst/>
          </a:prstGeom>
          <a:solidFill>
            <a:srgbClr val="627D8D">
              <a:alpha val="30000"/>
            </a:srgbClr>
          </a:solidFill>
          <a:ln>
            <a:noFill/>
          </a:ln>
        </p:spPr>
      </p:sp>
      <p:sp>
        <p:nvSpPr>
          <p:cNvPr id="47" name="!!path-369"/>
          <p:cNvSpPr/>
          <p:nvPr/>
        </p:nvSpPr>
        <p:spPr>
          <a:xfrm>
            <a:off x="1620193" y="114819"/>
            <a:ext cx="5366220" cy="2672816"/>
          </a:xfrm>
          <a:custGeom>
            <a:avLst/>
            <a:gdLst/>
            <a:ahLst/>
            <a:cxnLst/>
            <a:rect l="l" t="t" r="r" b="b"/>
            <a:pathLst>
              <a:path w="5366220" h="2672816" fill="none">
                <a:moveTo>
                  <a:pt x="5366220" y="2672816"/>
                </a:moveTo>
                <a:quadBezTo>
                  <a:pt x="3106937" y="485485"/>
                  <a:pt x="0" y="0"/>
                </a:quadBezTo>
              </a:path>
            </a:pathLst>
          </a:custGeom>
          <a:noFill/>
          <a:ln w="22669" cap="rnd">
            <a:solidFill>
              <a:srgbClr val="627D8D">
                <a:alpha val="26000"/>
              </a:srgbClr>
            </a:solidFill>
            <a:prstDash val="solid"/>
            <a:round/>
          </a:ln>
        </p:spPr>
      </p:sp>
      <p:sp>
        <p:nvSpPr>
          <p:cNvPr id="48" name="!!circle-36c"/>
          <p:cNvSpPr/>
          <p:nvPr/>
        </p:nvSpPr>
        <p:spPr>
          <a:xfrm>
            <a:off x="5480331" y="1554739"/>
            <a:ext cx="145085" cy="145085"/>
          </a:xfrm>
          <a:prstGeom prst="ellipse">
            <a:avLst/>
          </a:prstGeom>
          <a:gradFill rotWithShape="1">
            <a:gsLst>
              <a:gs pos="0">
                <a:srgbClr val="FFFFFF">
                  <a:alpha val="81000"/>
                </a:srgbClr>
              </a:gs>
              <a:gs pos="28284">
                <a:srgbClr val="627D8D">
                  <a:alpha val="40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9" name="!!circle-36f"/>
          <p:cNvSpPr/>
          <p:nvPr/>
        </p:nvSpPr>
        <p:spPr>
          <a:xfrm>
            <a:off x="1730371" y="72427"/>
            <a:ext cx="145085" cy="145085"/>
          </a:xfrm>
          <a:prstGeom prst="ellipse">
            <a:avLst/>
          </a:prstGeom>
          <a:gradFill rotWithShape="1">
            <a:gsLst>
              <a:gs pos="0">
                <a:srgbClr val="FFFFFF">
                  <a:alpha val="12273"/>
                </a:srgbClr>
              </a:gs>
              <a:gs pos="28284">
                <a:srgbClr val="627D8D">
                  <a:alpha val="6136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0" name="!!circle-36i"/>
          <p:cNvSpPr/>
          <p:nvPr/>
        </p:nvSpPr>
        <p:spPr>
          <a:xfrm>
            <a:off x="3683645" y="615861"/>
            <a:ext cx="145085" cy="145085"/>
          </a:xfrm>
          <a:prstGeom prst="ellipse">
            <a:avLst/>
          </a:prstGeom>
          <a:gradFill rotWithShape="1">
            <a:gsLst>
              <a:gs pos="0">
                <a:srgbClr val="FFFFFF">
                  <a:alpha val="81000"/>
                </a:srgbClr>
              </a:gs>
              <a:gs pos="28284">
                <a:srgbClr val="627D8D">
                  <a:alpha val="40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1" name="!!path-36t"/>
          <p:cNvSpPr/>
          <p:nvPr/>
        </p:nvSpPr>
        <p:spPr>
          <a:xfrm>
            <a:off x="8001000" y="-1580959"/>
            <a:ext cx="680085" cy="3740467"/>
          </a:xfrm>
          <a:custGeom>
            <a:avLst/>
            <a:gdLst/>
            <a:ahLst/>
            <a:cxnLst/>
            <a:rect l="l" t="t" r="r" b="b"/>
            <a:pathLst>
              <a:path w="680085" h="3740467" fill="none">
                <a:moveTo>
                  <a:pt x="0" y="3740467"/>
                </a:moveTo>
                <a:quadBezTo>
                  <a:pt x="680085" y="1870234"/>
                  <a:pt x="0" y="0"/>
                </a:quadBezTo>
              </a:path>
            </a:pathLst>
          </a:custGeom>
          <a:noFill/>
          <a:ln w="22669" cap="rnd">
            <a:solidFill>
              <a:srgbClr val="627D8D">
                <a:alpha val="26000"/>
              </a:srgbClr>
            </a:solidFill>
            <a:prstDash val="solid"/>
            <a:round/>
          </a:ln>
        </p:spPr>
      </p:sp>
      <p:sp>
        <p:nvSpPr>
          <p:cNvPr id="52" name="!!circle-36w"/>
          <p:cNvSpPr/>
          <p:nvPr/>
        </p:nvSpPr>
        <p:spPr>
          <a:xfrm>
            <a:off x="8190005" y="1115297"/>
            <a:ext cx="145085" cy="145085"/>
          </a:xfrm>
          <a:prstGeom prst="ellipse">
            <a:avLst/>
          </a:prstGeom>
          <a:gradFill rotWithShape="1">
            <a:gsLst>
              <a:gs pos="0">
                <a:srgbClr val="FFFFFF">
                  <a:alpha val="81000"/>
                </a:srgbClr>
              </a:gs>
              <a:gs pos="28284">
                <a:srgbClr val="627D8D">
                  <a:alpha val="40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3" name="!!path-37d"/>
          <p:cNvSpPr/>
          <p:nvPr/>
        </p:nvSpPr>
        <p:spPr>
          <a:xfrm>
            <a:off x="9015587" y="114819"/>
            <a:ext cx="5366220" cy="2672816"/>
          </a:xfrm>
          <a:custGeom>
            <a:avLst/>
            <a:gdLst/>
            <a:ahLst/>
            <a:cxnLst/>
            <a:rect l="l" t="t" r="r" b="b"/>
            <a:pathLst>
              <a:path w="5366220" h="2672816" fill="none">
                <a:moveTo>
                  <a:pt x="0" y="2672816"/>
                </a:moveTo>
                <a:quadBezTo>
                  <a:pt x="3106941" y="2187330"/>
                  <a:pt x="5366220" y="0"/>
                </a:quadBezTo>
              </a:path>
            </a:pathLst>
          </a:custGeom>
          <a:noFill/>
          <a:ln w="22669" cap="rnd">
            <a:solidFill>
              <a:srgbClr val="627D8D">
                <a:alpha val="26000"/>
              </a:srgbClr>
            </a:solidFill>
            <a:prstDash val="solid"/>
            <a:round/>
          </a:ln>
        </p:spPr>
      </p:sp>
      <p:sp>
        <p:nvSpPr>
          <p:cNvPr id="54" name="!!circle-37g"/>
          <p:cNvSpPr/>
          <p:nvPr/>
        </p:nvSpPr>
        <p:spPr>
          <a:xfrm>
            <a:off x="10276004" y="2417065"/>
            <a:ext cx="145085" cy="145085"/>
          </a:xfrm>
          <a:prstGeom prst="ellipse">
            <a:avLst/>
          </a:prstGeom>
          <a:gradFill rotWithShape="1">
            <a:gsLst>
              <a:gs pos="0">
                <a:srgbClr val="FFFFFF">
                  <a:alpha val="81000"/>
                </a:srgbClr>
              </a:gs>
              <a:gs pos="28284">
                <a:srgbClr val="627D8D">
                  <a:alpha val="40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5" name="!!circle-37m"/>
          <p:cNvSpPr/>
          <p:nvPr/>
        </p:nvSpPr>
        <p:spPr>
          <a:xfrm>
            <a:off x="12149155" y="1641927"/>
            <a:ext cx="145085" cy="145085"/>
          </a:xfrm>
          <a:prstGeom prst="ellipse">
            <a:avLst/>
          </a:prstGeom>
          <a:gradFill rotWithShape="1">
            <a:gsLst>
              <a:gs pos="0">
                <a:srgbClr val="FFFFFF">
                  <a:alpha val="81000"/>
                </a:srgbClr>
              </a:gs>
              <a:gs pos="28284">
                <a:srgbClr val="627D8D">
                  <a:alpha val="40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6" name="!!path-37x"/>
          <p:cNvSpPr/>
          <p:nvPr/>
        </p:nvSpPr>
        <p:spPr>
          <a:xfrm>
            <a:off x="9123131" y="3452957"/>
            <a:ext cx="6933485" cy="1555168"/>
          </a:xfrm>
          <a:custGeom>
            <a:avLst/>
            <a:gdLst/>
            <a:ahLst/>
            <a:cxnLst/>
            <a:rect l="l" t="t" r="r" b="b"/>
            <a:pathLst>
              <a:path w="6933485" h="1555168" fill="none">
                <a:moveTo>
                  <a:pt x="0" y="0"/>
                </a:moveTo>
                <a:quadBezTo>
                  <a:pt x="3315491" y="1555168"/>
                  <a:pt x="6933485" y="988467"/>
                </a:quadBezTo>
              </a:path>
            </a:pathLst>
          </a:custGeom>
          <a:noFill/>
          <a:ln w="22669" cap="rnd">
            <a:solidFill>
              <a:srgbClr val="627D8D">
                <a:alpha val="26000"/>
              </a:srgbClr>
            </a:solidFill>
            <a:prstDash val="solid"/>
            <a:round/>
          </a:ln>
        </p:spPr>
      </p:sp>
      <p:sp>
        <p:nvSpPr>
          <p:cNvPr id="57" name="!!circle-380"/>
          <p:cNvSpPr/>
          <p:nvPr/>
        </p:nvSpPr>
        <p:spPr>
          <a:xfrm>
            <a:off x="10267523" y="3876237"/>
            <a:ext cx="145085" cy="145085"/>
          </a:xfrm>
          <a:prstGeom prst="ellipse">
            <a:avLst/>
          </a:prstGeom>
          <a:gradFill rotWithShape="1">
            <a:gsLst>
              <a:gs pos="0">
                <a:srgbClr val="FFFFFF">
                  <a:alpha val="81000"/>
                </a:srgbClr>
              </a:gs>
              <a:gs pos="28284">
                <a:srgbClr val="627D8D">
                  <a:alpha val="40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8" name="!!path-38h"/>
          <p:cNvSpPr/>
          <p:nvPr/>
        </p:nvSpPr>
        <p:spPr>
          <a:xfrm>
            <a:off x="8693018" y="4190691"/>
            <a:ext cx="2758996" cy="3579070"/>
          </a:xfrm>
          <a:custGeom>
            <a:avLst/>
            <a:gdLst/>
            <a:ahLst/>
            <a:cxnLst/>
            <a:rect l="l" t="t" r="r" b="b"/>
            <a:pathLst>
              <a:path w="2758996" h="3579070" fill="none">
                <a:moveTo>
                  <a:pt x="0" y="0"/>
                </a:moveTo>
                <a:quadBezTo>
                  <a:pt x="766877" y="2261786"/>
                  <a:pt x="2758996" y="3579070"/>
                </a:quadBezTo>
              </a:path>
            </a:pathLst>
          </a:custGeom>
          <a:noFill/>
          <a:ln w="22669" cap="rnd">
            <a:solidFill>
              <a:srgbClr val="627D8D">
                <a:alpha val="26000"/>
              </a:srgbClr>
            </a:solidFill>
            <a:prstDash val="solid"/>
            <a:round/>
          </a:ln>
        </p:spPr>
      </p:sp>
      <p:sp>
        <p:nvSpPr>
          <p:cNvPr id="59" name="!!circle-38k"/>
          <p:cNvSpPr/>
          <p:nvPr/>
        </p:nvSpPr>
        <p:spPr>
          <a:xfrm>
            <a:off x="8863450" y="4742530"/>
            <a:ext cx="145085" cy="145085"/>
          </a:xfrm>
          <a:prstGeom prst="ellipse">
            <a:avLst/>
          </a:prstGeom>
          <a:gradFill rotWithShape="1">
            <a:gsLst>
              <a:gs pos="0">
                <a:srgbClr val="FFFFFF">
                  <a:alpha val="78546"/>
                </a:srgbClr>
              </a:gs>
              <a:gs pos="28284">
                <a:srgbClr val="627D8D">
                  <a:alpha val="39273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0" name="!!circle-38q"/>
          <p:cNvSpPr/>
          <p:nvPr/>
        </p:nvSpPr>
        <p:spPr>
          <a:xfrm>
            <a:off x="9634605" y="6066014"/>
            <a:ext cx="145085" cy="145085"/>
          </a:xfrm>
          <a:prstGeom prst="ellipse">
            <a:avLst/>
          </a:prstGeom>
          <a:gradFill rotWithShape="1">
            <a:gsLst>
              <a:gs pos="0">
                <a:srgbClr val="FFFFFF">
                  <a:alpha val="81000"/>
                </a:srgbClr>
              </a:gs>
              <a:gs pos="28284">
                <a:srgbClr val="627D8D">
                  <a:alpha val="40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1" name="!!path-391"/>
          <p:cNvSpPr/>
          <p:nvPr/>
        </p:nvSpPr>
        <p:spPr>
          <a:xfrm>
            <a:off x="4549986" y="4190691"/>
            <a:ext cx="2758996" cy="3579070"/>
          </a:xfrm>
          <a:custGeom>
            <a:avLst/>
            <a:gdLst/>
            <a:ahLst/>
            <a:cxnLst/>
            <a:rect l="l" t="t" r="r" b="b"/>
            <a:pathLst>
              <a:path w="2758996" h="3579070" fill="none">
                <a:moveTo>
                  <a:pt x="2758996" y="0"/>
                </a:moveTo>
                <a:quadBezTo>
                  <a:pt x="766877" y="1317284"/>
                  <a:pt x="0" y="3579070"/>
                </a:quadBezTo>
              </a:path>
            </a:pathLst>
          </a:custGeom>
          <a:noFill/>
          <a:ln w="22669" cap="rnd">
            <a:solidFill>
              <a:srgbClr val="627D8D">
                <a:alpha val="26000"/>
              </a:srgbClr>
            </a:solidFill>
            <a:prstDash val="solid"/>
            <a:round/>
          </a:ln>
        </p:spPr>
      </p:sp>
      <p:sp>
        <p:nvSpPr>
          <p:cNvPr id="62" name="!!circle-394"/>
          <p:cNvSpPr/>
          <p:nvPr/>
        </p:nvSpPr>
        <p:spPr>
          <a:xfrm>
            <a:off x="6837580" y="4400653"/>
            <a:ext cx="145085" cy="145085"/>
          </a:xfrm>
          <a:prstGeom prst="ellipse">
            <a:avLst/>
          </a:prstGeom>
          <a:gradFill rotWithShape="1">
            <a:gsLst>
              <a:gs pos="0">
                <a:srgbClr val="FFFFFF">
                  <a:alpha val="57273"/>
                </a:srgbClr>
              </a:gs>
              <a:gs pos="28284">
                <a:srgbClr val="627D8D">
                  <a:alpha val="28636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3" name="!!circle-397"/>
          <p:cNvSpPr/>
          <p:nvPr/>
        </p:nvSpPr>
        <p:spPr>
          <a:xfrm>
            <a:off x="4881929" y="6732420"/>
            <a:ext cx="145085" cy="145085"/>
          </a:xfrm>
          <a:prstGeom prst="ellipse">
            <a:avLst/>
          </a:prstGeom>
          <a:gradFill rotWithShape="1">
            <a:gsLst>
              <a:gs pos="0">
                <a:srgbClr val="FFFFFF">
                  <a:alpha val="81000"/>
                </a:srgbClr>
              </a:gs>
              <a:gs pos="28284">
                <a:srgbClr val="627D8D">
                  <a:alpha val="40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4" name="!!circle-39a"/>
          <p:cNvSpPr/>
          <p:nvPr/>
        </p:nvSpPr>
        <p:spPr>
          <a:xfrm>
            <a:off x="5725674" y="5454148"/>
            <a:ext cx="145085" cy="145085"/>
          </a:xfrm>
          <a:prstGeom prst="ellipse">
            <a:avLst/>
          </a:prstGeom>
          <a:gradFill rotWithShape="1">
            <a:gsLst>
              <a:gs pos="0">
                <a:srgbClr val="FFFFFF">
                  <a:alpha val="81000"/>
                </a:srgbClr>
              </a:gs>
              <a:gs pos="28284">
                <a:srgbClr val="627D8D">
                  <a:alpha val="40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5" name="!!path-39l"/>
          <p:cNvSpPr/>
          <p:nvPr/>
        </p:nvSpPr>
        <p:spPr>
          <a:xfrm>
            <a:off x="-54616" y="2886260"/>
            <a:ext cx="6933485" cy="1555164"/>
          </a:xfrm>
          <a:custGeom>
            <a:avLst/>
            <a:gdLst/>
            <a:ahLst/>
            <a:cxnLst/>
            <a:rect l="l" t="t" r="r" b="b"/>
            <a:pathLst>
              <a:path w="6933485" h="1555164" fill="none">
                <a:moveTo>
                  <a:pt x="6933485" y="566697"/>
                </a:moveTo>
                <a:quadBezTo>
                  <a:pt x="3315491" y="0"/>
                  <a:pt x="0" y="1555164"/>
                </a:quadBezTo>
              </a:path>
            </a:pathLst>
          </a:custGeom>
          <a:noFill/>
          <a:ln w="22669" cap="rnd">
            <a:solidFill>
              <a:srgbClr val="627D8D">
                <a:alpha val="26000"/>
              </a:srgbClr>
            </a:solidFill>
            <a:prstDash val="solid"/>
            <a:round/>
          </a:ln>
        </p:spPr>
      </p:sp>
      <p:sp>
        <p:nvSpPr>
          <p:cNvPr id="66" name="!!circle-39o"/>
          <p:cNvSpPr/>
          <p:nvPr/>
        </p:nvSpPr>
        <p:spPr>
          <a:xfrm>
            <a:off x="6336623" y="3315633"/>
            <a:ext cx="145085" cy="145085"/>
          </a:xfrm>
          <a:prstGeom prst="ellipse">
            <a:avLst/>
          </a:prstGeom>
          <a:gradFill rotWithShape="1">
            <a:gsLst>
              <a:gs pos="0">
                <a:srgbClr val="FFFFFF">
                  <a:alpha val="36000"/>
                </a:srgbClr>
              </a:gs>
              <a:gs pos="28284">
                <a:srgbClr val="627D8D">
                  <a:alpha val="180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7" name="!!circle-39r"/>
          <p:cNvSpPr/>
          <p:nvPr/>
        </p:nvSpPr>
        <p:spPr>
          <a:xfrm>
            <a:off x="1643963" y="3695799"/>
            <a:ext cx="145085" cy="145085"/>
          </a:xfrm>
          <a:prstGeom prst="ellipse">
            <a:avLst/>
          </a:prstGeom>
          <a:gradFill rotWithShape="1">
            <a:gsLst>
              <a:gs pos="0">
                <a:srgbClr val="FFFFFF">
                  <a:alpha val="81000"/>
                </a:srgbClr>
              </a:gs>
              <a:gs pos="28284">
                <a:srgbClr val="627D8D">
                  <a:alpha val="40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8" name="!!circle-39u"/>
          <p:cNvSpPr/>
          <p:nvPr/>
        </p:nvSpPr>
        <p:spPr>
          <a:xfrm>
            <a:off x="3970531" y="3265737"/>
            <a:ext cx="145085" cy="145085"/>
          </a:xfrm>
          <a:prstGeom prst="ellipse">
            <a:avLst/>
          </a:prstGeom>
          <a:gradFill rotWithShape="1">
            <a:gsLst>
              <a:gs pos="0">
                <a:srgbClr val="FFFFFF">
                  <a:alpha val="81000"/>
                </a:srgbClr>
              </a:gs>
              <a:gs pos="28284">
                <a:srgbClr val="627D8D">
                  <a:alpha val="40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9" name="!!circle-3as"/>
          <p:cNvSpPr/>
          <p:nvPr/>
        </p:nvSpPr>
        <p:spPr>
          <a:xfrm>
            <a:off x="4867170" y="159151"/>
            <a:ext cx="6267663" cy="6267663"/>
          </a:xfrm>
          <a:prstGeom prst="ellipse">
            <a:avLst/>
          </a:prstGeom>
          <a:gradFill rotWithShape="1">
            <a:gsLst>
              <a:gs pos="0">
                <a:srgbClr val="627D8D">
                  <a:alpha val="220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70" name="!!circle-3aw"/>
          <p:cNvSpPr/>
          <p:nvPr/>
        </p:nvSpPr>
        <p:spPr>
          <a:xfrm>
            <a:off x="6398391" y="1690373"/>
            <a:ext cx="3205221" cy="3205221"/>
          </a:xfrm>
          <a:custGeom>
            <a:avLst/>
            <a:gdLst/>
            <a:ahLst/>
            <a:cxnLst/>
            <a:rect l="l" t="t" r="r" b="b"/>
            <a:pathLst>
              <a:path w="3205221" h="3205221" fill="none">
                <a:moveTo>
                  <a:pt x="268230" y="2088285"/>
                </a:moveTo>
                <a:cubicBezTo>
                  <a:pt x="0" y="1351327"/>
                  <a:pt x="379979" y="536461"/>
                  <a:pt x="1116936" y="268230"/>
                </a:cubicBezTo>
                <a:cubicBezTo>
                  <a:pt x="1853894" y="0"/>
                  <a:pt x="2668760" y="379979"/>
                  <a:pt x="2936991" y="1116936"/>
                </a:cubicBezTo>
                <a:cubicBezTo>
                  <a:pt x="3205221" y="1853894"/>
                  <a:pt x="2825243" y="2668760"/>
                  <a:pt x="2088285" y="2936991"/>
                </a:cubicBezTo>
                <a:cubicBezTo>
                  <a:pt x="1351327" y="3205221"/>
                  <a:pt x="536461" y="2825243"/>
                  <a:pt x="268230" y="2088285"/>
                </a:cubicBezTo>
                <a:close/>
              </a:path>
            </a:pathLst>
          </a:custGeom>
          <a:noFill/>
          <a:ln w="21763" cap="rnd">
            <a:solidFill>
              <a:srgbClr val="627D8D">
                <a:alpha val="34000"/>
              </a:srgbClr>
            </a:solidFill>
            <a:custDash>
              <a:ds d="4500000" sp="1500000"/>
            </a:custDash>
            <a:miter lim="800000"/>
          </a:ln>
        </p:spPr>
      </p:sp>
      <p:sp>
        <p:nvSpPr>
          <p:cNvPr id="71" name="!!circle-3b0"/>
          <p:cNvSpPr/>
          <p:nvPr/>
        </p:nvSpPr>
        <p:spPr>
          <a:xfrm>
            <a:off x="5872200" y="1164182"/>
            <a:ext cx="4257603" cy="4257603"/>
          </a:xfrm>
          <a:custGeom>
            <a:avLst/>
            <a:gdLst/>
            <a:ahLst/>
            <a:cxnLst/>
            <a:rect l="l" t="t" r="r" b="b"/>
            <a:pathLst>
              <a:path w="4257603" h="4257603" fill="none">
                <a:moveTo>
                  <a:pt x="699386" y="862451"/>
                </a:moveTo>
                <a:cubicBezTo>
                  <a:pt x="1398773" y="73006"/>
                  <a:pt x="2605708" y="0"/>
                  <a:pt x="3395153" y="699386"/>
                </a:cubicBezTo>
                <a:cubicBezTo>
                  <a:pt x="4184597" y="1398773"/>
                  <a:pt x="4257603" y="2605708"/>
                  <a:pt x="3558217" y="3395153"/>
                </a:cubicBezTo>
                <a:cubicBezTo>
                  <a:pt x="2858831" y="4184597"/>
                  <a:pt x="1651895" y="4257603"/>
                  <a:pt x="862451" y="3558217"/>
                </a:cubicBezTo>
                <a:cubicBezTo>
                  <a:pt x="73006" y="2858831"/>
                  <a:pt x="0" y="1651895"/>
                  <a:pt x="699386" y="862451"/>
                </a:cubicBezTo>
                <a:close/>
              </a:path>
            </a:pathLst>
          </a:custGeom>
          <a:noFill/>
          <a:ln w="15234" cap="rnd">
            <a:solidFill>
              <a:srgbClr val="627D8D">
                <a:alpha val="27000"/>
              </a:srgbClr>
            </a:solidFill>
            <a:custDash>
              <a:ds d="142857" sp="714286"/>
            </a:custDash>
            <a:miter lim="800000"/>
          </a:ln>
        </p:spPr>
      </p:sp>
      <p:sp>
        <p:nvSpPr>
          <p:cNvPr id="72" name="!!circle-3b4"/>
          <p:cNvSpPr/>
          <p:nvPr/>
        </p:nvSpPr>
        <p:spPr>
          <a:xfrm>
            <a:off x="5206658" y="498639"/>
            <a:ext cx="5588688" cy="5588688"/>
          </a:xfrm>
          <a:custGeom>
            <a:avLst/>
            <a:gdLst/>
            <a:ahLst/>
            <a:cxnLst/>
            <a:rect l="l" t="t" r="r" b="b"/>
            <a:pathLst>
              <a:path w="5588688" h="5588688" fill="none">
                <a:moveTo>
                  <a:pt x="3885648" y="602710"/>
                </a:moveTo>
                <a:cubicBezTo>
                  <a:pt x="5096054" y="1205421"/>
                  <a:pt x="5588688" y="2675242"/>
                  <a:pt x="4985978" y="3885648"/>
                </a:cubicBezTo>
                <a:cubicBezTo>
                  <a:pt x="4383268" y="5096054"/>
                  <a:pt x="2913447" y="5588688"/>
                  <a:pt x="1703041" y="4985978"/>
                </a:cubicBezTo>
                <a:cubicBezTo>
                  <a:pt x="492635" y="4383268"/>
                  <a:pt x="0" y="2913447"/>
                  <a:pt x="602710" y="1703041"/>
                </a:cubicBezTo>
                <a:cubicBezTo>
                  <a:pt x="1205421" y="492635"/>
                  <a:pt x="2675242" y="0"/>
                  <a:pt x="3885648" y="602710"/>
                </a:cubicBezTo>
                <a:close/>
              </a:path>
            </a:pathLst>
          </a:custGeom>
          <a:noFill/>
          <a:ln w="15234" cap="rnd">
            <a:solidFill>
              <a:srgbClr val="627D8D">
                <a:alpha val="20000"/>
              </a:srgbClr>
            </a:solidFill>
            <a:custDash>
              <a:ds d="2857143" sp="1285714"/>
              <a:ds d="285714" sp="1285714"/>
            </a:custDash>
            <a:miter lim="800000"/>
          </a:ln>
        </p:spPr>
      </p:sp>
      <p:sp>
        <p:nvSpPr>
          <p:cNvPr id="73" name="!!circle-3b9"/>
          <p:cNvSpPr/>
          <p:nvPr/>
        </p:nvSpPr>
        <p:spPr>
          <a:xfrm>
            <a:off x="7021679" y="2313661"/>
            <a:ext cx="1958645" cy="1958645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24749">
                <a:srgbClr val="DCE8EE"/>
              </a:gs>
              <a:gs pos="49497">
                <a:srgbClr val="627D8D">
                  <a:alpha val="550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74" name="!!path-3ba"/>
          <p:cNvSpPr/>
          <p:nvPr/>
        </p:nvSpPr>
        <p:spPr>
          <a:xfrm>
            <a:off x="7623965" y="2915944"/>
            <a:ext cx="754078" cy="754078"/>
          </a:xfrm>
          <a:custGeom>
            <a:avLst/>
            <a:gdLst/>
            <a:ahLst/>
            <a:cxnLst/>
            <a:rect l="l" t="t" r="r" b="b"/>
            <a:pathLst>
              <a:path w="754078" h="754078">
                <a:moveTo>
                  <a:pt x="616973" y="274210"/>
                </a:moveTo>
                <a:lnTo>
                  <a:pt x="659819" y="179951"/>
                </a:lnTo>
                <a:lnTo>
                  <a:pt x="754078" y="137105"/>
                </a:lnTo>
                <a:lnTo>
                  <a:pt x="659819" y="94260"/>
                </a:lnTo>
                <a:lnTo>
                  <a:pt x="616973" y="0"/>
                </a:lnTo>
                <a:lnTo>
                  <a:pt x="574128" y="94260"/>
                </a:lnTo>
                <a:lnTo>
                  <a:pt x="479868" y="137105"/>
                </a:lnTo>
                <a:lnTo>
                  <a:pt x="574128" y="179951"/>
                </a:lnTo>
                <a:lnTo>
                  <a:pt x="616973" y="274210"/>
                </a:lnTo>
                <a:close/>
                <a:moveTo>
                  <a:pt x="359901" y="291348"/>
                </a:moveTo>
                <a:lnTo>
                  <a:pt x="274210" y="102829"/>
                </a:lnTo>
                <a:lnTo>
                  <a:pt x="188520" y="291348"/>
                </a:lnTo>
                <a:lnTo>
                  <a:pt x="0" y="377039"/>
                </a:lnTo>
                <a:lnTo>
                  <a:pt x="188520" y="462730"/>
                </a:lnTo>
                <a:lnTo>
                  <a:pt x="274210" y="651249"/>
                </a:lnTo>
                <a:lnTo>
                  <a:pt x="359901" y="462730"/>
                </a:lnTo>
                <a:lnTo>
                  <a:pt x="548421" y="377039"/>
                </a:lnTo>
                <a:lnTo>
                  <a:pt x="359901" y="291348"/>
                </a:lnTo>
                <a:close/>
                <a:moveTo>
                  <a:pt x="616973" y="479868"/>
                </a:moveTo>
                <a:lnTo>
                  <a:pt x="574128" y="574128"/>
                </a:lnTo>
                <a:lnTo>
                  <a:pt x="479868" y="616973"/>
                </a:lnTo>
                <a:lnTo>
                  <a:pt x="574128" y="659819"/>
                </a:lnTo>
                <a:lnTo>
                  <a:pt x="616973" y="754078"/>
                </a:lnTo>
                <a:lnTo>
                  <a:pt x="659819" y="659819"/>
                </a:lnTo>
                <a:lnTo>
                  <a:pt x="754078" y="616973"/>
                </a:lnTo>
                <a:lnTo>
                  <a:pt x="659819" y="574128"/>
                </a:lnTo>
                <a:lnTo>
                  <a:pt x="616973" y="479868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75" name="!!circle-3bh"/>
          <p:cNvSpPr/>
          <p:nvPr/>
        </p:nvSpPr>
        <p:spPr>
          <a:xfrm>
            <a:off x="-314172" y="-1463078"/>
            <a:ext cx="2448306" cy="2448306"/>
          </a:xfrm>
          <a:prstGeom prst="ellipse">
            <a:avLst/>
          </a:prstGeom>
          <a:gradFill rotWithShape="1">
            <a:gsLst>
              <a:gs pos="0">
                <a:srgbClr val="627D8D">
                  <a:alpha val="200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76" name="!!circle-3bk"/>
          <p:cNvSpPr/>
          <p:nvPr/>
        </p:nvSpPr>
        <p:spPr>
          <a:xfrm>
            <a:off x="87610" y="-1061296"/>
            <a:ext cx="1644742" cy="1644742"/>
          </a:xfrm>
          <a:custGeom>
            <a:avLst/>
            <a:gdLst/>
            <a:ahLst/>
            <a:cxnLst/>
            <a:rect l="l" t="t" r="r" b="b"/>
            <a:pathLst>
              <a:path w="1644742" h="1644742" fill="none">
                <a:moveTo>
                  <a:pt x="395977" y="1409251"/>
                </a:moveTo>
                <a:cubicBezTo>
                  <a:pt x="71852" y="1173761"/>
                  <a:pt x="0" y="720102"/>
                  <a:pt x="235491" y="395977"/>
                </a:cubicBezTo>
                <a:cubicBezTo>
                  <a:pt x="470981" y="71852"/>
                  <a:pt x="924640" y="0"/>
                  <a:pt x="1248765" y="235491"/>
                </a:cubicBezTo>
                <a:cubicBezTo>
                  <a:pt x="1572890" y="470981"/>
                  <a:pt x="1644742" y="924640"/>
                  <a:pt x="1409251" y="1248765"/>
                </a:cubicBezTo>
                <a:cubicBezTo>
                  <a:pt x="1173761" y="1572890"/>
                  <a:pt x="720102" y="1644742"/>
                  <a:pt x="395977" y="1409251"/>
                </a:cubicBezTo>
                <a:close/>
              </a:path>
            </a:pathLst>
          </a:custGeom>
          <a:noFill/>
          <a:ln w="18136" cap="rnd">
            <a:solidFill>
              <a:srgbClr val="627D8D">
                <a:alpha val="35000"/>
              </a:srgbClr>
            </a:solidFill>
            <a:custDash>
              <a:ds d="100000" sp="550000"/>
            </a:custDash>
            <a:miter lim="800000"/>
          </a:ln>
        </p:spPr>
      </p:sp>
      <p:sp>
        <p:nvSpPr>
          <p:cNvPr id="77" name="!!circle-3bl"/>
          <p:cNvSpPr/>
          <p:nvPr/>
        </p:nvSpPr>
        <p:spPr>
          <a:xfrm>
            <a:off x="311506" y="-782993"/>
            <a:ext cx="1269492" cy="1269492"/>
          </a:xfrm>
          <a:prstGeom prst="ellipse">
            <a:avLst/>
          </a:prstGeom>
          <a:solidFill>
            <a:srgbClr val="0B1A26">
              <a:alpha val="12000"/>
            </a:srgbClr>
          </a:solidFill>
          <a:ln>
            <a:noFill/>
          </a:ln>
          <a:effectLst>
            <a:softEdge rad="219441"/>
          </a:effectLst>
        </p:spPr>
      </p:sp>
      <p:sp>
        <p:nvSpPr>
          <p:cNvPr id="78" name="!!circle-3bm"/>
          <p:cNvSpPr/>
          <p:nvPr/>
        </p:nvSpPr>
        <p:spPr>
          <a:xfrm>
            <a:off x="365913" y="-782993"/>
            <a:ext cx="1088136" cy="1088136"/>
          </a:xfrm>
          <a:prstGeom prst="ellipse">
            <a:avLst/>
          </a:prstGeom>
          <a:solidFill>
            <a:srgbClr val="FFFFFF"/>
          </a:solidFill>
          <a:ln w="18136" cap="flat">
            <a:solidFill>
              <a:srgbClr val="627D8D">
                <a:alpha val="22000"/>
              </a:srgbClr>
            </a:solidFill>
            <a:prstDash val="solid"/>
            <a:miter lim="800000"/>
          </a:ln>
        </p:spPr>
      </p:sp>
      <p:sp>
        <p:nvSpPr>
          <p:cNvPr id="79" name="!!circle-3g8"/>
          <p:cNvSpPr/>
          <p:nvPr/>
        </p:nvSpPr>
        <p:spPr>
          <a:xfrm>
            <a:off x="-2064258" y="3329254"/>
            <a:ext cx="2448306" cy="2448306"/>
          </a:xfrm>
          <a:prstGeom prst="ellipse">
            <a:avLst/>
          </a:prstGeom>
          <a:gradFill rotWithShape="1">
            <a:gsLst>
              <a:gs pos="0">
                <a:srgbClr val="627D8D">
                  <a:alpha val="200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80" name="!!circle-3gb"/>
          <p:cNvSpPr/>
          <p:nvPr/>
        </p:nvSpPr>
        <p:spPr>
          <a:xfrm>
            <a:off x="-1653085" y="3740427"/>
            <a:ext cx="1625960" cy="1625960"/>
          </a:xfrm>
          <a:custGeom>
            <a:avLst/>
            <a:gdLst/>
            <a:ahLst/>
            <a:cxnLst/>
            <a:rect l="l" t="t" r="r" b="b"/>
            <a:pathLst>
              <a:path w="1625960" h="1625960" fill="none">
                <a:moveTo>
                  <a:pt x="258013" y="1280155"/>
                </a:moveTo>
                <a:cubicBezTo>
                  <a:pt x="0" y="973655"/>
                  <a:pt x="39306" y="516027"/>
                  <a:pt x="345805" y="258013"/>
                </a:cubicBezTo>
                <a:cubicBezTo>
                  <a:pt x="652305" y="0"/>
                  <a:pt x="1109933" y="39306"/>
                  <a:pt x="1367947" y="345805"/>
                </a:cubicBezTo>
                <a:cubicBezTo>
                  <a:pt x="1625960" y="652305"/>
                  <a:pt x="1586654" y="1109933"/>
                  <a:pt x="1280155" y="1367947"/>
                </a:cubicBezTo>
                <a:cubicBezTo>
                  <a:pt x="973655" y="1625960"/>
                  <a:pt x="516027" y="1586654"/>
                  <a:pt x="258013" y="1280155"/>
                </a:cubicBezTo>
                <a:close/>
              </a:path>
            </a:pathLst>
          </a:custGeom>
          <a:noFill/>
          <a:ln w="18136" cap="rnd">
            <a:solidFill>
              <a:srgbClr val="627D8D">
                <a:alpha val="35000"/>
              </a:srgbClr>
            </a:solidFill>
            <a:custDash>
              <a:ds d="100000" sp="550000"/>
            </a:custDash>
            <a:miter lim="800000"/>
          </a:ln>
        </p:spPr>
      </p:sp>
      <p:sp>
        <p:nvSpPr>
          <p:cNvPr id="81" name="!!path-4zm"/>
          <p:cNvSpPr/>
          <p:nvPr/>
        </p:nvSpPr>
        <p:spPr>
          <a:xfrm>
            <a:off x="8001000" y="1664606"/>
            <a:ext cx="1" cy="602628"/>
          </a:xfrm>
          <a:custGeom>
            <a:avLst/>
            <a:gdLst/>
            <a:ahLst/>
            <a:cxnLst/>
            <a:rect l="l" t="t" r="r" b="b"/>
            <a:pathLst>
              <a:path w="1" h="602628" fill="none">
                <a:moveTo>
                  <a:pt x="0" y="602628"/>
                </a:moveTo>
                <a:lnTo>
                  <a:pt x="0" y="0"/>
                </a:lnTo>
              </a:path>
            </a:pathLst>
          </a:custGeom>
          <a:noFill/>
          <a:ln w="12822" cap="rnd">
            <a:solidFill>
              <a:srgbClr val="627D8D">
                <a:alpha val="50000"/>
              </a:srgbClr>
            </a:solidFill>
            <a:prstDash val="solid"/>
            <a:round/>
          </a:ln>
        </p:spPr>
      </p:sp>
      <p:sp>
        <p:nvSpPr>
          <p:cNvPr id="82" name="!!rect-504"/>
          <p:cNvSpPr/>
          <p:nvPr/>
        </p:nvSpPr>
        <p:spPr>
          <a:xfrm>
            <a:off x="7541393" y="1312004"/>
            <a:ext cx="919213" cy="423122"/>
          </a:xfrm>
          <a:prstGeom prst="roundRect">
            <a:avLst>
              <a:gd name="adj" fmla="val 50000"/>
            </a:avLst>
          </a:prstGeom>
          <a:solidFill>
            <a:srgbClr val="0B1A26">
              <a:alpha val="10000"/>
            </a:srgbClr>
          </a:solidFill>
          <a:ln>
            <a:noFill/>
          </a:ln>
          <a:effectLst>
            <a:softEdge rad="98728"/>
          </a:effectLst>
        </p:spPr>
      </p:sp>
      <p:sp>
        <p:nvSpPr>
          <p:cNvPr id="83" name="!!rect-505"/>
          <p:cNvSpPr/>
          <p:nvPr/>
        </p:nvSpPr>
        <p:spPr>
          <a:xfrm>
            <a:off x="7567037" y="1305593"/>
            <a:ext cx="867925" cy="33336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93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84" name="!!text-506" descr="OpenAI"/>
          <p:cNvSpPr txBox="1"/>
          <p:nvPr/>
        </p:nvSpPr>
        <p:spPr>
          <a:xfrm>
            <a:off x="7700385" y="1338930"/>
            <a:ext cx="651236" cy="24135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12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OpenAI</a:t>
            </a:r>
            <a:endParaRPr lang="zh-TW" sz="1312"/>
          </a:p>
        </p:txBody>
      </p:sp>
      <p:sp>
        <p:nvSpPr>
          <p:cNvPr id="85" name="!!rect-50d"/>
          <p:cNvSpPr/>
          <p:nvPr/>
        </p:nvSpPr>
        <p:spPr>
          <a:xfrm>
            <a:off x="7522160" y="1260717"/>
            <a:ext cx="957678" cy="423122"/>
          </a:xfrm>
          <a:prstGeom prst="roundRect">
            <a:avLst>
              <a:gd name="adj" fmla="val 50000"/>
            </a:avLst>
          </a:prstGeom>
          <a:noFill/>
          <a:ln w="19233" cap="flat">
            <a:solidFill>
              <a:srgbClr val="627D8D"/>
            </a:solidFill>
            <a:prstDash val="solid"/>
            <a:miter lim="800000"/>
          </a:ln>
        </p:spPr>
      </p:sp>
      <p:sp>
        <p:nvSpPr>
          <p:cNvPr id="86" name="!!rect-50l"/>
          <p:cNvSpPr/>
          <p:nvPr/>
        </p:nvSpPr>
        <p:spPr>
          <a:xfrm>
            <a:off x="6398266" y="4876484"/>
            <a:ext cx="1551446" cy="423122"/>
          </a:xfrm>
          <a:prstGeom prst="roundRect">
            <a:avLst>
              <a:gd name="adj" fmla="val 50000"/>
            </a:avLst>
          </a:prstGeom>
          <a:solidFill>
            <a:srgbClr val="0B1A26">
              <a:alpha val="10000"/>
            </a:srgbClr>
          </a:solidFill>
          <a:ln>
            <a:noFill/>
          </a:ln>
          <a:effectLst>
            <a:softEdge rad="98728"/>
          </a:effectLst>
        </p:spPr>
      </p:sp>
      <p:sp>
        <p:nvSpPr>
          <p:cNvPr id="87" name="!!rect-50m"/>
          <p:cNvSpPr/>
          <p:nvPr/>
        </p:nvSpPr>
        <p:spPr>
          <a:xfrm>
            <a:off x="6423910" y="4870073"/>
            <a:ext cx="1500159" cy="33336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93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88" name="!!path-50n"/>
          <p:cNvSpPr/>
          <p:nvPr/>
        </p:nvSpPr>
        <p:spPr>
          <a:xfrm>
            <a:off x="6571849" y="4963839"/>
            <a:ext cx="145913" cy="145913"/>
          </a:xfrm>
          <a:custGeom>
            <a:avLst/>
            <a:gdLst/>
            <a:ahLst/>
            <a:cxnLst/>
            <a:rect l="l" t="t" r="r" b="b"/>
            <a:pathLst>
              <a:path w="145913" h="145913">
                <a:moveTo>
                  <a:pt x="65661" y="0"/>
                </a:moveTo>
                <a:lnTo>
                  <a:pt x="65661" y="145913"/>
                </a:lnTo>
                <a:cubicBezTo>
                  <a:pt x="28672" y="142265"/>
                  <a:pt x="0" y="110967"/>
                  <a:pt x="0" y="72956"/>
                </a:cubicBezTo>
                <a:cubicBezTo>
                  <a:pt x="0" y="34946"/>
                  <a:pt x="28672" y="3648"/>
                  <a:pt x="65661" y="0"/>
                </a:cubicBezTo>
                <a:close/>
                <a:moveTo>
                  <a:pt x="80471" y="0"/>
                </a:moveTo>
                <a:lnTo>
                  <a:pt x="80471" y="65588"/>
                </a:lnTo>
                <a:lnTo>
                  <a:pt x="145913" y="65588"/>
                </a:lnTo>
                <a:cubicBezTo>
                  <a:pt x="142484" y="31006"/>
                  <a:pt x="114979" y="3429"/>
                  <a:pt x="80471" y="0"/>
                </a:cubicBezTo>
                <a:close/>
                <a:moveTo>
                  <a:pt x="80471" y="80325"/>
                </a:moveTo>
                <a:lnTo>
                  <a:pt x="80471" y="145913"/>
                </a:lnTo>
                <a:cubicBezTo>
                  <a:pt x="115052" y="142484"/>
                  <a:pt x="142484" y="114906"/>
                  <a:pt x="145913" y="80325"/>
                </a:cubicBezTo>
                <a:lnTo>
                  <a:pt x="80471" y="80325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89" name="!!text-50o" descr="每月預算上限"/>
          <p:cNvSpPr txBox="1"/>
          <p:nvPr/>
        </p:nvSpPr>
        <p:spPr>
          <a:xfrm>
            <a:off x="6790615" y="4903410"/>
            <a:ext cx="1050111" cy="24135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12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每月預算上限</a:t>
            </a:r>
            <a:endParaRPr lang="zh-TW" sz="1312"/>
          </a:p>
        </p:txBody>
      </p:sp>
      <p:sp>
        <p:nvSpPr>
          <p:cNvPr id="90" name="!!rect-511"/>
          <p:cNvSpPr/>
          <p:nvPr/>
        </p:nvSpPr>
        <p:spPr>
          <a:xfrm>
            <a:off x="8052287" y="4876484"/>
            <a:ext cx="1551446" cy="423122"/>
          </a:xfrm>
          <a:prstGeom prst="roundRect">
            <a:avLst>
              <a:gd name="adj" fmla="val 50000"/>
            </a:avLst>
          </a:prstGeom>
          <a:solidFill>
            <a:srgbClr val="0B1A26">
              <a:alpha val="10000"/>
            </a:srgbClr>
          </a:solidFill>
          <a:ln>
            <a:noFill/>
          </a:ln>
          <a:effectLst>
            <a:softEdge rad="98728"/>
          </a:effectLst>
        </p:spPr>
      </p:sp>
      <p:sp>
        <p:nvSpPr>
          <p:cNvPr id="91" name="!!rect-512"/>
          <p:cNvSpPr/>
          <p:nvPr/>
        </p:nvSpPr>
        <p:spPr>
          <a:xfrm>
            <a:off x="8077931" y="4870073"/>
            <a:ext cx="1500159" cy="33336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93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92" name="!!path-513"/>
          <p:cNvSpPr/>
          <p:nvPr/>
        </p:nvSpPr>
        <p:spPr>
          <a:xfrm>
            <a:off x="8225870" y="4963839"/>
            <a:ext cx="145913" cy="145913"/>
          </a:xfrm>
          <a:custGeom>
            <a:avLst/>
            <a:gdLst/>
            <a:ahLst/>
            <a:cxnLst/>
            <a:rect l="l" t="t" r="r" b="b"/>
            <a:pathLst>
              <a:path w="145913" h="145913">
                <a:moveTo>
                  <a:pt x="72883" y="0"/>
                </a:moveTo>
                <a:cubicBezTo>
                  <a:pt x="32612" y="0"/>
                  <a:pt x="0" y="32684"/>
                  <a:pt x="0" y="72956"/>
                </a:cubicBezTo>
                <a:cubicBezTo>
                  <a:pt x="0" y="113228"/>
                  <a:pt x="32612" y="145913"/>
                  <a:pt x="72883" y="145913"/>
                </a:cubicBezTo>
                <a:cubicBezTo>
                  <a:pt x="113228" y="145913"/>
                  <a:pt x="145913" y="113228"/>
                  <a:pt x="145913" y="72956"/>
                </a:cubicBezTo>
                <a:cubicBezTo>
                  <a:pt x="145913" y="32684"/>
                  <a:pt x="113228" y="0"/>
                  <a:pt x="72883" y="0"/>
                </a:cubicBezTo>
                <a:close/>
                <a:moveTo>
                  <a:pt x="72956" y="131322"/>
                </a:moveTo>
                <a:cubicBezTo>
                  <a:pt x="40710" y="131322"/>
                  <a:pt x="14591" y="105203"/>
                  <a:pt x="14591" y="72956"/>
                </a:cubicBezTo>
                <a:cubicBezTo>
                  <a:pt x="14591" y="40710"/>
                  <a:pt x="40710" y="14591"/>
                  <a:pt x="72956" y="14591"/>
                </a:cubicBezTo>
                <a:cubicBezTo>
                  <a:pt x="105203" y="14591"/>
                  <a:pt x="131322" y="40710"/>
                  <a:pt x="131322" y="72956"/>
                </a:cubicBezTo>
                <a:cubicBezTo>
                  <a:pt x="131322" y="105203"/>
                  <a:pt x="105203" y="131322"/>
                  <a:pt x="72956" y="131322"/>
                </a:cubicBezTo>
                <a:close/>
                <a:moveTo>
                  <a:pt x="76604" y="36478"/>
                </a:moveTo>
                <a:lnTo>
                  <a:pt x="65661" y="36478"/>
                </a:lnTo>
                <a:lnTo>
                  <a:pt x="65661" y="80252"/>
                </a:lnTo>
                <a:lnTo>
                  <a:pt x="103963" y="103233"/>
                </a:lnTo>
                <a:lnTo>
                  <a:pt x="109435" y="94260"/>
                </a:lnTo>
                <a:lnTo>
                  <a:pt x="76604" y="74780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93" name="!!text-514" descr="每日次數上限"/>
          <p:cNvSpPr txBox="1"/>
          <p:nvPr/>
        </p:nvSpPr>
        <p:spPr>
          <a:xfrm>
            <a:off x="8444636" y="4903410"/>
            <a:ext cx="1050111" cy="24135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12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每日次數上限</a:t>
            </a:r>
            <a:endParaRPr lang="zh-TW" sz="1312"/>
          </a:p>
        </p:txBody>
      </p:sp>
      <p:sp>
        <p:nvSpPr>
          <p:cNvPr id="94" name="!!rect-51h"/>
          <p:cNvSpPr/>
          <p:nvPr/>
        </p:nvSpPr>
        <p:spPr>
          <a:xfrm>
            <a:off x="6231582" y="5338071"/>
            <a:ext cx="1718130" cy="423122"/>
          </a:xfrm>
          <a:prstGeom prst="roundRect">
            <a:avLst>
              <a:gd name="adj" fmla="val 50000"/>
            </a:avLst>
          </a:prstGeom>
          <a:solidFill>
            <a:srgbClr val="0B1A26">
              <a:alpha val="10000"/>
            </a:srgbClr>
          </a:solidFill>
          <a:ln>
            <a:noFill/>
          </a:ln>
          <a:effectLst>
            <a:softEdge rad="98728"/>
          </a:effectLst>
        </p:spPr>
      </p:sp>
      <p:sp>
        <p:nvSpPr>
          <p:cNvPr id="95" name="!!rect-51i"/>
          <p:cNvSpPr/>
          <p:nvPr/>
        </p:nvSpPr>
        <p:spPr>
          <a:xfrm>
            <a:off x="6257226" y="5331660"/>
            <a:ext cx="1666843" cy="33336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93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96" name="!!path-51j"/>
          <p:cNvSpPr/>
          <p:nvPr/>
        </p:nvSpPr>
        <p:spPr>
          <a:xfrm>
            <a:off x="6412460" y="5418131"/>
            <a:ext cx="131322" cy="160504"/>
          </a:xfrm>
          <a:custGeom>
            <a:avLst/>
            <a:gdLst/>
            <a:ahLst/>
            <a:cxnLst/>
            <a:rect l="l" t="t" r="r" b="b"/>
            <a:pathLst>
              <a:path w="131322" h="160504">
                <a:moveTo>
                  <a:pt x="65661" y="0"/>
                </a:moveTo>
                <a:lnTo>
                  <a:pt x="0" y="29183"/>
                </a:lnTo>
                <a:lnTo>
                  <a:pt x="0" y="72956"/>
                </a:lnTo>
                <a:cubicBezTo>
                  <a:pt x="0" y="113447"/>
                  <a:pt x="28015" y="151312"/>
                  <a:pt x="65661" y="160504"/>
                </a:cubicBezTo>
                <a:cubicBezTo>
                  <a:pt x="103306" y="151312"/>
                  <a:pt x="131322" y="113447"/>
                  <a:pt x="131322" y="72956"/>
                </a:cubicBezTo>
                <a:lnTo>
                  <a:pt x="131322" y="29183"/>
                </a:lnTo>
                <a:lnTo>
                  <a:pt x="65661" y="0"/>
                </a:lnTo>
                <a:close/>
                <a:moveTo>
                  <a:pt x="51070" y="116730"/>
                </a:moveTo>
                <a:lnTo>
                  <a:pt x="21887" y="87548"/>
                </a:lnTo>
                <a:lnTo>
                  <a:pt x="32174" y="77261"/>
                </a:lnTo>
                <a:lnTo>
                  <a:pt x="51070" y="96084"/>
                </a:lnTo>
                <a:lnTo>
                  <a:pt x="99148" y="48005"/>
                </a:lnTo>
                <a:lnTo>
                  <a:pt x="109435" y="58365"/>
                </a:lnTo>
                <a:lnTo>
                  <a:pt x="51070" y="116730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97" name="!!text-51k" descr="使用前取得同意"/>
          <p:cNvSpPr txBox="1"/>
          <p:nvPr/>
        </p:nvSpPr>
        <p:spPr>
          <a:xfrm>
            <a:off x="6623931" y="5364997"/>
            <a:ext cx="1216795" cy="24135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12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使用前取得同意</a:t>
            </a:r>
            <a:endParaRPr lang="zh-TW" sz="1312"/>
          </a:p>
        </p:txBody>
      </p:sp>
      <p:sp>
        <p:nvSpPr>
          <p:cNvPr id="98" name="!!rect-51y"/>
          <p:cNvSpPr/>
          <p:nvPr/>
        </p:nvSpPr>
        <p:spPr>
          <a:xfrm>
            <a:off x="8052287" y="5338071"/>
            <a:ext cx="1653457" cy="423122"/>
          </a:xfrm>
          <a:prstGeom prst="roundRect">
            <a:avLst>
              <a:gd name="adj" fmla="val 50000"/>
            </a:avLst>
          </a:prstGeom>
          <a:solidFill>
            <a:srgbClr val="0B1A26">
              <a:alpha val="10000"/>
            </a:srgbClr>
          </a:solidFill>
          <a:ln>
            <a:noFill/>
          </a:ln>
          <a:effectLst>
            <a:softEdge rad="98728"/>
          </a:effectLst>
        </p:spPr>
      </p:sp>
      <p:sp>
        <p:nvSpPr>
          <p:cNvPr id="99" name="!!rect-51z"/>
          <p:cNvSpPr/>
          <p:nvPr/>
        </p:nvSpPr>
        <p:spPr>
          <a:xfrm>
            <a:off x="8077931" y="5331660"/>
            <a:ext cx="1602170" cy="33336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93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100" name="!!path-520"/>
          <p:cNvSpPr/>
          <p:nvPr/>
        </p:nvSpPr>
        <p:spPr>
          <a:xfrm>
            <a:off x="8240461" y="5425426"/>
            <a:ext cx="116730" cy="145913"/>
          </a:xfrm>
          <a:custGeom>
            <a:avLst/>
            <a:gdLst/>
            <a:ahLst/>
            <a:cxnLst/>
            <a:rect l="l" t="t" r="r" b="b"/>
            <a:pathLst>
              <a:path w="116730" h="145913">
                <a:moveTo>
                  <a:pt x="72956" y="0"/>
                </a:moveTo>
                <a:lnTo>
                  <a:pt x="14591" y="0"/>
                </a:lnTo>
                <a:cubicBezTo>
                  <a:pt x="6566" y="0"/>
                  <a:pt x="73" y="6566"/>
                  <a:pt x="73" y="14591"/>
                </a:cubicBezTo>
                <a:lnTo>
                  <a:pt x="0" y="131322"/>
                </a:lnTo>
                <a:cubicBezTo>
                  <a:pt x="0" y="139347"/>
                  <a:pt x="6493" y="145913"/>
                  <a:pt x="14518" y="145913"/>
                </a:cubicBezTo>
                <a:lnTo>
                  <a:pt x="102139" y="145913"/>
                </a:lnTo>
                <a:cubicBezTo>
                  <a:pt x="110164" y="145913"/>
                  <a:pt x="116730" y="139347"/>
                  <a:pt x="116730" y="131322"/>
                </a:cubicBezTo>
                <a:lnTo>
                  <a:pt x="116730" y="43774"/>
                </a:lnTo>
                <a:lnTo>
                  <a:pt x="72956" y="0"/>
                </a:lnTo>
                <a:close/>
                <a:moveTo>
                  <a:pt x="87548" y="116730"/>
                </a:moveTo>
                <a:lnTo>
                  <a:pt x="29183" y="116730"/>
                </a:lnTo>
                <a:lnTo>
                  <a:pt x="29183" y="102139"/>
                </a:lnTo>
                <a:lnTo>
                  <a:pt x="87548" y="102139"/>
                </a:lnTo>
                <a:lnTo>
                  <a:pt x="87548" y="116730"/>
                </a:lnTo>
                <a:close/>
                <a:moveTo>
                  <a:pt x="87548" y="87548"/>
                </a:moveTo>
                <a:lnTo>
                  <a:pt x="29183" y="87548"/>
                </a:lnTo>
                <a:lnTo>
                  <a:pt x="29183" y="72956"/>
                </a:lnTo>
                <a:lnTo>
                  <a:pt x="87548" y="72956"/>
                </a:lnTo>
                <a:lnTo>
                  <a:pt x="87548" y="87548"/>
                </a:lnTo>
                <a:close/>
                <a:moveTo>
                  <a:pt x="65661" y="51070"/>
                </a:moveTo>
                <a:lnTo>
                  <a:pt x="65661" y="10943"/>
                </a:lnTo>
                <a:lnTo>
                  <a:pt x="105787" y="51070"/>
                </a:lnTo>
                <a:lnTo>
                  <a:pt x="65661" y="51070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101" name="!!text-521" descr="對話保存 90 天"/>
          <p:cNvSpPr txBox="1"/>
          <p:nvPr/>
        </p:nvSpPr>
        <p:spPr>
          <a:xfrm>
            <a:off x="8444636" y="5364997"/>
            <a:ext cx="1152122" cy="24135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12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對話保存 90 天</a:t>
            </a:r>
            <a:endParaRPr lang="zh-TW" sz="1312"/>
          </a:p>
        </p:txBody>
      </p:sp>
      <p:sp>
        <p:nvSpPr>
          <p:cNvPr id="102" name="!!rect-9a4"/>
          <p:cNvSpPr/>
          <p:nvPr/>
        </p:nvSpPr>
        <p:spPr>
          <a:xfrm>
            <a:off x="0" y="0"/>
            <a:ext cx="4826000" cy="6858000"/>
          </a:xfrm>
          <a:prstGeom prst="rect">
            <a:avLst/>
          </a:prstGeom>
          <a:gradFill rotWithShape="1">
            <a:gsLst>
              <a:gs pos="0">
                <a:srgbClr val="F3F5F7">
                  <a:alpha val="97000"/>
                </a:srgbClr>
              </a:gs>
              <a:gs pos="62000">
                <a:srgbClr val="F3F5F7">
                  <a:alpha val="88000"/>
                </a:srgbClr>
              </a:gs>
              <a:gs pos="100000">
                <a:srgbClr val="F3F5F7">
                  <a:alpha val="0"/>
                </a:srgbClr>
              </a:gs>
            </a:gsLst>
            <a:lin ang="0" scaled="0"/>
          </a:gradFill>
          <a:ln>
            <a:noFill/>
          </a:ln>
        </p:spPr>
      </p:sp>
      <p:sp>
        <p:nvSpPr>
          <p:cNvPr id="103" name="!!text-9aa" descr="AI 治理"/>
          <p:cNvSpPr txBox="1"/>
          <p:nvPr/>
        </p:nvSpPr>
        <p:spPr>
          <a:xfrm>
            <a:off x="711200" y="1728216"/>
            <a:ext cx="606247" cy="2206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00" b="1" kern="0" spc="144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A</a:t>
            </a:r>
            <a:r>
              <a:rPr lang="zh-TW" altLang="en-US" sz="12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I</a:t>
            </a:r>
            <a:r>
              <a:rPr lang="zh-TW" altLang="en-US" sz="1200" b="1" kern="0" spc="288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 </a:t>
            </a:r>
            <a:r>
              <a:rPr lang="zh-TW" altLang="en-US" sz="1200" b="1" kern="0" spc="144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治</a:t>
            </a:r>
            <a:r>
              <a:rPr lang="zh-TW" altLang="en-US" sz="12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理</a:t>
            </a:r>
            <a:endParaRPr lang="zh-TW" sz="1200"/>
          </a:p>
        </p:txBody>
      </p:sp>
      <p:sp>
        <p:nvSpPr>
          <p:cNvPr id="104" name="!!text-9ag" descr="採用 OpenAI，"/>
          <p:cNvSpPr txBox="1"/>
          <p:nvPr/>
        </p:nvSpPr>
        <p:spPr>
          <a:xfrm>
            <a:off x="711200" y="1996948"/>
            <a:ext cx="3147822" cy="66202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3600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採用 OpenA</a:t>
            </a:r>
            <a:r>
              <a:rPr lang="zh-TW" altLang="en-US" sz="3600" kern="0" spc="-108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I</a:t>
            </a:r>
            <a:r>
              <a:rPr lang="zh-TW" altLang="en-US" sz="3600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，</a:t>
            </a:r>
            <a:endParaRPr lang="zh-TW" sz="3600"/>
          </a:p>
        </p:txBody>
      </p:sp>
      <p:sp>
        <p:nvSpPr>
          <p:cNvPr id="105" name="!!text-9br" descr="用量與隱私全程把關"/>
          <p:cNvSpPr txBox="1"/>
          <p:nvPr/>
        </p:nvSpPr>
        <p:spPr>
          <a:xfrm>
            <a:off x="711200" y="2545588"/>
            <a:ext cx="4251960" cy="66202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3600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用量與隱私全程把關</a:t>
            </a:r>
            <a:endParaRPr lang="zh-TW" sz="3600"/>
          </a:p>
        </p:txBody>
      </p:sp>
      <p:sp>
        <p:nvSpPr>
          <p:cNvPr id="106" name="!!text-9d5" descr="設有每月預算與每日次數上限；"/>
          <p:cNvSpPr txBox="1"/>
          <p:nvPr/>
        </p:nvSpPr>
        <p:spPr>
          <a:xfrm>
            <a:off x="711200" y="3261360"/>
            <a:ext cx="2724150" cy="27584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500" kern="0" dirty="0">
                <a:solidFill>
                  <a:srgbClr val="3F4A54"/>
                </a:solidFill>
                <a:latin typeface="Noto Sans TC Medium"/>
                <a:ea typeface="Noto Sans TC Medium"/>
                <a:cs typeface="Noto Sans TC Medium"/>
              </a:rPr>
              <a:t>設有每月預算與每日次數上限；</a:t>
            </a:r>
            <a:endParaRPr lang="zh-TW" sz="1500"/>
          </a:p>
        </p:txBody>
      </p:sp>
      <p:sp>
        <p:nvSpPr>
          <p:cNvPr id="107" name="!!text-9do" descr="使用前須取得同意，"/>
          <p:cNvSpPr txBox="1"/>
          <p:nvPr/>
        </p:nvSpPr>
        <p:spPr>
          <a:xfrm>
            <a:off x="711200" y="3553460"/>
            <a:ext cx="1771650" cy="27584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500" kern="0" dirty="0">
                <a:solidFill>
                  <a:srgbClr val="3F4A54"/>
                </a:solidFill>
                <a:latin typeface="Noto Sans TC Medium"/>
                <a:ea typeface="Noto Sans TC Medium"/>
                <a:cs typeface="Noto Sans TC Medium"/>
              </a:rPr>
              <a:t>使用前須取得同意，</a:t>
            </a:r>
            <a:endParaRPr lang="zh-TW" sz="1500"/>
          </a:p>
        </p:txBody>
      </p:sp>
      <p:sp>
        <p:nvSpPr>
          <p:cNvPr id="108" name="!!text-9e2" descr="對話紀錄保存 90 天後自動刪除。"/>
          <p:cNvSpPr txBox="1"/>
          <p:nvPr/>
        </p:nvSpPr>
        <p:spPr>
          <a:xfrm>
            <a:off x="711200" y="3845560"/>
            <a:ext cx="2836545" cy="27584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500" kern="0" dirty="0">
                <a:solidFill>
                  <a:srgbClr val="3F4A54"/>
                </a:solidFill>
                <a:latin typeface="Noto Sans TC Medium"/>
                <a:ea typeface="Noto Sans TC Medium"/>
                <a:cs typeface="Noto Sans TC Medium"/>
              </a:rPr>
              <a:t>對話紀錄保存 90 天後自動刪除。</a:t>
            </a:r>
            <a:endParaRPr lang="zh-TW" sz="1500"/>
          </a:p>
        </p:txBody>
      </p:sp>
      <p:sp>
        <p:nvSpPr>
          <p:cNvPr id="109" name="!!path-9ic"/>
          <p:cNvSpPr/>
          <p:nvPr/>
        </p:nvSpPr>
        <p:spPr>
          <a:xfrm>
            <a:off x="381000" y="306527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10" name="!!path-9id"/>
          <p:cNvSpPr/>
          <p:nvPr/>
        </p:nvSpPr>
        <p:spPr>
          <a:xfrm>
            <a:off x="381000" y="308153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11" name="!!path-9ie"/>
          <p:cNvSpPr/>
          <p:nvPr/>
        </p:nvSpPr>
        <p:spPr>
          <a:xfrm>
            <a:off x="381000" y="309778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12" name="!!path-9if"/>
          <p:cNvSpPr/>
          <p:nvPr/>
        </p:nvSpPr>
        <p:spPr>
          <a:xfrm>
            <a:off x="381000" y="311404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13" name="!!path-9ig"/>
          <p:cNvSpPr/>
          <p:nvPr/>
        </p:nvSpPr>
        <p:spPr>
          <a:xfrm>
            <a:off x="381000" y="313030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14" name="!!path-9ih"/>
          <p:cNvSpPr/>
          <p:nvPr/>
        </p:nvSpPr>
        <p:spPr>
          <a:xfrm>
            <a:off x="381000" y="314655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15" name="!!path-9ii"/>
          <p:cNvSpPr/>
          <p:nvPr/>
        </p:nvSpPr>
        <p:spPr>
          <a:xfrm>
            <a:off x="381000" y="316281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16" name="!!path-9ij"/>
          <p:cNvSpPr/>
          <p:nvPr/>
        </p:nvSpPr>
        <p:spPr>
          <a:xfrm>
            <a:off x="381000" y="317906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17" name="!!path-9ik"/>
          <p:cNvSpPr/>
          <p:nvPr/>
        </p:nvSpPr>
        <p:spPr>
          <a:xfrm>
            <a:off x="419608" y="269342"/>
            <a:ext cx="128422" cy="122936"/>
          </a:xfrm>
          <a:custGeom>
            <a:avLst/>
            <a:gdLst/>
            <a:ahLst/>
            <a:cxnLst/>
            <a:rect l="l" t="t" r="r" b="b"/>
            <a:pathLst>
              <a:path w="128422" h="122936">
                <a:moveTo>
                  <a:pt x="0" y="17678"/>
                </a:moveTo>
                <a:lnTo>
                  <a:pt x="8128" y="5080"/>
                </a:lnTo>
                <a:cubicBezTo>
                  <a:pt x="32512" y="0"/>
                  <a:pt x="73152" y="7112"/>
                  <a:pt x="101600" y="26416"/>
                </a:cubicBezTo>
                <a:cubicBezTo>
                  <a:pt x="116840" y="37186"/>
                  <a:pt x="124968" y="49784"/>
                  <a:pt x="128422" y="62992"/>
                </a:cubicBezTo>
                <a:lnTo>
                  <a:pt x="128422" y="122936"/>
                </a:lnTo>
                <a:lnTo>
                  <a:pt x="0" y="1229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18" name="!!path-9il"/>
          <p:cNvSpPr/>
          <p:nvPr/>
        </p:nvSpPr>
        <p:spPr>
          <a:xfrm>
            <a:off x="419608" y="269342"/>
            <a:ext cx="128422" cy="62992"/>
          </a:xfrm>
          <a:custGeom>
            <a:avLst/>
            <a:gdLst/>
            <a:ahLst/>
            <a:cxnLst/>
            <a:rect l="l" t="t" r="r" b="b"/>
            <a:pathLst>
              <a:path w="128422" h="62992" fill="none">
                <a:moveTo>
                  <a:pt x="128422" y="62992"/>
                </a:moveTo>
                <a:cubicBezTo>
                  <a:pt x="124968" y="49784"/>
                  <a:pt x="116840" y="37186"/>
                  <a:pt x="101600" y="26416"/>
                </a:cubicBezTo>
                <a:cubicBezTo>
                  <a:pt x="73152" y="7112"/>
                  <a:pt x="32512" y="0"/>
                  <a:pt x="8128" y="5080"/>
                </a:cubicBezTo>
                <a:lnTo>
                  <a:pt x="0" y="1767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19" name="!!path-9im"/>
          <p:cNvSpPr/>
          <p:nvPr/>
        </p:nvSpPr>
        <p:spPr>
          <a:xfrm>
            <a:off x="407010" y="281534"/>
            <a:ext cx="141021" cy="110744"/>
          </a:xfrm>
          <a:custGeom>
            <a:avLst/>
            <a:gdLst/>
            <a:ahLst/>
            <a:cxnLst/>
            <a:rect l="l" t="t" r="r" b="b"/>
            <a:pathLst>
              <a:path w="141021" h="110744">
                <a:moveTo>
                  <a:pt x="0" y="22352"/>
                </a:moveTo>
                <a:lnTo>
                  <a:pt x="6502" y="6502"/>
                </a:lnTo>
                <a:cubicBezTo>
                  <a:pt x="36982" y="0"/>
                  <a:pt x="79654" y="7112"/>
                  <a:pt x="110134" y="25400"/>
                </a:cubicBezTo>
                <a:cubicBezTo>
                  <a:pt x="126390" y="35154"/>
                  <a:pt x="136550" y="49784"/>
                  <a:pt x="141021" y="62992"/>
                </a:cubicBezTo>
                <a:lnTo>
                  <a:pt x="141021" y="110744"/>
                </a:lnTo>
                <a:lnTo>
                  <a:pt x="0" y="110744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20" name="!!path-9in"/>
          <p:cNvSpPr/>
          <p:nvPr/>
        </p:nvSpPr>
        <p:spPr>
          <a:xfrm>
            <a:off x="407010" y="281534"/>
            <a:ext cx="141021" cy="62992"/>
          </a:xfrm>
          <a:custGeom>
            <a:avLst/>
            <a:gdLst/>
            <a:ahLst/>
            <a:cxnLst/>
            <a:rect l="l" t="t" r="r" b="b"/>
            <a:pathLst>
              <a:path w="141021" h="62992" fill="none">
                <a:moveTo>
                  <a:pt x="141021" y="62992"/>
                </a:moveTo>
                <a:cubicBezTo>
                  <a:pt x="136550" y="49784"/>
                  <a:pt x="126390" y="35154"/>
                  <a:pt x="110134" y="25400"/>
                </a:cubicBezTo>
                <a:cubicBezTo>
                  <a:pt x="79654" y="7112"/>
                  <a:pt x="36982" y="0"/>
                  <a:pt x="6502" y="6502"/>
                </a:cubicBezTo>
                <a:lnTo>
                  <a:pt x="0" y="22352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21" name="!!path-9io"/>
          <p:cNvSpPr/>
          <p:nvPr/>
        </p:nvSpPr>
        <p:spPr>
          <a:xfrm>
            <a:off x="395834" y="294742"/>
            <a:ext cx="151790" cy="97536"/>
          </a:xfrm>
          <a:custGeom>
            <a:avLst/>
            <a:gdLst/>
            <a:ahLst/>
            <a:cxnLst/>
            <a:rect l="l" t="t" r="r" b="b"/>
            <a:pathLst>
              <a:path w="151790" h="97536">
                <a:moveTo>
                  <a:pt x="0" y="23165"/>
                </a:moveTo>
                <a:lnTo>
                  <a:pt x="3861" y="12598"/>
                </a:lnTo>
                <a:cubicBezTo>
                  <a:pt x="37998" y="0"/>
                  <a:pt x="84734" y="5080"/>
                  <a:pt x="117246" y="21946"/>
                </a:cubicBezTo>
                <a:cubicBezTo>
                  <a:pt x="135534" y="31496"/>
                  <a:pt x="146710" y="43688"/>
                  <a:pt x="151790" y="55270"/>
                </a:cubicBezTo>
                <a:lnTo>
                  <a:pt x="151790" y="97536"/>
                </a:lnTo>
                <a:lnTo>
                  <a:pt x="0" y="975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22" name="!!path-9ip"/>
          <p:cNvSpPr/>
          <p:nvPr/>
        </p:nvSpPr>
        <p:spPr>
          <a:xfrm>
            <a:off x="395834" y="294742"/>
            <a:ext cx="151790" cy="55270"/>
          </a:xfrm>
          <a:custGeom>
            <a:avLst/>
            <a:gdLst/>
            <a:ahLst/>
            <a:cxnLst/>
            <a:rect l="l" t="t" r="r" b="b"/>
            <a:pathLst>
              <a:path w="151790" h="55270" fill="none">
                <a:moveTo>
                  <a:pt x="151790" y="55270"/>
                </a:moveTo>
                <a:cubicBezTo>
                  <a:pt x="146710" y="43688"/>
                  <a:pt x="135534" y="31496"/>
                  <a:pt x="117246" y="21946"/>
                </a:cubicBezTo>
                <a:cubicBezTo>
                  <a:pt x="84734" y="5080"/>
                  <a:pt x="37998" y="0"/>
                  <a:pt x="3861" y="12598"/>
                </a:cubicBezTo>
                <a:lnTo>
                  <a:pt x="0" y="23165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23" name="!!path-9iq"/>
          <p:cNvSpPr/>
          <p:nvPr/>
        </p:nvSpPr>
        <p:spPr>
          <a:xfrm>
            <a:off x="548234" y="264262"/>
            <a:ext cx="120294" cy="128016"/>
          </a:xfrm>
          <a:custGeom>
            <a:avLst/>
            <a:gdLst/>
            <a:ahLst/>
            <a:cxnLst/>
            <a:rect l="l" t="t" r="r" b="b"/>
            <a:pathLst>
              <a:path w="120294" h="128016">
                <a:moveTo>
                  <a:pt x="120294" y="18288"/>
                </a:moveTo>
                <a:lnTo>
                  <a:pt x="113589" y="4470"/>
                </a:lnTo>
                <a:cubicBezTo>
                  <a:pt x="86766" y="0"/>
                  <a:pt x="44094" y="10160"/>
                  <a:pt x="17678" y="30480"/>
                </a:cubicBezTo>
                <a:cubicBezTo>
                  <a:pt x="6502" y="39624"/>
                  <a:pt x="1422" y="52832"/>
                  <a:pt x="0" y="67056"/>
                </a:cubicBezTo>
                <a:lnTo>
                  <a:pt x="0" y="128016"/>
                </a:lnTo>
                <a:lnTo>
                  <a:pt x="120294" y="12801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24" name="!!path-9ir"/>
          <p:cNvSpPr/>
          <p:nvPr/>
        </p:nvSpPr>
        <p:spPr>
          <a:xfrm>
            <a:off x="548234" y="264262"/>
            <a:ext cx="120294" cy="67056"/>
          </a:xfrm>
          <a:custGeom>
            <a:avLst/>
            <a:gdLst/>
            <a:ahLst/>
            <a:cxnLst/>
            <a:rect l="l" t="t" r="r" b="b"/>
            <a:pathLst>
              <a:path w="120294" h="67056" fill="none">
                <a:moveTo>
                  <a:pt x="0" y="67056"/>
                </a:moveTo>
                <a:cubicBezTo>
                  <a:pt x="1422" y="52832"/>
                  <a:pt x="6502" y="39624"/>
                  <a:pt x="17678" y="30480"/>
                </a:cubicBezTo>
                <a:cubicBezTo>
                  <a:pt x="44094" y="10160"/>
                  <a:pt x="86766" y="0"/>
                  <a:pt x="113589" y="4470"/>
                </a:cubicBezTo>
                <a:lnTo>
                  <a:pt x="120294" y="1828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25" name="!!path-9is"/>
          <p:cNvSpPr/>
          <p:nvPr/>
        </p:nvSpPr>
        <p:spPr>
          <a:xfrm>
            <a:off x="548437" y="279502"/>
            <a:ext cx="133299" cy="112776"/>
          </a:xfrm>
          <a:custGeom>
            <a:avLst/>
            <a:gdLst/>
            <a:ahLst/>
            <a:cxnLst/>
            <a:rect l="l" t="t" r="r" b="b"/>
            <a:pathLst>
              <a:path w="133299" h="112776">
                <a:moveTo>
                  <a:pt x="133299" y="19710"/>
                </a:moveTo>
                <a:lnTo>
                  <a:pt x="127203" y="3048"/>
                </a:lnTo>
                <a:cubicBezTo>
                  <a:pt x="94691" y="0"/>
                  <a:pt x="54051" y="11176"/>
                  <a:pt x="27635" y="30683"/>
                </a:cubicBezTo>
                <a:cubicBezTo>
                  <a:pt x="13411" y="41250"/>
                  <a:pt x="4267" y="53848"/>
                  <a:pt x="0" y="65024"/>
                </a:cubicBezTo>
                <a:lnTo>
                  <a:pt x="0" y="112776"/>
                </a:lnTo>
                <a:lnTo>
                  <a:pt x="133299" y="11277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26" name="!!path-9it"/>
          <p:cNvSpPr/>
          <p:nvPr/>
        </p:nvSpPr>
        <p:spPr>
          <a:xfrm>
            <a:off x="548437" y="279502"/>
            <a:ext cx="133299" cy="65024"/>
          </a:xfrm>
          <a:custGeom>
            <a:avLst/>
            <a:gdLst/>
            <a:ahLst/>
            <a:cxnLst/>
            <a:rect l="l" t="t" r="r" b="b"/>
            <a:pathLst>
              <a:path w="133299" h="65024" fill="none">
                <a:moveTo>
                  <a:pt x="0" y="65024"/>
                </a:moveTo>
                <a:cubicBezTo>
                  <a:pt x="4267" y="53848"/>
                  <a:pt x="13411" y="41250"/>
                  <a:pt x="27635" y="30683"/>
                </a:cubicBezTo>
                <a:cubicBezTo>
                  <a:pt x="54051" y="11176"/>
                  <a:pt x="94691" y="0"/>
                  <a:pt x="127203" y="3048"/>
                </a:cubicBezTo>
                <a:lnTo>
                  <a:pt x="133299" y="19710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27" name="!!path-9iu"/>
          <p:cNvSpPr/>
          <p:nvPr/>
        </p:nvSpPr>
        <p:spPr>
          <a:xfrm>
            <a:off x="548843" y="293726"/>
            <a:ext cx="142646" cy="98552"/>
          </a:xfrm>
          <a:custGeom>
            <a:avLst/>
            <a:gdLst/>
            <a:ahLst/>
            <a:cxnLst/>
            <a:rect l="l" t="t" r="r" b="b"/>
            <a:pathLst>
              <a:path w="142646" h="98552">
                <a:moveTo>
                  <a:pt x="142646" y="18898"/>
                </a:moveTo>
                <a:lnTo>
                  <a:pt x="139802" y="8738"/>
                </a:lnTo>
                <a:cubicBezTo>
                  <a:pt x="106477" y="0"/>
                  <a:pt x="63805" y="5080"/>
                  <a:pt x="35357" y="19304"/>
                </a:cubicBezTo>
                <a:cubicBezTo>
                  <a:pt x="17069" y="28448"/>
                  <a:pt x="5893" y="42672"/>
                  <a:pt x="0" y="56286"/>
                </a:cubicBezTo>
                <a:lnTo>
                  <a:pt x="0" y="98552"/>
                </a:lnTo>
                <a:lnTo>
                  <a:pt x="142646" y="98552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28" name="!!path-9iv"/>
          <p:cNvSpPr/>
          <p:nvPr/>
        </p:nvSpPr>
        <p:spPr>
          <a:xfrm>
            <a:off x="548843" y="293726"/>
            <a:ext cx="142646" cy="56286"/>
          </a:xfrm>
          <a:custGeom>
            <a:avLst/>
            <a:gdLst/>
            <a:ahLst/>
            <a:cxnLst/>
            <a:rect l="l" t="t" r="r" b="b"/>
            <a:pathLst>
              <a:path w="142646" h="56286" fill="none">
                <a:moveTo>
                  <a:pt x="0" y="56286"/>
                </a:moveTo>
                <a:cubicBezTo>
                  <a:pt x="5893" y="42672"/>
                  <a:pt x="17069" y="28448"/>
                  <a:pt x="35357" y="19304"/>
                </a:cubicBezTo>
                <a:cubicBezTo>
                  <a:pt x="63805" y="5080"/>
                  <a:pt x="106477" y="0"/>
                  <a:pt x="139802" y="8738"/>
                </a:cubicBezTo>
                <a:lnTo>
                  <a:pt x="142646" y="1889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29" name="!!path-9iw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627D8D"/>
              </a:gs>
              <a:gs pos="21794">
                <a:srgbClr val="627D8D"/>
              </a:gs>
              <a:gs pos="55376">
                <a:srgbClr val="627D8D"/>
              </a:gs>
              <a:gs pos="96421">
                <a:srgbClr val="98ABB7"/>
              </a:gs>
              <a:gs pos="100000">
                <a:srgbClr val="98ABB7"/>
              </a:gs>
            </a:gsLst>
            <a:lin ang="1983350" scaled="0"/>
          </a:gradFill>
          <a:ln>
            <a:noFill/>
          </a:ln>
        </p:spPr>
      </p:sp>
      <p:sp>
        <p:nvSpPr>
          <p:cNvPr id="130" name="!!path-9ix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0000"/>
                </a:srgbClr>
              </a:gs>
              <a:gs pos="4764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83333" t="79291" r="16667" b="20709"/>
            </a:path>
          </a:gradFill>
          <a:ln>
            <a:noFill/>
          </a:ln>
        </p:spPr>
      </p:sp>
      <p:sp>
        <p:nvSpPr>
          <p:cNvPr id="131" name="!!line-9iy"/>
          <p:cNvSpPr/>
          <p:nvPr/>
        </p:nvSpPr>
        <p:spPr>
          <a:xfrm>
            <a:off x="549046" y="363017"/>
            <a:ext cx="1" cy="153619"/>
          </a:xfrm>
          <a:custGeom>
            <a:avLst/>
            <a:gdLst/>
            <a:ahLst/>
            <a:cxnLst/>
            <a:rect l="l" t="t" r="r" b="b"/>
            <a:pathLst>
              <a:path w="1" h="153619">
                <a:moveTo>
                  <a:pt x="0" y="0"/>
                </a:moveTo>
                <a:lnTo>
                  <a:pt x="0" y="153619"/>
                </a:lnTo>
              </a:path>
            </a:pathLst>
          </a:custGeom>
          <a:solidFill>
            <a:srgbClr val="000000"/>
          </a:solidFill>
          <a:ln w="6909" cap="rnd">
            <a:solidFill>
              <a:srgbClr val="C9D3D9"/>
            </a:solidFill>
            <a:prstDash val="solid"/>
            <a:miter lim="800000"/>
          </a:ln>
        </p:spPr>
      </p:sp>
      <p:sp>
        <p:nvSpPr>
          <p:cNvPr id="132" name="!!path-9iz"/>
          <p:cNvSpPr/>
          <p:nvPr/>
        </p:nvSpPr>
        <p:spPr>
          <a:xfrm>
            <a:off x="657962" y="442062"/>
            <a:ext cx="25400" cy="37998"/>
          </a:xfrm>
          <a:custGeom>
            <a:avLst/>
            <a:gdLst/>
            <a:ahLst/>
            <a:cxnLst/>
            <a:rect l="l" t="t" r="r" b="b"/>
            <a:pathLst>
              <a:path w="25400" h="37998">
                <a:moveTo>
                  <a:pt x="0" y="2642"/>
                </a:moveTo>
                <a:lnTo>
                  <a:pt x="15240" y="0"/>
                </a:lnTo>
                <a:lnTo>
                  <a:pt x="25400" y="37186"/>
                </a:lnTo>
                <a:lnTo>
                  <a:pt x="7518" y="37998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 w="1016" cap="flat">
            <a:solidFill>
              <a:srgbClr val="FFFFFF">
                <a:alpha val="55000"/>
              </a:srgbClr>
            </a:solidFill>
            <a:prstDash val="solid"/>
            <a:round/>
          </a:ln>
        </p:spPr>
      </p:sp>
      <p:sp>
        <p:nvSpPr>
          <p:cNvPr id="133" name="!!text-9j0" descr="救「舊」我的書"/>
          <p:cNvSpPr txBox="1"/>
          <p:nvPr/>
        </p:nvSpPr>
        <p:spPr>
          <a:xfrm>
            <a:off x="805879" y="251460"/>
            <a:ext cx="1120140" cy="25745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400" b="1" kern="0" spc="-70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救</a:t>
            </a:r>
            <a:r>
              <a:rPr lang="zh-TW" altLang="en-US" sz="14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「舊</a:t>
            </a:r>
            <a:r>
              <a:rPr lang="zh-TW" altLang="en-US" sz="1400" b="1" kern="0" spc="-70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」</a:t>
            </a:r>
            <a:r>
              <a:rPr lang="zh-TW" altLang="en-US" sz="14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我的書</a:t>
            </a:r>
            <a:endParaRPr lang="zh-TW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fast" p14:dur="1700" advTm="300">
        <p159:morph option="byObject"/>
      </p:transition>
    </mc:Choice>
    <mc:Fallback>
      <p:transition spd="fast" advTm="300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119.3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rect-1q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7"/>
          </a:solidFill>
          <a:ln>
            <a:noFill/>
          </a:ln>
        </p:spPr>
      </p:sp>
      <p:sp>
        <p:nvSpPr>
          <p:cNvPr id="3" name="!!ellipse-1q2"/>
          <p:cNvSpPr/>
          <p:nvPr/>
        </p:nvSpPr>
        <p:spPr>
          <a:xfrm>
            <a:off x="-889000" y="-952500"/>
            <a:ext cx="13970000" cy="7874000"/>
          </a:xfrm>
          <a:prstGeom prst="ellipse">
            <a:avLst/>
          </a:prstGeom>
          <a:gradFill rotWithShape="1">
            <a:gsLst>
              <a:gs pos="0">
                <a:srgbClr val="FFFFFF">
                  <a:alpha val="95000"/>
                </a:srgbClr>
              </a:gs>
              <a:gs pos="40865">
                <a:srgbClr val="FFFFFF">
                  <a:alpha val="35000"/>
                </a:srgbClr>
              </a:gs>
              <a:gs pos="68108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!!rect-1q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P1"/>
            <a:srcRect/>
            <a:tile tx="144374" ty="195255" sx="16667" sy="16667" flip="none" algn="tl"/>
          </a:blipFill>
          <a:ln>
            <a:noFill/>
          </a:ln>
        </p:spPr>
      </p:sp>
      <p:sp>
        <p:nvSpPr>
          <p:cNvPr id="5" name="!!circle-1q9"/>
          <p:cNvSpPr/>
          <p:nvPr/>
        </p:nvSpPr>
        <p:spPr>
          <a:xfrm>
            <a:off x="3984766" y="2963149"/>
            <a:ext cx="2047469" cy="2047469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" name="!!circle-1qc"/>
          <p:cNvSpPr/>
          <p:nvPr/>
        </p:nvSpPr>
        <p:spPr>
          <a:xfrm>
            <a:off x="103811" y="1407989"/>
            <a:ext cx="2495906" cy="2495906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7" name="!!circle-1qd"/>
          <p:cNvSpPr/>
          <p:nvPr/>
        </p:nvSpPr>
        <p:spPr>
          <a:xfrm>
            <a:off x="-1553431" y="6633995"/>
            <a:ext cx="2187308" cy="2187308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8" name="!!circle-1qp"/>
          <p:cNvSpPr/>
          <p:nvPr/>
        </p:nvSpPr>
        <p:spPr>
          <a:xfrm>
            <a:off x="3451169" y="3182491"/>
            <a:ext cx="1404176" cy="1404176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9" name="!!circle-1qx"/>
          <p:cNvSpPr/>
          <p:nvPr/>
        </p:nvSpPr>
        <p:spPr>
          <a:xfrm>
            <a:off x="11526089" y="5921538"/>
            <a:ext cx="1128039" cy="1128039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0" name="!!circle-1r4"/>
          <p:cNvSpPr/>
          <p:nvPr/>
        </p:nvSpPr>
        <p:spPr>
          <a:xfrm>
            <a:off x="6431148" y="3020953"/>
            <a:ext cx="1085901" cy="1085901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1" name="!!circle-1r5"/>
          <p:cNvSpPr/>
          <p:nvPr/>
        </p:nvSpPr>
        <p:spPr>
          <a:xfrm>
            <a:off x="6592247" y="5156115"/>
            <a:ext cx="2573795" cy="2573795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2" name="!!circle-1r7"/>
          <p:cNvSpPr/>
          <p:nvPr/>
        </p:nvSpPr>
        <p:spPr>
          <a:xfrm>
            <a:off x="8150963" y="2307873"/>
            <a:ext cx="1068896" cy="1068896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3" name="!!circle-1r8"/>
          <p:cNvSpPr/>
          <p:nvPr/>
        </p:nvSpPr>
        <p:spPr>
          <a:xfrm>
            <a:off x="11981653" y="5817696"/>
            <a:ext cx="2785275" cy="2785275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4" name="!!circle-1rv"/>
          <p:cNvSpPr/>
          <p:nvPr/>
        </p:nvSpPr>
        <p:spPr>
          <a:xfrm>
            <a:off x="7597105" y="6568171"/>
            <a:ext cx="894347" cy="894347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5" name="!!rect-1sh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5F7">
                  <a:alpha val="0"/>
                </a:srgbClr>
              </a:gs>
              <a:gs pos="20428">
                <a:srgbClr val="F3F5F7">
                  <a:alpha val="0"/>
                </a:srgbClr>
              </a:gs>
              <a:gs pos="66730">
                <a:srgbClr val="F3F5F7"/>
              </a:gs>
              <a:gs pos="100000">
                <a:srgbClr val="F3F5F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6" name="!!circle-1sm"/>
          <p:cNvSpPr/>
          <p:nvPr/>
        </p:nvSpPr>
        <p:spPr>
          <a:xfrm>
            <a:off x="5566414" y="1284185"/>
            <a:ext cx="36055" cy="36055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17" name="!!circle-1sp"/>
          <p:cNvSpPr/>
          <p:nvPr/>
        </p:nvSpPr>
        <p:spPr>
          <a:xfrm>
            <a:off x="9313721" y="3179295"/>
            <a:ext cx="24295" cy="24295"/>
          </a:xfrm>
          <a:prstGeom prst="ellipse">
            <a:avLst/>
          </a:prstGeom>
          <a:solidFill>
            <a:srgbClr val="627D8D">
              <a:alpha val="18100"/>
            </a:srgbClr>
          </a:solidFill>
          <a:ln>
            <a:noFill/>
          </a:ln>
        </p:spPr>
      </p:sp>
      <p:sp>
        <p:nvSpPr>
          <p:cNvPr id="18" name="!!circle-1ss"/>
          <p:cNvSpPr/>
          <p:nvPr/>
        </p:nvSpPr>
        <p:spPr>
          <a:xfrm>
            <a:off x="3496439" y="6389495"/>
            <a:ext cx="25959" cy="25959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19" name="!!circle-1sv"/>
          <p:cNvSpPr/>
          <p:nvPr/>
        </p:nvSpPr>
        <p:spPr>
          <a:xfrm>
            <a:off x="1987349" y="1740625"/>
            <a:ext cx="35878" cy="35878"/>
          </a:xfrm>
          <a:prstGeom prst="ellipse">
            <a:avLst/>
          </a:prstGeom>
          <a:solidFill>
            <a:srgbClr val="627D8D">
              <a:alpha val="26800"/>
            </a:srgbClr>
          </a:solidFill>
          <a:ln>
            <a:noFill/>
          </a:ln>
        </p:spPr>
      </p:sp>
      <p:sp>
        <p:nvSpPr>
          <p:cNvPr id="20" name="!!circle-1sy"/>
          <p:cNvSpPr/>
          <p:nvPr/>
        </p:nvSpPr>
        <p:spPr>
          <a:xfrm>
            <a:off x="6852991" y="3686984"/>
            <a:ext cx="40234" cy="40234"/>
          </a:xfrm>
          <a:prstGeom prst="ellipse">
            <a:avLst/>
          </a:prstGeom>
          <a:solidFill>
            <a:srgbClr val="627D8D">
              <a:alpha val="31300"/>
            </a:srgbClr>
          </a:solidFill>
          <a:ln>
            <a:noFill/>
          </a:ln>
        </p:spPr>
      </p:sp>
      <p:sp>
        <p:nvSpPr>
          <p:cNvPr id="21" name="!!circle-1t4"/>
          <p:cNvSpPr/>
          <p:nvPr/>
        </p:nvSpPr>
        <p:spPr>
          <a:xfrm>
            <a:off x="1188737" y="4786470"/>
            <a:ext cx="29959" cy="29959"/>
          </a:xfrm>
          <a:prstGeom prst="ellipse">
            <a:avLst/>
          </a:prstGeom>
          <a:solidFill>
            <a:srgbClr val="627D8D">
              <a:alpha val="19400"/>
            </a:srgbClr>
          </a:solidFill>
          <a:ln>
            <a:noFill/>
          </a:ln>
        </p:spPr>
      </p:sp>
      <p:sp>
        <p:nvSpPr>
          <p:cNvPr id="22" name="!!circle-1t7"/>
          <p:cNvSpPr/>
          <p:nvPr/>
        </p:nvSpPr>
        <p:spPr>
          <a:xfrm>
            <a:off x="8453610" y="4431899"/>
            <a:ext cx="28702" cy="28702"/>
          </a:xfrm>
          <a:prstGeom prst="ellipse">
            <a:avLst/>
          </a:prstGeom>
          <a:solidFill>
            <a:srgbClr val="627D8D">
              <a:alpha val="17800"/>
            </a:srgbClr>
          </a:solidFill>
          <a:ln>
            <a:noFill/>
          </a:ln>
        </p:spPr>
      </p:sp>
      <p:sp>
        <p:nvSpPr>
          <p:cNvPr id="23" name="!!circle-1ta"/>
          <p:cNvSpPr/>
          <p:nvPr/>
        </p:nvSpPr>
        <p:spPr>
          <a:xfrm>
            <a:off x="10987216" y="1810138"/>
            <a:ext cx="24066" cy="24066"/>
          </a:xfrm>
          <a:prstGeom prst="ellipse">
            <a:avLst/>
          </a:prstGeom>
          <a:solidFill>
            <a:srgbClr val="627D8D">
              <a:alpha val="23900"/>
            </a:srgbClr>
          </a:solidFill>
          <a:ln>
            <a:noFill/>
          </a:ln>
        </p:spPr>
      </p:sp>
      <p:sp>
        <p:nvSpPr>
          <p:cNvPr id="24" name="!!circle-1td"/>
          <p:cNvSpPr/>
          <p:nvPr/>
        </p:nvSpPr>
        <p:spPr>
          <a:xfrm>
            <a:off x="8446370" y="5726920"/>
            <a:ext cx="35865" cy="35865"/>
          </a:xfrm>
          <a:prstGeom prst="ellipse">
            <a:avLst/>
          </a:prstGeom>
          <a:solidFill>
            <a:srgbClr val="627D8D">
              <a:alpha val="28200"/>
            </a:srgbClr>
          </a:solidFill>
          <a:ln>
            <a:noFill/>
          </a:ln>
        </p:spPr>
      </p:sp>
      <p:sp>
        <p:nvSpPr>
          <p:cNvPr id="25" name="!!circle-1tg"/>
          <p:cNvSpPr/>
          <p:nvPr/>
        </p:nvSpPr>
        <p:spPr>
          <a:xfrm>
            <a:off x="1505455" y="2863506"/>
            <a:ext cx="39218" cy="39218"/>
          </a:xfrm>
          <a:prstGeom prst="ellipse">
            <a:avLst/>
          </a:prstGeom>
          <a:solidFill>
            <a:srgbClr val="627D8D">
              <a:alpha val="29600"/>
            </a:srgbClr>
          </a:solidFill>
          <a:ln>
            <a:noFill/>
          </a:ln>
        </p:spPr>
      </p:sp>
      <p:sp>
        <p:nvSpPr>
          <p:cNvPr id="26" name="!!circle-1tj"/>
          <p:cNvSpPr/>
          <p:nvPr/>
        </p:nvSpPr>
        <p:spPr>
          <a:xfrm>
            <a:off x="7076556" y="5916649"/>
            <a:ext cx="49733" cy="49733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7" name="!!circle-1tm"/>
          <p:cNvSpPr/>
          <p:nvPr/>
        </p:nvSpPr>
        <p:spPr>
          <a:xfrm>
            <a:off x="6409562" y="1596890"/>
            <a:ext cx="41694" cy="41694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8" name="!!circle-1tp"/>
          <p:cNvSpPr/>
          <p:nvPr/>
        </p:nvSpPr>
        <p:spPr>
          <a:xfrm>
            <a:off x="6796705" y="5006954"/>
            <a:ext cx="31979" cy="31979"/>
          </a:xfrm>
          <a:prstGeom prst="ellipse">
            <a:avLst/>
          </a:prstGeom>
          <a:solidFill>
            <a:srgbClr val="627D8D">
              <a:alpha val="24100"/>
            </a:srgbClr>
          </a:solidFill>
          <a:ln>
            <a:noFill/>
          </a:ln>
        </p:spPr>
      </p:sp>
      <p:sp>
        <p:nvSpPr>
          <p:cNvPr id="29" name="!!circle-1ts"/>
          <p:cNvSpPr/>
          <p:nvPr/>
        </p:nvSpPr>
        <p:spPr>
          <a:xfrm>
            <a:off x="3896310" y="873965"/>
            <a:ext cx="18085" cy="18085"/>
          </a:xfrm>
          <a:prstGeom prst="ellipse">
            <a:avLst/>
          </a:prstGeom>
          <a:solidFill>
            <a:srgbClr val="627D8D">
              <a:alpha val="10500"/>
            </a:srgbClr>
          </a:solidFill>
          <a:ln>
            <a:noFill/>
          </a:ln>
        </p:spPr>
      </p:sp>
      <p:sp>
        <p:nvSpPr>
          <p:cNvPr id="30" name="!!circle-1ty"/>
          <p:cNvSpPr/>
          <p:nvPr/>
        </p:nvSpPr>
        <p:spPr>
          <a:xfrm>
            <a:off x="3465552" y="6188240"/>
            <a:ext cx="39243" cy="39243"/>
          </a:xfrm>
          <a:prstGeom prst="ellipse">
            <a:avLst/>
          </a:prstGeom>
          <a:solidFill>
            <a:srgbClr val="627D8D">
              <a:alpha val="27700"/>
            </a:srgbClr>
          </a:solidFill>
          <a:ln>
            <a:noFill/>
          </a:ln>
        </p:spPr>
      </p:sp>
      <p:sp>
        <p:nvSpPr>
          <p:cNvPr id="31" name="!!circle-1u1"/>
          <p:cNvSpPr/>
          <p:nvPr/>
        </p:nvSpPr>
        <p:spPr>
          <a:xfrm>
            <a:off x="1648069" y="6514040"/>
            <a:ext cx="34519" cy="34519"/>
          </a:xfrm>
          <a:prstGeom prst="ellipse">
            <a:avLst/>
          </a:prstGeom>
          <a:solidFill>
            <a:srgbClr val="627D8D">
              <a:alpha val="22500"/>
            </a:srgbClr>
          </a:solidFill>
          <a:ln>
            <a:noFill/>
          </a:ln>
        </p:spPr>
      </p:sp>
      <p:sp>
        <p:nvSpPr>
          <p:cNvPr id="32" name="!!circle-1u4"/>
          <p:cNvSpPr/>
          <p:nvPr/>
        </p:nvSpPr>
        <p:spPr>
          <a:xfrm>
            <a:off x="2687673" y="4980376"/>
            <a:ext cx="46228" cy="46228"/>
          </a:xfrm>
          <a:prstGeom prst="ellipse">
            <a:avLst/>
          </a:prstGeom>
          <a:solidFill>
            <a:srgbClr val="627D8D">
              <a:alpha val="26200"/>
            </a:srgbClr>
          </a:solidFill>
          <a:ln>
            <a:noFill/>
          </a:ln>
        </p:spPr>
      </p:sp>
      <p:sp>
        <p:nvSpPr>
          <p:cNvPr id="33" name="!!circle-1u7"/>
          <p:cNvSpPr/>
          <p:nvPr/>
        </p:nvSpPr>
        <p:spPr>
          <a:xfrm>
            <a:off x="7428426" y="4699036"/>
            <a:ext cx="49327" cy="49327"/>
          </a:xfrm>
          <a:prstGeom prst="ellipse">
            <a:avLst/>
          </a:prstGeom>
          <a:solidFill>
            <a:srgbClr val="627D8D">
              <a:alpha val="20800"/>
            </a:srgbClr>
          </a:solidFill>
          <a:ln>
            <a:noFill/>
          </a:ln>
        </p:spPr>
      </p:sp>
      <p:sp>
        <p:nvSpPr>
          <p:cNvPr id="34" name="!!circle-1ua"/>
          <p:cNvSpPr/>
          <p:nvPr/>
        </p:nvSpPr>
        <p:spPr>
          <a:xfrm>
            <a:off x="9696371" y="5373302"/>
            <a:ext cx="24054" cy="24054"/>
          </a:xfrm>
          <a:prstGeom prst="ellipse">
            <a:avLst/>
          </a:prstGeom>
          <a:solidFill>
            <a:srgbClr val="627D8D">
              <a:alpha val="22200"/>
            </a:srgbClr>
          </a:solidFill>
          <a:ln>
            <a:noFill/>
          </a:ln>
        </p:spPr>
      </p:sp>
      <p:sp>
        <p:nvSpPr>
          <p:cNvPr id="35" name="!!circle-1ud"/>
          <p:cNvSpPr/>
          <p:nvPr/>
        </p:nvSpPr>
        <p:spPr>
          <a:xfrm>
            <a:off x="2036729" y="1410003"/>
            <a:ext cx="32271" cy="32271"/>
          </a:xfrm>
          <a:prstGeom prst="ellipse">
            <a:avLst/>
          </a:prstGeom>
          <a:solidFill>
            <a:srgbClr val="627D8D">
              <a:alpha val="20500"/>
            </a:srgbClr>
          </a:solidFill>
          <a:ln>
            <a:noFill/>
          </a:ln>
        </p:spPr>
      </p:sp>
      <p:sp>
        <p:nvSpPr>
          <p:cNvPr id="36" name="!!circle-1uj"/>
          <p:cNvSpPr/>
          <p:nvPr/>
        </p:nvSpPr>
        <p:spPr>
          <a:xfrm>
            <a:off x="2069192" y="2353313"/>
            <a:ext cx="34252" cy="34252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37" name="!!circle-1um"/>
          <p:cNvSpPr/>
          <p:nvPr/>
        </p:nvSpPr>
        <p:spPr>
          <a:xfrm>
            <a:off x="9602692" y="4195133"/>
            <a:ext cx="44196" cy="44196"/>
          </a:xfrm>
          <a:prstGeom prst="ellipse">
            <a:avLst/>
          </a:prstGeom>
          <a:solidFill>
            <a:srgbClr val="627D8D">
              <a:alpha val="21700"/>
            </a:srgbClr>
          </a:solidFill>
          <a:ln>
            <a:noFill/>
          </a:ln>
        </p:spPr>
      </p:sp>
      <p:sp>
        <p:nvSpPr>
          <p:cNvPr id="38" name="!!circle-1up"/>
          <p:cNvSpPr/>
          <p:nvPr/>
        </p:nvSpPr>
        <p:spPr>
          <a:xfrm>
            <a:off x="6770137" y="1749402"/>
            <a:ext cx="35192" cy="35192"/>
          </a:xfrm>
          <a:prstGeom prst="ellipse">
            <a:avLst/>
          </a:prstGeom>
          <a:solidFill>
            <a:srgbClr val="627D8D">
              <a:alpha val="27100"/>
            </a:srgbClr>
          </a:solidFill>
          <a:ln>
            <a:noFill/>
          </a:ln>
        </p:spPr>
      </p:sp>
      <p:sp>
        <p:nvSpPr>
          <p:cNvPr id="39" name="!!circle-1us"/>
          <p:cNvSpPr/>
          <p:nvPr/>
        </p:nvSpPr>
        <p:spPr>
          <a:xfrm>
            <a:off x="10181200" y="5251732"/>
            <a:ext cx="43358" cy="43358"/>
          </a:xfrm>
          <a:prstGeom prst="ellipse">
            <a:avLst/>
          </a:prstGeom>
          <a:solidFill>
            <a:srgbClr val="627D8D">
              <a:alpha val="19500"/>
            </a:srgbClr>
          </a:solidFill>
          <a:ln>
            <a:noFill/>
          </a:ln>
        </p:spPr>
      </p:sp>
      <p:sp>
        <p:nvSpPr>
          <p:cNvPr id="40" name="!!circle-1uv"/>
          <p:cNvSpPr/>
          <p:nvPr/>
        </p:nvSpPr>
        <p:spPr>
          <a:xfrm>
            <a:off x="3185234" y="2033703"/>
            <a:ext cx="33528" cy="33528"/>
          </a:xfrm>
          <a:prstGeom prst="ellipse">
            <a:avLst/>
          </a:prstGeom>
          <a:solidFill>
            <a:srgbClr val="627D8D">
              <a:alpha val="28300"/>
            </a:srgbClr>
          </a:solidFill>
          <a:ln>
            <a:noFill/>
          </a:ln>
        </p:spPr>
      </p:sp>
      <p:sp>
        <p:nvSpPr>
          <p:cNvPr id="41" name="!!circle-1uy"/>
          <p:cNvSpPr/>
          <p:nvPr/>
        </p:nvSpPr>
        <p:spPr>
          <a:xfrm>
            <a:off x="6818262" y="2614001"/>
            <a:ext cx="28956" cy="28956"/>
          </a:xfrm>
          <a:prstGeom prst="ellipse">
            <a:avLst/>
          </a:prstGeom>
          <a:solidFill>
            <a:srgbClr val="627D8D">
              <a:alpha val="21800"/>
            </a:srgbClr>
          </a:solidFill>
          <a:ln>
            <a:noFill/>
          </a:ln>
        </p:spPr>
      </p:sp>
      <p:sp>
        <p:nvSpPr>
          <p:cNvPr id="42" name="!!circle-1v1"/>
          <p:cNvSpPr/>
          <p:nvPr/>
        </p:nvSpPr>
        <p:spPr>
          <a:xfrm>
            <a:off x="7011581" y="6292377"/>
            <a:ext cx="45555" cy="45555"/>
          </a:xfrm>
          <a:prstGeom prst="ellipse">
            <a:avLst/>
          </a:prstGeom>
          <a:solidFill>
            <a:srgbClr val="627D8D">
              <a:alpha val="20900"/>
            </a:srgbClr>
          </a:solidFill>
          <a:ln>
            <a:noFill/>
          </a:ln>
        </p:spPr>
      </p:sp>
      <p:sp>
        <p:nvSpPr>
          <p:cNvPr id="43" name="!!circle-1v4"/>
          <p:cNvSpPr/>
          <p:nvPr/>
        </p:nvSpPr>
        <p:spPr>
          <a:xfrm>
            <a:off x="11300112" y="3160634"/>
            <a:ext cx="39484" cy="39484"/>
          </a:xfrm>
          <a:prstGeom prst="ellipse">
            <a:avLst/>
          </a:prstGeom>
          <a:solidFill>
            <a:srgbClr val="627D8D">
              <a:alpha val="13600"/>
            </a:srgbClr>
          </a:solidFill>
          <a:ln>
            <a:noFill/>
          </a:ln>
        </p:spPr>
      </p:sp>
      <p:sp>
        <p:nvSpPr>
          <p:cNvPr id="44" name="!!circle-1v7"/>
          <p:cNvSpPr/>
          <p:nvPr/>
        </p:nvSpPr>
        <p:spPr>
          <a:xfrm>
            <a:off x="7471643" y="5609346"/>
            <a:ext cx="30455" cy="30455"/>
          </a:xfrm>
          <a:prstGeom prst="ellipse">
            <a:avLst/>
          </a:prstGeom>
          <a:solidFill>
            <a:srgbClr val="627D8D">
              <a:alpha val="16500"/>
            </a:srgbClr>
          </a:solidFill>
          <a:ln>
            <a:noFill/>
          </a:ln>
        </p:spPr>
      </p:sp>
      <p:sp>
        <p:nvSpPr>
          <p:cNvPr id="45" name="!!circle-1va"/>
          <p:cNvSpPr/>
          <p:nvPr/>
        </p:nvSpPr>
        <p:spPr>
          <a:xfrm>
            <a:off x="8975940" y="6368651"/>
            <a:ext cx="28257" cy="28257"/>
          </a:xfrm>
          <a:prstGeom prst="ellipse">
            <a:avLst/>
          </a:prstGeom>
          <a:solidFill>
            <a:srgbClr val="627D8D">
              <a:alpha val="15700"/>
            </a:srgbClr>
          </a:solidFill>
          <a:ln>
            <a:noFill/>
          </a:ln>
        </p:spPr>
      </p:sp>
      <p:sp>
        <p:nvSpPr>
          <p:cNvPr id="46" name="!!circle-1vd"/>
          <p:cNvSpPr/>
          <p:nvPr/>
        </p:nvSpPr>
        <p:spPr>
          <a:xfrm>
            <a:off x="11408454" y="5030364"/>
            <a:ext cx="45149" cy="45149"/>
          </a:xfrm>
          <a:prstGeom prst="ellipse">
            <a:avLst/>
          </a:prstGeom>
          <a:solidFill>
            <a:srgbClr val="627D8D">
              <a:alpha val="31200"/>
            </a:srgbClr>
          </a:solidFill>
          <a:ln>
            <a:noFill/>
          </a:ln>
        </p:spPr>
      </p:sp>
      <p:sp>
        <p:nvSpPr>
          <p:cNvPr id="47" name="!!circle-1vg"/>
          <p:cNvSpPr/>
          <p:nvPr/>
        </p:nvSpPr>
        <p:spPr>
          <a:xfrm>
            <a:off x="3465933" y="3042421"/>
            <a:ext cx="30696" cy="30696"/>
          </a:xfrm>
          <a:prstGeom prst="ellipse">
            <a:avLst/>
          </a:prstGeom>
          <a:solidFill>
            <a:srgbClr val="627D8D">
              <a:alpha val="25700"/>
            </a:srgbClr>
          </a:solidFill>
          <a:ln>
            <a:noFill/>
          </a:ln>
        </p:spPr>
      </p:sp>
      <p:sp>
        <p:nvSpPr>
          <p:cNvPr id="48" name="!!circle-1vj"/>
          <p:cNvSpPr/>
          <p:nvPr/>
        </p:nvSpPr>
        <p:spPr>
          <a:xfrm>
            <a:off x="8821836" y="3567070"/>
            <a:ext cx="37401" cy="37401"/>
          </a:xfrm>
          <a:prstGeom prst="ellipse">
            <a:avLst/>
          </a:prstGeom>
          <a:solidFill>
            <a:srgbClr val="627D8D">
              <a:alpha val="16000"/>
            </a:srgbClr>
          </a:solidFill>
          <a:ln>
            <a:noFill/>
          </a:ln>
        </p:spPr>
      </p:sp>
      <p:sp>
        <p:nvSpPr>
          <p:cNvPr id="49" name="!!circle-1vm"/>
          <p:cNvSpPr/>
          <p:nvPr/>
        </p:nvSpPr>
        <p:spPr>
          <a:xfrm>
            <a:off x="1800797" y="4425049"/>
            <a:ext cx="33096" cy="33096"/>
          </a:xfrm>
          <a:prstGeom prst="ellipse">
            <a:avLst/>
          </a:prstGeom>
          <a:solidFill>
            <a:srgbClr val="627D8D">
              <a:alpha val="22300"/>
            </a:srgbClr>
          </a:solidFill>
          <a:ln>
            <a:noFill/>
          </a:ln>
        </p:spPr>
      </p:sp>
      <p:sp>
        <p:nvSpPr>
          <p:cNvPr id="50" name="!!circle-1vp"/>
          <p:cNvSpPr/>
          <p:nvPr/>
        </p:nvSpPr>
        <p:spPr>
          <a:xfrm>
            <a:off x="11577677" y="543079"/>
            <a:ext cx="21145" cy="21145"/>
          </a:xfrm>
          <a:prstGeom prst="ellipse">
            <a:avLst/>
          </a:prstGeom>
          <a:solidFill>
            <a:srgbClr val="627D8D">
              <a:alpha val="16300"/>
            </a:srgbClr>
          </a:solidFill>
          <a:ln>
            <a:noFill/>
          </a:ln>
        </p:spPr>
      </p:sp>
      <p:sp>
        <p:nvSpPr>
          <p:cNvPr id="51" name="!!circle-1vs"/>
          <p:cNvSpPr/>
          <p:nvPr/>
        </p:nvSpPr>
        <p:spPr>
          <a:xfrm>
            <a:off x="11075781" y="5506146"/>
            <a:ext cx="35281" cy="35281"/>
          </a:xfrm>
          <a:prstGeom prst="ellipse">
            <a:avLst/>
          </a:prstGeom>
          <a:solidFill>
            <a:srgbClr val="627D8D">
              <a:alpha val="30000"/>
            </a:srgbClr>
          </a:solidFill>
          <a:ln>
            <a:noFill/>
          </a:ln>
        </p:spPr>
      </p:sp>
      <p:sp>
        <p:nvSpPr>
          <p:cNvPr id="52" name="!!path-9ic"/>
          <p:cNvSpPr/>
          <p:nvPr/>
        </p:nvSpPr>
        <p:spPr>
          <a:xfrm>
            <a:off x="381000" y="306527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53" name="!!path-9id"/>
          <p:cNvSpPr/>
          <p:nvPr/>
        </p:nvSpPr>
        <p:spPr>
          <a:xfrm>
            <a:off x="381000" y="308153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54" name="!!path-9ie"/>
          <p:cNvSpPr/>
          <p:nvPr/>
        </p:nvSpPr>
        <p:spPr>
          <a:xfrm>
            <a:off x="381000" y="309778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55" name="!!path-9if"/>
          <p:cNvSpPr/>
          <p:nvPr/>
        </p:nvSpPr>
        <p:spPr>
          <a:xfrm>
            <a:off x="381000" y="311404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56" name="!!path-9ig"/>
          <p:cNvSpPr/>
          <p:nvPr/>
        </p:nvSpPr>
        <p:spPr>
          <a:xfrm>
            <a:off x="381000" y="313030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57" name="!!path-9ih"/>
          <p:cNvSpPr/>
          <p:nvPr/>
        </p:nvSpPr>
        <p:spPr>
          <a:xfrm>
            <a:off x="381000" y="314655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58" name="!!path-9ii"/>
          <p:cNvSpPr/>
          <p:nvPr/>
        </p:nvSpPr>
        <p:spPr>
          <a:xfrm>
            <a:off x="381000" y="316281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59" name="!!path-9ij"/>
          <p:cNvSpPr/>
          <p:nvPr/>
        </p:nvSpPr>
        <p:spPr>
          <a:xfrm>
            <a:off x="381000" y="317906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60" name="!!path-9ik"/>
          <p:cNvSpPr/>
          <p:nvPr/>
        </p:nvSpPr>
        <p:spPr>
          <a:xfrm>
            <a:off x="419608" y="269342"/>
            <a:ext cx="128422" cy="122936"/>
          </a:xfrm>
          <a:custGeom>
            <a:avLst/>
            <a:gdLst/>
            <a:ahLst/>
            <a:cxnLst/>
            <a:rect l="l" t="t" r="r" b="b"/>
            <a:pathLst>
              <a:path w="128422" h="122936">
                <a:moveTo>
                  <a:pt x="0" y="17678"/>
                </a:moveTo>
                <a:lnTo>
                  <a:pt x="8128" y="5080"/>
                </a:lnTo>
                <a:cubicBezTo>
                  <a:pt x="32512" y="0"/>
                  <a:pt x="73152" y="7112"/>
                  <a:pt x="101600" y="26416"/>
                </a:cubicBezTo>
                <a:cubicBezTo>
                  <a:pt x="116840" y="37186"/>
                  <a:pt x="124968" y="49784"/>
                  <a:pt x="128422" y="62992"/>
                </a:cubicBezTo>
                <a:lnTo>
                  <a:pt x="128422" y="122936"/>
                </a:lnTo>
                <a:lnTo>
                  <a:pt x="0" y="1229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61" name="!!path-9il"/>
          <p:cNvSpPr/>
          <p:nvPr/>
        </p:nvSpPr>
        <p:spPr>
          <a:xfrm>
            <a:off x="419608" y="269342"/>
            <a:ext cx="128422" cy="62992"/>
          </a:xfrm>
          <a:custGeom>
            <a:avLst/>
            <a:gdLst/>
            <a:ahLst/>
            <a:cxnLst/>
            <a:rect l="l" t="t" r="r" b="b"/>
            <a:pathLst>
              <a:path w="128422" h="62992" fill="none">
                <a:moveTo>
                  <a:pt x="128422" y="62992"/>
                </a:moveTo>
                <a:cubicBezTo>
                  <a:pt x="124968" y="49784"/>
                  <a:pt x="116840" y="37186"/>
                  <a:pt x="101600" y="26416"/>
                </a:cubicBezTo>
                <a:cubicBezTo>
                  <a:pt x="73152" y="7112"/>
                  <a:pt x="32512" y="0"/>
                  <a:pt x="8128" y="5080"/>
                </a:cubicBezTo>
                <a:lnTo>
                  <a:pt x="0" y="1767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62" name="!!path-9im"/>
          <p:cNvSpPr/>
          <p:nvPr/>
        </p:nvSpPr>
        <p:spPr>
          <a:xfrm>
            <a:off x="407010" y="281534"/>
            <a:ext cx="141021" cy="110744"/>
          </a:xfrm>
          <a:custGeom>
            <a:avLst/>
            <a:gdLst/>
            <a:ahLst/>
            <a:cxnLst/>
            <a:rect l="l" t="t" r="r" b="b"/>
            <a:pathLst>
              <a:path w="141021" h="110744">
                <a:moveTo>
                  <a:pt x="0" y="22352"/>
                </a:moveTo>
                <a:lnTo>
                  <a:pt x="6502" y="6502"/>
                </a:lnTo>
                <a:cubicBezTo>
                  <a:pt x="36982" y="0"/>
                  <a:pt x="79654" y="7112"/>
                  <a:pt x="110134" y="25400"/>
                </a:cubicBezTo>
                <a:cubicBezTo>
                  <a:pt x="126390" y="35154"/>
                  <a:pt x="136550" y="49784"/>
                  <a:pt x="141021" y="62992"/>
                </a:cubicBezTo>
                <a:lnTo>
                  <a:pt x="141021" y="110744"/>
                </a:lnTo>
                <a:lnTo>
                  <a:pt x="0" y="110744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63" name="!!path-9in"/>
          <p:cNvSpPr/>
          <p:nvPr/>
        </p:nvSpPr>
        <p:spPr>
          <a:xfrm>
            <a:off x="407010" y="281534"/>
            <a:ext cx="141021" cy="62992"/>
          </a:xfrm>
          <a:custGeom>
            <a:avLst/>
            <a:gdLst/>
            <a:ahLst/>
            <a:cxnLst/>
            <a:rect l="l" t="t" r="r" b="b"/>
            <a:pathLst>
              <a:path w="141021" h="62992" fill="none">
                <a:moveTo>
                  <a:pt x="141021" y="62992"/>
                </a:moveTo>
                <a:cubicBezTo>
                  <a:pt x="136550" y="49784"/>
                  <a:pt x="126390" y="35154"/>
                  <a:pt x="110134" y="25400"/>
                </a:cubicBezTo>
                <a:cubicBezTo>
                  <a:pt x="79654" y="7112"/>
                  <a:pt x="36982" y="0"/>
                  <a:pt x="6502" y="6502"/>
                </a:cubicBezTo>
                <a:lnTo>
                  <a:pt x="0" y="22352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64" name="!!path-9io"/>
          <p:cNvSpPr/>
          <p:nvPr/>
        </p:nvSpPr>
        <p:spPr>
          <a:xfrm>
            <a:off x="395834" y="294742"/>
            <a:ext cx="151790" cy="97536"/>
          </a:xfrm>
          <a:custGeom>
            <a:avLst/>
            <a:gdLst/>
            <a:ahLst/>
            <a:cxnLst/>
            <a:rect l="l" t="t" r="r" b="b"/>
            <a:pathLst>
              <a:path w="151790" h="97536">
                <a:moveTo>
                  <a:pt x="0" y="23165"/>
                </a:moveTo>
                <a:lnTo>
                  <a:pt x="3861" y="12598"/>
                </a:lnTo>
                <a:cubicBezTo>
                  <a:pt x="37998" y="0"/>
                  <a:pt x="84734" y="5080"/>
                  <a:pt x="117246" y="21946"/>
                </a:cubicBezTo>
                <a:cubicBezTo>
                  <a:pt x="135534" y="31496"/>
                  <a:pt x="146710" y="43688"/>
                  <a:pt x="151790" y="55270"/>
                </a:cubicBezTo>
                <a:lnTo>
                  <a:pt x="151790" y="97536"/>
                </a:lnTo>
                <a:lnTo>
                  <a:pt x="0" y="975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65" name="!!path-9ip"/>
          <p:cNvSpPr/>
          <p:nvPr/>
        </p:nvSpPr>
        <p:spPr>
          <a:xfrm>
            <a:off x="395834" y="294742"/>
            <a:ext cx="151790" cy="55270"/>
          </a:xfrm>
          <a:custGeom>
            <a:avLst/>
            <a:gdLst/>
            <a:ahLst/>
            <a:cxnLst/>
            <a:rect l="l" t="t" r="r" b="b"/>
            <a:pathLst>
              <a:path w="151790" h="55270" fill="none">
                <a:moveTo>
                  <a:pt x="151790" y="55270"/>
                </a:moveTo>
                <a:cubicBezTo>
                  <a:pt x="146710" y="43688"/>
                  <a:pt x="135534" y="31496"/>
                  <a:pt x="117246" y="21946"/>
                </a:cubicBezTo>
                <a:cubicBezTo>
                  <a:pt x="84734" y="5080"/>
                  <a:pt x="37998" y="0"/>
                  <a:pt x="3861" y="12598"/>
                </a:cubicBezTo>
                <a:lnTo>
                  <a:pt x="0" y="23165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66" name="!!path-9iq"/>
          <p:cNvSpPr/>
          <p:nvPr/>
        </p:nvSpPr>
        <p:spPr>
          <a:xfrm>
            <a:off x="548234" y="264262"/>
            <a:ext cx="120294" cy="128016"/>
          </a:xfrm>
          <a:custGeom>
            <a:avLst/>
            <a:gdLst/>
            <a:ahLst/>
            <a:cxnLst/>
            <a:rect l="l" t="t" r="r" b="b"/>
            <a:pathLst>
              <a:path w="120294" h="128016">
                <a:moveTo>
                  <a:pt x="120294" y="18288"/>
                </a:moveTo>
                <a:lnTo>
                  <a:pt x="113589" y="4470"/>
                </a:lnTo>
                <a:cubicBezTo>
                  <a:pt x="86766" y="0"/>
                  <a:pt x="44094" y="10160"/>
                  <a:pt x="17678" y="30480"/>
                </a:cubicBezTo>
                <a:cubicBezTo>
                  <a:pt x="6502" y="39624"/>
                  <a:pt x="1422" y="52832"/>
                  <a:pt x="0" y="67056"/>
                </a:cubicBezTo>
                <a:lnTo>
                  <a:pt x="0" y="128016"/>
                </a:lnTo>
                <a:lnTo>
                  <a:pt x="120294" y="12801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67" name="!!path-9ir"/>
          <p:cNvSpPr/>
          <p:nvPr/>
        </p:nvSpPr>
        <p:spPr>
          <a:xfrm>
            <a:off x="548234" y="264262"/>
            <a:ext cx="120294" cy="67056"/>
          </a:xfrm>
          <a:custGeom>
            <a:avLst/>
            <a:gdLst/>
            <a:ahLst/>
            <a:cxnLst/>
            <a:rect l="l" t="t" r="r" b="b"/>
            <a:pathLst>
              <a:path w="120294" h="67056" fill="none">
                <a:moveTo>
                  <a:pt x="0" y="67056"/>
                </a:moveTo>
                <a:cubicBezTo>
                  <a:pt x="1422" y="52832"/>
                  <a:pt x="6502" y="39624"/>
                  <a:pt x="17678" y="30480"/>
                </a:cubicBezTo>
                <a:cubicBezTo>
                  <a:pt x="44094" y="10160"/>
                  <a:pt x="86766" y="0"/>
                  <a:pt x="113589" y="4470"/>
                </a:cubicBezTo>
                <a:lnTo>
                  <a:pt x="120294" y="1828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68" name="!!path-9is"/>
          <p:cNvSpPr/>
          <p:nvPr/>
        </p:nvSpPr>
        <p:spPr>
          <a:xfrm>
            <a:off x="548437" y="279502"/>
            <a:ext cx="133299" cy="112776"/>
          </a:xfrm>
          <a:custGeom>
            <a:avLst/>
            <a:gdLst/>
            <a:ahLst/>
            <a:cxnLst/>
            <a:rect l="l" t="t" r="r" b="b"/>
            <a:pathLst>
              <a:path w="133299" h="112776">
                <a:moveTo>
                  <a:pt x="133299" y="19710"/>
                </a:moveTo>
                <a:lnTo>
                  <a:pt x="127203" y="3048"/>
                </a:lnTo>
                <a:cubicBezTo>
                  <a:pt x="94691" y="0"/>
                  <a:pt x="54051" y="11176"/>
                  <a:pt x="27635" y="30683"/>
                </a:cubicBezTo>
                <a:cubicBezTo>
                  <a:pt x="13411" y="41250"/>
                  <a:pt x="4267" y="53848"/>
                  <a:pt x="0" y="65024"/>
                </a:cubicBezTo>
                <a:lnTo>
                  <a:pt x="0" y="112776"/>
                </a:lnTo>
                <a:lnTo>
                  <a:pt x="133299" y="11277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69" name="!!path-9it"/>
          <p:cNvSpPr/>
          <p:nvPr/>
        </p:nvSpPr>
        <p:spPr>
          <a:xfrm>
            <a:off x="548437" y="279502"/>
            <a:ext cx="133299" cy="65024"/>
          </a:xfrm>
          <a:custGeom>
            <a:avLst/>
            <a:gdLst/>
            <a:ahLst/>
            <a:cxnLst/>
            <a:rect l="l" t="t" r="r" b="b"/>
            <a:pathLst>
              <a:path w="133299" h="65024" fill="none">
                <a:moveTo>
                  <a:pt x="0" y="65024"/>
                </a:moveTo>
                <a:cubicBezTo>
                  <a:pt x="4267" y="53848"/>
                  <a:pt x="13411" y="41250"/>
                  <a:pt x="27635" y="30683"/>
                </a:cubicBezTo>
                <a:cubicBezTo>
                  <a:pt x="54051" y="11176"/>
                  <a:pt x="94691" y="0"/>
                  <a:pt x="127203" y="3048"/>
                </a:cubicBezTo>
                <a:lnTo>
                  <a:pt x="133299" y="19710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70" name="!!path-9iu"/>
          <p:cNvSpPr/>
          <p:nvPr/>
        </p:nvSpPr>
        <p:spPr>
          <a:xfrm>
            <a:off x="548843" y="293726"/>
            <a:ext cx="142646" cy="98552"/>
          </a:xfrm>
          <a:custGeom>
            <a:avLst/>
            <a:gdLst/>
            <a:ahLst/>
            <a:cxnLst/>
            <a:rect l="l" t="t" r="r" b="b"/>
            <a:pathLst>
              <a:path w="142646" h="98552">
                <a:moveTo>
                  <a:pt x="142646" y="18898"/>
                </a:moveTo>
                <a:lnTo>
                  <a:pt x="139802" y="8738"/>
                </a:lnTo>
                <a:cubicBezTo>
                  <a:pt x="106477" y="0"/>
                  <a:pt x="63805" y="5080"/>
                  <a:pt x="35357" y="19304"/>
                </a:cubicBezTo>
                <a:cubicBezTo>
                  <a:pt x="17069" y="28448"/>
                  <a:pt x="5893" y="42672"/>
                  <a:pt x="0" y="56286"/>
                </a:cubicBezTo>
                <a:lnTo>
                  <a:pt x="0" y="98552"/>
                </a:lnTo>
                <a:lnTo>
                  <a:pt x="142646" y="98552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71" name="!!path-9iv"/>
          <p:cNvSpPr/>
          <p:nvPr/>
        </p:nvSpPr>
        <p:spPr>
          <a:xfrm>
            <a:off x="548843" y="293726"/>
            <a:ext cx="142646" cy="56286"/>
          </a:xfrm>
          <a:custGeom>
            <a:avLst/>
            <a:gdLst/>
            <a:ahLst/>
            <a:cxnLst/>
            <a:rect l="l" t="t" r="r" b="b"/>
            <a:pathLst>
              <a:path w="142646" h="56286" fill="none">
                <a:moveTo>
                  <a:pt x="0" y="56286"/>
                </a:moveTo>
                <a:cubicBezTo>
                  <a:pt x="5893" y="42672"/>
                  <a:pt x="17069" y="28448"/>
                  <a:pt x="35357" y="19304"/>
                </a:cubicBezTo>
                <a:cubicBezTo>
                  <a:pt x="63805" y="5080"/>
                  <a:pt x="106477" y="0"/>
                  <a:pt x="139802" y="8738"/>
                </a:cubicBezTo>
                <a:lnTo>
                  <a:pt x="142646" y="1889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72" name="!!path-9iw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627D8D"/>
              </a:gs>
              <a:gs pos="21794">
                <a:srgbClr val="627D8D"/>
              </a:gs>
              <a:gs pos="55376">
                <a:srgbClr val="627D8D"/>
              </a:gs>
              <a:gs pos="96421">
                <a:srgbClr val="98ABB7"/>
              </a:gs>
              <a:gs pos="100000">
                <a:srgbClr val="98ABB7"/>
              </a:gs>
            </a:gsLst>
            <a:lin ang="1983350" scaled="0"/>
          </a:gradFill>
          <a:ln>
            <a:noFill/>
          </a:ln>
        </p:spPr>
      </p:sp>
      <p:sp>
        <p:nvSpPr>
          <p:cNvPr id="73" name="!!path-9ix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0000"/>
                </a:srgbClr>
              </a:gs>
              <a:gs pos="4764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83333" t="79291" r="16667" b="20709"/>
            </a:path>
          </a:gradFill>
          <a:ln>
            <a:noFill/>
          </a:ln>
        </p:spPr>
      </p:sp>
      <p:sp>
        <p:nvSpPr>
          <p:cNvPr id="74" name="!!line-9iy"/>
          <p:cNvSpPr/>
          <p:nvPr/>
        </p:nvSpPr>
        <p:spPr>
          <a:xfrm>
            <a:off x="549046" y="363017"/>
            <a:ext cx="1" cy="153619"/>
          </a:xfrm>
          <a:custGeom>
            <a:avLst/>
            <a:gdLst/>
            <a:ahLst/>
            <a:cxnLst/>
            <a:rect l="l" t="t" r="r" b="b"/>
            <a:pathLst>
              <a:path w="1" h="153619">
                <a:moveTo>
                  <a:pt x="0" y="0"/>
                </a:moveTo>
                <a:lnTo>
                  <a:pt x="0" y="153619"/>
                </a:lnTo>
              </a:path>
            </a:pathLst>
          </a:custGeom>
          <a:solidFill>
            <a:srgbClr val="000000"/>
          </a:solidFill>
          <a:ln w="6909" cap="rnd">
            <a:solidFill>
              <a:srgbClr val="C9D3D9"/>
            </a:solidFill>
            <a:prstDash val="solid"/>
            <a:miter lim="800000"/>
          </a:ln>
        </p:spPr>
      </p:sp>
      <p:sp>
        <p:nvSpPr>
          <p:cNvPr id="75" name="!!path-9iz"/>
          <p:cNvSpPr/>
          <p:nvPr/>
        </p:nvSpPr>
        <p:spPr>
          <a:xfrm>
            <a:off x="657962" y="442062"/>
            <a:ext cx="25400" cy="37998"/>
          </a:xfrm>
          <a:custGeom>
            <a:avLst/>
            <a:gdLst/>
            <a:ahLst/>
            <a:cxnLst/>
            <a:rect l="l" t="t" r="r" b="b"/>
            <a:pathLst>
              <a:path w="25400" h="37998">
                <a:moveTo>
                  <a:pt x="0" y="2642"/>
                </a:moveTo>
                <a:lnTo>
                  <a:pt x="15240" y="0"/>
                </a:lnTo>
                <a:lnTo>
                  <a:pt x="25400" y="37186"/>
                </a:lnTo>
                <a:lnTo>
                  <a:pt x="7518" y="37998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 w="1016" cap="flat">
            <a:solidFill>
              <a:srgbClr val="FFFFFF">
                <a:alpha val="55000"/>
              </a:srgbClr>
            </a:solidFill>
            <a:prstDash val="solid"/>
            <a:round/>
          </a:ln>
        </p:spPr>
      </p:sp>
      <p:sp>
        <p:nvSpPr>
          <p:cNvPr id="76" name="!!text-9j0" descr="救「舊」我的書"/>
          <p:cNvSpPr txBox="1"/>
          <p:nvPr/>
        </p:nvSpPr>
        <p:spPr>
          <a:xfrm>
            <a:off x="805879" y="251460"/>
            <a:ext cx="1120140" cy="25745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400" b="1" kern="0" spc="-70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救</a:t>
            </a:r>
            <a:r>
              <a:rPr lang="zh-TW" altLang="en-US" sz="14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「舊</a:t>
            </a:r>
            <a:r>
              <a:rPr lang="zh-TW" altLang="en-US" sz="1400" b="1" kern="0" spc="-70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」</a:t>
            </a:r>
            <a:r>
              <a:rPr lang="zh-TW" altLang="en-US" sz="14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我的書</a:t>
            </a:r>
            <a:endParaRPr lang="zh-TW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fast" p14:dur="1600" advTm="100">
        <p159:morph option="byObject"/>
      </p:transition>
    </mc:Choice>
    <mc:Fallback>
      <p:transition spd="fast" advTm="100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120.5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rect-1q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7"/>
          </a:solidFill>
          <a:ln>
            <a:noFill/>
          </a:ln>
        </p:spPr>
      </p:sp>
      <p:sp>
        <p:nvSpPr>
          <p:cNvPr id="3" name="!!ellipse-1q2"/>
          <p:cNvSpPr/>
          <p:nvPr/>
        </p:nvSpPr>
        <p:spPr>
          <a:xfrm>
            <a:off x="-889000" y="-952500"/>
            <a:ext cx="13970000" cy="7874000"/>
          </a:xfrm>
          <a:prstGeom prst="ellipse">
            <a:avLst/>
          </a:prstGeom>
          <a:gradFill rotWithShape="1">
            <a:gsLst>
              <a:gs pos="0">
                <a:srgbClr val="FFFFFF">
                  <a:alpha val="95000"/>
                </a:srgbClr>
              </a:gs>
              <a:gs pos="40865">
                <a:srgbClr val="FFFFFF">
                  <a:alpha val="35000"/>
                </a:srgbClr>
              </a:gs>
              <a:gs pos="68108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!!rect-1q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P1"/>
            <a:srcRect/>
            <a:tile tx="12694" ty="192773" sx="16667" sy="16667" flip="none" algn="tl"/>
          </a:blipFill>
          <a:ln>
            <a:noFill/>
          </a:ln>
        </p:spPr>
      </p:sp>
      <p:sp>
        <p:nvSpPr>
          <p:cNvPr id="5" name="!!circle-1q9"/>
          <p:cNvSpPr/>
          <p:nvPr/>
        </p:nvSpPr>
        <p:spPr>
          <a:xfrm>
            <a:off x="3019259" y="2956249"/>
            <a:ext cx="2047469" cy="2047469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" name="!!circle-1qc"/>
          <p:cNvSpPr/>
          <p:nvPr/>
        </p:nvSpPr>
        <p:spPr>
          <a:xfrm>
            <a:off x="-861696" y="1401089"/>
            <a:ext cx="2495906" cy="2495906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7" name="!!circle-1qp"/>
          <p:cNvSpPr/>
          <p:nvPr/>
        </p:nvSpPr>
        <p:spPr>
          <a:xfrm>
            <a:off x="2485662" y="3175591"/>
            <a:ext cx="1404176" cy="1404176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8" name="!!circle-1qx"/>
          <p:cNvSpPr/>
          <p:nvPr/>
        </p:nvSpPr>
        <p:spPr>
          <a:xfrm>
            <a:off x="10560582" y="5914637"/>
            <a:ext cx="1128039" cy="1128039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9" name="!!circle-1r4"/>
          <p:cNvSpPr/>
          <p:nvPr/>
        </p:nvSpPr>
        <p:spPr>
          <a:xfrm>
            <a:off x="5465641" y="3014053"/>
            <a:ext cx="1085901" cy="1085901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0" name="!!circle-1r5"/>
          <p:cNvSpPr/>
          <p:nvPr/>
        </p:nvSpPr>
        <p:spPr>
          <a:xfrm>
            <a:off x="5626740" y="5149215"/>
            <a:ext cx="2573795" cy="2573795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1" name="!!circle-1r7"/>
          <p:cNvSpPr/>
          <p:nvPr/>
        </p:nvSpPr>
        <p:spPr>
          <a:xfrm>
            <a:off x="7185456" y="2300973"/>
            <a:ext cx="1068896" cy="1068896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2" name="!!circle-1r8"/>
          <p:cNvSpPr/>
          <p:nvPr/>
        </p:nvSpPr>
        <p:spPr>
          <a:xfrm>
            <a:off x="11016146" y="5810796"/>
            <a:ext cx="2785275" cy="2785275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3" name="!!circle-1rd"/>
          <p:cNvSpPr/>
          <p:nvPr/>
        </p:nvSpPr>
        <p:spPr>
          <a:xfrm>
            <a:off x="12098768" y="1935645"/>
            <a:ext cx="2084946" cy="2084946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4" name="!!circle-1rv"/>
          <p:cNvSpPr/>
          <p:nvPr/>
        </p:nvSpPr>
        <p:spPr>
          <a:xfrm>
            <a:off x="6631598" y="6561271"/>
            <a:ext cx="894347" cy="894347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5" name="!!rect-1sh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5F7">
                  <a:alpha val="0"/>
                </a:srgbClr>
              </a:gs>
              <a:gs pos="20428">
                <a:srgbClr val="F3F5F7">
                  <a:alpha val="0"/>
                </a:srgbClr>
              </a:gs>
              <a:gs pos="66730">
                <a:srgbClr val="F3F5F7"/>
              </a:gs>
              <a:gs pos="100000">
                <a:srgbClr val="F3F5F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6" name="!!circle-1sm"/>
          <p:cNvSpPr/>
          <p:nvPr/>
        </p:nvSpPr>
        <p:spPr>
          <a:xfrm>
            <a:off x="5565227" y="1280109"/>
            <a:ext cx="36055" cy="36055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17" name="!!circle-1sp"/>
          <p:cNvSpPr/>
          <p:nvPr/>
        </p:nvSpPr>
        <p:spPr>
          <a:xfrm>
            <a:off x="9313841" y="3174975"/>
            <a:ext cx="24295" cy="24295"/>
          </a:xfrm>
          <a:prstGeom prst="ellipse">
            <a:avLst/>
          </a:prstGeom>
          <a:solidFill>
            <a:srgbClr val="627D8D">
              <a:alpha val="18100"/>
            </a:srgbClr>
          </a:solidFill>
          <a:ln>
            <a:noFill/>
          </a:ln>
        </p:spPr>
      </p:sp>
      <p:sp>
        <p:nvSpPr>
          <p:cNvPr id="18" name="!!circle-1ss"/>
          <p:cNvSpPr/>
          <p:nvPr/>
        </p:nvSpPr>
        <p:spPr>
          <a:xfrm>
            <a:off x="3495210" y="6385881"/>
            <a:ext cx="25959" cy="25959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19" name="!!circle-1sv"/>
          <p:cNvSpPr/>
          <p:nvPr/>
        </p:nvSpPr>
        <p:spPr>
          <a:xfrm>
            <a:off x="1988772" y="1737813"/>
            <a:ext cx="35878" cy="35878"/>
          </a:xfrm>
          <a:prstGeom prst="ellipse">
            <a:avLst/>
          </a:prstGeom>
          <a:solidFill>
            <a:srgbClr val="627D8D">
              <a:alpha val="26800"/>
            </a:srgbClr>
          </a:solidFill>
          <a:ln>
            <a:noFill/>
          </a:ln>
        </p:spPr>
      </p:sp>
      <p:sp>
        <p:nvSpPr>
          <p:cNvPr id="20" name="!!circle-1sy"/>
          <p:cNvSpPr/>
          <p:nvPr/>
        </p:nvSpPr>
        <p:spPr>
          <a:xfrm>
            <a:off x="6854443" y="3680380"/>
            <a:ext cx="40234" cy="40234"/>
          </a:xfrm>
          <a:prstGeom prst="ellipse">
            <a:avLst/>
          </a:prstGeom>
          <a:solidFill>
            <a:srgbClr val="627D8D">
              <a:alpha val="31300"/>
            </a:srgbClr>
          </a:solidFill>
          <a:ln>
            <a:noFill/>
          </a:ln>
        </p:spPr>
      </p:sp>
      <p:sp>
        <p:nvSpPr>
          <p:cNvPr id="21" name="!!circle-1t4"/>
          <p:cNvSpPr/>
          <p:nvPr/>
        </p:nvSpPr>
        <p:spPr>
          <a:xfrm>
            <a:off x="1190276" y="4780940"/>
            <a:ext cx="29959" cy="29959"/>
          </a:xfrm>
          <a:prstGeom prst="ellipse">
            <a:avLst/>
          </a:prstGeom>
          <a:solidFill>
            <a:srgbClr val="627D8D">
              <a:alpha val="19400"/>
            </a:srgbClr>
          </a:solidFill>
          <a:ln>
            <a:noFill/>
          </a:ln>
        </p:spPr>
      </p:sp>
      <p:sp>
        <p:nvSpPr>
          <p:cNvPr id="22" name="!!circle-1t7"/>
          <p:cNvSpPr/>
          <p:nvPr/>
        </p:nvSpPr>
        <p:spPr>
          <a:xfrm>
            <a:off x="8452346" y="4428643"/>
            <a:ext cx="28702" cy="28702"/>
          </a:xfrm>
          <a:prstGeom prst="ellipse">
            <a:avLst/>
          </a:prstGeom>
          <a:solidFill>
            <a:srgbClr val="627D8D">
              <a:alpha val="17800"/>
            </a:srgbClr>
          </a:solidFill>
          <a:ln>
            <a:noFill/>
          </a:ln>
        </p:spPr>
      </p:sp>
      <p:sp>
        <p:nvSpPr>
          <p:cNvPr id="23" name="!!circle-1ta"/>
          <p:cNvSpPr/>
          <p:nvPr/>
        </p:nvSpPr>
        <p:spPr>
          <a:xfrm>
            <a:off x="10985643" y="1805518"/>
            <a:ext cx="24066" cy="24066"/>
          </a:xfrm>
          <a:prstGeom prst="ellipse">
            <a:avLst/>
          </a:prstGeom>
          <a:solidFill>
            <a:srgbClr val="627D8D">
              <a:alpha val="23900"/>
            </a:srgbClr>
          </a:solidFill>
          <a:ln>
            <a:noFill/>
          </a:ln>
        </p:spPr>
      </p:sp>
      <p:sp>
        <p:nvSpPr>
          <p:cNvPr id="24" name="!!circle-1td"/>
          <p:cNvSpPr/>
          <p:nvPr/>
        </p:nvSpPr>
        <p:spPr>
          <a:xfrm>
            <a:off x="8447817" y="5720103"/>
            <a:ext cx="35865" cy="35865"/>
          </a:xfrm>
          <a:prstGeom prst="ellipse">
            <a:avLst/>
          </a:prstGeom>
          <a:solidFill>
            <a:srgbClr val="627D8D">
              <a:alpha val="28200"/>
            </a:srgbClr>
          </a:solidFill>
          <a:ln>
            <a:noFill/>
          </a:ln>
        </p:spPr>
      </p:sp>
      <p:sp>
        <p:nvSpPr>
          <p:cNvPr id="25" name="!!circle-1tg"/>
          <p:cNvSpPr/>
          <p:nvPr/>
        </p:nvSpPr>
        <p:spPr>
          <a:xfrm>
            <a:off x="1506621" y="2854585"/>
            <a:ext cx="39218" cy="39218"/>
          </a:xfrm>
          <a:prstGeom prst="ellipse">
            <a:avLst/>
          </a:prstGeom>
          <a:solidFill>
            <a:srgbClr val="627D8D">
              <a:alpha val="29600"/>
            </a:srgbClr>
          </a:solidFill>
          <a:ln>
            <a:noFill/>
          </a:ln>
        </p:spPr>
      </p:sp>
      <p:sp>
        <p:nvSpPr>
          <p:cNvPr id="26" name="!!circle-1tj"/>
          <p:cNvSpPr/>
          <p:nvPr/>
        </p:nvSpPr>
        <p:spPr>
          <a:xfrm>
            <a:off x="7074852" y="5908706"/>
            <a:ext cx="49733" cy="49733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7" name="!!circle-1tm"/>
          <p:cNvSpPr/>
          <p:nvPr/>
        </p:nvSpPr>
        <p:spPr>
          <a:xfrm>
            <a:off x="6411207" y="1589382"/>
            <a:ext cx="41694" cy="41694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8" name="!!circle-1tp"/>
          <p:cNvSpPr/>
          <p:nvPr/>
        </p:nvSpPr>
        <p:spPr>
          <a:xfrm>
            <a:off x="6796884" y="4999563"/>
            <a:ext cx="31979" cy="31979"/>
          </a:xfrm>
          <a:prstGeom prst="ellipse">
            <a:avLst/>
          </a:prstGeom>
          <a:solidFill>
            <a:srgbClr val="627D8D">
              <a:alpha val="24100"/>
            </a:srgbClr>
          </a:solidFill>
          <a:ln>
            <a:noFill/>
          </a:ln>
        </p:spPr>
      </p:sp>
      <p:sp>
        <p:nvSpPr>
          <p:cNvPr id="29" name="!!circle-1ts"/>
          <p:cNvSpPr/>
          <p:nvPr/>
        </p:nvSpPr>
        <p:spPr>
          <a:xfrm>
            <a:off x="3897459" y="865161"/>
            <a:ext cx="18085" cy="18085"/>
          </a:xfrm>
          <a:prstGeom prst="ellipse">
            <a:avLst/>
          </a:prstGeom>
          <a:solidFill>
            <a:srgbClr val="627D8D">
              <a:alpha val="10500"/>
            </a:srgbClr>
          </a:solidFill>
          <a:ln>
            <a:noFill/>
          </a:ln>
        </p:spPr>
      </p:sp>
      <p:sp>
        <p:nvSpPr>
          <p:cNvPr id="30" name="!!circle-1ty"/>
          <p:cNvSpPr/>
          <p:nvPr/>
        </p:nvSpPr>
        <p:spPr>
          <a:xfrm>
            <a:off x="3466691" y="6181636"/>
            <a:ext cx="39243" cy="39243"/>
          </a:xfrm>
          <a:prstGeom prst="ellipse">
            <a:avLst/>
          </a:prstGeom>
          <a:solidFill>
            <a:srgbClr val="627D8D">
              <a:alpha val="27700"/>
            </a:srgbClr>
          </a:solidFill>
          <a:ln>
            <a:noFill/>
          </a:ln>
        </p:spPr>
      </p:sp>
      <p:sp>
        <p:nvSpPr>
          <p:cNvPr id="31" name="!!circle-1u1"/>
          <p:cNvSpPr/>
          <p:nvPr/>
        </p:nvSpPr>
        <p:spPr>
          <a:xfrm>
            <a:off x="1647711" y="6510632"/>
            <a:ext cx="34519" cy="34519"/>
          </a:xfrm>
          <a:prstGeom prst="ellipse">
            <a:avLst/>
          </a:prstGeom>
          <a:solidFill>
            <a:srgbClr val="627D8D">
              <a:alpha val="22500"/>
            </a:srgbClr>
          </a:solidFill>
          <a:ln>
            <a:noFill/>
          </a:ln>
        </p:spPr>
      </p:sp>
      <p:sp>
        <p:nvSpPr>
          <p:cNvPr id="32" name="!!circle-1u4"/>
          <p:cNvSpPr/>
          <p:nvPr/>
        </p:nvSpPr>
        <p:spPr>
          <a:xfrm>
            <a:off x="2689363" y="4973537"/>
            <a:ext cx="46228" cy="46228"/>
          </a:xfrm>
          <a:prstGeom prst="ellipse">
            <a:avLst/>
          </a:prstGeom>
          <a:solidFill>
            <a:srgbClr val="627D8D">
              <a:alpha val="26200"/>
            </a:srgbClr>
          </a:solidFill>
          <a:ln>
            <a:noFill/>
          </a:ln>
        </p:spPr>
      </p:sp>
      <p:sp>
        <p:nvSpPr>
          <p:cNvPr id="33" name="!!circle-1u7"/>
          <p:cNvSpPr/>
          <p:nvPr/>
        </p:nvSpPr>
        <p:spPr>
          <a:xfrm>
            <a:off x="7428716" y="4695153"/>
            <a:ext cx="49327" cy="49327"/>
          </a:xfrm>
          <a:prstGeom prst="ellipse">
            <a:avLst/>
          </a:prstGeom>
          <a:solidFill>
            <a:srgbClr val="627D8D">
              <a:alpha val="20800"/>
            </a:srgbClr>
          </a:solidFill>
          <a:ln>
            <a:noFill/>
          </a:ln>
        </p:spPr>
      </p:sp>
      <p:sp>
        <p:nvSpPr>
          <p:cNvPr id="34" name="!!circle-1ua"/>
          <p:cNvSpPr/>
          <p:nvPr/>
        </p:nvSpPr>
        <p:spPr>
          <a:xfrm>
            <a:off x="9696459" y="5367709"/>
            <a:ext cx="24054" cy="24054"/>
          </a:xfrm>
          <a:prstGeom prst="ellipse">
            <a:avLst/>
          </a:prstGeom>
          <a:solidFill>
            <a:srgbClr val="627D8D">
              <a:alpha val="22200"/>
            </a:srgbClr>
          </a:solidFill>
          <a:ln>
            <a:noFill/>
          </a:ln>
        </p:spPr>
      </p:sp>
      <p:sp>
        <p:nvSpPr>
          <p:cNvPr id="35" name="!!circle-1ud"/>
          <p:cNvSpPr/>
          <p:nvPr/>
        </p:nvSpPr>
        <p:spPr>
          <a:xfrm>
            <a:off x="2035016" y="1406526"/>
            <a:ext cx="32271" cy="32271"/>
          </a:xfrm>
          <a:prstGeom prst="ellipse">
            <a:avLst/>
          </a:prstGeom>
          <a:solidFill>
            <a:srgbClr val="627D8D">
              <a:alpha val="20500"/>
            </a:srgbClr>
          </a:solidFill>
          <a:ln>
            <a:noFill/>
          </a:ln>
        </p:spPr>
      </p:sp>
      <p:sp>
        <p:nvSpPr>
          <p:cNvPr id="36" name="!!circle-1uj"/>
          <p:cNvSpPr/>
          <p:nvPr/>
        </p:nvSpPr>
        <p:spPr>
          <a:xfrm>
            <a:off x="2068709" y="2348476"/>
            <a:ext cx="34252" cy="34252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37" name="!!circle-1um"/>
          <p:cNvSpPr/>
          <p:nvPr/>
        </p:nvSpPr>
        <p:spPr>
          <a:xfrm>
            <a:off x="9602389" y="4187329"/>
            <a:ext cx="44196" cy="44196"/>
          </a:xfrm>
          <a:prstGeom prst="ellipse">
            <a:avLst/>
          </a:prstGeom>
          <a:solidFill>
            <a:srgbClr val="627D8D">
              <a:alpha val="21700"/>
            </a:srgbClr>
          </a:solidFill>
          <a:ln>
            <a:noFill/>
          </a:ln>
        </p:spPr>
      </p:sp>
      <p:sp>
        <p:nvSpPr>
          <p:cNvPr id="38" name="!!circle-1up"/>
          <p:cNvSpPr/>
          <p:nvPr/>
        </p:nvSpPr>
        <p:spPr>
          <a:xfrm>
            <a:off x="6769283" y="1746552"/>
            <a:ext cx="35192" cy="35192"/>
          </a:xfrm>
          <a:prstGeom prst="ellipse">
            <a:avLst/>
          </a:prstGeom>
          <a:solidFill>
            <a:srgbClr val="627D8D">
              <a:alpha val="27100"/>
            </a:srgbClr>
          </a:solidFill>
          <a:ln>
            <a:noFill/>
          </a:ln>
        </p:spPr>
      </p:sp>
      <p:sp>
        <p:nvSpPr>
          <p:cNvPr id="39" name="!!circle-1us"/>
          <p:cNvSpPr/>
          <p:nvPr/>
        </p:nvSpPr>
        <p:spPr>
          <a:xfrm>
            <a:off x="10182649" y="5246973"/>
            <a:ext cx="43358" cy="43358"/>
          </a:xfrm>
          <a:prstGeom prst="ellipse">
            <a:avLst/>
          </a:prstGeom>
          <a:solidFill>
            <a:srgbClr val="627D8D">
              <a:alpha val="19500"/>
            </a:srgbClr>
          </a:solidFill>
          <a:ln>
            <a:noFill/>
          </a:ln>
        </p:spPr>
      </p:sp>
      <p:sp>
        <p:nvSpPr>
          <p:cNvPr id="40" name="!!circle-1uv"/>
          <p:cNvSpPr/>
          <p:nvPr/>
        </p:nvSpPr>
        <p:spPr>
          <a:xfrm>
            <a:off x="3186871" y="2028619"/>
            <a:ext cx="33528" cy="33528"/>
          </a:xfrm>
          <a:prstGeom prst="ellipse">
            <a:avLst/>
          </a:prstGeom>
          <a:solidFill>
            <a:srgbClr val="627D8D">
              <a:alpha val="28300"/>
            </a:srgbClr>
          </a:solidFill>
          <a:ln>
            <a:noFill/>
          </a:ln>
        </p:spPr>
      </p:sp>
      <p:sp>
        <p:nvSpPr>
          <p:cNvPr id="41" name="!!circle-1uy"/>
          <p:cNvSpPr/>
          <p:nvPr/>
        </p:nvSpPr>
        <p:spPr>
          <a:xfrm>
            <a:off x="6819586" y="2609680"/>
            <a:ext cx="28956" cy="28956"/>
          </a:xfrm>
          <a:prstGeom prst="ellipse">
            <a:avLst/>
          </a:prstGeom>
          <a:solidFill>
            <a:srgbClr val="627D8D">
              <a:alpha val="21800"/>
            </a:srgbClr>
          </a:solidFill>
          <a:ln>
            <a:noFill/>
          </a:ln>
        </p:spPr>
      </p:sp>
      <p:sp>
        <p:nvSpPr>
          <p:cNvPr id="42" name="!!circle-1v1"/>
          <p:cNvSpPr/>
          <p:nvPr/>
        </p:nvSpPr>
        <p:spPr>
          <a:xfrm>
            <a:off x="7012262" y="6287067"/>
            <a:ext cx="45555" cy="45555"/>
          </a:xfrm>
          <a:prstGeom prst="ellipse">
            <a:avLst/>
          </a:prstGeom>
          <a:solidFill>
            <a:srgbClr val="627D8D">
              <a:alpha val="20900"/>
            </a:srgbClr>
          </a:solidFill>
          <a:ln>
            <a:noFill/>
          </a:ln>
        </p:spPr>
      </p:sp>
      <p:sp>
        <p:nvSpPr>
          <p:cNvPr id="43" name="!!circle-1v4"/>
          <p:cNvSpPr/>
          <p:nvPr/>
        </p:nvSpPr>
        <p:spPr>
          <a:xfrm>
            <a:off x="11299735" y="3153555"/>
            <a:ext cx="39484" cy="39484"/>
          </a:xfrm>
          <a:prstGeom prst="ellipse">
            <a:avLst/>
          </a:prstGeom>
          <a:solidFill>
            <a:srgbClr val="627D8D">
              <a:alpha val="13600"/>
            </a:srgbClr>
          </a:solidFill>
          <a:ln>
            <a:noFill/>
          </a:ln>
        </p:spPr>
      </p:sp>
      <p:sp>
        <p:nvSpPr>
          <p:cNvPr id="44" name="!!circle-1v7"/>
          <p:cNvSpPr/>
          <p:nvPr/>
        </p:nvSpPr>
        <p:spPr>
          <a:xfrm>
            <a:off x="7472276" y="5606423"/>
            <a:ext cx="30455" cy="30455"/>
          </a:xfrm>
          <a:prstGeom prst="ellipse">
            <a:avLst/>
          </a:prstGeom>
          <a:solidFill>
            <a:srgbClr val="627D8D">
              <a:alpha val="16500"/>
            </a:srgbClr>
          </a:solidFill>
          <a:ln>
            <a:noFill/>
          </a:ln>
        </p:spPr>
      </p:sp>
      <p:sp>
        <p:nvSpPr>
          <p:cNvPr id="45" name="!!circle-1va"/>
          <p:cNvSpPr/>
          <p:nvPr/>
        </p:nvSpPr>
        <p:spPr>
          <a:xfrm>
            <a:off x="8976699" y="6365887"/>
            <a:ext cx="28257" cy="28257"/>
          </a:xfrm>
          <a:prstGeom prst="ellipse">
            <a:avLst/>
          </a:prstGeom>
          <a:solidFill>
            <a:srgbClr val="627D8D">
              <a:alpha val="15700"/>
            </a:srgbClr>
          </a:solidFill>
          <a:ln>
            <a:noFill/>
          </a:ln>
        </p:spPr>
      </p:sp>
      <p:sp>
        <p:nvSpPr>
          <p:cNvPr id="46" name="!!circle-1vd"/>
          <p:cNvSpPr/>
          <p:nvPr/>
        </p:nvSpPr>
        <p:spPr>
          <a:xfrm>
            <a:off x="11410104" y="5026504"/>
            <a:ext cx="45149" cy="45149"/>
          </a:xfrm>
          <a:prstGeom prst="ellipse">
            <a:avLst/>
          </a:prstGeom>
          <a:solidFill>
            <a:srgbClr val="627D8D">
              <a:alpha val="31200"/>
            </a:srgbClr>
          </a:solidFill>
          <a:ln>
            <a:noFill/>
          </a:ln>
        </p:spPr>
      </p:sp>
      <p:sp>
        <p:nvSpPr>
          <p:cNvPr id="47" name="!!circle-1vg"/>
          <p:cNvSpPr/>
          <p:nvPr/>
        </p:nvSpPr>
        <p:spPr>
          <a:xfrm>
            <a:off x="3466360" y="3034882"/>
            <a:ext cx="30696" cy="30696"/>
          </a:xfrm>
          <a:prstGeom prst="ellipse">
            <a:avLst/>
          </a:prstGeom>
          <a:solidFill>
            <a:srgbClr val="627D8D">
              <a:alpha val="25700"/>
            </a:srgbClr>
          </a:solidFill>
          <a:ln>
            <a:noFill/>
          </a:ln>
        </p:spPr>
      </p:sp>
      <p:sp>
        <p:nvSpPr>
          <p:cNvPr id="48" name="!!circle-1vj"/>
          <p:cNvSpPr/>
          <p:nvPr/>
        </p:nvSpPr>
        <p:spPr>
          <a:xfrm>
            <a:off x="8821776" y="3559035"/>
            <a:ext cx="37401" cy="37401"/>
          </a:xfrm>
          <a:prstGeom prst="ellipse">
            <a:avLst/>
          </a:prstGeom>
          <a:solidFill>
            <a:srgbClr val="627D8D">
              <a:alpha val="16000"/>
            </a:srgbClr>
          </a:solidFill>
          <a:ln>
            <a:noFill/>
          </a:ln>
        </p:spPr>
      </p:sp>
      <p:sp>
        <p:nvSpPr>
          <p:cNvPr id="49" name="!!circle-1vm"/>
          <p:cNvSpPr/>
          <p:nvPr/>
        </p:nvSpPr>
        <p:spPr>
          <a:xfrm>
            <a:off x="1802135" y="4418949"/>
            <a:ext cx="33096" cy="33096"/>
          </a:xfrm>
          <a:prstGeom prst="ellipse">
            <a:avLst/>
          </a:prstGeom>
          <a:solidFill>
            <a:srgbClr val="627D8D">
              <a:alpha val="22300"/>
            </a:srgbClr>
          </a:solidFill>
          <a:ln>
            <a:noFill/>
          </a:ln>
        </p:spPr>
      </p:sp>
      <p:sp>
        <p:nvSpPr>
          <p:cNvPr id="50" name="!!circle-1vp"/>
          <p:cNvSpPr/>
          <p:nvPr/>
        </p:nvSpPr>
        <p:spPr>
          <a:xfrm>
            <a:off x="11577308" y="537168"/>
            <a:ext cx="21145" cy="21145"/>
          </a:xfrm>
          <a:prstGeom prst="ellipse">
            <a:avLst/>
          </a:prstGeom>
          <a:solidFill>
            <a:srgbClr val="627D8D">
              <a:alpha val="16300"/>
            </a:srgbClr>
          </a:solidFill>
          <a:ln>
            <a:noFill/>
          </a:ln>
        </p:spPr>
      </p:sp>
      <p:sp>
        <p:nvSpPr>
          <p:cNvPr id="51" name="!!circle-1vs"/>
          <p:cNvSpPr/>
          <p:nvPr/>
        </p:nvSpPr>
        <p:spPr>
          <a:xfrm>
            <a:off x="11075757" y="5501926"/>
            <a:ext cx="35281" cy="35281"/>
          </a:xfrm>
          <a:prstGeom prst="ellipse">
            <a:avLst/>
          </a:prstGeom>
          <a:solidFill>
            <a:srgbClr val="627D8D">
              <a:alpha val="30000"/>
            </a:srgbClr>
          </a:solidFill>
          <a:ln>
            <a:noFill/>
          </a:ln>
        </p:spPr>
      </p:sp>
      <p:sp>
        <p:nvSpPr>
          <p:cNvPr id="52" name="!!text-52g" descr="交易安全"/>
          <p:cNvSpPr txBox="1"/>
          <p:nvPr/>
        </p:nvSpPr>
        <p:spPr>
          <a:xfrm>
            <a:off x="705815" y="632588"/>
            <a:ext cx="710894" cy="22089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01" b="1" kern="0" spc="144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交易安</a:t>
            </a:r>
            <a:r>
              <a:rPr lang="zh-TW" altLang="en-US" sz="1201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全</a:t>
            </a:r>
            <a:endParaRPr lang="zh-TW" sz="1201"/>
          </a:p>
        </p:txBody>
      </p:sp>
      <p:sp>
        <p:nvSpPr>
          <p:cNvPr id="53" name="!!text-52q" descr="款項由平台暫管"/>
          <p:cNvSpPr txBox="1"/>
          <p:nvPr/>
        </p:nvSpPr>
        <p:spPr>
          <a:xfrm>
            <a:off x="705815" y="901589"/>
            <a:ext cx="3340898" cy="66268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3604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款項由平台暫管</a:t>
            </a:r>
            <a:endParaRPr lang="zh-TW" sz="3604"/>
          </a:p>
        </p:txBody>
      </p:sp>
      <p:sp>
        <p:nvSpPr>
          <p:cNvPr id="54" name="!!text-532" descr="買家完成訂單或取書滿 24 小時後，款項才撥入賣家錢包。"/>
          <p:cNvSpPr txBox="1"/>
          <p:nvPr/>
        </p:nvSpPr>
        <p:spPr>
          <a:xfrm>
            <a:off x="705815" y="1618159"/>
            <a:ext cx="4936977" cy="2761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502" kern="0" dirty="0">
                <a:solidFill>
                  <a:srgbClr val="3F4A54"/>
                </a:solidFill>
                <a:latin typeface="Noto Sans TC Medium"/>
                <a:ea typeface="Noto Sans TC Medium"/>
                <a:cs typeface="Noto Sans TC Medium"/>
              </a:rPr>
              <a:t>買家完成訂單或取書滿 24 小時後，款項才撥入賣家錢包。</a:t>
            </a:r>
            <a:endParaRPr lang="zh-TW" sz="1502"/>
          </a:p>
        </p:txBody>
      </p:sp>
      <p:sp>
        <p:nvSpPr>
          <p:cNvPr id="55" name="!!path-53y"/>
          <p:cNvSpPr/>
          <p:nvPr/>
        </p:nvSpPr>
        <p:spPr>
          <a:xfrm>
            <a:off x="3845852" y="3301238"/>
            <a:ext cx="1703502" cy="1"/>
          </a:xfrm>
          <a:custGeom>
            <a:avLst/>
            <a:gdLst/>
            <a:ahLst/>
            <a:cxnLst/>
            <a:rect l="l" t="t" r="r" b="b"/>
            <a:pathLst>
              <a:path w="1703502" h="1" fill="none">
                <a:moveTo>
                  <a:pt x="0" y="0"/>
                </a:moveTo>
                <a:lnTo>
                  <a:pt x="1703502" y="0"/>
                </a:lnTo>
              </a:path>
            </a:pathLst>
          </a:custGeom>
          <a:noFill/>
          <a:ln w="15891" cap="rnd">
            <a:solidFill>
              <a:srgbClr val="627D8D">
                <a:alpha val="60000"/>
              </a:srgbClr>
            </a:solidFill>
            <a:prstDash val="solid"/>
            <a:round/>
          </a:ln>
        </p:spPr>
      </p:sp>
      <p:sp>
        <p:nvSpPr>
          <p:cNvPr id="56" name="!!path-543"/>
          <p:cNvSpPr/>
          <p:nvPr/>
        </p:nvSpPr>
        <p:spPr>
          <a:xfrm>
            <a:off x="6642646" y="3301238"/>
            <a:ext cx="1703502" cy="1"/>
          </a:xfrm>
          <a:custGeom>
            <a:avLst/>
            <a:gdLst/>
            <a:ahLst/>
            <a:cxnLst/>
            <a:rect l="l" t="t" r="r" b="b"/>
            <a:pathLst>
              <a:path w="1703502" h="1" fill="none">
                <a:moveTo>
                  <a:pt x="0" y="0"/>
                </a:moveTo>
                <a:lnTo>
                  <a:pt x="1703502" y="0"/>
                </a:lnTo>
              </a:path>
            </a:pathLst>
          </a:custGeom>
          <a:noFill/>
          <a:ln w="15891" cap="rnd">
            <a:solidFill>
              <a:srgbClr val="627D8D">
                <a:alpha val="60000"/>
              </a:srgbClr>
            </a:solidFill>
            <a:prstDash val="solid"/>
            <a:round/>
          </a:ln>
        </p:spPr>
      </p:sp>
      <p:sp>
        <p:nvSpPr>
          <p:cNvPr id="57" name="!!circle-54c"/>
          <p:cNvSpPr/>
          <p:nvPr/>
        </p:nvSpPr>
        <p:spPr>
          <a:xfrm>
            <a:off x="2790698" y="2843581"/>
            <a:ext cx="1093292" cy="1093292"/>
          </a:xfrm>
          <a:prstGeom prst="ellipse">
            <a:avLst/>
          </a:prstGeom>
          <a:solidFill>
            <a:srgbClr val="0B1A26">
              <a:alpha val="10000"/>
            </a:srgbClr>
          </a:solidFill>
          <a:ln>
            <a:noFill/>
          </a:ln>
          <a:effectLst>
            <a:softEdge rad="223744"/>
          </a:effectLst>
        </p:spPr>
      </p:sp>
      <p:sp>
        <p:nvSpPr>
          <p:cNvPr id="58" name="!!circle-54d"/>
          <p:cNvSpPr/>
          <p:nvPr/>
        </p:nvSpPr>
        <p:spPr>
          <a:xfrm>
            <a:off x="2854261" y="2856293"/>
            <a:ext cx="889889" cy="889889"/>
          </a:xfrm>
          <a:prstGeom prst="ellipse">
            <a:avLst/>
          </a:prstGeom>
          <a:solidFill>
            <a:srgbClr val="FFFFFF"/>
          </a:solidFill>
          <a:ln w="9535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59" name="!!path-54e"/>
          <p:cNvSpPr/>
          <p:nvPr/>
        </p:nvSpPr>
        <p:spPr>
          <a:xfrm>
            <a:off x="3172079" y="3174111"/>
            <a:ext cx="254254" cy="254254"/>
          </a:xfrm>
          <a:custGeom>
            <a:avLst/>
            <a:gdLst/>
            <a:ahLst/>
            <a:cxnLst/>
            <a:rect l="l" t="t" r="r" b="b"/>
            <a:pathLst>
              <a:path w="254254" h="254254">
                <a:moveTo>
                  <a:pt x="127127" y="30193"/>
                </a:moveTo>
                <a:cubicBezTo>
                  <a:pt x="145560" y="30193"/>
                  <a:pt x="160498" y="45130"/>
                  <a:pt x="160498" y="63564"/>
                </a:cubicBezTo>
                <a:cubicBezTo>
                  <a:pt x="160498" y="81997"/>
                  <a:pt x="145560" y="96934"/>
                  <a:pt x="127127" y="96934"/>
                </a:cubicBezTo>
                <a:cubicBezTo>
                  <a:pt x="108694" y="96934"/>
                  <a:pt x="93756" y="81997"/>
                  <a:pt x="93756" y="63564"/>
                </a:cubicBezTo>
                <a:cubicBezTo>
                  <a:pt x="93756" y="45130"/>
                  <a:pt x="108694" y="30193"/>
                  <a:pt x="127127" y="30193"/>
                </a:cubicBezTo>
                <a:moveTo>
                  <a:pt x="127127" y="173211"/>
                </a:moveTo>
                <a:cubicBezTo>
                  <a:pt x="174323" y="173211"/>
                  <a:pt x="224061" y="196411"/>
                  <a:pt x="224061" y="206581"/>
                </a:cubicBezTo>
                <a:lnTo>
                  <a:pt x="224061" y="224061"/>
                </a:lnTo>
                <a:lnTo>
                  <a:pt x="30193" y="224061"/>
                </a:lnTo>
                <a:lnTo>
                  <a:pt x="30193" y="206581"/>
                </a:lnTo>
                <a:cubicBezTo>
                  <a:pt x="30193" y="196411"/>
                  <a:pt x="79931" y="173211"/>
                  <a:pt x="127127" y="173211"/>
                </a:cubicBezTo>
                <a:moveTo>
                  <a:pt x="127127" y="0"/>
                </a:moveTo>
                <a:cubicBezTo>
                  <a:pt x="92008" y="0"/>
                  <a:pt x="63564" y="28445"/>
                  <a:pt x="63564" y="63564"/>
                </a:cubicBezTo>
                <a:cubicBezTo>
                  <a:pt x="63564" y="98682"/>
                  <a:pt x="92008" y="127127"/>
                  <a:pt x="127127" y="127127"/>
                </a:cubicBezTo>
                <a:cubicBezTo>
                  <a:pt x="162246" y="127127"/>
                  <a:pt x="190691" y="98682"/>
                  <a:pt x="190691" y="63564"/>
                </a:cubicBezTo>
                <a:cubicBezTo>
                  <a:pt x="190691" y="28445"/>
                  <a:pt x="162246" y="0"/>
                  <a:pt x="127127" y="0"/>
                </a:cubicBezTo>
                <a:close/>
                <a:moveTo>
                  <a:pt x="127127" y="143018"/>
                </a:moveTo>
                <a:cubicBezTo>
                  <a:pt x="84698" y="143018"/>
                  <a:pt x="0" y="164312"/>
                  <a:pt x="0" y="206581"/>
                </a:cubicBezTo>
                <a:lnTo>
                  <a:pt x="0" y="254254"/>
                </a:lnTo>
                <a:lnTo>
                  <a:pt x="254254" y="254254"/>
                </a:lnTo>
                <a:lnTo>
                  <a:pt x="254254" y="206581"/>
                </a:lnTo>
                <a:cubicBezTo>
                  <a:pt x="254254" y="164312"/>
                  <a:pt x="169556" y="143018"/>
                  <a:pt x="127127" y="143018"/>
                </a:cubicBez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60" name="!!text-54f" descr="買家"/>
          <p:cNvSpPr txBox="1"/>
          <p:nvPr/>
        </p:nvSpPr>
        <p:spPr>
          <a:xfrm>
            <a:off x="3133941" y="3885005"/>
            <a:ext cx="380110" cy="23930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01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買家</a:t>
            </a:r>
            <a:endParaRPr lang="zh-TW" sz="1301"/>
          </a:p>
        </p:txBody>
      </p:sp>
      <p:sp>
        <p:nvSpPr>
          <p:cNvPr id="61" name="!!text-54i" descr="結帳付款"/>
          <p:cNvSpPr txBox="1"/>
          <p:nvPr/>
        </p:nvSpPr>
        <p:spPr>
          <a:xfrm>
            <a:off x="3019526" y="4130615"/>
            <a:ext cx="601311" cy="20248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01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結帳付款</a:t>
            </a:r>
            <a:endParaRPr lang="zh-TW" sz="1101"/>
          </a:p>
        </p:txBody>
      </p:sp>
      <p:sp>
        <p:nvSpPr>
          <p:cNvPr id="62" name="!!circle-54t"/>
          <p:cNvSpPr/>
          <p:nvPr/>
        </p:nvSpPr>
        <p:spPr>
          <a:xfrm>
            <a:off x="5587492" y="2843581"/>
            <a:ext cx="1093292" cy="1093292"/>
          </a:xfrm>
          <a:prstGeom prst="ellipse">
            <a:avLst/>
          </a:prstGeom>
          <a:solidFill>
            <a:srgbClr val="0B1A26">
              <a:alpha val="10000"/>
            </a:srgbClr>
          </a:solidFill>
          <a:ln>
            <a:noFill/>
          </a:ln>
          <a:effectLst>
            <a:softEdge rad="223744"/>
          </a:effectLst>
        </p:spPr>
      </p:sp>
      <p:sp>
        <p:nvSpPr>
          <p:cNvPr id="63" name="!!circle-54u"/>
          <p:cNvSpPr/>
          <p:nvPr/>
        </p:nvSpPr>
        <p:spPr>
          <a:xfrm>
            <a:off x="5651055" y="2856293"/>
            <a:ext cx="889889" cy="889889"/>
          </a:xfrm>
          <a:prstGeom prst="ellipse">
            <a:avLst/>
          </a:prstGeom>
          <a:solidFill>
            <a:srgbClr val="FFFFFF"/>
          </a:solidFill>
          <a:ln w="9535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64" name="!!path-54v"/>
          <p:cNvSpPr/>
          <p:nvPr/>
        </p:nvSpPr>
        <p:spPr>
          <a:xfrm>
            <a:off x="5952982" y="3126438"/>
            <a:ext cx="286036" cy="349599"/>
          </a:xfrm>
          <a:custGeom>
            <a:avLst/>
            <a:gdLst/>
            <a:ahLst/>
            <a:cxnLst/>
            <a:rect l="l" t="t" r="r" b="b"/>
            <a:pathLst>
              <a:path w="286036" h="349599">
                <a:moveTo>
                  <a:pt x="143018" y="0"/>
                </a:moveTo>
                <a:lnTo>
                  <a:pt x="0" y="63564"/>
                </a:lnTo>
                <a:lnTo>
                  <a:pt x="0" y="158909"/>
                </a:lnTo>
                <a:cubicBezTo>
                  <a:pt x="0" y="247103"/>
                  <a:pt x="61021" y="329577"/>
                  <a:pt x="143018" y="349599"/>
                </a:cubicBezTo>
                <a:cubicBezTo>
                  <a:pt x="225015" y="329577"/>
                  <a:pt x="286036" y="247103"/>
                  <a:pt x="286036" y="158909"/>
                </a:cubicBezTo>
                <a:lnTo>
                  <a:pt x="286036" y="63564"/>
                </a:lnTo>
                <a:lnTo>
                  <a:pt x="143018" y="0"/>
                </a:lnTo>
                <a:close/>
                <a:moveTo>
                  <a:pt x="254254" y="158909"/>
                </a:moveTo>
                <a:cubicBezTo>
                  <a:pt x="254254" y="230736"/>
                  <a:pt x="206899" y="297000"/>
                  <a:pt x="143018" y="316705"/>
                </a:cubicBezTo>
                <a:cubicBezTo>
                  <a:pt x="79137" y="297000"/>
                  <a:pt x="31782" y="230736"/>
                  <a:pt x="31782" y="158909"/>
                </a:cubicBezTo>
                <a:lnTo>
                  <a:pt x="31782" y="84222"/>
                </a:lnTo>
                <a:lnTo>
                  <a:pt x="143018" y="34801"/>
                </a:lnTo>
                <a:lnTo>
                  <a:pt x="254254" y="84222"/>
                </a:lnTo>
                <a:lnTo>
                  <a:pt x="254254" y="158909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65" name="!!text-54w" descr="平台暫管"/>
          <p:cNvSpPr txBox="1"/>
          <p:nvPr/>
        </p:nvSpPr>
        <p:spPr>
          <a:xfrm>
            <a:off x="5765470" y="3885005"/>
            <a:ext cx="710640" cy="23930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01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平台暫管</a:t>
            </a:r>
            <a:endParaRPr lang="zh-TW" sz="1301"/>
          </a:p>
        </p:txBody>
      </p:sp>
      <p:sp>
        <p:nvSpPr>
          <p:cNvPr id="66" name="!!text-551" descr="款項保管中"/>
          <p:cNvSpPr txBox="1"/>
          <p:nvPr/>
        </p:nvSpPr>
        <p:spPr>
          <a:xfrm>
            <a:off x="5746401" y="4130615"/>
            <a:ext cx="741151" cy="20248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01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款項保管中</a:t>
            </a:r>
            <a:endParaRPr lang="zh-TW" sz="1101"/>
          </a:p>
        </p:txBody>
      </p:sp>
      <p:sp>
        <p:nvSpPr>
          <p:cNvPr id="67" name="!!circle-55d"/>
          <p:cNvSpPr/>
          <p:nvPr/>
        </p:nvSpPr>
        <p:spPr>
          <a:xfrm>
            <a:off x="8384286" y="2843581"/>
            <a:ext cx="1093292" cy="1093292"/>
          </a:xfrm>
          <a:prstGeom prst="ellipse">
            <a:avLst/>
          </a:prstGeom>
          <a:solidFill>
            <a:srgbClr val="0B1A26">
              <a:alpha val="10000"/>
            </a:srgbClr>
          </a:solidFill>
          <a:ln>
            <a:noFill/>
          </a:ln>
          <a:effectLst>
            <a:softEdge rad="223744"/>
          </a:effectLst>
        </p:spPr>
      </p:sp>
      <p:sp>
        <p:nvSpPr>
          <p:cNvPr id="68" name="!!circle-55e"/>
          <p:cNvSpPr/>
          <p:nvPr/>
        </p:nvSpPr>
        <p:spPr>
          <a:xfrm>
            <a:off x="8447850" y="2856293"/>
            <a:ext cx="889889" cy="889889"/>
          </a:xfrm>
          <a:prstGeom prst="ellipse">
            <a:avLst/>
          </a:prstGeom>
          <a:solidFill>
            <a:srgbClr val="FFFFFF"/>
          </a:solidFill>
          <a:ln w="9535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69" name="!!path-55f"/>
          <p:cNvSpPr/>
          <p:nvPr/>
        </p:nvSpPr>
        <p:spPr>
          <a:xfrm>
            <a:off x="8749776" y="3158220"/>
            <a:ext cx="301927" cy="286036"/>
          </a:xfrm>
          <a:custGeom>
            <a:avLst/>
            <a:gdLst/>
            <a:ahLst/>
            <a:cxnLst/>
            <a:rect l="l" t="t" r="r" b="b"/>
            <a:pathLst>
              <a:path w="301927" h="286036">
                <a:moveTo>
                  <a:pt x="286036" y="238363"/>
                </a:moveTo>
                <a:lnTo>
                  <a:pt x="286036" y="254254"/>
                </a:lnTo>
                <a:cubicBezTo>
                  <a:pt x="286036" y="271734"/>
                  <a:pt x="271734" y="286036"/>
                  <a:pt x="254254" y="286036"/>
                </a:cubicBezTo>
                <a:lnTo>
                  <a:pt x="31782" y="286036"/>
                </a:lnTo>
                <a:cubicBezTo>
                  <a:pt x="14143" y="286036"/>
                  <a:pt x="0" y="271734"/>
                  <a:pt x="0" y="254254"/>
                </a:cubicBezTo>
                <a:lnTo>
                  <a:pt x="0" y="31782"/>
                </a:lnTo>
                <a:cubicBezTo>
                  <a:pt x="0" y="14302"/>
                  <a:pt x="14143" y="0"/>
                  <a:pt x="31782" y="0"/>
                </a:cubicBezTo>
                <a:lnTo>
                  <a:pt x="254254" y="0"/>
                </a:lnTo>
                <a:cubicBezTo>
                  <a:pt x="271734" y="0"/>
                  <a:pt x="286036" y="14302"/>
                  <a:pt x="286036" y="31782"/>
                </a:cubicBezTo>
                <a:lnTo>
                  <a:pt x="286036" y="47673"/>
                </a:lnTo>
                <a:lnTo>
                  <a:pt x="143018" y="47673"/>
                </a:lnTo>
                <a:cubicBezTo>
                  <a:pt x="125379" y="47673"/>
                  <a:pt x="111236" y="61974"/>
                  <a:pt x="111236" y="79454"/>
                </a:cubicBezTo>
                <a:lnTo>
                  <a:pt x="111236" y="206581"/>
                </a:lnTo>
                <a:cubicBezTo>
                  <a:pt x="111236" y="224061"/>
                  <a:pt x="125379" y="238363"/>
                  <a:pt x="143018" y="238363"/>
                </a:cubicBezTo>
                <a:lnTo>
                  <a:pt x="286036" y="238363"/>
                </a:lnTo>
                <a:close/>
                <a:moveTo>
                  <a:pt x="143018" y="206581"/>
                </a:moveTo>
                <a:lnTo>
                  <a:pt x="301927" y="206581"/>
                </a:lnTo>
                <a:lnTo>
                  <a:pt x="301927" y="79454"/>
                </a:lnTo>
                <a:lnTo>
                  <a:pt x="143018" y="79454"/>
                </a:lnTo>
                <a:lnTo>
                  <a:pt x="143018" y="206581"/>
                </a:lnTo>
                <a:close/>
                <a:moveTo>
                  <a:pt x="206581" y="166854"/>
                </a:moveTo>
                <a:cubicBezTo>
                  <a:pt x="193392" y="166854"/>
                  <a:pt x="182745" y="156207"/>
                  <a:pt x="182745" y="143018"/>
                </a:cubicBezTo>
                <a:cubicBezTo>
                  <a:pt x="182745" y="129828"/>
                  <a:pt x="193392" y="119182"/>
                  <a:pt x="206581" y="119182"/>
                </a:cubicBezTo>
                <a:cubicBezTo>
                  <a:pt x="219771" y="119182"/>
                  <a:pt x="230418" y="129828"/>
                  <a:pt x="230418" y="143018"/>
                </a:cubicBezTo>
                <a:cubicBezTo>
                  <a:pt x="230418" y="156207"/>
                  <a:pt x="219771" y="166854"/>
                  <a:pt x="206581" y="166854"/>
                </a:cubicBez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70" name="!!text-55g" descr="賣家錢包"/>
          <p:cNvSpPr txBox="1"/>
          <p:nvPr/>
        </p:nvSpPr>
        <p:spPr>
          <a:xfrm>
            <a:off x="8562264" y="3885005"/>
            <a:ext cx="710640" cy="23930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01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賣家錢包</a:t>
            </a:r>
            <a:endParaRPr lang="zh-TW" sz="1301"/>
          </a:p>
        </p:txBody>
      </p:sp>
      <p:sp>
        <p:nvSpPr>
          <p:cNvPr id="71" name="!!text-55l" descr="撥款入帳"/>
          <p:cNvSpPr txBox="1"/>
          <p:nvPr/>
        </p:nvSpPr>
        <p:spPr>
          <a:xfrm>
            <a:off x="8613115" y="4130615"/>
            <a:ext cx="601311" cy="20248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01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撥款入帳</a:t>
            </a:r>
            <a:endParaRPr lang="zh-TW" sz="1101"/>
          </a:p>
        </p:txBody>
      </p:sp>
      <p:sp>
        <p:nvSpPr>
          <p:cNvPr id="72" name="!!circle-560"/>
          <p:cNvSpPr/>
          <p:nvPr/>
        </p:nvSpPr>
        <p:spPr>
          <a:xfrm>
            <a:off x="3070377" y="2462200"/>
            <a:ext cx="457657" cy="457657"/>
          </a:xfrm>
          <a:prstGeom prst="ellipse">
            <a:avLst/>
          </a:prstGeom>
          <a:solidFill>
            <a:srgbClr val="627D8D"/>
          </a:solidFill>
          <a:ln>
            <a:noFill/>
          </a:ln>
        </p:spPr>
      </p:sp>
      <p:sp>
        <p:nvSpPr>
          <p:cNvPr id="73" name="!!circle-561"/>
          <p:cNvSpPr/>
          <p:nvPr/>
        </p:nvSpPr>
        <p:spPr>
          <a:xfrm>
            <a:off x="3108515" y="2500338"/>
            <a:ext cx="381381" cy="381381"/>
          </a:xfrm>
          <a:prstGeom prst="ellipse">
            <a:avLst/>
          </a:prstGeom>
          <a:noFill/>
          <a:ln w="12713" cap="flat">
            <a:solidFill>
              <a:srgbClr val="FFFFFF">
                <a:alpha val="45000"/>
              </a:srgbClr>
            </a:solidFill>
            <a:prstDash val="solid"/>
            <a:miter lim="800000"/>
          </a:ln>
        </p:spPr>
      </p:sp>
      <p:sp>
        <p:nvSpPr>
          <p:cNvPr id="74" name="!!text-562" descr="280"/>
          <p:cNvSpPr txBox="1"/>
          <p:nvPr/>
        </p:nvSpPr>
        <p:spPr>
          <a:xfrm>
            <a:off x="3179271" y="2583860"/>
            <a:ext cx="279915" cy="19328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1" kern="0" dirty="0">
                <a:solidFill>
                  <a:srgbClr val="FFFFFF"/>
                </a:solidFill>
                <a:latin typeface="Noto Sans TC ExtraBold"/>
                <a:ea typeface="Noto Sans TC ExtraBold"/>
                <a:cs typeface="Noto Sans TC ExtraBold"/>
              </a:rPr>
              <a:t>280</a:t>
            </a:r>
            <a:endParaRPr lang="zh-TW" sz="1051"/>
          </a:p>
        </p:txBody>
      </p:sp>
      <p:sp>
        <p:nvSpPr>
          <p:cNvPr id="75" name="!!line-56y"/>
          <p:cNvSpPr/>
          <p:nvPr/>
        </p:nvSpPr>
        <p:spPr>
          <a:xfrm>
            <a:off x="3133941" y="5144580"/>
            <a:ext cx="1347546" cy="1"/>
          </a:xfrm>
          <a:custGeom>
            <a:avLst/>
            <a:gdLst/>
            <a:ahLst/>
            <a:cxnLst/>
            <a:rect l="l" t="t" r="r" b="b"/>
            <a:pathLst>
              <a:path w="1347546" h="1">
                <a:moveTo>
                  <a:pt x="0" y="0"/>
                </a:moveTo>
                <a:lnTo>
                  <a:pt x="1347546" y="0"/>
                </a:lnTo>
              </a:path>
            </a:pathLst>
          </a:custGeom>
          <a:solidFill>
            <a:srgbClr val="000000"/>
          </a:solidFill>
          <a:ln w="19069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76" name="!!line-56z"/>
          <p:cNvSpPr/>
          <p:nvPr/>
        </p:nvSpPr>
        <p:spPr>
          <a:xfrm>
            <a:off x="3133941" y="5144580"/>
            <a:ext cx="1" cy="1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000000"/>
          </a:solidFill>
          <a:ln w="19069" cap="flat">
            <a:solidFill>
              <a:srgbClr val="627D8D"/>
            </a:solidFill>
            <a:prstDash val="solid"/>
            <a:miter lim="800000"/>
          </a:ln>
        </p:spPr>
      </p:sp>
      <p:sp>
        <p:nvSpPr>
          <p:cNvPr id="77" name="!!circle-571"/>
          <p:cNvSpPr/>
          <p:nvPr/>
        </p:nvSpPr>
        <p:spPr>
          <a:xfrm>
            <a:off x="2968676" y="5068303"/>
            <a:ext cx="152552" cy="152552"/>
          </a:xfrm>
          <a:prstGeom prst="ellipse">
            <a:avLst/>
          </a:prstGeom>
          <a:solidFill>
            <a:srgbClr val="FFFFFF"/>
          </a:solidFill>
          <a:ln w="19069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78" name="!!text-579" descr="付款"/>
          <p:cNvSpPr txBox="1"/>
          <p:nvPr/>
        </p:nvSpPr>
        <p:spPr>
          <a:xfrm>
            <a:off x="2892399" y="5285436"/>
            <a:ext cx="350871" cy="22089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01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付款</a:t>
            </a:r>
            <a:endParaRPr lang="zh-TW" sz="1201"/>
          </a:p>
        </p:txBody>
      </p:sp>
      <p:sp>
        <p:nvSpPr>
          <p:cNvPr id="79" name="!!line-57d"/>
          <p:cNvSpPr/>
          <p:nvPr/>
        </p:nvSpPr>
        <p:spPr>
          <a:xfrm>
            <a:off x="4659465" y="5144580"/>
            <a:ext cx="1347546" cy="1"/>
          </a:xfrm>
          <a:custGeom>
            <a:avLst/>
            <a:gdLst/>
            <a:ahLst/>
            <a:cxnLst/>
            <a:rect l="l" t="t" r="r" b="b"/>
            <a:pathLst>
              <a:path w="1347546" h="1">
                <a:moveTo>
                  <a:pt x="0" y="0"/>
                </a:moveTo>
                <a:lnTo>
                  <a:pt x="1347546" y="0"/>
                </a:lnTo>
              </a:path>
            </a:pathLst>
          </a:custGeom>
          <a:solidFill>
            <a:srgbClr val="000000"/>
          </a:solidFill>
          <a:ln w="19069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80" name="!!line-57e"/>
          <p:cNvSpPr/>
          <p:nvPr/>
        </p:nvSpPr>
        <p:spPr>
          <a:xfrm>
            <a:off x="4659465" y="5144580"/>
            <a:ext cx="1" cy="1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000000"/>
          </a:solidFill>
          <a:ln w="19069" cap="flat">
            <a:solidFill>
              <a:srgbClr val="627D8D"/>
            </a:solidFill>
            <a:prstDash val="solid"/>
            <a:miter lim="800000"/>
          </a:ln>
        </p:spPr>
      </p:sp>
      <p:sp>
        <p:nvSpPr>
          <p:cNvPr id="81" name="!!circle-57g"/>
          <p:cNvSpPr/>
          <p:nvPr/>
        </p:nvSpPr>
        <p:spPr>
          <a:xfrm>
            <a:off x="4494200" y="5068303"/>
            <a:ext cx="152552" cy="152552"/>
          </a:xfrm>
          <a:prstGeom prst="ellipse">
            <a:avLst/>
          </a:prstGeom>
          <a:solidFill>
            <a:srgbClr val="FFFFFF"/>
          </a:solidFill>
          <a:ln w="19069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82" name="!!text-57o" descr="賣家存書"/>
          <p:cNvSpPr txBox="1"/>
          <p:nvPr/>
        </p:nvSpPr>
        <p:spPr>
          <a:xfrm>
            <a:off x="4265371" y="5285436"/>
            <a:ext cx="655975" cy="22089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01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賣家存書</a:t>
            </a:r>
            <a:endParaRPr lang="zh-TW" sz="1201"/>
          </a:p>
        </p:txBody>
      </p:sp>
      <p:sp>
        <p:nvSpPr>
          <p:cNvPr id="83" name="!!line-57u"/>
          <p:cNvSpPr/>
          <p:nvPr/>
        </p:nvSpPr>
        <p:spPr>
          <a:xfrm>
            <a:off x="6184989" y="5144580"/>
            <a:ext cx="1347546" cy="1"/>
          </a:xfrm>
          <a:custGeom>
            <a:avLst/>
            <a:gdLst/>
            <a:ahLst/>
            <a:cxnLst/>
            <a:rect l="l" t="t" r="r" b="b"/>
            <a:pathLst>
              <a:path w="1347546" h="1">
                <a:moveTo>
                  <a:pt x="0" y="0"/>
                </a:moveTo>
                <a:lnTo>
                  <a:pt x="1347546" y="0"/>
                </a:lnTo>
              </a:path>
            </a:pathLst>
          </a:custGeom>
          <a:solidFill>
            <a:srgbClr val="000000"/>
          </a:solidFill>
          <a:ln w="19069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84" name="!!line-57v"/>
          <p:cNvSpPr/>
          <p:nvPr/>
        </p:nvSpPr>
        <p:spPr>
          <a:xfrm>
            <a:off x="6184989" y="5144580"/>
            <a:ext cx="1" cy="1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000000"/>
          </a:solidFill>
          <a:ln w="19069" cap="flat">
            <a:solidFill>
              <a:srgbClr val="627D8D"/>
            </a:solidFill>
            <a:prstDash val="solid"/>
            <a:miter lim="800000"/>
          </a:ln>
        </p:spPr>
      </p:sp>
      <p:sp>
        <p:nvSpPr>
          <p:cNvPr id="85" name="!!circle-57x"/>
          <p:cNvSpPr/>
          <p:nvPr/>
        </p:nvSpPr>
        <p:spPr>
          <a:xfrm>
            <a:off x="6019724" y="5068303"/>
            <a:ext cx="152552" cy="152552"/>
          </a:xfrm>
          <a:prstGeom prst="ellipse">
            <a:avLst/>
          </a:prstGeom>
          <a:solidFill>
            <a:srgbClr val="FFFFFF"/>
          </a:solidFill>
          <a:ln w="19069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86" name="!!text-585" descr="買家取書"/>
          <p:cNvSpPr txBox="1"/>
          <p:nvPr/>
        </p:nvSpPr>
        <p:spPr>
          <a:xfrm>
            <a:off x="5790895" y="5285436"/>
            <a:ext cx="655975" cy="22089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01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買家取書</a:t>
            </a:r>
            <a:endParaRPr lang="zh-TW" sz="1201"/>
          </a:p>
        </p:txBody>
      </p:sp>
      <p:sp>
        <p:nvSpPr>
          <p:cNvPr id="87" name="!!line-58b"/>
          <p:cNvSpPr/>
          <p:nvPr/>
        </p:nvSpPr>
        <p:spPr>
          <a:xfrm>
            <a:off x="7710513" y="5144580"/>
            <a:ext cx="1347546" cy="1"/>
          </a:xfrm>
          <a:custGeom>
            <a:avLst/>
            <a:gdLst/>
            <a:ahLst/>
            <a:cxnLst/>
            <a:rect l="l" t="t" r="r" b="b"/>
            <a:pathLst>
              <a:path w="1347546" h="1">
                <a:moveTo>
                  <a:pt x="0" y="0"/>
                </a:moveTo>
                <a:lnTo>
                  <a:pt x="1347546" y="0"/>
                </a:lnTo>
              </a:path>
            </a:pathLst>
          </a:custGeom>
          <a:solidFill>
            <a:srgbClr val="000000"/>
          </a:solidFill>
          <a:ln w="19069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88" name="!!line-58c"/>
          <p:cNvSpPr/>
          <p:nvPr/>
        </p:nvSpPr>
        <p:spPr>
          <a:xfrm>
            <a:off x="7710513" y="5144580"/>
            <a:ext cx="1" cy="1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000000"/>
          </a:solidFill>
          <a:ln w="19069" cap="flat">
            <a:solidFill>
              <a:srgbClr val="627D8D"/>
            </a:solidFill>
            <a:prstDash val="solid"/>
            <a:miter lim="800000"/>
          </a:ln>
        </p:spPr>
      </p:sp>
      <p:sp>
        <p:nvSpPr>
          <p:cNvPr id="89" name="!!circle-58e"/>
          <p:cNvSpPr/>
          <p:nvPr/>
        </p:nvSpPr>
        <p:spPr>
          <a:xfrm>
            <a:off x="7545248" y="5068303"/>
            <a:ext cx="152552" cy="152552"/>
          </a:xfrm>
          <a:prstGeom prst="ellipse">
            <a:avLst/>
          </a:prstGeom>
          <a:solidFill>
            <a:srgbClr val="FFFFFF"/>
          </a:solidFill>
          <a:ln w="19069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90" name="!!text-58m" descr="完成訂單"/>
          <p:cNvSpPr txBox="1"/>
          <p:nvPr/>
        </p:nvSpPr>
        <p:spPr>
          <a:xfrm>
            <a:off x="7316419" y="5285436"/>
            <a:ext cx="655975" cy="22089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01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完成訂單</a:t>
            </a:r>
            <a:endParaRPr lang="zh-TW" sz="1201"/>
          </a:p>
        </p:txBody>
      </p:sp>
      <p:sp>
        <p:nvSpPr>
          <p:cNvPr id="91" name="!!text-58r" descr="或取書滿 24 小時"/>
          <p:cNvSpPr txBox="1"/>
          <p:nvPr/>
        </p:nvSpPr>
        <p:spPr>
          <a:xfrm>
            <a:off x="7093070" y="5503586"/>
            <a:ext cx="1098861" cy="20248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01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或取書滿 24 小時</a:t>
            </a:r>
            <a:endParaRPr lang="zh-TW" sz="1101"/>
          </a:p>
        </p:txBody>
      </p:sp>
      <p:sp>
        <p:nvSpPr>
          <p:cNvPr id="92" name="!!circle-590"/>
          <p:cNvSpPr/>
          <p:nvPr/>
        </p:nvSpPr>
        <p:spPr>
          <a:xfrm>
            <a:off x="9070772" y="5068303"/>
            <a:ext cx="152552" cy="152552"/>
          </a:xfrm>
          <a:prstGeom prst="ellipse">
            <a:avLst/>
          </a:prstGeom>
          <a:solidFill>
            <a:srgbClr val="FFFFFF"/>
          </a:solidFill>
          <a:ln w="19069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93" name="!!text-598" descr="撥款"/>
          <p:cNvSpPr txBox="1"/>
          <p:nvPr/>
        </p:nvSpPr>
        <p:spPr>
          <a:xfrm>
            <a:off x="8994496" y="5285436"/>
            <a:ext cx="350871" cy="22089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01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撥款</a:t>
            </a:r>
            <a:endParaRPr lang="zh-TW" sz="1201"/>
          </a:p>
        </p:txBody>
      </p:sp>
      <p:sp>
        <p:nvSpPr>
          <p:cNvPr id="94" name="!!path-9ic"/>
          <p:cNvSpPr/>
          <p:nvPr/>
        </p:nvSpPr>
        <p:spPr>
          <a:xfrm>
            <a:off x="381000" y="306527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95" name="!!path-9id"/>
          <p:cNvSpPr/>
          <p:nvPr/>
        </p:nvSpPr>
        <p:spPr>
          <a:xfrm>
            <a:off x="381000" y="308153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96" name="!!path-9ie"/>
          <p:cNvSpPr/>
          <p:nvPr/>
        </p:nvSpPr>
        <p:spPr>
          <a:xfrm>
            <a:off x="381000" y="309778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97" name="!!path-9if"/>
          <p:cNvSpPr/>
          <p:nvPr/>
        </p:nvSpPr>
        <p:spPr>
          <a:xfrm>
            <a:off x="381000" y="311404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98" name="!!path-9ig"/>
          <p:cNvSpPr/>
          <p:nvPr/>
        </p:nvSpPr>
        <p:spPr>
          <a:xfrm>
            <a:off x="381000" y="313030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99" name="!!path-9ih"/>
          <p:cNvSpPr/>
          <p:nvPr/>
        </p:nvSpPr>
        <p:spPr>
          <a:xfrm>
            <a:off x="381000" y="314655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00" name="!!path-9ii"/>
          <p:cNvSpPr/>
          <p:nvPr/>
        </p:nvSpPr>
        <p:spPr>
          <a:xfrm>
            <a:off x="381000" y="316281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01" name="!!path-9ij"/>
          <p:cNvSpPr/>
          <p:nvPr/>
        </p:nvSpPr>
        <p:spPr>
          <a:xfrm>
            <a:off x="381000" y="317906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02" name="!!path-9ik"/>
          <p:cNvSpPr/>
          <p:nvPr/>
        </p:nvSpPr>
        <p:spPr>
          <a:xfrm>
            <a:off x="419608" y="269342"/>
            <a:ext cx="128422" cy="122936"/>
          </a:xfrm>
          <a:custGeom>
            <a:avLst/>
            <a:gdLst/>
            <a:ahLst/>
            <a:cxnLst/>
            <a:rect l="l" t="t" r="r" b="b"/>
            <a:pathLst>
              <a:path w="128422" h="122936">
                <a:moveTo>
                  <a:pt x="0" y="17678"/>
                </a:moveTo>
                <a:lnTo>
                  <a:pt x="8128" y="5080"/>
                </a:lnTo>
                <a:cubicBezTo>
                  <a:pt x="32512" y="0"/>
                  <a:pt x="73152" y="7112"/>
                  <a:pt x="101600" y="26416"/>
                </a:cubicBezTo>
                <a:cubicBezTo>
                  <a:pt x="116840" y="37186"/>
                  <a:pt x="124968" y="49784"/>
                  <a:pt x="128422" y="62992"/>
                </a:cubicBezTo>
                <a:lnTo>
                  <a:pt x="128422" y="122936"/>
                </a:lnTo>
                <a:lnTo>
                  <a:pt x="0" y="1229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03" name="!!path-9il"/>
          <p:cNvSpPr/>
          <p:nvPr/>
        </p:nvSpPr>
        <p:spPr>
          <a:xfrm>
            <a:off x="419608" y="269342"/>
            <a:ext cx="128422" cy="62992"/>
          </a:xfrm>
          <a:custGeom>
            <a:avLst/>
            <a:gdLst/>
            <a:ahLst/>
            <a:cxnLst/>
            <a:rect l="l" t="t" r="r" b="b"/>
            <a:pathLst>
              <a:path w="128422" h="62992" fill="none">
                <a:moveTo>
                  <a:pt x="128422" y="62992"/>
                </a:moveTo>
                <a:cubicBezTo>
                  <a:pt x="124968" y="49784"/>
                  <a:pt x="116840" y="37186"/>
                  <a:pt x="101600" y="26416"/>
                </a:cubicBezTo>
                <a:cubicBezTo>
                  <a:pt x="73152" y="7112"/>
                  <a:pt x="32512" y="0"/>
                  <a:pt x="8128" y="5080"/>
                </a:cubicBezTo>
                <a:lnTo>
                  <a:pt x="0" y="1767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04" name="!!path-9im"/>
          <p:cNvSpPr/>
          <p:nvPr/>
        </p:nvSpPr>
        <p:spPr>
          <a:xfrm>
            <a:off x="407010" y="281534"/>
            <a:ext cx="141021" cy="110744"/>
          </a:xfrm>
          <a:custGeom>
            <a:avLst/>
            <a:gdLst/>
            <a:ahLst/>
            <a:cxnLst/>
            <a:rect l="l" t="t" r="r" b="b"/>
            <a:pathLst>
              <a:path w="141021" h="110744">
                <a:moveTo>
                  <a:pt x="0" y="22352"/>
                </a:moveTo>
                <a:lnTo>
                  <a:pt x="6502" y="6502"/>
                </a:lnTo>
                <a:cubicBezTo>
                  <a:pt x="36982" y="0"/>
                  <a:pt x="79654" y="7112"/>
                  <a:pt x="110134" y="25400"/>
                </a:cubicBezTo>
                <a:cubicBezTo>
                  <a:pt x="126390" y="35154"/>
                  <a:pt x="136550" y="49784"/>
                  <a:pt x="141021" y="62992"/>
                </a:cubicBezTo>
                <a:lnTo>
                  <a:pt x="141021" y="110744"/>
                </a:lnTo>
                <a:lnTo>
                  <a:pt x="0" y="110744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05" name="!!path-9in"/>
          <p:cNvSpPr/>
          <p:nvPr/>
        </p:nvSpPr>
        <p:spPr>
          <a:xfrm>
            <a:off x="407010" y="281534"/>
            <a:ext cx="141021" cy="62992"/>
          </a:xfrm>
          <a:custGeom>
            <a:avLst/>
            <a:gdLst/>
            <a:ahLst/>
            <a:cxnLst/>
            <a:rect l="l" t="t" r="r" b="b"/>
            <a:pathLst>
              <a:path w="141021" h="62992" fill="none">
                <a:moveTo>
                  <a:pt x="141021" y="62992"/>
                </a:moveTo>
                <a:cubicBezTo>
                  <a:pt x="136550" y="49784"/>
                  <a:pt x="126390" y="35154"/>
                  <a:pt x="110134" y="25400"/>
                </a:cubicBezTo>
                <a:cubicBezTo>
                  <a:pt x="79654" y="7112"/>
                  <a:pt x="36982" y="0"/>
                  <a:pt x="6502" y="6502"/>
                </a:cubicBezTo>
                <a:lnTo>
                  <a:pt x="0" y="22352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06" name="!!path-9io"/>
          <p:cNvSpPr/>
          <p:nvPr/>
        </p:nvSpPr>
        <p:spPr>
          <a:xfrm>
            <a:off x="395834" y="294742"/>
            <a:ext cx="151790" cy="97536"/>
          </a:xfrm>
          <a:custGeom>
            <a:avLst/>
            <a:gdLst/>
            <a:ahLst/>
            <a:cxnLst/>
            <a:rect l="l" t="t" r="r" b="b"/>
            <a:pathLst>
              <a:path w="151790" h="97536">
                <a:moveTo>
                  <a:pt x="0" y="23165"/>
                </a:moveTo>
                <a:lnTo>
                  <a:pt x="3861" y="12598"/>
                </a:lnTo>
                <a:cubicBezTo>
                  <a:pt x="37998" y="0"/>
                  <a:pt x="84734" y="5080"/>
                  <a:pt x="117246" y="21946"/>
                </a:cubicBezTo>
                <a:cubicBezTo>
                  <a:pt x="135534" y="31496"/>
                  <a:pt x="146710" y="43688"/>
                  <a:pt x="151790" y="55270"/>
                </a:cubicBezTo>
                <a:lnTo>
                  <a:pt x="151790" y="97536"/>
                </a:lnTo>
                <a:lnTo>
                  <a:pt x="0" y="975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07" name="!!path-9ip"/>
          <p:cNvSpPr/>
          <p:nvPr/>
        </p:nvSpPr>
        <p:spPr>
          <a:xfrm>
            <a:off x="395834" y="294742"/>
            <a:ext cx="151790" cy="55270"/>
          </a:xfrm>
          <a:custGeom>
            <a:avLst/>
            <a:gdLst/>
            <a:ahLst/>
            <a:cxnLst/>
            <a:rect l="l" t="t" r="r" b="b"/>
            <a:pathLst>
              <a:path w="151790" h="55270" fill="none">
                <a:moveTo>
                  <a:pt x="151790" y="55270"/>
                </a:moveTo>
                <a:cubicBezTo>
                  <a:pt x="146710" y="43688"/>
                  <a:pt x="135534" y="31496"/>
                  <a:pt x="117246" y="21946"/>
                </a:cubicBezTo>
                <a:cubicBezTo>
                  <a:pt x="84734" y="5080"/>
                  <a:pt x="37998" y="0"/>
                  <a:pt x="3861" y="12598"/>
                </a:cubicBezTo>
                <a:lnTo>
                  <a:pt x="0" y="23165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08" name="!!path-9iq"/>
          <p:cNvSpPr/>
          <p:nvPr/>
        </p:nvSpPr>
        <p:spPr>
          <a:xfrm>
            <a:off x="548234" y="264262"/>
            <a:ext cx="120294" cy="128016"/>
          </a:xfrm>
          <a:custGeom>
            <a:avLst/>
            <a:gdLst/>
            <a:ahLst/>
            <a:cxnLst/>
            <a:rect l="l" t="t" r="r" b="b"/>
            <a:pathLst>
              <a:path w="120294" h="128016">
                <a:moveTo>
                  <a:pt x="120294" y="18288"/>
                </a:moveTo>
                <a:lnTo>
                  <a:pt x="113589" y="4470"/>
                </a:lnTo>
                <a:cubicBezTo>
                  <a:pt x="86766" y="0"/>
                  <a:pt x="44094" y="10160"/>
                  <a:pt x="17678" y="30480"/>
                </a:cubicBezTo>
                <a:cubicBezTo>
                  <a:pt x="6502" y="39624"/>
                  <a:pt x="1422" y="52832"/>
                  <a:pt x="0" y="67056"/>
                </a:cubicBezTo>
                <a:lnTo>
                  <a:pt x="0" y="128016"/>
                </a:lnTo>
                <a:lnTo>
                  <a:pt x="120294" y="12801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09" name="!!path-9ir"/>
          <p:cNvSpPr/>
          <p:nvPr/>
        </p:nvSpPr>
        <p:spPr>
          <a:xfrm>
            <a:off x="548234" y="264262"/>
            <a:ext cx="120294" cy="67056"/>
          </a:xfrm>
          <a:custGeom>
            <a:avLst/>
            <a:gdLst/>
            <a:ahLst/>
            <a:cxnLst/>
            <a:rect l="l" t="t" r="r" b="b"/>
            <a:pathLst>
              <a:path w="120294" h="67056" fill="none">
                <a:moveTo>
                  <a:pt x="0" y="67056"/>
                </a:moveTo>
                <a:cubicBezTo>
                  <a:pt x="1422" y="52832"/>
                  <a:pt x="6502" y="39624"/>
                  <a:pt x="17678" y="30480"/>
                </a:cubicBezTo>
                <a:cubicBezTo>
                  <a:pt x="44094" y="10160"/>
                  <a:pt x="86766" y="0"/>
                  <a:pt x="113589" y="4470"/>
                </a:cubicBezTo>
                <a:lnTo>
                  <a:pt x="120294" y="1828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10" name="!!path-9is"/>
          <p:cNvSpPr/>
          <p:nvPr/>
        </p:nvSpPr>
        <p:spPr>
          <a:xfrm>
            <a:off x="548437" y="279502"/>
            <a:ext cx="133299" cy="112776"/>
          </a:xfrm>
          <a:custGeom>
            <a:avLst/>
            <a:gdLst/>
            <a:ahLst/>
            <a:cxnLst/>
            <a:rect l="l" t="t" r="r" b="b"/>
            <a:pathLst>
              <a:path w="133299" h="112776">
                <a:moveTo>
                  <a:pt x="133299" y="19710"/>
                </a:moveTo>
                <a:lnTo>
                  <a:pt x="127203" y="3048"/>
                </a:lnTo>
                <a:cubicBezTo>
                  <a:pt x="94691" y="0"/>
                  <a:pt x="54051" y="11176"/>
                  <a:pt x="27635" y="30683"/>
                </a:cubicBezTo>
                <a:cubicBezTo>
                  <a:pt x="13411" y="41250"/>
                  <a:pt x="4267" y="53848"/>
                  <a:pt x="0" y="65024"/>
                </a:cubicBezTo>
                <a:lnTo>
                  <a:pt x="0" y="112776"/>
                </a:lnTo>
                <a:lnTo>
                  <a:pt x="133299" y="11277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11" name="!!path-9it"/>
          <p:cNvSpPr/>
          <p:nvPr/>
        </p:nvSpPr>
        <p:spPr>
          <a:xfrm>
            <a:off x="548437" y="279502"/>
            <a:ext cx="133299" cy="65024"/>
          </a:xfrm>
          <a:custGeom>
            <a:avLst/>
            <a:gdLst/>
            <a:ahLst/>
            <a:cxnLst/>
            <a:rect l="l" t="t" r="r" b="b"/>
            <a:pathLst>
              <a:path w="133299" h="65024" fill="none">
                <a:moveTo>
                  <a:pt x="0" y="65024"/>
                </a:moveTo>
                <a:cubicBezTo>
                  <a:pt x="4267" y="53848"/>
                  <a:pt x="13411" y="41250"/>
                  <a:pt x="27635" y="30683"/>
                </a:cubicBezTo>
                <a:cubicBezTo>
                  <a:pt x="54051" y="11176"/>
                  <a:pt x="94691" y="0"/>
                  <a:pt x="127203" y="3048"/>
                </a:cubicBezTo>
                <a:lnTo>
                  <a:pt x="133299" y="19710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12" name="!!path-9iu"/>
          <p:cNvSpPr/>
          <p:nvPr/>
        </p:nvSpPr>
        <p:spPr>
          <a:xfrm>
            <a:off x="548843" y="293726"/>
            <a:ext cx="142646" cy="98552"/>
          </a:xfrm>
          <a:custGeom>
            <a:avLst/>
            <a:gdLst/>
            <a:ahLst/>
            <a:cxnLst/>
            <a:rect l="l" t="t" r="r" b="b"/>
            <a:pathLst>
              <a:path w="142646" h="98552">
                <a:moveTo>
                  <a:pt x="142646" y="18898"/>
                </a:moveTo>
                <a:lnTo>
                  <a:pt x="139802" y="8738"/>
                </a:lnTo>
                <a:cubicBezTo>
                  <a:pt x="106477" y="0"/>
                  <a:pt x="63805" y="5080"/>
                  <a:pt x="35357" y="19304"/>
                </a:cubicBezTo>
                <a:cubicBezTo>
                  <a:pt x="17069" y="28448"/>
                  <a:pt x="5893" y="42672"/>
                  <a:pt x="0" y="56286"/>
                </a:cubicBezTo>
                <a:lnTo>
                  <a:pt x="0" y="98552"/>
                </a:lnTo>
                <a:lnTo>
                  <a:pt x="142646" y="98552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13" name="!!path-9iv"/>
          <p:cNvSpPr/>
          <p:nvPr/>
        </p:nvSpPr>
        <p:spPr>
          <a:xfrm>
            <a:off x="548843" y="293726"/>
            <a:ext cx="142646" cy="56286"/>
          </a:xfrm>
          <a:custGeom>
            <a:avLst/>
            <a:gdLst/>
            <a:ahLst/>
            <a:cxnLst/>
            <a:rect l="l" t="t" r="r" b="b"/>
            <a:pathLst>
              <a:path w="142646" h="56286" fill="none">
                <a:moveTo>
                  <a:pt x="0" y="56286"/>
                </a:moveTo>
                <a:cubicBezTo>
                  <a:pt x="5893" y="42672"/>
                  <a:pt x="17069" y="28448"/>
                  <a:pt x="35357" y="19304"/>
                </a:cubicBezTo>
                <a:cubicBezTo>
                  <a:pt x="63805" y="5080"/>
                  <a:pt x="106477" y="0"/>
                  <a:pt x="139802" y="8738"/>
                </a:cubicBezTo>
                <a:lnTo>
                  <a:pt x="142646" y="1889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14" name="!!path-9iw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627D8D"/>
              </a:gs>
              <a:gs pos="21794">
                <a:srgbClr val="627D8D"/>
              </a:gs>
              <a:gs pos="55376">
                <a:srgbClr val="627D8D"/>
              </a:gs>
              <a:gs pos="96421">
                <a:srgbClr val="98ABB7"/>
              </a:gs>
              <a:gs pos="100000">
                <a:srgbClr val="98ABB7"/>
              </a:gs>
            </a:gsLst>
            <a:lin ang="1983350" scaled="0"/>
          </a:gradFill>
          <a:ln>
            <a:noFill/>
          </a:ln>
        </p:spPr>
      </p:sp>
      <p:sp>
        <p:nvSpPr>
          <p:cNvPr id="115" name="!!path-9ix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0000"/>
                </a:srgbClr>
              </a:gs>
              <a:gs pos="4764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83333" t="79291" r="16667" b="20709"/>
            </a:path>
          </a:gradFill>
          <a:ln>
            <a:noFill/>
          </a:ln>
        </p:spPr>
      </p:sp>
      <p:sp>
        <p:nvSpPr>
          <p:cNvPr id="116" name="!!line-9iy"/>
          <p:cNvSpPr/>
          <p:nvPr/>
        </p:nvSpPr>
        <p:spPr>
          <a:xfrm>
            <a:off x="549046" y="363017"/>
            <a:ext cx="1" cy="153619"/>
          </a:xfrm>
          <a:custGeom>
            <a:avLst/>
            <a:gdLst/>
            <a:ahLst/>
            <a:cxnLst/>
            <a:rect l="l" t="t" r="r" b="b"/>
            <a:pathLst>
              <a:path w="1" h="153619">
                <a:moveTo>
                  <a:pt x="0" y="0"/>
                </a:moveTo>
                <a:lnTo>
                  <a:pt x="0" y="153619"/>
                </a:lnTo>
              </a:path>
            </a:pathLst>
          </a:custGeom>
          <a:solidFill>
            <a:srgbClr val="000000"/>
          </a:solidFill>
          <a:ln w="6909" cap="rnd">
            <a:solidFill>
              <a:srgbClr val="C9D3D9"/>
            </a:solidFill>
            <a:prstDash val="solid"/>
            <a:miter lim="800000"/>
          </a:ln>
        </p:spPr>
      </p:sp>
      <p:sp>
        <p:nvSpPr>
          <p:cNvPr id="117" name="!!path-9iz"/>
          <p:cNvSpPr/>
          <p:nvPr/>
        </p:nvSpPr>
        <p:spPr>
          <a:xfrm>
            <a:off x="657962" y="442062"/>
            <a:ext cx="25400" cy="37998"/>
          </a:xfrm>
          <a:custGeom>
            <a:avLst/>
            <a:gdLst/>
            <a:ahLst/>
            <a:cxnLst/>
            <a:rect l="l" t="t" r="r" b="b"/>
            <a:pathLst>
              <a:path w="25400" h="37998">
                <a:moveTo>
                  <a:pt x="0" y="2642"/>
                </a:moveTo>
                <a:lnTo>
                  <a:pt x="15240" y="0"/>
                </a:lnTo>
                <a:lnTo>
                  <a:pt x="25400" y="37186"/>
                </a:lnTo>
                <a:lnTo>
                  <a:pt x="7518" y="37998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 w="1016" cap="flat">
            <a:solidFill>
              <a:srgbClr val="FFFFFF">
                <a:alpha val="55000"/>
              </a:srgbClr>
            </a:solidFill>
            <a:prstDash val="solid"/>
            <a:round/>
          </a:ln>
        </p:spPr>
      </p:sp>
      <p:sp>
        <p:nvSpPr>
          <p:cNvPr id="118" name="!!text-9j0" descr="救「舊」我的書"/>
          <p:cNvSpPr txBox="1"/>
          <p:nvPr/>
        </p:nvSpPr>
        <p:spPr>
          <a:xfrm>
            <a:off x="805879" y="251460"/>
            <a:ext cx="1120140" cy="25745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400" b="1" kern="0" spc="-70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救</a:t>
            </a:r>
            <a:r>
              <a:rPr lang="zh-TW" altLang="en-US" sz="14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「舊</a:t>
            </a:r>
            <a:r>
              <a:rPr lang="zh-TW" altLang="en-US" sz="1400" b="1" kern="0" spc="-70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」</a:t>
            </a:r>
            <a:r>
              <a:rPr lang="zh-TW" altLang="en-US" sz="14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我的書</a:t>
            </a:r>
            <a:endParaRPr lang="zh-TW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fast" p14:dur="1100" advTm="100">
        <p159:morph option="byObject"/>
      </p:transition>
    </mc:Choice>
    <mc:Fallback>
      <p:transition spd="fast" advTm="100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122.3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rect-1q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7"/>
          </a:solidFill>
          <a:ln>
            <a:noFill/>
          </a:ln>
        </p:spPr>
      </p:sp>
      <p:sp>
        <p:nvSpPr>
          <p:cNvPr id="3" name="!!ellipse-1q2"/>
          <p:cNvSpPr/>
          <p:nvPr/>
        </p:nvSpPr>
        <p:spPr>
          <a:xfrm>
            <a:off x="-889000" y="-952500"/>
            <a:ext cx="13970000" cy="7874000"/>
          </a:xfrm>
          <a:prstGeom prst="ellipse">
            <a:avLst/>
          </a:prstGeom>
          <a:gradFill rotWithShape="1">
            <a:gsLst>
              <a:gs pos="0">
                <a:srgbClr val="FFFFFF">
                  <a:alpha val="95000"/>
                </a:srgbClr>
              </a:gs>
              <a:gs pos="40865">
                <a:srgbClr val="FFFFFF">
                  <a:alpha val="35000"/>
                </a:srgbClr>
              </a:gs>
              <a:gs pos="68108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!!rect-1q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P1"/>
            <a:srcRect/>
            <a:tile tx="175511" ty="192627" sx="16667" sy="16667" flip="none" algn="tl"/>
          </a:blipFill>
          <a:ln>
            <a:noFill/>
          </a:ln>
        </p:spPr>
      </p:sp>
      <p:sp>
        <p:nvSpPr>
          <p:cNvPr id="5" name="!!circle-1q9"/>
          <p:cNvSpPr/>
          <p:nvPr/>
        </p:nvSpPr>
        <p:spPr>
          <a:xfrm>
            <a:off x="2871816" y="2955849"/>
            <a:ext cx="2047469" cy="2047469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" name="!!circle-1qc"/>
          <p:cNvSpPr/>
          <p:nvPr/>
        </p:nvSpPr>
        <p:spPr>
          <a:xfrm>
            <a:off x="-1009139" y="1400689"/>
            <a:ext cx="2495906" cy="2495906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7" name="!!circle-1qp"/>
          <p:cNvSpPr/>
          <p:nvPr/>
        </p:nvSpPr>
        <p:spPr>
          <a:xfrm>
            <a:off x="2338218" y="3175190"/>
            <a:ext cx="1404176" cy="1404176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8" name="!!circle-1qx"/>
          <p:cNvSpPr/>
          <p:nvPr/>
        </p:nvSpPr>
        <p:spPr>
          <a:xfrm>
            <a:off x="10413138" y="5914237"/>
            <a:ext cx="1128039" cy="1128039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9" name="!!circle-1r4"/>
          <p:cNvSpPr/>
          <p:nvPr/>
        </p:nvSpPr>
        <p:spPr>
          <a:xfrm>
            <a:off x="5318197" y="3013653"/>
            <a:ext cx="1085901" cy="1085901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0" name="!!circle-1r5"/>
          <p:cNvSpPr/>
          <p:nvPr/>
        </p:nvSpPr>
        <p:spPr>
          <a:xfrm>
            <a:off x="5479296" y="5148815"/>
            <a:ext cx="2573795" cy="2573795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1" name="!!circle-1r7"/>
          <p:cNvSpPr/>
          <p:nvPr/>
        </p:nvSpPr>
        <p:spPr>
          <a:xfrm>
            <a:off x="7038013" y="2300573"/>
            <a:ext cx="1068896" cy="1068896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2" name="!!circle-1r8"/>
          <p:cNvSpPr/>
          <p:nvPr/>
        </p:nvSpPr>
        <p:spPr>
          <a:xfrm>
            <a:off x="10868702" y="5810396"/>
            <a:ext cx="2785275" cy="2785275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3" name="!!circle-1rd"/>
          <p:cNvSpPr/>
          <p:nvPr/>
        </p:nvSpPr>
        <p:spPr>
          <a:xfrm>
            <a:off x="11951324" y="1935245"/>
            <a:ext cx="2084946" cy="2084946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4" name="!!circle-1rv"/>
          <p:cNvSpPr/>
          <p:nvPr/>
        </p:nvSpPr>
        <p:spPr>
          <a:xfrm>
            <a:off x="6484154" y="6560871"/>
            <a:ext cx="894347" cy="894347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5" name="!!rect-1sh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5F7">
                  <a:alpha val="0"/>
                </a:srgbClr>
              </a:gs>
              <a:gs pos="20428">
                <a:srgbClr val="F3F5F7">
                  <a:alpha val="0"/>
                </a:srgbClr>
              </a:gs>
              <a:gs pos="66730">
                <a:srgbClr val="F3F5F7"/>
              </a:gs>
              <a:gs pos="100000">
                <a:srgbClr val="F3F5F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6" name="!!circle-1sm"/>
          <p:cNvSpPr/>
          <p:nvPr/>
        </p:nvSpPr>
        <p:spPr>
          <a:xfrm>
            <a:off x="5563480" y="1274103"/>
            <a:ext cx="36055" cy="36055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17" name="!!circle-1sp"/>
          <p:cNvSpPr/>
          <p:nvPr/>
        </p:nvSpPr>
        <p:spPr>
          <a:xfrm>
            <a:off x="9314017" y="3168609"/>
            <a:ext cx="24295" cy="24295"/>
          </a:xfrm>
          <a:prstGeom prst="ellipse">
            <a:avLst/>
          </a:prstGeom>
          <a:solidFill>
            <a:srgbClr val="627D8D">
              <a:alpha val="18100"/>
            </a:srgbClr>
          </a:solidFill>
          <a:ln>
            <a:noFill/>
          </a:ln>
        </p:spPr>
      </p:sp>
      <p:sp>
        <p:nvSpPr>
          <p:cNvPr id="18" name="!!circle-1ss"/>
          <p:cNvSpPr/>
          <p:nvPr/>
        </p:nvSpPr>
        <p:spPr>
          <a:xfrm>
            <a:off x="3493400" y="6380556"/>
            <a:ext cx="25959" cy="25959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19" name="!!circle-1sv"/>
          <p:cNvSpPr/>
          <p:nvPr/>
        </p:nvSpPr>
        <p:spPr>
          <a:xfrm>
            <a:off x="1990870" y="1733669"/>
            <a:ext cx="35878" cy="35878"/>
          </a:xfrm>
          <a:prstGeom prst="ellipse">
            <a:avLst/>
          </a:prstGeom>
          <a:solidFill>
            <a:srgbClr val="627D8D">
              <a:alpha val="26800"/>
            </a:srgbClr>
          </a:solidFill>
          <a:ln>
            <a:noFill/>
          </a:ln>
        </p:spPr>
      </p:sp>
      <p:sp>
        <p:nvSpPr>
          <p:cNvPr id="20" name="!!circle-1sy"/>
          <p:cNvSpPr/>
          <p:nvPr/>
        </p:nvSpPr>
        <p:spPr>
          <a:xfrm>
            <a:off x="6856583" y="3670650"/>
            <a:ext cx="40234" cy="40234"/>
          </a:xfrm>
          <a:prstGeom prst="ellipse">
            <a:avLst/>
          </a:prstGeom>
          <a:solidFill>
            <a:srgbClr val="627D8D">
              <a:alpha val="31300"/>
            </a:srgbClr>
          </a:solidFill>
          <a:ln>
            <a:noFill/>
          </a:ln>
        </p:spPr>
      </p:sp>
      <p:sp>
        <p:nvSpPr>
          <p:cNvPr id="21" name="!!circle-1t4"/>
          <p:cNvSpPr/>
          <p:nvPr/>
        </p:nvSpPr>
        <p:spPr>
          <a:xfrm>
            <a:off x="1192543" y="4772792"/>
            <a:ext cx="29959" cy="29959"/>
          </a:xfrm>
          <a:prstGeom prst="ellipse">
            <a:avLst/>
          </a:prstGeom>
          <a:solidFill>
            <a:srgbClr val="627D8D">
              <a:alpha val="19400"/>
            </a:srgbClr>
          </a:solidFill>
          <a:ln>
            <a:noFill/>
          </a:ln>
        </p:spPr>
      </p:sp>
      <p:sp>
        <p:nvSpPr>
          <p:cNvPr id="22" name="!!circle-1t7"/>
          <p:cNvSpPr/>
          <p:nvPr/>
        </p:nvSpPr>
        <p:spPr>
          <a:xfrm>
            <a:off x="8450483" y="4423847"/>
            <a:ext cx="28702" cy="28702"/>
          </a:xfrm>
          <a:prstGeom prst="ellipse">
            <a:avLst/>
          </a:prstGeom>
          <a:solidFill>
            <a:srgbClr val="627D8D">
              <a:alpha val="17800"/>
            </a:srgbClr>
          </a:solidFill>
          <a:ln>
            <a:noFill/>
          </a:ln>
        </p:spPr>
      </p:sp>
      <p:sp>
        <p:nvSpPr>
          <p:cNvPr id="23" name="!!circle-1ta"/>
          <p:cNvSpPr/>
          <p:nvPr/>
        </p:nvSpPr>
        <p:spPr>
          <a:xfrm>
            <a:off x="10983324" y="1798709"/>
            <a:ext cx="24066" cy="24066"/>
          </a:xfrm>
          <a:prstGeom prst="ellipse">
            <a:avLst/>
          </a:prstGeom>
          <a:solidFill>
            <a:srgbClr val="627D8D">
              <a:alpha val="23900"/>
            </a:srgbClr>
          </a:solidFill>
          <a:ln>
            <a:noFill/>
          </a:ln>
        </p:spPr>
      </p:sp>
      <p:sp>
        <p:nvSpPr>
          <p:cNvPr id="24" name="!!circle-1td"/>
          <p:cNvSpPr/>
          <p:nvPr/>
        </p:nvSpPr>
        <p:spPr>
          <a:xfrm>
            <a:off x="8449950" y="5710060"/>
            <a:ext cx="35865" cy="35865"/>
          </a:xfrm>
          <a:prstGeom prst="ellipse">
            <a:avLst/>
          </a:prstGeom>
          <a:solidFill>
            <a:srgbClr val="627D8D">
              <a:alpha val="28200"/>
            </a:srgbClr>
          </a:solidFill>
          <a:ln>
            <a:noFill/>
          </a:ln>
        </p:spPr>
      </p:sp>
      <p:sp>
        <p:nvSpPr>
          <p:cNvPr id="25" name="!!circle-1tg"/>
          <p:cNvSpPr/>
          <p:nvPr/>
        </p:nvSpPr>
        <p:spPr>
          <a:xfrm>
            <a:off x="1508337" y="2841440"/>
            <a:ext cx="39218" cy="39218"/>
          </a:xfrm>
          <a:prstGeom prst="ellipse">
            <a:avLst/>
          </a:prstGeom>
          <a:solidFill>
            <a:srgbClr val="627D8D">
              <a:alpha val="29600"/>
            </a:srgbClr>
          </a:solidFill>
          <a:ln>
            <a:noFill/>
          </a:ln>
        </p:spPr>
      </p:sp>
      <p:sp>
        <p:nvSpPr>
          <p:cNvPr id="26" name="!!circle-1tj"/>
          <p:cNvSpPr/>
          <p:nvPr/>
        </p:nvSpPr>
        <p:spPr>
          <a:xfrm>
            <a:off x="7072341" y="5897004"/>
            <a:ext cx="49733" cy="49733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7" name="!!circle-1tm"/>
          <p:cNvSpPr/>
          <p:nvPr/>
        </p:nvSpPr>
        <p:spPr>
          <a:xfrm>
            <a:off x="6413630" y="1578321"/>
            <a:ext cx="41694" cy="41694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8" name="!!circle-1tp"/>
          <p:cNvSpPr/>
          <p:nvPr/>
        </p:nvSpPr>
        <p:spPr>
          <a:xfrm>
            <a:off x="6797146" y="4988673"/>
            <a:ext cx="31979" cy="31979"/>
          </a:xfrm>
          <a:prstGeom prst="ellipse">
            <a:avLst/>
          </a:prstGeom>
          <a:solidFill>
            <a:srgbClr val="627D8D">
              <a:alpha val="24100"/>
            </a:srgbClr>
          </a:solidFill>
          <a:ln>
            <a:noFill/>
          </a:ln>
        </p:spPr>
      </p:sp>
      <p:sp>
        <p:nvSpPr>
          <p:cNvPr id="29" name="!!circle-1ts"/>
          <p:cNvSpPr/>
          <p:nvPr/>
        </p:nvSpPr>
        <p:spPr>
          <a:xfrm>
            <a:off x="3899152" y="852190"/>
            <a:ext cx="18085" cy="18085"/>
          </a:xfrm>
          <a:prstGeom prst="ellipse">
            <a:avLst/>
          </a:prstGeom>
          <a:solidFill>
            <a:srgbClr val="627D8D">
              <a:alpha val="10500"/>
            </a:srgbClr>
          </a:solidFill>
          <a:ln>
            <a:noFill/>
          </a:ln>
        </p:spPr>
      </p:sp>
      <p:sp>
        <p:nvSpPr>
          <p:cNvPr id="30" name="!!circle-1ty"/>
          <p:cNvSpPr/>
          <p:nvPr/>
        </p:nvSpPr>
        <p:spPr>
          <a:xfrm>
            <a:off x="3468368" y="6171905"/>
            <a:ext cx="39243" cy="39243"/>
          </a:xfrm>
          <a:prstGeom prst="ellipse">
            <a:avLst/>
          </a:prstGeom>
          <a:solidFill>
            <a:srgbClr val="627D8D">
              <a:alpha val="27700"/>
            </a:srgbClr>
          </a:solidFill>
          <a:ln>
            <a:noFill/>
          </a:ln>
        </p:spPr>
      </p:sp>
      <p:sp>
        <p:nvSpPr>
          <p:cNvPr id="31" name="!!circle-1u1"/>
          <p:cNvSpPr/>
          <p:nvPr/>
        </p:nvSpPr>
        <p:spPr>
          <a:xfrm>
            <a:off x="1647184" y="6505611"/>
            <a:ext cx="34519" cy="34519"/>
          </a:xfrm>
          <a:prstGeom prst="ellipse">
            <a:avLst/>
          </a:prstGeom>
          <a:solidFill>
            <a:srgbClr val="627D8D">
              <a:alpha val="22500"/>
            </a:srgbClr>
          </a:solidFill>
          <a:ln>
            <a:noFill/>
          </a:ln>
        </p:spPr>
      </p:sp>
      <p:sp>
        <p:nvSpPr>
          <p:cNvPr id="32" name="!!circle-1u4"/>
          <p:cNvSpPr/>
          <p:nvPr/>
        </p:nvSpPr>
        <p:spPr>
          <a:xfrm>
            <a:off x="2691854" y="4963460"/>
            <a:ext cx="46228" cy="46228"/>
          </a:xfrm>
          <a:prstGeom prst="ellipse">
            <a:avLst/>
          </a:prstGeom>
          <a:solidFill>
            <a:srgbClr val="627D8D">
              <a:alpha val="26200"/>
            </a:srgbClr>
          </a:solidFill>
          <a:ln>
            <a:noFill/>
          </a:ln>
        </p:spPr>
      </p:sp>
      <p:sp>
        <p:nvSpPr>
          <p:cNvPr id="33" name="!!circle-1u7"/>
          <p:cNvSpPr/>
          <p:nvPr/>
        </p:nvSpPr>
        <p:spPr>
          <a:xfrm>
            <a:off x="7429142" y="4689432"/>
            <a:ext cx="49327" cy="49327"/>
          </a:xfrm>
          <a:prstGeom prst="ellipse">
            <a:avLst/>
          </a:prstGeom>
          <a:solidFill>
            <a:srgbClr val="627D8D">
              <a:alpha val="20800"/>
            </a:srgbClr>
          </a:solidFill>
          <a:ln>
            <a:noFill/>
          </a:ln>
        </p:spPr>
      </p:sp>
      <p:sp>
        <p:nvSpPr>
          <p:cNvPr id="34" name="!!circle-1ua"/>
          <p:cNvSpPr/>
          <p:nvPr/>
        </p:nvSpPr>
        <p:spPr>
          <a:xfrm>
            <a:off x="9696589" y="5359469"/>
            <a:ext cx="24054" cy="24054"/>
          </a:xfrm>
          <a:prstGeom prst="ellipse">
            <a:avLst/>
          </a:prstGeom>
          <a:solidFill>
            <a:srgbClr val="627D8D">
              <a:alpha val="22200"/>
            </a:srgbClr>
          </a:solidFill>
          <a:ln>
            <a:noFill/>
          </a:ln>
        </p:spPr>
      </p:sp>
      <p:sp>
        <p:nvSpPr>
          <p:cNvPr id="35" name="!!circle-1ud"/>
          <p:cNvSpPr/>
          <p:nvPr/>
        </p:nvSpPr>
        <p:spPr>
          <a:xfrm>
            <a:off x="2032492" y="1401404"/>
            <a:ext cx="32271" cy="32271"/>
          </a:xfrm>
          <a:prstGeom prst="ellipse">
            <a:avLst/>
          </a:prstGeom>
          <a:solidFill>
            <a:srgbClr val="627D8D">
              <a:alpha val="20500"/>
            </a:srgbClr>
          </a:solidFill>
          <a:ln>
            <a:noFill/>
          </a:ln>
        </p:spPr>
      </p:sp>
      <p:sp>
        <p:nvSpPr>
          <p:cNvPr id="36" name="!!circle-1uj"/>
          <p:cNvSpPr/>
          <p:nvPr/>
        </p:nvSpPr>
        <p:spPr>
          <a:xfrm>
            <a:off x="2067998" y="2341348"/>
            <a:ext cx="34252" cy="34252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37" name="!!circle-1um"/>
          <p:cNvSpPr/>
          <p:nvPr/>
        </p:nvSpPr>
        <p:spPr>
          <a:xfrm>
            <a:off x="9601943" y="4175832"/>
            <a:ext cx="44196" cy="44196"/>
          </a:xfrm>
          <a:prstGeom prst="ellipse">
            <a:avLst/>
          </a:prstGeom>
          <a:solidFill>
            <a:srgbClr val="627D8D">
              <a:alpha val="21700"/>
            </a:srgbClr>
          </a:solidFill>
          <a:ln>
            <a:noFill/>
          </a:ln>
        </p:spPr>
      </p:sp>
      <p:sp>
        <p:nvSpPr>
          <p:cNvPr id="38" name="!!circle-1up"/>
          <p:cNvSpPr/>
          <p:nvPr/>
        </p:nvSpPr>
        <p:spPr>
          <a:xfrm>
            <a:off x="6768024" y="1742352"/>
            <a:ext cx="35192" cy="35192"/>
          </a:xfrm>
          <a:prstGeom prst="ellipse">
            <a:avLst/>
          </a:prstGeom>
          <a:solidFill>
            <a:srgbClr val="627D8D">
              <a:alpha val="27100"/>
            </a:srgbClr>
          </a:solidFill>
          <a:ln>
            <a:noFill/>
          </a:ln>
        </p:spPr>
      </p:sp>
      <p:sp>
        <p:nvSpPr>
          <p:cNvPr id="39" name="!!circle-1us"/>
          <p:cNvSpPr/>
          <p:nvPr/>
        </p:nvSpPr>
        <p:spPr>
          <a:xfrm>
            <a:off x="10184784" y="5239960"/>
            <a:ext cx="43358" cy="43358"/>
          </a:xfrm>
          <a:prstGeom prst="ellipse">
            <a:avLst/>
          </a:prstGeom>
          <a:solidFill>
            <a:srgbClr val="627D8D">
              <a:alpha val="19500"/>
            </a:srgbClr>
          </a:solidFill>
          <a:ln>
            <a:noFill/>
          </a:ln>
        </p:spPr>
      </p:sp>
      <p:sp>
        <p:nvSpPr>
          <p:cNvPr id="40" name="!!circle-1uv"/>
          <p:cNvSpPr/>
          <p:nvPr/>
        </p:nvSpPr>
        <p:spPr>
          <a:xfrm>
            <a:off x="3189281" y="2021127"/>
            <a:ext cx="33528" cy="33528"/>
          </a:xfrm>
          <a:prstGeom prst="ellipse">
            <a:avLst/>
          </a:prstGeom>
          <a:solidFill>
            <a:srgbClr val="627D8D">
              <a:alpha val="28300"/>
            </a:srgbClr>
          </a:solidFill>
          <a:ln>
            <a:noFill/>
          </a:ln>
        </p:spPr>
      </p:sp>
      <p:sp>
        <p:nvSpPr>
          <p:cNvPr id="41" name="!!circle-1uy"/>
          <p:cNvSpPr/>
          <p:nvPr/>
        </p:nvSpPr>
        <p:spPr>
          <a:xfrm>
            <a:off x="6821538" y="2603314"/>
            <a:ext cx="28956" cy="28956"/>
          </a:xfrm>
          <a:prstGeom prst="ellipse">
            <a:avLst/>
          </a:prstGeom>
          <a:solidFill>
            <a:srgbClr val="627D8D">
              <a:alpha val="21800"/>
            </a:srgbClr>
          </a:solidFill>
          <a:ln>
            <a:noFill/>
          </a:ln>
        </p:spPr>
      </p:sp>
      <p:sp>
        <p:nvSpPr>
          <p:cNvPr id="42" name="!!circle-1v1"/>
          <p:cNvSpPr/>
          <p:nvPr/>
        </p:nvSpPr>
        <p:spPr>
          <a:xfrm>
            <a:off x="7013266" y="6279242"/>
            <a:ext cx="45555" cy="45555"/>
          </a:xfrm>
          <a:prstGeom prst="ellipse">
            <a:avLst/>
          </a:prstGeom>
          <a:solidFill>
            <a:srgbClr val="627D8D">
              <a:alpha val="20900"/>
            </a:srgbClr>
          </a:solidFill>
          <a:ln>
            <a:noFill/>
          </a:ln>
        </p:spPr>
      </p:sp>
      <p:sp>
        <p:nvSpPr>
          <p:cNvPr id="43" name="!!circle-1v4"/>
          <p:cNvSpPr/>
          <p:nvPr/>
        </p:nvSpPr>
        <p:spPr>
          <a:xfrm>
            <a:off x="11299181" y="3143125"/>
            <a:ext cx="39484" cy="39484"/>
          </a:xfrm>
          <a:prstGeom prst="ellipse">
            <a:avLst/>
          </a:prstGeom>
          <a:solidFill>
            <a:srgbClr val="627D8D">
              <a:alpha val="13600"/>
            </a:srgbClr>
          </a:solidFill>
          <a:ln>
            <a:noFill/>
          </a:ln>
        </p:spPr>
      </p:sp>
      <p:sp>
        <p:nvSpPr>
          <p:cNvPr id="44" name="!!circle-1v7"/>
          <p:cNvSpPr/>
          <p:nvPr/>
        </p:nvSpPr>
        <p:spPr>
          <a:xfrm>
            <a:off x="7473208" y="5602117"/>
            <a:ext cx="30455" cy="30455"/>
          </a:xfrm>
          <a:prstGeom prst="ellipse">
            <a:avLst/>
          </a:prstGeom>
          <a:solidFill>
            <a:srgbClr val="627D8D">
              <a:alpha val="16500"/>
            </a:srgbClr>
          </a:solidFill>
          <a:ln>
            <a:noFill/>
          </a:ln>
        </p:spPr>
      </p:sp>
      <p:sp>
        <p:nvSpPr>
          <p:cNvPr id="45" name="!!circle-1va"/>
          <p:cNvSpPr/>
          <p:nvPr/>
        </p:nvSpPr>
        <p:spPr>
          <a:xfrm>
            <a:off x="8977819" y="6361816"/>
            <a:ext cx="28257" cy="28257"/>
          </a:xfrm>
          <a:prstGeom prst="ellipse">
            <a:avLst/>
          </a:prstGeom>
          <a:solidFill>
            <a:srgbClr val="627D8D">
              <a:alpha val="15700"/>
            </a:srgbClr>
          </a:solidFill>
          <a:ln>
            <a:noFill/>
          </a:ln>
        </p:spPr>
      </p:sp>
      <p:sp>
        <p:nvSpPr>
          <p:cNvPr id="46" name="!!circle-1vd"/>
          <p:cNvSpPr/>
          <p:nvPr/>
        </p:nvSpPr>
        <p:spPr>
          <a:xfrm>
            <a:off x="11412537" y="5020816"/>
            <a:ext cx="45149" cy="45149"/>
          </a:xfrm>
          <a:prstGeom prst="ellipse">
            <a:avLst/>
          </a:prstGeom>
          <a:solidFill>
            <a:srgbClr val="627D8D">
              <a:alpha val="31200"/>
            </a:srgbClr>
          </a:solidFill>
          <a:ln>
            <a:noFill/>
          </a:ln>
        </p:spPr>
      </p:sp>
      <p:sp>
        <p:nvSpPr>
          <p:cNvPr id="47" name="!!circle-1vg"/>
          <p:cNvSpPr/>
          <p:nvPr/>
        </p:nvSpPr>
        <p:spPr>
          <a:xfrm>
            <a:off x="3466988" y="3023773"/>
            <a:ext cx="30696" cy="30696"/>
          </a:xfrm>
          <a:prstGeom prst="ellipse">
            <a:avLst/>
          </a:prstGeom>
          <a:solidFill>
            <a:srgbClr val="627D8D">
              <a:alpha val="25700"/>
            </a:srgbClr>
          </a:solidFill>
          <a:ln>
            <a:noFill/>
          </a:ln>
        </p:spPr>
      </p:sp>
      <p:sp>
        <p:nvSpPr>
          <p:cNvPr id="48" name="!!circle-1vj"/>
          <p:cNvSpPr/>
          <p:nvPr/>
        </p:nvSpPr>
        <p:spPr>
          <a:xfrm>
            <a:off x="8821688" y="3547196"/>
            <a:ext cx="37401" cy="37401"/>
          </a:xfrm>
          <a:prstGeom prst="ellipse">
            <a:avLst/>
          </a:prstGeom>
          <a:solidFill>
            <a:srgbClr val="627D8D">
              <a:alpha val="16000"/>
            </a:srgbClr>
          </a:solidFill>
          <a:ln>
            <a:noFill/>
          </a:ln>
        </p:spPr>
      </p:sp>
      <p:sp>
        <p:nvSpPr>
          <p:cNvPr id="49" name="!!circle-1vm"/>
          <p:cNvSpPr/>
          <p:nvPr/>
        </p:nvSpPr>
        <p:spPr>
          <a:xfrm>
            <a:off x="1804106" y="4409961"/>
            <a:ext cx="33096" cy="33096"/>
          </a:xfrm>
          <a:prstGeom prst="ellipse">
            <a:avLst/>
          </a:prstGeom>
          <a:solidFill>
            <a:srgbClr val="627D8D">
              <a:alpha val="22300"/>
            </a:srgbClr>
          </a:solidFill>
          <a:ln>
            <a:noFill/>
          </a:ln>
        </p:spPr>
      </p:sp>
      <p:sp>
        <p:nvSpPr>
          <p:cNvPr id="50" name="!!circle-1vp"/>
          <p:cNvSpPr/>
          <p:nvPr/>
        </p:nvSpPr>
        <p:spPr>
          <a:xfrm>
            <a:off x="11576763" y="528459"/>
            <a:ext cx="21145" cy="21145"/>
          </a:xfrm>
          <a:prstGeom prst="ellipse">
            <a:avLst/>
          </a:prstGeom>
          <a:solidFill>
            <a:srgbClr val="627D8D">
              <a:alpha val="16300"/>
            </a:srgbClr>
          </a:solidFill>
          <a:ln>
            <a:noFill/>
          </a:ln>
        </p:spPr>
      </p:sp>
      <p:sp>
        <p:nvSpPr>
          <p:cNvPr id="51" name="!!circle-1vs"/>
          <p:cNvSpPr/>
          <p:nvPr/>
        </p:nvSpPr>
        <p:spPr>
          <a:xfrm>
            <a:off x="11075722" y="5495707"/>
            <a:ext cx="35281" cy="35281"/>
          </a:xfrm>
          <a:prstGeom prst="ellipse">
            <a:avLst/>
          </a:prstGeom>
          <a:solidFill>
            <a:srgbClr val="627D8D">
              <a:alpha val="30000"/>
            </a:srgbClr>
          </a:solidFill>
          <a:ln>
            <a:noFill/>
          </a:ln>
        </p:spPr>
      </p:sp>
      <p:sp>
        <p:nvSpPr>
          <p:cNvPr id="52" name="!!text-52g" descr="交易安全"/>
          <p:cNvSpPr txBox="1"/>
          <p:nvPr/>
        </p:nvSpPr>
        <p:spPr>
          <a:xfrm>
            <a:off x="673507" y="612020"/>
            <a:ext cx="715155" cy="2222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08" b="1" kern="0" spc="145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交易安</a:t>
            </a:r>
            <a:r>
              <a:rPr lang="zh-TW" altLang="en-US" sz="1208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全</a:t>
            </a:r>
            <a:endParaRPr lang="zh-TW" sz="1208"/>
          </a:p>
        </p:txBody>
      </p:sp>
      <p:sp>
        <p:nvSpPr>
          <p:cNvPr id="53" name="!!text-52q" descr="款項由平台暫管"/>
          <p:cNvSpPr txBox="1"/>
          <p:nvPr/>
        </p:nvSpPr>
        <p:spPr>
          <a:xfrm>
            <a:off x="673507" y="882633"/>
            <a:ext cx="3360923" cy="6666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3625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款項由平台暫管</a:t>
            </a:r>
            <a:endParaRPr lang="zh-TW" sz="3625"/>
          </a:p>
        </p:txBody>
      </p:sp>
      <p:sp>
        <p:nvSpPr>
          <p:cNvPr id="54" name="!!text-532" descr="買家完成訂單或取書滿 24 小時後，款項才撥入賣家錢包。"/>
          <p:cNvSpPr txBox="1"/>
          <p:nvPr/>
        </p:nvSpPr>
        <p:spPr>
          <a:xfrm>
            <a:off x="673507" y="1603416"/>
            <a:ext cx="4966569" cy="2777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511" kern="0" dirty="0">
                <a:solidFill>
                  <a:srgbClr val="3F4A54"/>
                </a:solidFill>
                <a:latin typeface="Noto Sans TC Medium"/>
                <a:ea typeface="Noto Sans TC Medium"/>
                <a:cs typeface="Noto Sans TC Medium"/>
              </a:rPr>
              <a:t>買家完成訂單或取書滿 24 小時後，款項才撥入賣家錢包。</a:t>
            </a:r>
            <a:endParaRPr lang="zh-TW" sz="1511"/>
          </a:p>
        </p:txBody>
      </p:sp>
      <p:sp>
        <p:nvSpPr>
          <p:cNvPr id="55" name="!!path-53y"/>
          <p:cNvSpPr/>
          <p:nvPr/>
        </p:nvSpPr>
        <p:spPr>
          <a:xfrm>
            <a:off x="3832365" y="3296666"/>
            <a:ext cx="1713713" cy="1"/>
          </a:xfrm>
          <a:custGeom>
            <a:avLst/>
            <a:gdLst/>
            <a:ahLst/>
            <a:cxnLst/>
            <a:rect l="l" t="t" r="r" b="b"/>
            <a:pathLst>
              <a:path w="1713713" h="1" fill="none">
                <a:moveTo>
                  <a:pt x="0" y="0"/>
                </a:moveTo>
                <a:lnTo>
                  <a:pt x="1713713" y="0"/>
                </a:lnTo>
              </a:path>
            </a:pathLst>
          </a:custGeom>
          <a:noFill/>
          <a:ln w="15986" cap="rnd">
            <a:solidFill>
              <a:srgbClr val="627D8D">
                <a:alpha val="60000"/>
              </a:srgbClr>
            </a:solidFill>
            <a:prstDash val="solid"/>
            <a:round/>
          </a:ln>
        </p:spPr>
      </p:sp>
      <p:sp>
        <p:nvSpPr>
          <p:cNvPr id="56" name="!!path-543"/>
          <p:cNvSpPr/>
          <p:nvPr/>
        </p:nvSpPr>
        <p:spPr>
          <a:xfrm>
            <a:off x="6645923" y="3296666"/>
            <a:ext cx="1713713" cy="1"/>
          </a:xfrm>
          <a:custGeom>
            <a:avLst/>
            <a:gdLst/>
            <a:ahLst/>
            <a:cxnLst/>
            <a:rect l="l" t="t" r="r" b="b"/>
            <a:pathLst>
              <a:path w="1713713" h="1" fill="none">
                <a:moveTo>
                  <a:pt x="0" y="0"/>
                </a:moveTo>
                <a:lnTo>
                  <a:pt x="1713713" y="0"/>
                </a:lnTo>
              </a:path>
            </a:pathLst>
          </a:custGeom>
          <a:noFill/>
          <a:ln w="15986" cap="rnd">
            <a:solidFill>
              <a:srgbClr val="627D8D">
                <a:alpha val="60000"/>
              </a:srgbClr>
            </a:solidFill>
            <a:prstDash val="solid"/>
            <a:round/>
          </a:ln>
        </p:spPr>
      </p:sp>
      <p:sp>
        <p:nvSpPr>
          <p:cNvPr id="57" name="!!circle-54c"/>
          <p:cNvSpPr/>
          <p:nvPr/>
        </p:nvSpPr>
        <p:spPr>
          <a:xfrm>
            <a:off x="2770886" y="2836266"/>
            <a:ext cx="1099845" cy="1099845"/>
          </a:xfrm>
          <a:prstGeom prst="ellipse">
            <a:avLst/>
          </a:prstGeom>
          <a:solidFill>
            <a:srgbClr val="0B1A26">
              <a:alpha val="10000"/>
            </a:srgbClr>
          </a:solidFill>
          <a:ln>
            <a:noFill/>
          </a:ln>
          <a:effectLst>
            <a:softEdge rad="225085"/>
          </a:effectLst>
        </p:spPr>
      </p:sp>
      <p:sp>
        <p:nvSpPr>
          <p:cNvPr id="58" name="!!circle-54d"/>
          <p:cNvSpPr/>
          <p:nvPr/>
        </p:nvSpPr>
        <p:spPr>
          <a:xfrm>
            <a:off x="2834831" y="2849055"/>
            <a:ext cx="895223" cy="895223"/>
          </a:xfrm>
          <a:prstGeom prst="ellipse">
            <a:avLst/>
          </a:prstGeom>
          <a:solidFill>
            <a:srgbClr val="FFFFFF"/>
          </a:solidFill>
          <a:ln w="9592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59" name="!!path-54e"/>
          <p:cNvSpPr/>
          <p:nvPr/>
        </p:nvSpPr>
        <p:spPr>
          <a:xfrm>
            <a:off x="3154553" y="3168777"/>
            <a:ext cx="255778" cy="255778"/>
          </a:xfrm>
          <a:custGeom>
            <a:avLst/>
            <a:gdLst/>
            <a:ahLst/>
            <a:cxnLst/>
            <a:rect l="l" t="t" r="r" b="b"/>
            <a:pathLst>
              <a:path w="255778" h="255778">
                <a:moveTo>
                  <a:pt x="127889" y="30374"/>
                </a:moveTo>
                <a:cubicBezTo>
                  <a:pt x="146433" y="30374"/>
                  <a:pt x="161460" y="45401"/>
                  <a:pt x="161460" y="63944"/>
                </a:cubicBezTo>
                <a:cubicBezTo>
                  <a:pt x="161460" y="82488"/>
                  <a:pt x="146433" y="97515"/>
                  <a:pt x="127889" y="97515"/>
                </a:cubicBezTo>
                <a:cubicBezTo>
                  <a:pt x="109345" y="97515"/>
                  <a:pt x="94318" y="82488"/>
                  <a:pt x="94318" y="63944"/>
                </a:cubicBezTo>
                <a:cubicBezTo>
                  <a:pt x="94318" y="45401"/>
                  <a:pt x="109345" y="30374"/>
                  <a:pt x="127889" y="30374"/>
                </a:cubicBezTo>
                <a:moveTo>
                  <a:pt x="127889" y="174249"/>
                </a:moveTo>
                <a:cubicBezTo>
                  <a:pt x="175368" y="174249"/>
                  <a:pt x="225404" y="197588"/>
                  <a:pt x="225404" y="207820"/>
                </a:cubicBezTo>
                <a:lnTo>
                  <a:pt x="225404" y="225404"/>
                </a:lnTo>
                <a:lnTo>
                  <a:pt x="30374" y="225404"/>
                </a:lnTo>
                <a:lnTo>
                  <a:pt x="30374" y="207820"/>
                </a:lnTo>
                <a:cubicBezTo>
                  <a:pt x="30374" y="197588"/>
                  <a:pt x="80410" y="174249"/>
                  <a:pt x="127889" y="174249"/>
                </a:cubicBezTo>
                <a:moveTo>
                  <a:pt x="127889" y="0"/>
                </a:moveTo>
                <a:cubicBezTo>
                  <a:pt x="92560" y="0"/>
                  <a:pt x="63944" y="28615"/>
                  <a:pt x="63944" y="63944"/>
                </a:cubicBezTo>
                <a:cubicBezTo>
                  <a:pt x="63944" y="99274"/>
                  <a:pt x="92560" y="127889"/>
                  <a:pt x="127889" y="127889"/>
                </a:cubicBezTo>
                <a:cubicBezTo>
                  <a:pt x="163218" y="127889"/>
                  <a:pt x="191833" y="99274"/>
                  <a:pt x="191833" y="63944"/>
                </a:cubicBezTo>
                <a:cubicBezTo>
                  <a:pt x="191833" y="28615"/>
                  <a:pt x="163218" y="0"/>
                  <a:pt x="127889" y="0"/>
                </a:cubicBezTo>
                <a:close/>
                <a:moveTo>
                  <a:pt x="127889" y="143875"/>
                </a:moveTo>
                <a:cubicBezTo>
                  <a:pt x="85206" y="143875"/>
                  <a:pt x="0" y="165297"/>
                  <a:pt x="0" y="207820"/>
                </a:cubicBezTo>
                <a:lnTo>
                  <a:pt x="0" y="255778"/>
                </a:lnTo>
                <a:lnTo>
                  <a:pt x="255778" y="255778"/>
                </a:lnTo>
                <a:lnTo>
                  <a:pt x="255778" y="207820"/>
                </a:lnTo>
                <a:cubicBezTo>
                  <a:pt x="255778" y="165297"/>
                  <a:pt x="170572" y="143875"/>
                  <a:pt x="127889" y="143875"/>
                </a:cubicBez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60" name="!!text-54f" descr="買家"/>
          <p:cNvSpPr txBox="1"/>
          <p:nvPr/>
        </p:nvSpPr>
        <p:spPr>
          <a:xfrm>
            <a:off x="3116186" y="3883932"/>
            <a:ext cx="382388" cy="24073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09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買家</a:t>
            </a:r>
            <a:endParaRPr lang="zh-TW" sz="1309"/>
          </a:p>
        </p:txBody>
      </p:sp>
      <p:sp>
        <p:nvSpPr>
          <p:cNvPr id="61" name="!!text-54i" descr="結帳付款"/>
          <p:cNvSpPr txBox="1"/>
          <p:nvPr/>
        </p:nvSpPr>
        <p:spPr>
          <a:xfrm>
            <a:off x="3001086" y="4131014"/>
            <a:ext cx="604915" cy="20370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08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結帳付款</a:t>
            </a:r>
            <a:endParaRPr lang="zh-TW" sz="1108"/>
          </a:p>
        </p:txBody>
      </p:sp>
      <p:sp>
        <p:nvSpPr>
          <p:cNvPr id="62" name="!!circle-54t"/>
          <p:cNvSpPr/>
          <p:nvPr/>
        </p:nvSpPr>
        <p:spPr>
          <a:xfrm>
            <a:off x="5584444" y="2836266"/>
            <a:ext cx="1099845" cy="1099845"/>
          </a:xfrm>
          <a:prstGeom prst="ellipse">
            <a:avLst/>
          </a:prstGeom>
          <a:solidFill>
            <a:srgbClr val="0B1A26">
              <a:alpha val="10000"/>
            </a:srgbClr>
          </a:solidFill>
          <a:ln>
            <a:noFill/>
          </a:ln>
          <a:effectLst>
            <a:softEdge rad="225085"/>
          </a:effectLst>
        </p:spPr>
      </p:sp>
      <p:sp>
        <p:nvSpPr>
          <p:cNvPr id="63" name="!!circle-54u"/>
          <p:cNvSpPr/>
          <p:nvPr/>
        </p:nvSpPr>
        <p:spPr>
          <a:xfrm>
            <a:off x="5648389" y="2849055"/>
            <a:ext cx="895223" cy="895223"/>
          </a:xfrm>
          <a:prstGeom prst="ellipse">
            <a:avLst/>
          </a:prstGeom>
          <a:solidFill>
            <a:srgbClr val="FFFFFF"/>
          </a:solidFill>
          <a:ln w="9592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64" name="!!path-54v"/>
          <p:cNvSpPr/>
          <p:nvPr/>
        </p:nvSpPr>
        <p:spPr>
          <a:xfrm>
            <a:off x="5952125" y="3120819"/>
            <a:ext cx="287750" cy="351695"/>
          </a:xfrm>
          <a:custGeom>
            <a:avLst/>
            <a:gdLst/>
            <a:ahLst/>
            <a:cxnLst/>
            <a:rect l="l" t="t" r="r" b="b"/>
            <a:pathLst>
              <a:path w="287750" h="351695">
                <a:moveTo>
                  <a:pt x="143875" y="0"/>
                </a:moveTo>
                <a:lnTo>
                  <a:pt x="0" y="63944"/>
                </a:lnTo>
                <a:lnTo>
                  <a:pt x="0" y="159861"/>
                </a:lnTo>
                <a:cubicBezTo>
                  <a:pt x="0" y="248584"/>
                  <a:pt x="61387" y="331552"/>
                  <a:pt x="143875" y="351695"/>
                </a:cubicBezTo>
                <a:cubicBezTo>
                  <a:pt x="226364" y="331552"/>
                  <a:pt x="287750" y="248584"/>
                  <a:pt x="287750" y="159861"/>
                </a:cubicBezTo>
                <a:lnTo>
                  <a:pt x="287750" y="63944"/>
                </a:lnTo>
                <a:lnTo>
                  <a:pt x="143875" y="0"/>
                </a:lnTo>
                <a:close/>
                <a:moveTo>
                  <a:pt x="255778" y="159861"/>
                </a:moveTo>
                <a:cubicBezTo>
                  <a:pt x="255778" y="232119"/>
                  <a:pt x="208139" y="298781"/>
                  <a:pt x="143875" y="318603"/>
                </a:cubicBezTo>
                <a:cubicBezTo>
                  <a:pt x="79611" y="298781"/>
                  <a:pt x="31972" y="232119"/>
                  <a:pt x="31972" y="159861"/>
                </a:cubicBezTo>
                <a:lnTo>
                  <a:pt x="31972" y="84726"/>
                </a:lnTo>
                <a:lnTo>
                  <a:pt x="143875" y="35010"/>
                </a:lnTo>
                <a:lnTo>
                  <a:pt x="255778" y="84726"/>
                </a:lnTo>
                <a:lnTo>
                  <a:pt x="255778" y="159861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65" name="!!text-54w" descr="平台暫管"/>
          <p:cNvSpPr txBox="1"/>
          <p:nvPr/>
        </p:nvSpPr>
        <p:spPr>
          <a:xfrm>
            <a:off x="5763489" y="3883932"/>
            <a:ext cx="714900" cy="24073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09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平台暫管</a:t>
            </a:r>
            <a:endParaRPr lang="zh-TW" sz="1309"/>
          </a:p>
        </p:txBody>
      </p:sp>
      <p:sp>
        <p:nvSpPr>
          <p:cNvPr id="66" name="!!text-551" descr="款項保管中"/>
          <p:cNvSpPr txBox="1"/>
          <p:nvPr/>
        </p:nvSpPr>
        <p:spPr>
          <a:xfrm>
            <a:off x="5744305" y="4131014"/>
            <a:ext cx="745593" cy="20370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08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款項保管中</a:t>
            </a:r>
            <a:endParaRPr lang="zh-TW" sz="1108"/>
          </a:p>
        </p:txBody>
      </p:sp>
      <p:sp>
        <p:nvSpPr>
          <p:cNvPr id="67" name="!!circle-55d"/>
          <p:cNvSpPr/>
          <p:nvPr/>
        </p:nvSpPr>
        <p:spPr>
          <a:xfrm>
            <a:off x="8398002" y="2836266"/>
            <a:ext cx="1099845" cy="1099845"/>
          </a:xfrm>
          <a:prstGeom prst="ellipse">
            <a:avLst/>
          </a:prstGeom>
          <a:solidFill>
            <a:srgbClr val="0B1A26">
              <a:alpha val="10000"/>
            </a:srgbClr>
          </a:solidFill>
          <a:ln>
            <a:noFill/>
          </a:ln>
          <a:effectLst>
            <a:softEdge rad="225085"/>
          </a:effectLst>
        </p:spPr>
      </p:sp>
      <p:sp>
        <p:nvSpPr>
          <p:cNvPr id="68" name="!!circle-55e"/>
          <p:cNvSpPr/>
          <p:nvPr/>
        </p:nvSpPr>
        <p:spPr>
          <a:xfrm>
            <a:off x="8461946" y="2849055"/>
            <a:ext cx="895223" cy="895223"/>
          </a:xfrm>
          <a:prstGeom prst="ellipse">
            <a:avLst/>
          </a:prstGeom>
          <a:solidFill>
            <a:srgbClr val="FFFFFF"/>
          </a:solidFill>
          <a:ln w="9592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69" name="!!path-55f"/>
          <p:cNvSpPr/>
          <p:nvPr/>
        </p:nvSpPr>
        <p:spPr>
          <a:xfrm>
            <a:off x="8765683" y="3152791"/>
            <a:ext cx="303736" cy="287750"/>
          </a:xfrm>
          <a:custGeom>
            <a:avLst/>
            <a:gdLst/>
            <a:ahLst/>
            <a:cxnLst/>
            <a:rect l="l" t="t" r="r" b="b"/>
            <a:pathLst>
              <a:path w="303736" h="287750">
                <a:moveTo>
                  <a:pt x="287750" y="239792"/>
                </a:moveTo>
                <a:lnTo>
                  <a:pt x="287750" y="255778"/>
                </a:lnTo>
                <a:cubicBezTo>
                  <a:pt x="287750" y="273363"/>
                  <a:pt x="273363" y="287750"/>
                  <a:pt x="255778" y="287750"/>
                </a:cubicBezTo>
                <a:lnTo>
                  <a:pt x="31972" y="287750"/>
                </a:lnTo>
                <a:cubicBezTo>
                  <a:pt x="14228" y="287750"/>
                  <a:pt x="0" y="273363"/>
                  <a:pt x="0" y="255778"/>
                </a:cubicBezTo>
                <a:lnTo>
                  <a:pt x="0" y="31972"/>
                </a:lnTo>
                <a:cubicBezTo>
                  <a:pt x="0" y="14388"/>
                  <a:pt x="14228" y="0"/>
                  <a:pt x="31972" y="0"/>
                </a:cubicBezTo>
                <a:lnTo>
                  <a:pt x="255778" y="0"/>
                </a:lnTo>
                <a:cubicBezTo>
                  <a:pt x="273363" y="0"/>
                  <a:pt x="287750" y="14388"/>
                  <a:pt x="287750" y="31972"/>
                </a:cubicBezTo>
                <a:lnTo>
                  <a:pt x="287750" y="47958"/>
                </a:lnTo>
                <a:lnTo>
                  <a:pt x="143875" y="47958"/>
                </a:lnTo>
                <a:cubicBezTo>
                  <a:pt x="126131" y="47958"/>
                  <a:pt x="111903" y="62346"/>
                  <a:pt x="111903" y="79931"/>
                </a:cubicBezTo>
                <a:lnTo>
                  <a:pt x="111903" y="207820"/>
                </a:lnTo>
                <a:cubicBezTo>
                  <a:pt x="111903" y="225404"/>
                  <a:pt x="126131" y="239792"/>
                  <a:pt x="143875" y="239792"/>
                </a:cubicBezTo>
                <a:lnTo>
                  <a:pt x="287750" y="239792"/>
                </a:lnTo>
                <a:close/>
                <a:moveTo>
                  <a:pt x="143875" y="207820"/>
                </a:moveTo>
                <a:lnTo>
                  <a:pt x="303736" y="207820"/>
                </a:lnTo>
                <a:lnTo>
                  <a:pt x="303736" y="79931"/>
                </a:lnTo>
                <a:lnTo>
                  <a:pt x="143875" y="79931"/>
                </a:lnTo>
                <a:lnTo>
                  <a:pt x="143875" y="207820"/>
                </a:lnTo>
                <a:close/>
                <a:moveTo>
                  <a:pt x="207820" y="167854"/>
                </a:moveTo>
                <a:cubicBezTo>
                  <a:pt x="194551" y="167854"/>
                  <a:pt x="183840" y="157144"/>
                  <a:pt x="183840" y="143875"/>
                </a:cubicBezTo>
                <a:cubicBezTo>
                  <a:pt x="183840" y="130607"/>
                  <a:pt x="194551" y="119896"/>
                  <a:pt x="207820" y="119896"/>
                </a:cubicBezTo>
                <a:cubicBezTo>
                  <a:pt x="221088" y="119896"/>
                  <a:pt x="231799" y="130607"/>
                  <a:pt x="231799" y="143875"/>
                </a:cubicBezTo>
                <a:cubicBezTo>
                  <a:pt x="231799" y="157144"/>
                  <a:pt x="221088" y="167854"/>
                  <a:pt x="207820" y="167854"/>
                </a:cubicBez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70" name="!!text-55g" descr="賣家錢包"/>
          <p:cNvSpPr txBox="1"/>
          <p:nvPr/>
        </p:nvSpPr>
        <p:spPr>
          <a:xfrm>
            <a:off x="8577047" y="3883932"/>
            <a:ext cx="714900" cy="24073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09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賣家錢包</a:t>
            </a:r>
            <a:endParaRPr lang="zh-TW" sz="1309"/>
          </a:p>
        </p:txBody>
      </p:sp>
      <p:sp>
        <p:nvSpPr>
          <p:cNvPr id="71" name="!!text-55l" descr="撥款入帳"/>
          <p:cNvSpPr txBox="1"/>
          <p:nvPr/>
        </p:nvSpPr>
        <p:spPr>
          <a:xfrm>
            <a:off x="8628202" y="4131014"/>
            <a:ext cx="604915" cy="20370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08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撥款入帳</a:t>
            </a:r>
            <a:endParaRPr lang="zh-TW" sz="1108"/>
          </a:p>
        </p:txBody>
      </p:sp>
      <p:sp>
        <p:nvSpPr>
          <p:cNvPr id="72" name="!!circle-55q"/>
          <p:cNvSpPr/>
          <p:nvPr/>
        </p:nvSpPr>
        <p:spPr>
          <a:xfrm>
            <a:off x="5547905" y="2748571"/>
            <a:ext cx="1096191" cy="1096191"/>
          </a:xfrm>
          <a:prstGeom prst="ellipse">
            <a:avLst/>
          </a:prstGeom>
          <a:noFill/>
          <a:ln w="19183" cap="flat">
            <a:solidFill>
              <a:srgbClr val="627D8D">
                <a:alpha val="60000"/>
              </a:srgbClr>
            </a:solidFill>
            <a:prstDash val="solid"/>
            <a:miter lim="800000"/>
          </a:ln>
        </p:spPr>
      </p:sp>
      <p:sp>
        <p:nvSpPr>
          <p:cNvPr id="73" name="!!circle-560"/>
          <p:cNvSpPr/>
          <p:nvPr/>
        </p:nvSpPr>
        <p:spPr>
          <a:xfrm>
            <a:off x="5865800" y="2452599"/>
            <a:ext cx="460400" cy="460400"/>
          </a:xfrm>
          <a:prstGeom prst="ellipse">
            <a:avLst/>
          </a:prstGeom>
          <a:solidFill>
            <a:srgbClr val="627D8D"/>
          </a:solidFill>
          <a:ln>
            <a:noFill/>
          </a:ln>
        </p:spPr>
      </p:sp>
      <p:sp>
        <p:nvSpPr>
          <p:cNvPr id="74" name="!!circle-561"/>
          <p:cNvSpPr/>
          <p:nvPr/>
        </p:nvSpPr>
        <p:spPr>
          <a:xfrm>
            <a:off x="5904167" y="2490965"/>
            <a:ext cx="383667" cy="383667"/>
          </a:xfrm>
          <a:prstGeom prst="ellipse">
            <a:avLst/>
          </a:prstGeom>
          <a:noFill/>
          <a:ln w="12789" cap="flat">
            <a:solidFill>
              <a:srgbClr val="FFFFFF">
                <a:alpha val="45000"/>
              </a:srgbClr>
            </a:solidFill>
            <a:prstDash val="solid"/>
            <a:miter lim="800000"/>
          </a:ln>
        </p:spPr>
      </p:sp>
      <p:sp>
        <p:nvSpPr>
          <p:cNvPr id="75" name="!!text-562" descr="280"/>
          <p:cNvSpPr txBox="1"/>
          <p:nvPr/>
        </p:nvSpPr>
        <p:spPr>
          <a:xfrm>
            <a:off x="5975346" y="2574988"/>
            <a:ext cx="281592" cy="19444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7" kern="0" dirty="0">
                <a:solidFill>
                  <a:srgbClr val="FFFFFF"/>
                </a:solidFill>
                <a:latin typeface="Noto Sans TC ExtraBold"/>
                <a:ea typeface="Noto Sans TC ExtraBold"/>
                <a:cs typeface="Noto Sans TC ExtraBold"/>
              </a:rPr>
              <a:t>280</a:t>
            </a:r>
            <a:endParaRPr lang="zh-TW" sz="1057"/>
          </a:p>
        </p:txBody>
      </p:sp>
      <p:sp>
        <p:nvSpPr>
          <p:cNvPr id="76" name="!!line-56y"/>
          <p:cNvSpPr/>
          <p:nvPr/>
        </p:nvSpPr>
        <p:spPr>
          <a:xfrm>
            <a:off x="3116186" y="5151056"/>
            <a:ext cx="1355623" cy="1"/>
          </a:xfrm>
          <a:custGeom>
            <a:avLst/>
            <a:gdLst/>
            <a:ahLst/>
            <a:cxnLst/>
            <a:rect l="l" t="t" r="r" b="b"/>
            <a:pathLst>
              <a:path w="1355623" h="1">
                <a:moveTo>
                  <a:pt x="0" y="0"/>
                </a:moveTo>
                <a:lnTo>
                  <a:pt x="1355623" y="0"/>
                </a:lnTo>
              </a:path>
            </a:pathLst>
          </a:custGeom>
          <a:solidFill>
            <a:srgbClr val="000000"/>
          </a:solidFill>
          <a:ln w="19183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77" name="!!line-56z"/>
          <p:cNvSpPr/>
          <p:nvPr/>
        </p:nvSpPr>
        <p:spPr>
          <a:xfrm>
            <a:off x="3116186" y="5151056"/>
            <a:ext cx="1355623" cy="1"/>
          </a:xfrm>
          <a:custGeom>
            <a:avLst/>
            <a:gdLst/>
            <a:ahLst/>
            <a:cxnLst/>
            <a:rect l="l" t="t" r="r" b="b"/>
            <a:pathLst>
              <a:path w="1355623" h="1">
                <a:moveTo>
                  <a:pt x="0" y="0"/>
                </a:moveTo>
                <a:lnTo>
                  <a:pt x="1355623" y="0"/>
                </a:lnTo>
              </a:path>
            </a:pathLst>
          </a:custGeom>
          <a:solidFill>
            <a:srgbClr val="000000"/>
          </a:solidFill>
          <a:ln w="19183" cap="flat">
            <a:solidFill>
              <a:srgbClr val="627D8D"/>
            </a:solidFill>
            <a:prstDash val="solid"/>
            <a:miter lim="800000"/>
          </a:ln>
        </p:spPr>
      </p:sp>
      <p:sp>
        <p:nvSpPr>
          <p:cNvPr id="78" name="!!circle-571"/>
          <p:cNvSpPr/>
          <p:nvPr/>
        </p:nvSpPr>
        <p:spPr>
          <a:xfrm>
            <a:off x="2949931" y="5074323"/>
            <a:ext cx="153467" cy="153467"/>
          </a:xfrm>
          <a:prstGeom prst="ellipse">
            <a:avLst/>
          </a:prstGeom>
          <a:solidFill>
            <a:srgbClr val="FFFFFF"/>
          </a:solidFill>
          <a:ln w="19183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79" name="!!circle-578"/>
          <p:cNvSpPr/>
          <p:nvPr/>
        </p:nvSpPr>
        <p:spPr>
          <a:xfrm>
            <a:off x="2949931" y="5074323"/>
            <a:ext cx="153467" cy="153467"/>
          </a:xfrm>
          <a:prstGeom prst="ellipse">
            <a:avLst/>
          </a:prstGeom>
          <a:solidFill>
            <a:srgbClr val="627D8D"/>
          </a:solidFill>
          <a:ln>
            <a:noFill/>
          </a:ln>
        </p:spPr>
      </p:sp>
      <p:sp>
        <p:nvSpPr>
          <p:cNvPr id="80" name="!!text-579" descr="付款"/>
          <p:cNvSpPr txBox="1"/>
          <p:nvPr/>
        </p:nvSpPr>
        <p:spPr>
          <a:xfrm>
            <a:off x="2873197" y="5292757"/>
            <a:ext cx="352974" cy="2222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08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付款</a:t>
            </a:r>
            <a:endParaRPr lang="zh-TW" sz="1208"/>
          </a:p>
        </p:txBody>
      </p:sp>
      <p:sp>
        <p:nvSpPr>
          <p:cNvPr id="81" name="!!line-57d"/>
          <p:cNvSpPr/>
          <p:nvPr/>
        </p:nvSpPr>
        <p:spPr>
          <a:xfrm>
            <a:off x="4650854" y="5151056"/>
            <a:ext cx="1355623" cy="1"/>
          </a:xfrm>
          <a:custGeom>
            <a:avLst/>
            <a:gdLst/>
            <a:ahLst/>
            <a:cxnLst/>
            <a:rect l="l" t="t" r="r" b="b"/>
            <a:pathLst>
              <a:path w="1355623" h="1">
                <a:moveTo>
                  <a:pt x="0" y="0"/>
                </a:moveTo>
                <a:lnTo>
                  <a:pt x="1355623" y="0"/>
                </a:lnTo>
              </a:path>
            </a:pathLst>
          </a:custGeom>
          <a:solidFill>
            <a:srgbClr val="000000"/>
          </a:solidFill>
          <a:ln w="19183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82" name="!!line-57e"/>
          <p:cNvSpPr/>
          <p:nvPr/>
        </p:nvSpPr>
        <p:spPr>
          <a:xfrm>
            <a:off x="4650854" y="5151056"/>
            <a:ext cx="1355623" cy="1"/>
          </a:xfrm>
          <a:custGeom>
            <a:avLst/>
            <a:gdLst/>
            <a:ahLst/>
            <a:cxnLst/>
            <a:rect l="l" t="t" r="r" b="b"/>
            <a:pathLst>
              <a:path w="1355623" h="1">
                <a:moveTo>
                  <a:pt x="0" y="0"/>
                </a:moveTo>
                <a:lnTo>
                  <a:pt x="1355623" y="0"/>
                </a:lnTo>
              </a:path>
            </a:pathLst>
          </a:custGeom>
          <a:solidFill>
            <a:srgbClr val="000000"/>
          </a:solidFill>
          <a:ln w="19183" cap="flat">
            <a:solidFill>
              <a:srgbClr val="627D8D"/>
            </a:solidFill>
            <a:prstDash val="solid"/>
            <a:miter lim="800000"/>
          </a:ln>
        </p:spPr>
      </p:sp>
      <p:sp>
        <p:nvSpPr>
          <p:cNvPr id="83" name="!!circle-57g"/>
          <p:cNvSpPr/>
          <p:nvPr/>
        </p:nvSpPr>
        <p:spPr>
          <a:xfrm>
            <a:off x="4484599" y="5074323"/>
            <a:ext cx="153467" cy="153467"/>
          </a:xfrm>
          <a:prstGeom prst="ellipse">
            <a:avLst/>
          </a:prstGeom>
          <a:solidFill>
            <a:srgbClr val="FFFFFF"/>
          </a:solidFill>
          <a:ln w="19183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84" name="!!circle-57n"/>
          <p:cNvSpPr/>
          <p:nvPr/>
        </p:nvSpPr>
        <p:spPr>
          <a:xfrm>
            <a:off x="4484599" y="5074323"/>
            <a:ext cx="153467" cy="153467"/>
          </a:xfrm>
          <a:prstGeom prst="ellipse">
            <a:avLst/>
          </a:prstGeom>
          <a:solidFill>
            <a:srgbClr val="627D8D"/>
          </a:solidFill>
          <a:ln>
            <a:noFill/>
          </a:ln>
        </p:spPr>
      </p:sp>
      <p:sp>
        <p:nvSpPr>
          <p:cNvPr id="85" name="!!text-57o" descr="賣家存書"/>
          <p:cNvSpPr txBox="1"/>
          <p:nvPr/>
        </p:nvSpPr>
        <p:spPr>
          <a:xfrm>
            <a:off x="4254398" y="5292757"/>
            <a:ext cx="659907" cy="2222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08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賣家存書</a:t>
            </a:r>
            <a:endParaRPr lang="zh-TW" sz="1208"/>
          </a:p>
        </p:txBody>
      </p:sp>
      <p:sp>
        <p:nvSpPr>
          <p:cNvPr id="86" name="!!line-57u"/>
          <p:cNvSpPr/>
          <p:nvPr/>
        </p:nvSpPr>
        <p:spPr>
          <a:xfrm>
            <a:off x="6185522" y="5151056"/>
            <a:ext cx="1355623" cy="1"/>
          </a:xfrm>
          <a:custGeom>
            <a:avLst/>
            <a:gdLst/>
            <a:ahLst/>
            <a:cxnLst/>
            <a:rect l="l" t="t" r="r" b="b"/>
            <a:pathLst>
              <a:path w="1355623" h="1">
                <a:moveTo>
                  <a:pt x="0" y="0"/>
                </a:moveTo>
                <a:lnTo>
                  <a:pt x="1355623" y="0"/>
                </a:lnTo>
              </a:path>
            </a:pathLst>
          </a:custGeom>
          <a:solidFill>
            <a:srgbClr val="000000"/>
          </a:solidFill>
          <a:ln w="19183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87" name="!!line-57v"/>
          <p:cNvSpPr/>
          <p:nvPr/>
        </p:nvSpPr>
        <p:spPr>
          <a:xfrm>
            <a:off x="6185522" y="5151056"/>
            <a:ext cx="1" cy="1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000000"/>
          </a:solidFill>
          <a:ln w="19183" cap="flat">
            <a:solidFill>
              <a:srgbClr val="627D8D"/>
            </a:solidFill>
            <a:prstDash val="solid"/>
            <a:miter lim="800000"/>
          </a:ln>
        </p:spPr>
      </p:sp>
      <p:sp>
        <p:nvSpPr>
          <p:cNvPr id="88" name="!!circle-57x"/>
          <p:cNvSpPr/>
          <p:nvPr/>
        </p:nvSpPr>
        <p:spPr>
          <a:xfrm>
            <a:off x="6019267" y="5074323"/>
            <a:ext cx="153467" cy="153467"/>
          </a:xfrm>
          <a:prstGeom prst="ellipse">
            <a:avLst/>
          </a:prstGeom>
          <a:solidFill>
            <a:srgbClr val="FFFFFF"/>
          </a:solidFill>
          <a:ln w="19183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89" name="!!text-585" descr="買家取書"/>
          <p:cNvSpPr txBox="1"/>
          <p:nvPr/>
        </p:nvSpPr>
        <p:spPr>
          <a:xfrm>
            <a:off x="5789066" y="5292757"/>
            <a:ext cx="659907" cy="2222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08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買家取書</a:t>
            </a:r>
            <a:endParaRPr lang="zh-TW" sz="1208"/>
          </a:p>
        </p:txBody>
      </p:sp>
      <p:sp>
        <p:nvSpPr>
          <p:cNvPr id="90" name="!!line-58b"/>
          <p:cNvSpPr/>
          <p:nvPr/>
        </p:nvSpPr>
        <p:spPr>
          <a:xfrm>
            <a:off x="7720190" y="5151056"/>
            <a:ext cx="1355623" cy="1"/>
          </a:xfrm>
          <a:custGeom>
            <a:avLst/>
            <a:gdLst/>
            <a:ahLst/>
            <a:cxnLst/>
            <a:rect l="l" t="t" r="r" b="b"/>
            <a:pathLst>
              <a:path w="1355623" h="1">
                <a:moveTo>
                  <a:pt x="0" y="0"/>
                </a:moveTo>
                <a:lnTo>
                  <a:pt x="1355623" y="0"/>
                </a:lnTo>
              </a:path>
            </a:pathLst>
          </a:custGeom>
          <a:solidFill>
            <a:srgbClr val="000000"/>
          </a:solidFill>
          <a:ln w="19183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91" name="!!line-58c"/>
          <p:cNvSpPr/>
          <p:nvPr/>
        </p:nvSpPr>
        <p:spPr>
          <a:xfrm>
            <a:off x="7720190" y="5151056"/>
            <a:ext cx="1" cy="1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000000"/>
          </a:solidFill>
          <a:ln w="19183" cap="flat">
            <a:solidFill>
              <a:srgbClr val="627D8D"/>
            </a:solidFill>
            <a:prstDash val="solid"/>
            <a:miter lim="800000"/>
          </a:ln>
        </p:spPr>
      </p:sp>
      <p:sp>
        <p:nvSpPr>
          <p:cNvPr id="92" name="!!circle-58e"/>
          <p:cNvSpPr/>
          <p:nvPr/>
        </p:nvSpPr>
        <p:spPr>
          <a:xfrm>
            <a:off x="7553935" y="5074323"/>
            <a:ext cx="153467" cy="153467"/>
          </a:xfrm>
          <a:prstGeom prst="ellipse">
            <a:avLst/>
          </a:prstGeom>
          <a:solidFill>
            <a:srgbClr val="FFFFFF"/>
          </a:solidFill>
          <a:ln w="19183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93" name="!!text-58m" descr="完成訂單"/>
          <p:cNvSpPr txBox="1"/>
          <p:nvPr/>
        </p:nvSpPr>
        <p:spPr>
          <a:xfrm>
            <a:off x="7323734" y="5292757"/>
            <a:ext cx="659907" cy="2222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08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完成訂單</a:t>
            </a:r>
            <a:endParaRPr lang="zh-TW" sz="1208"/>
          </a:p>
        </p:txBody>
      </p:sp>
      <p:sp>
        <p:nvSpPr>
          <p:cNvPr id="94" name="!!text-58r" descr="或取書滿 24 小時"/>
          <p:cNvSpPr txBox="1"/>
          <p:nvPr/>
        </p:nvSpPr>
        <p:spPr>
          <a:xfrm>
            <a:off x="7099046" y="5512215"/>
            <a:ext cx="1105447" cy="20370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08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或取書滿 24 小時</a:t>
            </a:r>
            <a:endParaRPr lang="zh-TW" sz="1108"/>
          </a:p>
        </p:txBody>
      </p:sp>
      <p:sp>
        <p:nvSpPr>
          <p:cNvPr id="95" name="!!circle-590"/>
          <p:cNvSpPr/>
          <p:nvPr/>
        </p:nvSpPr>
        <p:spPr>
          <a:xfrm>
            <a:off x="9088603" y="5074323"/>
            <a:ext cx="153467" cy="153467"/>
          </a:xfrm>
          <a:prstGeom prst="ellipse">
            <a:avLst/>
          </a:prstGeom>
          <a:solidFill>
            <a:srgbClr val="FFFFFF"/>
          </a:solidFill>
          <a:ln w="19183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96" name="!!text-598" descr="撥款"/>
          <p:cNvSpPr txBox="1"/>
          <p:nvPr/>
        </p:nvSpPr>
        <p:spPr>
          <a:xfrm>
            <a:off x="9011869" y="5292757"/>
            <a:ext cx="352974" cy="2222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08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撥款</a:t>
            </a:r>
            <a:endParaRPr lang="zh-TW" sz="1208"/>
          </a:p>
        </p:txBody>
      </p:sp>
      <p:sp>
        <p:nvSpPr>
          <p:cNvPr id="97" name="!!path-9ic"/>
          <p:cNvSpPr/>
          <p:nvPr/>
        </p:nvSpPr>
        <p:spPr>
          <a:xfrm>
            <a:off x="381000" y="306527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98" name="!!path-9id"/>
          <p:cNvSpPr/>
          <p:nvPr/>
        </p:nvSpPr>
        <p:spPr>
          <a:xfrm>
            <a:off x="381000" y="308153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99" name="!!path-9ie"/>
          <p:cNvSpPr/>
          <p:nvPr/>
        </p:nvSpPr>
        <p:spPr>
          <a:xfrm>
            <a:off x="381000" y="309778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00" name="!!path-9if"/>
          <p:cNvSpPr/>
          <p:nvPr/>
        </p:nvSpPr>
        <p:spPr>
          <a:xfrm>
            <a:off x="381000" y="311404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01" name="!!path-9ig"/>
          <p:cNvSpPr/>
          <p:nvPr/>
        </p:nvSpPr>
        <p:spPr>
          <a:xfrm>
            <a:off x="381000" y="313030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02" name="!!path-9ih"/>
          <p:cNvSpPr/>
          <p:nvPr/>
        </p:nvSpPr>
        <p:spPr>
          <a:xfrm>
            <a:off x="381000" y="314655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03" name="!!path-9ii"/>
          <p:cNvSpPr/>
          <p:nvPr/>
        </p:nvSpPr>
        <p:spPr>
          <a:xfrm>
            <a:off x="381000" y="316281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04" name="!!path-9ij"/>
          <p:cNvSpPr/>
          <p:nvPr/>
        </p:nvSpPr>
        <p:spPr>
          <a:xfrm>
            <a:off x="381000" y="317906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05" name="!!path-9ik"/>
          <p:cNvSpPr/>
          <p:nvPr/>
        </p:nvSpPr>
        <p:spPr>
          <a:xfrm>
            <a:off x="419608" y="269342"/>
            <a:ext cx="128422" cy="122936"/>
          </a:xfrm>
          <a:custGeom>
            <a:avLst/>
            <a:gdLst/>
            <a:ahLst/>
            <a:cxnLst/>
            <a:rect l="l" t="t" r="r" b="b"/>
            <a:pathLst>
              <a:path w="128422" h="122936">
                <a:moveTo>
                  <a:pt x="0" y="17678"/>
                </a:moveTo>
                <a:lnTo>
                  <a:pt x="8128" y="5080"/>
                </a:lnTo>
                <a:cubicBezTo>
                  <a:pt x="32512" y="0"/>
                  <a:pt x="73152" y="7112"/>
                  <a:pt x="101600" y="26416"/>
                </a:cubicBezTo>
                <a:cubicBezTo>
                  <a:pt x="116840" y="37186"/>
                  <a:pt x="124968" y="49784"/>
                  <a:pt x="128422" y="62992"/>
                </a:cubicBezTo>
                <a:lnTo>
                  <a:pt x="128422" y="122936"/>
                </a:lnTo>
                <a:lnTo>
                  <a:pt x="0" y="1229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06" name="!!path-9il"/>
          <p:cNvSpPr/>
          <p:nvPr/>
        </p:nvSpPr>
        <p:spPr>
          <a:xfrm>
            <a:off x="419608" y="269342"/>
            <a:ext cx="128422" cy="62992"/>
          </a:xfrm>
          <a:custGeom>
            <a:avLst/>
            <a:gdLst/>
            <a:ahLst/>
            <a:cxnLst/>
            <a:rect l="l" t="t" r="r" b="b"/>
            <a:pathLst>
              <a:path w="128422" h="62992" fill="none">
                <a:moveTo>
                  <a:pt x="128422" y="62992"/>
                </a:moveTo>
                <a:cubicBezTo>
                  <a:pt x="124968" y="49784"/>
                  <a:pt x="116840" y="37186"/>
                  <a:pt x="101600" y="26416"/>
                </a:cubicBezTo>
                <a:cubicBezTo>
                  <a:pt x="73152" y="7112"/>
                  <a:pt x="32512" y="0"/>
                  <a:pt x="8128" y="5080"/>
                </a:cubicBezTo>
                <a:lnTo>
                  <a:pt x="0" y="1767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07" name="!!path-9im"/>
          <p:cNvSpPr/>
          <p:nvPr/>
        </p:nvSpPr>
        <p:spPr>
          <a:xfrm>
            <a:off x="407010" y="281534"/>
            <a:ext cx="141021" cy="110744"/>
          </a:xfrm>
          <a:custGeom>
            <a:avLst/>
            <a:gdLst/>
            <a:ahLst/>
            <a:cxnLst/>
            <a:rect l="l" t="t" r="r" b="b"/>
            <a:pathLst>
              <a:path w="141021" h="110744">
                <a:moveTo>
                  <a:pt x="0" y="22352"/>
                </a:moveTo>
                <a:lnTo>
                  <a:pt x="6502" y="6502"/>
                </a:lnTo>
                <a:cubicBezTo>
                  <a:pt x="36982" y="0"/>
                  <a:pt x="79654" y="7112"/>
                  <a:pt x="110134" y="25400"/>
                </a:cubicBezTo>
                <a:cubicBezTo>
                  <a:pt x="126390" y="35154"/>
                  <a:pt x="136550" y="49784"/>
                  <a:pt x="141021" y="62992"/>
                </a:cubicBezTo>
                <a:lnTo>
                  <a:pt x="141021" y="110744"/>
                </a:lnTo>
                <a:lnTo>
                  <a:pt x="0" y="110744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08" name="!!path-9in"/>
          <p:cNvSpPr/>
          <p:nvPr/>
        </p:nvSpPr>
        <p:spPr>
          <a:xfrm>
            <a:off x="407010" y="281534"/>
            <a:ext cx="141021" cy="62992"/>
          </a:xfrm>
          <a:custGeom>
            <a:avLst/>
            <a:gdLst/>
            <a:ahLst/>
            <a:cxnLst/>
            <a:rect l="l" t="t" r="r" b="b"/>
            <a:pathLst>
              <a:path w="141021" h="62992" fill="none">
                <a:moveTo>
                  <a:pt x="141021" y="62992"/>
                </a:moveTo>
                <a:cubicBezTo>
                  <a:pt x="136550" y="49784"/>
                  <a:pt x="126390" y="35154"/>
                  <a:pt x="110134" y="25400"/>
                </a:cubicBezTo>
                <a:cubicBezTo>
                  <a:pt x="79654" y="7112"/>
                  <a:pt x="36982" y="0"/>
                  <a:pt x="6502" y="6502"/>
                </a:cubicBezTo>
                <a:lnTo>
                  <a:pt x="0" y="22352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09" name="!!path-9io"/>
          <p:cNvSpPr/>
          <p:nvPr/>
        </p:nvSpPr>
        <p:spPr>
          <a:xfrm>
            <a:off x="395834" y="294742"/>
            <a:ext cx="151790" cy="97536"/>
          </a:xfrm>
          <a:custGeom>
            <a:avLst/>
            <a:gdLst/>
            <a:ahLst/>
            <a:cxnLst/>
            <a:rect l="l" t="t" r="r" b="b"/>
            <a:pathLst>
              <a:path w="151790" h="97536">
                <a:moveTo>
                  <a:pt x="0" y="23165"/>
                </a:moveTo>
                <a:lnTo>
                  <a:pt x="3861" y="12598"/>
                </a:lnTo>
                <a:cubicBezTo>
                  <a:pt x="37998" y="0"/>
                  <a:pt x="84734" y="5080"/>
                  <a:pt x="117246" y="21946"/>
                </a:cubicBezTo>
                <a:cubicBezTo>
                  <a:pt x="135534" y="31496"/>
                  <a:pt x="146710" y="43688"/>
                  <a:pt x="151790" y="55270"/>
                </a:cubicBezTo>
                <a:lnTo>
                  <a:pt x="151790" y="97536"/>
                </a:lnTo>
                <a:lnTo>
                  <a:pt x="0" y="975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10" name="!!path-9ip"/>
          <p:cNvSpPr/>
          <p:nvPr/>
        </p:nvSpPr>
        <p:spPr>
          <a:xfrm>
            <a:off x="395834" y="294742"/>
            <a:ext cx="151790" cy="55270"/>
          </a:xfrm>
          <a:custGeom>
            <a:avLst/>
            <a:gdLst/>
            <a:ahLst/>
            <a:cxnLst/>
            <a:rect l="l" t="t" r="r" b="b"/>
            <a:pathLst>
              <a:path w="151790" h="55270" fill="none">
                <a:moveTo>
                  <a:pt x="151790" y="55270"/>
                </a:moveTo>
                <a:cubicBezTo>
                  <a:pt x="146710" y="43688"/>
                  <a:pt x="135534" y="31496"/>
                  <a:pt x="117246" y="21946"/>
                </a:cubicBezTo>
                <a:cubicBezTo>
                  <a:pt x="84734" y="5080"/>
                  <a:pt x="37998" y="0"/>
                  <a:pt x="3861" y="12598"/>
                </a:cubicBezTo>
                <a:lnTo>
                  <a:pt x="0" y="23165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11" name="!!path-9iq"/>
          <p:cNvSpPr/>
          <p:nvPr/>
        </p:nvSpPr>
        <p:spPr>
          <a:xfrm>
            <a:off x="548234" y="264262"/>
            <a:ext cx="120294" cy="128016"/>
          </a:xfrm>
          <a:custGeom>
            <a:avLst/>
            <a:gdLst/>
            <a:ahLst/>
            <a:cxnLst/>
            <a:rect l="l" t="t" r="r" b="b"/>
            <a:pathLst>
              <a:path w="120294" h="128016">
                <a:moveTo>
                  <a:pt x="120294" y="18288"/>
                </a:moveTo>
                <a:lnTo>
                  <a:pt x="113589" y="4470"/>
                </a:lnTo>
                <a:cubicBezTo>
                  <a:pt x="86766" y="0"/>
                  <a:pt x="44094" y="10160"/>
                  <a:pt x="17678" y="30480"/>
                </a:cubicBezTo>
                <a:cubicBezTo>
                  <a:pt x="6502" y="39624"/>
                  <a:pt x="1422" y="52832"/>
                  <a:pt x="0" y="67056"/>
                </a:cubicBezTo>
                <a:lnTo>
                  <a:pt x="0" y="128016"/>
                </a:lnTo>
                <a:lnTo>
                  <a:pt x="120294" y="12801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12" name="!!path-9ir"/>
          <p:cNvSpPr/>
          <p:nvPr/>
        </p:nvSpPr>
        <p:spPr>
          <a:xfrm>
            <a:off x="548234" y="264262"/>
            <a:ext cx="120294" cy="67056"/>
          </a:xfrm>
          <a:custGeom>
            <a:avLst/>
            <a:gdLst/>
            <a:ahLst/>
            <a:cxnLst/>
            <a:rect l="l" t="t" r="r" b="b"/>
            <a:pathLst>
              <a:path w="120294" h="67056" fill="none">
                <a:moveTo>
                  <a:pt x="0" y="67056"/>
                </a:moveTo>
                <a:cubicBezTo>
                  <a:pt x="1422" y="52832"/>
                  <a:pt x="6502" y="39624"/>
                  <a:pt x="17678" y="30480"/>
                </a:cubicBezTo>
                <a:cubicBezTo>
                  <a:pt x="44094" y="10160"/>
                  <a:pt x="86766" y="0"/>
                  <a:pt x="113589" y="4470"/>
                </a:cubicBezTo>
                <a:lnTo>
                  <a:pt x="120294" y="1828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13" name="!!path-9is"/>
          <p:cNvSpPr/>
          <p:nvPr/>
        </p:nvSpPr>
        <p:spPr>
          <a:xfrm>
            <a:off x="548437" y="279502"/>
            <a:ext cx="133299" cy="112776"/>
          </a:xfrm>
          <a:custGeom>
            <a:avLst/>
            <a:gdLst/>
            <a:ahLst/>
            <a:cxnLst/>
            <a:rect l="l" t="t" r="r" b="b"/>
            <a:pathLst>
              <a:path w="133299" h="112776">
                <a:moveTo>
                  <a:pt x="133299" y="19710"/>
                </a:moveTo>
                <a:lnTo>
                  <a:pt x="127203" y="3048"/>
                </a:lnTo>
                <a:cubicBezTo>
                  <a:pt x="94691" y="0"/>
                  <a:pt x="54051" y="11176"/>
                  <a:pt x="27635" y="30683"/>
                </a:cubicBezTo>
                <a:cubicBezTo>
                  <a:pt x="13411" y="41250"/>
                  <a:pt x="4267" y="53848"/>
                  <a:pt x="0" y="65024"/>
                </a:cubicBezTo>
                <a:lnTo>
                  <a:pt x="0" y="112776"/>
                </a:lnTo>
                <a:lnTo>
                  <a:pt x="133299" y="11277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14" name="!!path-9it"/>
          <p:cNvSpPr/>
          <p:nvPr/>
        </p:nvSpPr>
        <p:spPr>
          <a:xfrm>
            <a:off x="548437" y="279502"/>
            <a:ext cx="133299" cy="65024"/>
          </a:xfrm>
          <a:custGeom>
            <a:avLst/>
            <a:gdLst/>
            <a:ahLst/>
            <a:cxnLst/>
            <a:rect l="l" t="t" r="r" b="b"/>
            <a:pathLst>
              <a:path w="133299" h="65024" fill="none">
                <a:moveTo>
                  <a:pt x="0" y="65024"/>
                </a:moveTo>
                <a:cubicBezTo>
                  <a:pt x="4267" y="53848"/>
                  <a:pt x="13411" y="41250"/>
                  <a:pt x="27635" y="30683"/>
                </a:cubicBezTo>
                <a:cubicBezTo>
                  <a:pt x="54051" y="11176"/>
                  <a:pt x="94691" y="0"/>
                  <a:pt x="127203" y="3048"/>
                </a:cubicBezTo>
                <a:lnTo>
                  <a:pt x="133299" y="19710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15" name="!!path-9iu"/>
          <p:cNvSpPr/>
          <p:nvPr/>
        </p:nvSpPr>
        <p:spPr>
          <a:xfrm>
            <a:off x="548843" y="293726"/>
            <a:ext cx="142646" cy="98552"/>
          </a:xfrm>
          <a:custGeom>
            <a:avLst/>
            <a:gdLst/>
            <a:ahLst/>
            <a:cxnLst/>
            <a:rect l="l" t="t" r="r" b="b"/>
            <a:pathLst>
              <a:path w="142646" h="98552">
                <a:moveTo>
                  <a:pt x="142646" y="18898"/>
                </a:moveTo>
                <a:lnTo>
                  <a:pt x="139802" y="8738"/>
                </a:lnTo>
                <a:cubicBezTo>
                  <a:pt x="106477" y="0"/>
                  <a:pt x="63805" y="5080"/>
                  <a:pt x="35357" y="19304"/>
                </a:cubicBezTo>
                <a:cubicBezTo>
                  <a:pt x="17069" y="28448"/>
                  <a:pt x="5893" y="42672"/>
                  <a:pt x="0" y="56286"/>
                </a:cubicBezTo>
                <a:lnTo>
                  <a:pt x="0" y="98552"/>
                </a:lnTo>
                <a:lnTo>
                  <a:pt x="142646" y="98552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16" name="!!path-9iv"/>
          <p:cNvSpPr/>
          <p:nvPr/>
        </p:nvSpPr>
        <p:spPr>
          <a:xfrm>
            <a:off x="548843" y="293726"/>
            <a:ext cx="142646" cy="56286"/>
          </a:xfrm>
          <a:custGeom>
            <a:avLst/>
            <a:gdLst/>
            <a:ahLst/>
            <a:cxnLst/>
            <a:rect l="l" t="t" r="r" b="b"/>
            <a:pathLst>
              <a:path w="142646" h="56286" fill="none">
                <a:moveTo>
                  <a:pt x="0" y="56286"/>
                </a:moveTo>
                <a:cubicBezTo>
                  <a:pt x="5893" y="42672"/>
                  <a:pt x="17069" y="28448"/>
                  <a:pt x="35357" y="19304"/>
                </a:cubicBezTo>
                <a:cubicBezTo>
                  <a:pt x="63805" y="5080"/>
                  <a:pt x="106477" y="0"/>
                  <a:pt x="139802" y="8738"/>
                </a:cubicBezTo>
                <a:lnTo>
                  <a:pt x="142646" y="1889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17" name="!!path-9iw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627D8D"/>
              </a:gs>
              <a:gs pos="21794">
                <a:srgbClr val="627D8D"/>
              </a:gs>
              <a:gs pos="55376">
                <a:srgbClr val="627D8D"/>
              </a:gs>
              <a:gs pos="96421">
                <a:srgbClr val="98ABB7"/>
              </a:gs>
              <a:gs pos="100000">
                <a:srgbClr val="98ABB7"/>
              </a:gs>
            </a:gsLst>
            <a:lin ang="1983350" scaled="0"/>
          </a:gradFill>
          <a:ln>
            <a:noFill/>
          </a:ln>
        </p:spPr>
      </p:sp>
      <p:sp>
        <p:nvSpPr>
          <p:cNvPr id="118" name="!!path-9ix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0000"/>
                </a:srgbClr>
              </a:gs>
              <a:gs pos="4764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83333" t="79291" r="16667" b="20709"/>
            </a:path>
          </a:gradFill>
          <a:ln>
            <a:noFill/>
          </a:ln>
        </p:spPr>
      </p:sp>
      <p:sp>
        <p:nvSpPr>
          <p:cNvPr id="119" name="!!line-9iy"/>
          <p:cNvSpPr/>
          <p:nvPr/>
        </p:nvSpPr>
        <p:spPr>
          <a:xfrm>
            <a:off x="549046" y="363017"/>
            <a:ext cx="1" cy="153619"/>
          </a:xfrm>
          <a:custGeom>
            <a:avLst/>
            <a:gdLst/>
            <a:ahLst/>
            <a:cxnLst/>
            <a:rect l="l" t="t" r="r" b="b"/>
            <a:pathLst>
              <a:path w="1" h="153619">
                <a:moveTo>
                  <a:pt x="0" y="0"/>
                </a:moveTo>
                <a:lnTo>
                  <a:pt x="0" y="153619"/>
                </a:lnTo>
              </a:path>
            </a:pathLst>
          </a:custGeom>
          <a:solidFill>
            <a:srgbClr val="000000"/>
          </a:solidFill>
          <a:ln w="6909" cap="rnd">
            <a:solidFill>
              <a:srgbClr val="C9D3D9"/>
            </a:solidFill>
            <a:prstDash val="solid"/>
            <a:miter lim="800000"/>
          </a:ln>
        </p:spPr>
      </p:sp>
      <p:sp>
        <p:nvSpPr>
          <p:cNvPr id="120" name="!!path-9iz"/>
          <p:cNvSpPr/>
          <p:nvPr/>
        </p:nvSpPr>
        <p:spPr>
          <a:xfrm>
            <a:off x="657962" y="442062"/>
            <a:ext cx="25400" cy="37998"/>
          </a:xfrm>
          <a:custGeom>
            <a:avLst/>
            <a:gdLst/>
            <a:ahLst/>
            <a:cxnLst/>
            <a:rect l="l" t="t" r="r" b="b"/>
            <a:pathLst>
              <a:path w="25400" h="37998">
                <a:moveTo>
                  <a:pt x="0" y="2642"/>
                </a:moveTo>
                <a:lnTo>
                  <a:pt x="15240" y="0"/>
                </a:lnTo>
                <a:lnTo>
                  <a:pt x="25400" y="37186"/>
                </a:lnTo>
                <a:lnTo>
                  <a:pt x="7518" y="37998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 w="1016" cap="flat">
            <a:solidFill>
              <a:srgbClr val="FFFFFF">
                <a:alpha val="55000"/>
              </a:srgbClr>
            </a:solidFill>
            <a:prstDash val="solid"/>
            <a:round/>
          </a:ln>
        </p:spPr>
      </p:sp>
      <p:sp>
        <p:nvSpPr>
          <p:cNvPr id="121" name="!!text-9j0" descr="救「舊」我的書"/>
          <p:cNvSpPr txBox="1"/>
          <p:nvPr/>
        </p:nvSpPr>
        <p:spPr>
          <a:xfrm>
            <a:off x="805879" y="251460"/>
            <a:ext cx="1120140" cy="25745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400" b="1" kern="0" spc="-70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救</a:t>
            </a:r>
            <a:r>
              <a:rPr lang="zh-TW" altLang="en-US" sz="14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「舊</a:t>
            </a:r>
            <a:r>
              <a:rPr lang="zh-TW" altLang="en-US" sz="1400" b="1" kern="0" spc="-70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」</a:t>
            </a:r>
            <a:r>
              <a:rPr lang="zh-TW" altLang="en-US" sz="14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我的書</a:t>
            </a:r>
            <a:endParaRPr lang="zh-TW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fast" p14:dur="1700" advTm="200">
        <p159:morph option="byObject"/>
      </p:transition>
    </mc:Choice>
    <mc:Fallback>
      <p:transition spd="fast" advTm="200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123.3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rect-1q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7"/>
          </a:solidFill>
          <a:ln>
            <a:noFill/>
          </a:ln>
        </p:spPr>
      </p:sp>
      <p:sp>
        <p:nvSpPr>
          <p:cNvPr id="3" name="!!ellipse-1q2"/>
          <p:cNvSpPr/>
          <p:nvPr/>
        </p:nvSpPr>
        <p:spPr>
          <a:xfrm>
            <a:off x="-889000" y="-952500"/>
            <a:ext cx="13970000" cy="7874000"/>
          </a:xfrm>
          <a:prstGeom prst="ellipse">
            <a:avLst/>
          </a:prstGeom>
          <a:gradFill rotWithShape="1">
            <a:gsLst>
              <a:gs pos="0">
                <a:srgbClr val="FFFFFF">
                  <a:alpha val="95000"/>
                </a:srgbClr>
              </a:gs>
              <a:gs pos="40865">
                <a:srgbClr val="FFFFFF">
                  <a:alpha val="35000"/>
                </a:srgbClr>
              </a:gs>
              <a:gs pos="68108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!!rect-1q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P1"/>
            <a:srcRect/>
            <a:tile tx="133120" ty="192513" sx="16667" sy="16667" flip="none" algn="tl"/>
          </a:blipFill>
          <a:ln>
            <a:noFill/>
          </a:ln>
        </p:spPr>
      </p:sp>
      <p:sp>
        <p:nvSpPr>
          <p:cNvPr id="5" name="!!circle-1q9"/>
          <p:cNvSpPr/>
          <p:nvPr/>
        </p:nvSpPr>
        <p:spPr>
          <a:xfrm>
            <a:off x="2754066" y="2955525"/>
            <a:ext cx="2047469" cy="2047469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" name="!!circle-1qc"/>
          <p:cNvSpPr/>
          <p:nvPr/>
        </p:nvSpPr>
        <p:spPr>
          <a:xfrm>
            <a:off x="-1126889" y="1400365"/>
            <a:ext cx="2495906" cy="2495906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7" name="!!circle-1qp"/>
          <p:cNvSpPr/>
          <p:nvPr/>
        </p:nvSpPr>
        <p:spPr>
          <a:xfrm>
            <a:off x="2220469" y="3174867"/>
            <a:ext cx="1404176" cy="1404176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8" name="!!circle-1qx"/>
          <p:cNvSpPr/>
          <p:nvPr/>
        </p:nvSpPr>
        <p:spPr>
          <a:xfrm>
            <a:off x="10295389" y="5913914"/>
            <a:ext cx="1128039" cy="1128039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9" name="!!circle-1r4"/>
          <p:cNvSpPr/>
          <p:nvPr/>
        </p:nvSpPr>
        <p:spPr>
          <a:xfrm>
            <a:off x="5200448" y="3013329"/>
            <a:ext cx="1085901" cy="1085901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0" name="!!circle-1r5"/>
          <p:cNvSpPr/>
          <p:nvPr/>
        </p:nvSpPr>
        <p:spPr>
          <a:xfrm>
            <a:off x="5361546" y="5148491"/>
            <a:ext cx="2573795" cy="2573795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1" name="!!circle-1r7"/>
          <p:cNvSpPr/>
          <p:nvPr/>
        </p:nvSpPr>
        <p:spPr>
          <a:xfrm>
            <a:off x="6920263" y="2300249"/>
            <a:ext cx="1068896" cy="1068896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2" name="!!circle-1r8"/>
          <p:cNvSpPr/>
          <p:nvPr/>
        </p:nvSpPr>
        <p:spPr>
          <a:xfrm>
            <a:off x="10750953" y="5810072"/>
            <a:ext cx="2785275" cy="2785275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3" name="!!circle-1rd"/>
          <p:cNvSpPr/>
          <p:nvPr/>
        </p:nvSpPr>
        <p:spPr>
          <a:xfrm>
            <a:off x="11833575" y="1934921"/>
            <a:ext cx="2084946" cy="2084946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4" name="!!circle-1rv"/>
          <p:cNvSpPr/>
          <p:nvPr/>
        </p:nvSpPr>
        <p:spPr>
          <a:xfrm>
            <a:off x="6366405" y="6560547"/>
            <a:ext cx="894347" cy="894347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5" name="!!rect-1sh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5F7">
                  <a:alpha val="0"/>
                </a:srgbClr>
              </a:gs>
              <a:gs pos="20428">
                <a:srgbClr val="F3F5F7">
                  <a:alpha val="0"/>
                </a:srgbClr>
              </a:gs>
              <a:gs pos="66730">
                <a:srgbClr val="F3F5F7"/>
              </a:gs>
              <a:gs pos="100000">
                <a:srgbClr val="F3F5F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6" name="!!circle-1sm"/>
          <p:cNvSpPr/>
          <p:nvPr/>
        </p:nvSpPr>
        <p:spPr>
          <a:xfrm>
            <a:off x="5562526" y="1270825"/>
            <a:ext cx="36055" cy="36055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17" name="!!circle-1sp"/>
          <p:cNvSpPr/>
          <p:nvPr/>
        </p:nvSpPr>
        <p:spPr>
          <a:xfrm>
            <a:off x="9314114" y="3165134"/>
            <a:ext cx="24295" cy="24295"/>
          </a:xfrm>
          <a:prstGeom prst="ellipse">
            <a:avLst/>
          </a:prstGeom>
          <a:solidFill>
            <a:srgbClr val="627D8D">
              <a:alpha val="18100"/>
            </a:srgbClr>
          </a:solidFill>
          <a:ln>
            <a:noFill/>
          </a:ln>
        </p:spPr>
      </p:sp>
      <p:sp>
        <p:nvSpPr>
          <p:cNvPr id="18" name="!!circle-1ss"/>
          <p:cNvSpPr/>
          <p:nvPr/>
        </p:nvSpPr>
        <p:spPr>
          <a:xfrm>
            <a:off x="3492412" y="6377649"/>
            <a:ext cx="25959" cy="25959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19" name="!!circle-1sv"/>
          <p:cNvSpPr/>
          <p:nvPr/>
        </p:nvSpPr>
        <p:spPr>
          <a:xfrm>
            <a:off x="1992015" y="1731407"/>
            <a:ext cx="35878" cy="35878"/>
          </a:xfrm>
          <a:prstGeom prst="ellipse">
            <a:avLst/>
          </a:prstGeom>
          <a:solidFill>
            <a:srgbClr val="627D8D">
              <a:alpha val="26800"/>
            </a:srgbClr>
          </a:solidFill>
          <a:ln>
            <a:noFill/>
          </a:ln>
        </p:spPr>
      </p:sp>
      <p:sp>
        <p:nvSpPr>
          <p:cNvPr id="20" name="!!circle-1sy"/>
          <p:cNvSpPr/>
          <p:nvPr/>
        </p:nvSpPr>
        <p:spPr>
          <a:xfrm>
            <a:off x="6857751" y="3665339"/>
            <a:ext cx="40234" cy="40234"/>
          </a:xfrm>
          <a:prstGeom prst="ellipse">
            <a:avLst/>
          </a:prstGeom>
          <a:solidFill>
            <a:srgbClr val="627D8D">
              <a:alpha val="31300"/>
            </a:srgbClr>
          </a:solidFill>
          <a:ln>
            <a:noFill/>
          </a:ln>
        </p:spPr>
      </p:sp>
      <p:sp>
        <p:nvSpPr>
          <p:cNvPr id="21" name="!!circle-1t4"/>
          <p:cNvSpPr/>
          <p:nvPr/>
        </p:nvSpPr>
        <p:spPr>
          <a:xfrm>
            <a:off x="1193780" y="4768344"/>
            <a:ext cx="29959" cy="29959"/>
          </a:xfrm>
          <a:prstGeom prst="ellipse">
            <a:avLst/>
          </a:prstGeom>
          <a:solidFill>
            <a:srgbClr val="627D8D">
              <a:alpha val="19400"/>
            </a:srgbClr>
          </a:solidFill>
          <a:ln>
            <a:noFill/>
          </a:ln>
        </p:spPr>
      </p:sp>
      <p:sp>
        <p:nvSpPr>
          <p:cNvPr id="22" name="!!circle-1t7"/>
          <p:cNvSpPr/>
          <p:nvPr/>
        </p:nvSpPr>
        <p:spPr>
          <a:xfrm>
            <a:off x="8449466" y="4421228"/>
            <a:ext cx="28702" cy="28702"/>
          </a:xfrm>
          <a:prstGeom prst="ellipse">
            <a:avLst/>
          </a:prstGeom>
          <a:solidFill>
            <a:srgbClr val="627D8D">
              <a:alpha val="17800"/>
            </a:srgbClr>
          </a:solidFill>
          <a:ln>
            <a:noFill/>
          </a:ln>
        </p:spPr>
      </p:sp>
      <p:sp>
        <p:nvSpPr>
          <p:cNvPr id="23" name="!!circle-1ta"/>
          <p:cNvSpPr/>
          <p:nvPr/>
        </p:nvSpPr>
        <p:spPr>
          <a:xfrm>
            <a:off x="10982059" y="1794993"/>
            <a:ext cx="24066" cy="24066"/>
          </a:xfrm>
          <a:prstGeom prst="ellipse">
            <a:avLst/>
          </a:prstGeom>
          <a:solidFill>
            <a:srgbClr val="627D8D">
              <a:alpha val="23900"/>
            </a:srgbClr>
          </a:solidFill>
          <a:ln>
            <a:noFill/>
          </a:ln>
        </p:spPr>
      </p:sp>
      <p:sp>
        <p:nvSpPr>
          <p:cNvPr id="24" name="!!circle-1td"/>
          <p:cNvSpPr/>
          <p:nvPr/>
        </p:nvSpPr>
        <p:spPr>
          <a:xfrm>
            <a:off x="8451115" y="5704577"/>
            <a:ext cx="35865" cy="35865"/>
          </a:xfrm>
          <a:prstGeom prst="ellipse">
            <a:avLst/>
          </a:prstGeom>
          <a:solidFill>
            <a:srgbClr val="627D8D">
              <a:alpha val="28200"/>
            </a:srgbClr>
          </a:solidFill>
          <a:ln>
            <a:noFill/>
          </a:ln>
        </p:spPr>
      </p:sp>
      <p:sp>
        <p:nvSpPr>
          <p:cNvPr id="25" name="!!circle-1tg"/>
          <p:cNvSpPr/>
          <p:nvPr/>
        </p:nvSpPr>
        <p:spPr>
          <a:xfrm>
            <a:off x="1509274" y="2834264"/>
            <a:ext cx="39218" cy="39218"/>
          </a:xfrm>
          <a:prstGeom prst="ellipse">
            <a:avLst/>
          </a:prstGeom>
          <a:solidFill>
            <a:srgbClr val="627D8D">
              <a:alpha val="29600"/>
            </a:srgbClr>
          </a:solidFill>
          <a:ln>
            <a:noFill/>
          </a:ln>
        </p:spPr>
      </p:sp>
      <p:sp>
        <p:nvSpPr>
          <p:cNvPr id="26" name="!!circle-1tj"/>
          <p:cNvSpPr/>
          <p:nvPr/>
        </p:nvSpPr>
        <p:spPr>
          <a:xfrm>
            <a:off x="7070970" y="5890616"/>
            <a:ext cx="49733" cy="49733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7" name="!!circle-1tm"/>
          <p:cNvSpPr/>
          <p:nvPr/>
        </p:nvSpPr>
        <p:spPr>
          <a:xfrm>
            <a:off x="6414952" y="1572282"/>
            <a:ext cx="41694" cy="41694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8" name="!!circle-1tp"/>
          <p:cNvSpPr/>
          <p:nvPr/>
        </p:nvSpPr>
        <p:spPr>
          <a:xfrm>
            <a:off x="6797290" y="4982728"/>
            <a:ext cx="31979" cy="31979"/>
          </a:xfrm>
          <a:prstGeom prst="ellipse">
            <a:avLst/>
          </a:prstGeom>
          <a:solidFill>
            <a:srgbClr val="627D8D">
              <a:alpha val="24100"/>
            </a:srgbClr>
          </a:solidFill>
          <a:ln>
            <a:noFill/>
          </a:ln>
        </p:spPr>
      </p:sp>
      <p:sp>
        <p:nvSpPr>
          <p:cNvPr id="29" name="!!circle-1ts"/>
          <p:cNvSpPr/>
          <p:nvPr/>
        </p:nvSpPr>
        <p:spPr>
          <a:xfrm>
            <a:off x="3900077" y="845109"/>
            <a:ext cx="18085" cy="18085"/>
          </a:xfrm>
          <a:prstGeom prst="ellipse">
            <a:avLst/>
          </a:prstGeom>
          <a:solidFill>
            <a:srgbClr val="627D8D">
              <a:alpha val="10500"/>
            </a:srgbClr>
          </a:solidFill>
          <a:ln>
            <a:noFill/>
          </a:ln>
        </p:spPr>
      </p:sp>
      <p:sp>
        <p:nvSpPr>
          <p:cNvPr id="30" name="!!circle-1ty"/>
          <p:cNvSpPr/>
          <p:nvPr/>
        </p:nvSpPr>
        <p:spPr>
          <a:xfrm>
            <a:off x="3469283" y="6166594"/>
            <a:ext cx="39243" cy="39243"/>
          </a:xfrm>
          <a:prstGeom prst="ellipse">
            <a:avLst/>
          </a:prstGeom>
          <a:solidFill>
            <a:srgbClr val="627D8D">
              <a:alpha val="27700"/>
            </a:srgbClr>
          </a:solidFill>
          <a:ln>
            <a:noFill/>
          </a:ln>
        </p:spPr>
      </p:sp>
      <p:sp>
        <p:nvSpPr>
          <p:cNvPr id="31" name="!!circle-1u1"/>
          <p:cNvSpPr/>
          <p:nvPr/>
        </p:nvSpPr>
        <p:spPr>
          <a:xfrm>
            <a:off x="1646896" y="6502870"/>
            <a:ext cx="34519" cy="34519"/>
          </a:xfrm>
          <a:prstGeom prst="ellipse">
            <a:avLst/>
          </a:prstGeom>
          <a:solidFill>
            <a:srgbClr val="627D8D">
              <a:alpha val="22500"/>
            </a:srgbClr>
          </a:solidFill>
          <a:ln>
            <a:noFill/>
          </a:ln>
        </p:spPr>
      </p:sp>
      <p:sp>
        <p:nvSpPr>
          <p:cNvPr id="32" name="!!circle-1u4"/>
          <p:cNvSpPr/>
          <p:nvPr/>
        </p:nvSpPr>
        <p:spPr>
          <a:xfrm>
            <a:off x="2693213" y="4957960"/>
            <a:ext cx="46228" cy="46228"/>
          </a:xfrm>
          <a:prstGeom prst="ellipse">
            <a:avLst/>
          </a:prstGeom>
          <a:solidFill>
            <a:srgbClr val="627D8D">
              <a:alpha val="26200"/>
            </a:srgbClr>
          </a:solidFill>
          <a:ln>
            <a:noFill/>
          </a:ln>
        </p:spPr>
      </p:sp>
      <p:sp>
        <p:nvSpPr>
          <p:cNvPr id="33" name="!!circle-1u7"/>
          <p:cNvSpPr/>
          <p:nvPr/>
        </p:nvSpPr>
        <p:spPr>
          <a:xfrm>
            <a:off x="7429375" y="4686309"/>
            <a:ext cx="49327" cy="49327"/>
          </a:xfrm>
          <a:prstGeom prst="ellipse">
            <a:avLst/>
          </a:prstGeom>
          <a:solidFill>
            <a:srgbClr val="627D8D">
              <a:alpha val="20800"/>
            </a:srgbClr>
          </a:solidFill>
          <a:ln>
            <a:noFill/>
          </a:ln>
        </p:spPr>
      </p:sp>
      <p:sp>
        <p:nvSpPr>
          <p:cNvPr id="34" name="!!circle-1ua"/>
          <p:cNvSpPr/>
          <p:nvPr/>
        </p:nvSpPr>
        <p:spPr>
          <a:xfrm>
            <a:off x="9696661" y="5354971"/>
            <a:ext cx="24054" cy="24054"/>
          </a:xfrm>
          <a:prstGeom prst="ellipse">
            <a:avLst/>
          </a:prstGeom>
          <a:solidFill>
            <a:srgbClr val="627D8D">
              <a:alpha val="22200"/>
            </a:srgbClr>
          </a:solidFill>
          <a:ln>
            <a:noFill/>
          </a:ln>
        </p:spPr>
      </p:sp>
      <p:sp>
        <p:nvSpPr>
          <p:cNvPr id="35" name="!!circle-1ud"/>
          <p:cNvSpPr/>
          <p:nvPr/>
        </p:nvSpPr>
        <p:spPr>
          <a:xfrm>
            <a:off x="2031115" y="1398608"/>
            <a:ext cx="32271" cy="32271"/>
          </a:xfrm>
          <a:prstGeom prst="ellipse">
            <a:avLst/>
          </a:prstGeom>
          <a:solidFill>
            <a:srgbClr val="627D8D">
              <a:alpha val="20500"/>
            </a:srgbClr>
          </a:solidFill>
          <a:ln>
            <a:noFill/>
          </a:ln>
        </p:spPr>
      </p:sp>
      <p:sp>
        <p:nvSpPr>
          <p:cNvPr id="36" name="!!circle-1uj"/>
          <p:cNvSpPr/>
          <p:nvPr/>
        </p:nvSpPr>
        <p:spPr>
          <a:xfrm>
            <a:off x="2067610" y="2337457"/>
            <a:ext cx="34252" cy="34252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37" name="!!circle-1um"/>
          <p:cNvSpPr/>
          <p:nvPr/>
        </p:nvSpPr>
        <p:spPr>
          <a:xfrm>
            <a:off x="9601699" y="4169556"/>
            <a:ext cx="44196" cy="44196"/>
          </a:xfrm>
          <a:prstGeom prst="ellipse">
            <a:avLst/>
          </a:prstGeom>
          <a:solidFill>
            <a:srgbClr val="627D8D">
              <a:alpha val="21700"/>
            </a:srgbClr>
          </a:solidFill>
          <a:ln>
            <a:noFill/>
          </a:ln>
        </p:spPr>
      </p:sp>
      <p:sp>
        <p:nvSpPr>
          <p:cNvPr id="38" name="!!circle-1up"/>
          <p:cNvSpPr/>
          <p:nvPr/>
        </p:nvSpPr>
        <p:spPr>
          <a:xfrm>
            <a:off x="6767337" y="1740060"/>
            <a:ext cx="35192" cy="35192"/>
          </a:xfrm>
          <a:prstGeom prst="ellipse">
            <a:avLst/>
          </a:prstGeom>
          <a:solidFill>
            <a:srgbClr val="627D8D">
              <a:alpha val="27100"/>
            </a:srgbClr>
          </a:solidFill>
          <a:ln>
            <a:noFill/>
          </a:ln>
        </p:spPr>
      </p:sp>
      <p:sp>
        <p:nvSpPr>
          <p:cNvPr id="39" name="!!circle-1us"/>
          <p:cNvSpPr/>
          <p:nvPr/>
        </p:nvSpPr>
        <p:spPr>
          <a:xfrm>
            <a:off x="10185950" y="5236132"/>
            <a:ext cx="43358" cy="43358"/>
          </a:xfrm>
          <a:prstGeom prst="ellipse">
            <a:avLst/>
          </a:prstGeom>
          <a:solidFill>
            <a:srgbClr val="627D8D">
              <a:alpha val="19500"/>
            </a:srgbClr>
          </a:solidFill>
          <a:ln>
            <a:noFill/>
          </a:ln>
        </p:spPr>
      </p:sp>
      <p:sp>
        <p:nvSpPr>
          <p:cNvPr id="40" name="!!circle-1uv"/>
          <p:cNvSpPr/>
          <p:nvPr/>
        </p:nvSpPr>
        <p:spPr>
          <a:xfrm>
            <a:off x="3190597" y="2017038"/>
            <a:ext cx="33528" cy="33528"/>
          </a:xfrm>
          <a:prstGeom prst="ellipse">
            <a:avLst/>
          </a:prstGeom>
          <a:solidFill>
            <a:srgbClr val="627D8D">
              <a:alpha val="28300"/>
            </a:srgbClr>
          </a:solidFill>
          <a:ln>
            <a:noFill/>
          </a:ln>
        </p:spPr>
      </p:sp>
      <p:sp>
        <p:nvSpPr>
          <p:cNvPr id="41" name="!!circle-1uy"/>
          <p:cNvSpPr/>
          <p:nvPr/>
        </p:nvSpPr>
        <p:spPr>
          <a:xfrm>
            <a:off x="6822603" y="2599839"/>
            <a:ext cx="28956" cy="28956"/>
          </a:xfrm>
          <a:prstGeom prst="ellipse">
            <a:avLst/>
          </a:prstGeom>
          <a:solidFill>
            <a:srgbClr val="627D8D">
              <a:alpha val="21800"/>
            </a:srgbClr>
          </a:solidFill>
          <a:ln>
            <a:noFill/>
          </a:ln>
        </p:spPr>
      </p:sp>
      <p:sp>
        <p:nvSpPr>
          <p:cNvPr id="42" name="!!circle-1v1"/>
          <p:cNvSpPr/>
          <p:nvPr/>
        </p:nvSpPr>
        <p:spPr>
          <a:xfrm>
            <a:off x="7013814" y="6274971"/>
            <a:ext cx="45555" cy="45555"/>
          </a:xfrm>
          <a:prstGeom prst="ellipse">
            <a:avLst/>
          </a:prstGeom>
          <a:solidFill>
            <a:srgbClr val="627D8D">
              <a:alpha val="20900"/>
            </a:srgbClr>
          </a:solidFill>
          <a:ln>
            <a:noFill/>
          </a:ln>
        </p:spPr>
      </p:sp>
      <p:sp>
        <p:nvSpPr>
          <p:cNvPr id="43" name="!!circle-1v4"/>
          <p:cNvSpPr/>
          <p:nvPr/>
        </p:nvSpPr>
        <p:spPr>
          <a:xfrm>
            <a:off x="11298878" y="3137431"/>
            <a:ext cx="39484" cy="39484"/>
          </a:xfrm>
          <a:prstGeom prst="ellipse">
            <a:avLst/>
          </a:prstGeom>
          <a:solidFill>
            <a:srgbClr val="627D8D">
              <a:alpha val="13600"/>
            </a:srgbClr>
          </a:solidFill>
          <a:ln>
            <a:noFill/>
          </a:ln>
        </p:spPr>
      </p:sp>
      <p:sp>
        <p:nvSpPr>
          <p:cNvPr id="44" name="!!circle-1v7"/>
          <p:cNvSpPr/>
          <p:nvPr/>
        </p:nvSpPr>
        <p:spPr>
          <a:xfrm>
            <a:off x="7473716" y="5599766"/>
            <a:ext cx="30455" cy="30455"/>
          </a:xfrm>
          <a:prstGeom prst="ellipse">
            <a:avLst/>
          </a:prstGeom>
          <a:solidFill>
            <a:srgbClr val="627D8D">
              <a:alpha val="16500"/>
            </a:srgbClr>
          </a:solidFill>
          <a:ln>
            <a:noFill/>
          </a:ln>
        </p:spPr>
      </p:sp>
      <p:sp>
        <p:nvSpPr>
          <p:cNvPr id="45" name="!!circle-1va"/>
          <p:cNvSpPr/>
          <p:nvPr/>
        </p:nvSpPr>
        <p:spPr>
          <a:xfrm>
            <a:off x="8978430" y="6359593"/>
            <a:ext cx="28257" cy="28257"/>
          </a:xfrm>
          <a:prstGeom prst="ellipse">
            <a:avLst/>
          </a:prstGeom>
          <a:solidFill>
            <a:srgbClr val="627D8D">
              <a:alpha val="15700"/>
            </a:srgbClr>
          </a:solidFill>
          <a:ln>
            <a:noFill/>
          </a:ln>
        </p:spPr>
      </p:sp>
      <p:sp>
        <p:nvSpPr>
          <p:cNvPr id="46" name="!!circle-1vd"/>
          <p:cNvSpPr/>
          <p:nvPr/>
        </p:nvSpPr>
        <p:spPr>
          <a:xfrm>
            <a:off x="11413864" y="5017711"/>
            <a:ext cx="45149" cy="45149"/>
          </a:xfrm>
          <a:prstGeom prst="ellipse">
            <a:avLst/>
          </a:prstGeom>
          <a:solidFill>
            <a:srgbClr val="627D8D">
              <a:alpha val="31200"/>
            </a:srgbClr>
          </a:solidFill>
          <a:ln>
            <a:noFill/>
          </a:ln>
        </p:spPr>
      </p:sp>
      <p:sp>
        <p:nvSpPr>
          <p:cNvPr id="47" name="!!circle-1vg"/>
          <p:cNvSpPr/>
          <p:nvPr/>
        </p:nvSpPr>
        <p:spPr>
          <a:xfrm>
            <a:off x="3467331" y="3017708"/>
            <a:ext cx="30696" cy="30696"/>
          </a:xfrm>
          <a:prstGeom prst="ellipse">
            <a:avLst/>
          </a:prstGeom>
          <a:solidFill>
            <a:srgbClr val="627D8D">
              <a:alpha val="25700"/>
            </a:srgbClr>
          </a:solidFill>
          <a:ln>
            <a:noFill/>
          </a:ln>
        </p:spPr>
      </p:sp>
      <p:sp>
        <p:nvSpPr>
          <p:cNvPr id="48" name="!!circle-1vj"/>
          <p:cNvSpPr/>
          <p:nvPr/>
        </p:nvSpPr>
        <p:spPr>
          <a:xfrm>
            <a:off x="8821640" y="3540734"/>
            <a:ext cx="37401" cy="37401"/>
          </a:xfrm>
          <a:prstGeom prst="ellipse">
            <a:avLst/>
          </a:prstGeom>
          <a:solidFill>
            <a:srgbClr val="627D8D">
              <a:alpha val="16000"/>
            </a:srgbClr>
          </a:solidFill>
          <a:ln>
            <a:noFill/>
          </a:ln>
        </p:spPr>
      </p:sp>
      <p:sp>
        <p:nvSpPr>
          <p:cNvPr id="49" name="!!circle-1vm"/>
          <p:cNvSpPr/>
          <p:nvPr/>
        </p:nvSpPr>
        <p:spPr>
          <a:xfrm>
            <a:off x="1805182" y="4405055"/>
            <a:ext cx="33096" cy="33096"/>
          </a:xfrm>
          <a:prstGeom prst="ellipse">
            <a:avLst/>
          </a:prstGeom>
          <a:solidFill>
            <a:srgbClr val="627D8D">
              <a:alpha val="22300"/>
            </a:srgbClr>
          </a:solidFill>
          <a:ln>
            <a:noFill/>
          </a:ln>
        </p:spPr>
      </p:sp>
      <p:sp>
        <p:nvSpPr>
          <p:cNvPr id="50" name="!!circle-1vp"/>
          <p:cNvSpPr/>
          <p:nvPr/>
        </p:nvSpPr>
        <p:spPr>
          <a:xfrm>
            <a:off x="11576465" y="523705"/>
            <a:ext cx="21145" cy="21145"/>
          </a:xfrm>
          <a:prstGeom prst="ellipse">
            <a:avLst/>
          </a:prstGeom>
          <a:solidFill>
            <a:srgbClr val="627D8D">
              <a:alpha val="16300"/>
            </a:srgbClr>
          </a:solidFill>
          <a:ln>
            <a:noFill/>
          </a:ln>
        </p:spPr>
      </p:sp>
      <p:sp>
        <p:nvSpPr>
          <p:cNvPr id="51" name="!!circle-1vs"/>
          <p:cNvSpPr/>
          <p:nvPr/>
        </p:nvSpPr>
        <p:spPr>
          <a:xfrm>
            <a:off x="11075703" y="5492313"/>
            <a:ext cx="35281" cy="35281"/>
          </a:xfrm>
          <a:prstGeom prst="ellipse">
            <a:avLst/>
          </a:prstGeom>
          <a:solidFill>
            <a:srgbClr val="627D8D">
              <a:alpha val="30000"/>
            </a:srgbClr>
          </a:solidFill>
          <a:ln>
            <a:noFill/>
          </a:ln>
        </p:spPr>
      </p:sp>
      <p:sp>
        <p:nvSpPr>
          <p:cNvPr id="52" name="!!text-52g" descr="交易安全"/>
          <p:cNvSpPr txBox="1"/>
          <p:nvPr/>
        </p:nvSpPr>
        <p:spPr>
          <a:xfrm>
            <a:off x="646583" y="594880"/>
            <a:ext cx="718706" cy="22332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14" b="1" kern="0" spc="146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交易安</a:t>
            </a:r>
            <a:r>
              <a:rPr lang="zh-TW" altLang="en-US" sz="1214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全</a:t>
            </a:r>
            <a:endParaRPr lang="zh-TW" sz="1214"/>
          </a:p>
        </p:txBody>
      </p:sp>
      <p:sp>
        <p:nvSpPr>
          <p:cNvPr id="53" name="!!text-52q" descr="款項由平台暫管"/>
          <p:cNvSpPr txBox="1"/>
          <p:nvPr/>
        </p:nvSpPr>
        <p:spPr>
          <a:xfrm>
            <a:off x="646583" y="866837"/>
            <a:ext cx="3377611" cy="66997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3643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款項由平台暫管</a:t>
            </a:r>
            <a:endParaRPr lang="zh-TW" sz="3643"/>
          </a:p>
        </p:txBody>
      </p:sp>
      <p:sp>
        <p:nvSpPr>
          <p:cNvPr id="54" name="!!text-532" descr="買家完成訂單或取書滿 24 小時後，款項才撥入賣家錢包。"/>
          <p:cNvSpPr txBox="1"/>
          <p:nvPr/>
        </p:nvSpPr>
        <p:spPr>
          <a:xfrm>
            <a:off x="646583" y="1591198"/>
            <a:ext cx="4991230" cy="27915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518" kern="0" dirty="0">
                <a:solidFill>
                  <a:srgbClr val="3F4A54"/>
                </a:solidFill>
                <a:latin typeface="Noto Sans TC Medium"/>
                <a:ea typeface="Noto Sans TC Medium"/>
                <a:cs typeface="Noto Sans TC Medium"/>
              </a:rPr>
              <a:t>買家完成訂單或取書滿 24 小時後，款項才撥入賣家錢包。</a:t>
            </a:r>
            <a:endParaRPr lang="zh-TW" sz="1518"/>
          </a:p>
        </p:txBody>
      </p:sp>
      <p:sp>
        <p:nvSpPr>
          <p:cNvPr id="55" name="!!path-53y"/>
          <p:cNvSpPr/>
          <p:nvPr/>
        </p:nvSpPr>
        <p:spPr>
          <a:xfrm>
            <a:off x="3821125" y="3292856"/>
            <a:ext cx="1722222" cy="1"/>
          </a:xfrm>
          <a:custGeom>
            <a:avLst/>
            <a:gdLst/>
            <a:ahLst/>
            <a:cxnLst/>
            <a:rect l="l" t="t" r="r" b="b"/>
            <a:pathLst>
              <a:path w="1722222" h="1" fill="none">
                <a:moveTo>
                  <a:pt x="0" y="0"/>
                </a:moveTo>
                <a:lnTo>
                  <a:pt x="1722222" y="0"/>
                </a:lnTo>
              </a:path>
            </a:pathLst>
          </a:custGeom>
          <a:noFill/>
          <a:ln w="16065" cap="rnd">
            <a:solidFill>
              <a:srgbClr val="627D8D">
                <a:alpha val="60000"/>
              </a:srgbClr>
            </a:solidFill>
            <a:prstDash val="solid"/>
            <a:round/>
          </a:ln>
        </p:spPr>
      </p:sp>
      <p:sp>
        <p:nvSpPr>
          <p:cNvPr id="56" name="!!path-543"/>
          <p:cNvSpPr/>
          <p:nvPr/>
        </p:nvSpPr>
        <p:spPr>
          <a:xfrm>
            <a:off x="6648653" y="3292856"/>
            <a:ext cx="1722222" cy="1"/>
          </a:xfrm>
          <a:custGeom>
            <a:avLst/>
            <a:gdLst/>
            <a:ahLst/>
            <a:cxnLst/>
            <a:rect l="l" t="t" r="r" b="b"/>
            <a:pathLst>
              <a:path w="1722222" h="1" fill="none">
                <a:moveTo>
                  <a:pt x="0" y="0"/>
                </a:moveTo>
                <a:lnTo>
                  <a:pt x="1722222" y="0"/>
                </a:lnTo>
              </a:path>
            </a:pathLst>
          </a:custGeom>
          <a:noFill/>
          <a:ln w="16065" cap="rnd">
            <a:solidFill>
              <a:srgbClr val="627D8D">
                <a:alpha val="60000"/>
              </a:srgbClr>
            </a:solidFill>
            <a:prstDash val="solid"/>
            <a:round/>
          </a:ln>
        </p:spPr>
      </p:sp>
      <p:sp>
        <p:nvSpPr>
          <p:cNvPr id="57" name="!!circle-54c"/>
          <p:cNvSpPr/>
          <p:nvPr/>
        </p:nvSpPr>
        <p:spPr>
          <a:xfrm>
            <a:off x="2754376" y="2830170"/>
            <a:ext cx="1105306" cy="1105306"/>
          </a:xfrm>
          <a:prstGeom prst="ellipse">
            <a:avLst/>
          </a:prstGeom>
          <a:solidFill>
            <a:srgbClr val="0B1A26">
              <a:alpha val="10000"/>
            </a:srgbClr>
          </a:solidFill>
          <a:ln>
            <a:noFill/>
          </a:ln>
          <a:effectLst>
            <a:softEdge rad="226202"/>
          </a:effectLst>
        </p:spPr>
      </p:sp>
      <p:sp>
        <p:nvSpPr>
          <p:cNvPr id="58" name="!!circle-54d"/>
          <p:cNvSpPr/>
          <p:nvPr/>
        </p:nvSpPr>
        <p:spPr>
          <a:xfrm>
            <a:off x="2818638" y="2843022"/>
            <a:ext cx="899668" cy="899668"/>
          </a:xfrm>
          <a:prstGeom prst="ellipse">
            <a:avLst/>
          </a:prstGeom>
          <a:solidFill>
            <a:srgbClr val="FFFFFF"/>
          </a:solidFill>
          <a:ln w="9639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59" name="!!path-54e"/>
          <p:cNvSpPr/>
          <p:nvPr/>
        </p:nvSpPr>
        <p:spPr>
          <a:xfrm>
            <a:off x="3139948" y="3164332"/>
            <a:ext cx="257048" cy="257048"/>
          </a:xfrm>
          <a:custGeom>
            <a:avLst/>
            <a:gdLst/>
            <a:ahLst/>
            <a:cxnLst/>
            <a:rect l="l" t="t" r="r" b="b"/>
            <a:pathLst>
              <a:path w="257048" h="257048">
                <a:moveTo>
                  <a:pt x="128524" y="30524"/>
                </a:moveTo>
                <a:cubicBezTo>
                  <a:pt x="147160" y="30524"/>
                  <a:pt x="162262" y="45626"/>
                  <a:pt x="162262" y="64262"/>
                </a:cubicBezTo>
                <a:cubicBezTo>
                  <a:pt x="162262" y="82898"/>
                  <a:pt x="147160" y="98000"/>
                  <a:pt x="128524" y="98000"/>
                </a:cubicBezTo>
                <a:cubicBezTo>
                  <a:pt x="109888" y="98000"/>
                  <a:pt x="94786" y="82898"/>
                  <a:pt x="94786" y="64262"/>
                </a:cubicBezTo>
                <a:cubicBezTo>
                  <a:pt x="94786" y="45626"/>
                  <a:pt x="109888" y="30524"/>
                  <a:pt x="128524" y="30524"/>
                </a:cubicBezTo>
                <a:moveTo>
                  <a:pt x="128524" y="175114"/>
                </a:moveTo>
                <a:cubicBezTo>
                  <a:pt x="176239" y="175114"/>
                  <a:pt x="226524" y="198570"/>
                  <a:pt x="226524" y="208851"/>
                </a:cubicBezTo>
                <a:lnTo>
                  <a:pt x="226524" y="226524"/>
                </a:lnTo>
                <a:lnTo>
                  <a:pt x="30524" y="226524"/>
                </a:lnTo>
                <a:lnTo>
                  <a:pt x="30524" y="208851"/>
                </a:lnTo>
                <a:cubicBezTo>
                  <a:pt x="30524" y="198570"/>
                  <a:pt x="80809" y="175114"/>
                  <a:pt x="128524" y="175114"/>
                </a:cubicBezTo>
                <a:moveTo>
                  <a:pt x="128524" y="0"/>
                </a:moveTo>
                <a:cubicBezTo>
                  <a:pt x="93019" y="0"/>
                  <a:pt x="64262" y="28757"/>
                  <a:pt x="64262" y="64262"/>
                </a:cubicBezTo>
                <a:cubicBezTo>
                  <a:pt x="64262" y="99767"/>
                  <a:pt x="93019" y="128524"/>
                  <a:pt x="128524" y="128524"/>
                </a:cubicBezTo>
                <a:cubicBezTo>
                  <a:pt x="164029" y="128524"/>
                  <a:pt x="192786" y="99767"/>
                  <a:pt x="192786" y="64262"/>
                </a:cubicBezTo>
                <a:cubicBezTo>
                  <a:pt x="192786" y="28757"/>
                  <a:pt x="164029" y="0"/>
                  <a:pt x="128524" y="0"/>
                </a:cubicBezTo>
                <a:close/>
                <a:moveTo>
                  <a:pt x="128524" y="144589"/>
                </a:moveTo>
                <a:cubicBezTo>
                  <a:pt x="85629" y="144589"/>
                  <a:pt x="0" y="166117"/>
                  <a:pt x="0" y="208851"/>
                </a:cubicBezTo>
                <a:lnTo>
                  <a:pt x="0" y="257048"/>
                </a:lnTo>
                <a:lnTo>
                  <a:pt x="257048" y="257048"/>
                </a:lnTo>
                <a:lnTo>
                  <a:pt x="257048" y="208851"/>
                </a:lnTo>
                <a:cubicBezTo>
                  <a:pt x="257048" y="166117"/>
                  <a:pt x="171419" y="144589"/>
                  <a:pt x="128524" y="144589"/>
                </a:cubicBez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60" name="!!text-54f" descr="買家"/>
          <p:cNvSpPr txBox="1"/>
          <p:nvPr/>
        </p:nvSpPr>
        <p:spPr>
          <a:xfrm>
            <a:off x="3101391" y="3883038"/>
            <a:ext cx="384287" cy="241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16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買家</a:t>
            </a:r>
            <a:endParaRPr lang="zh-TW" sz="1316"/>
          </a:p>
        </p:txBody>
      </p:sp>
      <p:sp>
        <p:nvSpPr>
          <p:cNvPr id="61" name="!!text-54i" descr="結帳付款"/>
          <p:cNvSpPr txBox="1"/>
          <p:nvPr/>
        </p:nvSpPr>
        <p:spPr>
          <a:xfrm>
            <a:off x="2985719" y="4131347"/>
            <a:ext cx="607919" cy="20471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13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結帳付款</a:t>
            </a:r>
            <a:endParaRPr lang="zh-TW" sz="1113"/>
          </a:p>
        </p:txBody>
      </p:sp>
      <p:sp>
        <p:nvSpPr>
          <p:cNvPr id="62" name="!!circle-54t"/>
          <p:cNvSpPr/>
          <p:nvPr/>
        </p:nvSpPr>
        <p:spPr>
          <a:xfrm>
            <a:off x="5581904" y="2830170"/>
            <a:ext cx="1105306" cy="1105306"/>
          </a:xfrm>
          <a:prstGeom prst="ellipse">
            <a:avLst/>
          </a:prstGeom>
          <a:solidFill>
            <a:srgbClr val="0B1A26">
              <a:alpha val="10000"/>
            </a:srgbClr>
          </a:solidFill>
          <a:ln>
            <a:noFill/>
          </a:ln>
          <a:effectLst>
            <a:softEdge rad="226202"/>
          </a:effectLst>
        </p:spPr>
      </p:sp>
      <p:sp>
        <p:nvSpPr>
          <p:cNvPr id="63" name="!!circle-54u"/>
          <p:cNvSpPr/>
          <p:nvPr/>
        </p:nvSpPr>
        <p:spPr>
          <a:xfrm>
            <a:off x="5646166" y="2843022"/>
            <a:ext cx="899668" cy="899668"/>
          </a:xfrm>
          <a:prstGeom prst="ellipse">
            <a:avLst/>
          </a:prstGeom>
          <a:solidFill>
            <a:srgbClr val="FFFFFF"/>
          </a:solidFill>
          <a:ln w="9639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64" name="!!path-54v"/>
          <p:cNvSpPr/>
          <p:nvPr/>
        </p:nvSpPr>
        <p:spPr>
          <a:xfrm>
            <a:off x="5951411" y="3116136"/>
            <a:ext cx="289179" cy="353441"/>
          </a:xfrm>
          <a:custGeom>
            <a:avLst/>
            <a:gdLst/>
            <a:ahLst/>
            <a:cxnLst/>
            <a:rect l="l" t="t" r="r" b="b"/>
            <a:pathLst>
              <a:path w="289179" h="353441">
                <a:moveTo>
                  <a:pt x="144589" y="0"/>
                </a:moveTo>
                <a:lnTo>
                  <a:pt x="0" y="64262"/>
                </a:lnTo>
                <a:lnTo>
                  <a:pt x="0" y="160655"/>
                </a:lnTo>
                <a:cubicBezTo>
                  <a:pt x="0" y="249819"/>
                  <a:pt x="61692" y="333198"/>
                  <a:pt x="144589" y="353441"/>
                </a:cubicBezTo>
                <a:cubicBezTo>
                  <a:pt x="227487" y="333198"/>
                  <a:pt x="289179" y="249819"/>
                  <a:pt x="289179" y="160655"/>
                </a:cubicBezTo>
                <a:lnTo>
                  <a:pt x="289179" y="64262"/>
                </a:lnTo>
                <a:lnTo>
                  <a:pt x="144589" y="0"/>
                </a:lnTo>
                <a:close/>
                <a:moveTo>
                  <a:pt x="257048" y="160655"/>
                </a:moveTo>
                <a:cubicBezTo>
                  <a:pt x="257048" y="233271"/>
                  <a:pt x="209173" y="300264"/>
                  <a:pt x="144589" y="320185"/>
                </a:cubicBezTo>
                <a:cubicBezTo>
                  <a:pt x="80006" y="300264"/>
                  <a:pt x="32131" y="233271"/>
                  <a:pt x="32131" y="160655"/>
                </a:cubicBezTo>
                <a:lnTo>
                  <a:pt x="32131" y="85147"/>
                </a:lnTo>
                <a:lnTo>
                  <a:pt x="144589" y="35183"/>
                </a:lnTo>
                <a:lnTo>
                  <a:pt x="257048" y="85147"/>
                </a:lnTo>
                <a:lnTo>
                  <a:pt x="257048" y="160655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65" name="!!text-54w" descr="平台暫管"/>
          <p:cNvSpPr txBox="1"/>
          <p:nvPr/>
        </p:nvSpPr>
        <p:spPr>
          <a:xfrm>
            <a:off x="5761838" y="3883038"/>
            <a:ext cx="718449" cy="241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16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平台暫管</a:t>
            </a:r>
            <a:endParaRPr lang="zh-TW" sz="1316"/>
          </a:p>
        </p:txBody>
      </p:sp>
      <p:sp>
        <p:nvSpPr>
          <p:cNvPr id="66" name="!!text-551" descr="款項保管中"/>
          <p:cNvSpPr txBox="1"/>
          <p:nvPr/>
        </p:nvSpPr>
        <p:spPr>
          <a:xfrm>
            <a:off x="5742559" y="4131347"/>
            <a:ext cx="749295" cy="20471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13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款項保管中</a:t>
            </a:r>
            <a:endParaRPr lang="zh-TW" sz="1113"/>
          </a:p>
        </p:txBody>
      </p:sp>
      <p:sp>
        <p:nvSpPr>
          <p:cNvPr id="67" name="!!circle-55d"/>
          <p:cNvSpPr/>
          <p:nvPr/>
        </p:nvSpPr>
        <p:spPr>
          <a:xfrm>
            <a:off x="8409432" y="2830170"/>
            <a:ext cx="1105306" cy="1105306"/>
          </a:xfrm>
          <a:prstGeom prst="ellipse">
            <a:avLst/>
          </a:prstGeom>
          <a:solidFill>
            <a:srgbClr val="0B1A26">
              <a:alpha val="10000"/>
            </a:srgbClr>
          </a:solidFill>
          <a:ln>
            <a:noFill/>
          </a:ln>
          <a:effectLst>
            <a:softEdge rad="226202"/>
          </a:effectLst>
        </p:spPr>
      </p:sp>
      <p:sp>
        <p:nvSpPr>
          <p:cNvPr id="68" name="!!circle-55e"/>
          <p:cNvSpPr/>
          <p:nvPr/>
        </p:nvSpPr>
        <p:spPr>
          <a:xfrm>
            <a:off x="8473694" y="2843022"/>
            <a:ext cx="899668" cy="899668"/>
          </a:xfrm>
          <a:prstGeom prst="ellipse">
            <a:avLst/>
          </a:prstGeom>
          <a:solidFill>
            <a:srgbClr val="FFFFFF"/>
          </a:solidFill>
          <a:ln w="9639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69" name="!!path-55f"/>
          <p:cNvSpPr/>
          <p:nvPr/>
        </p:nvSpPr>
        <p:spPr>
          <a:xfrm>
            <a:off x="8778938" y="3148267"/>
            <a:ext cx="305244" cy="289179"/>
          </a:xfrm>
          <a:custGeom>
            <a:avLst/>
            <a:gdLst/>
            <a:ahLst/>
            <a:cxnLst/>
            <a:rect l="l" t="t" r="r" b="b"/>
            <a:pathLst>
              <a:path w="305244" h="289179">
                <a:moveTo>
                  <a:pt x="289179" y="240982"/>
                </a:moveTo>
                <a:lnTo>
                  <a:pt x="289179" y="257048"/>
                </a:lnTo>
                <a:cubicBezTo>
                  <a:pt x="289179" y="274720"/>
                  <a:pt x="274720" y="289179"/>
                  <a:pt x="257048" y="289179"/>
                </a:cubicBezTo>
                <a:lnTo>
                  <a:pt x="32131" y="289179"/>
                </a:lnTo>
                <a:cubicBezTo>
                  <a:pt x="14298" y="289179"/>
                  <a:pt x="0" y="274720"/>
                  <a:pt x="0" y="257048"/>
                </a:cubicBezTo>
                <a:lnTo>
                  <a:pt x="0" y="32131"/>
                </a:lnTo>
                <a:cubicBezTo>
                  <a:pt x="0" y="14459"/>
                  <a:pt x="14298" y="0"/>
                  <a:pt x="32131" y="0"/>
                </a:cubicBezTo>
                <a:lnTo>
                  <a:pt x="257048" y="0"/>
                </a:lnTo>
                <a:cubicBezTo>
                  <a:pt x="274720" y="0"/>
                  <a:pt x="289179" y="14459"/>
                  <a:pt x="289179" y="32131"/>
                </a:cubicBezTo>
                <a:lnTo>
                  <a:pt x="289179" y="48196"/>
                </a:lnTo>
                <a:lnTo>
                  <a:pt x="144589" y="48196"/>
                </a:lnTo>
                <a:cubicBezTo>
                  <a:pt x="126757" y="48196"/>
                  <a:pt x="112458" y="62655"/>
                  <a:pt x="112458" y="80327"/>
                </a:cubicBezTo>
                <a:lnTo>
                  <a:pt x="112458" y="208851"/>
                </a:lnTo>
                <a:cubicBezTo>
                  <a:pt x="112458" y="226524"/>
                  <a:pt x="126757" y="240982"/>
                  <a:pt x="144589" y="240982"/>
                </a:cubicBezTo>
                <a:lnTo>
                  <a:pt x="289179" y="240982"/>
                </a:lnTo>
                <a:close/>
                <a:moveTo>
                  <a:pt x="144589" y="208851"/>
                </a:moveTo>
                <a:lnTo>
                  <a:pt x="305244" y="208851"/>
                </a:lnTo>
                <a:lnTo>
                  <a:pt x="305244" y="80327"/>
                </a:lnTo>
                <a:lnTo>
                  <a:pt x="144589" y="80327"/>
                </a:lnTo>
                <a:lnTo>
                  <a:pt x="144589" y="208851"/>
                </a:lnTo>
                <a:close/>
                <a:moveTo>
                  <a:pt x="208851" y="168688"/>
                </a:moveTo>
                <a:cubicBezTo>
                  <a:pt x="195517" y="168688"/>
                  <a:pt x="184753" y="157924"/>
                  <a:pt x="184753" y="144589"/>
                </a:cubicBezTo>
                <a:cubicBezTo>
                  <a:pt x="184753" y="131255"/>
                  <a:pt x="195517" y="120491"/>
                  <a:pt x="208851" y="120491"/>
                </a:cubicBezTo>
                <a:cubicBezTo>
                  <a:pt x="222186" y="120491"/>
                  <a:pt x="232950" y="131255"/>
                  <a:pt x="232950" y="144589"/>
                </a:cubicBezTo>
                <a:cubicBezTo>
                  <a:pt x="232950" y="157924"/>
                  <a:pt x="222186" y="168688"/>
                  <a:pt x="208851" y="168688"/>
                </a:cubicBez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70" name="!!text-55g" descr="賣家錢包"/>
          <p:cNvSpPr txBox="1"/>
          <p:nvPr/>
        </p:nvSpPr>
        <p:spPr>
          <a:xfrm>
            <a:off x="8589366" y="3883038"/>
            <a:ext cx="718449" cy="241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16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賣家錢包</a:t>
            </a:r>
            <a:endParaRPr lang="zh-TW" sz="1316"/>
          </a:p>
        </p:txBody>
      </p:sp>
      <p:sp>
        <p:nvSpPr>
          <p:cNvPr id="71" name="!!text-55l" descr="撥款入帳"/>
          <p:cNvSpPr txBox="1"/>
          <p:nvPr/>
        </p:nvSpPr>
        <p:spPr>
          <a:xfrm>
            <a:off x="8640775" y="4131347"/>
            <a:ext cx="607919" cy="20471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13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撥款入帳</a:t>
            </a:r>
            <a:endParaRPr lang="zh-TW" sz="1113"/>
          </a:p>
        </p:txBody>
      </p:sp>
      <p:sp>
        <p:nvSpPr>
          <p:cNvPr id="72" name="!!circle-55q"/>
          <p:cNvSpPr/>
          <p:nvPr/>
        </p:nvSpPr>
        <p:spPr>
          <a:xfrm>
            <a:off x="5526822" y="2723678"/>
            <a:ext cx="1138356" cy="1138356"/>
          </a:xfrm>
          <a:prstGeom prst="ellipse">
            <a:avLst/>
          </a:prstGeom>
          <a:noFill/>
          <a:ln w="19279" cap="flat">
            <a:solidFill>
              <a:srgbClr val="627D8D">
                <a:alpha val="60000"/>
              </a:srgbClr>
            </a:solidFill>
            <a:prstDash val="solid"/>
            <a:miter lim="800000"/>
          </a:ln>
        </p:spPr>
      </p:sp>
      <p:sp>
        <p:nvSpPr>
          <p:cNvPr id="73" name="!!circle-560"/>
          <p:cNvSpPr/>
          <p:nvPr/>
        </p:nvSpPr>
        <p:spPr>
          <a:xfrm>
            <a:off x="5864657" y="2444598"/>
            <a:ext cx="462686" cy="462686"/>
          </a:xfrm>
          <a:prstGeom prst="ellipse">
            <a:avLst/>
          </a:prstGeom>
          <a:solidFill>
            <a:srgbClr val="627D8D"/>
          </a:solidFill>
          <a:ln>
            <a:noFill/>
          </a:ln>
        </p:spPr>
      </p:sp>
      <p:sp>
        <p:nvSpPr>
          <p:cNvPr id="74" name="!!circle-561"/>
          <p:cNvSpPr/>
          <p:nvPr/>
        </p:nvSpPr>
        <p:spPr>
          <a:xfrm>
            <a:off x="5903214" y="2483155"/>
            <a:ext cx="385572" cy="385572"/>
          </a:xfrm>
          <a:prstGeom prst="ellipse">
            <a:avLst/>
          </a:prstGeom>
          <a:noFill/>
          <a:ln w="12852" cap="flat">
            <a:solidFill>
              <a:srgbClr val="FFFFFF">
                <a:alpha val="45000"/>
              </a:srgbClr>
            </a:solidFill>
            <a:prstDash val="solid"/>
            <a:miter lim="800000"/>
          </a:ln>
        </p:spPr>
      </p:sp>
      <p:sp>
        <p:nvSpPr>
          <p:cNvPr id="75" name="!!text-562" descr="280"/>
          <p:cNvSpPr txBox="1"/>
          <p:nvPr/>
        </p:nvSpPr>
        <p:spPr>
          <a:xfrm>
            <a:off x="5974747" y="2567595"/>
            <a:ext cx="282991" cy="19540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63" kern="0" dirty="0">
                <a:solidFill>
                  <a:srgbClr val="FFFFFF"/>
                </a:solidFill>
                <a:latin typeface="Noto Sans TC ExtraBold"/>
                <a:ea typeface="Noto Sans TC ExtraBold"/>
                <a:cs typeface="Noto Sans TC ExtraBold"/>
              </a:rPr>
              <a:t>280</a:t>
            </a:r>
            <a:endParaRPr lang="zh-TW" sz="1063"/>
          </a:p>
        </p:txBody>
      </p:sp>
      <p:sp>
        <p:nvSpPr>
          <p:cNvPr id="76" name="!!line-56y"/>
          <p:cNvSpPr/>
          <p:nvPr/>
        </p:nvSpPr>
        <p:spPr>
          <a:xfrm>
            <a:off x="3101391" y="5156454"/>
            <a:ext cx="1362354" cy="1"/>
          </a:xfrm>
          <a:custGeom>
            <a:avLst/>
            <a:gdLst/>
            <a:ahLst/>
            <a:cxnLst/>
            <a:rect l="l" t="t" r="r" b="b"/>
            <a:pathLst>
              <a:path w="1362354" h="1">
                <a:moveTo>
                  <a:pt x="0" y="0"/>
                </a:moveTo>
                <a:lnTo>
                  <a:pt x="1362354" y="0"/>
                </a:lnTo>
              </a:path>
            </a:pathLst>
          </a:custGeom>
          <a:solidFill>
            <a:srgbClr val="000000"/>
          </a:solidFill>
          <a:ln w="19279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77" name="!!line-56z"/>
          <p:cNvSpPr/>
          <p:nvPr/>
        </p:nvSpPr>
        <p:spPr>
          <a:xfrm>
            <a:off x="3101391" y="5156454"/>
            <a:ext cx="1362354" cy="1"/>
          </a:xfrm>
          <a:custGeom>
            <a:avLst/>
            <a:gdLst/>
            <a:ahLst/>
            <a:cxnLst/>
            <a:rect l="l" t="t" r="r" b="b"/>
            <a:pathLst>
              <a:path w="1362354" h="1">
                <a:moveTo>
                  <a:pt x="0" y="0"/>
                </a:moveTo>
                <a:lnTo>
                  <a:pt x="1362354" y="0"/>
                </a:lnTo>
              </a:path>
            </a:pathLst>
          </a:custGeom>
          <a:solidFill>
            <a:srgbClr val="000000"/>
          </a:solidFill>
          <a:ln w="19279" cap="flat">
            <a:solidFill>
              <a:srgbClr val="627D8D"/>
            </a:solidFill>
            <a:prstDash val="solid"/>
            <a:miter lim="800000"/>
          </a:ln>
        </p:spPr>
      </p:sp>
      <p:sp>
        <p:nvSpPr>
          <p:cNvPr id="78" name="!!circle-571"/>
          <p:cNvSpPr/>
          <p:nvPr/>
        </p:nvSpPr>
        <p:spPr>
          <a:xfrm>
            <a:off x="2934310" y="5079340"/>
            <a:ext cx="154229" cy="154229"/>
          </a:xfrm>
          <a:prstGeom prst="ellipse">
            <a:avLst/>
          </a:prstGeom>
          <a:solidFill>
            <a:srgbClr val="FFFFFF"/>
          </a:solidFill>
          <a:ln w="19279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79" name="!!circle-578"/>
          <p:cNvSpPr/>
          <p:nvPr/>
        </p:nvSpPr>
        <p:spPr>
          <a:xfrm>
            <a:off x="2934310" y="5079340"/>
            <a:ext cx="154229" cy="154229"/>
          </a:xfrm>
          <a:prstGeom prst="ellipse">
            <a:avLst/>
          </a:prstGeom>
          <a:solidFill>
            <a:srgbClr val="627D8D"/>
          </a:solidFill>
          <a:ln>
            <a:noFill/>
          </a:ln>
        </p:spPr>
      </p:sp>
      <p:sp>
        <p:nvSpPr>
          <p:cNvPr id="80" name="!!text-579" descr="付款"/>
          <p:cNvSpPr txBox="1"/>
          <p:nvPr/>
        </p:nvSpPr>
        <p:spPr>
          <a:xfrm>
            <a:off x="2857195" y="5298859"/>
            <a:ext cx="354726" cy="22332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14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付款</a:t>
            </a:r>
            <a:endParaRPr lang="zh-TW" sz="1214"/>
          </a:p>
        </p:txBody>
      </p:sp>
      <p:sp>
        <p:nvSpPr>
          <p:cNvPr id="81" name="!!line-57d"/>
          <p:cNvSpPr/>
          <p:nvPr/>
        </p:nvSpPr>
        <p:spPr>
          <a:xfrm>
            <a:off x="4643679" y="5156454"/>
            <a:ext cx="1362354" cy="1"/>
          </a:xfrm>
          <a:custGeom>
            <a:avLst/>
            <a:gdLst/>
            <a:ahLst/>
            <a:cxnLst/>
            <a:rect l="l" t="t" r="r" b="b"/>
            <a:pathLst>
              <a:path w="1362354" h="1">
                <a:moveTo>
                  <a:pt x="0" y="0"/>
                </a:moveTo>
                <a:lnTo>
                  <a:pt x="1362354" y="0"/>
                </a:lnTo>
              </a:path>
            </a:pathLst>
          </a:custGeom>
          <a:solidFill>
            <a:srgbClr val="000000"/>
          </a:solidFill>
          <a:ln w="19279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82" name="!!line-57e"/>
          <p:cNvSpPr/>
          <p:nvPr/>
        </p:nvSpPr>
        <p:spPr>
          <a:xfrm>
            <a:off x="4643679" y="5156454"/>
            <a:ext cx="1362354" cy="1"/>
          </a:xfrm>
          <a:custGeom>
            <a:avLst/>
            <a:gdLst/>
            <a:ahLst/>
            <a:cxnLst/>
            <a:rect l="l" t="t" r="r" b="b"/>
            <a:pathLst>
              <a:path w="1362354" h="1">
                <a:moveTo>
                  <a:pt x="0" y="0"/>
                </a:moveTo>
                <a:lnTo>
                  <a:pt x="1362354" y="0"/>
                </a:lnTo>
              </a:path>
            </a:pathLst>
          </a:custGeom>
          <a:solidFill>
            <a:srgbClr val="000000"/>
          </a:solidFill>
          <a:ln w="19279" cap="flat">
            <a:solidFill>
              <a:srgbClr val="627D8D"/>
            </a:solidFill>
            <a:prstDash val="solid"/>
            <a:miter lim="800000"/>
          </a:ln>
        </p:spPr>
      </p:sp>
      <p:sp>
        <p:nvSpPr>
          <p:cNvPr id="83" name="!!circle-57g"/>
          <p:cNvSpPr/>
          <p:nvPr/>
        </p:nvSpPr>
        <p:spPr>
          <a:xfrm>
            <a:off x="4476598" y="5079340"/>
            <a:ext cx="154229" cy="154229"/>
          </a:xfrm>
          <a:prstGeom prst="ellipse">
            <a:avLst/>
          </a:prstGeom>
          <a:solidFill>
            <a:srgbClr val="FFFFFF"/>
          </a:solidFill>
          <a:ln w="19279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84" name="!!circle-57n"/>
          <p:cNvSpPr/>
          <p:nvPr/>
        </p:nvSpPr>
        <p:spPr>
          <a:xfrm>
            <a:off x="4476598" y="5079340"/>
            <a:ext cx="154229" cy="154229"/>
          </a:xfrm>
          <a:prstGeom prst="ellipse">
            <a:avLst/>
          </a:prstGeom>
          <a:solidFill>
            <a:srgbClr val="627D8D"/>
          </a:solidFill>
          <a:ln>
            <a:noFill/>
          </a:ln>
        </p:spPr>
      </p:sp>
      <p:sp>
        <p:nvSpPr>
          <p:cNvPr id="85" name="!!text-57o" descr="賣家存書"/>
          <p:cNvSpPr txBox="1"/>
          <p:nvPr/>
        </p:nvSpPr>
        <p:spPr>
          <a:xfrm>
            <a:off x="4245254" y="5298859"/>
            <a:ext cx="663184" cy="22332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14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賣家存書</a:t>
            </a:r>
            <a:endParaRPr lang="zh-TW" sz="1214"/>
          </a:p>
        </p:txBody>
      </p:sp>
      <p:sp>
        <p:nvSpPr>
          <p:cNvPr id="86" name="!!line-57u"/>
          <p:cNvSpPr/>
          <p:nvPr/>
        </p:nvSpPr>
        <p:spPr>
          <a:xfrm>
            <a:off x="6185967" y="5156454"/>
            <a:ext cx="1362354" cy="1"/>
          </a:xfrm>
          <a:custGeom>
            <a:avLst/>
            <a:gdLst/>
            <a:ahLst/>
            <a:cxnLst/>
            <a:rect l="l" t="t" r="r" b="b"/>
            <a:pathLst>
              <a:path w="1362354" h="1">
                <a:moveTo>
                  <a:pt x="0" y="0"/>
                </a:moveTo>
                <a:lnTo>
                  <a:pt x="1362354" y="0"/>
                </a:lnTo>
              </a:path>
            </a:pathLst>
          </a:custGeom>
          <a:solidFill>
            <a:srgbClr val="000000"/>
          </a:solidFill>
          <a:ln w="19279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87" name="!!line-57v"/>
          <p:cNvSpPr/>
          <p:nvPr/>
        </p:nvSpPr>
        <p:spPr>
          <a:xfrm>
            <a:off x="6185967" y="5156454"/>
            <a:ext cx="1362354" cy="1"/>
          </a:xfrm>
          <a:custGeom>
            <a:avLst/>
            <a:gdLst/>
            <a:ahLst/>
            <a:cxnLst/>
            <a:rect l="l" t="t" r="r" b="b"/>
            <a:pathLst>
              <a:path w="1362354" h="1">
                <a:moveTo>
                  <a:pt x="0" y="0"/>
                </a:moveTo>
                <a:lnTo>
                  <a:pt x="1362354" y="0"/>
                </a:lnTo>
              </a:path>
            </a:pathLst>
          </a:custGeom>
          <a:solidFill>
            <a:srgbClr val="000000"/>
          </a:solidFill>
          <a:ln w="19279" cap="flat">
            <a:solidFill>
              <a:srgbClr val="627D8D"/>
            </a:solidFill>
            <a:prstDash val="solid"/>
            <a:miter lim="800000"/>
          </a:ln>
        </p:spPr>
      </p:sp>
      <p:sp>
        <p:nvSpPr>
          <p:cNvPr id="88" name="!!circle-57x"/>
          <p:cNvSpPr/>
          <p:nvPr/>
        </p:nvSpPr>
        <p:spPr>
          <a:xfrm>
            <a:off x="6018886" y="5079340"/>
            <a:ext cx="154229" cy="154229"/>
          </a:xfrm>
          <a:prstGeom prst="ellipse">
            <a:avLst/>
          </a:prstGeom>
          <a:solidFill>
            <a:srgbClr val="FFFFFF"/>
          </a:solidFill>
          <a:ln w="19279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89" name="!!circle-584"/>
          <p:cNvSpPr/>
          <p:nvPr/>
        </p:nvSpPr>
        <p:spPr>
          <a:xfrm>
            <a:off x="6018886" y="5079340"/>
            <a:ext cx="154229" cy="154229"/>
          </a:xfrm>
          <a:prstGeom prst="ellipse">
            <a:avLst/>
          </a:prstGeom>
          <a:solidFill>
            <a:srgbClr val="627D8D"/>
          </a:solidFill>
          <a:ln>
            <a:noFill/>
          </a:ln>
        </p:spPr>
      </p:sp>
      <p:sp>
        <p:nvSpPr>
          <p:cNvPr id="90" name="!!text-585" descr="買家取書"/>
          <p:cNvSpPr txBox="1"/>
          <p:nvPr/>
        </p:nvSpPr>
        <p:spPr>
          <a:xfrm>
            <a:off x="5787542" y="5298859"/>
            <a:ext cx="663184" cy="22332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14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買家取書</a:t>
            </a:r>
            <a:endParaRPr lang="zh-TW" sz="1214"/>
          </a:p>
        </p:txBody>
      </p:sp>
      <p:sp>
        <p:nvSpPr>
          <p:cNvPr id="91" name="!!line-58b"/>
          <p:cNvSpPr/>
          <p:nvPr/>
        </p:nvSpPr>
        <p:spPr>
          <a:xfrm>
            <a:off x="7728255" y="5156454"/>
            <a:ext cx="1362354" cy="1"/>
          </a:xfrm>
          <a:custGeom>
            <a:avLst/>
            <a:gdLst/>
            <a:ahLst/>
            <a:cxnLst/>
            <a:rect l="l" t="t" r="r" b="b"/>
            <a:pathLst>
              <a:path w="1362354" h="1">
                <a:moveTo>
                  <a:pt x="0" y="0"/>
                </a:moveTo>
                <a:lnTo>
                  <a:pt x="1362354" y="0"/>
                </a:lnTo>
              </a:path>
            </a:pathLst>
          </a:custGeom>
          <a:solidFill>
            <a:srgbClr val="000000"/>
          </a:solidFill>
          <a:ln w="19279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92" name="!!line-58c"/>
          <p:cNvSpPr/>
          <p:nvPr/>
        </p:nvSpPr>
        <p:spPr>
          <a:xfrm>
            <a:off x="7728255" y="5156454"/>
            <a:ext cx="1" cy="1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000000"/>
          </a:solidFill>
          <a:ln w="19279" cap="flat">
            <a:solidFill>
              <a:srgbClr val="627D8D"/>
            </a:solidFill>
            <a:prstDash val="solid"/>
            <a:miter lim="800000"/>
          </a:ln>
        </p:spPr>
      </p:sp>
      <p:sp>
        <p:nvSpPr>
          <p:cNvPr id="93" name="!!circle-58e"/>
          <p:cNvSpPr/>
          <p:nvPr/>
        </p:nvSpPr>
        <p:spPr>
          <a:xfrm>
            <a:off x="7561174" y="5079340"/>
            <a:ext cx="154229" cy="154229"/>
          </a:xfrm>
          <a:prstGeom prst="ellipse">
            <a:avLst/>
          </a:prstGeom>
          <a:solidFill>
            <a:srgbClr val="FFFFFF"/>
          </a:solidFill>
          <a:ln w="19279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94" name="!!text-58m" descr="完成訂單"/>
          <p:cNvSpPr txBox="1"/>
          <p:nvPr/>
        </p:nvSpPr>
        <p:spPr>
          <a:xfrm>
            <a:off x="7329830" y="5298859"/>
            <a:ext cx="663184" cy="22332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14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完成訂單</a:t>
            </a:r>
            <a:endParaRPr lang="zh-TW" sz="1214"/>
          </a:p>
        </p:txBody>
      </p:sp>
      <p:sp>
        <p:nvSpPr>
          <p:cNvPr id="95" name="!!text-58r" descr="或取書滿 24 小時"/>
          <p:cNvSpPr txBox="1"/>
          <p:nvPr/>
        </p:nvSpPr>
        <p:spPr>
          <a:xfrm>
            <a:off x="7104027" y="5519406"/>
            <a:ext cx="1110936" cy="20471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13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或取書滿 24 小時</a:t>
            </a:r>
            <a:endParaRPr lang="zh-TW" sz="1113"/>
          </a:p>
        </p:txBody>
      </p:sp>
      <p:sp>
        <p:nvSpPr>
          <p:cNvPr id="96" name="!!circle-590"/>
          <p:cNvSpPr/>
          <p:nvPr/>
        </p:nvSpPr>
        <p:spPr>
          <a:xfrm>
            <a:off x="9103461" y="5079340"/>
            <a:ext cx="154229" cy="154229"/>
          </a:xfrm>
          <a:prstGeom prst="ellipse">
            <a:avLst/>
          </a:prstGeom>
          <a:solidFill>
            <a:srgbClr val="FFFFFF"/>
          </a:solidFill>
          <a:ln w="19279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97" name="!!text-598" descr="撥款"/>
          <p:cNvSpPr txBox="1"/>
          <p:nvPr/>
        </p:nvSpPr>
        <p:spPr>
          <a:xfrm>
            <a:off x="9026347" y="5298859"/>
            <a:ext cx="354726" cy="22332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14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撥款</a:t>
            </a:r>
            <a:endParaRPr lang="zh-TW" sz="1214"/>
          </a:p>
        </p:txBody>
      </p:sp>
      <p:sp>
        <p:nvSpPr>
          <p:cNvPr id="98" name="!!path-9ic"/>
          <p:cNvSpPr/>
          <p:nvPr/>
        </p:nvSpPr>
        <p:spPr>
          <a:xfrm>
            <a:off x="381000" y="306527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99" name="!!path-9id"/>
          <p:cNvSpPr/>
          <p:nvPr/>
        </p:nvSpPr>
        <p:spPr>
          <a:xfrm>
            <a:off x="381000" y="308153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00" name="!!path-9ie"/>
          <p:cNvSpPr/>
          <p:nvPr/>
        </p:nvSpPr>
        <p:spPr>
          <a:xfrm>
            <a:off x="381000" y="309778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01" name="!!path-9if"/>
          <p:cNvSpPr/>
          <p:nvPr/>
        </p:nvSpPr>
        <p:spPr>
          <a:xfrm>
            <a:off x="381000" y="311404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02" name="!!path-9ig"/>
          <p:cNvSpPr/>
          <p:nvPr/>
        </p:nvSpPr>
        <p:spPr>
          <a:xfrm>
            <a:off x="381000" y="313030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03" name="!!path-9ih"/>
          <p:cNvSpPr/>
          <p:nvPr/>
        </p:nvSpPr>
        <p:spPr>
          <a:xfrm>
            <a:off x="381000" y="314655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04" name="!!path-9ii"/>
          <p:cNvSpPr/>
          <p:nvPr/>
        </p:nvSpPr>
        <p:spPr>
          <a:xfrm>
            <a:off x="381000" y="316281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05" name="!!path-9ij"/>
          <p:cNvSpPr/>
          <p:nvPr/>
        </p:nvSpPr>
        <p:spPr>
          <a:xfrm>
            <a:off x="381000" y="317906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06" name="!!path-9ik"/>
          <p:cNvSpPr/>
          <p:nvPr/>
        </p:nvSpPr>
        <p:spPr>
          <a:xfrm>
            <a:off x="419608" y="269342"/>
            <a:ext cx="128422" cy="122936"/>
          </a:xfrm>
          <a:custGeom>
            <a:avLst/>
            <a:gdLst/>
            <a:ahLst/>
            <a:cxnLst/>
            <a:rect l="l" t="t" r="r" b="b"/>
            <a:pathLst>
              <a:path w="128422" h="122936">
                <a:moveTo>
                  <a:pt x="0" y="17678"/>
                </a:moveTo>
                <a:lnTo>
                  <a:pt x="8128" y="5080"/>
                </a:lnTo>
                <a:cubicBezTo>
                  <a:pt x="32512" y="0"/>
                  <a:pt x="73152" y="7112"/>
                  <a:pt x="101600" y="26416"/>
                </a:cubicBezTo>
                <a:cubicBezTo>
                  <a:pt x="116840" y="37186"/>
                  <a:pt x="124968" y="49784"/>
                  <a:pt x="128422" y="62992"/>
                </a:cubicBezTo>
                <a:lnTo>
                  <a:pt x="128422" y="122936"/>
                </a:lnTo>
                <a:lnTo>
                  <a:pt x="0" y="1229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07" name="!!path-9il"/>
          <p:cNvSpPr/>
          <p:nvPr/>
        </p:nvSpPr>
        <p:spPr>
          <a:xfrm>
            <a:off x="419608" y="269342"/>
            <a:ext cx="128422" cy="62992"/>
          </a:xfrm>
          <a:custGeom>
            <a:avLst/>
            <a:gdLst/>
            <a:ahLst/>
            <a:cxnLst/>
            <a:rect l="l" t="t" r="r" b="b"/>
            <a:pathLst>
              <a:path w="128422" h="62992" fill="none">
                <a:moveTo>
                  <a:pt x="128422" y="62992"/>
                </a:moveTo>
                <a:cubicBezTo>
                  <a:pt x="124968" y="49784"/>
                  <a:pt x="116840" y="37186"/>
                  <a:pt x="101600" y="26416"/>
                </a:cubicBezTo>
                <a:cubicBezTo>
                  <a:pt x="73152" y="7112"/>
                  <a:pt x="32512" y="0"/>
                  <a:pt x="8128" y="5080"/>
                </a:cubicBezTo>
                <a:lnTo>
                  <a:pt x="0" y="1767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08" name="!!path-9im"/>
          <p:cNvSpPr/>
          <p:nvPr/>
        </p:nvSpPr>
        <p:spPr>
          <a:xfrm>
            <a:off x="407010" y="281534"/>
            <a:ext cx="141021" cy="110744"/>
          </a:xfrm>
          <a:custGeom>
            <a:avLst/>
            <a:gdLst/>
            <a:ahLst/>
            <a:cxnLst/>
            <a:rect l="l" t="t" r="r" b="b"/>
            <a:pathLst>
              <a:path w="141021" h="110744">
                <a:moveTo>
                  <a:pt x="0" y="22352"/>
                </a:moveTo>
                <a:lnTo>
                  <a:pt x="6502" y="6502"/>
                </a:lnTo>
                <a:cubicBezTo>
                  <a:pt x="36982" y="0"/>
                  <a:pt x="79654" y="7112"/>
                  <a:pt x="110134" y="25400"/>
                </a:cubicBezTo>
                <a:cubicBezTo>
                  <a:pt x="126390" y="35154"/>
                  <a:pt x="136550" y="49784"/>
                  <a:pt x="141021" y="62992"/>
                </a:cubicBezTo>
                <a:lnTo>
                  <a:pt x="141021" y="110744"/>
                </a:lnTo>
                <a:lnTo>
                  <a:pt x="0" y="110744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09" name="!!path-9in"/>
          <p:cNvSpPr/>
          <p:nvPr/>
        </p:nvSpPr>
        <p:spPr>
          <a:xfrm>
            <a:off x="407010" y="281534"/>
            <a:ext cx="141021" cy="62992"/>
          </a:xfrm>
          <a:custGeom>
            <a:avLst/>
            <a:gdLst/>
            <a:ahLst/>
            <a:cxnLst/>
            <a:rect l="l" t="t" r="r" b="b"/>
            <a:pathLst>
              <a:path w="141021" h="62992" fill="none">
                <a:moveTo>
                  <a:pt x="141021" y="62992"/>
                </a:moveTo>
                <a:cubicBezTo>
                  <a:pt x="136550" y="49784"/>
                  <a:pt x="126390" y="35154"/>
                  <a:pt x="110134" y="25400"/>
                </a:cubicBezTo>
                <a:cubicBezTo>
                  <a:pt x="79654" y="7112"/>
                  <a:pt x="36982" y="0"/>
                  <a:pt x="6502" y="6502"/>
                </a:cubicBezTo>
                <a:lnTo>
                  <a:pt x="0" y="22352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10" name="!!path-9io"/>
          <p:cNvSpPr/>
          <p:nvPr/>
        </p:nvSpPr>
        <p:spPr>
          <a:xfrm>
            <a:off x="395834" y="294742"/>
            <a:ext cx="151790" cy="97536"/>
          </a:xfrm>
          <a:custGeom>
            <a:avLst/>
            <a:gdLst/>
            <a:ahLst/>
            <a:cxnLst/>
            <a:rect l="l" t="t" r="r" b="b"/>
            <a:pathLst>
              <a:path w="151790" h="97536">
                <a:moveTo>
                  <a:pt x="0" y="23165"/>
                </a:moveTo>
                <a:lnTo>
                  <a:pt x="3861" y="12598"/>
                </a:lnTo>
                <a:cubicBezTo>
                  <a:pt x="37998" y="0"/>
                  <a:pt x="84734" y="5080"/>
                  <a:pt x="117246" y="21946"/>
                </a:cubicBezTo>
                <a:cubicBezTo>
                  <a:pt x="135534" y="31496"/>
                  <a:pt x="146710" y="43688"/>
                  <a:pt x="151790" y="55270"/>
                </a:cubicBezTo>
                <a:lnTo>
                  <a:pt x="151790" y="97536"/>
                </a:lnTo>
                <a:lnTo>
                  <a:pt x="0" y="975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11" name="!!path-9ip"/>
          <p:cNvSpPr/>
          <p:nvPr/>
        </p:nvSpPr>
        <p:spPr>
          <a:xfrm>
            <a:off x="395834" y="294742"/>
            <a:ext cx="151790" cy="55270"/>
          </a:xfrm>
          <a:custGeom>
            <a:avLst/>
            <a:gdLst/>
            <a:ahLst/>
            <a:cxnLst/>
            <a:rect l="l" t="t" r="r" b="b"/>
            <a:pathLst>
              <a:path w="151790" h="55270" fill="none">
                <a:moveTo>
                  <a:pt x="151790" y="55270"/>
                </a:moveTo>
                <a:cubicBezTo>
                  <a:pt x="146710" y="43688"/>
                  <a:pt x="135534" y="31496"/>
                  <a:pt x="117246" y="21946"/>
                </a:cubicBezTo>
                <a:cubicBezTo>
                  <a:pt x="84734" y="5080"/>
                  <a:pt x="37998" y="0"/>
                  <a:pt x="3861" y="12598"/>
                </a:cubicBezTo>
                <a:lnTo>
                  <a:pt x="0" y="23165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12" name="!!path-9iq"/>
          <p:cNvSpPr/>
          <p:nvPr/>
        </p:nvSpPr>
        <p:spPr>
          <a:xfrm>
            <a:off x="548234" y="264262"/>
            <a:ext cx="120294" cy="128016"/>
          </a:xfrm>
          <a:custGeom>
            <a:avLst/>
            <a:gdLst/>
            <a:ahLst/>
            <a:cxnLst/>
            <a:rect l="l" t="t" r="r" b="b"/>
            <a:pathLst>
              <a:path w="120294" h="128016">
                <a:moveTo>
                  <a:pt x="120294" y="18288"/>
                </a:moveTo>
                <a:lnTo>
                  <a:pt x="113589" y="4470"/>
                </a:lnTo>
                <a:cubicBezTo>
                  <a:pt x="86766" y="0"/>
                  <a:pt x="44094" y="10160"/>
                  <a:pt x="17678" y="30480"/>
                </a:cubicBezTo>
                <a:cubicBezTo>
                  <a:pt x="6502" y="39624"/>
                  <a:pt x="1422" y="52832"/>
                  <a:pt x="0" y="67056"/>
                </a:cubicBezTo>
                <a:lnTo>
                  <a:pt x="0" y="128016"/>
                </a:lnTo>
                <a:lnTo>
                  <a:pt x="120294" y="12801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13" name="!!path-9ir"/>
          <p:cNvSpPr/>
          <p:nvPr/>
        </p:nvSpPr>
        <p:spPr>
          <a:xfrm>
            <a:off x="548234" y="264262"/>
            <a:ext cx="120294" cy="67056"/>
          </a:xfrm>
          <a:custGeom>
            <a:avLst/>
            <a:gdLst/>
            <a:ahLst/>
            <a:cxnLst/>
            <a:rect l="l" t="t" r="r" b="b"/>
            <a:pathLst>
              <a:path w="120294" h="67056" fill="none">
                <a:moveTo>
                  <a:pt x="0" y="67056"/>
                </a:moveTo>
                <a:cubicBezTo>
                  <a:pt x="1422" y="52832"/>
                  <a:pt x="6502" y="39624"/>
                  <a:pt x="17678" y="30480"/>
                </a:cubicBezTo>
                <a:cubicBezTo>
                  <a:pt x="44094" y="10160"/>
                  <a:pt x="86766" y="0"/>
                  <a:pt x="113589" y="4470"/>
                </a:cubicBezTo>
                <a:lnTo>
                  <a:pt x="120294" y="1828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14" name="!!path-9is"/>
          <p:cNvSpPr/>
          <p:nvPr/>
        </p:nvSpPr>
        <p:spPr>
          <a:xfrm>
            <a:off x="548437" y="279502"/>
            <a:ext cx="133299" cy="112776"/>
          </a:xfrm>
          <a:custGeom>
            <a:avLst/>
            <a:gdLst/>
            <a:ahLst/>
            <a:cxnLst/>
            <a:rect l="l" t="t" r="r" b="b"/>
            <a:pathLst>
              <a:path w="133299" h="112776">
                <a:moveTo>
                  <a:pt x="133299" y="19710"/>
                </a:moveTo>
                <a:lnTo>
                  <a:pt x="127203" y="3048"/>
                </a:lnTo>
                <a:cubicBezTo>
                  <a:pt x="94691" y="0"/>
                  <a:pt x="54051" y="11176"/>
                  <a:pt x="27635" y="30683"/>
                </a:cubicBezTo>
                <a:cubicBezTo>
                  <a:pt x="13411" y="41250"/>
                  <a:pt x="4267" y="53848"/>
                  <a:pt x="0" y="65024"/>
                </a:cubicBezTo>
                <a:lnTo>
                  <a:pt x="0" y="112776"/>
                </a:lnTo>
                <a:lnTo>
                  <a:pt x="133299" y="11277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15" name="!!path-9it"/>
          <p:cNvSpPr/>
          <p:nvPr/>
        </p:nvSpPr>
        <p:spPr>
          <a:xfrm>
            <a:off x="548437" y="279502"/>
            <a:ext cx="133299" cy="65024"/>
          </a:xfrm>
          <a:custGeom>
            <a:avLst/>
            <a:gdLst/>
            <a:ahLst/>
            <a:cxnLst/>
            <a:rect l="l" t="t" r="r" b="b"/>
            <a:pathLst>
              <a:path w="133299" h="65024" fill="none">
                <a:moveTo>
                  <a:pt x="0" y="65024"/>
                </a:moveTo>
                <a:cubicBezTo>
                  <a:pt x="4267" y="53848"/>
                  <a:pt x="13411" y="41250"/>
                  <a:pt x="27635" y="30683"/>
                </a:cubicBezTo>
                <a:cubicBezTo>
                  <a:pt x="54051" y="11176"/>
                  <a:pt x="94691" y="0"/>
                  <a:pt x="127203" y="3048"/>
                </a:cubicBezTo>
                <a:lnTo>
                  <a:pt x="133299" y="19710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16" name="!!path-9iu"/>
          <p:cNvSpPr/>
          <p:nvPr/>
        </p:nvSpPr>
        <p:spPr>
          <a:xfrm>
            <a:off x="548843" y="293726"/>
            <a:ext cx="142646" cy="98552"/>
          </a:xfrm>
          <a:custGeom>
            <a:avLst/>
            <a:gdLst/>
            <a:ahLst/>
            <a:cxnLst/>
            <a:rect l="l" t="t" r="r" b="b"/>
            <a:pathLst>
              <a:path w="142646" h="98552">
                <a:moveTo>
                  <a:pt x="142646" y="18898"/>
                </a:moveTo>
                <a:lnTo>
                  <a:pt x="139802" y="8738"/>
                </a:lnTo>
                <a:cubicBezTo>
                  <a:pt x="106477" y="0"/>
                  <a:pt x="63805" y="5080"/>
                  <a:pt x="35357" y="19304"/>
                </a:cubicBezTo>
                <a:cubicBezTo>
                  <a:pt x="17069" y="28448"/>
                  <a:pt x="5893" y="42672"/>
                  <a:pt x="0" y="56286"/>
                </a:cubicBezTo>
                <a:lnTo>
                  <a:pt x="0" y="98552"/>
                </a:lnTo>
                <a:lnTo>
                  <a:pt x="142646" y="98552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17" name="!!path-9iv"/>
          <p:cNvSpPr/>
          <p:nvPr/>
        </p:nvSpPr>
        <p:spPr>
          <a:xfrm>
            <a:off x="548843" y="293726"/>
            <a:ext cx="142646" cy="56286"/>
          </a:xfrm>
          <a:custGeom>
            <a:avLst/>
            <a:gdLst/>
            <a:ahLst/>
            <a:cxnLst/>
            <a:rect l="l" t="t" r="r" b="b"/>
            <a:pathLst>
              <a:path w="142646" h="56286" fill="none">
                <a:moveTo>
                  <a:pt x="0" y="56286"/>
                </a:moveTo>
                <a:cubicBezTo>
                  <a:pt x="5893" y="42672"/>
                  <a:pt x="17069" y="28448"/>
                  <a:pt x="35357" y="19304"/>
                </a:cubicBezTo>
                <a:cubicBezTo>
                  <a:pt x="63805" y="5080"/>
                  <a:pt x="106477" y="0"/>
                  <a:pt x="139802" y="8738"/>
                </a:cubicBezTo>
                <a:lnTo>
                  <a:pt x="142646" y="1889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18" name="!!path-9iw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627D8D"/>
              </a:gs>
              <a:gs pos="21794">
                <a:srgbClr val="627D8D"/>
              </a:gs>
              <a:gs pos="55376">
                <a:srgbClr val="627D8D"/>
              </a:gs>
              <a:gs pos="96421">
                <a:srgbClr val="98ABB7"/>
              </a:gs>
              <a:gs pos="100000">
                <a:srgbClr val="98ABB7"/>
              </a:gs>
            </a:gsLst>
            <a:lin ang="1983350" scaled="0"/>
          </a:gradFill>
          <a:ln>
            <a:noFill/>
          </a:ln>
        </p:spPr>
      </p:sp>
      <p:sp>
        <p:nvSpPr>
          <p:cNvPr id="119" name="!!path-9ix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0000"/>
                </a:srgbClr>
              </a:gs>
              <a:gs pos="4764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83333" t="79291" r="16667" b="20709"/>
            </a:path>
          </a:gradFill>
          <a:ln>
            <a:noFill/>
          </a:ln>
        </p:spPr>
      </p:sp>
      <p:sp>
        <p:nvSpPr>
          <p:cNvPr id="120" name="!!line-9iy"/>
          <p:cNvSpPr/>
          <p:nvPr/>
        </p:nvSpPr>
        <p:spPr>
          <a:xfrm>
            <a:off x="549046" y="363017"/>
            <a:ext cx="1" cy="153619"/>
          </a:xfrm>
          <a:custGeom>
            <a:avLst/>
            <a:gdLst/>
            <a:ahLst/>
            <a:cxnLst/>
            <a:rect l="l" t="t" r="r" b="b"/>
            <a:pathLst>
              <a:path w="1" h="153619">
                <a:moveTo>
                  <a:pt x="0" y="0"/>
                </a:moveTo>
                <a:lnTo>
                  <a:pt x="0" y="153619"/>
                </a:lnTo>
              </a:path>
            </a:pathLst>
          </a:custGeom>
          <a:solidFill>
            <a:srgbClr val="000000"/>
          </a:solidFill>
          <a:ln w="6909" cap="rnd">
            <a:solidFill>
              <a:srgbClr val="C9D3D9"/>
            </a:solidFill>
            <a:prstDash val="solid"/>
            <a:miter lim="800000"/>
          </a:ln>
        </p:spPr>
      </p:sp>
      <p:sp>
        <p:nvSpPr>
          <p:cNvPr id="121" name="!!path-9iz"/>
          <p:cNvSpPr/>
          <p:nvPr/>
        </p:nvSpPr>
        <p:spPr>
          <a:xfrm>
            <a:off x="657962" y="442062"/>
            <a:ext cx="25400" cy="37998"/>
          </a:xfrm>
          <a:custGeom>
            <a:avLst/>
            <a:gdLst/>
            <a:ahLst/>
            <a:cxnLst/>
            <a:rect l="l" t="t" r="r" b="b"/>
            <a:pathLst>
              <a:path w="25400" h="37998">
                <a:moveTo>
                  <a:pt x="0" y="2642"/>
                </a:moveTo>
                <a:lnTo>
                  <a:pt x="15240" y="0"/>
                </a:lnTo>
                <a:lnTo>
                  <a:pt x="25400" y="37186"/>
                </a:lnTo>
                <a:lnTo>
                  <a:pt x="7518" y="37998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 w="1016" cap="flat">
            <a:solidFill>
              <a:srgbClr val="FFFFFF">
                <a:alpha val="55000"/>
              </a:srgbClr>
            </a:solidFill>
            <a:prstDash val="solid"/>
            <a:round/>
          </a:ln>
        </p:spPr>
      </p:sp>
      <p:sp>
        <p:nvSpPr>
          <p:cNvPr id="122" name="!!text-9j0" descr="救「舊」我的書"/>
          <p:cNvSpPr txBox="1"/>
          <p:nvPr/>
        </p:nvSpPr>
        <p:spPr>
          <a:xfrm>
            <a:off x="805879" y="251460"/>
            <a:ext cx="1120140" cy="25745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400" b="1" kern="0" spc="-70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救</a:t>
            </a:r>
            <a:r>
              <a:rPr lang="zh-TW" altLang="en-US" sz="14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「舊</a:t>
            </a:r>
            <a:r>
              <a:rPr lang="zh-TW" altLang="en-US" sz="1400" b="1" kern="0" spc="-70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」</a:t>
            </a:r>
            <a:r>
              <a:rPr lang="zh-TW" altLang="en-US" sz="14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我的書</a:t>
            </a:r>
            <a:endParaRPr lang="zh-TW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fast" p14:dur="800" advTm="0">
        <p159:morph option="byObject"/>
      </p:transition>
    </mc:Choice>
    <mc:Fallback>
      <p:transition spd="fast" advTm="0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125.5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rect-1q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7"/>
          </a:solidFill>
          <a:ln>
            <a:noFill/>
          </a:ln>
        </p:spPr>
      </p:sp>
      <p:sp>
        <p:nvSpPr>
          <p:cNvPr id="3" name="!!ellipse-1q2"/>
          <p:cNvSpPr/>
          <p:nvPr/>
        </p:nvSpPr>
        <p:spPr>
          <a:xfrm>
            <a:off x="-889000" y="-952500"/>
            <a:ext cx="13970000" cy="7874000"/>
          </a:xfrm>
          <a:prstGeom prst="ellipse">
            <a:avLst/>
          </a:prstGeom>
          <a:gradFill rotWithShape="1">
            <a:gsLst>
              <a:gs pos="0">
                <a:srgbClr val="FFFFFF">
                  <a:alpha val="95000"/>
                </a:srgbClr>
              </a:gs>
              <a:gs pos="40865">
                <a:srgbClr val="FFFFFF">
                  <a:alpha val="35000"/>
                </a:srgbClr>
              </a:gs>
              <a:gs pos="68108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!!rect-1q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P1"/>
            <a:srcRect/>
            <a:tile tx="68549" ty="192335" sx="16667" sy="16667" flip="none" algn="tl"/>
          </a:blipFill>
          <a:ln>
            <a:noFill/>
          </a:ln>
        </p:spPr>
      </p:sp>
      <p:sp>
        <p:nvSpPr>
          <p:cNvPr id="5" name="!!circle-1q9"/>
          <p:cNvSpPr/>
          <p:nvPr/>
        </p:nvSpPr>
        <p:spPr>
          <a:xfrm>
            <a:off x="2574697" y="2955036"/>
            <a:ext cx="2047469" cy="2047469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" name="!!circle-1qc"/>
          <p:cNvSpPr/>
          <p:nvPr/>
        </p:nvSpPr>
        <p:spPr>
          <a:xfrm>
            <a:off x="-1306258" y="1399876"/>
            <a:ext cx="2495906" cy="2495906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7" name="!!circle-1qp"/>
          <p:cNvSpPr/>
          <p:nvPr/>
        </p:nvSpPr>
        <p:spPr>
          <a:xfrm>
            <a:off x="2041100" y="3174378"/>
            <a:ext cx="1404176" cy="1404176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8" name="!!circle-1qx"/>
          <p:cNvSpPr/>
          <p:nvPr/>
        </p:nvSpPr>
        <p:spPr>
          <a:xfrm>
            <a:off x="10116020" y="5913425"/>
            <a:ext cx="1128039" cy="1128039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9" name="!!circle-1r4"/>
          <p:cNvSpPr/>
          <p:nvPr/>
        </p:nvSpPr>
        <p:spPr>
          <a:xfrm>
            <a:off x="5021079" y="3012840"/>
            <a:ext cx="1085901" cy="1085901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0" name="!!circle-1r5"/>
          <p:cNvSpPr/>
          <p:nvPr/>
        </p:nvSpPr>
        <p:spPr>
          <a:xfrm>
            <a:off x="5182178" y="5148002"/>
            <a:ext cx="2573795" cy="2573795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1" name="!!circle-1r7"/>
          <p:cNvSpPr/>
          <p:nvPr/>
        </p:nvSpPr>
        <p:spPr>
          <a:xfrm>
            <a:off x="6740894" y="2299760"/>
            <a:ext cx="1068896" cy="1068896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2" name="!!circle-1r8"/>
          <p:cNvSpPr/>
          <p:nvPr/>
        </p:nvSpPr>
        <p:spPr>
          <a:xfrm>
            <a:off x="10571584" y="5809583"/>
            <a:ext cx="2785275" cy="2785275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3" name="!!circle-1rd"/>
          <p:cNvSpPr/>
          <p:nvPr/>
        </p:nvSpPr>
        <p:spPr>
          <a:xfrm>
            <a:off x="11654206" y="1934432"/>
            <a:ext cx="2084946" cy="2084946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4" name="!!circle-1rv"/>
          <p:cNvSpPr/>
          <p:nvPr/>
        </p:nvSpPr>
        <p:spPr>
          <a:xfrm>
            <a:off x="6187036" y="6560058"/>
            <a:ext cx="894347" cy="894347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5" name="!!rect-1sh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5F7">
                  <a:alpha val="0"/>
                </a:srgbClr>
              </a:gs>
              <a:gs pos="20428">
                <a:srgbClr val="F3F5F7">
                  <a:alpha val="0"/>
                </a:srgbClr>
              </a:gs>
              <a:gs pos="66730">
                <a:srgbClr val="F3F5F7"/>
              </a:gs>
              <a:gs pos="100000">
                <a:srgbClr val="F3F5F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6" name="!!circle-1sm"/>
          <p:cNvSpPr/>
          <p:nvPr/>
        </p:nvSpPr>
        <p:spPr>
          <a:xfrm>
            <a:off x="5560471" y="1263764"/>
            <a:ext cx="36055" cy="36055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17" name="!!circle-1sp"/>
          <p:cNvSpPr/>
          <p:nvPr/>
        </p:nvSpPr>
        <p:spPr>
          <a:xfrm>
            <a:off x="9314321" y="3157650"/>
            <a:ext cx="24295" cy="24295"/>
          </a:xfrm>
          <a:prstGeom prst="ellipse">
            <a:avLst/>
          </a:prstGeom>
          <a:solidFill>
            <a:srgbClr val="627D8D">
              <a:alpha val="18100"/>
            </a:srgbClr>
          </a:solidFill>
          <a:ln>
            <a:noFill/>
          </a:ln>
        </p:spPr>
      </p:sp>
      <p:sp>
        <p:nvSpPr>
          <p:cNvPr id="18" name="!!circle-1ss"/>
          <p:cNvSpPr/>
          <p:nvPr/>
        </p:nvSpPr>
        <p:spPr>
          <a:xfrm>
            <a:off x="3490284" y="6371389"/>
            <a:ext cx="25959" cy="25959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19" name="!!circle-1sv"/>
          <p:cNvSpPr/>
          <p:nvPr/>
        </p:nvSpPr>
        <p:spPr>
          <a:xfrm>
            <a:off x="1994481" y="1726536"/>
            <a:ext cx="35878" cy="35878"/>
          </a:xfrm>
          <a:prstGeom prst="ellipse">
            <a:avLst/>
          </a:prstGeom>
          <a:solidFill>
            <a:srgbClr val="627D8D">
              <a:alpha val="26800"/>
            </a:srgbClr>
          </a:solidFill>
          <a:ln>
            <a:noFill/>
          </a:ln>
        </p:spPr>
      </p:sp>
      <p:sp>
        <p:nvSpPr>
          <p:cNvPr id="20" name="!!circle-1sy"/>
          <p:cNvSpPr/>
          <p:nvPr/>
        </p:nvSpPr>
        <p:spPr>
          <a:xfrm>
            <a:off x="6860266" y="3653900"/>
            <a:ext cx="40234" cy="40234"/>
          </a:xfrm>
          <a:prstGeom prst="ellipse">
            <a:avLst/>
          </a:prstGeom>
          <a:solidFill>
            <a:srgbClr val="627D8D">
              <a:alpha val="31300"/>
            </a:srgbClr>
          </a:solidFill>
          <a:ln>
            <a:noFill/>
          </a:ln>
        </p:spPr>
      </p:sp>
      <p:sp>
        <p:nvSpPr>
          <p:cNvPr id="21" name="!!circle-1t4"/>
          <p:cNvSpPr/>
          <p:nvPr/>
        </p:nvSpPr>
        <p:spPr>
          <a:xfrm>
            <a:off x="1196445" y="4758765"/>
            <a:ext cx="29959" cy="29959"/>
          </a:xfrm>
          <a:prstGeom prst="ellipse">
            <a:avLst/>
          </a:prstGeom>
          <a:solidFill>
            <a:srgbClr val="627D8D">
              <a:alpha val="19400"/>
            </a:srgbClr>
          </a:solidFill>
          <a:ln>
            <a:noFill/>
          </a:ln>
        </p:spPr>
      </p:sp>
      <p:sp>
        <p:nvSpPr>
          <p:cNvPr id="22" name="!!circle-1t7"/>
          <p:cNvSpPr/>
          <p:nvPr/>
        </p:nvSpPr>
        <p:spPr>
          <a:xfrm>
            <a:off x="8447277" y="4415589"/>
            <a:ext cx="28702" cy="28702"/>
          </a:xfrm>
          <a:prstGeom prst="ellipse">
            <a:avLst/>
          </a:prstGeom>
          <a:solidFill>
            <a:srgbClr val="627D8D">
              <a:alpha val="17800"/>
            </a:srgbClr>
          </a:solidFill>
          <a:ln>
            <a:noFill/>
          </a:ln>
        </p:spPr>
      </p:sp>
      <p:sp>
        <p:nvSpPr>
          <p:cNvPr id="23" name="!!circle-1ta"/>
          <p:cNvSpPr/>
          <p:nvPr/>
        </p:nvSpPr>
        <p:spPr>
          <a:xfrm>
            <a:off x="10979333" y="1786989"/>
            <a:ext cx="24066" cy="24066"/>
          </a:xfrm>
          <a:prstGeom prst="ellipse">
            <a:avLst/>
          </a:prstGeom>
          <a:solidFill>
            <a:srgbClr val="627D8D">
              <a:alpha val="23900"/>
            </a:srgbClr>
          </a:solidFill>
          <a:ln>
            <a:noFill/>
          </a:ln>
        </p:spPr>
      </p:sp>
      <p:sp>
        <p:nvSpPr>
          <p:cNvPr id="24" name="!!circle-1td"/>
          <p:cNvSpPr/>
          <p:nvPr/>
        </p:nvSpPr>
        <p:spPr>
          <a:xfrm>
            <a:off x="8453622" y="5692770"/>
            <a:ext cx="35865" cy="35865"/>
          </a:xfrm>
          <a:prstGeom prst="ellipse">
            <a:avLst/>
          </a:prstGeom>
          <a:solidFill>
            <a:srgbClr val="627D8D">
              <a:alpha val="28200"/>
            </a:srgbClr>
          </a:solidFill>
          <a:ln>
            <a:noFill/>
          </a:ln>
        </p:spPr>
      </p:sp>
      <p:sp>
        <p:nvSpPr>
          <p:cNvPr id="25" name="!!circle-1tg"/>
          <p:cNvSpPr/>
          <p:nvPr/>
        </p:nvSpPr>
        <p:spPr>
          <a:xfrm>
            <a:off x="1511293" y="2818811"/>
            <a:ext cx="39218" cy="39218"/>
          </a:xfrm>
          <a:prstGeom prst="ellipse">
            <a:avLst/>
          </a:prstGeom>
          <a:solidFill>
            <a:srgbClr val="627D8D">
              <a:alpha val="29600"/>
            </a:srgbClr>
          </a:solidFill>
          <a:ln>
            <a:noFill/>
          </a:ln>
        </p:spPr>
      </p:sp>
      <p:sp>
        <p:nvSpPr>
          <p:cNvPr id="26" name="!!circle-1tj"/>
          <p:cNvSpPr/>
          <p:nvPr/>
        </p:nvSpPr>
        <p:spPr>
          <a:xfrm>
            <a:off x="7068018" y="5876858"/>
            <a:ext cx="49733" cy="49733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7" name="!!circle-1tm"/>
          <p:cNvSpPr/>
          <p:nvPr/>
        </p:nvSpPr>
        <p:spPr>
          <a:xfrm>
            <a:off x="6417800" y="1559279"/>
            <a:ext cx="41694" cy="41694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8" name="!!circle-1tp"/>
          <p:cNvSpPr/>
          <p:nvPr/>
        </p:nvSpPr>
        <p:spPr>
          <a:xfrm>
            <a:off x="6797598" y="4969926"/>
            <a:ext cx="31979" cy="31979"/>
          </a:xfrm>
          <a:prstGeom prst="ellipse">
            <a:avLst/>
          </a:prstGeom>
          <a:solidFill>
            <a:srgbClr val="627D8D">
              <a:alpha val="24100"/>
            </a:srgbClr>
          </a:solidFill>
          <a:ln>
            <a:noFill/>
          </a:ln>
        </p:spPr>
      </p:sp>
      <p:sp>
        <p:nvSpPr>
          <p:cNvPr id="29" name="!!circle-1ts"/>
          <p:cNvSpPr/>
          <p:nvPr/>
        </p:nvSpPr>
        <p:spPr>
          <a:xfrm>
            <a:off x="3902068" y="829860"/>
            <a:ext cx="18085" cy="18085"/>
          </a:xfrm>
          <a:prstGeom prst="ellipse">
            <a:avLst/>
          </a:prstGeom>
          <a:solidFill>
            <a:srgbClr val="627D8D">
              <a:alpha val="10500"/>
            </a:srgbClr>
          </a:solidFill>
          <a:ln>
            <a:noFill/>
          </a:ln>
        </p:spPr>
      </p:sp>
      <p:sp>
        <p:nvSpPr>
          <p:cNvPr id="30" name="!!circle-1ty"/>
          <p:cNvSpPr/>
          <p:nvPr/>
        </p:nvSpPr>
        <p:spPr>
          <a:xfrm>
            <a:off x="3471255" y="6155155"/>
            <a:ext cx="39243" cy="39243"/>
          </a:xfrm>
          <a:prstGeom prst="ellipse">
            <a:avLst/>
          </a:prstGeom>
          <a:solidFill>
            <a:srgbClr val="627D8D">
              <a:alpha val="27700"/>
            </a:srgbClr>
          </a:solidFill>
          <a:ln>
            <a:noFill/>
          </a:ln>
        </p:spPr>
      </p:sp>
      <p:sp>
        <p:nvSpPr>
          <p:cNvPr id="31" name="!!circle-1u1"/>
          <p:cNvSpPr/>
          <p:nvPr/>
        </p:nvSpPr>
        <p:spPr>
          <a:xfrm>
            <a:off x="1646276" y="6496967"/>
            <a:ext cx="34519" cy="34519"/>
          </a:xfrm>
          <a:prstGeom prst="ellipse">
            <a:avLst/>
          </a:prstGeom>
          <a:solidFill>
            <a:srgbClr val="627D8D">
              <a:alpha val="22500"/>
            </a:srgbClr>
          </a:solidFill>
          <a:ln>
            <a:noFill/>
          </a:ln>
        </p:spPr>
      </p:sp>
      <p:sp>
        <p:nvSpPr>
          <p:cNvPr id="32" name="!!circle-1u4"/>
          <p:cNvSpPr/>
          <p:nvPr/>
        </p:nvSpPr>
        <p:spPr>
          <a:xfrm>
            <a:off x="2696141" y="4946114"/>
            <a:ext cx="46228" cy="46228"/>
          </a:xfrm>
          <a:prstGeom prst="ellipse">
            <a:avLst/>
          </a:prstGeom>
          <a:solidFill>
            <a:srgbClr val="627D8D">
              <a:alpha val="26200"/>
            </a:srgbClr>
          </a:solidFill>
          <a:ln>
            <a:noFill/>
          </a:ln>
        </p:spPr>
      </p:sp>
      <p:sp>
        <p:nvSpPr>
          <p:cNvPr id="33" name="!!circle-1u7"/>
          <p:cNvSpPr/>
          <p:nvPr/>
        </p:nvSpPr>
        <p:spPr>
          <a:xfrm>
            <a:off x="7429877" y="4679583"/>
            <a:ext cx="49327" cy="49327"/>
          </a:xfrm>
          <a:prstGeom prst="ellipse">
            <a:avLst/>
          </a:prstGeom>
          <a:solidFill>
            <a:srgbClr val="627D8D">
              <a:alpha val="20800"/>
            </a:srgbClr>
          </a:solidFill>
          <a:ln>
            <a:noFill/>
          </a:ln>
        </p:spPr>
      </p:sp>
      <p:sp>
        <p:nvSpPr>
          <p:cNvPr id="34" name="!!circle-1ua"/>
          <p:cNvSpPr/>
          <p:nvPr/>
        </p:nvSpPr>
        <p:spPr>
          <a:xfrm>
            <a:off x="9696814" y="5345284"/>
            <a:ext cx="24054" cy="24054"/>
          </a:xfrm>
          <a:prstGeom prst="ellipse">
            <a:avLst/>
          </a:prstGeom>
          <a:solidFill>
            <a:srgbClr val="627D8D">
              <a:alpha val="22200"/>
            </a:srgbClr>
          </a:solidFill>
          <a:ln>
            <a:noFill/>
          </a:ln>
        </p:spPr>
      </p:sp>
      <p:sp>
        <p:nvSpPr>
          <p:cNvPr id="35" name="!!circle-1ud"/>
          <p:cNvSpPr/>
          <p:nvPr/>
        </p:nvSpPr>
        <p:spPr>
          <a:xfrm>
            <a:off x="2028148" y="1392586"/>
            <a:ext cx="32271" cy="32271"/>
          </a:xfrm>
          <a:prstGeom prst="ellipse">
            <a:avLst/>
          </a:prstGeom>
          <a:solidFill>
            <a:srgbClr val="627D8D">
              <a:alpha val="20500"/>
            </a:srgbClr>
          </a:solidFill>
          <a:ln>
            <a:noFill/>
          </a:ln>
        </p:spPr>
      </p:sp>
      <p:sp>
        <p:nvSpPr>
          <p:cNvPr id="36" name="!!circle-1uj"/>
          <p:cNvSpPr/>
          <p:nvPr/>
        </p:nvSpPr>
        <p:spPr>
          <a:xfrm>
            <a:off x="2066774" y="2329077"/>
            <a:ext cx="34252" cy="34252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37" name="!!circle-1um"/>
          <p:cNvSpPr/>
          <p:nvPr/>
        </p:nvSpPr>
        <p:spPr>
          <a:xfrm>
            <a:off x="9601174" y="4156039"/>
            <a:ext cx="44196" cy="44196"/>
          </a:xfrm>
          <a:prstGeom prst="ellipse">
            <a:avLst/>
          </a:prstGeom>
          <a:solidFill>
            <a:srgbClr val="627D8D">
              <a:alpha val="21700"/>
            </a:srgbClr>
          </a:solidFill>
          <a:ln>
            <a:noFill/>
          </a:ln>
        </p:spPr>
      </p:sp>
      <p:sp>
        <p:nvSpPr>
          <p:cNvPr id="38" name="!!circle-1up"/>
          <p:cNvSpPr/>
          <p:nvPr/>
        </p:nvSpPr>
        <p:spPr>
          <a:xfrm>
            <a:off x="6765857" y="1735123"/>
            <a:ext cx="35192" cy="35192"/>
          </a:xfrm>
          <a:prstGeom prst="ellipse">
            <a:avLst/>
          </a:prstGeom>
          <a:solidFill>
            <a:srgbClr val="627D8D">
              <a:alpha val="27100"/>
            </a:srgbClr>
          </a:solidFill>
          <a:ln>
            <a:noFill/>
          </a:ln>
        </p:spPr>
      </p:sp>
      <p:sp>
        <p:nvSpPr>
          <p:cNvPr id="39" name="!!circle-1us"/>
          <p:cNvSpPr/>
          <p:nvPr/>
        </p:nvSpPr>
        <p:spPr>
          <a:xfrm>
            <a:off x="10188460" y="5227888"/>
            <a:ext cx="43358" cy="43358"/>
          </a:xfrm>
          <a:prstGeom prst="ellipse">
            <a:avLst/>
          </a:prstGeom>
          <a:solidFill>
            <a:srgbClr val="627D8D">
              <a:alpha val="19500"/>
            </a:srgbClr>
          </a:solidFill>
          <a:ln>
            <a:noFill/>
          </a:ln>
        </p:spPr>
      </p:sp>
      <p:sp>
        <p:nvSpPr>
          <p:cNvPr id="40" name="!!circle-1uv"/>
          <p:cNvSpPr/>
          <p:nvPr/>
        </p:nvSpPr>
        <p:spPr>
          <a:xfrm>
            <a:off x="3193431" y="2008231"/>
            <a:ext cx="33528" cy="33528"/>
          </a:xfrm>
          <a:prstGeom prst="ellipse">
            <a:avLst/>
          </a:prstGeom>
          <a:solidFill>
            <a:srgbClr val="627D8D">
              <a:alpha val="28300"/>
            </a:srgbClr>
          </a:solidFill>
          <a:ln>
            <a:noFill/>
          </a:ln>
        </p:spPr>
      </p:sp>
      <p:sp>
        <p:nvSpPr>
          <p:cNvPr id="41" name="!!circle-1uy"/>
          <p:cNvSpPr/>
          <p:nvPr/>
        </p:nvSpPr>
        <p:spPr>
          <a:xfrm>
            <a:off x="6824898" y="2592355"/>
            <a:ext cx="28956" cy="28956"/>
          </a:xfrm>
          <a:prstGeom prst="ellipse">
            <a:avLst/>
          </a:prstGeom>
          <a:solidFill>
            <a:srgbClr val="627D8D">
              <a:alpha val="21800"/>
            </a:srgbClr>
          </a:solidFill>
          <a:ln>
            <a:noFill/>
          </a:ln>
        </p:spPr>
      </p:sp>
      <p:sp>
        <p:nvSpPr>
          <p:cNvPr id="42" name="!!circle-1v1"/>
          <p:cNvSpPr/>
          <p:nvPr/>
        </p:nvSpPr>
        <p:spPr>
          <a:xfrm>
            <a:off x="7014995" y="6265773"/>
            <a:ext cx="45555" cy="45555"/>
          </a:xfrm>
          <a:prstGeom prst="ellipse">
            <a:avLst/>
          </a:prstGeom>
          <a:solidFill>
            <a:srgbClr val="627D8D">
              <a:alpha val="20900"/>
            </a:srgbClr>
          </a:solidFill>
          <a:ln>
            <a:noFill/>
          </a:ln>
        </p:spPr>
      </p:sp>
      <p:sp>
        <p:nvSpPr>
          <p:cNvPr id="43" name="!!circle-1v4"/>
          <p:cNvSpPr/>
          <p:nvPr/>
        </p:nvSpPr>
        <p:spPr>
          <a:xfrm>
            <a:off x="11298226" y="3125169"/>
            <a:ext cx="39484" cy="39484"/>
          </a:xfrm>
          <a:prstGeom prst="ellipse">
            <a:avLst/>
          </a:prstGeom>
          <a:solidFill>
            <a:srgbClr val="627D8D">
              <a:alpha val="13600"/>
            </a:srgbClr>
          </a:solidFill>
          <a:ln>
            <a:noFill/>
          </a:ln>
        </p:spPr>
      </p:sp>
      <p:sp>
        <p:nvSpPr>
          <p:cNvPr id="44" name="!!circle-1v7"/>
          <p:cNvSpPr/>
          <p:nvPr/>
        </p:nvSpPr>
        <p:spPr>
          <a:xfrm>
            <a:off x="7474812" y="5594704"/>
            <a:ext cx="30455" cy="30455"/>
          </a:xfrm>
          <a:prstGeom prst="ellipse">
            <a:avLst/>
          </a:prstGeom>
          <a:solidFill>
            <a:srgbClr val="627D8D">
              <a:alpha val="16500"/>
            </a:srgbClr>
          </a:solidFill>
          <a:ln>
            <a:noFill/>
          </a:ln>
        </p:spPr>
      </p:sp>
      <p:sp>
        <p:nvSpPr>
          <p:cNvPr id="45" name="!!circle-1va"/>
          <p:cNvSpPr/>
          <p:nvPr/>
        </p:nvSpPr>
        <p:spPr>
          <a:xfrm>
            <a:off x="8979746" y="6354807"/>
            <a:ext cx="28257" cy="28257"/>
          </a:xfrm>
          <a:prstGeom prst="ellipse">
            <a:avLst/>
          </a:prstGeom>
          <a:solidFill>
            <a:srgbClr val="627D8D">
              <a:alpha val="15700"/>
            </a:srgbClr>
          </a:solidFill>
          <a:ln>
            <a:noFill/>
          </a:ln>
        </p:spPr>
      </p:sp>
      <p:sp>
        <p:nvSpPr>
          <p:cNvPr id="46" name="!!circle-1vd"/>
          <p:cNvSpPr/>
          <p:nvPr/>
        </p:nvSpPr>
        <p:spPr>
          <a:xfrm>
            <a:off x="11416723" y="5011024"/>
            <a:ext cx="45149" cy="45149"/>
          </a:xfrm>
          <a:prstGeom prst="ellipse">
            <a:avLst/>
          </a:prstGeom>
          <a:solidFill>
            <a:srgbClr val="627D8D">
              <a:alpha val="31200"/>
            </a:srgbClr>
          </a:solidFill>
          <a:ln>
            <a:noFill/>
          </a:ln>
        </p:spPr>
      </p:sp>
      <p:sp>
        <p:nvSpPr>
          <p:cNvPr id="47" name="!!circle-1vg"/>
          <p:cNvSpPr/>
          <p:nvPr/>
        </p:nvSpPr>
        <p:spPr>
          <a:xfrm>
            <a:off x="3468070" y="3004649"/>
            <a:ext cx="30696" cy="30696"/>
          </a:xfrm>
          <a:prstGeom prst="ellipse">
            <a:avLst/>
          </a:prstGeom>
          <a:solidFill>
            <a:srgbClr val="627D8D">
              <a:alpha val="25700"/>
            </a:srgbClr>
          </a:solidFill>
          <a:ln>
            <a:noFill/>
          </a:ln>
        </p:spPr>
      </p:sp>
      <p:sp>
        <p:nvSpPr>
          <p:cNvPr id="48" name="!!circle-1vj"/>
          <p:cNvSpPr/>
          <p:nvPr/>
        </p:nvSpPr>
        <p:spPr>
          <a:xfrm>
            <a:off x="8821536" y="3526816"/>
            <a:ext cx="37401" cy="37401"/>
          </a:xfrm>
          <a:prstGeom prst="ellipse">
            <a:avLst/>
          </a:prstGeom>
          <a:solidFill>
            <a:srgbClr val="627D8D">
              <a:alpha val="16000"/>
            </a:srgbClr>
          </a:solidFill>
          <a:ln>
            <a:noFill/>
          </a:ln>
        </p:spPr>
      </p:sp>
      <p:sp>
        <p:nvSpPr>
          <p:cNvPr id="49" name="!!circle-1vm"/>
          <p:cNvSpPr/>
          <p:nvPr/>
        </p:nvSpPr>
        <p:spPr>
          <a:xfrm>
            <a:off x="1807499" y="4394489"/>
            <a:ext cx="33096" cy="33096"/>
          </a:xfrm>
          <a:prstGeom prst="ellipse">
            <a:avLst/>
          </a:prstGeom>
          <a:solidFill>
            <a:srgbClr val="627D8D">
              <a:alpha val="22300"/>
            </a:srgbClr>
          </a:solidFill>
          <a:ln>
            <a:noFill/>
          </a:ln>
        </p:spPr>
      </p:sp>
      <p:sp>
        <p:nvSpPr>
          <p:cNvPr id="50" name="!!circle-1vp"/>
          <p:cNvSpPr/>
          <p:nvPr/>
        </p:nvSpPr>
        <p:spPr>
          <a:xfrm>
            <a:off x="11575825" y="513467"/>
            <a:ext cx="21145" cy="21145"/>
          </a:xfrm>
          <a:prstGeom prst="ellipse">
            <a:avLst/>
          </a:prstGeom>
          <a:solidFill>
            <a:srgbClr val="627D8D">
              <a:alpha val="16300"/>
            </a:srgbClr>
          </a:solidFill>
          <a:ln>
            <a:noFill/>
          </a:ln>
        </p:spPr>
      </p:sp>
      <p:sp>
        <p:nvSpPr>
          <p:cNvPr id="51" name="!!circle-1vs"/>
          <p:cNvSpPr/>
          <p:nvPr/>
        </p:nvSpPr>
        <p:spPr>
          <a:xfrm>
            <a:off x="11075662" y="5485002"/>
            <a:ext cx="35281" cy="35281"/>
          </a:xfrm>
          <a:prstGeom prst="ellipse">
            <a:avLst/>
          </a:prstGeom>
          <a:solidFill>
            <a:srgbClr val="627D8D">
              <a:alpha val="30000"/>
            </a:srgbClr>
          </a:solidFill>
          <a:ln>
            <a:noFill/>
          </a:ln>
        </p:spPr>
      </p:sp>
      <p:sp>
        <p:nvSpPr>
          <p:cNvPr id="52" name="!!text-52g" descr="交易安全"/>
          <p:cNvSpPr txBox="1"/>
          <p:nvPr/>
        </p:nvSpPr>
        <p:spPr>
          <a:xfrm>
            <a:off x="603504" y="567456"/>
            <a:ext cx="724388" cy="22508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24" b="1" kern="0" spc="147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交易安</a:t>
            </a:r>
            <a:r>
              <a:rPr lang="zh-TW" altLang="en-US" sz="1224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全</a:t>
            </a:r>
            <a:endParaRPr lang="zh-TW" sz="1224"/>
          </a:p>
        </p:txBody>
      </p:sp>
      <p:sp>
        <p:nvSpPr>
          <p:cNvPr id="53" name="!!text-52q" descr="款項由平台暫管"/>
          <p:cNvSpPr txBox="1"/>
          <p:nvPr/>
        </p:nvSpPr>
        <p:spPr>
          <a:xfrm>
            <a:off x="603504" y="841563"/>
            <a:ext cx="3404311" cy="67526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3672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款項由平台暫管</a:t>
            </a:r>
            <a:endParaRPr lang="zh-TW" sz="3672"/>
          </a:p>
        </p:txBody>
      </p:sp>
      <p:sp>
        <p:nvSpPr>
          <p:cNvPr id="54" name="!!text-532" descr="買家完成訂單或取書滿 24 小時後，款項才撥入賣家錢包。"/>
          <p:cNvSpPr txBox="1"/>
          <p:nvPr/>
        </p:nvSpPr>
        <p:spPr>
          <a:xfrm>
            <a:off x="603504" y="1571650"/>
            <a:ext cx="5030686" cy="28136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530" kern="0" dirty="0">
                <a:solidFill>
                  <a:srgbClr val="3F4A54"/>
                </a:solidFill>
                <a:latin typeface="Noto Sans TC Medium"/>
                <a:ea typeface="Noto Sans TC Medium"/>
                <a:cs typeface="Noto Sans TC Medium"/>
              </a:rPr>
              <a:t>買家完成訂單或取書滿 24 小時後，款項才撥入賣家錢包。</a:t>
            </a:r>
            <a:endParaRPr lang="zh-TW" sz="1530"/>
          </a:p>
        </p:txBody>
      </p:sp>
      <p:sp>
        <p:nvSpPr>
          <p:cNvPr id="55" name="!!path-53y"/>
          <p:cNvSpPr/>
          <p:nvPr/>
        </p:nvSpPr>
        <p:spPr>
          <a:xfrm>
            <a:off x="3803142" y="3286760"/>
            <a:ext cx="1735836" cy="1"/>
          </a:xfrm>
          <a:custGeom>
            <a:avLst/>
            <a:gdLst/>
            <a:ahLst/>
            <a:cxnLst/>
            <a:rect l="l" t="t" r="r" b="b"/>
            <a:pathLst>
              <a:path w="1735836" h="1" fill="none">
                <a:moveTo>
                  <a:pt x="0" y="0"/>
                </a:moveTo>
                <a:lnTo>
                  <a:pt x="1735836" y="0"/>
                </a:lnTo>
              </a:path>
            </a:pathLst>
          </a:custGeom>
          <a:noFill/>
          <a:ln w="16192" cap="rnd">
            <a:solidFill>
              <a:srgbClr val="627D8D">
                <a:alpha val="60000"/>
              </a:srgbClr>
            </a:solidFill>
            <a:prstDash val="solid"/>
            <a:round/>
          </a:ln>
        </p:spPr>
      </p:sp>
      <p:sp>
        <p:nvSpPr>
          <p:cNvPr id="56" name="!!path-543"/>
          <p:cNvSpPr/>
          <p:nvPr/>
        </p:nvSpPr>
        <p:spPr>
          <a:xfrm>
            <a:off x="6653022" y="3286760"/>
            <a:ext cx="1735836" cy="1"/>
          </a:xfrm>
          <a:custGeom>
            <a:avLst/>
            <a:gdLst/>
            <a:ahLst/>
            <a:cxnLst/>
            <a:rect l="l" t="t" r="r" b="b"/>
            <a:pathLst>
              <a:path w="1735836" h="1" fill="none">
                <a:moveTo>
                  <a:pt x="0" y="0"/>
                </a:moveTo>
                <a:lnTo>
                  <a:pt x="1735836" y="0"/>
                </a:lnTo>
              </a:path>
            </a:pathLst>
          </a:custGeom>
          <a:noFill/>
          <a:ln w="16192" cap="rnd">
            <a:solidFill>
              <a:srgbClr val="627D8D">
                <a:alpha val="60000"/>
              </a:srgbClr>
            </a:solidFill>
            <a:prstDash val="solid"/>
            <a:round/>
          </a:ln>
        </p:spPr>
      </p:sp>
      <p:sp>
        <p:nvSpPr>
          <p:cNvPr id="57" name="!!circle-54c"/>
          <p:cNvSpPr/>
          <p:nvPr/>
        </p:nvSpPr>
        <p:spPr>
          <a:xfrm>
            <a:off x="2727960" y="2820416"/>
            <a:ext cx="1114044" cy="1114044"/>
          </a:xfrm>
          <a:prstGeom prst="ellipse">
            <a:avLst/>
          </a:prstGeom>
          <a:solidFill>
            <a:srgbClr val="0B1A26">
              <a:alpha val="10000"/>
            </a:srgbClr>
          </a:solidFill>
          <a:ln>
            <a:noFill/>
          </a:ln>
          <a:effectLst>
            <a:softEdge rad="227990"/>
          </a:effectLst>
        </p:spPr>
      </p:sp>
      <p:sp>
        <p:nvSpPr>
          <p:cNvPr id="58" name="!!circle-54d"/>
          <p:cNvSpPr/>
          <p:nvPr/>
        </p:nvSpPr>
        <p:spPr>
          <a:xfrm>
            <a:off x="2792730" y="2833370"/>
            <a:ext cx="906780" cy="906780"/>
          </a:xfrm>
          <a:prstGeom prst="ellipse">
            <a:avLst/>
          </a:prstGeom>
          <a:solidFill>
            <a:srgbClr val="FFFFFF"/>
          </a:solidFill>
          <a:ln w="9715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59" name="!!path-54e"/>
          <p:cNvSpPr/>
          <p:nvPr/>
        </p:nvSpPr>
        <p:spPr>
          <a:xfrm>
            <a:off x="3116580" y="3157220"/>
            <a:ext cx="259080" cy="259080"/>
          </a:xfrm>
          <a:custGeom>
            <a:avLst/>
            <a:gdLst/>
            <a:ahLst/>
            <a:cxnLst/>
            <a:rect l="l" t="t" r="r" b="b"/>
            <a:pathLst>
              <a:path w="259080" h="259080">
                <a:moveTo>
                  <a:pt x="129540" y="30766"/>
                </a:moveTo>
                <a:cubicBezTo>
                  <a:pt x="148323" y="30766"/>
                  <a:pt x="163544" y="45987"/>
                  <a:pt x="163544" y="64770"/>
                </a:cubicBezTo>
                <a:cubicBezTo>
                  <a:pt x="163544" y="83553"/>
                  <a:pt x="148323" y="98774"/>
                  <a:pt x="129540" y="98774"/>
                </a:cubicBezTo>
                <a:cubicBezTo>
                  <a:pt x="110757" y="98774"/>
                  <a:pt x="95536" y="83553"/>
                  <a:pt x="95536" y="64770"/>
                </a:cubicBezTo>
                <a:cubicBezTo>
                  <a:pt x="95536" y="45987"/>
                  <a:pt x="110757" y="30766"/>
                  <a:pt x="129540" y="30766"/>
                </a:cubicBezTo>
                <a:moveTo>
                  <a:pt x="129540" y="176498"/>
                </a:moveTo>
                <a:cubicBezTo>
                  <a:pt x="177632" y="176498"/>
                  <a:pt x="228314" y="200139"/>
                  <a:pt x="228314" y="210502"/>
                </a:cubicBezTo>
                <a:lnTo>
                  <a:pt x="228314" y="228314"/>
                </a:lnTo>
                <a:lnTo>
                  <a:pt x="30766" y="228314"/>
                </a:lnTo>
                <a:lnTo>
                  <a:pt x="30766" y="210502"/>
                </a:lnTo>
                <a:cubicBezTo>
                  <a:pt x="30766" y="200139"/>
                  <a:pt x="81448" y="176498"/>
                  <a:pt x="129540" y="176498"/>
                </a:cubicBezTo>
                <a:moveTo>
                  <a:pt x="129540" y="0"/>
                </a:moveTo>
                <a:cubicBezTo>
                  <a:pt x="93755" y="0"/>
                  <a:pt x="64770" y="28985"/>
                  <a:pt x="64770" y="64770"/>
                </a:cubicBezTo>
                <a:cubicBezTo>
                  <a:pt x="64770" y="100555"/>
                  <a:pt x="93755" y="129540"/>
                  <a:pt x="129540" y="129540"/>
                </a:cubicBezTo>
                <a:cubicBezTo>
                  <a:pt x="165325" y="129540"/>
                  <a:pt x="194310" y="100555"/>
                  <a:pt x="194310" y="64770"/>
                </a:cubicBezTo>
                <a:cubicBezTo>
                  <a:pt x="194310" y="28985"/>
                  <a:pt x="165325" y="0"/>
                  <a:pt x="129540" y="0"/>
                </a:cubicBezTo>
                <a:close/>
                <a:moveTo>
                  <a:pt x="129540" y="145732"/>
                </a:moveTo>
                <a:cubicBezTo>
                  <a:pt x="86306" y="145732"/>
                  <a:pt x="0" y="167430"/>
                  <a:pt x="0" y="210502"/>
                </a:cubicBezTo>
                <a:lnTo>
                  <a:pt x="0" y="259080"/>
                </a:lnTo>
                <a:lnTo>
                  <a:pt x="259080" y="259080"/>
                </a:lnTo>
                <a:lnTo>
                  <a:pt x="259080" y="210502"/>
                </a:lnTo>
                <a:cubicBezTo>
                  <a:pt x="259080" y="167430"/>
                  <a:pt x="172774" y="145732"/>
                  <a:pt x="129540" y="145732"/>
                </a:cubicBez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60" name="!!text-54f" descr="買家"/>
          <p:cNvSpPr txBox="1"/>
          <p:nvPr/>
        </p:nvSpPr>
        <p:spPr>
          <a:xfrm>
            <a:off x="3077718" y="3881608"/>
            <a:ext cx="387325" cy="24384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26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買家</a:t>
            </a:r>
            <a:endParaRPr lang="zh-TW" sz="1326"/>
          </a:p>
        </p:txBody>
      </p:sp>
      <p:sp>
        <p:nvSpPr>
          <p:cNvPr id="61" name="!!text-54i" descr="結帳付款"/>
          <p:cNvSpPr txBox="1"/>
          <p:nvPr/>
        </p:nvSpPr>
        <p:spPr>
          <a:xfrm>
            <a:off x="2961132" y="4131879"/>
            <a:ext cx="612724" cy="20633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22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結帳付款</a:t>
            </a:r>
            <a:endParaRPr lang="zh-TW" sz="1122"/>
          </a:p>
        </p:txBody>
      </p:sp>
      <p:sp>
        <p:nvSpPr>
          <p:cNvPr id="62" name="!!circle-54t"/>
          <p:cNvSpPr/>
          <p:nvPr/>
        </p:nvSpPr>
        <p:spPr>
          <a:xfrm>
            <a:off x="5577840" y="2820416"/>
            <a:ext cx="1114044" cy="1114044"/>
          </a:xfrm>
          <a:prstGeom prst="ellipse">
            <a:avLst/>
          </a:prstGeom>
          <a:solidFill>
            <a:srgbClr val="0B1A26">
              <a:alpha val="10000"/>
            </a:srgbClr>
          </a:solidFill>
          <a:ln>
            <a:noFill/>
          </a:ln>
          <a:effectLst>
            <a:softEdge rad="227990"/>
          </a:effectLst>
        </p:spPr>
      </p:sp>
      <p:sp>
        <p:nvSpPr>
          <p:cNvPr id="63" name="!!circle-54u"/>
          <p:cNvSpPr/>
          <p:nvPr/>
        </p:nvSpPr>
        <p:spPr>
          <a:xfrm>
            <a:off x="5642610" y="2833370"/>
            <a:ext cx="906780" cy="906780"/>
          </a:xfrm>
          <a:prstGeom prst="ellipse">
            <a:avLst/>
          </a:prstGeom>
          <a:solidFill>
            <a:srgbClr val="FFFFFF"/>
          </a:solidFill>
          <a:ln w="9715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64" name="!!path-54v"/>
          <p:cNvSpPr/>
          <p:nvPr/>
        </p:nvSpPr>
        <p:spPr>
          <a:xfrm>
            <a:off x="5950268" y="3108643"/>
            <a:ext cx="291465" cy="356235"/>
          </a:xfrm>
          <a:custGeom>
            <a:avLst/>
            <a:gdLst/>
            <a:ahLst/>
            <a:cxnLst/>
            <a:rect l="l" t="t" r="r" b="b"/>
            <a:pathLst>
              <a:path w="291465" h="356235">
                <a:moveTo>
                  <a:pt x="145732" y="0"/>
                </a:moveTo>
                <a:lnTo>
                  <a:pt x="0" y="64770"/>
                </a:lnTo>
                <a:lnTo>
                  <a:pt x="0" y="161925"/>
                </a:lnTo>
                <a:cubicBezTo>
                  <a:pt x="0" y="251793"/>
                  <a:pt x="62179" y="335832"/>
                  <a:pt x="145732" y="356235"/>
                </a:cubicBezTo>
                <a:cubicBezTo>
                  <a:pt x="229286" y="335832"/>
                  <a:pt x="291465" y="251793"/>
                  <a:pt x="291465" y="161925"/>
                </a:cubicBezTo>
                <a:lnTo>
                  <a:pt x="291465" y="64770"/>
                </a:lnTo>
                <a:lnTo>
                  <a:pt x="145732" y="0"/>
                </a:lnTo>
                <a:close/>
                <a:moveTo>
                  <a:pt x="259080" y="161925"/>
                </a:moveTo>
                <a:cubicBezTo>
                  <a:pt x="259080" y="235115"/>
                  <a:pt x="210826" y="302638"/>
                  <a:pt x="145732" y="322717"/>
                </a:cubicBezTo>
                <a:cubicBezTo>
                  <a:pt x="80639" y="302638"/>
                  <a:pt x="32385" y="235115"/>
                  <a:pt x="32385" y="161925"/>
                </a:cubicBezTo>
                <a:lnTo>
                  <a:pt x="32385" y="85820"/>
                </a:lnTo>
                <a:lnTo>
                  <a:pt x="145732" y="35462"/>
                </a:lnTo>
                <a:lnTo>
                  <a:pt x="259080" y="85820"/>
                </a:lnTo>
                <a:lnTo>
                  <a:pt x="259080" y="161925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65" name="!!text-54w" descr="平台暫管"/>
          <p:cNvSpPr txBox="1"/>
          <p:nvPr/>
        </p:nvSpPr>
        <p:spPr>
          <a:xfrm>
            <a:off x="5759196" y="3881608"/>
            <a:ext cx="724129" cy="24384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26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平台暫管</a:t>
            </a:r>
            <a:endParaRPr lang="zh-TW" sz="1326"/>
          </a:p>
        </p:txBody>
      </p:sp>
      <p:sp>
        <p:nvSpPr>
          <p:cNvPr id="66" name="!!text-551" descr="款項保管中"/>
          <p:cNvSpPr txBox="1"/>
          <p:nvPr/>
        </p:nvSpPr>
        <p:spPr>
          <a:xfrm>
            <a:off x="5739765" y="4131879"/>
            <a:ext cx="755218" cy="20633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22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款項保管中</a:t>
            </a:r>
            <a:endParaRPr lang="zh-TW" sz="1122"/>
          </a:p>
        </p:txBody>
      </p:sp>
      <p:sp>
        <p:nvSpPr>
          <p:cNvPr id="67" name="!!circle-55d"/>
          <p:cNvSpPr/>
          <p:nvPr/>
        </p:nvSpPr>
        <p:spPr>
          <a:xfrm>
            <a:off x="8427720" y="2820416"/>
            <a:ext cx="1114044" cy="1114044"/>
          </a:xfrm>
          <a:prstGeom prst="ellipse">
            <a:avLst/>
          </a:prstGeom>
          <a:solidFill>
            <a:srgbClr val="0B1A26">
              <a:alpha val="10000"/>
            </a:srgbClr>
          </a:solidFill>
          <a:ln>
            <a:noFill/>
          </a:ln>
          <a:effectLst>
            <a:softEdge rad="227990"/>
          </a:effectLst>
        </p:spPr>
      </p:sp>
      <p:sp>
        <p:nvSpPr>
          <p:cNvPr id="68" name="!!circle-55e"/>
          <p:cNvSpPr/>
          <p:nvPr/>
        </p:nvSpPr>
        <p:spPr>
          <a:xfrm>
            <a:off x="8492490" y="2833370"/>
            <a:ext cx="906780" cy="906780"/>
          </a:xfrm>
          <a:prstGeom prst="ellipse">
            <a:avLst/>
          </a:prstGeom>
          <a:solidFill>
            <a:srgbClr val="FFFFFF"/>
          </a:solidFill>
          <a:ln w="9715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69" name="!!path-55f"/>
          <p:cNvSpPr/>
          <p:nvPr/>
        </p:nvSpPr>
        <p:spPr>
          <a:xfrm>
            <a:off x="8800147" y="3141028"/>
            <a:ext cx="307657" cy="291465"/>
          </a:xfrm>
          <a:custGeom>
            <a:avLst/>
            <a:gdLst/>
            <a:ahLst/>
            <a:cxnLst/>
            <a:rect l="l" t="t" r="r" b="b"/>
            <a:pathLst>
              <a:path w="307657" h="291465">
                <a:moveTo>
                  <a:pt x="291465" y="242887"/>
                </a:moveTo>
                <a:lnTo>
                  <a:pt x="291465" y="259080"/>
                </a:lnTo>
                <a:cubicBezTo>
                  <a:pt x="291465" y="276892"/>
                  <a:pt x="276892" y="291465"/>
                  <a:pt x="259080" y="291465"/>
                </a:cubicBezTo>
                <a:lnTo>
                  <a:pt x="32385" y="291465"/>
                </a:lnTo>
                <a:cubicBezTo>
                  <a:pt x="14411" y="291465"/>
                  <a:pt x="0" y="276892"/>
                  <a:pt x="0" y="259080"/>
                </a:cubicBezTo>
                <a:lnTo>
                  <a:pt x="0" y="32385"/>
                </a:lnTo>
                <a:cubicBezTo>
                  <a:pt x="0" y="14573"/>
                  <a:pt x="14411" y="0"/>
                  <a:pt x="32385" y="0"/>
                </a:cubicBezTo>
                <a:lnTo>
                  <a:pt x="259080" y="0"/>
                </a:lnTo>
                <a:cubicBezTo>
                  <a:pt x="276892" y="0"/>
                  <a:pt x="291465" y="14573"/>
                  <a:pt x="291465" y="32385"/>
                </a:cubicBezTo>
                <a:lnTo>
                  <a:pt x="291465" y="48577"/>
                </a:lnTo>
                <a:lnTo>
                  <a:pt x="145732" y="48577"/>
                </a:lnTo>
                <a:cubicBezTo>
                  <a:pt x="127759" y="48577"/>
                  <a:pt x="113347" y="63151"/>
                  <a:pt x="113347" y="80962"/>
                </a:cubicBezTo>
                <a:lnTo>
                  <a:pt x="113347" y="210502"/>
                </a:lnTo>
                <a:cubicBezTo>
                  <a:pt x="113347" y="228314"/>
                  <a:pt x="127759" y="242887"/>
                  <a:pt x="145732" y="242887"/>
                </a:cubicBezTo>
                <a:lnTo>
                  <a:pt x="291465" y="242887"/>
                </a:lnTo>
                <a:close/>
                <a:moveTo>
                  <a:pt x="145732" y="210502"/>
                </a:moveTo>
                <a:lnTo>
                  <a:pt x="307657" y="210502"/>
                </a:lnTo>
                <a:lnTo>
                  <a:pt x="307657" y="80962"/>
                </a:lnTo>
                <a:lnTo>
                  <a:pt x="145732" y="80962"/>
                </a:lnTo>
                <a:lnTo>
                  <a:pt x="145732" y="210502"/>
                </a:lnTo>
                <a:close/>
                <a:moveTo>
                  <a:pt x="210502" y="170021"/>
                </a:moveTo>
                <a:cubicBezTo>
                  <a:pt x="197063" y="170021"/>
                  <a:pt x="186214" y="159172"/>
                  <a:pt x="186214" y="145732"/>
                </a:cubicBezTo>
                <a:cubicBezTo>
                  <a:pt x="186214" y="132293"/>
                  <a:pt x="197063" y="121444"/>
                  <a:pt x="210502" y="121444"/>
                </a:cubicBezTo>
                <a:cubicBezTo>
                  <a:pt x="223942" y="121444"/>
                  <a:pt x="234791" y="132293"/>
                  <a:pt x="234791" y="145732"/>
                </a:cubicBezTo>
                <a:cubicBezTo>
                  <a:pt x="234791" y="159172"/>
                  <a:pt x="223942" y="170021"/>
                  <a:pt x="210502" y="170021"/>
                </a:cubicBez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70" name="!!text-55g" descr="賣家錢包"/>
          <p:cNvSpPr txBox="1"/>
          <p:nvPr/>
        </p:nvSpPr>
        <p:spPr>
          <a:xfrm>
            <a:off x="8609076" y="3881608"/>
            <a:ext cx="724129" cy="24384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26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賣家錢包</a:t>
            </a:r>
            <a:endParaRPr lang="zh-TW" sz="1326"/>
          </a:p>
        </p:txBody>
      </p:sp>
      <p:sp>
        <p:nvSpPr>
          <p:cNvPr id="71" name="!!text-55l" descr="撥款入帳"/>
          <p:cNvSpPr txBox="1"/>
          <p:nvPr/>
        </p:nvSpPr>
        <p:spPr>
          <a:xfrm>
            <a:off x="8660892" y="4131879"/>
            <a:ext cx="612724" cy="20633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22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撥款入帳</a:t>
            </a:r>
            <a:endParaRPr lang="zh-TW" sz="1122"/>
          </a:p>
        </p:txBody>
      </p:sp>
      <p:sp>
        <p:nvSpPr>
          <p:cNvPr id="72" name="!!circle-569"/>
          <p:cNvSpPr/>
          <p:nvPr/>
        </p:nvSpPr>
        <p:spPr>
          <a:xfrm>
            <a:off x="8712708" y="2431796"/>
            <a:ext cx="466344" cy="466344"/>
          </a:xfrm>
          <a:prstGeom prst="ellipse">
            <a:avLst/>
          </a:prstGeom>
          <a:solidFill>
            <a:srgbClr val="627D8D"/>
          </a:solidFill>
          <a:ln>
            <a:noFill/>
          </a:ln>
        </p:spPr>
      </p:sp>
      <p:sp>
        <p:nvSpPr>
          <p:cNvPr id="73" name="!!circle-56a"/>
          <p:cNvSpPr/>
          <p:nvPr/>
        </p:nvSpPr>
        <p:spPr>
          <a:xfrm>
            <a:off x="8751570" y="2470658"/>
            <a:ext cx="388620" cy="388620"/>
          </a:xfrm>
          <a:prstGeom prst="ellipse">
            <a:avLst/>
          </a:prstGeom>
          <a:noFill/>
          <a:ln w="12954" cap="flat">
            <a:solidFill>
              <a:srgbClr val="FFFFFF">
                <a:alpha val="45000"/>
              </a:srgbClr>
            </a:solidFill>
            <a:prstDash val="solid"/>
            <a:miter lim="800000"/>
          </a:ln>
        </p:spPr>
      </p:sp>
      <p:sp>
        <p:nvSpPr>
          <p:cNvPr id="74" name="!!text-56b" descr="280"/>
          <p:cNvSpPr txBox="1"/>
          <p:nvPr/>
        </p:nvSpPr>
        <p:spPr>
          <a:xfrm>
            <a:off x="8823669" y="2555766"/>
            <a:ext cx="285228" cy="19695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71" kern="0" dirty="0">
                <a:solidFill>
                  <a:srgbClr val="FFFFFF"/>
                </a:solidFill>
                <a:latin typeface="Noto Sans TC ExtraBold"/>
                <a:ea typeface="Noto Sans TC ExtraBold"/>
                <a:cs typeface="Noto Sans TC ExtraBold"/>
              </a:rPr>
              <a:t>280</a:t>
            </a:r>
            <a:endParaRPr lang="zh-TW" sz="1071"/>
          </a:p>
        </p:txBody>
      </p:sp>
      <p:sp>
        <p:nvSpPr>
          <p:cNvPr id="75" name="!!rect-56l"/>
          <p:cNvSpPr/>
          <p:nvPr/>
        </p:nvSpPr>
        <p:spPr>
          <a:xfrm>
            <a:off x="8281139" y="1894205"/>
            <a:ext cx="1329482" cy="427482"/>
          </a:xfrm>
          <a:prstGeom prst="roundRect">
            <a:avLst>
              <a:gd name="adj" fmla="val 50000"/>
            </a:avLst>
          </a:prstGeom>
          <a:solidFill>
            <a:srgbClr val="0B1A26">
              <a:alpha val="10000"/>
            </a:srgbClr>
          </a:solidFill>
          <a:ln>
            <a:noFill/>
          </a:ln>
          <a:effectLst>
            <a:softEdge rad="99746"/>
          </a:effectLst>
        </p:spPr>
      </p:sp>
      <p:sp>
        <p:nvSpPr>
          <p:cNvPr id="76" name="!!rect-56m"/>
          <p:cNvSpPr/>
          <p:nvPr/>
        </p:nvSpPr>
        <p:spPr>
          <a:xfrm>
            <a:off x="8307047" y="1887728"/>
            <a:ext cx="1277666" cy="3368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772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77" name="!!path-56n"/>
          <p:cNvSpPr/>
          <p:nvPr/>
        </p:nvSpPr>
        <p:spPr>
          <a:xfrm>
            <a:off x="8456510" y="1982461"/>
            <a:ext cx="147417" cy="147417"/>
          </a:xfrm>
          <a:custGeom>
            <a:avLst/>
            <a:gdLst/>
            <a:ahLst/>
            <a:cxnLst/>
            <a:rect l="l" t="t" r="r" b="b"/>
            <a:pathLst>
              <a:path w="147417" h="147417">
                <a:moveTo>
                  <a:pt x="73708" y="0"/>
                </a:moveTo>
                <a:cubicBezTo>
                  <a:pt x="33021" y="0"/>
                  <a:pt x="0" y="33021"/>
                  <a:pt x="0" y="73708"/>
                </a:cubicBezTo>
                <a:cubicBezTo>
                  <a:pt x="0" y="114395"/>
                  <a:pt x="33021" y="147417"/>
                  <a:pt x="73708" y="147417"/>
                </a:cubicBezTo>
                <a:cubicBezTo>
                  <a:pt x="114395" y="147417"/>
                  <a:pt x="147417" y="114395"/>
                  <a:pt x="147417" y="73708"/>
                </a:cubicBezTo>
                <a:cubicBezTo>
                  <a:pt x="147417" y="33021"/>
                  <a:pt x="114395" y="0"/>
                  <a:pt x="73708" y="0"/>
                </a:cubicBezTo>
                <a:close/>
                <a:moveTo>
                  <a:pt x="58967" y="110562"/>
                </a:moveTo>
                <a:lnTo>
                  <a:pt x="22112" y="73708"/>
                </a:lnTo>
                <a:lnTo>
                  <a:pt x="32505" y="63315"/>
                </a:lnTo>
                <a:lnTo>
                  <a:pt x="58967" y="89703"/>
                </a:lnTo>
                <a:lnTo>
                  <a:pt x="114911" y="33758"/>
                </a:lnTo>
                <a:lnTo>
                  <a:pt x="125304" y="44225"/>
                </a:lnTo>
                <a:lnTo>
                  <a:pt x="58967" y="110562"/>
                </a:lnTo>
                <a:close/>
              </a:path>
            </a:pathLst>
          </a:custGeom>
          <a:solidFill>
            <a:srgbClr val="2E9E5B"/>
          </a:solidFill>
          <a:ln>
            <a:noFill/>
          </a:ln>
        </p:spPr>
      </p:sp>
      <p:sp>
        <p:nvSpPr>
          <p:cNvPr id="78" name="!!text-56o" descr="+280 代幣"/>
          <p:cNvSpPr txBox="1"/>
          <p:nvPr/>
        </p:nvSpPr>
        <p:spPr>
          <a:xfrm>
            <a:off x="8677531" y="1921408"/>
            <a:ext cx="822981" cy="24384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26" b="1" kern="0" dirty="0">
                <a:solidFill>
                  <a:srgbClr val="2E9E5B"/>
                </a:solidFill>
                <a:latin typeface="Noto Sans TC"/>
                <a:ea typeface="Noto Sans TC"/>
                <a:cs typeface="Noto Sans TC"/>
              </a:rPr>
              <a:t>+280 代幣</a:t>
            </a:r>
            <a:endParaRPr lang="zh-TW" sz="1326"/>
          </a:p>
        </p:txBody>
      </p:sp>
      <p:sp>
        <p:nvSpPr>
          <p:cNvPr id="79" name="!!line-56y"/>
          <p:cNvSpPr/>
          <p:nvPr/>
        </p:nvSpPr>
        <p:spPr>
          <a:xfrm>
            <a:off x="3077718" y="5165090"/>
            <a:ext cx="1373124" cy="1"/>
          </a:xfrm>
          <a:custGeom>
            <a:avLst/>
            <a:gdLst/>
            <a:ahLst/>
            <a:cxnLst/>
            <a:rect l="l" t="t" r="r" b="b"/>
            <a:pathLst>
              <a:path w="1373124" h="1">
                <a:moveTo>
                  <a:pt x="0" y="0"/>
                </a:moveTo>
                <a:lnTo>
                  <a:pt x="1373124" y="0"/>
                </a:lnTo>
              </a:path>
            </a:pathLst>
          </a:custGeom>
          <a:solidFill>
            <a:srgbClr val="000000"/>
          </a:solidFill>
          <a:ln w="19431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80" name="!!line-56z"/>
          <p:cNvSpPr/>
          <p:nvPr/>
        </p:nvSpPr>
        <p:spPr>
          <a:xfrm>
            <a:off x="3077718" y="5165090"/>
            <a:ext cx="1373124" cy="1"/>
          </a:xfrm>
          <a:custGeom>
            <a:avLst/>
            <a:gdLst/>
            <a:ahLst/>
            <a:cxnLst/>
            <a:rect l="l" t="t" r="r" b="b"/>
            <a:pathLst>
              <a:path w="1373124" h="1">
                <a:moveTo>
                  <a:pt x="0" y="0"/>
                </a:moveTo>
                <a:lnTo>
                  <a:pt x="1373124" y="0"/>
                </a:lnTo>
              </a:path>
            </a:pathLst>
          </a:custGeom>
          <a:solidFill>
            <a:srgbClr val="000000"/>
          </a:solidFill>
          <a:ln w="19431" cap="flat">
            <a:solidFill>
              <a:srgbClr val="627D8D"/>
            </a:solidFill>
            <a:prstDash val="solid"/>
            <a:miter lim="800000"/>
          </a:ln>
        </p:spPr>
      </p:sp>
      <p:sp>
        <p:nvSpPr>
          <p:cNvPr id="81" name="!!circle-571"/>
          <p:cNvSpPr/>
          <p:nvPr/>
        </p:nvSpPr>
        <p:spPr>
          <a:xfrm>
            <a:off x="2909316" y="5087366"/>
            <a:ext cx="155448" cy="155448"/>
          </a:xfrm>
          <a:prstGeom prst="ellipse">
            <a:avLst/>
          </a:prstGeom>
          <a:solidFill>
            <a:srgbClr val="FFFFFF"/>
          </a:solidFill>
          <a:ln w="19431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82" name="!!circle-578"/>
          <p:cNvSpPr/>
          <p:nvPr/>
        </p:nvSpPr>
        <p:spPr>
          <a:xfrm>
            <a:off x="2909316" y="5087366"/>
            <a:ext cx="155448" cy="155448"/>
          </a:xfrm>
          <a:prstGeom prst="ellipse">
            <a:avLst/>
          </a:prstGeom>
          <a:solidFill>
            <a:srgbClr val="627D8D"/>
          </a:solidFill>
          <a:ln>
            <a:noFill/>
          </a:ln>
        </p:spPr>
      </p:sp>
      <p:sp>
        <p:nvSpPr>
          <p:cNvPr id="83" name="!!text-579" descr="付款"/>
          <p:cNvSpPr txBox="1"/>
          <p:nvPr/>
        </p:nvSpPr>
        <p:spPr>
          <a:xfrm>
            <a:off x="2831592" y="5308620"/>
            <a:ext cx="357530" cy="22508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24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付款</a:t>
            </a:r>
            <a:endParaRPr lang="zh-TW" sz="1224"/>
          </a:p>
        </p:txBody>
      </p:sp>
      <p:sp>
        <p:nvSpPr>
          <p:cNvPr id="84" name="!!line-57d"/>
          <p:cNvSpPr/>
          <p:nvPr/>
        </p:nvSpPr>
        <p:spPr>
          <a:xfrm>
            <a:off x="4632198" y="5165090"/>
            <a:ext cx="1373124" cy="1"/>
          </a:xfrm>
          <a:custGeom>
            <a:avLst/>
            <a:gdLst/>
            <a:ahLst/>
            <a:cxnLst/>
            <a:rect l="l" t="t" r="r" b="b"/>
            <a:pathLst>
              <a:path w="1373124" h="1">
                <a:moveTo>
                  <a:pt x="0" y="0"/>
                </a:moveTo>
                <a:lnTo>
                  <a:pt x="1373124" y="0"/>
                </a:lnTo>
              </a:path>
            </a:pathLst>
          </a:custGeom>
          <a:solidFill>
            <a:srgbClr val="000000"/>
          </a:solidFill>
          <a:ln w="19431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85" name="!!line-57e"/>
          <p:cNvSpPr/>
          <p:nvPr/>
        </p:nvSpPr>
        <p:spPr>
          <a:xfrm>
            <a:off x="4632198" y="5165090"/>
            <a:ext cx="1373124" cy="1"/>
          </a:xfrm>
          <a:custGeom>
            <a:avLst/>
            <a:gdLst/>
            <a:ahLst/>
            <a:cxnLst/>
            <a:rect l="l" t="t" r="r" b="b"/>
            <a:pathLst>
              <a:path w="1373124" h="1">
                <a:moveTo>
                  <a:pt x="0" y="0"/>
                </a:moveTo>
                <a:lnTo>
                  <a:pt x="1373124" y="0"/>
                </a:lnTo>
              </a:path>
            </a:pathLst>
          </a:custGeom>
          <a:solidFill>
            <a:srgbClr val="000000"/>
          </a:solidFill>
          <a:ln w="19431" cap="flat">
            <a:solidFill>
              <a:srgbClr val="627D8D"/>
            </a:solidFill>
            <a:prstDash val="solid"/>
            <a:miter lim="800000"/>
          </a:ln>
        </p:spPr>
      </p:sp>
      <p:sp>
        <p:nvSpPr>
          <p:cNvPr id="86" name="!!circle-57g"/>
          <p:cNvSpPr/>
          <p:nvPr/>
        </p:nvSpPr>
        <p:spPr>
          <a:xfrm>
            <a:off x="4463796" y="5087366"/>
            <a:ext cx="155448" cy="155448"/>
          </a:xfrm>
          <a:prstGeom prst="ellipse">
            <a:avLst/>
          </a:prstGeom>
          <a:solidFill>
            <a:srgbClr val="FFFFFF"/>
          </a:solidFill>
          <a:ln w="19431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87" name="!!circle-57n"/>
          <p:cNvSpPr/>
          <p:nvPr/>
        </p:nvSpPr>
        <p:spPr>
          <a:xfrm>
            <a:off x="4463796" y="5087366"/>
            <a:ext cx="155448" cy="155448"/>
          </a:xfrm>
          <a:prstGeom prst="ellipse">
            <a:avLst/>
          </a:prstGeom>
          <a:solidFill>
            <a:srgbClr val="627D8D"/>
          </a:solidFill>
          <a:ln>
            <a:noFill/>
          </a:ln>
        </p:spPr>
      </p:sp>
      <p:sp>
        <p:nvSpPr>
          <p:cNvPr id="88" name="!!text-57o" descr="賣家存書"/>
          <p:cNvSpPr txBox="1"/>
          <p:nvPr/>
        </p:nvSpPr>
        <p:spPr>
          <a:xfrm>
            <a:off x="4230624" y="5308620"/>
            <a:ext cx="668426" cy="22508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24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賣家存書</a:t>
            </a:r>
            <a:endParaRPr lang="zh-TW" sz="1224"/>
          </a:p>
        </p:txBody>
      </p:sp>
      <p:sp>
        <p:nvSpPr>
          <p:cNvPr id="89" name="!!line-57u"/>
          <p:cNvSpPr/>
          <p:nvPr/>
        </p:nvSpPr>
        <p:spPr>
          <a:xfrm>
            <a:off x="6186678" y="5165090"/>
            <a:ext cx="1373124" cy="1"/>
          </a:xfrm>
          <a:custGeom>
            <a:avLst/>
            <a:gdLst/>
            <a:ahLst/>
            <a:cxnLst/>
            <a:rect l="l" t="t" r="r" b="b"/>
            <a:pathLst>
              <a:path w="1373124" h="1">
                <a:moveTo>
                  <a:pt x="0" y="0"/>
                </a:moveTo>
                <a:lnTo>
                  <a:pt x="1373124" y="0"/>
                </a:lnTo>
              </a:path>
            </a:pathLst>
          </a:custGeom>
          <a:solidFill>
            <a:srgbClr val="000000"/>
          </a:solidFill>
          <a:ln w="19431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90" name="!!line-57v"/>
          <p:cNvSpPr/>
          <p:nvPr/>
        </p:nvSpPr>
        <p:spPr>
          <a:xfrm>
            <a:off x="6186678" y="5165090"/>
            <a:ext cx="1373124" cy="1"/>
          </a:xfrm>
          <a:custGeom>
            <a:avLst/>
            <a:gdLst/>
            <a:ahLst/>
            <a:cxnLst/>
            <a:rect l="l" t="t" r="r" b="b"/>
            <a:pathLst>
              <a:path w="1373124" h="1">
                <a:moveTo>
                  <a:pt x="0" y="0"/>
                </a:moveTo>
                <a:lnTo>
                  <a:pt x="1373124" y="0"/>
                </a:lnTo>
              </a:path>
            </a:pathLst>
          </a:custGeom>
          <a:solidFill>
            <a:srgbClr val="000000"/>
          </a:solidFill>
          <a:ln w="19431" cap="flat">
            <a:solidFill>
              <a:srgbClr val="627D8D"/>
            </a:solidFill>
            <a:prstDash val="solid"/>
            <a:miter lim="800000"/>
          </a:ln>
        </p:spPr>
      </p:sp>
      <p:sp>
        <p:nvSpPr>
          <p:cNvPr id="91" name="!!circle-57x"/>
          <p:cNvSpPr/>
          <p:nvPr/>
        </p:nvSpPr>
        <p:spPr>
          <a:xfrm>
            <a:off x="6018276" y="5087366"/>
            <a:ext cx="155448" cy="155448"/>
          </a:xfrm>
          <a:prstGeom prst="ellipse">
            <a:avLst/>
          </a:prstGeom>
          <a:solidFill>
            <a:srgbClr val="FFFFFF"/>
          </a:solidFill>
          <a:ln w="19431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92" name="!!circle-584"/>
          <p:cNvSpPr/>
          <p:nvPr/>
        </p:nvSpPr>
        <p:spPr>
          <a:xfrm>
            <a:off x="6018276" y="5087366"/>
            <a:ext cx="155448" cy="155448"/>
          </a:xfrm>
          <a:prstGeom prst="ellipse">
            <a:avLst/>
          </a:prstGeom>
          <a:solidFill>
            <a:srgbClr val="627D8D"/>
          </a:solidFill>
          <a:ln>
            <a:noFill/>
          </a:ln>
        </p:spPr>
      </p:sp>
      <p:sp>
        <p:nvSpPr>
          <p:cNvPr id="93" name="!!text-585" descr="買家取書"/>
          <p:cNvSpPr txBox="1"/>
          <p:nvPr/>
        </p:nvSpPr>
        <p:spPr>
          <a:xfrm>
            <a:off x="5785104" y="5308620"/>
            <a:ext cx="668426" cy="22508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24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買家取書</a:t>
            </a:r>
            <a:endParaRPr lang="zh-TW" sz="1224"/>
          </a:p>
        </p:txBody>
      </p:sp>
      <p:sp>
        <p:nvSpPr>
          <p:cNvPr id="94" name="!!line-58b"/>
          <p:cNvSpPr/>
          <p:nvPr/>
        </p:nvSpPr>
        <p:spPr>
          <a:xfrm>
            <a:off x="7741158" y="5165090"/>
            <a:ext cx="1373124" cy="1"/>
          </a:xfrm>
          <a:custGeom>
            <a:avLst/>
            <a:gdLst/>
            <a:ahLst/>
            <a:cxnLst/>
            <a:rect l="l" t="t" r="r" b="b"/>
            <a:pathLst>
              <a:path w="1373124" h="1">
                <a:moveTo>
                  <a:pt x="0" y="0"/>
                </a:moveTo>
                <a:lnTo>
                  <a:pt x="1373124" y="0"/>
                </a:lnTo>
              </a:path>
            </a:pathLst>
          </a:custGeom>
          <a:solidFill>
            <a:srgbClr val="000000"/>
          </a:solidFill>
          <a:ln w="19431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95" name="!!line-58c"/>
          <p:cNvSpPr/>
          <p:nvPr/>
        </p:nvSpPr>
        <p:spPr>
          <a:xfrm>
            <a:off x="7741158" y="5165090"/>
            <a:ext cx="1373124" cy="1"/>
          </a:xfrm>
          <a:custGeom>
            <a:avLst/>
            <a:gdLst/>
            <a:ahLst/>
            <a:cxnLst/>
            <a:rect l="l" t="t" r="r" b="b"/>
            <a:pathLst>
              <a:path w="1373124" h="1">
                <a:moveTo>
                  <a:pt x="0" y="0"/>
                </a:moveTo>
                <a:lnTo>
                  <a:pt x="1373124" y="0"/>
                </a:lnTo>
              </a:path>
            </a:pathLst>
          </a:custGeom>
          <a:solidFill>
            <a:srgbClr val="000000"/>
          </a:solidFill>
          <a:ln w="19431" cap="flat">
            <a:solidFill>
              <a:srgbClr val="627D8D"/>
            </a:solidFill>
            <a:prstDash val="solid"/>
            <a:miter lim="800000"/>
          </a:ln>
        </p:spPr>
      </p:sp>
      <p:sp>
        <p:nvSpPr>
          <p:cNvPr id="96" name="!!circle-58e"/>
          <p:cNvSpPr/>
          <p:nvPr/>
        </p:nvSpPr>
        <p:spPr>
          <a:xfrm>
            <a:off x="7572756" y="5087366"/>
            <a:ext cx="155448" cy="155448"/>
          </a:xfrm>
          <a:prstGeom prst="ellipse">
            <a:avLst/>
          </a:prstGeom>
          <a:solidFill>
            <a:srgbClr val="FFFFFF"/>
          </a:solidFill>
          <a:ln w="19431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97" name="!!circle-58l"/>
          <p:cNvSpPr/>
          <p:nvPr/>
        </p:nvSpPr>
        <p:spPr>
          <a:xfrm>
            <a:off x="7572756" y="5087366"/>
            <a:ext cx="155448" cy="155448"/>
          </a:xfrm>
          <a:prstGeom prst="ellipse">
            <a:avLst/>
          </a:prstGeom>
          <a:solidFill>
            <a:srgbClr val="627D8D"/>
          </a:solidFill>
          <a:ln>
            <a:noFill/>
          </a:ln>
        </p:spPr>
      </p:sp>
      <p:sp>
        <p:nvSpPr>
          <p:cNvPr id="98" name="!!text-58m" descr="完成訂單"/>
          <p:cNvSpPr txBox="1"/>
          <p:nvPr/>
        </p:nvSpPr>
        <p:spPr>
          <a:xfrm>
            <a:off x="7339584" y="5308620"/>
            <a:ext cx="668426" cy="22508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24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完成訂單</a:t>
            </a:r>
            <a:endParaRPr lang="zh-TW" sz="1224"/>
          </a:p>
        </p:txBody>
      </p:sp>
      <p:sp>
        <p:nvSpPr>
          <p:cNvPr id="99" name="!!text-58r" descr="或取書滿 24 小時"/>
          <p:cNvSpPr txBox="1"/>
          <p:nvPr/>
        </p:nvSpPr>
        <p:spPr>
          <a:xfrm>
            <a:off x="7111995" y="5530911"/>
            <a:ext cx="1119718" cy="20633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22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或取書滿 24 小時</a:t>
            </a:r>
            <a:endParaRPr lang="zh-TW" sz="1122"/>
          </a:p>
        </p:txBody>
      </p:sp>
      <p:sp>
        <p:nvSpPr>
          <p:cNvPr id="100" name="!!circle-590"/>
          <p:cNvSpPr/>
          <p:nvPr/>
        </p:nvSpPr>
        <p:spPr>
          <a:xfrm>
            <a:off x="9127236" y="5087366"/>
            <a:ext cx="155448" cy="155448"/>
          </a:xfrm>
          <a:prstGeom prst="ellipse">
            <a:avLst/>
          </a:prstGeom>
          <a:solidFill>
            <a:srgbClr val="FFFFFF"/>
          </a:solidFill>
          <a:ln w="19431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101" name="!!circle-597"/>
          <p:cNvSpPr/>
          <p:nvPr/>
        </p:nvSpPr>
        <p:spPr>
          <a:xfrm>
            <a:off x="9127236" y="5087366"/>
            <a:ext cx="155448" cy="155448"/>
          </a:xfrm>
          <a:prstGeom prst="ellipse">
            <a:avLst/>
          </a:prstGeom>
          <a:solidFill>
            <a:srgbClr val="627D8D"/>
          </a:solidFill>
          <a:ln>
            <a:noFill/>
          </a:ln>
        </p:spPr>
      </p:sp>
      <p:sp>
        <p:nvSpPr>
          <p:cNvPr id="102" name="!!text-598" descr="撥款"/>
          <p:cNvSpPr txBox="1"/>
          <p:nvPr/>
        </p:nvSpPr>
        <p:spPr>
          <a:xfrm>
            <a:off x="9049512" y="5308620"/>
            <a:ext cx="357530" cy="22508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24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撥款</a:t>
            </a:r>
            <a:endParaRPr lang="zh-TW" sz="1224"/>
          </a:p>
        </p:txBody>
      </p:sp>
      <p:sp>
        <p:nvSpPr>
          <p:cNvPr id="103" name="!!path-9ic"/>
          <p:cNvSpPr/>
          <p:nvPr/>
        </p:nvSpPr>
        <p:spPr>
          <a:xfrm>
            <a:off x="381000" y="306527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04" name="!!path-9id"/>
          <p:cNvSpPr/>
          <p:nvPr/>
        </p:nvSpPr>
        <p:spPr>
          <a:xfrm>
            <a:off x="381000" y="308153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05" name="!!path-9ie"/>
          <p:cNvSpPr/>
          <p:nvPr/>
        </p:nvSpPr>
        <p:spPr>
          <a:xfrm>
            <a:off x="381000" y="309778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06" name="!!path-9if"/>
          <p:cNvSpPr/>
          <p:nvPr/>
        </p:nvSpPr>
        <p:spPr>
          <a:xfrm>
            <a:off x="381000" y="311404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07" name="!!path-9ig"/>
          <p:cNvSpPr/>
          <p:nvPr/>
        </p:nvSpPr>
        <p:spPr>
          <a:xfrm>
            <a:off x="381000" y="313030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08" name="!!path-9ih"/>
          <p:cNvSpPr/>
          <p:nvPr/>
        </p:nvSpPr>
        <p:spPr>
          <a:xfrm>
            <a:off x="381000" y="314655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09" name="!!path-9ii"/>
          <p:cNvSpPr/>
          <p:nvPr/>
        </p:nvSpPr>
        <p:spPr>
          <a:xfrm>
            <a:off x="381000" y="316281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10" name="!!path-9ij"/>
          <p:cNvSpPr/>
          <p:nvPr/>
        </p:nvSpPr>
        <p:spPr>
          <a:xfrm>
            <a:off x="381000" y="317906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11" name="!!path-9ik"/>
          <p:cNvSpPr/>
          <p:nvPr/>
        </p:nvSpPr>
        <p:spPr>
          <a:xfrm>
            <a:off x="419608" y="269342"/>
            <a:ext cx="128422" cy="122936"/>
          </a:xfrm>
          <a:custGeom>
            <a:avLst/>
            <a:gdLst/>
            <a:ahLst/>
            <a:cxnLst/>
            <a:rect l="l" t="t" r="r" b="b"/>
            <a:pathLst>
              <a:path w="128422" h="122936">
                <a:moveTo>
                  <a:pt x="0" y="17678"/>
                </a:moveTo>
                <a:lnTo>
                  <a:pt x="8128" y="5080"/>
                </a:lnTo>
                <a:cubicBezTo>
                  <a:pt x="32512" y="0"/>
                  <a:pt x="73152" y="7112"/>
                  <a:pt x="101600" y="26416"/>
                </a:cubicBezTo>
                <a:cubicBezTo>
                  <a:pt x="116840" y="37186"/>
                  <a:pt x="124968" y="49784"/>
                  <a:pt x="128422" y="62992"/>
                </a:cubicBezTo>
                <a:lnTo>
                  <a:pt x="128422" y="122936"/>
                </a:lnTo>
                <a:lnTo>
                  <a:pt x="0" y="1229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12" name="!!path-9il"/>
          <p:cNvSpPr/>
          <p:nvPr/>
        </p:nvSpPr>
        <p:spPr>
          <a:xfrm>
            <a:off x="419608" y="269342"/>
            <a:ext cx="128422" cy="62992"/>
          </a:xfrm>
          <a:custGeom>
            <a:avLst/>
            <a:gdLst/>
            <a:ahLst/>
            <a:cxnLst/>
            <a:rect l="l" t="t" r="r" b="b"/>
            <a:pathLst>
              <a:path w="128422" h="62992" fill="none">
                <a:moveTo>
                  <a:pt x="128422" y="62992"/>
                </a:moveTo>
                <a:cubicBezTo>
                  <a:pt x="124968" y="49784"/>
                  <a:pt x="116840" y="37186"/>
                  <a:pt x="101600" y="26416"/>
                </a:cubicBezTo>
                <a:cubicBezTo>
                  <a:pt x="73152" y="7112"/>
                  <a:pt x="32512" y="0"/>
                  <a:pt x="8128" y="5080"/>
                </a:cubicBezTo>
                <a:lnTo>
                  <a:pt x="0" y="1767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13" name="!!path-9im"/>
          <p:cNvSpPr/>
          <p:nvPr/>
        </p:nvSpPr>
        <p:spPr>
          <a:xfrm>
            <a:off x="407010" y="281534"/>
            <a:ext cx="141021" cy="110744"/>
          </a:xfrm>
          <a:custGeom>
            <a:avLst/>
            <a:gdLst/>
            <a:ahLst/>
            <a:cxnLst/>
            <a:rect l="l" t="t" r="r" b="b"/>
            <a:pathLst>
              <a:path w="141021" h="110744">
                <a:moveTo>
                  <a:pt x="0" y="22352"/>
                </a:moveTo>
                <a:lnTo>
                  <a:pt x="6502" y="6502"/>
                </a:lnTo>
                <a:cubicBezTo>
                  <a:pt x="36982" y="0"/>
                  <a:pt x="79654" y="7112"/>
                  <a:pt x="110134" y="25400"/>
                </a:cubicBezTo>
                <a:cubicBezTo>
                  <a:pt x="126390" y="35154"/>
                  <a:pt x="136550" y="49784"/>
                  <a:pt x="141021" y="62992"/>
                </a:cubicBezTo>
                <a:lnTo>
                  <a:pt x="141021" y="110744"/>
                </a:lnTo>
                <a:lnTo>
                  <a:pt x="0" y="110744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14" name="!!path-9in"/>
          <p:cNvSpPr/>
          <p:nvPr/>
        </p:nvSpPr>
        <p:spPr>
          <a:xfrm>
            <a:off x="407010" y="281534"/>
            <a:ext cx="141021" cy="62992"/>
          </a:xfrm>
          <a:custGeom>
            <a:avLst/>
            <a:gdLst/>
            <a:ahLst/>
            <a:cxnLst/>
            <a:rect l="l" t="t" r="r" b="b"/>
            <a:pathLst>
              <a:path w="141021" h="62992" fill="none">
                <a:moveTo>
                  <a:pt x="141021" y="62992"/>
                </a:moveTo>
                <a:cubicBezTo>
                  <a:pt x="136550" y="49784"/>
                  <a:pt x="126390" y="35154"/>
                  <a:pt x="110134" y="25400"/>
                </a:cubicBezTo>
                <a:cubicBezTo>
                  <a:pt x="79654" y="7112"/>
                  <a:pt x="36982" y="0"/>
                  <a:pt x="6502" y="6502"/>
                </a:cubicBezTo>
                <a:lnTo>
                  <a:pt x="0" y="22352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15" name="!!path-9io"/>
          <p:cNvSpPr/>
          <p:nvPr/>
        </p:nvSpPr>
        <p:spPr>
          <a:xfrm>
            <a:off x="395834" y="294742"/>
            <a:ext cx="151790" cy="97536"/>
          </a:xfrm>
          <a:custGeom>
            <a:avLst/>
            <a:gdLst/>
            <a:ahLst/>
            <a:cxnLst/>
            <a:rect l="l" t="t" r="r" b="b"/>
            <a:pathLst>
              <a:path w="151790" h="97536">
                <a:moveTo>
                  <a:pt x="0" y="23165"/>
                </a:moveTo>
                <a:lnTo>
                  <a:pt x="3861" y="12598"/>
                </a:lnTo>
                <a:cubicBezTo>
                  <a:pt x="37998" y="0"/>
                  <a:pt x="84734" y="5080"/>
                  <a:pt x="117246" y="21946"/>
                </a:cubicBezTo>
                <a:cubicBezTo>
                  <a:pt x="135534" y="31496"/>
                  <a:pt x="146710" y="43688"/>
                  <a:pt x="151790" y="55270"/>
                </a:cubicBezTo>
                <a:lnTo>
                  <a:pt x="151790" y="97536"/>
                </a:lnTo>
                <a:lnTo>
                  <a:pt x="0" y="975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16" name="!!path-9ip"/>
          <p:cNvSpPr/>
          <p:nvPr/>
        </p:nvSpPr>
        <p:spPr>
          <a:xfrm>
            <a:off x="395834" y="294742"/>
            <a:ext cx="151790" cy="55270"/>
          </a:xfrm>
          <a:custGeom>
            <a:avLst/>
            <a:gdLst/>
            <a:ahLst/>
            <a:cxnLst/>
            <a:rect l="l" t="t" r="r" b="b"/>
            <a:pathLst>
              <a:path w="151790" h="55270" fill="none">
                <a:moveTo>
                  <a:pt x="151790" y="55270"/>
                </a:moveTo>
                <a:cubicBezTo>
                  <a:pt x="146710" y="43688"/>
                  <a:pt x="135534" y="31496"/>
                  <a:pt x="117246" y="21946"/>
                </a:cubicBezTo>
                <a:cubicBezTo>
                  <a:pt x="84734" y="5080"/>
                  <a:pt x="37998" y="0"/>
                  <a:pt x="3861" y="12598"/>
                </a:cubicBezTo>
                <a:lnTo>
                  <a:pt x="0" y="23165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17" name="!!path-9iq"/>
          <p:cNvSpPr/>
          <p:nvPr/>
        </p:nvSpPr>
        <p:spPr>
          <a:xfrm>
            <a:off x="548234" y="264262"/>
            <a:ext cx="120294" cy="128016"/>
          </a:xfrm>
          <a:custGeom>
            <a:avLst/>
            <a:gdLst/>
            <a:ahLst/>
            <a:cxnLst/>
            <a:rect l="l" t="t" r="r" b="b"/>
            <a:pathLst>
              <a:path w="120294" h="128016">
                <a:moveTo>
                  <a:pt x="120294" y="18288"/>
                </a:moveTo>
                <a:lnTo>
                  <a:pt x="113589" y="4470"/>
                </a:lnTo>
                <a:cubicBezTo>
                  <a:pt x="86766" y="0"/>
                  <a:pt x="44094" y="10160"/>
                  <a:pt x="17678" y="30480"/>
                </a:cubicBezTo>
                <a:cubicBezTo>
                  <a:pt x="6502" y="39624"/>
                  <a:pt x="1422" y="52832"/>
                  <a:pt x="0" y="67056"/>
                </a:cubicBezTo>
                <a:lnTo>
                  <a:pt x="0" y="128016"/>
                </a:lnTo>
                <a:lnTo>
                  <a:pt x="120294" y="12801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18" name="!!path-9ir"/>
          <p:cNvSpPr/>
          <p:nvPr/>
        </p:nvSpPr>
        <p:spPr>
          <a:xfrm>
            <a:off x="548234" y="264262"/>
            <a:ext cx="120294" cy="67056"/>
          </a:xfrm>
          <a:custGeom>
            <a:avLst/>
            <a:gdLst/>
            <a:ahLst/>
            <a:cxnLst/>
            <a:rect l="l" t="t" r="r" b="b"/>
            <a:pathLst>
              <a:path w="120294" h="67056" fill="none">
                <a:moveTo>
                  <a:pt x="0" y="67056"/>
                </a:moveTo>
                <a:cubicBezTo>
                  <a:pt x="1422" y="52832"/>
                  <a:pt x="6502" y="39624"/>
                  <a:pt x="17678" y="30480"/>
                </a:cubicBezTo>
                <a:cubicBezTo>
                  <a:pt x="44094" y="10160"/>
                  <a:pt x="86766" y="0"/>
                  <a:pt x="113589" y="4470"/>
                </a:cubicBezTo>
                <a:lnTo>
                  <a:pt x="120294" y="1828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19" name="!!path-9is"/>
          <p:cNvSpPr/>
          <p:nvPr/>
        </p:nvSpPr>
        <p:spPr>
          <a:xfrm>
            <a:off x="548437" y="279502"/>
            <a:ext cx="133299" cy="112776"/>
          </a:xfrm>
          <a:custGeom>
            <a:avLst/>
            <a:gdLst/>
            <a:ahLst/>
            <a:cxnLst/>
            <a:rect l="l" t="t" r="r" b="b"/>
            <a:pathLst>
              <a:path w="133299" h="112776">
                <a:moveTo>
                  <a:pt x="133299" y="19710"/>
                </a:moveTo>
                <a:lnTo>
                  <a:pt x="127203" y="3048"/>
                </a:lnTo>
                <a:cubicBezTo>
                  <a:pt x="94691" y="0"/>
                  <a:pt x="54051" y="11176"/>
                  <a:pt x="27635" y="30683"/>
                </a:cubicBezTo>
                <a:cubicBezTo>
                  <a:pt x="13411" y="41250"/>
                  <a:pt x="4267" y="53848"/>
                  <a:pt x="0" y="65024"/>
                </a:cubicBezTo>
                <a:lnTo>
                  <a:pt x="0" y="112776"/>
                </a:lnTo>
                <a:lnTo>
                  <a:pt x="133299" y="11277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20" name="!!path-9it"/>
          <p:cNvSpPr/>
          <p:nvPr/>
        </p:nvSpPr>
        <p:spPr>
          <a:xfrm>
            <a:off x="548437" y="279502"/>
            <a:ext cx="133299" cy="65024"/>
          </a:xfrm>
          <a:custGeom>
            <a:avLst/>
            <a:gdLst/>
            <a:ahLst/>
            <a:cxnLst/>
            <a:rect l="l" t="t" r="r" b="b"/>
            <a:pathLst>
              <a:path w="133299" h="65024" fill="none">
                <a:moveTo>
                  <a:pt x="0" y="65024"/>
                </a:moveTo>
                <a:cubicBezTo>
                  <a:pt x="4267" y="53848"/>
                  <a:pt x="13411" y="41250"/>
                  <a:pt x="27635" y="30683"/>
                </a:cubicBezTo>
                <a:cubicBezTo>
                  <a:pt x="54051" y="11176"/>
                  <a:pt x="94691" y="0"/>
                  <a:pt x="127203" y="3048"/>
                </a:cubicBezTo>
                <a:lnTo>
                  <a:pt x="133299" y="19710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21" name="!!path-9iu"/>
          <p:cNvSpPr/>
          <p:nvPr/>
        </p:nvSpPr>
        <p:spPr>
          <a:xfrm>
            <a:off x="548843" y="293726"/>
            <a:ext cx="142646" cy="98552"/>
          </a:xfrm>
          <a:custGeom>
            <a:avLst/>
            <a:gdLst/>
            <a:ahLst/>
            <a:cxnLst/>
            <a:rect l="l" t="t" r="r" b="b"/>
            <a:pathLst>
              <a:path w="142646" h="98552">
                <a:moveTo>
                  <a:pt x="142646" y="18898"/>
                </a:moveTo>
                <a:lnTo>
                  <a:pt x="139802" y="8738"/>
                </a:lnTo>
                <a:cubicBezTo>
                  <a:pt x="106477" y="0"/>
                  <a:pt x="63805" y="5080"/>
                  <a:pt x="35357" y="19304"/>
                </a:cubicBezTo>
                <a:cubicBezTo>
                  <a:pt x="17069" y="28448"/>
                  <a:pt x="5893" y="42672"/>
                  <a:pt x="0" y="56286"/>
                </a:cubicBezTo>
                <a:lnTo>
                  <a:pt x="0" y="98552"/>
                </a:lnTo>
                <a:lnTo>
                  <a:pt x="142646" y="98552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22" name="!!path-9iv"/>
          <p:cNvSpPr/>
          <p:nvPr/>
        </p:nvSpPr>
        <p:spPr>
          <a:xfrm>
            <a:off x="548843" y="293726"/>
            <a:ext cx="142646" cy="56286"/>
          </a:xfrm>
          <a:custGeom>
            <a:avLst/>
            <a:gdLst/>
            <a:ahLst/>
            <a:cxnLst/>
            <a:rect l="l" t="t" r="r" b="b"/>
            <a:pathLst>
              <a:path w="142646" h="56286" fill="none">
                <a:moveTo>
                  <a:pt x="0" y="56286"/>
                </a:moveTo>
                <a:cubicBezTo>
                  <a:pt x="5893" y="42672"/>
                  <a:pt x="17069" y="28448"/>
                  <a:pt x="35357" y="19304"/>
                </a:cubicBezTo>
                <a:cubicBezTo>
                  <a:pt x="63805" y="5080"/>
                  <a:pt x="106477" y="0"/>
                  <a:pt x="139802" y="8738"/>
                </a:cubicBezTo>
                <a:lnTo>
                  <a:pt x="142646" y="1889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23" name="!!path-9iw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627D8D"/>
              </a:gs>
              <a:gs pos="21794">
                <a:srgbClr val="627D8D"/>
              </a:gs>
              <a:gs pos="55376">
                <a:srgbClr val="627D8D"/>
              </a:gs>
              <a:gs pos="96421">
                <a:srgbClr val="98ABB7"/>
              </a:gs>
              <a:gs pos="100000">
                <a:srgbClr val="98ABB7"/>
              </a:gs>
            </a:gsLst>
            <a:lin ang="1983350" scaled="0"/>
          </a:gradFill>
          <a:ln>
            <a:noFill/>
          </a:ln>
        </p:spPr>
      </p:sp>
      <p:sp>
        <p:nvSpPr>
          <p:cNvPr id="124" name="!!path-9ix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0000"/>
                </a:srgbClr>
              </a:gs>
              <a:gs pos="4764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83333" t="79291" r="16667" b="20709"/>
            </a:path>
          </a:gradFill>
          <a:ln>
            <a:noFill/>
          </a:ln>
        </p:spPr>
      </p:sp>
      <p:sp>
        <p:nvSpPr>
          <p:cNvPr id="125" name="!!line-9iy"/>
          <p:cNvSpPr/>
          <p:nvPr/>
        </p:nvSpPr>
        <p:spPr>
          <a:xfrm>
            <a:off x="549046" y="363017"/>
            <a:ext cx="1" cy="153619"/>
          </a:xfrm>
          <a:custGeom>
            <a:avLst/>
            <a:gdLst/>
            <a:ahLst/>
            <a:cxnLst/>
            <a:rect l="l" t="t" r="r" b="b"/>
            <a:pathLst>
              <a:path w="1" h="153619">
                <a:moveTo>
                  <a:pt x="0" y="0"/>
                </a:moveTo>
                <a:lnTo>
                  <a:pt x="0" y="153619"/>
                </a:lnTo>
              </a:path>
            </a:pathLst>
          </a:custGeom>
          <a:solidFill>
            <a:srgbClr val="000000"/>
          </a:solidFill>
          <a:ln w="6909" cap="rnd">
            <a:solidFill>
              <a:srgbClr val="C9D3D9"/>
            </a:solidFill>
            <a:prstDash val="solid"/>
            <a:miter lim="800000"/>
          </a:ln>
        </p:spPr>
      </p:sp>
      <p:sp>
        <p:nvSpPr>
          <p:cNvPr id="126" name="!!path-9iz"/>
          <p:cNvSpPr/>
          <p:nvPr/>
        </p:nvSpPr>
        <p:spPr>
          <a:xfrm>
            <a:off x="657962" y="442062"/>
            <a:ext cx="25400" cy="37998"/>
          </a:xfrm>
          <a:custGeom>
            <a:avLst/>
            <a:gdLst/>
            <a:ahLst/>
            <a:cxnLst/>
            <a:rect l="l" t="t" r="r" b="b"/>
            <a:pathLst>
              <a:path w="25400" h="37998">
                <a:moveTo>
                  <a:pt x="0" y="2642"/>
                </a:moveTo>
                <a:lnTo>
                  <a:pt x="15240" y="0"/>
                </a:lnTo>
                <a:lnTo>
                  <a:pt x="25400" y="37186"/>
                </a:lnTo>
                <a:lnTo>
                  <a:pt x="7518" y="37998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 w="1016" cap="flat">
            <a:solidFill>
              <a:srgbClr val="FFFFFF">
                <a:alpha val="55000"/>
              </a:srgbClr>
            </a:solidFill>
            <a:prstDash val="solid"/>
            <a:round/>
          </a:ln>
        </p:spPr>
      </p:sp>
      <p:sp>
        <p:nvSpPr>
          <p:cNvPr id="127" name="!!text-9j0" descr="救「舊」我的書"/>
          <p:cNvSpPr txBox="1"/>
          <p:nvPr/>
        </p:nvSpPr>
        <p:spPr>
          <a:xfrm>
            <a:off x="805879" y="251460"/>
            <a:ext cx="1120140" cy="25745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400" b="1" kern="0" spc="-70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救</a:t>
            </a:r>
            <a:r>
              <a:rPr lang="zh-TW" altLang="en-US" sz="14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「舊</a:t>
            </a:r>
            <a:r>
              <a:rPr lang="zh-TW" altLang="en-US" sz="1400" b="1" kern="0" spc="-70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」</a:t>
            </a:r>
            <a:r>
              <a:rPr lang="zh-TW" altLang="en-US" sz="14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我的書</a:t>
            </a:r>
            <a:endParaRPr lang="zh-TW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fast" p14:dur="2200" advTm="600">
        <p159:morph option="byObject"/>
      </p:transition>
    </mc:Choice>
    <mc:Fallback>
      <p:transition spd="fast" advTm="600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127.7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rect-1q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7"/>
          </a:solidFill>
          <a:ln>
            <a:noFill/>
          </a:ln>
        </p:spPr>
      </p:sp>
      <p:sp>
        <p:nvSpPr>
          <p:cNvPr id="3" name="!!ellipse-1q2"/>
          <p:cNvSpPr/>
          <p:nvPr/>
        </p:nvSpPr>
        <p:spPr>
          <a:xfrm>
            <a:off x="-889000" y="-952500"/>
            <a:ext cx="13970000" cy="7874000"/>
          </a:xfrm>
          <a:prstGeom prst="ellipse">
            <a:avLst/>
          </a:prstGeom>
          <a:gradFill rotWithShape="1">
            <a:gsLst>
              <a:gs pos="0">
                <a:srgbClr val="FFFFFF">
                  <a:alpha val="95000"/>
                </a:srgbClr>
              </a:gs>
              <a:gs pos="40865">
                <a:srgbClr val="FFFFFF">
                  <a:alpha val="35000"/>
                </a:srgbClr>
              </a:gs>
              <a:gs pos="68108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!!rect-1q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P1"/>
            <a:srcRect/>
            <a:tile tx="89948" ty="192780" sx="16667" sy="16667" flip="none" algn="tl"/>
          </a:blipFill>
          <a:ln>
            <a:noFill/>
          </a:ln>
        </p:spPr>
      </p:sp>
      <p:sp>
        <p:nvSpPr>
          <p:cNvPr id="5" name="!!circle-1ql"/>
          <p:cNvSpPr/>
          <p:nvPr/>
        </p:nvSpPr>
        <p:spPr>
          <a:xfrm>
            <a:off x="11734391" y="-1865122"/>
            <a:ext cx="1943316" cy="1943316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" name="!!circle-1qu"/>
          <p:cNvSpPr/>
          <p:nvPr/>
        </p:nvSpPr>
        <p:spPr>
          <a:xfrm>
            <a:off x="10932579" y="-135338"/>
            <a:ext cx="2335771" cy="2335771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7" name="!!circle-1qx"/>
          <p:cNvSpPr/>
          <p:nvPr/>
        </p:nvSpPr>
        <p:spPr>
          <a:xfrm>
            <a:off x="5377680" y="5914663"/>
            <a:ext cx="1128039" cy="1128039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8" name="!!circle-1r4"/>
          <p:cNvSpPr/>
          <p:nvPr/>
        </p:nvSpPr>
        <p:spPr>
          <a:xfrm>
            <a:off x="282739" y="3014078"/>
            <a:ext cx="1085901" cy="1085901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9" name="!!circle-1r5"/>
          <p:cNvSpPr/>
          <p:nvPr/>
        </p:nvSpPr>
        <p:spPr>
          <a:xfrm>
            <a:off x="443837" y="5149241"/>
            <a:ext cx="2573795" cy="2573795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0" name="!!circle-1r7"/>
          <p:cNvSpPr/>
          <p:nvPr/>
        </p:nvSpPr>
        <p:spPr>
          <a:xfrm>
            <a:off x="2002554" y="2300999"/>
            <a:ext cx="1068896" cy="1068896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1" name="!!circle-1r8"/>
          <p:cNvSpPr/>
          <p:nvPr/>
        </p:nvSpPr>
        <p:spPr>
          <a:xfrm>
            <a:off x="5833244" y="5810822"/>
            <a:ext cx="2785275" cy="2785275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2" name="!!circle-1rd"/>
          <p:cNvSpPr/>
          <p:nvPr/>
        </p:nvSpPr>
        <p:spPr>
          <a:xfrm>
            <a:off x="6915866" y="1935670"/>
            <a:ext cx="2084946" cy="2084946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3" name="!!circle-1rv"/>
          <p:cNvSpPr/>
          <p:nvPr/>
        </p:nvSpPr>
        <p:spPr>
          <a:xfrm>
            <a:off x="1448695" y="6561296"/>
            <a:ext cx="894347" cy="894347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4" name="!!rect-1sh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5F7">
                  <a:alpha val="0"/>
                </a:srgbClr>
              </a:gs>
              <a:gs pos="20428">
                <a:srgbClr val="F3F5F7">
                  <a:alpha val="0"/>
                </a:srgbClr>
              </a:gs>
              <a:gs pos="66730">
                <a:srgbClr val="F3F5F7"/>
              </a:gs>
              <a:gs pos="100000">
                <a:srgbClr val="F3F5F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5" name="!!circle-1sm"/>
          <p:cNvSpPr/>
          <p:nvPr/>
        </p:nvSpPr>
        <p:spPr>
          <a:xfrm>
            <a:off x="5558480" y="1256921"/>
            <a:ext cx="36055" cy="36055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16" name="!!circle-1sp"/>
          <p:cNvSpPr/>
          <p:nvPr/>
        </p:nvSpPr>
        <p:spPr>
          <a:xfrm>
            <a:off x="9314522" y="3150397"/>
            <a:ext cx="24295" cy="24295"/>
          </a:xfrm>
          <a:prstGeom prst="ellipse">
            <a:avLst/>
          </a:prstGeom>
          <a:solidFill>
            <a:srgbClr val="627D8D">
              <a:alpha val="18100"/>
            </a:srgbClr>
          </a:solidFill>
          <a:ln>
            <a:noFill/>
          </a:ln>
        </p:spPr>
      </p:sp>
      <p:sp>
        <p:nvSpPr>
          <p:cNvPr id="17" name="!!circle-1ss"/>
          <p:cNvSpPr/>
          <p:nvPr/>
        </p:nvSpPr>
        <p:spPr>
          <a:xfrm>
            <a:off x="3488221" y="6365322"/>
            <a:ext cx="25959" cy="25959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18" name="!!circle-1sv"/>
          <p:cNvSpPr/>
          <p:nvPr/>
        </p:nvSpPr>
        <p:spPr>
          <a:xfrm>
            <a:off x="1996871" y="1721815"/>
            <a:ext cx="35878" cy="35878"/>
          </a:xfrm>
          <a:prstGeom prst="ellipse">
            <a:avLst/>
          </a:prstGeom>
          <a:solidFill>
            <a:srgbClr val="627D8D">
              <a:alpha val="26800"/>
            </a:srgbClr>
          </a:solidFill>
          <a:ln>
            <a:noFill/>
          </a:ln>
        </p:spPr>
      </p:sp>
      <p:sp>
        <p:nvSpPr>
          <p:cNvPr id="19" name="!!circle-1sy"/>
          <p:cNvSpPr/>
          <p:nvPr/>
        </p:nvSpPr>
        <p:spPr>
          <a:xfrm>
            <a:off x="6862704" y="3642814"/>
            <a:ext cx="40234" cy="40234"/>
          </a:xfrm>
          <a:prstGeom prst="ellipse">
            <a:avLst/>
          </a:prstGeom>
          <a:solidFill>
            <a:srgbClr val="627D8D">
              <a:alpha val="31300"/>
            </a:srgbClr>
          </a:solidFill>
          <a:ln>
            <a:noFill/>
          </a:ln>
        </p:spPr>
      </p:sp>
      <p:sp>
        <p:nvSpPr>
          <p:cNvPr id="20" name="!!circle-1t4"/>
          <p:cNvSpPr/>
          <p:nvPr/>
        </p:nvSpPr>
        <p:spPr>
          <a:xfrm>
            <a:off x="1199027" y="4749482"/>
            <a:ext cx="29959" cy="29959"/>
          </a:xfrm>
          <a:prstGeom prst="ellipse">
            <a:avLst/>
          </a:prstGeom>
          <a:solidFill>
            <a:srgbClr val="627D8D">
              <a:alpha val="19400"/>
            </a:srgbClr>
          </a:solidFill>
          <a:ln>
            <a:noFill/>
          </a:ln>
        </p:spPr>
      </p:sp>
      <p:sp>
        <p:nvSpPr>
          <p:cNvPr id="21" name="!!circle-1t7"/>
          <p:cNvSpPr/>
          <p:nvPr/>
        </p:nvSpPr>
        <p:spPr>
          <a:xfrm>
            <a:off x="8445154" y="4410124"/>
            <a:ext cx="28702" cy="28702"/>
          </a:xfrm>
          <a:prstGeom prst="ellipse">
            <a:avLst/>
          </a:prstGeom>
          <a:solidFill>
            <a:srgbClr val="627D8D">
              <a:alpha val="17800"/>
            </a:srgbClr>
          </a:solidFill>
          <a:ln>
            <a:noFill/>
          </a:ln>
        </p:spPr>
      </p:sp>
      <p:sp>
        <p:nvSpPr>
          <p:cNvPr id="22" name="!!circle-1ta"/>
          <p:cNvSpPr/>
          <p:nvPr/>
        </p:nvSpPr>
        <p:spPr>
          <a:xfrm>
            <a:off x="10976692" y="1779233"/>
            <a:ext cx="24066" cy="24066"/>
          </a:xfrm>
          <a:prstGeom prst="ellipse">
            <a:avLst/>
          </a:prstGeom>
          <a:solidFill>
            <a:srgbClr val="627D8D">
              <a:alpha val="23900"/>
            </a:srgbClr>
          </a:solidFill>
          <a:ln>
            <a:noFill/>
          </a:ln>
        </p:spPr>
      </p:sp>
      <p:sp>
        <p:nvSpPr>
          <p:cNvPr id="23" name="!!circle-1td"/>
          <p:cNvSpPr/>
          <p:nvPr/>
        </p:nvSpPr>
        <p:spPr>
          <a:xfrm>
            <a:off x="8456052" y="5681327"/>
            <a:ext cx="35865" cy="35865"/>
          </a:xfrm>
          <a:prstGeom prst="ellipse">
            <a:avLst/>
          </a:prstGeom>
          <a:solidFill>
            <a:srgbClr val="627D8D">
              <a:alpha val="28200"/>
            </a:srgbClr>
          </a:solidFill>
          <a:ln>
            <a:noFill/>
          </a:ln>
        </p:spPr>
      </p:sp>
      <p:sp>
        <p:nvSpPr>
          <p:cNvPr id="24" name="!!circle-1tg"/>
          <p:cNvSpPr/>
          <p:nvPr/>
        </p:nvSpPr>
        <p:spPr>
          <a:xfrm>
            <a:off x="1513249" y="2803834"/>
            <a:ext cx="39218" cy="39218"/>
          </a:xfrm>
          <a:prstGeom prst="ellipse">
            <a:avLst/>
          </a:prstGeom>
          <a:solidFill>
            <a:srgbClr val="627D8D">
              <a:alpha val="29600"/>
            </a:srgbClr>
          </a:solidFill>
          <a:ln>
            <a:noFill/>
          </a:ln>
        </p:spPr>
      </p:sp>
      <p:sp>
        <p:nvSpPr>
          <p:cNvPr id="25" name="!!circle-1tj"/>
          <p:cNvSpPr/>
          <p:nvPr/>
        </p:nvSpPr>
        <p:spPr>
          <a:xfrm>
            <a:off x="7065157" y="5863525"/>
            <a:ext cx="49733" cy="49733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6" name="!!circle-1tm"/>
          <p:cNvSpPr/>
          <p:nvPr/>
        </p:nvSpPr>
        <p:spPr>
          <a:xfrm>
            <a:off x="6420561" y="1546676"/>
            <a:ext cx="41694" cy="41694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7" name="!!circle-1tp"/>
          <p:cNvSpPr/>
          <p:nvPr/>
        </p:nvSpPr>
        <p:spPr>
          <a:xfrm>
            <a:off x="6797898" y="4957519"/>
            <a:ext cx="31979" cy="31979"/>
          </a:xfrm>
          <a:prstGeom prst="ellipse">
            <a:avLst/>
          </a:prstGeom>
          <a:solidFill>
            <a:srgbClr val="627D8D">
              <a:alpha val="24100"/>
            </a:srgbClr>
          </a:solidFill>
          <a:ln>
            <a:noFill/>
          </a:ln>
        </p:spPr>
      </p:sp>
      <p:sp>
        <p:nvSpPr>
          <p:cNvPr id="28" name="!!circle-1ts"/>
          <p:cNvSpPr/>
          <p:nvPr/>
        </p:nvSpPr>
        <p:spPr>
          <a:xfrm>
            <a:off x="3903997" y="815081"/>
            <a:ext cx="18085" cy="18085"/>
          </a:xfrm>
          <a:prstGeom prst="ellipse">
            <a:avLst/>
          </a:prstGeom>
          <a:solidFill>
            <a:srgbClr val="627D8D">
              <a:alpha val="10500"/>
            </a:srgbClr>
          </a:solidFill>
          <a:ln>
            <a:noFill/>
          </a:ln>
        </p:spPr>
      </p:sp>
      <p:sp>
        <p:nvSpPr>
          <p:cNvPr id="29" name="!!circle-1ty"/>
          <p:cNvSpPr/>
          <p:nvPr/>
        </p:nvSpPr>
        <p:spPr>
          <a:xfrm>
            <a:off x="3473165" y="6144069"/>
            <a:ext cx="39243" cy="39243"/>
          </a:xfrm>
          <a:prstGeom prst="ellipse">
            <a:avLst/>
          </a:prstGeom>
          <a:solidFill>
            <a:srgbClr val="627D8D">
              <a:alpha val="27700"/>
            </a:srgbClr>
          </a:solidFill>
          <a:ln>
            <a:noFill/>
          </a:ln>
        </p:spPr>
      </p:sp>
      <p:sp>
        <p:nvSpPr>
          <p:cNvPr id="30" name="!!circle-1u1"/>
          <p:cNvSpPr/>
          <p:nvPr/>
        </p:nvSpPr>
        <p:spPr>
          <a:xfrm>
            <a:off x="1645675" y="6491247"/>
            <a:ext cx="34519" cy="34519"/>
          </a:xfrm>
          <a:prstGeom prst="ellipse">
            <a:avLst/>
          </a:prstGeom>
          <a:solidFill>
            <a:srgbClr val="627D8D">
              <a:alpha val="22500"/>
            </a:srgbClr>
          </a:solidFill>
          <a:ln>
            <a:noFill/>
          </a:ln>
        </p:spPr>
      </p:sp>
      <p:sp>
        <p:nvSpPr>
          <p:cNvPr id="31" name="!!circle-1u4"/>
          <p:cNvSpPr/>
          <p:nvPr/>
        </p:nvSpPr>
        <p:spPr>
          <a:xfrm>
            <a:off x="2698978" y="4934634"/>
            <a:ext cx="46228" cy="46228"/>
          </a:xfrm>
          <a:prstGeom prst="ellipse">
            <a:avLst/>
          </a:prstGeom>
          <a:solidFill>
            <a:srgbClr val="627D8D">
              <a:alpha val="26200"/>
            </a:srgbClr>
          </a:solidFill>
          <a:ln>
            <a:noFill/>
          </a:ln>
        </p:spPr>
      </p:sp>
      <p:sp>
        <p:nvSpPr>
          <p:cNvPr id="32" name="!!circle-1u7"/>
          <p:cNvSpPr/>
          <p:nvPr/>
        </p:nvSpPr>
        <p:spPr>
          <a:xfrm>
            <a:off x="7430363" y="4673065"/>
            <a:ext cx="49327" cy="49327"/>
          </a:xfrm>
          <a:prstGeom prst="ellipse">
            <a:avLst/>
          </a:prstGeom>
          <a:solidFill>
            <a:srgbClr val="627D8D">
              <a:alpha val="20800"/>
            </a:srgbClr>
          </a:solidFill>
          <a:ln>
            <a:noFill/>
          </a:ln>
        </p:spPr>
      </p:sp>
      <p:sp>
        <p:nvSpPr>
          <p:cNvPr id="33" name="!!circle-1ua"/>
          <p:cNvSpPr/>
          <p:nvPr/>
        </p:nvSpPr>
        <p:spPr>
          <a:xfrm>
            <a:off x="9696962" y="5335896"/>
            <a:ext cx="24054" cy="24054"/>
          </a:xfrm>
          <a:prstGeom prst="ellipse">
            <a:avLst/>
          </a:prstGeom>
          <a:solidFill>
            <a:srgbClr val="627D8D">
              <a:alpha val="22200"/>
            </a:srgbClr>
          </a:solidFill>
          <a:ln>
            <a:noFill/>
          </a:ln>
        </p:spPr>
      </p:sp>
      <p:sp>
        <p:nvSpPr>
          <p:cNvPr id="34" name="!!circle-1ud"/>
          <p:cNvSpPr/>
          <p:nvPr/>
        </p:nvSpPr>
        <p:spPr>
          <a:xfrm>
            <a:off x="2025273" y="1386750"/>
            <a:ext cx="32271" cy="32271"/>
          </a:xfrm>
          <a:prstGeom prst="ellipse">
            <a:avLst/>
          </a:prstGeom>
          <a:solidFill>
            <a:srgbClr val="627D8D">
              <a:alpha val="20500"/>
            </a:srgbClr>
          </a:solidFill>
          <a:ln>
            <a:noFill/>
          </a:ln>
        </p:spPr>
      </p:sp>
      <p:sp>
        <p:nvSpPr>
          <p:cNvPr id="35" name="!!circle-1uj"/>
          <p:cNvSpPr/>
          <p:nvPr/>
        </p:nvSpPr>
        <p:spPr>
          <a:xfrm>
            <a:off x="2065964" y="2320956"/>
            <a:ext cx="34252" cy="34252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36" name="!!circle-1um"/>
          <p:cNvSpPr/>
          <p:nvPr/>
        </p:nvSpPr>
        <p:spPr>
          <a:xfrm>
            <a:off x="9600666" y="4142940"/>
            <a:ext cx="44196" cy="44196"/>
          </a:xfrm>
          <a:prstGeom prst="ellipse">
            <a:avLst/>
          </a:prstGeom>
          <a:solidFill>
            <a:srgbClr val="627D8D">
              <a:alpha val="21700"/>
            </a:srgbClr>
          </a:solidFill>
          <a:ln>
            <a:noFill/>
          </a:ln>
        </p:spPr>
      </p:sp>
      <p:sp>
        <p:nvSpPr>
          <p:cNvPr id="37" name="!!circle-1up"/>
          <p:cNvSpPr/>
          <p:nvPr/>
        </p:nvSpPr>
        <p:spPr>
          <a:xfrm>
            <a:off x="6764423" y="1730338"/>
            <a:ext cx="35192" cy="35192"/>
          </a:xfrm>
          <a:prstGeom prst="ellipse">
            <a:avLst/>
          </a:prstGeom>
          <a:solidFill>
            <a:srgbClr val="627D8D">
              <a:alpha val="27100"/>
            </a:srgbClr>
          </a:solidFill>
          <a:ln>
            <a:noFill/>
          </a:ln>
        </p:spPr>
      </p:sp>
      <p:sp>
        <p:nvSpPr>
          <p:cNvPr id="38" name="!!circle-1us"/>
          <p:cNvSpPr/>
          <p:nvPr/>
        </p:nvSpPr>
        <p:spPr>
          <a:xfrm>
            <a:off x="10190893" y="5219898"/>
            <a:ext cx="43358" cy="43358"/>
          </a:xfrm>
          <a:prstGeom prst="ellipse">
            <a:avLst/>
          </a:prstGeom>
          <a:solidFill>
            <a:srgbClr val="627D8D">
              <a:alpha val="19500"/>
            </a:srgbClr>
          </a:solidFill>
          <a:ln>
            <a:noFill/>
          </a:ln>
        </p:spPr>
      </p:sp>
      <p:sp>
        <p:nvSpPr>
          <p:cNvPr id="39" name="!!circle-1uv"/>
          <p:cNvSpPr/>
          <p:nvPr/>
        </p:nvSpPr>
        <p:spPr>
          <a:xfrm>
            <a:off x="3196178" y="1999695"/>
            <a:ext cx="33528" cy="33528"/>
          </a:xfrm>
          <a:prstGeom prst="ellipse">
            <a:avLst/>
          </a:prstGeom>
          <a:solidFill>
            <a:srgbClr val="627D8D">
              <a:alpha val="28300"/>
            </a:srgbClr>
          </a:solidFill>
          <a:ln>
            <a:noFill/>
          </a:ln>
        </p:spPr>
      </p:sp>
      <p:sp>
        <p:nvSpPr>
          <p:cNvPr id="40" name="!!circle-1uy"/>
          <p:cNvSpPr/>
          <p:nvPr/>
        </p:nvSpPr>
        <p:spPr>
          <a:xfrm>
            <a:off x="6827121" y="2585102"/>
            <a:ext cx="28956" cy="28956"/>
          </a:xfrm>
          <a:prstGeom prst="ellipse">
            <a:avLst/>
          </a:prstGeom>
          <a:solidFill>
            <a:srgbClr val="627D8D">
              <a:alpha val="21800"/>
            </a:srgbClr>
          </a:solidFill>
          <a:ln>
            <a:noFill/>
          </a:ln>
        </p:spPr>
      </p:sp>
      <p:sp>
        <p:nvSpPr>
          <p:cNvPr id="41" name="!!circle-1v1"/>
          <p:cNvSpPr/>
          <p:nvPr/>
        </p:nvSpPr>
        <p:spPr>
          <a:xfrm>
            <a:off x="7016139" y="6256858"/>
            <a:ext cx="45555" cy="45555"/>
          </a:xfrm>
          <a:prstGeom prst="ellipse">
            <a:avLst/>
          </a:prstGeom>
          <a:solidFill>
            <a:srgbClr val="627D8D">
              <a:alpha val="20900"/>
            </a:srgbClr>
          </a:solidFill>
          <a:ln>
            <a:noFill/>
          </a:ln>
        </p:spPr>
      </p:sp>
      <p:sp>
        <p:nvSpPr>
          <p:cNvPr id="42" name="!!circle-1v4"/>
          <p:cNvSpPr/>
          <p:nvPr/>
        </p:nvSpPr>
        <p:spPr>
          <a:xfrm>
            <a:off x="11297594" y="3113286"/>
            <a:ext cx="39484" cy="39484"/>
          </a:xfrm>
          <a:prstGeom prst="ellipse">
            <a:avLst/>
          </a:prstGeom>
          <a:solidFill>
            <a:srgbClr val="627D8D">
              <a:alpha val="13600"/>
            </a:srgbClr>
          </a:solidFill>
          <a:ln>
            <a:noFill/>
          </a:ln>
        </p:spPr>
      </p:sp>
      <p:sp>
        <p:nvSpPr>
          <p:cNvPr id="43" name="!!circle-1v7"/>
          <p:cNvSpPr/>
          <p:nvPr/>
        </p:nvSpPr>
        <p:spPr>
          <a:xfrm>
            <a:off x="7475874" y="5589798"/>
            <a:ext cx="30455" cy="30455"/>
          </a:xfrm>
          <a:prstGeom prst="ellipse">
            <a:avLst/>
          </a:prstGeom>
          <a:solidFill>
            <a:srgbClr val="627D8D">
              <a:alpha val="16500"/>
            </a:srgbClr>
          </a:solidFill>
          <a:ln>
            <a:noFill/>
          </a:ln>
        </p:spPr>
      </p:sp>
      <p:sp>
        <p:nvSpPr>
          <p:cNvPr id="44" name="!!circle-1va"/>
          <p:cNvSpPr/>
          <p:nvPr/>
        </p:nvSpPr>
        <p:spPr>
          <a:xfrm>
            <a:off x="8981021" y="6350168"/>
            <a:ext cx="28257" cy="28257"/>
          </a:xfrm>
          <a:prstGeom prst="ellipse">
            <a:avLst/>
          </a:prstGeom>
          <a:solidFill>
            <a:srgbClr val="627D8D">
              <a:alpha val="15700"/>
            </a:srgbClr>
          </a:solidFill>
          <a:ln>
            <a:noFill/>
          </a:ln>
        </p:spPr>
      </p:sp>
      <p:sp>
        <p:nvSpPr>
          <p:cNvPr id="45" name="!!circle-1vd"/>
          <p:cNvSpPr/>
          <p:nvPr/>
        </p:nvSpPr>
        <p:spPr>
          <a:xfrm>
            <a:off x="11419494" y="5004544"/>
            <a:ext cx="45149" cy="45149"/>
          </a:xfrm>
          <a:prstGeom prst="ellipse">
            <a:avLst/>
          </a:prstGeom>
          <a:solidFill>
            <a:srgbClr val="627D8D">
              <a:alpha val="31200"/>
            </a:srgbClr>
          </a:solidFill>
          <a:ln>
            <a:noFill/>
          </a:ln>
        </p:spPr>
      </p:sp>
      <p:sp>
        <p:nvSpPr>
          <p:cNvPr id="46" name="!!circle-1vg"/>
          <p:cNvSpPr/>
          <p:nvPr/>
        </p:nvSpPr>
        <p:spPr>
          <a:xfrm>
            <a:off x="3468786" y="2991992"/>
            <a:ext cx="30696" cy="30696"/>
          </a:xfrm>
          <a:prstGeom prst="ellipse">
            <a:avLst/>
          </a:prstGeom>
          <a:solidFill>
            <a:srgbClr val="627D8D">
              <a:alpha val="25700"/>
            </a:srgbClr>
          </a:solidFill>
          <a:ln>
            <a:noFill/>
          </a:ln>
        </p:spPr>
      </p:sp>
      <p:sp>
        <p:nvSpPr>
          <p:cNvPr id="47" name="!!circle-1vj"/>
          <p:cNvSpPr/>
          <p:nvPr/>
        </p:nvSpPr>
        <p:spPr>
          <a:xfrm>
            <a:off x="8821435" y="3513327"/>
            <a:ext cx="37401" cy="37401"/>
          </a:xfrm>
          <a:prstGeom prst="ellipse">
            <a:avLst/>
          </a:prstGeom>
          <a:solidFill>
            <a:srgbClr val="627D8D">
              <a:alpha val="16000"/>
            </a:srgbClr>
          </a:solidFill>
          <a:ln>
            <a:noFill/>
          </a:ln>
        </p:spPr>
      </p:sp>
      <p:sp>
        <p:nvSpPr>
          <p:cNvPr id="48" name="!!circle-1vm"/>
          <p:cNvSpPr/>
          <p:nvPr/>
        </p:nvSpPr>
        <p:spPr>
          <a:xfrm>
            <a:off x="1809745" y="4384249"/>
            <a:ext cx="33096" cy="33096"/>
          </a:xfrm>
          <a:prstGeom prst="ellipse">
            <a:avLst/>
          </a:prstGeom>
          <a:solidFill>
            <a:srgbClr val="627D8D">
              <a:alpha val="22300"/>
            </a:srgbClr>
          </a:solidFill>
          <a:ln>
            <a:noFill/>
          </a:ln>
        </p:spPr>
      </p:sp>
      <p:sp>
        <p:nvSpPr>
          <p:cNvPr id="49" name="!!circle-1vp"/>
          <p:cNvSpPr/>
          <p:nvPr/>
        </p:nvSpPr>
        <p:spPr>
          <a:xfrm>
            <a:off x="11575204" y="503544"/>
            <a:ext cx="21145" cy="21145"/>
          </a:xfrm>
          <a:prstGeom prst="ellipse">
            <a:avLst/>
          </a:prstGeom>
          <a:solidFill>
            <a:srgbClr val="627D8D">
              <a:alpha val="16300"/>
            </a:srgbClr>
          </a:solidFill>
          <a:ln>
            <a:noFill/>
          </a:ln>
        </p:spPr>
      </p:sp>
      <p:sp>
        <p:nvSpPr>
          <p:cNvPr id="50" name="!!circle-1vs"/>
          <p:cNvSpPr/>
          <p:nvPr/>
        </p:nvSpPr>
        <p:spPr>
          <a:xfrm>
            <a:off x="11075622" y="5477917"/>
            <a:ext cx="35281" cy="35281"/>
          </a:xfrm>
          <a:prstGeom prst="ellipse">
            <a:avLst/>
          </a:prstGeom>
          <a:solidFill>
            <a:srgbClr val="627D8D">
              <a:alpha val="30000"/>
            </a:srgbClr>
          </a:solidFill>
          <a:ln>
            <a:noFill/>
          </a:ln>
        </p:spPr>
      </p:sp>
      <p:sp>
        <p:nvSpPr>
          <p:cNvPr id="51" name="!!text-59i" descr="交易安全"/>
          <p:cNvSpPr txBox="1"/>
          <p:nvPr/>
        </p:nvSpPr>
        <p:spPr>
          <a:xfrm>
            <a:off x="711200" y="636084"/>
            <a:ext cx="710184" cy="2206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00" b="1" kern="0" spc="144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交易安</a:t>
            </a:r>
            <a:r>
              <a:rPr lang="zh-TW" altLang="en-US" sz="12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全</a:t>
            </a:r>
            <a:endParaRPr lang="zh-TW" sz="1200"/>
          </a:p>
        </p:txBody>
      </p:sp>
      <p:sp>
        <p:nvSpPr>
          <p:cNvPr id="52" name="!!text-59s" descr="付款前，再驗證一次"/>
          <p:cNvSpPr txBox="1"/>
          <p:nvPr/>
        </p:nvSpPr>
        <p:spPr>
          <a:xfrm>
            <a:off x="711200" y="906090"/>
            <a:ext cx="4032504" cy="66202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3600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付款</a:t>
            </a:r>
            <a:r>
              <a:rPr lang="zh-TW" altLang="en-US" sz="3600" kern="0" spc="-108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前</a:t>
            </a:r>
            <a:r>
              <a:rPr lang="zh-TW" altLang="en-US" sz="3600" kern="0" spc="-648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，</a:t>
            </a:r>
            <a:r>
              <a:rPr lang="zh-TW" altLang="en-US" sz="3600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再驗證一次</a:t>
            </a:r>
            <a:endParaRPr lang="zh-TW" sz="3600"/>
          </a:p>
        </p:txBody>
      </p:sp>
      <p:sp>
        <p:nvSpPr>
          <p:cNvPr id="53" name="!!text-5a6" descr="結帳須輸入交易密碼或通過生物辨識，登入可用通行密鑰。"/>
          <p:cNvSpPr txBox="1"/>
          <p:nvPr/>
        </p:nvSpPr>
        <p:spPr>
          <a:xfrm>
            <a:off x="711200" y="1623936"/>
            <a:ext cx="5010150" cy="27584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500" kern="0" dirty="0">
                <a:solidFill>
                  <a:srgbClr val="3F4A54">
                    <a:alpha val="98926"/>
                  </a:srgbClr>
                </a:solidFill>
                <a:latin typeface="Noto Sans TC Medium"/>
                <a:ea typeface="Noto Sans TC Medium"/>
                <a:cs typeface="Noto Sans TC Medium"/>
              </a:rPr>
              <a:t>結帳須輸入交易密碼或通過生物辨識，登入可用通行密鑰。</a:t>
            </a:r>
            <a:endParaRPr lang="zh-TW" sz="1500"/>
          </a:p>
        </p:txBody>
      </p:sp>
      <p:sp>
        <p:nvSpPr>
          <p:cNvPr id="54" name="!!rect-5b4"/>
          <p:cNvSpPr/>
          <p:nvPr/>
        </p:nvSpPr>
        <p:spPr>
          <a:xfrm>
            <a:off x="1524000" y="2349623"/>
            <a:ext cx="3937000" cy="939800"/>
          </a:xfrm>
          <a:prstGeom prst="roundRect">
            <a:avLst>
              <a:gd name="adj" fmla="val 20690"/>
            </a:avLst>
          </a:prstGeom>
          <a:solidFill>
            <a:srgbClr val="0B1A26">
              <a:alpha val="12000"/>
            </a:srgbClr>
          </a:solidFill>
          <a:ln>
            <a:noFill/>
          </a:ln>
          <a:effectLst>
            <a:softEdge rad="223520"/>
          </a:effectLst>
        </p:spPr>
      </p:sp>
      <p:sp>
        <p:nvSpPr>
          <p:cNvPr id="55" name="!!rect-5b5"/>
          <p:cNvSpPr/>
          <p:nvPr/>
        </p:nvSpPr>
        <p:spPr>
          <a:xfrm>
            <a:off x="1587500" y="2362323"/>
            <a:ext cx="3810000" cy="762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56" name="!!circle-5b6"/>
          <p:cNvSpPr/>
          <p:nvPr/>
        </p:nvSpPr>
        <p:spPr>
          <a:xfrm>
            <a:off x="1790700" y="2527423"/>
            <a:ext cx="431800" cy="431800"/>
          </a:xfrm>
          <a:prstGeom prst="ellipse">
            <a:avLst/>
          </a:prstGeom>
          <a:solidFill>
            <a:srgbClr val="627D8D">
              <a:alpha val="12000"/>
            </a:srgbClr>
          </a:solidFill>
          <a:ln>
            <a:noFill/>
          </a:ln>
        </p:spPr>
      </p:sp>
      <p:sp>
        <p:nvSpPr>
          <p:cNvPr id="57" name="!!path-5b7"/>
          <p:cNvSpPr/>
          <p:nvPr/>
        </p:nvSpPr>
        <p:spPr>
          <a:xfrm>
            <a:off x="1927428" y="2634471"/>
            <a:ext cx="158293" cy="207759"/>
          </a:xfrm>
          <a:custGeom>
            <a:avLst/>
            <a:gdLst/>
            <a:ahLst/>
            <a:cxnLst/>
            <a:rect l="l" t="t" r="r" b="b"/>
            <a:pathLst>
              <a:path w="158293" h="207759">
                <a:moveTo>
                  <a:pt x="138506" y="69253"/>
                </a:moveTo>
                <a:lnTo>
                  <a:pt x="128613" y="69253"/>
                </a:lnTo>
                <a:lnTo>
                  <a:pt x="128613" y="49467"/>
                </a:lnTo>
                <a:cubicBezTo>
                  <a:pt x="128613" y="22161"/>
                  <a:pt x="106452" y="0"/>
                  <a:pt x="79146" y="0"/>
                </a:cubicBezTo>
                <a:cubicBezTo>
                  <a:pt x="51841" y="0"/>
                  <a:pt x="29680" y="22161"/>
                  <a:pt x="29680" y="49467"/>
                </a:cubicBezTo>
                <a:lnTo>
                  <a:pt x="29680" y="69253"/>
                </a:lnTo>
                <a:lnTo>
                  <a:pt x="19787" y="69253"/>
                </a:lnTo>
                <a:cubicBezTo>
                  <a:pt x="8904" y="69253"/>
                  <a:pt x="0" y="78157"/>
                  <a:pt x="0" y="89040"/>
                </a:cubicBezTo>
                <a:lnTo>
                  <a:pt x="0" y="187973"/>
                </a:lnTo>
                <a:cubicBezTo>
                  <a:pt x="0" y="198855"/>
                  <a:pt x="8904" y="207759"/>
                  <a:pt x="19787" y="207759"/>
                </a:cubicBezTo>
                <a:lnTo>
                  <a:pt x="138506" y="207759"/>
                </a:lnTo>
                <a:cubicBezTo>
                  <a:pt x="149389" y="207759"/>
                  <a:pt x="158293" y="198855"/>
                  <a:pt x="158293" y="187973"/>
                </a:cubicBezTo>
                <a:lnTo>
                  <a:pt x="158293" y="89040"/>
                </a:lnTo>
                <a:cubicBezTo>
                  <a:pt x="158293" y="78157"/>
                  <a:pt x="149389" y="69253"/>
                  <a:pt x="138506" y="69253"/>
                </a:cubicBezTo>
                <a:close/>
                <a:moveTo>
                  <a:pt x="79146" y="158293"/>
                </a:moveTo>
                <a:cubicBezTo>
                  <a:pt x="68264" y="158293"/>
                  <a:pt x="59360" y="149389"/>
                  <a:pt x="59360" y="138506"/>
                </a:cubicBezTo>
                <a:cubicBezTo>
                  <a:pt x="59360" y="127624"/>
                  <a:pt x="68264" y="118720"/>
                  <a:pt x="79146" y="118720"/>
                </a:cubicBezTo>
                <a:cubicBezTo>
                  <a:pt x="90029" y="118720"/>
                  <a:pt x="98933" y="127624"/>
                  <a:pt x="98933" y="138506"/>
                </a:cubicBezTo>
                <a:cubicBezTo>
                  <a:pt x="98933" y="149389"/>
                  <a:pt x="90029" y="158293"/>
                  <a:pt x="79146" y="158293"/>
                </a:cubicBezTo>
                <a:close/>
                <a:moveTo>
                  <a:pt x="109816" y="69253"/>
                </a:moveTo>
                <a:lnTo>
                  <a:pt x="48477" y="69253"/>
                </a:lnTo>
                <a:lnTo>
                  <a:pt x="48477" y="49467"/>
                </a:lnTo>
                <a:cubicBezTo>
                  <a:pt x="48477" y="32549"/>
                  <a:pt x="62229" y="18797"/>
                  <a:pt x="79146" y="18797"/>
                </a:cubicBezTo>
                <a:cubicBezTo>
                  <a:pt x="96064" y="18797"/>
                  <a:pt x="109816" y="32549"/>
                  <a:pt x="109816" y="49467"/>
                </a:cubicBezTo>
                <a:lnTo>
                  <a:pt x="109816" y="69253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58" name="!!text-5b8" descr="交易密碼"/>
          <p:cNvSpPr txBox="1"/>
          <p:nvPr/>
        </p:nvSpPr>
        <p:spPr>
          <a:xfrm>
            <a:off x="2374900" y="2501007"/>
            <a:ext cx="709930" cy="23906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交易密碼</a:t>
            </a:r>
            <a:endParaRPr lang="zh-TW" sz="1300"/>
          </a:p>
        </p:txBody>
      </p:sp>
      <p:sp>
        <p:nvSpPr>
          <p:cNvPr id="59" name="!!text-5bd" descr="結帳時輸入 6 位數字"/>
          <p:cNvSpPr txBox="1"/>
          <p:nvPr/>
        </p:nvSpPr>
        <p:spPr>
          <a:xfrm>
            <a:off x="2374900" y="2759071"/>
            <a:ext cx="1299629" cy="20228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00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結帳時輸入 6 位數字</a:t>
            </a:r>
            <a:endParaRPr lang="zh-TW" sz="1100"/>
          </a:p>
        </p:txBody>
      </p:sp>
      <p:sp>
        <p:nvSpPr>
          <p:cNvPr id="60" name="!!rect-5bt"/>
          <p:cNvSpPr/>
          <p:nvPr/>
        </p:nvSpPr>
        <p:spPr>
          <a:xfrm>
            <a:off x="1524000" y="3303174"/>
            <a:ext cx="3937000" cy="939800"/>
          </a:xfrm>
          <a:prstGeom prst="roundRect">
            <a:avLst>
              <a:gd name="adj" fmla="val 20690"/>
            </a:avLst>
          </a:prstGeom>
          <a:solidFill>
            <a:srgbClr val="0B1A26">
              <a:alpha val="12000"/>
            </a:srgbClr>
          </a:solidFill>
          <a:ln>
            <a:noFill/>
          </a:ln>
          <a:effectLst>
            <a:softEdge rad="223520"/>
          </a:effectLst>
        </p:spPr>
      </p:sp>
      <p:sp>
        <p:nvSpPr>
          <p:cNvPr id="61" name="!!rect-5bu"/>
          <p:cNvSpPr/>
          <p:nvPr/>
        </p:nvSpPr>
        <p:spPr>
          <a:xfrm>
            <a:off x="1587500" y="3315874"/>
            <a:ext cx="3810000" cy="762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62" name="!!circle-5bv"/>
          <p:cNvSpPr/>
          <p:nvPr/>
        </p:nvSpPr>
        <p:spPr>
          <a:xfrm>
            <a:off x="1790700" y="3480974"/>
            <a:ext cx="431800" cy="431800"/>
          </a:xfrm>
          <a:prstGeom prst="ellipse">
            <a:avLst/>
          </a:prstGeom>
          <a:solidFill>
            <a:srgbClr val="627D8D">
              <a:alpha val="12000"/>
            </a:srgbClr>
          </a:solidFill>
          <a:ln>
            <a:noFill/>
          </a:ln>
        </p:spPr>
      </p:sp>
      <p:sp>
        <p:nvSpPr>
          <p:cNvPr id="63" name="!!path-5bw"/>
          <p:cNvSpPr/>
          <p:nvPr/>
        </p:nvSpPr>
        <p:spPr>
          <a:xfrm>
            <a:off x="1916842" y="3597916"/>
            <a:ext cx="179366" cy="197866"/>
          </a:xfrm>
          <a:custGeom>
            <a:avLst/>
            <a:gdLst/>
            <a:ahLst/>
            <a:cxnLst/>
            <a:rect l="l" t="t" r="r" b="b"/>
            <a:pathLst>
              <a:path w="179366" h="197866">
                <a:moveTo>
                  <a:pt x="147212" y="24436"/>
                </a:moveTo>
                <a:cubicBezTo>
                  <a:pt x="146421" y="24436"/>
                  <a:pt x="145629" y="24239"/>
                  <a:pt x="144937" y="23843"/>
                </a:cubicBezTo>
                <a:cubicBezTo>
                  <a:pt x="125942" y="14048"/>
                  <a:pt x="109519" y="9893"/>
                  <a:pt x="89831" y="9893"/>
                </a:cubicBezTo>
                <a:cubicBezTo>
                  <a:pt x="70242" y="9893"/>
                  <a:pt x="51643" y="14543"/>
                  <a:pt x="34725" y="23843"/>
                </a:cubicBezTo>
                <a:cubicBezTo>
                  <a:pt x="32351" y="25129"/>
                  <a:pt x="29383" y="24239"/>
                  <a:pt x="27998" y="21864"/>
                </a:cubicBezTo>
                <a:cubicBezTo>
                  <a:pt x="26712" y="19490"/>
                  <a:pt x="27602" y="16423"/>
                  <a:pt x="29977" y="15137"/>
                </a:cubicBezTo>
                <a:cubicBezTo>
                  <a:pt x="48378" y="5145"/>
                  <a:pt x="68561" y="0"/>
                  <a:pt x="89831" y="0"/>
                </a:cubicBezTo>
                <a:cubicBezTo>
                  <a:pt x="110904" y="0"/>
                  <a:pt x="129305" y="4650"/>
                  <a:pt x="149488" y="15038"/>
                </a:cubicBezTo>
                <a:cubicBezTo>
                  <a:pt x="151961" y="16324"/>
                  <a:pt x="152851" y="19292"/>
                  <a:pt x="151565" y="21666"/>
                </a:cubicBezTo>
                <a:cubicBezTo>
                  <a:pt x="150675" y="23447"/>
                  <a:pt x="148993" y="24436"/>
                  <a:pt x="147212" y="24436"/>
                </a:cubicBezTo>
                <a:close/>
                <a:moveTo>
                  <a:pt x="5639" y="76376"/>
                </a:moveTo>
                <a:cubicBezTo>
                  <a:pt x="4650" y="76376"/>
                  <a:pt x="3661" y="76079"/>
                  <a:pt x="2770" y="75486"/>
                </a:cubicBezTo>
                <a:cubicBezTo>
                  <a:pt x="495" y="73903"/>
                  <a:pt x="0" y="70836"/>
                  <a:pt x="1583" y="68561"/>
                </a:cubicBezTo>
                <a:cubicBezTo>
                  <a:pt x="11377" y="54710"/>
                  <a:pt x="23843" y="43827"/>
                  <a:pt x="38683" y="36209"/>
                </a:cubicBezTo>
                <a:cubicBezTo>
                  <a:pt x="69748" y="20182"/>
                  <a:pt x="109519" y="20083"/>
                  <a:pt x="140683" y="36111"/>
                </a:cubicBezTo>
                <a:cubicBezTo>
                  <a:pt x="155523" y="43728"/>
                  <a:pt x="167988" y="54512"/>
                  <a:pt x="177783" y="68264"/>
                </a:cubicBezTo>
                <a:cubicBezTo>
                  <a:pt x="179366" y="70440"/>
                  <a:pt x="178871" y="73606"/>
                  <a:pt x="176595" y="75189"/>
                </a:cubicBezTo>
                <a:cubicBezTo>
                  <a:pt x="174320" y="76772"/>
                  <a:pt x="171253" y="76277"/>
                  <a:pt x="169670" y="74002"/>
                </a:cubicBezTo>
                <a:cubicBezTo>
                  <a:pt x="160766" y="61536"/>
                  <a:pt x="149488" y="51742"/>
                  <a:pt x="136132" y="44916"/>
                </a:cubicBezTo>
                <a:cubicBezTo>
                  <a:pt x="107738" y="30372"/>
                  <a:pt x="71430" y="30372"/>
                  <a:pt x="43135" y="45015"/>
                </a:cubicBezTo>
                <a:cubicBezTo>
                  <a:pt x="29680" y="51940"/>
                  <a:pt x="18402" y="61833"/>
                  <a:pt x="9498" y="74299"/>
                </a:cubicBezTo>
                <a:cubicBezTo>
                  <a:pt x="8706" y="75684"/>
                  <a:pt x="7222" y="76376"/>
                  <a:pt x="5639" y="76376"/>
                </a:cubicBezTo>
                <a:close/>
                <a:moveTo>
                  <a:pt x="67472" y="195788"/>
                </a:moveTo>
                <a:cubicBezTo>
                  <a:pt x="66186" y="195788"/>
                  <a:pt x="64900" y="195294"/>
                  <a:pt x="64010" y="194304"/>
                </a:cubicBezTo>
                <a:cubicBezTo>
                  <a:pt x="55402" y="185697"/>
                  <a:pt x="50753" y="180157"/>
                  <a:pt x="44124" y="168186"/>
                </a:cubicBezTo>
                <a:cubicBezTo>
                  <a:pt x="37298" y="156017"/>
                  <a:pt x="33736" y="141177"/>
                  <a:pt x="33736" y="125249"/>
                </a:cubicBezTo>
                <a:cubicBezTo>
                  <a:pt x="33736" y="95866"/>
                  <a:pt x="58865" y="71924"/>
                  <a:pt x="89732" y="71924"/>
                </a:cubicBezTo>
                <a:cubicBezTo>
                  <a:pt x="120599" y="71924"/>
                  <a:pt x="145728" y="95866"/>
                  <a:pt x="145728" y="125249"/>
                </a:cubicBezTo>
                <a:cubicBezTo>
                  <a:pt x="145728" y="128019"/>
                  <a:pt x="143552" y="130196"/>
                  <a:pt x="140782" y="130196"/>
                </a:cubicBezTo>
                <a:cubicBezTo>
                  <a:pt x="138012" y="130196"/>
                  <a:pt x="135835" y="128019"/>
                  <a:pt x="135835" y="125249"/>
                </a:cubicBezTo>
                <a:cubicBezTo>
                  <a:pt x="135835" y="101307"/>
                  <a:pt x="115158" y="81818"/>
                  <a:pt x="89732" y="81818"/>
                </a:cubicBezTo>
                <a:cubicBezTo>
                  <a:pt x="64306" y="81818"/>
                  <a:pt x="43629" y="101307"/>
                  <a:pt x="43629" y="125249"/>
                </a:cubicBezTo>
                <a:cubicBezTo>
                  <a:pt x="43629" y="139496"/>
                  <a:pt x="46795" y="152654"/>
                  <a:pt x="52830" y="163338"/>
                </a:cubicBezTo>
                <a:cubicBezTo>
                  <a:pt x="59162" y="174716"/>
                  <a:pt x="63515" y="179563"/>
                  <a:pt x="71133" y="187280"/>
                </a:cubicBezTo>
                <a:cubicBezTo>
                  <a:pt x="73013" y="189259"/>
                  <a:pt x="73013" y="192326"/>
                  <a:pt x="71133" y="194304"/>
                </a:cubicBezTo>
                <a:cubicBezTo>
                  <a:pt x="70045" y="195294"/>
                  <a:pt x="68758" y="195788"/>
                  <a:pt x="67472" y="195788"/>
                </a:cubicBezTo>
                <a:close/>
                <a:moveTo>
                  <a:pt x="138407" y="177486"/>
                </a:moveTo>
                <a:cubicBezTo>
                  <a:pt x="126634" y="177486"/>
                  <a:pt x="116246" y="174518"/>
                  <a:pt x="107738" y="168681"/>
                </a:cubicBezTo>
                <a:cubicBezTo>
                  <a:pt x="92997" y="158689"/>
                  <a:pt x="84192" y="142464"/>
                  <a:pt x="84192" y="125249"/>
                </a:cubicBezTo>
                <a:cubicBezTo>
                  <a:pt x="84192" y="122479"/>
                  <a:pt x="86369" y="120303"/>
                  <a:pt x="89139" y="120303"/>
                </a:cubicBezTo>
                <a:cubicBezTo>
                  <a:pt x="91909" y="120303"/>
                  <a:pt x="94085" y="122479"/>
                  <a:pt x="94085" y="125249"/>
                </a:cubicBezTo>
                <a:cubicBezTo>
                  <a:pt x="94085" y="139199"/>
                  <a:pt x="101208" y="152357"/>
                  <a:pt x="113278" y="160469"/>
                </a:cubicBezTo>
                <a:cubicBezTo>
                  <a:pt x="120303" y="165218"/>
                  <a:pt x="128514" y="167494"/>
                  <a:pt x="138407" y="167494"/>
                </a:cubicBezTo>
                <a:cubicBezTo>
                  <a:pt x="140782" y="167494"/>
                  <a:pt x="144739" y="167197"/>
                  <a:pt x="148696" y="166504"/>
                </a:cubicBezTo>
                <a:cubicBezTo>
                  <a:pt x="151367" y="166010"/>
                  <a:pt x="153940" y="167790"/>
                  <a:pt x="154434" y="170561"/>
                </a:cubicBezTo>
                <a:cubicBezTo>
                  <a:pt x="154929" y="173232"/>
                  <a:pt x="153148" y="175804"/>
                  <a:pt x="150378" y="176299"/>
                </a:cubicBezTo>
                <a:cubicBezTo>
                  <a:pt x="144739" y="177387"/>
                  <a:pt x="139792" y="177486"/>
                  <a:pt x="138407" y="177486"/>
                </a:cubicBezTo>
                <a:close/>
                <a:moveTo>
                  <a:pt x="118522" y="197866"/>
                </a:moveTo>
                <a:cubicBezTo>
                  <a:pt x="118126" y="197866"/>
                  <a:pt x="117631" y="197767"/>
                  <a:pt x="117236" y="197668"/>
                </a:cubicBezTo>
                <a:cubicBezTo>
                  <a:pt x="101505" y="193315"/>
                  <a:pt x="91216" y="187478"/>
                  <a:pt x="80433" y="176892"/>
                </a:cubicBezTo>
                <a:cubicBezTo>
                  <a:pt x="66582" y="163141"/>
                  <a:pt x="58964" y="144838"/>
                  <a:pt x="58964" y="125249"/>
                </a:cubicBezTo>
                <a:cubicBezTo>
                  <a:pt x="58964" y="109222"/>
                  <a:pt x="72617" y="96163"/>
                  <a:pt x="89435" y="96163"/>
                </a:cubicBezTo>
                <a:cubicBezTo>
                  <a:pt x="106254" y="96163"/>
                  <a:pt x="119907" y="109222"/>
                  <a:pt x="119907" y="125249"/>
                </a:cubicBezTo>
                <a:cubicBezTo>
                  <a:pt x="119907" y="135835"/>
                  <a:pt x="129108" y="144442"/>
                  <a:pt x="140485" y="144442"/>
                </a:cubicBezTo>
                <a:cubicBezTo>
                  <a:pt x="151862" y="144442"/>
                  <a:pt x="161063" y="135835"/>
                  <a:pt x="161063" y="125249"/>
                </a:cubicBezTo>
                <a:cubicBezTo>
                  <a:pt x="161063" y="87951"/>
                  <a:pt x="128910" y="57678"/>
                  <a:pt x="89337" y="57678"/>
                </a:cubicBezTo>
                <a:cubicBezTo>
                  <a:pt x="61240" y="57678"/>
                  <a:pt x="35517" y="73309"/>
                  <a:pt x="23942" y="97548"/>
                </a:cubicBezTo>
                <a:cubicBezTo>
                  <a:pt x="20083" y="105562"/>
                  <a:pt x="18105" y="114960"/>
                  <a:pt x="18105" y="125249"/>
                </a:cubicBezTo>
                <a:cubicBezTo>
                  <a:pt x="18105" y="132966"/>
                  <a:pt x="18797" y="145135"/>
                  <a:pt x="24733" y="160964"/>
                </a:cubicBezTo>
                <a:cubicBezTo>
                  <a:pt x="25723" y="163536"/>
                  <a:pt x="24436" y="166405"/>
                  <a:pt x="21864" y="167296"/>
                </a:cubicBezTo>
                <a:cubicBezTo>
                  <a:pt x="19292" y="168285"/>
                  <a:pt x="16423" y="166900"/>
                  <a:pt x="15532" y="164427"/>
                </a:cubicBezTo>
                <a:cubicBezTo>
                  <a:pt x="10685" y="151466"/>
                  <a:pt x="8310" y="138605"/>
                  <a:pt x="8310" y="125249"/>
                </a:cubicBezTo>
                <a:cubicBezTo>
                  <a:pt x="8310" y="113377"/>
                  <a:pt x="10586" y="102594"/>
                  <a:pt x="15038" y="93195"/>
                </a:cubicBezTo>
                <a:cubicBezTo>
                  <a:pt x="28196" y="65593"/>
                  <a:pt x="57381" y="47686"/>
                  <a:pt x="89337" y="47686"/>
                </a:cubicBezTo>
                <a:cubicBezTo>
                  <a:pt x="134351" y="47686"/>
                  <a:pt x="170956" y="82411"/>
                  <a:pt x="170956" y="125150"/>
                </a:cubicBezTo>
                <a:cubicBezTo>
                  <a:pt x="170956" y="141177"/>
                  <a:pt x="157303" y="154237"/>
                  <a:pt x="140485" y="154237"/>
                </a:cubicBezTo>
                <a:cubicBezTo>
                  <a:pt x="123666" y="154237"/>
                  <a:pt x="110014" y="141177"/>
                  <a:pt x="110014" y="125150"/>
                </a:cubicBezTo>
                <a:cubicBezTo>
                  <a:pt x="110014" y="114564"/>
                  <a:pt x="100813" y="105957"/>
                  <a:pt x="89435" y="105957"/>
                </a:cubicBezTo>
                <a:cubicBezTo>
                  <a:pt x="78058" y="105957"/>
                  <a:pt x="68857" y="114564"/>
                  <a:pt x="68857" y="125150"/>
                </a:cubicBezTo>
                <a:cubicBezTo>
                  <a:pt x="68857" y="142068"/>
                  <a:pt x="75387" y="157897"/>
                  <a:pt x="87358" y="169769"/>
                </a:cubicBezTo>
                <a:cubicBezTo>
                  <a:pt x="96756" y="179069"/>
                  <a:pt x="105759" y="184213"/>
                  <a:pt x="119709" y="188072"/>
                </a:cubicBezTo>
                <a:cubicBezTo>
                  <a:pt x="122380" y="188764"/>
                  <a:pt x="123864" y="191534"/>
                  <a:pt x="123172" y="194107"/>
                </a:cubicBezTo>
                <a:cubicBezTo>
                  <a:pt x="122677" y="196382"/>
                  <a:pt x="120599" y="197866"/>
                  <a:pt x="118522" y="197866"/>
                </a:cubicBez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64" name="!!text-5bx" descr="生物辨識付款"/>
          <p:cNvSpPr txBox="1"/>
          <p:nvPr/>
        </p:nvSpPr>
        <p:spPr>
          <a:xfrm>
            <a:off x="2374900" y="3454558"/>
            <a:ext cx="1040130" cy="23906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生物辨識付款</a:t>
            </a:r>
            <a:endParaRPr lang="zh-TW" sz="1300"/>
          </a:p>
        </p:txBody>
      </p:sp>
      <p:sp>
        <p:nvSpPr>
          <p:cNvPr id="65" name="!!text-5c4" descr="辨識失敗時改用交易密碼"/>
          <p:cNvSpPr txBox="1"/>
          <p:nvPr/>
        </p:nvSpPr>
        <p:spPr>
          <a:xfrm>
            <a:off x="2374900" y="3712622"/>
            <a:ext cx="1578610" cy="20228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00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辨識失敗時改用交易密碼</a:t>
            </a:r>
            <a:endParaRPr lang="zh-TW" sz="1100"/>
          </a:p>
        </p:txBody>
      </p:sp>
      <p:sp>
        <p:nvSpPr>
          <p:cNvPr id="66" name="!!rect-5ck"/>
          <p:cNvSpPr/>
          <p:nvPr/>
        </p:nvSpPr>
        <p:spPr>
          <a:xfrm>
            <a:off x="1524000" y="4259624"/>
            <a:ext cx="3937000" cy="939800"/>
          </a:xfrm>
          <a:prstGeom prst="roundRect">
            <a:avLst>
              <a:gd name="adj" fmla="val 20690"/>
            </a:avLst>
          </a:prstGeom>
          <a:solidFill>
            <a:srgbClr val="0B1A26">
              <a:alpha val="11996"/>
            </a:srgbClr>
          </a:solidFill>
          <a:ln>
            <a:noFill/>
          </a:ln>
          <a:effectLst>
            <a:softEdge rad="223520"/>
          </a:effectLst>
        </p:spPr>
      </p:sp>
      <p:sp>
        <p:nvSpPr>
          <p:cNvPr id="67" name="!!rect-5cl"/>
          <p:cNvSpPr/>
          <p:nvPr/>
        </p:nvSpPr>
        <p:spPr>
          <a:xfrm>
            <a:off x="1587500" y="4272324"/>
            <a:ext cx="3810000" cy="762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68" name="!!circle-5cm"/>
          <p:cNvSpPr/>
          <p:nvPr/>
        </p:nvSpPr>
        <p:spPr>
          <a:xfrm>
            <a:off x="1790700" y="4437424"/>
            <a:ext cx="431800" cy="431800"/>
          </a:xfrm>
          <a:prstGeom prst="ellipse">
            <a:avLst/>
          </a:prstGeom>
          <a:solidFill>
            <a:srgbClr val="627D8D">
              <a:alpha val="11996"/>
            </a:srgbClr>
          </a:solidFill>
          <a:ln>
            <a:noFill/>
          </a:ln>
        </p:spPr>
      </p:sp>
      <p:sp>
        <p:nvSpPr>
          <p:cNvPr id="69" name="!!path-5cn"/>
          <p:cNvSpPr/>
          <p:nvPr/>
        </p:nvSpPr>
        <p:spPr>
          <a:xfrm>
            <a:off x="1897748" y="4593939"/>
            <a:ext cx="217653" cy="118720"/>
          </a:xfrm>
          <a:custGeom>
            <a:avLst/>
            <a:gdLst/>
            <a:ahLst/>
            <a:cxnLst/>
            <a:rect l="l" t="t" r="r" b="b"/>
            <a:pathLst>
              <a:path w="217653" h="118720">
                <a:moveTo>
                  <a:pt x="115257" y="39573"/>
                </a:moveTo>
                <a:cubicBezTo>
                  <a:pt x="107144" y="16522"/>
                  <a:pt x="85181" y="0"/>
                  <a:pt x="59360" y="0"/>
                </a:cubicBezTo>
                <a:cubicBezTo>
                  <a:pt x="26613" y="0"/>
                  <a:pt x="0" y="26613"/>
                  <a:pt x="0" y="59360"/>
                </a:cubicBezTo>
                <a:cubicBezTo>
                  <a:pt x="0" y="92107"/>
                  <a:pt x="26613" y="118720"/>
                  <a:pt x="59360" y="118720"/>
                </a:cubicBezTo>
                <a:cubicBezTo>
                  <a:pt x="85181" y="118720"/>
                  <a:pt x="107144" y="102198"/>
                  <a:pt x="115257" y="79146"/>
                </a:cubicBezTo>
                <a:lnTo>
                  <a:pt x="158293" y="79146"/>
                </a:lnTo>
                <a:lnTo>
                  <a:pt x="158293" y="118720"/>
                </a:lnTo>
                <a:lnTo>
                  <a:pt x="197866" y="118720"/>
                </a:lnTo>
                <a:lnTo>
                  <a:pt x="197866" y="79146"/>
                </a:lnTo>
                <a:lnTo>
                  <a:pt x="217653" y="79146"/>
                </a:lnTo>
                <a:lnTo>
                  <a:pt x="217653" y="39573"/>
                </a:lnTo>
                <a:lnTo>
                  <a:pt x="115257" y="39573"/>
                </a:lnTo>
                <a:close/>
                <a:moveTo>
                  <a:pt x="59360" y="79146"/>
                </a:moveTo>
                <a:cubicBezTo>
                  <a:pt x="48477" y="79146"/>
                  <a:pt x="39573" y="70242"/>
                  <a:pt x="39573" y="59360"/>
                </a:cubicBezTo>
                <a:cubicBezTo>
                  <a:pt x="39573" y="48477"/>
                  <a:pt x="48477" y="39573"/>
                  <a:pt x="59360" y="39573"/>
                </a:cubicBezTo>
                <a:cubicBezTo>
                  <a:pt x="70242" y="39573"/>
                  <a:pt x="79146" y="48477"/>
                  <a:pt x="79146" y="59360"/>
                </a:cubicBezTo>
                <a:cubicBezTo>
                  <a:pt x="79146" y="70242"/>
                  <a:pt x="70242" y="79146"/>
                  <a:pt x="59360" y="79146"/>
                </a:cubicBez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70" name="!!text-5co" descr="通行密鑰登入"/>
          <p:cNvSpPr txBox="1"/>
          <p:nvPr/>
        </p:nvSpPr>
        <p:spPr>
          <a:xfrm>
            <a:off x="2374900" y="4411008"/>
            <a:ext cx="1040130" cy="23906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通行密鑰登入</a:t>
            </a:r>
            <a:endParaRPr lang="zh-TW" sz="1300"/>
          </a:p>
        </p:txBody>
      </p:sp>
      <p:sp>
        <p:nvSpPr>
          <p:cNvPr id="71" name="!!text-5cv" descr="海嫄的 iPhone・免輸入密碼"/>
          <p:cNvSpPr txBox="1"/>
          <p:nvPr/>
        </p:nvSpPr>
        <p:spPr>
          <a:xfrm>
            <a:off x="2374900" y="4669072"/>
            <a:ext cx="1789417" cy="20228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00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海嫄的 iPhone・免輸入密碼</a:t>
            </a:r>
            <a:endParaRPr lang="zh-TW" sz="1100"/>
          </a:p>
        </p:txBody>
      </p:sp>
      <p:sp>
        <p:nvSpPr>
          <p:cNvPr id="72" name="!!rect-8qy"/>
          <p:cNvSpPr/>
          <p:nvPr/>
        </p:nvSpPr>
        <p:spPr>
          <a:xfrm>
            <a:off x="8521700" y="660400"/>
            <a:ext cx="2933700" cy="6121400"/>
          </a:xfrm>
          <a:prstGeom prst="roundRect">
            <a:avLst>
              <a:gd name="adj" fmla="val 18020"/>
            </a:avLst>
          </a:prstGeom>
          <a:solidFill>
            <a:srgbClr val="0B1A26">
              <a:alpha val="30000"/>
            </a:srgbClr>
          </a:solidFill>
          <a:ln>
            <a:noFill/>
          </a:ln>
          <a:effectLst>
            <a:softEdge rad="474980"/>
          </a:effectLst>
        </p:spPr>
      </p:sp>
      <p:sp>
        <p:nvSpPr>
          <p:cNvPr id="73" name="!!rect-8qz"/>
          <p:cNvSpPr/>
          <p:nvPr/>
        </p:nvSpPr>
        <p:spPr>
          <a:xfrm>
            <a:off x="8591550" y="527050"/>
            <a:ext cx="2794000" cy="5829300"/>
          </a:xfrm>
          <a:prstGeom prst="roundRect">
            <a:avLst>
              <a:gd name="adj" fmla="val 16825"/>
            </a:avLst>
          </a:prstGeom>
          <a:solidFill>
            <a:srgbClr val="0B1A26">
              <a:alpha val="16000"/>
            </a:srgbClr>
          </a:solidFill>
          <a:ln>
            <a:noFill/>
          </a:ln>
          <a:effectLst>
            <a:softEdge rad="125730"/>
          </a:effectLst>
        </p:spPr>
      </p:sp>
      <p:sp>
        <p:nvSpPr>
          <p:cNvPr id="74" name="!!rect-8r0"/>
          <p:cNvSpPr/>
          <p:nvPr/>
        </p:nvSpPr>
        <p:spPr>
          <a:xfrm>
            <a:off x="8590280" y="1676400"/>
            <a:ext cx="31750" cy="2159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75" name="!!rect-8r1"/>
          <p:cNvSpPr/>
          <p:nvPr/>
        </p:nvSpPr>
        <p:spPr>
          <a:xfrm>
            <a:off x="8590280" y="2108200"/>
            <a:ext cx="31750" cy="4064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76" name="!!rect-8r2"/>
          <p:cNvSpPr/>
          <p:nvPr/>
        </p:nvSpPr>
        <p:spPr>
          <a:xfrm>
            <a:off x="8590280" y="2603500"/>
            <a:ext cx="31750" cy="4064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77" name="!!rect-8r3"/>
          <p:cNvSpPr/>
          <p:nvPr/>
        </p:nvSpPr>
        <p:spPr>
          <a:xfrm>
            <a:off x="11355070" y="2260600"/>
            <a:ext cx="31750" cy="6350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78" name="!!rect-8r4"/>
          <p:cNvSpPr/>
          <p:nvPr/>
        </p:nvSpPr>
        <p:spPr>
          <a:xfrm>
            <a:off x="11357610" y="4114800"/>
            <a:ext cx="25400" cy="419100"/>
          </a:xfrm>
          <a:prstGeom prst="roundRect">
            <a:avLst>
              <a:gd name="adj" fmla="val 50000"/>
            </a:avLst>
          </a:prstGeom>
          <a:solidFill>
            <a:srgbClr val="8795A0"/>
          </a:solidFill>
          <a:ln>
            <a:noFill/>
          </a:ln>
        </p:spPr>
      </p:sp>
      <p:sp>
        <p:nvSpPr>
          <p:cNvPr id="79" name="!!rect-8r5"/>
          <p:cNvSpPr/>
          <p:nvPr/>
        </p:nvSpPr>
        <p:spPr>
          <a:xfrm>
            <a:off x="8610600" y="508000"/>
            <a:ext cx="2755900" cy="5753100"/>
          </a:xfrm>
          <a:prstGeom prst="roundRect">
            <a:avLst>
              <a:gd name="adj" fmla="val 16359"/>
            </a:avLst>
          </a:prstGeom>
          <a:gradFill rotWithShape="1">
            <a:gsLst>
              <a:gs pos="0">
                <a:srgbClr val="FBFCFD"/>
              </a:gs>
              <a:gs pos="18000">
                <a:srgbClr val="DDE5EB"/>
              </a:gs>
              <a:gs pos="46000">
                <a:srgbClr val="B4C2CC"/>
              </a:gs>
              <a:gs pos="62000">
                <a:srgbClr val="D3DCE3"/>
              </a:gs>
              <a:gs pos="84000">
                <a:srgbClr val="A9B8C3"/>
              </a:gs>
              <a:gs pos="100000">
                <a:srgbClr val="E8EEF2"/>
              </a:gs>
              <a:gs pos="100000">
                <a:srgbClr val="E8EEF2"/>
              </a:gs>
            </a:gsLst>
            <a:lin ang="3864255" scaled="0"/>
          </a:gradFill>
          <a:ln>
            <a:noFill/>
          </a:ln>
        </p:spPr>
      </p:sp>
      <p:sp>
        <p:nvSpPr>
          <p:cNvPr id="80" name="!!rect-8r6"/>
          <p:cNvSpPr/>
          <p:nvPr/>
        </p:nvSpPr>
        <p:spPr>
          <a:xfrm>
            <a:off x="8614410" y="511810"/>
            <a:ext cx="2748280" cy="5745480"/>
          </a:xfrm>
          <a:prstGeom prst="roundRect">
            <a:avLst>
              <a:gd name="adj" fmla="val 16266"/>
            </a:avLst>
          </a:prstGeom>
          <a:noFill/>
          <a:ln w="7620" cap="flat">
            <a:solidFill>
              <a:srgbClr val="7F8F9B">
                <a:alpha val="55000"/>
              </a:srgbClr>
            </a:solidFill>
            <a:prstDash val="solid"/>
            <a:miter lim="800000"/>
          </a:ln>
        </p:spPr>
      </p:sp>
      <p:sp>
        <p:nvSpPr>
          <p:cNvPr id="81" name="!!rect-8r7"/>
          <p:cNvSpPr/>
          <p:nvPr/>
        </p:nvSpPr>
        <p:spPr>
          <a:xfrm>
            <a:off x="8637270" y="534670"/>
            <a:ext cx="2702560" cy="5699760"/>
          </a:xfrm>
          <a:prstGeom prst="roundRect">
            <a:avLst>
              <a:gd name="adj" fmla="val 15695"/>
            </a:avLst>
          </a:prstGeom>
          <a:noFill/>
          <a:ln w="8890" cap="flat">
            <a:solidFill>
              <a:srgbClr val="FFFFFF">
                <a:alpha val="75000"/>
              </a:srgbClr>
            </a:solidFill>
            <a:prstDash val="solid"/>
            <a:miter lim="800000"/>
          </a:ln>
        </p:spPr>
      </p:sp>
      <p:sp>
        <p:nvSpPr>
          <p:cNvPr id="82" name="!!rect-8r8"/>
          <p:cNvSpPr/>
          <p:nvPr/>
        </p:nvSpPr>
        <p:spPr>
          <a:xfrm>
            <a:off x="8664575" y="561975"/>
            <a:ext cx="2647950" cy="5645150"/>
          </a:xfrm>
          <a:prstGeom prst="roundRect">
            <a:avLst>
              <a:gd name="adj" fmla="val 14988"/>
            </a:avLst>
          </a:prstGeom>
          <a:solidFill>
            <a:srgbClr val="050608"/>
          </a:solidFill>
          <a:ln>
            <a:noFill/>
          </a:ln>
        </p:spPr>
      </p:sp>
      <p:sp>
        <p:nvSpPr>
          <p:cNvPr id="83" name="!!rect-8ra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solidFill>
            <a:srgbClr val="F3F5F7"/>
          </a:solidFill>
          <a:ln>
            <a:noFill/>
          </a:ln>
        </p:spPr>
      </p:sp>
      <p:sp>
        <p:nvSpPr>
          <p:cNvPr id="84" name="!!rect-8rd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solidFill>
            <a:srgbClr val="F3F5F7"/>
          </a:solidFill>
          <a:ln>
            <a:noFill/>
          </a:ln>
        </p:spPr>
      </p:sp>
      <p:sp>
        <p:nvSpPr>
          <p:cNvPr id="85" name="!!rect-8re"/>
          <p:cNvSpPr/>
          <p:nvPr/>
        </p:nvSpPr>
        <p:spPr>
          <a:xfrm>
            <a:off x="8813800" y="1466850"/>
            <a:ext cx="2349500" cy="6604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86" name="!!rect-8rf"/>
          <p:cNvSpPr/>
          <p:nvPr/>
        </p:nvSpPr>
        <p:spPr>
          <a:xfrm>
            <a:off x="8915400" y="1689100"/>
            <a:ext cx="127000" cy="127000"/>
          </a:xfrm>
          <a:prstGeom prst="roundRect">
            <a:avLst>
              <a:gd name="adj" fmla="val 25000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87" name="!!path-8rg"/>
          <p:cNvSpPr/>
          <p:nvPr/>
        </p:nvSpPr>
        <p:spPr>
          <a:xfrm>
            <a:off x="8940800" y="1729105"/>
            <a:ext cx="76200" cy="52070"/>
          </a:xfrm>
          <a:custGeom>
            <a:avLst/>
            <a:gdLst/>
            <a:ahLst/>
            <a:cxnLst/>
            <a:rect l="l" t="t" r="r" b="b"/>
            <a:pathLst>
              <a:path w="76200" h="52070" fill="none">
                <a:moveTo>
                  <a:pt x="0" y="26670"/>
                </a:moveTo>
                <a:lnTo>
                  <a:pt x="25400" y="52070"/>
                </a:lnTo>
                <a:lnTo>
                  <a:pt x="76200" y="0"/>
                </a:lnTo>
              </a:path>
            </a:pathLst>
          </a:custGeom>
          <a:noFill/>
          <a:ln w="13970" cap="rnd">
            <a:solidFill>
              <a:srgbClr val="FFFFFF"/>
            </a:solidFill>
            <a:prstDash val="solid"/>
            <a:round/>
          </a:ln>
        </p:spPr>
      </p:sp>
      <p:sp>
        <p:nvSpPr>
          <p:cNvPr id="88" name="!!rect-8ri"/>
          <p:cNvSpPr/>
          <p:nvPr/>
        </p:nvSpPr>
        <p:spPr>
          <a:xfrm>
            <a:off x="9131300" y="1568450"/>
            <a:ext cx="330200" cy="457200"/>
          </a:xfrm>
          <a:prstGeom prst="roundRect">
            <a:avLst>
              <a:gd name="adj" fmla="val 11538"/>
            </a:avLst>
          </a:prstGeom>
          <a:gradFill rotWithShape="1">
            <a:gsLst>
              <a:gs pos="0">
                <a:srgbClr val="5D856F"/>
              </a:gs>
              <a:gs pos="100000">
                <a:srgbClr val="3F624F"/>
              </a:gs>
              <a:gs pos="100000">
                <a:srgbClr val="3F624F"/>
              </a:gs>
            </a:gsLst>
            <a:lin ang="3249741" scaled="0"/>
          </a:gradFill>
          <a:ln>
            <a:noFill/>
          </a:ln>
        </p:spPr>
      </p:sp>
      <p:sp>
        <p:nvSpPr>
          <p:cNvPr id="89" name="!!rect-8rj"/>
          <p:cNvSpPr/>
          <p:nvPr/>
        </p:nvSpPr>
        <p:spPr>
          <a:xfrm>
            <a:off x="9161018" y="1568450"/>
            <a:ext cx="16510" cy="457200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</p:spPr>
      </p:sp>
      <p:sp>
        <p:nvSpPr>
          <p:cNvPr id="90" name="!!rect-8rk"/>
          <p:cNvSpPr/>
          <p:nvPr/>
        </p:nvSpPr>
        <p:spPr>
          <a:xfrm>
            <a:off x="9213850" y="1650746"/>
            <a:ext cx="184912" cy="32004"/>
          </a:xfrm>
          <a:prstGeom prst="roundRect">
            <a:avLst>
              <a:gd name="adj" fmla="val 28571"/>
            </a:avLst>
          </a:prstGeom>
          <a:solidFill>
            <a:srgbClr val="E7D9B8"/>
          </a:solidFill>
          <a:ln>
            <a:noFill/>
          </a:ln>
        </p:spPr>
      </p:sp>
      <p:sp>
        <p:nvSpPr>
          <p:cNvPr id="91" name="!!rect-8rl"/>
          <p:cNvSpPr/>
          <p:nvPr/>
        </p:nvSpPr>
        <p:spPr>
          <a:xfrm>
            <a:off x="9213850" y="1705610"/>
            <a:ext cx="125476" cy="20574"/>
          </a:xfrm>
          <a:prstGeom prst="roundRect">
            <a:avLst>
              <a:gd name="adj" fmla="val 44444"/>
            </a:avLst>
          </a:prstGeom>
          <a:solidFill>
            <a:srgbClr val="E7D9B8">
              <a:alpha val="72000"/>
            </a:srgbClr>
          </a:solidFill>
          <a:ln>
            <a:noFill/>
          </a:ln>
        </p:spPr>
      </p:sp>
      <p:sp>
        <p:nvSpPr>
          <p:cNvPr id="92" name="!!rect-8rm"/>
          <p:cNvSpPr/>
          <p:nvPr/>
        </p:nvSpPr>
        <p:spPr>
          <a:xfrm>
            <a:off x="9213850" y="1934210"/>
            <a:ext cx="92456" cy="18288"/>
          </a:xfrm>
          <a:prstGeom prst="roundRect">
            <a:avLst>
              <a:gd name="adj" fmla="val 50000"/>
            </a:avLst>
          </a:prstGeom>
          <a:solidFill>
            <a:srgbClr val="E7D9B8">
              <a:alpha val="55000"/>
            </a:srgbClr>
          </a:solidFill>
          <a:ln>
            <a:noFill/>
          </a:ln>
        </p:spPr>
      </p:sp>
      <p:sp>
        <p:nvSpPr>
          <p:cNvPr id="93" name="!!text-8rn" descr="統計學概論"/>
          <p:cNvSpPr txBox="1"/>
          <p:nvPr/>
        </p:nvSpPr>
        <p:spPr>
          <a:xfrm>
            <a:off x="9550400" y="1591310"/>
            <a:ext cx="504825" cy="1379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統計學概論</a:t>
            </a:r>
            <a:endParaRPr lang="zh-TW" sz="750"/>
          </a:p>
        </p:txBody>
      </p:sp>
      <p:sp>
        <p:nvSpPr>
          <p:cNvPr id="94" name="!!path-8rt"/>
          <p:cNvSpPr/>
          <p:nvPr/>
        </p:nvSpPr>
        <p:spPr>
          <a:xfrm>
            <a:off x="9566275" y="1787525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31750" y="7541"/>
                </a:moveTo>
                <a:cubicBezTo>
                  <a:pt x="36354" y="7541"/>
                  <a:pt x="40084" y="11271"/>
                  <a:pt x="40084" y="15875"/>
                </a:cubicBezTo>
                <a:cubicBezTo>
                  <a:pt x="40084" y="20479"/>
                  <a:pt x="36354" y="24209"/>
                  <a:pt x="31750" y="24209"/>
                </a:cubicBezTo>
                <a:cubicBezTo>
                  <a:pt x="27146" y="24209"/>
                  <a:pt x="23416" y="20479"/>
                  <a:pt x="23416" y="15875"/>
                </a:cubicBezTo>
                <a:cubicBezTo>
                  <a:pt x="23416" y="11271"/>
                  <a:pt x="27146" y="7541"/>
                  <a:pt x="31750" y="7541"/>
                </a:cubicBezTo>
                <a:moveTo>
                  <a:pt x="31750" y="43259"/>
                </a:moveTo>
                <a:cubicBezTo>
                  <a:pt x="43537" y="43259"/>
                  <a:pt x="55959" y="49054"/>
                  <a:pt x="55959" y="51594"/>
                </a:cubicBezTo>
                <a:lnTo>
                  <a:pt x="55959" y="55959"/>
                </a:lnTo>
                <a:lnTo>
                  <a:pt x="7541" y="55959"/>
                </a:lnTo>
                <a:lnTo>
                  <a:pt x="7541" y="51594"/>
                </a:lnTo>
                <a:cubicBezTo>
                  <a:pt x="7541" y="49054"/>
                  <a:pt x="19963" y="43259"/>
                  <a:pt x="31750" y="43259"/>
                </a:cubicBezTo>
                <a:moveTo>
                  <a:pt x="31750" y="0"/>
                </a:moveTo>
                <a:cubicBezTo>
                  <a:pt x="22979" y="0"/>
                  <a:pt x="15875" y="7104"/>
                  <a:pt x="15875" y="15875"/>
                </a:cubicBezTo>
                <a:cubicBezTo>
                  <a:pt x="15875" y="24646"/>
                  <a:pt x="22979" y="31750"/>
                  <a:pt x="31750" y="31750"/>
                </a:cubicBezTo>
                <a:cubicBezTo>
                  <a:pt x="40521" y="31750"/>
                  <a:pt x="47625" y="24646"/>
                  <a:pt x="47625" y="15875"/>
                </a:cubicBezTo>
                <a:cubicBezTo>
                  <a:pt x="47625" y="7104"/>
                  <a:pt x="40521" y="0"/>
                  <a:pt x="31750" y="0"/>
                </a:cubicBezTo>
                <a:close/>
                <a:moveTo>
                  <a:pt x="31750" y="35719"/>
                </a:moveTo>
                <a:cubicBezTo>
                  <a:pt x="21153" y="35719"/>
                  <a:pt x="0" y="41037"/>
                  <a:pt x="0" y="51594"/>
                </a:cubicBezTo>
                <a:lnTo>
                  <a:pt x="0" y="63500"/>
                </a:lnTo>
                <a:lnTo>
                  <a:pt x="63500" y="63500"/>
                </a:lnTo>
                <a:lnTo>
                  <a:pt x="63500" y="51594"/>
                </a:lnTo>
                <a:cubicBezTo>
                  <a:pt x="63500" y="41037"/>
                  <a:pt x="42347" y="35719"/>
                  <a:pt x="31750" y="35719"/>
                </a:cubicBezTo>
                <a:close/>
              </a:path>
            </a:pathLst>
          </a:custGeom>
          <a:solidFill>
            <a:srgbClr val="5B6770"/>
          </a:solidFill>
          <a:ln>
            <a:noFill/>
          </a:ln>
        </p:spPr>
      </p:sp>
      <p:sp>
        <p:nvSpPr>
          <p:cNvPr id="95" name="!!text-8ru" descr="海嫄"/>
          <p:cNvSpPr txBox="1"/>
          <p:nvPr/>
        </p:nvSpPr>
        <p:spPr>
          <a:xfrm>
            <a:off x="9671050" y="1758442"/>
            <a:ext cx="189865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海嫄</a:t>
            </a:r>
            <a:endParaRPr lang="zh-TW" sz="650"/>
          </a:p>
        </p:txBody>
      </p:sp>
      <p:sp>
        <p:nvSpPr>
          <p:cNvPr id="96" name="!!text-8rx" descr="$280"/>
          <p:cNvSpPr txBox="1"/>
          <p:nvPr/>
        </p:nvSpPr>
        <p:spPr>
          <a:xfrm>
            <a:off x="9550400" y="1914144"/>
            <a:ext cx="273914" cy="14711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00" kern="0" dirty="0">
                <a:solidFill>
                  <a:srgbClr val="627D8D"/>
                </a:solidFill>
                <a:latin typeface="Noto Sans TC ExtraBold"/>
                <a:ea typeface="Noto Sans TC ExtraBold"/>
                <a:cs typeface="Noto Sans TC ExtraBold"/>
              </a:rPr>
              <a:t>$280</a:t>
            </a:r>
            <a:endParaRPr lang="zh-TW" sz="800"/>
          </a:p>
        </p:txBody>
      </p:sp>
      <p:sp>
        <p:nvSpPr>
          <p:cNvPr id="97" name="!!rect-8s3"/>
          <p:cNvSpPr/>
          <p:nvPr/>
        </p:nvSpPr>
        <p:spPr>
          <a:xfrm>
            <a:off x="10617200" y="1612900"/>
            <a:ext cx="381000" cy="120650"/>
          </a:xfrm>
          <a:prstGeom prst="roundRect">
            <a:avLst>
              <a:gd name="adj" fmla="val 31579"/>
            </a:avLst>
          </a:prstGeom>
          <a:solidFill>
            <a:srgbClr val="2E9E5B">
              <a:alpha val="14000"/>
            </a:srgbClr>
          </a:solidFill>
          <a:ln>
            <a:noFill/>
          </a:ln>
        </p:spPr>
      </p:sp>
      <p:sp>
        <p:nvSpPr>
          <p:cNvPr id="98" name="!!text-8s4" descr="已在書櫃"/>
          <p:cNvSpPr txBox="1"/>
          <p:nvPr/>
        </p:nvSpPr>
        <p:spPr>
          <a:xfrm>
            <a:off x="10668000" y="1617599"/>
            <a:ext cx="300355" cy="10114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550" kern="0" dirty="0">
                <a:solidFill>
                  <a:srgbClr val="2E9E5B"/>
                </a:solidFill>
                <a:latin typeface="Noto Sans TC SemiBold"/>
                <a:ea typeface="Noto Sans TC SemiBold"/>
                <a:cs typeface="Noto Sans TC SemiBold"/>
              </a:rPr>
              <a:t>已在書櫃</a:t>
            </a:r>
            <a:endParaRPr lang="zh-TW" sz="550"/>
          </a:p>
        </p:txBody>
      </p:sp>
      <p:sp>
        <p:nvSpPr>
          <p:cNvPr id="99" name="!!path-8sa"/>
          <p:cNvSpPr/>
          <p:nvPr/>
        </p:nvSpPr>
        <p:spPr>
          <a:xfrm>
            <a:off x="8712200" y="5262880"/>
            <a:ext cx="2552700" cy="850900"/>
          </a:xfrm>
          <a:custGeom>
            <a:avLst/>
            <a:gdLst/>
            <a:ahLst/>
            <a:cxnLst/>
            <a:rect l="l" t="t" r="r" b="b"/>
            <a:pathLst>
              <a:path w="2552700" h="850900">
                <a:moveTo>
                  <a:pt x="155217" y="837761"/>
                </a:moveTo>
                <a:lnTo>
                  <a:pt x="102293" y="794327"/>
                </a:lnTo>
                <a:lnTo>
                  <a:pt x="58859" y="741403"/>
                </a:lnTo>
                <a:lnTo>
                  <a:pt x="26585" y="681022"/>
                </a:lnTo>
                <a:lnTo>
                  <a:pt x="6711" y="615505"/>
                </a:lnTo>
                <a:lnTo>
                  <a:pt x="0" y="547370"/>
                </a:lnTo>
                <a:lnTo>
                  <a:pt x="0" y="152400"/>
                </a:lnTo>
                <a:lnTo>
                  <a:pt x="1058" y="128058"/>
                </a:lnTo>
                <a:lnTo>
                  <a:pt x="4233" y="105833"/>
                </a:lnTo>
                <a:lnTo>
                  <a:pt x="9525" y="85725"/>
                </a:lnTo>
                <a:lnTo>
                  <a:pt x="16933" y="67733"/>
                </a:lnTo>
                <a:lnTo>
                  <a:pt x="26458" y="51858"/>
                </a:lnTo>
                <a:lnTo>
                  <a:pt x="38100" y="38100"/>
                </a:lnTo>
                <a:lnTo>
                  <a:pt x="51858" y="26458"/>
                </a:lnTo>
                <a:lnTo>
                  <a:pt x="67733" y="16933"/>
                </a:lnTo>
                <a:lnTo>
                  <a:pt x="85725" y="9525"/>
                </a:lnTo>
                <a:lnTo>
                  <a:pt x="105833" y="4233"/>
                </a:lnTo>
                <a:lnTo>
                  <a:pt x="128058" y="1058"/>
                </a:lnTo>
                <a:lnTo>
                  <a:pt x="152400" y="0"/>
                </a:lnTo>
                <a:lnTo>
                  <a:pt x="2400300" y="0"/>
                </a:lnTo>
                <a:lnTo>
                  <a:pt x="2424642" y="1058"/>
                </a:lnTo>
                <a:lnTo>
                  <a:pt x="2446867" y="4233"/>
                </a:lnTo>
                <a:lnTo>
                  <a:pt x="2466975" y="9525"/>
                </a:lnTo>
                <a:lnTo>
                  <a:pt x="2484967" y="16933"/>
                </a:lnTo>
                <a:lnTo>
                  <a:pt x="2500842" y="26458"/>
                </a:lnTo>
                <a:lnTo>
                  <a:pt x="2514600" y="38100"/>
                </a:lnTo>
                <a:lnTo>
                  <a:pt x="2526242" y="51858"/>
                </a:lnTo>
                <a:lnTo>
                  <a:pt x="2535767" y="67733"/>
                </a:lnTo>
                <a:lnTo>
                  <a:pt x="2543175" y="85725"/>
                </a:lnTo>
                <a:lnTo>
                  <a:pt x="2548467" y="105833"/>
                </a:lnTo>
                <a:lnTo>
                  <a:pt x="2551642" y="128058"/>
                </a:lnTo>
                <a:lnTo>
                  <a:pt x="2552700" y="152400"/>
                </a:lnTo>
                <a:lnTo>
                  <a:pt x="2552700" y="547370"/>
                </a:lnTo>
                <a:lnTo>
                  <a:pt x="2545989" y="615505"/>
                </a:lnTo>
                <a:lnTo>
                  <a:pt x="2526115" y="681022"/>
                </a:lnTo>
                <a:lnTo>
                  <a:pt x="2493841" y="741403"/>
                </a:lnTo>
                <a:lnTo>
                  <a:pt x="2450407" y="794327"/>
                </a:lnTo>
                <a:lnTo>
                  <a:pt x="2397483" y="837761"/>
                </a:lnTo>
                <a:lnTo>
                  <a:pt x="2372901" y="850900"/>
                </a:lnTo>
                <a:lnTo>
                  <a:pt x="179799" y="850900"/>
                </a:lnTo>
                <a:close/>
              </a:path>
            </a:pathLst>
          </a:custGeom>
          <a:solidFill>
            <a:srgbClr val="0B1A26">
              <a:alpha val="2200"/>
            </a:srgbClr>
          </a:solidFill>
          <a:ln>
            <a:noFill/>
          </a:ln>
        </p:spPr>
      </p:sp>
      <p:sp>
        <p:nvSpPr>
          <p:cNvPr id="100" name="!!path-8sb"/>
          <p:cNvSpPr/>
          <p:nvPr/>
        </p:nvSpPr>
        <p:spPr>
          <a:xfrm>
            <a:off x="8712200" y="5280025"/>
            <a:ext cx="2552700" cy="850900"/>
          </a:xfrm>
          <a:custGeom>
            <a:avLst/>
            <a:gdLst/>
            <a:ahLst/>
            <a:cxnLst/>
            <a:rect l="l" t="t" r="r" b="b"/>
            <a:pathLst>
              <a:path w="2552700" h="850900">
                <a:moveTo>
                  <a:pt x="155217" y="820616"/>
                </a:moveTo>
                <a:lnTo>
                  <a:pt x="102293" y="777182"/>
                </a:lnTo>
                <a:lnTo>
                  <a:pt x="58859" y="724258"/>
                </a:lnTo>
                <a:lnTo>
                  <a:pt x="26585" y="663877"/>
                </a:lnTo>
                <a:lnTo>
                  <a:pt x="6711" y="598360"/>
                </a:lnTo>
                <a:lnTo>
                  <a:pt x="0" y="530225"/>
                </a:lnTo>
                <a:lnTo>
                  <a:pt x="0" y="152400"/>
                </a:lnTo>
                <a:lnTo>
                  <a:pt x="1058" y="128058"/>
                </a:lnTo>
                <a:lnTo>
                  <a:pt x="4233" y="105833"/>
                </a:lnTo>
                <a:lnTo>
                  <a:pt x="9525" y="85725"/>
                </a:lnTo>
                <a:lnTo>
                  <a:pt x="16933" y="67733"/>
                </a:lnTo>
                <a:lnTo>
                  <a:pt x="26458" y="51858"/>
                </a:lnTo>
                <a:lnTo>
                  <a:pt x="38100" y="38100"/>
                </a:lnTo>
                <a:lnTo>
                  <a:pt x="51858" y="26458"/>
                </a:lnTo>
                <a:lnTo>
                  <a:pt x="67733" y="16933"/>
                </a:lnTo>
                <a:lnTo>
                  <a:pt x="85725" y="9525"/>
                </a:lnTo>
                <a:lnTo>
                  <a:pt x="105833" y="4233"/>
                </a:lnTo>
                <a:lnTo>
                  <a:pt x="128058" y="1058"/>
                </a:lnTo>
                <a:lnTo>
                  <a:pt x="152400" y="0"/>
                </a:lnTo>
                <a:lnTo>
                  <a:pt x="2400300" y="0"/>
                </a:lnTo>
                <a:lnTo>
                  <a:pt x="2424642" y="1058"/>
                </a:lnTo>
                <a:lnTo>
                  <a:pt x="2446867" y="4233"/>
                </a:lnTo>
                <a:lnTo>
                  <a:pt x="2466975" y="9525"/>
                </a:lnTo>
                <a:lnTo>
                  <a:pt x="2484967" y="16933"/>
                </a:lnTo>
                <a:lnTo>
                  <a:pt x="2500842" y="26458"/>
                </a:lnTo>
                <a:lnTo>
                  <a:pt x="2514600" y="38100"/>
                </a:lnTo>
                <a:lnTo>
                  <a:pt x="2526242" y="51858"/>
                </a:lnTo>
                <a:lnTo>
                  <a:pt x="2535767" y="67733"/>
                </a:lnTo>
                <a:lnTo>
                  <a:pt x="2543175" y="85725"/>
                </a:lnTo>
                <a:lnTo>
                  <a:pt x="2548467" y="105833"/>
                </a:lnTo>
                <a:lnTo>
                  <a:pt x="2551642" y="128058"/>
                </a:lnTo>
                <a:lnTo>
                  <a:pt x="2552700" y="152400"/>
                </a:lnTo>
                <a:lnTo>
                  <a:pt x="2552700" y="530225"/>
                </a:lnTo>
                <a:lnTo>
                  <a:pt x="2545989" y="598360"/>
                </a:lnTo>
                <a:lnTo>
                  <a:pt x="2526115" y="663877"/>
                </a:lnTo>
                <a:lnTo>
                  <a:pt x="2493841" y="724258"/>
                </a:lnTo>
                <a:lnTo>
                  <a:pt x="2450407" y="777182"/>
                </a:lnTo>
                <a:lnTo>
                  <a:pt x="2397483" y="820616"/>
                </a:lnTo>
                <a:lnTo>
                  <a:pt x="2340825" y="850900"/>
                </a:lnTo>
                <a:lnTo>
                  <a:pt x="211875" y="850900"/>
                </a:lnTo>
                <a:close/>
              </a:path>
            </a:pathLst>
          </a:custGeom>
          <a:solidFill>
            <a:srgbClr val="0B1A26">
              <a:alpha val="2200"/>
            </a:srgbClr>
          </a:solidFill>
          <a:ln>
            <a:noFill/>
          </a:ln>
        </p:spPr>
      </p:sp>
      <p:sp>
        <p:nvSpPr>
          <p:cNvPr id="101" name="!!path-8sc"/>
          <p:cNvSpPr/>
          <p:nvPr/>
        </p:nvSpPr>
        <p:spPr>
          <a:xfrm>
            <a:off x="8712200" y="5294313"/>
            <a:ext cx="2552700" cy="850900"/>
          </a:xfrm>
          <a:custGeom>
            <a:avLst/>
            <a:gdLst/>
            <a:ahLst/>
            <a:cxnLst/>
            <a:rect l="l" t="t" r="r" b="b"/>
            <a:pathLst>
              <a:path w="2552700" h="850900">
                <a:moveTo>
                  <a:pt x="215598" y="838602"/>
                </a:moveTo>
                <a:lnTo>
                  <a:pt x="155217" y="806328"/>
                </a:lnTo>
                <a:lnTo>
                  <a:pt x="102293" y="762895"/>
                </a:lnTo>
                <a:lnTo>
                  <a:pt x="58859" y="709970"/>
                </a:lnTo>
                <a:lnTo>
                  <a:pt x="26585" y="649590"/>
                </a:lnTo>
                <a:lnTo>
                  <a:pt x="6711" y="584073"/>
                </a:lnTo>
                <a:lnTo>
                  <a:pt x="0" y="515938"/>
                </a:lnTo>
                <a:lnTo>
                  <a:pt x="0" y="152400"/>
                </a:lnTo>
                <a:lnTo>
                  <a:pt x="1058" y="128058"/>
                </a:lnTo>
                <a:lnTo>
                  <a:pt x="4233" y="105833"/>
                </a:lnTo>
                <a:lnTo>
                  <a:pt x="9525" y="85725"/>
                </a:lnTo>
                <a:lnTo>
                  <a:pt x="16933" y="67733"/>
                </a:lnTo>
                <a:lnTo>
                  <a:pt x="26458" y="51858"/>
                </a:lnTo>
                <a:lnTo>
                  <a:pt x="38100" y="38100"/>
                </a:lnTo>
                <a:lnTo>
                  <a:pt x="51858" y="26458"/>
                </a:lnTo>
                <a:lnTo>
                  <a:pt x="67733" y="16933"/>
                </a:lnTo>
                <a:lnTo>
                  <a:pt x="85725" y="9525"/>
                </a:lnTo>
                <a:lnTo>
                  <a:pt x="105833" y="4233"/>
                </a:lnTo>
                <a:lnTo>
                  <a:pt x="128058" y="1058"/>
                </a:lnTo>
                <a:lnTo>
                  <a:pt x="152400" y="0"/>
                </a:lnTo>
                <a:lnTo>
                  <a:pt x="2400300" y="0"/>
                </a:lnTo>
                <a:lnTo>
                  <a:pt x="2424642" y="1058"/>
                </a:lnTo>
                <a:lnTo>
                  <a:pt x="2446867" y="4233"/>
                </a:lnTo>
                <a:lnTo>
                  <a:pt x="2466975" y="9525"/>
                </a:lnTo>
                <a:lnTo>
                  <a:pt x="2484967" y="16933"/>
                </a:lnTo>
                <a:lnTo>
                  <a:pt x="2500842" y="26458"/>
                </a:lnTo>
                <a:lnTo>
                  <a:pt x="2514600" y="38100"/>
                </a:lnTo>
                <a:lnTo>
                  <a:pt x="2526242" y="51858"/>
                </a:lnTo>
                <a:lnTo>
                  <a:pt x="2535767" y="67733"/>
                </a:lnTo>
                <a:lnTo>
                  <a:pt x="2543175" y="85725"/>
                </a:lnTo>
                <a:lnTo>
                  <a:pt x="2548467" y="105833"/>
                </a:lnTo>
                <a:lnTo>
                  <a:pt x="2551642" y="128058"/>
                </a:lnTo>
                <a:lnTo>
                  <a:pt x="2552700" y="152400"/>
                </a:lnTo>
                <a:lnTo>
                  <a:pt x="2552700" y="515938"/>
                </a:lnTo>
                <a:lnTo>
                  <a:pt x="2545989" y="584073"/>
                </a:lnTo>
                <a:lnTo>
                  <a:pt x="2526115" y="649590"/>
                </a:lnTo>
                <a:lnTo>
                  <a:pt x="2493841" y="709970"/>
                </a:lnTo>
                <a:lnTo>
                  <a:pt x="2450407" y="762895"/>
                </a:lnTo>
                <a:lnTo>
                  <a:pt x="2397483" y="806328"/>
                </a:lnTo>
                <a:lnTo>
                  <a:pt x="2337102" y="838602"/>
                </a:lnTo>
                <a:lnTo>
                  <a:pt x="2296563" y="850900"/>
                </a:lnTo>
                <a:lnTo>
                  <a:pt x="256137" y="850900"/>
                </a:lnTo>
                <a:close/>
              </a:path>
            </a:pathLst>
          </a:custGeom>
          <a:solidFill>
            <a:srgbClr val="0B1A26">
              <a:alpha val="2200"/>
            </a:srgbClr>
          </a:solidFill>
          <a:ln>
            <a:noFill/>
          </a:ln>
        </p:spPr>
      </p:sp>
      <p:sp>
        <p:nvSpPr>
          <p:cNvPr id="102" name="!!path-8sd"/>
          <p:cNvSpPr/>
          <p:nvPr/>
        </p:nvSpPr>
        <p:spPr>
          <a:xfrm>
            <a:off x="8712200" y="5308600"/>
            <a:ext cx="2552700" cy="850900"/>
          </a:xfrm>
          <a:custGeom>
            <a:avLst/>
            <a:gdLst/>
            <a:ahLst/>
            <a:cxnLst/>
            <a:rect l="l" t="t" r="r" b="b"/>
            <a:pathLst>
              <a:path w="2552700" h="850900">
                <a:moveTo>
                  <a:pt x="281115" y="844189"/>
                </a:moveTo>
                <a:lnTo>
                  <a:pt x="215598" y="824315"/>
                </a:lnTo>
                <a:lnTo>
                  <a:pt x="155217" y="792041"/>
                </a:lnTo>
                <a:lnTo>
                  <a:pt x="102293" y="748607"/>
                </a:lnTo>
                <a:lnTo>
                  <a:pt x="58859" y="695683"/>
                </a:lnTo>
                <a:lnTo>
                  <a:pt x="26585" y="635302"/>
                </a:lnTo>
                <a:lnTo>
                  <a:pt x="6711" y="569785"/>
                </a:lnTo>
                <a:lnTo>
                  <a:pt x="0" y="501650"/>
                </a:lnTo>
                <a:lnTo>
                  <a:pt x="0" y="152400"/>
                </a:lnTo>
                <a:lnTo>
                  <a:pt x="1058" y="128058"/>
                </a:lnTo>
                <a:lnTo>
                  <a:pt x="4233" y="105833"/>
                </a:lnTo>
                <a:lnTo>
                  <a:pt x="9525" y="85725"/>
                </a:lnTo>
                <a:lnTo>
                  <a:pt x="16933" y="67733"/>
                </a:lnTo>
                <a:lnTo>
                  <a:pt x="26458" y="51858"/>
                </a:lnTo>
                <a:lnTo>
                  <a:pt x="38100" y="38100"/>
                </a:lnTo>
                <a:lnTo>
                  <a:pt x="51858" y="26458"/>
                </a:lnTo>
                <a:lnTo>
                  <a:pt x="67733" y="16933"/>
                </a:lnTo>
                <a:lnTo>
                  <a:pt x="85725" y="9525"/>
                </a:lnTo>
                <a:lnTo>
                  <a:pt x="105833" y="4233"/>
                </a:lnTo>
                <a:lnTo>
                  <a:pt x="128058" y="1058"/>
                </a:lnTo>
                <a:lnTo>
                  <a:pt x="152400" y="0"/>
                </a:lnTo>
                <a:lnTo>
                  <a:pt x="2400300" y="0"/>
                </a:lnTo>
                <a:lnTo>
                  <a:pt x="2424642" y="1058"/>
                </a:lnTo>
                <a:lnTo>
                  <a:pt x="2446867" y="4233"/>
                </a:lnTo>
                <a:lnTo>
                  <a:pt x="2466975" y="9525"/>
                </a:lnTo>
                <a:lnTo>
                  <a:pt x="2484967" y="16933"/>
                </a:lnTo>
                <a:lnTo>
                  <a:pt x="2500842" y="26458"/>
                </a:lnTo>
                <a:lnTo>
                  <a:pt x="2514600" y="38100"/>
                </a:lnTo>
                <a:lnTo>
                  <a:pt x="2526242" y="51858"/>
                </a:lnTo>
                <a:lnTo>
                  <a:pt x="2535767" y="67733"/>
                </a:lnTo>
                <a:lnTo>
                  <a:pt x="2543175" y="85725"/>
                </a:lnTo>
                <a:lnTo>
                  <a:pt x="2548467" y="105833"/>
                </a:lnTo>
                <a:lnTo>
                  <a:pt x="2551642" y="128058"/>
                </a:lnTo>
                <a:lnTo>
                  <a:pt x="2552700" y="152400"/>
                </a:lnTo>
                <a:lnTo>
                  <a:pt x="2552700" y="501650"/>
                </a:lnTo>
                <a:lnTo>
                  <a:pt x="2545989" y="569785"/>
                </a:lnTo>
                <a:lnTo>
                  <a:pt x="2526115" y="635302"/>
                </a:lnTo>
                <a:lnTo>
                  <a:pt x="2493841" y="695683"/>
                </a:lnTo>
                <a:lnTo>
                  <a:pt x="2450407" y="748607"/>
                </a:lnTo>
                <a:lnTo>
                  <a:pt x="2397483" y="792041"/>
                </a:lnTo>
                <a:lnTo>
                  <a:pt x="2337102" y="824315"/>
                </a:lnTo>
                <a:lnTo>
                  <a:pt x="2271585" y="844189"/>
                </a:lnTo>
                <a:lnTo>
                  <a:pt x="2203450" y="850900"/>
                </a:lnTo>
                <a:lnTo>
                  <a:pt x="349250" y="8509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03" name="!!text-8se" descr="合計"/>
          <p:cNvSpPr txBox="1"/>
          <p:nvPr/>
        </p:nvSpPr>
        <p:spPr>
          <a:xfrm>
            <a:off x="8864600" y="5473192"/>
            <a:ext cx="189865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合計</a:t>
            </a:r>
            <a:endParaRPr lang="zh-TW" sz="650"/>
          </a:p>
        </p:txBody>
      </p:sp>
      <p:sp>
        <p:nvSpPr>
          <p:cNvPr id="104" name="!!text-8sh" descr="280 代幣"/>
          <p:cNvSpPr txBox="1"/>
          <p:nvPr/>
        </p:nvSpPr>
        <p:spPr>
          <a:xfrm>
            <a:off x="8864600" y="5580380"/>
            <a:ext cx="549275" cy="18389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280 代幣</a:t>
            </a:r>
            <a:endParaRPr lang="zh-TW" sz="1000"/>
          </a:p>
        </p:txBody>
      </p:sp>
      <p:sp>
        <p:nvSpPr>
          <p:cNvPr id="105" name="!!rect-8ss"/>
          <p:cNvSpPr/>
          <p:nvPr/>
        </p:nvSpPr>
        <p:spPr>
          <a:xfrm>
            <a:off x="10020300" y="5422900"/>
            <a:ext cx="1143000" cy="304800"/>
          </a:xfrm>
          <a:prstGeom prst="roundRect">
            <a:avLst>
              <a:gd name="adj" fmla="val 29167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106" name="!!text-8st" descr="結帳"/>
          <p:cNvSpPr txBox="1"/>
          <p:nvPr/>
        </p:nvSpPr>
        <p:spPr>
          <a:xfrm>
            <a:off x="10490200" y="5495544"/>
            <a:ext cx="233680" cy="14711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00" b="1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結帳</a:t>
            </a:r>
            <a:endParaRPr lang="zh-TW" sz="800"/>
          </a:p>
        </p:txBody>
      </p:sp>
      <p:sp>
        <p:nvSpPr>
          <p:cNvPr id="107" name="!!path-8sz"/>
          <p:cNvSpPr/>
          <p:nvPr/>
        </p:nvSpPr>
        <p:spPr>
          <a:xfrm>
            <a:off x="8712200" y="609600"/>
            <a:ext cx="2552700" cy="730250"/>
          </a:xfrm>
          <a:custGeom>
            <a:avLst/>
            <a:gdLst/>
            <a:ahLst/>
            <a:cxnLst/>
            <a:rect l="l" t="t" r="r" b="b"/>
            <a:pathLst>
              <a:path w="2552700" h="730250">
                <a:moveTo>
                  <a:pt x="0" y="349250"/>
                </a:moveTo>
                <a:lnTo>
                  <a:pt x="6711" y="281115"/>
                </a:lnTo>
                <a:lnTo>
                  <a:pt x="26585" y="215598"/>
                </a:lnTo>
                <a:lnTo>
                  <a:pt x="58859" y="155217"/>
                </a:lnTo>
                <a:lnTo>
                  <a:pt x="102293" y="102293"/>
                </a:lnTo>
                <a:lnTo>
                  <a:pt x="155217" y="58859"/>
                </a:lnTo>
                <a:lnTo>
                  <a:pt x="215598" y="26585"/>
                </a:lnTo>
                <a:lnTo>
                  <a:pt x="281115" y="6711"/>
                </a:lnTo>
                <a:lnTo>
                  <a:pt x="349250" y="0"/>
                </a:lnTo>
                <a:lnTo>
                  <a:pt x="2203450" y="0"/>
                </a:lnTo>
                <a:lnTo>
                  <a:pt x="2271585" y="6711"/>
                </a:lnTo>
                <a:lnTo>
                  <a:pt x="2337102" y="26585"/>
                </a:lnTo>
                <a:lnTo>
                  <a:pt x="2397483" y="58859"/>
                </a:lnTo>
                <a:lnTo>
                  <a:pt x="2450407" y="102293"/>
                </a:lnTo>
                <a:lnTo>
                  <a:pt x="2493841" y="155217"/>
                </a:lnTo>
                <a:lnTo>
                  <a:pt x="2526115" y="215598"/>
                </a:lnTo>
                <a:lnTo>
                  <a:pt x="2545989" y="281115"/>
                </a:lnTo>
                <a:lnTo>
                  <a:pt x="2552700" y="349250"/>
                </a:lnTo>
                <a:lnTo>
                  <a:pt x="2552700" y="577850"/>
                </a:lnTo>
                <a:lnTo>
                  <a:pt x="2551642" y="602192"/>
                </a:lnTo>
                <a:lnTo>
                  <a:pt x="2548467" y="624417"/>
                </a:lnTo>
                <a:lnTo>
                  <a:pt x="2543175" y="644525"/>
                </a:lnTo>
                <a:lnTo>
                  <a:pt x="2535767" y="662517"/>
                </a:lnTo>
                <a:lnTo>
                  <a:pt x="2526242" y="678392"/>
                </a:lnTo>
                <a:lnTo>
                  <a:pt x="2514600" y="692150"/>
                </a:lnTo>
                <a:lnTo>
                  <a:pt x="2500842" y="703792"/>
                </a:lnTo>
                <a:lnTo>
                  <a:pt x="2484967" y="713317"/>
                </a:lnTo>
                <a:lnTo>
                  <a:pt x="2466975" y="720725"/>
                </a:lnTo>
                <a:lnTo>
                  <a:pt x="2446867" y="726017"/>
                </a:lnTo>
                <a:lnTo>
                  <a:pt x="2424642" y="729192"/>
                </a:lnTo>
                <a:lnTo>
                  <a:pt x="2400300" y="730250"/>
                </a:lnTo>
                <a:lnTo>
                  <a:pt x="152400" y="730250"/>
                </a:lnTo>
                <a:lnTo>
                  <a:pt x="128058" y="729192"/>
                </a:lnTo>
                <a:lnTo>
                  <a:pt x="105833" y="726017"/>
                </a:lnTo>
                <a:lnTo>
                  <a:pt x="85725" y="720725"/>
                </a:lnTo>
                <a:lnTo>
                  <a:pt x="67733" y="713317"/>
                </a:lnTo>
                <a:lnTo>
                  <a:pt x="51858" y="703792"/>
                </a:lnTo>
                <a:lnTo>
                  <a:pt x="38100" y="692150"/>
                </a:lnTo>
                <a:lnTo>
                  <a:pt x="26458" y="678392"/>
                </a:lnTo>
                <a:lnTo>
                  <a:pt x="16933" y="662517"/>
                </a:lnTo>
                <a:lnTo>
                  <a:pt x="9525" y="644525"/>
                </a:lnTo>
                <a:lnTo>
                  <a:pt x="4233" y="624417"/>
                </a:lnTo>
                <a:lnTo>
                  <a:pt x="1058" y="602192"/>
                </a:lnTo>
                <a:lnTo>
                  <a:pt x="0" y="577850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108" name="!!text-8t0" descr="2:25"/>
          <p:cNvSpPr txBox="1"/>
          <p:nvPr/>
        </p:nvSpPr>
        <p:spPr>
          <a:xfrm>
            <a:off x="9020597" y="714883"/>
            <a:ext cx="253790" cy="1563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50" kern="0" dirty="0">
                <a:solidFill>
                  <a:srgbClr val="FFFFFF"/>
                </a:solidFill>
                <a:latin typeface="Noto Sans TC SemiBold"/>
                <a:ea typeface="Noto Sans TC SemiBold"/>
                <a:cs typeface="Noto Sans TC SemiBold"/>
              </a:rPr>
              <a:t>2:25</a:t>
            </a:r>
            <a:endParaRPr lang="zh-TW" sz="850"/>
          </a:p>
        </p:txBody>
      </p:sp>
      <p:sp>
        <p:nvSpPr>
          <p:cNvPr id="109" name="!!rect-8t5"/>
          <p:cNvSpPr/>
          <p:nvPr/>
        </p:nvSpPr>
        <p:spPr>
          <a:xfrm>
            <a:off x="10579100" y="808990"/>
            <a:ext cx="21590" cy="2667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10" name="!!rect-8t6"/>
          <p:cNvSpPr/>
          <p:nvPr/>
        </p:nvSpPr>
        <p:spPr>
          <a:xfrm>
            <a:off x="10612120" y="792480"/>
            <a:ext cx="21590" cy="4318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11" name="!!rect-8t7"/>
          <p:cNvSpPr/>
          <p:nvPr/>
        </p:nvSpPr>
        <p:spPr>
          <a:xfrm>
            <a:off x="10645140" y="775970"/>
            <a:ext cx="21590" cy="5969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12" name="!!rect-8t8"/>
          <p:cNvSpPr/>
          <p:nvPr/>
        </p:nvSpPr>
        <p:spPr>
          <a:xfrm>
            <a:off x="10678160" y="759460"/>
            <a:ext cx="21590" cy="7620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13" name="!!path-8t9"/>
          <p:cNvSpPr/>
          <p:nvPr/>
        </p:nvSpPr>
        <p:spPr>
          <a:xfrm>
            <a:off x="10763250" y="763570"/>
            <a:ext cx="95250" cy="70820"/>
          </a:xfrm>
          <a:custGeom>
            <a:avLst/>
            <a:gdLst/>
            <a:ahLst/>
            <a:cxnLst/>
            <a:rect l="l" t="t" r="r" b="b"/>
            <a:pathLst>
              <a:path w="95250" h="70820">
                <a:moveTo>
                  <a:pt x="47625" y="70820"/>
                </a:moveTo>
                <a:lnTo>
                  <a:pt x="31115" y="51135"/>
                </a:lnTo>
                <a:cubicBezTo>
                  <a:pt x="40714" y="43262"/>
                  <a:pt x="54536" y="43262"/>
                  <a:pt x="64135" y="51135"/>
                </a:cubicBezTo>
                <a:close/>
                <a:moveTo>
                  <a:pt x="0" y="23830"/>
                </a:moveTo>
                <a:cubicBezTo>
                  <a:pt x="27279" y="0"/>
                  <a:pt x="67971" y="0"/>
                  <a:pt x="95250" y="23830"/>
                </a:cubicBezTo>
                <a:lnTo>
                  <a:pt x="83820" y="37165"/>
                </a:lnTo>
                <a:cubicBezTo>
                  <a:pt x="63051" y="19153"/>
                  <a:pt x="32199" y="19153"/>
                  <a:pt x="11430" y="37165"/>
                </a:cubicBezTo>
                <a:close/>
                <a:moveTo>
                  <a:pt x="16510" y="43515"/>
                </a:moveTo>
                <a:cubicBezTo>
                  <a:pt x="34385" y="28089"/>
                  <a:pt x="60865" y="28089"/>
                  <a:pt x="78740" y="43515"/>
                </a:cubicBezTo>
                <a:lnTo>
                  <a:pt x="67310" y="56850"/>
                </a:lnTo>
                <a:cubicBezTo>
                  <a:pt x="55947" y="47238"/>
                  <a:pt x="39303" y="47238"/>
                  <a:pt x="27940" y="5685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14" name="!!rect-8ta"/>
          <p:cNvSpPr/>
          <p:nvPr/>
        </p:nvSpPr>
        <p:spPr>
          <a:xfrm>
            <a:off x="10902950" y="760730"/>
            <a:ext cx="161925" cy="78740"/>
          </a:xfrm>
          <a:prstGeom prst="roundRect">
            <a:avLst>
              <a:gd name="adj" fmla="val 32258"/>
            </a:avLst>
          </a:prstGeom>
          <a:noFill/>
          <a:ln w="6985" cap="flat">
            <a:solidFill>
              <a:srgbClr val="FFFFFF">
                <a:alpha val="38000"/>
              </a:srgbClr>
            </a:solidFill>
            <a:prstDash val="solid"/>
            <a:miter lim="800000"/>
          </a:ln>
        </p:spPr>
      </p:sp>
      <p:sp>
        <p:nvSpPr>
          <p:cNvPr id="115" name="!!rect-8tb"/>
          <p:cNvSpPr/>
          <p:nvPr/>
        </p:nvSpPr>
        <p:spPr>
          <a:xfrm>
            <a:off x="10916285" y="774065"/>
            <a:ext cx="110909" cy="52070"/>
          </a:xfrm>
          <a:prstGeom prst="roundRect">
            <a:avLst>
              <a:gd name="adj" fmla="val 26829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16" name="!!path-8tc"/>
          <p:cNvSpPr/>
          <p:nvPr/>
        </p:nvSpPr>
        <p:spPr>
          <a:xfrm>
            <a:off x="11074400" y="786130"/>
            <a:ext cx="10345" cy="27940"/>
          </a:xfrm>
          <a:custGeom>
            <a:avLst/>
            <a:gdLst/>
            <a:ahLst/>
            <a:cxnLst/>
            <a:rect l="l" t="t" r="r" b="b"/>
            <a:pathLst>
              <a:path w="10345" h="27940">
                <a:moveTo>
                  <a:pt x="0" y="0"/>
                </a:moveTo>
                <a:lnTo>
                  <a:pt x="0" y="27940"/>
                </a:lnTo>
                <a:cubicBezTo>
                  <a:pt x="6146" y="26066"/>
                  <a:pt x="10345" y="20395"/>
                  <a:pt x="10345" y="13970"/>
                </a:cubicBezTo>
                <a:cubicBezTo>
                  <a:pt x="10345" y="7545"/>
                  <a:pt x="6146" y="1874"/>
                  <a:pt x="0" y="0"/>
                </a:cubicBezTo>
                <a:close/>
              </a:path>
            </a:pathLst>
          </a:custGeom>
          <a:solidFill>
            <a:srgbClr val="FFFFFF">
              <a:alpha val="45000"/>
            </a:srgbClr>
          </a:solidFill>
          <a:ln>
            <a:noFill/>
          </a:ln>
        </p:spPr>
      </p:sp>
      <p:sp>
        <p:nvSpPr>
          <p:cNvPr id="117" name="!!path-8td"/>
          <p:cNvSpPr/>
          <p:nvPr/>
        </p:nvSpPr>
        <p:spPr>
          <a:xfrm>
            <a:off x="8845537" y="1109129"/>
            <a:ext cx="62258" cy="105791"/>
          </a:xfrm>
          <a:custGeom>
            <a:avLst/>
            <a:gdLst/>
            <a:ahLst/>
            <a:cxnLst/>
            <a:rect l="l" t="t" r="r" b="b"/>
            <a:pathLst>
              <a:path w="62258" h="105791">
                <a:moveTo>
                  <a:pt x="62258" y="9363"/>
                </a:moveTo>
                <a:lnTo>
                  <a:pt x="52896" y="0"/>
                </a:lnTo>
                <a:lnTo>
                  <a:pt x="0" y="52896"/>
                </a:lnTo>
                <a:lnTo>
                  <a:pt x="52896" y="105791"/>
                </a:lnTo>
                <a:lnTo>
                  <a:pt x="62258" y="96429"/>
                </a:lnTo>
                <a:lnTo>
                  <a:pt x="18725" y="5289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18" name="!!path-8te"/>
          <p:cNvSpPr/>
          <p:nvPr/>
        </p:nvSpPr>
        <p:spPr>
          <a:xfrm>
            <a:off x="9733490" y="1109129"/>
            <a:ext cx="106044" cy="105791"/>
          </a:xfrm>
          <a:custGeom>
            <a:avLst/>
            <a:gdLst/>
            <a:ahLst/>
            <a:cxnLst/>
            <a:rect l="l" t="t" r="r" b="b"/>
            <a:pathLst>
              <a:path w="106044" h="105791">
                <a:moveTo>
                  <a:pt x="31737" y="84633"/>
                </a:moveTo>
                <a:cubicBezTo>
                  <a:pt x="25919" y="84633"/>
                  <a:pt x="21211" y="89393"/>
                  <a:pt x="21211" y="95212"/>
                </a:cubicBezTo>
                <a:cubicBezTo>
                  <a:pt x="21211" y="101030"/>
                  <a:pt x="25919" y="105791"/>
                  <a:pt x="31737" y="105791"/>
                </a:cubicBezTo>
                <a:cubicBezTo>
                  <a:pt x="37556" y="105791"/>
                  <a:pt x="42316" y="101030"/>
                  <a:pt x="42316" y="95212"/>
                </a:cubicBezTo>
                <a:cubicBezTo>
                  <a:pt x="42316" y="89393"/>
                  <a:pt x="37556" y="84633"/>
                  <a:pt x="31737" y="84633"/>
                </a:cubicBezTo>
                <a:close/>
                <a:moveTo>
                  <a:pt x="0" y="0"/>
                </a:moveTo>
                <a:lnTo>
                  <a:pt x="0" y="10579"/>
                </a:lnTo>
                <a:lnTo>
                  <a:pt x="10579" y="10579"/>
                </a:lnTo>
                <a:lnTo>
                  <a:pt x="29621" y="50727"/>
                </a:lnTo>
                <a:lnTo>
                  <a:pt x="22481" y="63686"/>
                </a:lnTo>
                <a:cubicBezTo>
                  <a:pt x="21634" y="65167"/>
                  <a:pt x="21158" y="66913"/>
                  <a:pt x="21158" y="68764"/>
                </a:cubicBezTo>
                <a:cubicBezTo>
                  <a:pt x="21158" y="74583"/>
                  <a:pt x="25919" y="79343"/>
                  <a:pt x="31737" y="79343"/>
                </a:cubicBezTo>
                <a:lnTo>
                  <a:pt x="95212" y="79343"/>
                </a:lnTo>
                <a:lnTo>
                  <a:pt x="95212" y="68764"/>
                </a:lnTo>
                <a:lnTo>
                  <a:pt x="33959" y="68764"/>
                </a:lnTo>
                <a:cubicBezTo>
                  <a:pt x="33218" y="68764"/>
                  <a:pt x="32637" y="68182"/>
                  <a:pt x="32637" y="67442"/>
                </a:cubicBezTo>
                <a:lnTo>
                  <a:pt x="32795" y="66807"/>
                </a:lnTo>
                <a:lnTo>
                  <a:pt x="37556" y="58185"/>
                </a:lnTo>
                <a:lnTo>
                  <a:pt x="76963" y="58185"/>
                </a:lnTo>
                <a:cubicBezTo>
                  <a:pt x="80930" y="58185"/>
                  <a:pt x="84421" y="56016"/>
                  <a:pt x="86220" y="52737"/>
                </a:cubicBezTo>
                <a:lnTo>
                  <a:pt x="105156" y="18408"/>
                </a:lnTo>
                <a:cubicBezTo>
                  <a:pt x="106044" y="16765"/>
                  <a:pt x="106003" y="14778"/>
                  <a:pt x="105049" y="13173"/>
                </a:cubicBezTo>
                <a:cubicBezTo>
                  <a:pt x="104095" y="11568"/>
                  <a:pt x="102368" y="10583"/>
                  <a:pt x="100501" y="10579"/>
                </a:cubicBezTo>
                <a:lnTo>
                  <a:pt x="22269" y="10579"/>
                </a:lnTo>
                <a:lnTo>
                  <a:pt x="17297" y="0"/>
                </a:lnTo>
                <a:lnTo>
                  <a:pt x="0" y="0"/>
                </a:lnTo>
                <a:close/>
                <a:moveTo>
                  <a:pt x="84633" y="84633"/>
                </a:moveTo>
                <a:cubicBezTo>
                  <a:pt x="78814" y="84633"/>
                  <a:pt x="74107" y="89393"/>
                  <a:pt x="74107" y="95212"/>
                </a:cubicBezTo>
                <a:cubicBezTo>
                  <a:pt x="74107" y="101030"/>
                  <a:pt x="78814" y="105791"/>
                  <a:pt x="84633" y="105791"/>
                </a:cubicBezTo>
                <a:cubicBezTo>
                  <a:pt x="90451" y="105791"/>
                  <a:pt x="95212" y="101030"/>
                  <a:pt x="95212" y="95212"/>
                </a:cubicBezTo>
                <a:cubicBezTo>
                  <a:pt x="95212" y="89393"/>
                  <a:pt x="90451" y="84633"/>
                  <a:pt x="84633" y="8463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19" name="!!text-8tf" descr="購物車"/>
          <p:cNvSpPr txBox="1"/>
          <p:nvPr/>
        </p:nvSpPr>
        <p:spPr>
          <a:xfrm>
            <a:off x="9906000" y="1070737"/>
            <a:ext cx="377190" cy="16550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1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購物車</a:t>
            </a:r>
            <a:endParaRPr lang="zh-TW" sz="900"/>
          </a:p>
        </p:txBody>
      </p:sp>
      <p:sp>
        <p:nvSpPr>
          <p:cNvPr id="120" name="!!circle-8to"/>
          <p:cNvSpPr/>
          <p:nvPr/>
        </p:nvSpPr>
        <p:spPr>
          <a:xfrm>
            <a:off x="10452100" y="5435600"/>
            <a:ext cx="279400" cy="279400"/>
          </a:xfrm>
          <a:prstGeom prst="ellipse">
            <a:avLst/>
          </a:prstGeom>
          <a:solidFill>
            <a:srgbClr val="FFFFFF">
              <a:alpha val="42000"/>
            </a:srgbClr>
          </a:solidFill>
          <a:ln w="9525" cap="flat">
            <a:solidFill>
              <a:srgbClr val="0B1A26">
                <a:alpha val="14000"/>
              </a:srgbClr>
            </a:solidFill>
            <a:prstDash val="solid"/>
            <a:miter lim="800000"/>
          </a:ln>
        </p:spPr>
      </p:sp>
      <p:sp>
        <p:nvSpPr>
          <p:cNvPr id="121" name="!!rect-8ts"/>
          <p:cNvSpPr/>
          <p:nvPr/>
        </p:nvSpPr>
        <p:spPr>
          <a:xfrm>
            <a:off x="9531350" y="6076950"/>
            <a:ext cx="914400" cy="31750"/>
          </a:xfrm>
          <a:prstGeom prst="roundRect">
            <a:avLst>
              <a:gd name="adj" fmla="val 50000"/>
            </a:avLst>
          </a:prstGeom>
          <a:solidFill>
            <a:srgbClr val="000000">
              <a:alpha val="90000"/>
            </a:srgbClr>
          </a:solidFill>
          <a:ln>
            <a:noFill/>
          </a:ln>
        </p:spPr>
      </p:sp>
      <p:sp>
        <p:nvSpPr>
          <p:cNvPr id="122" name="!!text-8tv" descr="2:25"/>
          <p:cNvSpPr txBox="1"/>
          <p:nvPr/>
        </p:nvSpPr>
        <p:spPr>
          <a:xfrm>
            <a:off x="9020597" y="714883"/>
            <a:ext cx="253790" cy="1563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50" kern="0" dirty="0">
                <a:solidFill>
                  <a:srgbClr val="FFFFFF"/>
                </a:solidFill>
                <a:latin typeface="Noto Sans TC SemiBold"/>
                <a:ea typeface="Noto Sans TC SemiBold"/>
                <a:cs typeface="Noto Sans TC SemiBold"/>
              </a:rPr>
              <a:t>2:25</a:t>
            </a:r>
            <a:endParaRPr lang="zh-TW" sz="850"/>
          </a:p>
        </p:txBody>
      </p:sp>
      <p:sp>
        <p:nvSpPr>
          <p:cNvPr id="123" name="!!rect-8u0"/>
          <p:cNvSpPr/>
          <p:nvPr/>
        </p:nvSpPr>
        <p:spPr>
          <a:xfrm>
            <a:off x="10579100" y="808990"/>
            <a:ext cx="21590" cy="2667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24" name="!!rect-8u1"/>
          <p:cNvSpPr/>
          <p:nvPr/>
        </p:nvSpPr>
        <p:spPr>
          <a:xfrm>
            <a:off x="10612120" y="792480"/>
            <a:ext cx="21590" cy="4318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25" name="!!rect-8u2"/>
          <p:cNvSpPr/>
          <p:nvPr/>
        </p:nvSpPr>
        <p:spPr>
          <a:xfrm>
            <a:off x="10645140" y="775970"/>
            <a:ext cx="21590" cy="5969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26" name="!!rect-8u3"/>
          <p:cNvSpPr/>
          <p:nvPr/>
        </p:nvSpPr>
        <p:spPr>
          <a:xfrm>
            <a:off x="10678160" y="759460"/>
            <a:ext cx="21590" cy="7620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27" name="!!path-8u4"/>
          <p:cNvSpPr/>
          <p:nvPr/>
        </p:nvSpPr>
        <p:spPr>
          <a:xfrm>
            <a:off x="10763250" y="763570"/>
            <a:ext cx="95250" cy="70820"/>
          </a:xfrm>
          <a:custGeom>
            <a:avLst/>
            <a:gdLst/>
            <a:ahLst/>
            <a:cxnLst/>
            <a:rect l="l" t="t" r="r" b="b"/>
            <a:pathLst>
              <a:path w="95250" h="70820">
                <a:moveTo>
                  <a:pt x="47625" y="70820"/>
                </a:moveTo>
                <a:lnTo>
                  <a:pt x="31115" y="51135"/>
                </a:lnTo>
                <a:cubicBezTo>
                  <a:pt x="40714" y="43262"/>
                  <a:pt x="54536" y="43262"/>
                  <a:pt x="64135" y="51135"/>
                </a:cubicBezTo>
                <a:close/>
                <a:moveTo>
                  <a:pt x="0" y="23830"/>
                </a:moveTo>
                <a:cubicBezTo>
                  <a:pt x="27279" y="0"/>
                  <a:pt x="67971" y="0"/>
                  <a:pt x="95250" y="23830"/>
                </a:cubicBezTo>
                <a:lnTo>
                  <a:pt x="83820" y="37165"/>
                </a:lnTo>
                <a:cubicBezTo>
                  <a:pt x="63051" y="19153"/>
                  <a:pt x="32199" y="19153"/>
                  <a:pt x="11430" y="37165"/>
                </a:cubicBezTo>
                <a:close/>
                <a:moveTo>
                  <a:pt x="16510" y="43515"/>
                </a:moveTo>
                <a:cubicBezTo>
                  <a:pt x="34385" y="28089"/>
                  <a:pt x="60865" y="28089"/>
                  <a:pt x="78740" y="43515"/>
                </a:cubicBezTo>
                <a:lnTo>
                  <a:pt x="67310" y="56850"/>
                </a:lnTo>
                <a:cubicBezTo>
                  <a:pt x="55947" y="47238"/>
                  <a:pt x="39303" y="47238"/>
                  <a:pt x="27940" y="5685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28" name="!!rect-8u5"/>
          <p:cNvSpPr/>
          <p:nvPr/>
        </p:nvSpPr>
        <p:spPr>
          <a:xfrm>
            <a:off x="10902950" y="760730"/>
            <a:ext cx="161925" cy="78740"/>
          </a:xfrm>
          <a:prstGeom prst="roundRect">
            <a:avLst>
              <a:gd name="adj" fmla="val 32258"/>
            </a:avLst>
          </a:prstGeom>
          <a:noFill/>
          <a:ln w="6985" cap="flat">
            <a:solidFill>
              <a:srgbClr val="FFFFFF">
                <a:alpha val="38000"/>
              </a:srgbClr>
            </a:solidFill>
            <a:prstDash val="solid"/>
            <a:miter lim="800000"/>
          </a:ln>
        </p:spPr>
      </p:sp>
      <p:sp>
        <p:nvSpPr>
          <p:cNvPr id="129" name="!!rect-8u6"/>
          <p:cNvSpPr/>
          <p:nvPr/>
        </p:nvSpPr>
        <p:spPr>
          <a:xfrm>
            <a:off x="10916285" y="774065"/>
            <a:ext cx="110909" cy="52070"/>
          </a:xfrm>
          <a:prstGeom prst="roundRect">
            <a:avLst>
              <a:gd name="adj" fmla="val 26829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30" name="!!path-8u7"/>
          <p:cNvSpPr/>
          <p:nvPr/>
        </p:nvSpPr>
        <p:spPr>
          <a:xfrm>
            <a:off x="11074400" y="786130"/>
            <a:ext cx="10345" cy="27940"/>
          </a:xfrm>
          <a:custGeom>
            <a:avLst/>
            <a:gdLst/>
            <a:ahLst/>
            <a:cxnLst/>
            <a:rect l="l" t="t" r="r" b="b"/>
            <a:pathLst>
              <a:path w="10345" h="27940">
                <a:moveTo>
                  <a:pt x="0" y="0"/>
                </a:moveTo>
                <a:lnTo>
                  <a:pt x="0" y="27940"/>
                </a:lnTo>
                <a:cubicBezTo>
                  <a:pt x="6146" y="26066"/>
                  <a:pt x="10345" y="20395"/>
                  <a:pt x="10345" y="13970"/>
                </a:cubicBezTo>
                <a:cubicBezTo>
                  <a:pt x="10345" y="7545"/>
                  <a:pt x="6146" y="1874"/>
                  <a:pt x="0" y="0"/>
                </a:cubicBezTo>
                <a:close/>
              </a:path>
            </a:pathLst>
          </a:custGeom>
          <a:solidFill>
            <a:srgbClr val="FFFFFF">
              <a:alpha val="45000"/>
            </a:srgbClr>
          </a:solidFill>
          <a:ln>
            <a:noFill/>
          </a:ln>
        </p:spPr>
      </p:sp>
      <p:sp>
        <p:nvSpPr>
          <p:cNvPr id="131" name="!!rect-96i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10000"/>
                </a:srgbClr>
              </a:gs>
              <a:gs pos="30762">
                <a:srgbClr val="FFFFFF">
                  <a:alpha val="2000"/>
                </a:srgbClr>
              </a:gs>
              <a:gs pos="31723">
                <a:srgbClr val="FFFFFF">
                  <a:alpha val="0"/>
                </a:srgbClr>
              </a:gs>
              <a:gs pos="9613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4329186" scaled="0"/>
          </a:gradFill>
          <a:ln>
            <a:noFill/>
          </a:ln>
        </p:spPr>
      </p:sp>
      <p:sp>
        <p:nvSpPr>
          <p:cNvPr id="132" name="!!rect-96j"/>
          <p:cNvSpPr/>
          <p:nvPr/>
        </p:nvSpPr>
        <p:spPr>
          <a:xfrm>
            <a:off x="8712200" y="609600"/>
            <a:ext cx="1061630" cy="2627627"/>
          </a:xfrm>
          <a:custGeom>
            <a:avLst/>
            <a:gdLst/>
            <a:ahLst/>
            <a:cxnLst/>
            <a:rect l="l" t="t" r="r" b="b"/>
            <a:pathLst>
              <a:path w="1061630" h="2627627">
                <a:moveTo>
                  <a:pt x="0" y="349250"/>
                </a:moveTo>
                <a:lnTo>
                  <a:pt x="6711" y="281115"/>
                </a:lnTo>
                <a:lnTo>
                  <a:pt x="26585" y="215598"/>
                </a:lnTo>
                <a:lnTo>
                  <a:pt x="58859" y="155217"/>
                </a:lnTo>
                <a:lnTo>
                  <a:pt x="102293" y="102293"/>
                </a:lnTo>
                <a:lnTo>
                  <a:pt x="155217" y="58859"/>
                </a:lnTo>
                <a:lnTo>
                  <a:pt x="215598" y="26585"/>
                </a:lnTo>
                <a:lnTo>
                  <a:pt x="281115" y="6711"/>
                </a:lnTo>
                <a:lnTo>
                  <a:pt x="349250" y="0"/>
                </a:lnTo>
                <a:lnTo>
                  <a:pt x="1061630" y="0"/>
                </a:lnTo>
                <a:lnTo>
                  <a:pt x="0" y="2627627"/>
                </a:lnTo>
                <a:close/>
              </a:path>
            </a:pathLst>
          </a:custGeom>
          <a:gradFill rotWithShape="1">
            <a:gsLst>
              <a:gs pos="0">
                <a:srgbClr val="FFFFFF">
                  <a:alpha val="16542"/>
                </a:srgbClr>
              </a:gs>
              <a:gs pos="14519">
                <a:srgbClr val="FFFFFF">
                  <a:alpha val="28000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1320000" scaled="0"/>
          </a:gradFill>
          <a:ln>
            <a:noFill/>
          </a:ln>
        </p:spPr>
      </p:sp>
      <p:sp>
        <p:nvSpPr>
          <p:cNvPr id="133" name="!!rect-96l"/>
          <p:cNvSpPr/>
          <p:nvPr/>
        </p:nvSpPr>
        <p:spPr>
          <a:xfrm>
            <a:off x="9728200" y="679450"/>
            <a:ext cx="520700" cy="23495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</p:spPr>
      </p:sp>
      <p:sp>
        <p:nvSpPr>
          <p:cNvPr id="134" name="!!circle-96m"/>
          <p:cNvSpPr/>
          <p:nvPr/>
        </p:nvSpPr>
        <p:spPr>
          <a:xfrm>
            <a:off x="10088880" y="757555"/>
            <a:ext cx="78740" cy="78740"/>
          </a:xfrm>
          <a:prstGeom prst="ellipse">
            <a:avLst/>
          </a:prstGeom>
          <a:solidFill>
            <a:srgbClr val="0A0F16"/>
          </a:solidFill>
          <a:ln>
            <a:noFill/>
          </a:ln>
        </p:spPr>
      </p:sp>
      <p:sp>
        <p:nvSpPr>
          <p:cNvPr id="135" name="!!circle-96n"/>
          <p:cNvSpPr/>
          <p:nvPr/>
        </p:nvSpPr>
        <p:spPr>
          <a:xfrm>
            <a:off x="10107930" y="776605"/>
            <a:ext cx="40640" cy="40640"/>
          </a:xfrm>
          <a:prstGeom prst="ellipse">
            <a:avLst/>
          </a:prstGeom>
          <a:solidFill>
            <a:srgbClr val="111B28"/>
          </a:solidFill>
          <a:ln>
            <a:noFill/>
          </a:ln>
        </p:spPr>
      </p:sp>
      <p:sp>
        <p:nvSpPr>
          <p:cNvPr id="136" name="!!circle-96o"/>
          <p:cNvSpPr/>
          <p:nvPr/>
        </p:nvSpPr>
        <p:spPr>
          <a:xfrm>
            <a:off x="10130155" y="781685"/>
            <a:ext cx="13970" cy="13970"/>
          </a:xfrm>
          <a:prstGeom prst="ellipse">
            <a:avLst/>
          </a:prstGeom>
          <a:solidFill>
            <a:srgbClr val="3A5070">
              <a:alpha val="80000"/>
            </a:srgbClr>
          </a:solidFill>
          <a:ln>
            <a:noFill/>
          </a:ln>
        </p:spPr>
      </p:sp>
      <p:sp>
        <p:nvSpPr>
          <p:cNvPr id="137" name="!!path-9ic"/>
          <p:cNvSpPr/>
          <p:nvPr/>
        </p:nvSpPr>
        <p:spPr>
          <a:xfrm>
            <a:off x="381000" y="306527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38" name="!!path-9id"/>
          <p:cNvSpPr/>
          <p:nvPr/>
        </p:nvSpPr>
        <p:spPr>
          <a:xfrm>
            <a:off x="381000" y="308153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39" name="!!path-9ie"/>
          <p:cNvSpPr/>
          <p:nvPr/>
        </p:nvSpPr>
        <p:spPr>
          <a:xfrm>
            <a:off x="381000" y="309778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40" name="!!path-9if"/>
          <p:cNvSpPr/>
          <p:nvPr/>
        </p:nvSpPr>
        <p:spPr>
          <a:xfrm>
            <a:off x="381000" y="311404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41" name="!!path-9ig"/>
          <p:cNvSpPr/>
          <p:nvPr/>
        </p:nvSpPr>
        <p:spPr>
          <a:xfrm>
            <a:off x="381000" y="313030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42" name="!!path-9ih"/>
          <p:cNvSpPr/>
          <p:nvPr/>
        </p:nvSpPr>
        <p:spPr>
          <a:xfrm>
            <a:off x="381000" y="314655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43" name="!!path-9ii"/>
          <p:cNvSpPr/>
          <p:nvPr/>
        </p:nvSpPr>
        <p:spPr>
          <a:xfrm>
            <a:off x="381000" y="316281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44" name="!!path-9ij"/>
          <p:cNvSpPr/>
          <p:nvPr/>
        </p:nvSpPr>
        <p:spPr>
          <a:xfrm>
            <a:off x="381000" y="317906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45" name="!!path-9ik"/>
          <p:cNvSpPr/>
          <p:nvPr/>
        </p:nvSpPr>
        <p:spPr>
          <a:xfrm>
            <a:off x="419608" y="269342"/>
            <a:ext cx="128422" cy="122936"/>
          </a:xfrm>
          <a:custGeom>
            <a:avLst/>
            <a:gdLst/>
            <a:ahLst/>
            <a:cxnLst/>
            <a:rect l="l" t="t" r="r" b="b"/>
            <a:pathLst>
              <a:path w="128422" h="122936">
                <a:moveTo>
                  <a:pt x="0" y="17678"/>
                </a:moveTo>
                <a:lnTo>
                  <a:pt x="8128" y="5080"/>
                </a:lnTo>
                <a:cubicBezTo>
                  <a:pt x="32512" y="0"/>
                  <a:pt x="73152" y="7112"/>
                  <a:pt x="101600" y="26416"/>
                </a:cubicBezTo>
                <a:cubicBezTo>
                  <a:pt x="116840" y="37186"/>
                  <a:pt x="124968" y="49784"/>
                  <a:pt x="128422" y="62992"/>
                </a:cubicBezTo>
                <a:lnTo>
                  <a:pt x="128422" y="122936"/>
                </a:lnTo>
                <a:lnTo>
                  <a:pt x="0" y="1229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46" name="!!path-9il"/>
          <p:cNvSpPr/>
          <p:nvPr/>
        </p:nvSpPr>
        <p:spPr>
          <a:xfrm>
            <a:off x="419608" y="269342"/>
            <a:ext cx="128422" cy="62992"/>
          </a:xfrm>
          <a:custGeom>
            <a:avLst/>
            <a:gdLst/>
            <a:ahLst/>
            <a:cxnLst/>
            <a:rect l="l" t="t" r="r" b="b"/>
            <a:pathLst>
              <a:path w="128422" h="62992" fill="none">
                <a:moveTo>
                  <a:pt x="128422" y="62992"/>
                </a:moveTo>
                <a:cubicBezTo>
                  <a:pt x="124968" y="49784"/>
                  <a:pt x="116840" y="37186"/>
                  <a:pt x="101600" y="26416"/>
                </a:cubicBezTo>
                <a:cubicBezTo>
                  <a:pt x="73152" y="7112"/>
                  <a:pt x="32512" y="0"/>
                  <a:pt x="8128" y="5080"/>
                </a:cubicBezTo>
                <a:lnTo>
                  <a:pt x="0" y="1767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47" name="!!path-9im"/>
          <p:cNvSpPr/>
          <p:nvPr/>
        </p:nvSpPr>
        <p:spPr>
          <a:xfrm>
            <a:off x="407010" y="281534"/>
            <a:ext cx="141021" cy="110744"/>
          </a:xfrm>
          <a:custGeom>
            <a:avLst/>
            <a:gdLst/>
            <a:ahLst/>
            <a:cxnLst/>
            <a:rect l="l" t="t" r="r" b="b"/>
            <a:pathLst>
              <a:path w="141021" h="110744">
                <a:moveTo>
                  <a:pt x="0" y="22352"/>
                </a:moveTo>
                <a:lnTo>
                  <a:pt x="6502" y="6502"/>
                </a:lnTo>
                <a:cubicBezTo>
                  <a:pt x="36982" y="0"/>
                  <a:pt x="79654" y="7112"/>
                  <a:pt x="110134" y="25400"/>
                </a:cubicBezTo>
                <a:cubicBezTo>
                  <a:pt x="126390" y="35154"/>
                  <a:pt x="136550" y="49784"/>
                  <a:pt x="141021" y="62992"/>
                </a:cubicBezTo>
                <a:lnTo>
                  <a:pt x="141021" y="110744"/>
                </a:lnTo>
                <a:lnTo>
                  <a:pt x="0" y="110744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48" name="!!path-9in"/>
          <p:cNvSpPr/>
          <p:nvPr/>
        </p:nvSpPr>
        <p:spPr>
          <a:xfrm>
            <a:off x="407010" y="281534"/>
            <a:ext cx="141021" cy="62992"/>
          </a:xfrm>
          <a:custGeom>
            <a:avLst/>
            <a:gdLst/>
            <a:ahLst/>
            <a:cxnLst/>
            <a:rect l="l" t="t" r="r" b="b"/>
            <a:pathLst>
              <a:path w="141021" h="62992" fill="none">
                <a:moveTo>
                  <a:pt x="141021" y="62992"/>
                </a:moveTo>
                <a:cubicBezTo>
                  <a:pt x="136550" y="49784"/>
                  <a:pt x="126390" y="35154"/>
                  <a:pt x="110134" y="25400"/>
                </a:cubicBezTo>
                <a:cubicBezTo>
                  <a:pt x="79654" y="7112"/>
                  <a:pt x="36982" y="0"/>
                  <a:pt x="6502" y="6502"/>
                </a:cubicBezTo>
                <a:lnTo>
                  <a:pt x="0" y="22352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49" name="!!path-9io"/>
          <p:cNvSpPr/>
          <p:nvPr/>
        </p:nvSpPr>
        <p:spPr>
          <a:xfrm>
            <a:off x="395834" y="294742"/>
            <a:ext cx="151790" cy="97536"/>
          </a:xfrm>
          <a:custGeom>
            <a:avLst/>
            <a:gdLst/>
            <a:ahLst/>
            <a:cxnLst/>
            <a:rect l="l" t="t" r="r" b="b"/>
            <a:pathLst>
              <a:path w="151790" h="97536">
                <a:moveTo>
                  <a:pt x="0" y="23165"/>
                </a:moveTo>
                <a:lnTo>
                  <a:pt x="3861" y="12598"/>
                </a:lnTo>
                <a:cubicBezTo>
                  <a:pt x="37998" y="0"/>
                  <a:pt x="84734" y="5080"/>
                  <a:pt x="117246" y="21946"/>
                </a:cubicBezTo>
                <a:cubicBezTo>
                  <a:pt x="135534" y="31496"/>
                  <a:pt x="146710" y="43688"/>
                  <a:pt x="151790" y="55270"/>
                </a:cubicBezTo>
                <a:lnTo>
                  <a:pt x="151790" y="97536"/>
                </a:lnTo>
                <a:lnTo>
                  <a:pt x="0" y="975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50" name="!!path-9ip"/>
          <p:cNvSpPr/>
          <p:nvPr/>
        </p:nvSpPr>
        <p:spPr>
          <a:xfrm>
            <a:off x="395834" y="294742"/>
            <a:ext cx="151790" cy="55270"/>
          </a:xfrm>
          <a:custGeom>
            <a:avLst/>
            <a:gdLst/>
            <a:ahLst/>
            <a:cxnLst/>
            <a:rect l="l" t="t" r="r" b="b"/>
            <a:pathLst>
              <a:path w="151790" h="55270" fill="none">
                <a:moveTo>
                  <a:pt x="151790" y="55270"/>
                </a:moveTo>
                <a:cubicBezTo>
                  <a:pt x="146710" y="43688"/>
                  <a:pt x="135534" y="31496"/>
                  <a:pt x="117246" y="21946"/>
                </a:cubicBezTo>
                <a:cubicBezTo>
                  <a:pt x="84734" y="5080"/>
                  <a:pt x="37998" y="0"/>
                  <a:pt x="3861" y="12598"/>
                </a:cubicBezTo>
                <a:lnTo>
                  <a:pt x="0" y="23165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51" name="!!path-9iq"/>
          <p:cNvSpPr/>
          <p:nvPr/>
        </p:nvSpPr>
        <p:spPr>
          <a:xfrm>
            <a:off x="548234" y="264262"/>
            <a:ext cx="120294" cy="128016"/>
          </a:xfrm>
          <a:custGeom>
            <a:avLst/>
            <a:gdLst/>
            <a:ahLst/>
            <a:cxnLst/>
            <a:rect l="l" t="t" r="r" b="b"/>
            <a:pathLst>
              <a:path w="120294" h="128016">
                <a:moveTo>
                  <a:pt x="120294" y="18288"/>
                </a:moveTo>
                <a:lnTo>
                  <a:pt x="113589" y="4470"/>
                </a:lnTo>
                <a:cubicBezTo>
                  <a:pt x="86766" y="0"/>
                  <a:pt x="44094" y="10160"/>
                  <a:pt x="17678" y="30480"/>
                </a:cubicBezTo>
                <a:cubicBezTo>
                  <a:pt x="6502" y="39624"/>
                  <a:pt x="1422" y="52832"/>
                  <a:pt x="0" y="67056"/>
                </a:cubicBezTo>
                <a:lnTo>
                  <a:pt x="0" y="128016"/>
                </a:lnTo>
                <a:lnTo>
                  <a:pt x="120294" y="12801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52" name="!!path-9ir"/>
          <p:cNvSpPr/>
          <p:nvPr/>
        </p:nvSpPr>
        <p:spPr>
          <a:xfrm>
            <a:off x="548234" y="264262"/>
            <a:ext cx="120294" cy="67056"/>
          </a:xfrm>
          <a:custGeom>
            <a:avLst/>
            <a:gdLst/>
            <a:ahLst/>
            <a:cxnLst/>
            <a:rect l="l" t="t" r="r" b="b"/>
            <a:pathLst>
              <a:path w="120294" h="67056" fill="none">
                <a:moveTo>
                  <a:pt x="0" y="67056"/>
                </a:moveTo>
                <a:cubicBezTo>
                  <a:pt x="1422" y="52832"/>
                  <a:pt x="6502" y="39624"/>
                  <a:pt x="17678" y="30480"/>
                </a:cubicBezTo>
                <a:cubicBezTo>
                  <a:pt x="44094" y="10160"/>
                  <a:pt x="86766" y="0"/>
                  <a:pt x="113589" y="4470"/>
                </a:cubicBezTo>
                <a:lnTo>
                  <a:pt x="120294" y="1828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53" name="!!path-9is"/>
          <p:cNvSpPr/>
          <p:nvPr/>
        </p:nvSpPr>
        <p:spPr>
          <a:xfrm>
            <a:off x="548437" y="279502"/>
            <a:ext cx="133299" cy="112776"/>
          </a:xfrm>
          <a:custGeom>
            <a:avLst/>
            <a:gdLst/>
            <a:ahLst/>
            <a:cxnLst/>
            <a:rect l="l" t="t" r="r" b="b"/>
            <a:pathLst>
              <a:path w="133299" h="112776">
                <a:moveTo>
                  <a:pt x="133299" y="19710"/>
                </a:moveTo>
                <a:lnTo>
                  <a:pt x="127203" y="3048"/>
                </a:lnTo>
                <a:cubicBezTo>
                  <a:pt x="94691" y="0"/>
                  <a:pt x="54051" y="11176"/>
                  <a:pt x="27635" y="30683"/>
                </a:cubicBezTo>
                <a:cubicBezTo>
                  <a:pt x="13411" y="41250"/>
                  <a:pt x="4267" y="53848"/>
                  <a:pt x="0" y="65024"/>
                </a:cubicBezTo>
                <a:lnTo>
                  <a:pt x="0" y="112776"/>
                </a:lnTo>
                <a:lnTo>
                  <a:pt x="133299" y="11277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54" name="!!path-9it"/>
          <p:cNvSpPr/>
          <p:nvPr/>
        </p:nvSpPr>
        <p:spPr>
          <a:xfrm>
            <a:off x="548437" y="279502"/>
            <a:ext cx="133299" cy="65024"/>
          </a:xfrm>
          <a:custGeom>
            <a:avLst/>
            <a:gdLst/>
            <a:ahLst/>
            <a:cxnLst/>
            <a:rect l="l" t="t" r="r" b="b"/>
            <a:pathLst>
              <a:path w="133299" h="65024" fill="none">
                <a:moveTo>
                  <a:pt x="0" y="65024"/>
                </a:moveTo>
                <a:cubicBezTo>
                  <a:pt x="4267" y="53848"/>
                  <a:pt x="13411" y="41250"/>
                  <a:pt x="27635" y="30683"/>
                </a:cubicBezTo>
                <a:cubicBezTo>
                  <a:pt x="54051" y="11176"/>
                  <a:pt x="94691" y="0"/>
                  <a:pt x="127203" y="3048"/>
                </a:cubicBezTo>
                <a:lnTo>
                  <a:pt x="133299" y="19710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55" name="!!path-9iu"/>
          <p:cNvSpPr/>
          <p:nvPr/>
        </p:nvSpPr>
        <p:spPr>
          <a:xfrm>
            <a:off x="548843" y="293726"/>
            <a:ext cx="142646" cy="98552"/>
          </a:xfrm>
          <a:custGeom>
            <a:avLst/>
            <a:gdLst/>
            <a:ahLst/>
            <a:cxnLst/>
            <a:rect l="l" t="t" r="r" b="b"/>
            <a:pathLst>
              <a:path w="142646" h="98552">
                <a:moveTo>
                  <a:pt x="142646" y="18898"/>
                </a:moveTo>
                <a:lnTo>
                  <a:pt x="139802" y="8738"/>
                </a:lnTo>
                <a:cubicBezTo>
                  <a:pt x="106477" y="0"/>
                  <a:pt x="63805" y="5080"/>
                  <a:pt x="35357" y="19304"/>
                </a:cubicBezTo>
                <a:cubicBezTo>
                  <a:pt x="17069" y="28448"/>
                  <a:pt x="5893" y="42672"/>
                  <a:pt x="0" y="56286"/>
                </a:cubicBezTo>
                <a:lnTo>
                  <a:pt x="0" y="98552"/>
                </a:lnTo>
                <a:lnTo>
                  <a:pt x="142646" y="98552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56" name="!!path-9iv"/>
          <p:cNvSpPr/>
          <p:nvPr/>
        </p:nvSpPr>
        <p:spPr>
          <a:xfrm>
            <a:off x="548843" y="293726"/>
            <a:ext cx="142646" cy="56286"/>
          </a:xfrm>
          <a:custGeom>
            <a:avLst/>
            <a:gdLst/>
            <a:ahLst/>
            <a:cxnLst/>
            <a:rect l="l" t="t" r="r" b="b"/>
            <a:pathLst>
              <a:path w="142646" h="56286" fill="none">
                <a:moveTo>
                  <a:pt x="0" y="56286"/>
                </a:moveTo>
                <a:cubicBezTo>
                  <a:pt x="5893" y="42672"/>
                  <a:pt x="17069" y="28448"/>
                  <a:pt x="35357" y="19304"/>
                </a:cubicBezTo>
                <a:cubicBezTo>
                  <a:pt x="63805" y="5080"/>
                  <a:pt x="106477" y="0"/>
                  <a:pt x="139802" y="8738"/>
                </a:cubicBezTo>
                <a:lnTo>
                  <a:pt x="142646" y="1889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57" name="!!path-9iw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627D8D"/>
              </a:gs>
              <a:gs pos="21794">
                <a:srgbClr val="627D8D"/>
              </a:gs>
              <a:gs pos="55376">
                <a:srgbClr val="627D8D"/>
              </a:gs>
              <a:gs pos="96421">
                <a:srgbClr val="98ABB7"/>
              </a:gs>
              <a:gs pos="100000">
                <a:srgbClr val="98ABB7"/>
              </a:gs>
            </a:gsLst>
            <a:lin ang="1983350" scaled="0"/>
          </a:gradFill>
          <a:ln>
            <a:noFill/>
          </a:ln>
        </p:spPr>
      </p:sp>
      <p:sp>
        <p:nvSpPr>
          <p:cNvPr id="158" name="!!path-9ix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0000"/>
                </a:srgbClr>
              </a:gs>
              <a:gs pos="4764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83333" t="79291" r="16667" b="20709"/>
            </a:path>
          </a:gradFill>
          <a:ln>
            <a:noFill/>
          </a:ln>
        </p:spPr>
      </p:sp>
      <p:sp>
        <p:nvSpPr>
          <p:cNvPr id="159" name="!!line-9iy"/>
          <p:cNvSpPr/>
          <p:nvPr/>
        </p:nvSpPr>
        <p:spPr>
          <a:xfrm>
            <a:off x="549046" y="363017"/>
            <a:ext cx="1" cy="153619"/>
          </a:xfrm>
          <a:custGeom>
            <a:avLst/>
            <a:gdLst/>
            <a:ahLst/>
            <a:cxnLst/>
            <a:rect l="l" t="t" r="r" b="b"/>
            <a:pathLst>
              <a:path w="1" h="153619">
                <a:moveTo>
                  <a:pt x="0" y="0"/>
                </a:moveTo>
                <a:lnTo>
                  <a:pt x="0" y="153619"/>
                </a:lnTo>
              </a:path>
            </a:pathLst>
          </a:custGeom>
          <a:solidFill>
            <a:srgbClr val="000000"/>
          </a:solidFill>
          <a:ln w="6909" cap="rnd">
            <a:solidFill>
              <a:srgbClr val="C9D3D9"/>
            </a:solidFill>
            <a:prstDash val="solid"/>
            <a:miter lim="800000"/>
          </a:ln>
        </p:spPr>
      </p:sp>
      <p:sp>
        <p:nvSpPr>
          <p:cNvPr id="160" name="!!path-9iz"/>
          <p:cNvSpPr/>
          <p:nvPr/>
        </p:nvSpPr>
        <p:spPr>
          <a:xfrm>
            <a:off x="657962" y="442062"/>
            <a:ext cx="25400" cy="37998"/>
          </a:xfrm>
          <a:custGeom>
            <a:avLst/>
            <a:gdLst/>
            <a:ahLst/>
            <a:cxnLst/>
            <a:rect l="l" t="t" r="r" b="b"/>
            <a:pathLst>
              <a:path w="25400" h="37998">
                <a:moveTo>
                  <a:pt x="0" y="2642"/>
                </a:moveTo>
                <a:lnTo>
                  <a:pt x="15240" y="0"/>
                </a:lnTo>
                <a:lnTo>
                  <a:pt x="25400" y="37186"/>
                </a:lnTo>
                <a:lnTo>
                  <a:pt x="7518" y="37998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 w="1016" cap="flat">
            <a:solidFill>
              <a:srgbClr val="FFFFFF">
                <a:alpha val="55000"/>
              </a:srgbClr>
            </a:solidFill>
            <a:prstDash val="solid"/>
            <a:round/>
          </a:ln>
        </p:spPr>
      </p:sp>
      <p:sp>
        <p:nvSpPr>
          <p:cNvPr id="161" name="!!text-9j0" descr="救「舊」我的書"/>
          <p:cNvSpPr txBox="1"/>
          <p:nvPr/>
        </p:nvSpPr>
        <p:spPr>
          <a:xfrm>
            <a:off x="805879" y="251460"/>
            <a:ext cx="1120140" cy="25745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400" b="1" kern="0" spc="-70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救</a:t>
            </a:r>
            <a:r>
              <a:rPr lang="zh-TW" altLang="en-US" sz="14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「舊</a:t>
            </a:r>
            <a:r>
              <a:rPr lang="zh-TW" altLang="en-US" sz="1400" b="1" kern="0" spc="-70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」</a:t>
            </a:r>
            <a:r>
              <a:rPr lang="zh-TW" altLang="en-US" sz="14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我的書</a:t>
            </a:r>
            <a:endParaRPr lang="zh-TW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fast" p14:dur="1600" advTm="0">
        <p159:morph option="byObject"/>
      </p:transition>
    </mc:Choice>
    <mc:Fallback>
      <p:transition spd="fast" advTm="0"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129.1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rect-1q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7"/>
          </a:solidFill>
          <a:ln>
            <a:noFill/>
          </a:ln>
        </p:spPr>
      </p:sp>
      <p:sp>
        <p:nvSpPr>
          <p:cNvPr id="3" name="!!ellipse-1q2"/>
          <p:cNvSpPr/>
          <p:nvPr/>
        </p:nvSpPr>
        <p:spPr>
          <a:xfrm>
            <a:off x="-889000" y="-952500"/>
            <a:ext cx="13970000" cy="7874000"/>
          </a:xfrm>
          <a:prstGeom prst="ellipse">
            <a:avLst/>
          </a:prstGeom>
          <a:gradFill rotWithShape="1">
            <a:gsLst>
              <a:gs pos="0">
                <a:srgbClr val="FFFFFF">
                  <a:alpha val="95000"/>
                </a:srgbClr>
              </a:gs>
              <a:gs pos="40865">
                <a:srgbClr val="FFFFFF">
                  <a:alpha val="35000"/>
                </a:srgbClr>
              </a:gs>
              <a:gs pos="68108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!!rect-1q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P1"/>
            <a:srcRect/>
            <a:tile tx="51609" ty="192691" sx="16667" sy="16667" flip="none" algn="tl"/>
          </a:blipFill>
          <a:ln>
            <a:noFill/>
          </a:ln>
        </p:spPr>
      </p:sp>
      <p:sp>
        <p:nvSpPr>
          <p:cNvPr id="5" name="!!circle-1ql"/>
          <p:cNvSpPr/>
          <p:nvPr/>
        </p:nvSpPr>
        <p:spPr>
          <a:xfrm>
            <a:off x="11627905" y="-1865370"/>
            <a:ext cx="1943316" cy="1943316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" name="!!circle-1qu"/>
          <p:cNvSpPr/>
          <p:nvPr/>
        </p:nvSpPr>
        <p:spPr>
          <a:xfrm>
            <a:off x="10826092" y="-135585"/>
            <a:ext cx="2335771" cy="2335771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7" name="!!circle-1qx"/>
          <p:cNvSpPr/>
          <p:nvPr/>
        </p:nvSpPr>
        <p:spPr>
          <a:xfrm>
            <a:off x="5271193" y="5914415"/>
            <a:ext cx="1128039" cy="1128039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8" name="!!circle-1r4"/>
          <p:cNvSpPr/>
          <p:nvPr/>
        </p:nvSpPr>
        <p:spPr>
          <a:xfrm>
            <a:off x="176252" y="3013831"/>
            <a:ext cx="1085901" cy="1085901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9" name="!!circle-1r5"/>
          <p:cNvSpPr/>
          <p:nvPr/>
        </p:nvSpPr>
        <p:spPr>
          <a:xfrm>
            <a:off x="337351" y="5148993"/>
            <a:ext cx="2573795" cy="2573795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0" name="!!circle-1r7"/>
          <p:cNvSpPr/>
          <p:nvPr/>
        </p:nvSpPr>
        <p:spPr>
          <a:xfrm>
            <a:off x="1896067" y="2300751"/>
            <a:ext cx="1068896" cy="1068896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1" name="!!circle-1r8"/>
          <p:cNvSpPr/>
          <p:nvPr/>
        </p:nvSpPr>
        <p:spPr>
          <a:xfrm>
            <a:off x="5726757" y="5810574"/>
            <a:ext cx="2785275" cy="2785275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2" name="!!circle-1rd"/>
          <p:cNvSpPr/>
          <p:nvPr/>
        </p:nvSpPr>
        <p:spPr>
          <a:xfrm>
            <a:off x="6809379" y="1935423"/>
            <a:ext cx="2084946" cy="2084946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3" name="!!circle-1rv"/>
          <p:cNvSpPr/>
          <p:nvPr/>
        </p:nvSpPr>
        <p:spPr>
          <a:xfrm>
            <a:off x="1342209" y="6561049"/>
            <a:ext cx="894347" cy="894347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4" name="!!rect-1sh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5F7">
                  <a:alpha val="0"/>
                </a:srgbClr>
              </a:gs>
              <a:gs pos="20428">
                <a:srgbClr val="F3F5F7">
                  <a:alpha val="0"/>
                </a:srgbClr>
              </a:gs>
              <a:gs pos="66730">
                <a:srgbClr val="F3F5F7"/>
              </a:gs>
              <a:gs pos="100000">
                <a:srgbClr val="F3F5F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5" name="!!circle-1sm"/>
          <p:cNvSpPr/>
          <p:nvPr/>
        </p:nvSpPr>
        <p:spPr>
          <a:xfrm>
            <a:off x="5557247" y="1252685"/>
            <a:ext cx="36055" cy="36055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16" name="!!circle-1sp"/>
          <p:cNvSpPr/>
          <p:nvPr/>
        </p:nvSpPr>
        <p:spPr>
          <a:xfrm>
            <a:off x="9314647" y="3145906"/>
            <a:ext cx="24295" cy="24295"/>
          </a:xfrm>
          <a:prstGeom prst="ellipse">
            <a:avLst/>
          </a:prstGeom>
          <a:solidFill>
            <a:srgbClr val="627D8D">
              <a:alpha val="18100"/>
            </a:srgbClr>
          </a:solidFill>
          <a:ln>
            <a:noFill/>
          </a:ln>
        </p:spPr>
      </p:sp>
      <p:sp>
        <p:nvSpPr>
          <p:cNvPr id="17" name="!!circle-1ss"/>
          <p:cNvSpPr/>
          <p:nvPr/>
        </p:nvSpPr>
        <p:spPr>
          <a:xfrm>
            <a:off x="3486944" y="6361566"/>
            <a:ext cx="25959" cy="25959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18" name="!!circle-1sv"/>
          <p:cNvSpPr/>
          <p:nvPr/>
        </p:nvSpPr>
        <p:spPr>
          <a:xfrm>
            <a:off x="1998351" y="1718892"/>
            <a:ext cx="35878" cy="35878"/>
          </a:xfrm>
          <a:prstGeom prst="ellipse">
            <a:avLst/>
          </a:prstGeom>
          <a:solidFill>
            <a:srgbClr val="627D8D">
              <a:alpha val="26800"/>
            </a:srgbClr>
          </a:solidFill>
          <a:ln>
            <a:noFill/>
          </a:ln>
        </p:spPr>
      </p:sp>
      <p:sp>
        <p:nvSpPr>
          <p:cNvPr id="19" name="!!circle-1sy"/>
          <p:cNvSpPr/>
          <p:nvPr/>
        </p:nvSpPr>
        <p:spPr>
          <a:xfrm>
            <a:off x="6864213" y="3635950"/>
            <a:ext cx="40234" cy="40234"/>
          </a:xfrm>
          <a:prstGeom prst="ellipse">
            <a:avLst/>
          </a:prstGeom>
          <a:solidFill>
            <a:srgbClr val="627D8D">
              <a:alpha val="31300"/>
            </a:srgbClr>
          </a:solidFill>
          <a:ln>
            <a:noFill/>
          </a:ln>
        </p:spPr>
      </p:sp>
      <p:sp>
        <p:nvSpPr>
          <p:cNvPr id="20" name="!!circle-1t4"/>
          <p:cNvSpPr/>
          <p:nvPr/>
        </p:nvSpPr>
        <p:spPr>
          <a:xfrm>
            <a:off x="1200626" y="4743734"/>
            <a:ext cx="29959" cy="29959"/>
          </a:xfrm>
          <a:prstGeom prst="ellipse">
            <a:avLst/>
          </a:prstGeom>
          <a:solidFill>
            <a:srgbClr val="627D8D">
              <a:alpha val="19400"/>
            </a:srgbClr>
          </a:solidFill>
          <a:ln>
            <a:noFill/>
          </a:ln>
        </p:spPr>
      </p:sp>
      <p:sp>
        <p:nvSpPr>
          <p:cNvPr id="21" name="!!circle-1t7"/>
          <p:cNvSpPr/>
          <p:nvPr/>
        </p:nvSpPr>
        <p:spPr>
          <a:xfrm>
            <a:off x="8443840" y="4406741"/>
            <a:ext cx="28702" cy="28702"/>
          </a:xfrm>
          <a:prstGeom prst="ellipse">
            <a:avLst/>
          </a:prstGeom>
          <a:solidFill>
            <a:srgbClr val="627D8D">
              <a:alpha val="17800"/>
            </a:srgbClr>
          </a:solidFill>
          <a:ln>
            <a:noFill/>
          </a:ln>
        </p:spPr>
      </p:sp>
      <p:sp>
        <p:nvSpPr>
          <p:cNvPr id="22" name="!!circle-1ta"/>
          <p:cNvSpPr/>
          <p:nvPr/>
        </p:nvSpPr>
        <p:spPr>
          <a:xfrm>
            <a:off x="10975057" y="1774430"/>
            <a:ext cx="24066" cy="24066"/>
          </a:xfrm>
          <a:prstGeom prst="ellipse">
            <a:avLst/>
          </a:prstGeom>
          <a:solidFill>
            <a:srgbClr val="627D8D">
              <a:alpha val="23900"/>
            </a:srgbClr>
          </a:solidFill>
          <a:ln>
            <a:noFill/>
          </a:ln>
        </p:spPr>
      </p:sp>
      <p:sp>
        <p:nvSpPr>
          <p:cNvPr id="23" name="!!circle-1td"/>
          <p:cNvSpPr/>
          <p:nvPr/>
        </p:nvSpPr>
        <p:spPr>
          <a:xfrm>
            <a:off x="8457557" y="5674242"/>
            <a:ext cx="35865" cy="35865"/>
          </a:xfrm>
          <a:prstGeom prst="ellipse">
            <a:avLst/>
          </a:prstGeom>
          <a:solidFill>
            <a:srgbClr val="627D8D">
              <a:alpha val="28200"/>
            </a:srgbClr>
          </a:solidFill>
          <a:ln>
            <a:noFill/>
          </a:ln>
        </p:spPr>
      </p:sp>
      <p:sp>
        <p:nvSpPr>
          <p:cNvPr id="24" name="!!circle-1tg"/>
          <p:cNvSpPr/>
          <p:nvPr/>
        </p:nvSpPr>
        <p:spPr>
          <a:xfrm>
            <a:off x="1514460" y="2794562"/>
            <a:ext cx="39218" cy="39218"/>
          </a:xfrm>
          <a:prstGeom prst="ellipse">
            <a:avLst/>
          </a:prstGeom>
          <a:solidFill>
            <a:srgbClr val="627D8D">
              <a:alpha val="29600"/>
            </a:srgbClr>
          </a:solidFill>
          <a:ln>
            <a:noFill/>
          </a:ln>
        </p:spPr>
      </p:sp>
      <p:sp>
        <p:nvSpPr>
          <p:cNvPr id="25" name="!!circle-1tj"/>
          <p:cNvSpPr/>
          <p:nvPr/>
        </p:nvSpPr>
        <p:spPr>
          <a:xfrm>
            <a:off x="7063386" y="5855270"/>
            <a:ext cx="49733" cy="49733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6" name="!!circle-1tm"/>
          <p:cNvSpPr/>
          <p:nvPr/>
        </p:nvSpPr>
        <p:spPr>
          <a:xfrm>
            <a:off x="6422270" y="1538873"/>
            <a:ext cx="41694" cy="41694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7" name="!!circle-1tp"/>
          <p:cNvSpPr/>
          <p:nvPr/>
        </p:nvSpPr>
        <p:spPr>
          <a:xfrm>
            <a:off x="6798083" y="4949837"/>
            <a:ext cx="31979" cy="31979"/>
          </a:xfrm>
          <a:prstGeom prst="ellipse">
            <a:avLst/>
          </a:prstGeom>
          <a:solidFill>
            <a:srgbClr val="627D8D">
              <a:alpha val="24100"/>
            </a:srgbClr>
          </a:solidFill>
          <a:ln>
            <a:noFill/>
          </a:ln>
        </p:spPr>
      </p:sp>
      <p:sp>
        <p:nvSpPr>
          <p:cNvPr id="28" name="!!circle-1ts"/>
          <p:cNvSpPr/>
          <p:nvPr/>
        </p:nvSpPr>
        <p:spPr>
          <a:xfrm>
            <a:off x="3905192" y="805931"/>
            <a:ext cx="18085" cy="18085"/>
          </a:xfrm>
          <a:prstGeom prst="ellipse">
            <a:avLst/>
          </a:prstGeom>
          <a:solidFill>
            <a:srgbClr val="627D8D">
              <a:alpha val="10500"/>
            </a:srgbClr>
          </a:solidFill>
          <a:ln>
            <a:noFill/>
          </a:ln>
        </p:spPr>
      </p:sp>
      <p:sp>
        <p:nvSpPr>
          <p:cNvPr id="29" name="!!circle-1ty"/>
          <p:cNvSpPr/>
          <p:nvPr/>
        </p:nvSpPr>
        <p:spPr>
          <a:xfrm>
            <a:off x="3474348" y="6137205"/>
            <a:ext cx="39243" cy="39243"/>
          </a:xfrm>
          <a:prstGeom prst="ellipse">
            <a:avLst/>
          </a:prstGeom>
          <a:solidFill>
            <a:srgbClr val="627D8D">
              <a:alpha val="27700"/>
            </a:srgbClr>
          </a:solidFill>
          <a:ln>
            <a:noFill/>
          </a:ln>
        </p:spPr>
      </p:sp>
      <p:sp>
        <p:nvSpPr>
          <p:cNvPr id="30" name="!!circle-1u1"/>
          <p:cNvSpPr/>
          <p:nvPr/>
        </p:nvSpPr>
        <p:spPr>
          <a:xfrm>
            <a:off x="1645303" y="6487705"/>
            <a:ext cx="34519" cy="34519"/>
          </a:xfrm>
          <a:prstGeom prst="ellipse">
            <a:avLst/>
          </a:prstGeom>
          <a:solidFill>
            <a:srgbClr val="627D8D">
              <a:alpha val="22500"/>
            </a:srgbClr>
          </a:solidFill>
          <a:ln>
            <a:noFill/>
          </a:ln>
        </p:spPr>
      </p:sp>
      <p:sp>
        <p:nvSpPr>
          <p:cNvPr id="31" name="!!circle-1u4"/>
          <p:cNvSpPr/>
          <p:nvPr/>
        </p:nvSpPr>
        <p:spPr>
          <a:xfrm>
            <a:off x="2700735" y="4927526"/>
            <a:ext cx="46228" cy="46228"/>
          </a:xfrm>
          <a:prstGeom prst="ellipse">
            <a:avLst/>
          </a:prstGeom>
          <a:solidFill>
            <a:srgbClr val="627D8D">
              <a:alpha val="26200"/>
            </a:srgbClr>
          </a:solidFill>
          <a:ln>
            <a:noFill/>
          </a:ln>
        </p:spPr>
      </p:sp>
      <p:sp>
        <p:nvSpPr>
          <p:cNvPr id="32" name="!!circle-1u7"/>
          <p:cNvSpPr/>
          <p:nvPr/>
        </p:nvSpPr>
        <p:spPr>
          <a:xfrm>
            <a:off x="7430664" y="4669029"/>
            <a:ext cx="49327" cy="49327"/>
          </a:xfrm>
          <a:prstGeom prst="ellipse">
            <a:avLst/>
          </a:prstGeom>
          <a:solidFill>
            <a:srgbClr val="627D8D">
              <a:alpha val="20800"/>
            </a:srgbClr>
          </a:solidFill>
          <a:ln>
            <a:noFill/>
          </a:ln>
        </p:spPr>
      </p:sp>
      <p:sp>
        <p:nvSpPr>
          <p:cNvPr id="33" name="!!circle-1ua"/>
          <p:cNvSpPr/>
          <p:nvPr/>
        </p:nvSpPr>
        <p:spPr>
          <a:xfrm>
            <a:off x="9697054" y="5330084"/>
            <a:ext cx="24054" cy="24054"/>
          </a:xfrm>
          <a:prstGeom prst="ellipse">
            <a:avLst/>
          </a:prstGeom>
          <a:solidFill>
            <a:srgbClr val="627D8D">
              <a:alpha val="22200"/>
            </a:srgbClr>
          </a:solidFill>
          <a:ln>
            <a:noFill/>
          </a:ln>
        </p:spPr>
      </p:sp>
      <p:sp>
        <p:nvSpPr>
          <p:cNvPr id="34" name="!!circle-1ud"/>
          <p:cNvSpPr/>
          <p:nvPr/>
        </p:nvSpPr>
        <p:spPr>
          <a:xfrm>
            <a:off x="2023493" y="1383137"/>
            <a:ext cx="32271" cy="32271"/>
          </a:xfrm>
          <a:prstGeom prst="ellipse">
            <a:avLst/>
          </a:prstGeom>
          <a:solidFill>
            <a:srgbClr val="627D8D">
              <a:alpha val="20500"/>
            </a:srgbClr>
          </a:solidFill>
          <a:ln>
            <a:noFill/>
          </a:ln>
        </p:spPr>
      </p:sp>
      <p:sp>
        <p:nvSpPr>
          <p:cNvPr id="35" name="!!circle-1uj"/>
          <p:cNvSpPr/>
          <p:nvPr/>
        </p:nvSpPr>
        <p:spPr>
          <a:xfrm>
            <a:off x="2065462" y="2315928"/>
            <a:ext cx="34252" cy="34252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36" name="!!circle-1um"/>
          <p:cNvSpPr/>
          <p:nvPr/>
        </p:nvSpPr>
        <p:spPr>
          <a:xfrm>
            <a:off x="9600351" y="4134830"/>
            <a:ext cx="44196" cy="44196"/>
          </a:xfrm>
          <a:prstGeom prst="ellipse">
            <a:avLst/>
          </a:prstGeom>
          <a:solidFill>
            <a:srgbClr val="627D8D">
              <a:alpha val="21700"/>
            </a:srgbClr>
          </a:solidFill>
          <a:ln>
            <a:noFill/>
          </a:ln>
        </p:spPr>
      </p:sp>
      <p:sp>
        <p:nvSpPr>
          <p:cNvPr id="37" name="!!circle-1up"/>
          <p:cNvSpPr/>
          <p:nvPr/>
        </p:nvSpPr>
        <p:spPr>
          <a:xfrm>
            <a:off x="6763535" y="1727376"/>
            <a:ext cx="35192" cy="35192"/>
          </a:xfrm>
          <a:prstGeom prst="ellipse">
            <a:avLst/>
          </a:prstGeom>
          <a:solidFill>
            <a:srgbClr val="627D8D">
              <a:alpha val="27100"/>
            </a:srgbClr>
          </a:solidFill>
          <a:ln>
            <a:noFill/>
          </a:ln>
        </p:spPr>
      </p:sp>
      <p:sp>
        <p:nvSpPr>
          <p:cNvPr id="38" name="!!circle-1us"/>
          <p:cNvSpPr/>
          <p:nvPr/>
        </p:nvSpPr>
        <p:spPr>
          <a:xfrm>
            <a:off x="10192399" y="5214951"/>
            <a:ext cx="43358" cy="43358"/>
          </a:xfrm>
          <a:prstGeom prst="ellipse">
            <a:avLst/>
          </a:prstGeom>
          <a:solidFill>
            <a:srgbClr val="627D8D">
              <a:alpha val="19500"/>
            </a:srgbClr>
          </a:solidFill>
          <a:ln>
            <a:noFill/>
          </a:ln>
        </p:spPr>
      </p:sp>
      <p:sp>
        <p:nvSpPr>
          <p:cNvPr id="39" name="!!circle-1uv"/>
          <p:cNvSpPr/>
          <p:nvPr/>
        </p:nvSpPr>
        <p:spPr>
          <a:xfrm>
            <a:off x="3197879" y="1994411"/>
            <a:ext cx="33528" cy="33528"/>
          </a:xfrm>
          <a:prstGeom prst="ellipse">
            <a:avLst/>
          </a:prstGeom>
          <a:solidFill>
            <a:srgbClr val="627D8D">
              <a:alpha val="28300"/>
            </a:srgbClr>
          </a:solidFill>
          <a:ln>
            <a:noFill/>
          </a:ln>
        </p:spPr>
      </p:sp>
      <p:sp>
        <p:nvSpPr>
          <p:cNvPr id="40" name="!!circle-1uy"/>
          <p:cNvSpPr/>
          <p:nvPr/>
        </p:nvSpPr>
        <p:spPr>
          <a:xfrm>
            <a:off x="6828498" y="2580611"/>
            <a:ext cx="28956" cy="28956"/>
          </a:xfrm>
          <a:prstGeom prst="ellipse">
            <a:avLst/>
          </a:prstGeom>
          <a:solidFill>
            <a:srgbClr val="627D8D">
              <a:alpha val="21800"/>
            </a:srgbClr>
          </a:solidFill>
          <a:ln>
            <a:noFill/>
          </a:ln>
        </p:spPr>
      </p:sp>
      <p:sp>
        <p:nvSpPr>
          <p:cNvPr id="41" name="!!circle-1v1"/>
          <p:cNvSpPr/>
          <p:nvPr/>
        </p:nvSpPr>
        <p:spPr>
          <a:xfrm>
            <a:off x="7016847" y="6251338"/>
            <a:ext cx="45555" cy="45555"/>
          </a:xfrm>
          <a:prstGeom prst="ellipse">
            <a:avLst/>
          </a:prstGeom>
          <a:solidFill>
            <a:srgbClr val="627D8D">
              <a:alpha val="20900"/>
            </a:srgbClr>
          </a:solidFill>
          <a:ln>
            <a:noFill/>
          </a:ln>
        </p:spPr>
      </p:sp>
      <p:sp>
        <p:nvSpPr>
          <p:cNvPr id="42" name="!!circle-1v4"/>
          <p:cNvSpPr/>
          <p:nvPr/>
        </p:nvSpPr>
        <p:spPr>
          <a:xfrm>
            <a:off x="11297202" y="3105928"/>
            <a:ext cx="39484" cy="39484"/>
          </a:xfrm>
          <a:prstGeom prst="ellipse">
            <a:avLst/>
          </a:prstGeom>
          <a:solidFill>
            <a:srgbClr val="627D8D">
              <a:alpha val="13600"/>
            </a:srgbClr>
          </a:solidFill>
          <a:ln>
            <a:noFill/>
          </a:ln>
        </p:spPr>
      </p:sp>
      <p:sp>
        <p:nvSpPr>
          <p:cNvPr id="43" name="!!circle-1v7"/>
          <p:cNvSpPr/>
          <p:nvPr/>
        </p:nvSpPr>
        <p:spPr>
          <a:xfrm>
            <a:off x="7476531" y="5586760"/>
            <a:ext cx="30455" cy="30455"/>
          </a:xfrm>
          <a:prstGeom prst="ellipse">
            <a:avLst/>
          </a:prstGeom>
          <a:solidFill>
            <a:srgbClr val="627D8D">
              <a:alpha val="16500"/>
            </a:srgbClr>
          </a:solidFill>
          <a:ln>
            <a:noFill/>
          </a:ln>
        </p:spPr>
      </p:sp>
      <p:sp>
        <p:nvSpPr>
          <p:cNvPr id="44" name="!!circle-1va"/>
          <p:cNvSpPr/>
          <p:nvPr/>
        </p:nvSpPr>
        <p:spPr>
          <a:xfrm>
            <a:off x="8981811" y="6347296"/>
            <a:ext cx="28257" cy="28257"/>
          </a:xfrm>
          <a:prstGeom prst="ellipse">
            <a:avLst/>
          </a:prstGeom>
          <a:solidFill>
            <a:srgbClr val="627D8D">
              <a:alpha val="15700"/>
            </a:srgbClr>
          </a:solidFill>
          <a:ln>
            <a:noFill/>
          </a:ln>
        </p:spPr>
      </p:sp>
      <p:sp>
        <p:nvSpPr>
          <p:cNvPr id="45" name="!!circle-1vd"/>
          <p:cNvSpPr/>
          <p:nvPr/>
        </p:nvSpPr>
        <p:spPr>
          <a:xfrm>
            <a:off x="11421210" y="5000532"/>
            <a:ext cx="45149" cy="45149"/>
          </a:xfrm>
          <a:prstGeom prst="ellipse">
            <a:avLst/>
          </a:prstGeom>
          <a:solidFill>
            <a:srgbClr val="627D8D">
              <a:alpha val="31200"/>
            </a:srgbClr>
          </a:solidFill>
          <a:ln>
            <a:noFill/>
          </a:ln>
        </p:spPr>
      </p:sp>
      <p:sp>
        <p:nvSpPr>
          <p:cNvPr id="46" name="!!circle-1vg"/>
          <p:cNvSpPr/>
          <p:nvPr/>
        </p:nvSpPr>
        <p:spPr>
          <a:xfrm>
            <a:off x="3469230" y="2984155"/>
            <a:ext cx="30696" cy="30696"/>
          </a:xfrm>
          <a:prstGeom prst="ellipse">
            <a:avLst/>
          </a:prstGeom>
          <a:solidFill>
            <a:srgbClr val="627D8D">
              <a:alpha val="25700"/>
            </a:srgbClr>
          </a:solidFill>
          <a:ln>
            <a:noFill/>
          </a:ln>
        </p:spPr>
      </p:sp>
      <p:sp>
        <p:nvSpPr>
          <p:cNvPr id="47" name="!!circle-1vj"/>
          <p:cNvSpPr/>
          <p:nvPr/>
        </p:nvSpPr>
        <p:spPr>
          <a:xfrm>
            <a:off x="8821373" y="3504976"/>
            <a:ext cx="37401" cy="37401"/>
          </a:xfrm>
          <a:prstGeom prst="ellipse">
            <a:avLst/>
          </a:prstGeom>
          <a:solidFill>
            <a:srgbClr val="627D8D">
              <a:alpha val="16000"/>
            </a:srgbClr>
          </a:solidFill>
          <a:ln>
            <a:noFill/>
          </a:ln>
        </p:spPr>
      </p:sp>
      <p:sp>
        <p:nvSpPr>
          <p:cNvPr id="48" name="!!circle-1vm"/>
          <p:cNvSpPr/>
          <p:nvPr/>
        </p:nvSpPr>
        <p:spPr>
          <a:xfrm>
            <a:off x="1811135" y="4377909"/>
            <a:ext cx="33096" cy="33096"/>
          </a:xfrm>
          <a:prstGeom prst="ellipse">
            <a:avLst/>
          </a:prstGeom>
          <a:solidFill>
            <a:srgbClr val="627D8D">
              <a:alpha val="22300"/>
            </a:srgbClr>
          </a:solidFill>
          <a:ln>
            <a:noFill/>
          </a:ln>
        </p:spPr>
      </p:sp>
      <p:sp>
        <p:nvSpPr>
          <p:cNvPr id="49" name="!!circle-1vp"/>
          <p:cNvSpPr/>
          <p:nvPr/>
        </p:nvSpPr>
        <p:spPr>
          <a:xfrm>
            <a:off x="11574820" y="497401"/>
            <a:ext cx="21145" cy="21145"/>
          </a:xfrm>
          <a:prstGeom prst="ellipse">
            <a:avLst/>
          </a:prstGeom>
          <a:solidFill>
            <a:srgbClr val="627D8D">
              <a:alpha val="16300"/>
            </a:srgbClr>
          </a:solidFill>
          <a:ln>
            <a:noFill/>
          </a:ln>
        </p:spPr>
      </p:sp>
      <p:sp>
        <p:nvSpPr>
          <p:cNvPr id="50" name="!!circle-1vs"/>
          <p:cNvSpPr/>
          <p:nvPr/>
        </p:nvSpPr>
        <p:spPr>
          <a:xfrm>
            <a:off x="11075597" y="5473531"/>
            <a:ext cx="35281" cy="35281"/>
          </a:xfrm>
          <a:prstGeom prst="ellipse">
            <a:avLst/>
          </a:prstGeom>
          <a:solidFill>
            <a:srgbClr val="627D8D">
              <a:alpha val="30000"/>
            </a:srgbClr>
          </a:solidFill>
          <a:ln>
            <a:noFill/>
          </a:ln>
        </p:spPr>
      </p:sp>
      <p:sp>
        <p:nvSpPr>
          <p:cNvPr id="51" name="!!text-59i" descr="交易安全"/>
          <p:cNvSpPr txBox="1"/>
          <p:nvPr/>
        </p:nvSpPr>
        <p:spPr>
          <a:xfrm>
            <a:off x="695630" y="622304"/>
            <a:ext cx="713025" cy="22155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05" b="1" kern="0" spc="145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交易安</a:t>
            </a:r>
            <a:r>
              <a:rPr lang="zh-TW" altLang="en-US" sz="1205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全</a:t>
            </a:r>
            <a:endParaRPr lang="zh-TW" sz="1205"/>
          </a:p>
        </p:txBody>
      </p:sp>
      <p:sp>
        <p:nvSpPr>
          <p:cNvPr id="52" name="!!text-59s" descr="付款前，再驗證一次"/>
          <p:cNvSpPr txBox="1"/>
          <p:nvPr/>
        </p:nvSpPr>
        <p:spPr>
          <a:xfrm>
            <a:off x="695630" y="892111"/>
            <a:ext cx="4048634" cy="66467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3614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付款</a:t>
            </a:r>
            <a:r>
              <a:rPr lang="zh-TW" altLang="en-US" sz="3614" kern="0" spc="-1084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前</a:t>
            </a:r>
            <a:r>
              <a:rPr lang="zh-TW" altLang="en-US" sz="3614" kern="0" spc="-651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，</a:t>
            </a:r>
            <a:r>
              <a:rPr lang="zh-TW" altLang="en-US" sz="3614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再驗證一次</a:t>
            </a:r>
            <a:endParaRPr lang="zh-TW" sz="3614"/>
          </a:p>
        </p:txBody>
      </p:sp>
      <p:sp>
        <p:nvSpPr>
          <p:cNvPr id="53" name="!!text-5a6" descr="結帳須輸入交易密碼或通過生物辨識，登入可用通行密鑰。"/>
          <p:cNvSpPr txBox="1"/>
          <p:nvPr/>
        </p:nvSpPr>
        <p:spPr>
          <a:xfrm>
            <a:off x="695630" y="1610746"/>
            <a:ext cx="5030191" cy="27694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506" kern="0" dirty="0">
                <a:solidFill>
                  <a:srgbClr val="3F4A54"/>
                </a:solidFill>
                <a:latin typeface="Noto Sans TC Medium"/>
                <a:ea typeface="Noto Sans TC Medium"/>
                <a:cs typeface="Noto Sans TC Medium"/>
              </a:rPr>
              <a:t>結帳須輸入交易密碼或通過生物辨識，登入可用通行密鑰。</a:t>
            </a:r>
            <a:endParaRPr lang="zh-TW" sz="1506"/>
          </a:p>
        </p:txBody>
      </p:sp>
      <p:sp>
        <p:nvSpPr>
          <p:cNvPr id="54" name="!!rect-5b4"/>
          <p:cNvSpPr/>
          <p:nvPr/>
        </p:nvSpPr>
        <p:spPr>
          <a:xfrm>
            <a:off x="1511681" y="2342642"/>
            <a:ext cx="3952748" cy="943559"/>
          </a:xfrm>
          <a:prstGeom prst="roundRect">
            <a:avLst>
              <a:gd name="adj" fmla="val 20690"/>
            </a:avLst>
          </a:prstGeom>
          <a:solidFill>
            <a:srgbClr val="0B1A26">
              <a:alpha val="12000"/>
            </a:srgbClr>
          </a:solidFill>
          <a:ln>
            <a:noFill/>
          </a:ln>
          <a:effectLst>
            <a:softEdge rad="224414"/>
          </a:effectLst>
        </p:spPr>
      </p:sp>
      <p:sp>
        <p:nvSpPr>
          <p:cNvPr id="55" name="!!rect-5b5"/>
          <p:cNvSpPr/>
          <p:nvPr/>
        </p:nvSpPr>
        <p:spPr>
          <a:xfrm>
            <a:off x="1575435" y="2355393"/>
            <a:ext cx="3825240" cy="76504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75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56" name="!!circle-5b6"/>
          <p:cNvSpPr/>
          <p:nvPr/>
        </p:nvSpPr>
        <p:spPr>
          <a:xfrm>
            <a:off x="1779448" y="2521153"/>
            <a:ext cx="433527" cy="433527"/>
          </a:xfrm>
          <a:prstGeom prst="ellipse">
            <a:avLst/>
          </a:prstGeom>
          <a:solidFill>
            <a:srgbClr val="627D8D">
              <a:alpha val="12000"/>
            </a:srgbClr>
          </a:solidFill>
          <a:ln>
            <a:noFill/>
          </a:ln>
        </p:spPr>
      </p:sp>
      <p:sp>
        <p:nvSpPr>
          <p:cNvPr id="57" name="!!path-5b7"/>
          <p:cNvSpPr/>
          <p:nvPr/>
        </p:nvSpPr>
        <p:spPr>
          <a:xfrm>
            <a:off x="1916723" y="2628630"/>
            <a:ext cx="158926" cy="208590"/>
          </a:xfrm>
          <a:custGeom>
            <a:avLst/>
            <a:gdLst/>
            <a:ahLst/>
            <a:cxnLst/>
            <a:rect l="l" t="t" r="r" b="b"/>
            <a:pathLst>
              <a:path w="158926" h="208590">
                <a:moveTo>
                  <a:pt x="139060" y="69530"/>
                </a:moveTo>
                <a:lnTo>
                  <a:pt x="129127" y="69530"/>
                </a:lnTo>
                <a:lnTo>
                  <a:pt x="129127" y="49664"/>
                </a:lnTo>
                <a:cubicBezTo>
                  <a:pt x="129127" y="22250"/>
                  <a:pt x="106878" y="0"/>
                  <a:pt x="79463" y="0"/>
                </a:cubicBezTo>
                <a:cubicBezTo>
                  <a:pt x="52048" y="0"/>
                  <a:pt x="29799" y="22250"/>
                  <a:pt x="29799" y="49664"/>
                </a:cubicBezTo>
                <a:lnTo>
                  <a:pt x="29799" y="69530"/>
                </a:lnTo>
                <a:lnTo>
                  <a:pt x="19866" y="69530"/>
                </a:lnTo>
                <a:cubicBezTo>
                  <a:pt x="8940" y="69530"/>
                  <a:pt x="0" y="78470"/>
                  <a:pt x="0" y="89396"/>
                </a:cubicBezTo>
                <a:lnTo>
                  <a:pt x="0" y="188725"/>
                </a:lnTo>
                <a:cubicBezTo>
                  <a:pt x="0" y="199651"/>
                  <a:pt x="8940" y="208590"/>
                  <a:pt x="19866" y="208590"/>
                </a:cubicBezTo>
                <a:lnTo>
                  <a:pt x="139060" y="208590"/>
                </a:lnTo>
                <a:cubicBezTo>
                  <a:pt x="149986" y="208590"/>
                  <a:pt x="158926" y="199651"/>
                  <a:pt x="158926" y="188725"/>
                </a:cubicBezTo>
                <a:lnTo>
                  <a:pt x="158926" y="89396"/>
                </a:lnTo>
                <a:cubicBezTo>
                  <a:pt x="158926" y="78470"/>
                  <a:pt x="149986" y="69530"/>
                  <a:pt x="139060" y="69530"/>
                </a:cubicBezTo>
                <a:close/>
                <a:moveTo>
                  <a:pt x="79463" y="158926"/>
                </a:moveTo>
                <a:cubicBezTo>
                  <a:pt x="68537" y="158926"/>
                  <a:pt x="59597" y="149986"/>
                  <a:pt x="59597" y="139060"/>
                </a:cubicBezTo>
                <a:cubicBezTo>
                  <a:pt x="59597" y="128134"/>
                  <a:pt x="68537" y="119194"/>
                  <a:pt x="79463" y="119194"/>
                </a:cubicBezTo>
                <a:cubicBezTo>
                  <a:pt x="90389" y="119194"/>
                  <a:pt x="99329" y="128134"/>
                  <a:pt x="99329" y="139060"/>
                </a:cubicBezTo>
                <a:cubicBezTo>
                  <a:pt x="99329" y="149986"/>
                  <a:pt x="90389" y="158926"/>
                  <a:pt x="79463" y="158926"/>
                </a:cubicBezTo>
                <a:close/>
                <a:moveTo>
                  <a:pt x="110255" y="69530"/>
                </a:moveTo>
                <a:lnTo>
                  <a:pt x="48671" y="69530"/>
                </a:lnTo>
                <a:lnTo>
                  <a:pt x="48671" y="49664"/>
                </a:lnTo>
                <a:cubicBezTo>
                  <a:pt x="48671" y="32679"/>
                  <a:pt x="62478" y="18872"/>
                  <a:pt x="79463" y="18872"/>
                </a:cubicBezTo>
                <a:cubicBezTo>
                  <a:pt x="96448" y="18872"/>
                  <a:pt x="110255" y="32679"/>
                  <a:pt x="110255" y="49664"/>
                </a:cubicBezTo>
                <a:lnTo>
                  <a:pt x="110255" y="69530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58" name="!!text-5b8" descr="交易密碼"/>
          <p:cNvSpPr txBox="1"/>
          <p:nvPr/>
        </p:nvSpPr>
        <p:spPr>
          <a:xfrm>
            <a:off x="2365985" y="2494632"/>
            <a:ext cx="712770" cy="24002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05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交易密碼</a:t>
            </a:r>
            <a:endParaRPr lang="zh-TW" sz="1305"/>
          </a:p>
        </p:txBody>
      </p:sp>
      <p:sp>
        <p:nvSpPr>
          <p:cNvPr id="59" name="!!text-5bd" descr="結帳時輸入 6 位數字"/>
          <p:cNvSpPr txBox="1"/>
          <p:nvPr/>
        </p:nvSpPr>
        <p:spPr>
          <a:xfrm>
            <a:off x="2365985" y="2753728"/>
            <a:ext cx="1304828" cy="2030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04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結帳時輸入 6 位數字</a:t>
            </a:r>
            <a:endParaRPr lang="zh-TW" sz="1104"/>
          </a:p>
        </p:txBody>
      </p:sp>
      <p:sp>
        <p:nvSpPr>
          <p:cNvPr id="60" name="!!rect-5bn"/>
          <p:cNvSpPr/>
          <p:nvPr/>
        </p:nvSpPr>
        <p:spPr>
          <a:xfrm>
            <a:off x="1575435" y="2355393"/>
            <a:ext cx="3825240" cy="765048"/>
          </a:xfrm>
          <a:prstGeom prst="roundRect">
            <a:avLst>
              <a:gd name="adj" fmla="val 20000"/>
            </a:avLst>
          </a:prstGeom>
          <a:noFill/>
          <a:ln w="19126" cap="flat">
            <a:solidFill>
              <a:srgbClr val="627D8D"/>
            </a:solidFill>
            <a:prstDash val="solid"/>
            <a:miter lim="800000"/>
          </a:ln>
        </p:spPr>
      </p:sp>
      <p:sp>
        <p:nvSpPr>
          <p:cNvPr id="61" name="!!rect-5bt"/>
          <p:cNvSpPr/>
          <p:nvPr/>
        </p:nvSpPr>
        <p:spPr>
          <a:xfrm>
            <a:off x="1511681" y="3298952"/>
            <a:ext cx="3952748" cy="943559"/>
          </a:xfrm>
          <a:prstGeom prst="roundRect">
            <a:avLst>
              <a:gd name="adj" fmla="val 20690"/>
            </a:avLst>
          </a:prstGeom>
          <a:solidFill>
            <a:srgbClr val="0B1A26">
              <a:alpha val="12000"/>
            </a:srgbClr>
          </a:solidFill>
          <a:ln>
            <a:noFill/>
          </a:ln>
          <a:effectLst>
            <a:softEdge rad="224414"/>
          </a:effectLst>
        </p:spPr>
      </p:sp>
      <p:sp>
        <p:nvSpPr>
          <p:cNvPr id="62" name="!!rect-5bu"/>
          <p:cNvSpPr/>
          <p:nvPr/>
        </p:nvSpPr>
        <p:spPr>
          <a:xfrm>
            <a:off x="1575435" y="3311703"/>
            <a:ext cx="3825240" cy="76504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75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63" name="!!circle-5bv"/>
          <p:cNvSpPr/>
          <p:nvPr/>
        </p:nvSpPr>
        <p:spPr>
          <a:xfrm>
            <a:off x="1779448" y="3477463"/>
            <a:ext cx="433527" cy="433527"/>
          </a:xfrm>
          <a:prstGeom prst="ellipse">
            <a:avLst/>
          </a:prstGeom>
          <a:solidFill>
            <a:srgbClr val="627D8D">
              <a:alpha val="12000"/>
            </a:srgbClr>
          </a:solidFill>
          <a:ln>
            <a:noFill/>
          </a:ln>
        </p:spPr>
      </p:sp>
      <p:sp>
        <p:nvSpPr>
          <p:cNvPr id="64" name="!!path-5bw"/>
          <p:cNvSpPr/>
          <p:nvPr/>
        </p:nvSpPr>
        <p:spPr>
          <a:xfrm>
            <a:off x="1906095" y="3594873"/>
            <a:ext cx="180083" cy="198657"/>
          </a:xfrm>
          <a:custGeom>
            <a:avLst/>
            <a:gdLst/>
            <a:ahLst/>
            <a:cxnLst/>
            <a:rect l="l" t="t" r="r" b="b"/>
            <a:pathLst>
              <a:path w="180083" h="198657">
                <a:moveTo>
                  <a:pt x="147801" y="24534"/>
                </a:moveTo>
                <a:cubicBezTo>
                  <a:pt x="147007" y="24534"/>
                  <a:pt x="146212" y="24336"/>
                  <a:pt x="145517" y="23938"/>
                </a:cubicBezTo>
                <a:cubicBezTo>
                  <a:pt x="126445" y="14105"/>
                  <a:pt x="109957" y="9933"/>
                  <a:pt x="90190" y="9933"/>
                </a:cubicBezTo>
                <a:cubicBezTo>
                  <a:pt x="70523" y="9933"/>
                  <a:pt x="51850" y="14601"/>
                  <a:pt x="34864" y="23938"/>
                </a:cubicBezTo>
                <a:cubicBezTo>
                  <a:pt x="32480" y="25229"/>
                  <a:pt x="29501" y="24336"/>
                  <a:pt x="28110" y="21952"/>
                </a:cubicBezTo>
                <a:cubicBezTo>
                  <a:pt x="26819" y="19568"/>
                  <a:pt x="27713" y="16489"/>
                  <a:pt x="30097" y="15197"/>
                </a:cubicBezTo>
                <a:cubicBezTo>
                  <a:pt x="48572" y="5165"/>
                  <a:pt x="68835" y="0"/>
                  <a:pt x="90190" y="0"/>
                </a:cubicBezTo>
                <a:cubicBezTo>
                  <a:pt x="111348" y="0"/>
                  <a:pt x="129823" y="4668"/>
                  <a:pt x="150086" y="15098"/>
                </a:cubicBezTo>
                <a:cubicBezTo>
                  <a:pt x="152569" y="16389"/>
                  <a:pt x="153463" y="19369"/>
                  <a:pt x="152172" y="21753"/>
                </a:cubicBezTo>
                <a:cubicBezTo>
                  <a:pt x="151278" y="23541"/>
                  <a:pt x="149589" y="24534"/>
                  <a:pt x="147801" y="24534"/>
                </a:cubicBezTo>
                <a:close/>
                <a:moveTo>
                  <a:pt x="5662" y="76682"/>
                </a:moveTo>
                <a:cubicBezTo>
                  <a:pt x="4668" y="76682"/>
                  <a:pt x="3675" y="76384"/>
                  <a:pt x="2781" y="75788"/>
                </a:cubicBezTo>
                <a:cubicBezTo>
                  <a:pt x="497" y="74199"/>
                  <a:pt x="0" y="71119"/>
                  <a:pt x="1589" y="68835"/>
                </a:cubicBezTo>
                <a:cubicBezTo>
                  <a:pt x="11423" y="54929"/>
                  <a:pt x="23938" y="44003"/>
                  <a:pt x="38838" y="36354"/>
                </a:cubicBezTo>
                <a:cubicBezTo>
                  <a:pt x="70027" y="20263"/>
                  <a:pt x="109957" y="20164"/>
                  <a:pt x="141245" y="36255"/>
                </a:cubicBezTo>
                <a:cubicBezTo>
                  <a:pt x="156145" y="43903"/>
                  <a:pt x="168660" y="54730"/>
                  <a:pt x="178494" y="68537"/>
                </a:cubicBezTo>
                <a:cubicBezTo>
                  <a:pt x="180083" y="70722"/>
                  <a:pt x="179586" y="73901"/>
                  <a:pt x="177302" y="75490"/>
                </a:cubicBezTo>
                <a:cubicBezTo>
                  <a:pt x="175017" y="77079"/>
                  <a:pt x="171938" y="76582"/>
                  <a:pt x="170349" y="74298"/>
                </a:cubicBezTo>
                <a:cubicBezTo>
                  <a:pt x="161409" y="61782"/>
                  <a:pt x="150086" y="51949"/>
                  <a:pt x="136676" y="45095"/>
                </a:cubicBezTo>
                <a:cubicBezTo>
                  <a:pt x="108169" y="30494"/>
                  <a:pt x="71715" y="30494"/>
                  <a:pt x="43307" y="45195"/>
                </a:cubicBezTo>
                <a:cubicBezTo>
                  <a:pt x="29799" y="52148"/>
                  <a:pt x="18475" y="62080"/>
                  <a:pt x="9536" y="74596"/>
                </a:cubicBezTo>
                <a:cubicBezTo>
                  <a:pt x="8741" y="75986"/>
                  <a:pt x="7251" y="76682"/>
                  <a:pt x="5662" y="76682"/>
                </a:cubicBezTo>
                <a:close/>
                <a:moveTo>
                  <a:pt x="67742" y="196572"/>
                </a:moveTo>
                <a:cubicBezTo>
                  <a:pt x="66451" y="196572"/>
                  <a:pt x="65160" y="196075"/>
                  <a:pt x="64266" y="195082"/>
                </a:cubicBezTo>
                <a:cubicBezTo>
                  <a:pt x="55624" y="186440"/>
                  <a:pt x="50956" y="180878"/>
                  <a:pt x="44301" y="168859"/>
                </a:cubicBezTo>
                <a:cubicBezTo>
                  <a:pt x="37447" y="156641"/>
                  <a:pt x="33871" y="141742"/>
                  <a:pt x="33871" y="125750"/>
                </a:cubicBezTo>
                <a:cubicBezTo>
                  <a:pt x="33871" y="96250"/>
                  <a:pt x="59101" y="72212"/>
                  <a:pt x="90091" y="72212"/>
                </a:cubicBezTo>
                <a:cubicBezTo>
                  <a:pt x="121082" y="72212"/>
                  <a:pt x="146311" y="96250"/>
                  <a:pt x="146311" y="125750"/>
                </a:cubicBezTo>
                <a:cubicBezTo>
                  <a:pt x="146311" y="128531"/>
                  <a:pt x="144126" y="130717"/>
                  <a:pt x="141345" y="130717"/>
                </a:cubicBezTo>
                <a:cubicBezTo>
                  <a:pt x="138564" y="130717"/>
                  <a:pt x="136378" y="128531"/>
                  <a:pt x="136378" y="125750"/>
                </a:cubicBezTo>
                <a:cubicBezTo>
                  <a:pt x="136378" y="101713"/>
                  <a:pt x="115619" y="82145"/>
                  <a:pt x="90091" y="82145"/>
                </a:cubicBezTo>
                <a:cubicBezTo>
                  <a:pt x="64564" y="82145"/>
                  <a:pt x="43804" y="101713"/>
                  <a:pt x="43804" y="125750"/>
                </a:cubicBezTo>
                <a:cubicBezTo>
                  <a:pt x="43804" y="140054"/>
                  <a:pt x="46982" y="153264"/>
                  <a:pt x="53042" y="163992"/>
                </a:cubicBezTo>
                <a:cubicBezTo>
                  <a:pt x="59399" y="175415"/>
                  <a:pt x="63769" y="180282"/>
                  <a:pt x="71417" y="188029"/>
                </a:cubicBezTo>
                <a:cubicBezTo>
                  <a:pt x="73305" y="190016"/>
                  <a:pt x="73305" y="193095"/>
                  <a:pt x="71417" y="195082"/>
                </a:cubicBezTo>
                <a:cubicBezTo>
                  <a:pt x="70325" y="196075"/>
                  <a:pt x="69033" y="196572"/>
                  <a:pt x="67742" y="196572"/>
                </a:cubicBezTo>
                <a:close/>
                <a:moveTo>
                  <a:pt x="138961" y="178196"/>
                </a:moveTo>
                <a:cubicBezTo>
                  <a:pt x="127141" y="178196"/>
                  <a:pt x="116711" y="175216"/>
                  <a:pt x="108169" y="169355"/>
                </a:cubicBezTo>
                <a:cubicBezTo>
                  <a:pt x="93369" y="159323"/>
                  <a:pt x="84529" y="143033"/>
                  <a:pt x="84529" y="125750"/>
                </a:cubicBezTo>
                <a:cubicBezTo>
                  <a:pt x="84529" y="122969"/>
                  <a:pt x="86714" y="120784"/>
                  <a:pt x="89495" y="120784"/>
                </a:cubicBezTo>
                <a:cubicBezTo>
                  <a:pt x="92276" y="120784"/>
                  <a:pt x="94462" y="122969"/>
                  <a:pt x="94462" y="125750"/>
                </a:cubicBezTo>
                <a:cubicBezTo>
                  <a:pt x="94462" y="139756"/>
                  <a:pt x="101613" y="152966"/>
                  <a:pt x="113731" y="161111"/>
                </a:cubicBezTo>
                <a:cubicBezTo>
                  <a:pt x="120784" y="165879"/>
                  <a:pt x="129028" y="168164"/>
                  <a:pt x="138961" y="168164"/>
                </a:cubicBezTo>
                <a:cubicBezTo>
                  <a:pt x="141345" y="168164"/>
                  <a:pt x="145318" y="167866"/>
                  <a:pt x="149291" y="167170"/>
                </a:cubicBezTo>
                <a:cubicBezTo>
                  <a:pt x="151973" y="166674"/>
                  <a:pt x="154556" y="168462"/>
                  <a:pt x="155052" y="171243"/>
                </a:cubicBezTo>
                <a:cubicBezTo>
                  <a:pt x="155549" y="173925"/>
                  <a:pt x="153761" y="176507"/>
                  <a:pt x="150980" y="177004"/>
                </a:cubicBezTo>
                <a:cubicBezTo>
                  <a:pt x="145318" y="178096"/>
                  <a:pt x="140351" y="178196"/>
                  <a:pt x="138961" y="178196"/>
                </a:cubicBezTo>
                <a:close/>
                <a:moveTo>
                  <a:pt x="118996" y="198657"/>
                </a:moveTo>
                <a:cubicBezTo>
                  <a:pt x="118599" y="198657"/>
                  <a:pt x="118102" y="198558"/>
                  <a:pt x="117705" y="198459"/>
                </a:cubicBezTo>
                <a:cubicBezTo>
                  <a:pt x="101911" y="194088"/>
                  <a:pt x="91581" y="188228"/>
                  <a:pt x="80754" y="177600"/>
                </a:cubicBezTo>
                <a:cubicBezTo>
                  <a:pt x="66848" y="163793"/>
                  <a:pt x="59200" y="145417"/>
                  <a:pt x="59200" y="125750"/>
                </a:cubicBezTo>
                <a:cubicBezTo>
                  <a:pt x="59200" y="109659"/>
                  <a:pt x="72907" y="96548"/>
                  <a:pt x="89793" y="96548"/>
                </a:cubicBezTo>
                <a:cubicBezTo>
                  <a:pt x="106679" y="96548"/>
                  <a:pt x="120386" y="109659"/>
                  <a:pt x="120386" y="125750"/>
                </a:cubicBezTo>
                <a:cubicBezTo>
                  <a:pt x="120386" y="136378"/>
                  <a:pt x="129624" y="145020"/>
                  <a:pt x="141047" y="145020"/>
                </a:cubicBezTo>
                <a:cubicBezTo>
                  <a:pt x="152470" y="145020"/>
                  <a:pt x="161707" y="136378"/>
                  <a:pt x="161707" y="125750"/>
                </a:cubicBezTo>
                <a:cubicBezTo>
                  <a:pt x="161707" y="88303"/>
                  <a:pt x="129425" y="57909"/>
                  <a:pt x="89694" y="57909"/>
                </a:cubicBezTo>
                <a:cubicBezTo>
                  <a:pt x="61484" y="57909"/>
                  <a:pt x="35659" y="73603"/>
                  <a:pt x="24038" y="97938"/>
                </a:cubicBezTo>
                <a:cubicBezTo>
                  <a:pt x="20164" y="105984"/>
                  <a:pt x="18177" y="115420"/>
                  <a:pt x="18177" y="125750"/>
                </a:cubicBezTo>
                <a:cubicBezTo>
                  <a:pt x="18177" y="133498"/>
                  <a:pt x="18872" y="145715"/>
                  <a:pt x="24832" y="161608"/>
                </a:cubicBezTo>
                <a:cubicBezTo>
                  <a:pt x="25825" y="164190"/>
                  <a:pt x="24534" y="167071"/>
                  <a:pt x="21952" y="167965"/>
                </a:cubicBezTo>
                <a:cubicBezTo>
                  <a:pt x="19369" y="168958"/>
                  <a:pt x="16489" y="167568"/>
                  <a:pt x="15595" y="165084"/>
                </a:cubicBezTo>
                <a:cubicBezTo>
                  <a:pt x="10728" y="152072"/>
                  <a:pt x="8344" y="139160"/>
                  <a:pt x="8344" y="125750"/>
                </a:cubicBezTo>
                <a:cubicBezTo>
                  <a:pt x="8344" y="113831"/>
                  <a:pt x="10628" y="103004"/>
                  <a:pt x="15098" y="93568"/>
                </a:cubicBezTo>
                <a:cubicBezTo>
                  <a:pt x="28309" y="65855"/>
                  <a:pt x="57611" y="47876"/>
                  <a:pt x="89694" y="47876"/>
                </a:cubicBezTo>
                <a:cubicBezTo>
                  <a:pt x="134888" y="47876"/>
                  <a:pt x="171640" y="82741"/>
                  <a:pt x="171640" y="125651"/>
                </a:cubicBezTo>
                <a:cubicBezTo>
                  <a:pt x="171640" y="141742"/>
                  <a:pt x="157933" y="154853"/>
                  <a:pt x="141047" y="154853"/>
                </a:cubicBezTo>
                <a:cubicBezTo>
                  <a:pt x="124161" y="154853"/>
                  <a:pt x="110454" y="141742"/>
                  <a:pt x="110454" y="125651"/>
                </a:cubicBezTo>
                <a:cubicBezTo>
                  <a:pt x="110454" y="115023"/>
                  <a:pt x="101216" y="106381"/>
                  <a:pt x="89793" y="106381"/>
                </a:cubicBezTo>
                <a:cubicBezTo>
                  <a:pt x="78370" y="106381"/>
                  <a:pt x="69133" y="115023"/>
                  <a:pt x="69133" y="125651"/>
                </a:cubicBezTo>
                <a:cubicBezTo>
                  <a:pt x="69133" y="142636"/>
                  <a:pt x="75688" y="158529"/>
                  <a:pt x="87707" y="170448"/>
                </a:cubicBezTo>
                <a:cubicBezTo>
                  <a:pt x="97144" y="179785"/>
                  <a:pt x="106182" y="184950"/>
                  <a:pt x="120188" y="188824"/>
                </a:cubicBezTo>
                <a:cubicBezTo>
                  <a:pt x="122870" y="189519"/>
                  <a:pt x="124360" y="192300"/>
                  <a:pt x="123664" y="194883"/>
                </a:cubicBezTo>
                <a:cubicBezTo>
                  <a:pt x="123168" y="197168"/>
                  <a:pt x="121082" y="198657"/>
                  <a:pt x="118996" y="198657"/>
                </a:cubicBez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65" name="!!text-5bx" descr="生物辨識付款"/>
          <p:cNvSpPr txBox="1"/>
          <p:nvPr/>
        </p:nvSpPr>
        <p:spPr>
          <a:xfrm>
            <a:off x="2365985" y="3450942"/>
            <a:ext cx="1044290" cy="24002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05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生物辨識付款</a:t>
            </a:r>
            <a:endParaRPr lang="zh-TW" sz="1305"/>
          </a:p>
        </p:txBody>
      </p:sp>
      <p:sp>
        <p:nvSpPr>
          <p:cNvPr id="66" name="!!text-5c4" descr="辨識失敗時改用交易密碼"/>
          <p:cNvSpPr txBox="1"/>
          <p:nvPr/>
        </p:nvSpPr>
        <p:spPr>
          <a:xfrm>
            <a:off x="2365985" y="3710038"/>
            <a:ext cx="1584924" cy="2030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04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辨識失敗時改用交易密碼</a:t>
            </a:r>
            <a:endParaRPr lang="zh-TW" sz="1104"/>
          </a:p>
        </p:txBody>
      </p:sp>
      <p:sp>
        <p:nvSpPr>
          <p:cNvPr id="67" name="!!rect-5ck"/>
          <p:cNvSpPr/>
          <p:nvPr/>
        </p:nvSpPr>
        <p:spPr>
          <a:xfrm>
            <a:off x="1511681" y="4255262"/>
            <a:ext cx="3952748" cy="943559"/>
          </a:xfrm>
          <a:prstGeom prst="roundRect">
            <a:avLst>
              <a:gd name="adj" fmla="val 20690"/>
            </a:avLst>
          </a:prstGeom>
          <a:solidFill>
            <a:srgbClr val="0B1A26">
              <a:alpha val="12000"/>
            </a:srgbClr>
          </a:solidFill>
          <a:ln>
            <a:noFill/>
          </a:ln>
          <a:effectLst>
            <a:softEdge rad="224414"/>
          </a:effectLst>
        </p:spPr>
      </p:sp>
      <p:sp>
        <p:nvSpPr>
          <p:cNvPr id="68" name="!!rect-5cl"/>
          <p:cNvSpPr/>
          <p:nvPr/>
        </p:nvSpPr>
        <p:spPr>
          <a:xfrm>
            <a:off x="1575435" y="4268013"/>
            <a:ext cx="3825240" cy="76504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75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69" name="!!circle-5cm"/>
          <p:cNvSpPr/>
          <p:nvPr/>
        </p:nvSpPr>
        <p:spPr>
          <a:xfrm>
            <a:off x="1779448" y="4433773"/>
            <a:ext cx="433527" cy="433527"/>
          </a:xfrm>
          <a:prstGeom prst="ellipse">
            <a:avLst/>
          </a:prstGeom>
          <a:solidFill>
            <a:srgbClr val="627D8D">
              <a:alpha val="12000"/>
            </a:srgbClr>
          </a:solidFill>
          <a:ln>
            <a:noFill/>
          </a:ln>
        </p:spPr>
      </p:sp>
      <p:sp>
        <p:nvSpPr>
          <p:cNvPr id="70" name="!!path-5cn"/>
          <p:cNvSpPr/>
          <p:nvPr/>
        </p:nvSpPr>
        <p:spPr>
          <a:xfrm>
            <a:off x="1886924" y="4590914"/>
            <a:ext cx="218523" cy="119194"/>
          </a:xfrm>
          <a:custGeom>
            <a:avLst/>
            <a:gdLst/>
            <a:ahLst/>
            <a:cxnLst/>
            <a:rect l="l" t="t" r="r" b="b"/>
            <a:pathLst>
              <a:path w="218523" h="119194">
                <a:moveTo>
                  <a:pt x="115718" y="39731"/>
                </a:moveTo>
                <a:cubicBezTo>
                  <a:pt x="107573" y="16588"/>
                  <a:pt x="85522" y="0"/>
                  <a:pt x="59597" y="0"/>
                </a:cubicBezTo>
                <a:cubicBezTo>
                  <a:pt x="26719" y="0"/>
                  <a:pt x="0" y="26719"/>
                  <a:pt x="0" y="59597"/>
                </a:cubicBezTo>
                <a:cubicBezTo>
                  <a:pt x="0" y="92475"/>
                  <a:pt x="26719" y="119194"/>
                  <a:pt x="59597" y="119194"/>
                </a:cubicBezTo>
                <a:cubicBezTo>
                  <a:pt x="85522" y="119194"/>
                  <a:pt x="107573" y="102607"/>
                  <a:pt x="115718" y="79463"/>
                </a:cubicBezTo>
                <a:lnTo>
                  <a:pt x="158926" y="79463"/>
                </a:lnTo>
                <a:lnTo>
                  <a:pt x="158926" y="119194"/>
                </a:lnTo>
                <a:lnTo>
                  <a:pt x="198657" y="119194"/>
                </a:lnTo>
                <a:lnTo>
                  <a:pt x="198657" y="79463"/>
                </a:lnTo>
                <a:lnTo>
                  <a:pt x="218523" y="79463"/>
                </a:lnTo>
                <a:lnTo>
                  <a:pt x="218523" y="39731"/>
                </a:lnTo>
                <a:lnTo>
                  <a:pt x="115718" y="39731"/>
                </a:lnTo>
                <a:close/>
                <a:moveTo>
                  <a:pt x="59597" y="79463"/>
                </a:moveTo>
                <a:cubicBezTo>
                  <a:pt x="48671" y="79463"/>
                  <a:pt x="39731" y="70523"/>
                  <a:pt x="39731" y="59597"/>
                </a:cubicBezTo>
                <a:cubicBezTo>
                  <a:pt x="39731" y="48671"/>
                  <a:pt x="48671" y="39731"/>
                  <a:pt x="59597" y="39731"/>
                </a:cubicBezTo>
                <a:cubicBezTo>
                  <a:pt x="70523" y="39731"/>
                  <a:pt x="79463" y="48671"/>
                  <a:pt x="79463" y="59597"/>
                </a:cubicBezTo>
                <a:cubicBezTo>
                  <a:pt x="79463" y="70523"/>
                  <a:pt x="70523" y="79463"/>
                  <a:pt x="59597" y="79463"/>
                </a:cubicBez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71" name="!!text-5co" descr="通行密鑰登入"/>
          <p:cNvSpPr txBox="1"/>
          <p:nvPr/>
        </p:nvSpPr>
        <p:spPr>
          <a:xfrm>
            <a:off x="2365985" y="4407252"/>
            <a:ext cx="1044290" cy="24002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05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通行密鑰登入</a:t>
            </a:r>
            <a:endParaRPr lang="zh-TW" sz="1305"/>
          </a:p>
        </p:txBody>
      </p:sp>
      <p:sp>
        <p:nvSpPr>
          <p:cNvPr id="72" name="!!text-5cv" descr="海嫄的 iPhone・免輸入密碼"/>
          <p:cNvSpPr txBox="1"/>
          <p:nvPr/>
        </p:nvSpPr>
        <p:spPr>
          <a:xfrm>
            <a:off x="2365985" y="4666348"/>
            <a:ext cx="1796575" cy="2030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04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海嫄的 iPhone・免輸入密碼</a:t>
            </a:r>
            <a:endParaRPr lang="zh-TW" sz="1104"/>
          </a:p>
        </p:txBody>
      </p:sp>
      <p:sp>
        <p:nvSpPr>
          <p:cNvPr id="73" name="!!rect-8qy"/>
          <p:cNvSpPr/>
          <p:nvPr/>
        </p:nvSpPr>
        <p:spPr>
          <a:xfrm>
            <a:off x="8521700" y="660400"/>
            <a:ext cx="2933700" cy="6121400"/>
          </a:xfrm>
          <a:prstGeom prst="roundRect">
            <a:avLst>
              <a:gd name="adj" fmla="val 18020"/>
            </a:avLst>
          </a:prstGeom>
          <a:solidFill>
            <a:srgbClr val="0B1A26">
              <a:alpha val="30000"/>
            </a:srgbClr>
          </a:solidFill>
          <a:ln>
            <a:noFill/>
          </a:ln>
          <a:effectLst>
            <a:softEdge rad="474980"/>
          </a:effectLst>
        </p:spPr>
      </p:sp>
      <p:sp>
        <p:nvSpPr>
          <p:cNvPr id="74" name="!!rect-8qz"/>
          <p:cNvSpPr/>
          <p:nvPr/>
        </p:nvSpPr>
        <p:spPr>
          <a:xfrm>
            <a:off x="8591550" y="527050"/>
            <a:ext cx="2794000" cy="5829300"/>
          </a:xfrm>
          <a:prstGeom prst="roundRect">
            <a:avLst>
              <a:gd name="adj" fmla="val 16825"/>
            </a:avLst>
          </a:prstGeom>
          <a:solidFill>
            <a:srgbClr val="0B1A26">
              <a:alpha val="16000"/>
            </a:srgbClr>
          </a:solidFill>
          <a:ln>
            <a:noFill/>
          </a:ln>
          <a:effectLst>
            <a:softEdge rad="125730"/>
          </a:effectLst>
        </p:spPr>
      </p:sp>
      <p:sp>
        <p:nvSpPr>
          <p:cNvPr id="75" name="!!rect-8r0"/>
          <p:cNvSpPr/>
          <p:nvPr/>
        </p:nvSpPr>
        <p:spPr>
          <a:xfrm>
            <a:off x="8590280" y="1676400"/>
            <a:ext cx="31750" cy="2159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76" name="!!rect-8r1"/>
          <p:cNvSpPr/>
          <p:nvPr/>
        </p:nvSpPr>
        <p:spPr>
          <a:xfrm>
            <a:off x="8590280" y="2108200"/>
            <a:ext cx="31750" cy="4064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77" name="!!rect-8r2"/>
          <p:cNvSpPr/>
          <p:nvPr/>
        </p:nvSpPr>
        <p:spPr>
          <a:xfrm>
            <a:off x="8590280" y="2603500"/>
            <a:ext cx="31750" cy="4064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78" name="!!rect-8r3"/>
          <p:cNvSpPr/>
          <p:nvPr/>
        </p:nvSpPr>
        <p:spPr>
          <a:xfrm>
            <a:off x="11355070" y="2260600"/>
            <a:ext cx="31750" cy="6350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79" name="!!rect-8r4"/>
          <p:cNvSpPr/>
          <p:nvPr/>
        </p:nvSpPr>
        <p:spPr>
          <a:xfrm>
            <a:off x="11357610" y="4114800"/>
            <a:ext cx="25400" cy="419100"/>
          </a:xfrm>
          <a:prstGeom prst="roundRect">
            <a:avLst>
              <a:gd name="adj" fmla="val 50000"/>
            </a:avLst>
          </a:prstGeom>
          <a:solidFill>
            <a:srgbClr val="8795A0"/>
          </a:solidFill>
          <a:ln>
            <a:noFill/>
          </a:ln>
        </p:spPr>
      </p:sp>
      <p:sp>
        <p:nvSpPr>
          <p:cNvPr id="80" name="!!rect-8r5"/>
          <p:cNvSpPr/>
          <p:nvPr/>
        </p:nvSpPr>
        <p:spPr>
          <a:xfrm>
            <a:off x="8610600" y="508000"/>
            <a:ext cx="2755900" cy="5753100"/>
          </a:xfrm>
          <a:prstGeom prst="roundRect">
            <a:avLst>
              <a:gd name="adj" fmla="val 16359"/>
            </a:avLst>
          </a:prstGeom>
          <a:gradFill rotWithShape="1">
            <a:gsLst>
              <a:gs pos="0">
                <a:srgbClr val="FBFCFD"/>
              </a:gs>
              <a:gs pos="18000">
                <a:srgbClr val="DDE5EB"/>
              </a:gs>
              <a:gs pos="46000">
                <a:srgbClr val="B4C2CC"/>
              </a:gs>
              <a:gs pos="62000">
                <a:srgbClr val="D3DCE3"/>
              </a:gs>
              <a:gs pos="84000">
                <a:srgbClr val="A9B8C3"/>
              </a:gs>
              <a:gs pos="100000">
                <a:srgbClr val="E8EEF2"/>
              </a:gs>
              <a:gs pos="100000">
                <a:srgbClr val="E8EEF2"/>
              </a:gs>
            </a:gsLst>
            <a:lin ang="3864255" scaled="0"/>
          </a:gradFill>
          <a:ln>
            <a:noFill/>
          </a:ln>
        </p:spPr>
      </p:sp>
      <p:sp>
        <p:nvSpPr>
          <p:cNvPr id="81" name="!!rect-8r6"/>
          <p:cNvSpPr/>
          <p:nvPr/>
        </p:nvSpPr>
        <p:spPr>
          <a:xfrm>
            <a:off x="8614410" y="511810"/>
            <a:ext cx="2748280" cy="5745480"/>
          </a:xfrm>
          <a:prstGeom prst="roundRect">
            <a:avLst>
              <a:gd name="adj" fmla="val 16266"/>
            </a:avLst>
          </a:prstGeom>
          <a:noFill/>
          <a:ln w="7620" cap="flat">
            <a:solidFill>
              <a:srgbClr val="7F8F9B">
                <a:alpha val="55000"/>
              </a:srgbClr>
            </a:solidFill>
            <a:prstDash val="solid"/>
            <a:miter lim="800000"/>
          </a:ln>
        </p:spPr>
      </p:sp>
      <p:sp>
        <p:nvSpPr>
          <p:cNvPr id="82" name="!!rect-8r7"/>
          <p:cNvSpPr/>
          <p:nvPr/>
        </p:nvSpPr>
        <p:spPr>
          <a:xfrm>
            <a:off x="8637270" y="534670"/>
            <a:ext cx="2702560" cy="5699760"/>
          </a:xfrm>
          <a:prstGeom prst="roundRect">
            <a:avLst>
              <a:gd name="adj" fmla="val 15695"/>
            </a:avLst>
          </a:prstGeom>
          <a:noFill/>
          <a:ln w="8890" cap="flat">
            <a:solidFill>
              <a:srgbClr val="FFFFFF">
                <a:alpha val="75000"/>
              </a:srgbClr>
            </a:solidFill>
            <a:prstDash val="solid"/>
            <a:miter lim="800000"/>
          </a:ln>
        </p:spPr>
      </p:sp>
      <p:sp>
        <p:nvSpPr>
          <p:cNvPr id="83" name="!!rect-8r8"/>
          <p:cNvSpPr/>
          <p:nvPr/>
        </p:nvSpPr>
        <p:spPr>
          <a:xfrm>
            <a:off x="8664575" y="561975"/>
            <a:ext cx="2647950" cy="5645150"/>
          </a:xfrm>
          <a:prstGeom prst="roundRect">
            <a:avLst>
              <a:gd name="adj" fmla="val 14988"/>
            </a:avLst>
          </a:prstGeom>
          <a:solidFill>
            <a:srgbClr val="050608"/>
          </a:solidFill>
          <a:ln>
            <a:noFill/>
          </a:ln>
        </p:spPr>
      </p:sp>
      <p:sp>
        <p:nvSpPr>
          <p:cNvPr id="84" name="!!rect-8ra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solidFill>
            <a:srgbClr val="F3F5F7"/>
          </a:solidFill>
          <a:ln>
            <a:noFill/>
          </a:ln>
        </p:spPr>
      </p:sp>
      <p:sp>
        <p:nvSpPr>
          <p:cNvPr id="85" name="!!rect-8rd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solidFill>
            <a:srgbClr val="F3F5F7"/>
          </a:solidFill>
          <a:ln>
            <a:noFill/>
          </a:ln>
        </p:spPr>
      </p:sp>
      <p:sp>
        <p:nvSpPr>
          <p:cNvPr id="86" name="!!rect-8re"/>
          <p:cNvSpPr/>
          <p:nvPr/>
        </p:nvSpPr>
        <p:spPr>
          <a:xfrm>
            <a:off x="8813800" y="1466850"/>
            <a:ext cx="2349500" cy="6604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87" name="!!rect-8rf"/>
          <p:cNvSpPr/>
          <p:nvPr/>
        </p:nvSpPr>
        <p:spPr>
          <a:xfrm>
            <a:off x="8915400" y="1689100"/>
            <a:ext cx="127000" cy="127000"/>
          </a:xfrm>
          <a:prstGeom prst="roundRect">
            <a:avLst>
              <a:gd name="adj" fmla="val 25000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88" name="!!path-8rg"/>
          <p:cNvSpPr/>
          <p:nvPr/>
        </p:nvSpPr>
        <p:spPr>
          <a:xfrm>
            <a:off x="8940800" y="1729105"/>
            <a:ext cx="76200" cy="52070"/>
          </a:xfrm>
          <a:custGeom>
            <a:avLst/>
            <a:gdLst/>
            <a:ahLst/>
            <a:cxnLst/>
            <a:rect l="l" t="t" r="r" b="b"/>
            <a:pathLst>
              <a:path w="76200" h="52070" fill="none">
                <a:moveTo>
                  <a:pt x="0" y="26670"/>
                </a:moveTo>
                <a:lnTo>
                  <a:pt x="25400" y="52070"/>
                </a:lnTo>
                <a:lnTo>
                  <a:pt x="76200" y="0"/>
                </a:lnTo>
              </a:path>
            </a:pathLst>
          </a:custGeom>
          <a:noFill/>
          <a:ln w="13970" cap="rnd">
            <a:solidFill>
              <a:srgbClr val="FFFFFF"/>
            </a:solidFill>
            <a:prstDash val="solid"/>
            <a:round/>
          </a:ln>
        </p:spPr>
      </p:sp>
      <p:sp>
        <p:nvSpPr>
          <p:cNvPr id="89" name="!!rect-8ri"/>
          <p:cNvSpPr/>
          <p:nvPr/>
        </p:nvSpPr>
        <p:spPr>
          <a:xfrm>
            <a:off x="9131300" y="1568450"/>
            <a:ext cx="330200" cy="457200"/>
          </a:xfrm>
          <a:prstGeom prst="roundRect">
            <a:avLst>
              <a:gd name="adj" fmla="val 11538"/>
            </a:avLst>
          </a:prstGeom>
          <a:gradFill rotWithShape="1">
            <a:gsLst>
              <a:gs pos="0">
                <a:srgbClr val="5D856F"/>
              </a:gs>
              <a:gs pos="100000">
                <a:srgbClr val="3F624F"/>
              </a:gs>
              <a:gs pos="100000">
                <a:srgbClr val="3F624F"/>
              </a:gs>
            </a:gsLst>
            <a:lin ang="3249741" scaled="0"/>
          </a:gradFill>
          <a:ln>
            <a:noFill/>
          </a:ln>
        </p:spPr>
      </p:sp>
      <p:sp>
        <p:nvSpPr>
          <p:cNvPr id="90" name="!!rect-8rj"/>
          <p:cNvSpPr/>
          <p:nvPr/>
        </p:nvSpPr>
        <p:spPr>
          <a:xfrm>
            <a:off x="9161018" y="1568450"/>
            <a:ext cx="16510" cy="457200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</p:spPr>
      </p:sp>
      <p:sp>
        <p:nvSpPr>
          <p:cNvPr id="91" name="!!rect-8rk"/>
          <p:cNvSpPr/>
          <p:nvPr/>
        </p:nvSpPr>
        <p:spPr>
          <a:xfrm>
            <a:off x="9213850" y="1650746"/>
            <a:ext cx="184912" cy="32004"/>
          </a:xfrm>
          <a:prstGeom prst="roundRect">
            <a:avLst>
              <a:gd name="adj" fmla="val 28571"/>
            </a:avLst>
          </a:prstGeom>
          <a:solidFill>
            <a:srgbClr val="E7D9B8"/>
          </a:solidFill>
          <a:ln>
            <a:noFill/>
          </a:ln>
        </p:spPr>
      </p:sp>
      <p:sp>
        <p:nvSpPr>
          <p:cNvPr id="92" name="!!rect-8rl"/>
          <p:cNvSpPr/>
          <p:nvPr/>
        </p:nvSpPr>
        <p:spPr>
          <a:xfrm>
            <a:off x="9213850" y="1705610"/>
            <a:ext cx="125476" cy="20574"/>
          </a:xfrm>
          <a:prstGeom prst="roundRect">
            <a:avLst>
              <a:gd name="adj" fmla="val 44444"/>
            </a:avLst>
          </a:prstGeom>
          <a:solidFill>
            <a:srgbClr val="E7D9B8">
              <a:alpha val="72000"/>
            </a:srgbClr>
          </a:solidFill>
          <a:ln>
            <a:noFill/>
          </a:ln>
        </p:spPr>
      </p:sp>
      <p:sp>
        <p:nvSpPr>
          <p:cNvPr id="93" name="!!rect-8rm"/>
          <p:cNvSpPr/>
          <p:nvPr/>
        </p:nvSpPr>
        <p:spPr>
          <a:xfrm>
            <a:off x="9213850" y="1934210"/>
            <a:ext cx="92456" cy="18288"/>
          </a:xfrm>
          <a:prstGeom prst="roundRect">
            <a:avLst>
              <a:gd name="adj" fmla="val 50000"/>
            </a:avLst>
          </a:prstGeom>
          <a:solidFill>
            <a:srgbClr val="E7D9B8">
              <a:alpha val="55000"/>
            </a:srgbClr>
          </a:solidFill>
          <a:ln>
            <a:noFill/>
          </a:ln>
        </p:spPr>
      </p:sp>
      <p:sp>
        <p:nvSpPr>
          <p:cNvPr id="94" name="!!text-8rn" descr="統計學概論"/>
          <p:cNvSpPr txBox="1"/>
          <p:nvPr/>
        </p:nvSpPr>
        <p:spPr>
          <a:xfrm>
            <a:off x="9550400" y="1591310"/>
            <a:ext cx="504825" cy="1379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統計學概論</a:t>
            </a:r>
            <a:endParaRPr lang="zh-TW" sz="750"/>
          </a:p>
        </p:txBody>
      </p:sp>
      <p:sp>
        <p:nvSpPr>
          <p:cNvPr id="95" name="!!path-8rt"/>
          <p:cNvSpPr/>
          <p:nvPr/>
        </p:nvSpPr>
        <p:spPr>
          <a:xfrm>
            <a:off x="9566275" y="1787525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31750" y="7541"/>
                </a:moveTo>
                <a:cubicBezTo>
                  <a:pt x="36354" y="7541"/>
                  <a:pt x="40084" y="11271"/>
                  <a:pt x="40084" y="15875"/>
                </a:cubicBezTo>
                <a:cubicBezTo>
                  <a:pt x="40084" y="20479"/>
                  <a:pt x="36354" y="24209"/>
                  <a:pt x="31750" y="24209"/>
                </a:cubicBezTo>
                <a:cubicBezTo>
                  <a:pt x="27146" y="24209"/>
                  <a:pt x="23416" y="20479"/>
                  <a:pt x="23416" y="15875"/>
                </a:cubicBezTo>
                <a:cubicBezTo>
                  <a:pt x="23416" y="11271"/>
                  <a:pt x="27146" y="7541"/>
                  <a:pt x="31750" y="7541"/>
                </a:cubicBezTo>
                <a:moveTo>
                  <a:pt x="31750" y="43259"/>
                </a:moveTo>
                <a:cubicBezTo>
                  <a:pt x="43537" y="43259"/>
                  <a:pt x="55959" y="49054"/>
                  <a:pt x="55959" y="51594"/>
                </a:cubicBezTo>
                <a:lnTo>
                  <a:pt x="55959" y="55959"/>
                </a:lnTo>
                <a:lnTo>
                  <a:pt x="7541" y="55959"/>
                </a:lnTo>
                <a:lnTo>
                  <a:pt x="7541" y="51594"/>
                </a:lnTo>
                <a:cubicBezTo>
                  <a:pt x="7541" y="49054"/>
                  <a:pt x="19963" y="43259"/>
                  <a:pt x="31750" y="43259"/>
                </a:cubicBezTo>
                <a:moveTo>
                  <a:pt x="31750" y="0"/>
                </a:moveTo>
                <a:cubicBezTo>
                  <a:pt x="22979" y="0"/>
                  <a:pt x="15875" y="7104"/>
                  <a:pt x="15875" y="15875"/>
                </a:cubicBezTo>
                <a:cubicBezTo>
                  <a:pt x="15875" y="24646"/>
                  <a:pt x="22979" y="31750"/>
                  <a:pt x="31750" y="31750"/>
                </a:cubicBezTo>
                <a:cubicBezTo>
                  <a:pt x="40521" y="31750"/>
                  <a:pt x="47625" y="24646"/>
                  <a:pt x="47625" y="15875"/>
                </a:cubicBezTo>
                <a:cubicBezTo>
                  <a:pt x="47625" y="7104"/>
                  <a:pt x="40521" y="0"/>
                  <a:pt x="31750" y="0"/>
                </a:cubicBezTo>
                <a:close/>
                <a:moveTo>
                  <a:pt x="31750" y="35719"/>
                </a:moveTo>
                <a:cubicBezTo>
                  <a:pt x="21153" y="35719"/>
                  <a:pt x="0" y="41037"/>
                  <a:pt x="0" y="51594"/>
                </a:cubicBezTo>
                <a:lnTo>
                  <a:pt x="0" y="63500"/>
                </a:lnTo>
                <a:lnTo>
                  <a:pt x="63500" y="63500"/>
                </a:lnTo>
                <a:lnTo>
                  <a:pt x="63500" y="51594"/>
                </a:lnTo>
                <a:cubicBezTo>
                  <a:pt x="63500" y="41037"/>
                  <a:pt x="42347" y="35719"/>
                  <a:pt x="31750" y="35719"/>
                </a:cubicBezTo>
                <a:close/>
              </a:path>
            </a:pathLst>
          </a:custGeom>
          <a:solidFill>
            <a:srgbClr val="5B6770"/>
          </a:solidFill>
          <a:ln>
            <a:noFill/>
          </a:ln>
        </p:spPr>
      </p:sp>
      <p:sp>
        <p:nvSpPr>
          <p:cNvPr id="96" name="!!text-8ru" descr="海嫄"/>
          <p:cNvSpPr txBox="1"/>
          <p:nvPr/>
        </p:nvSpPr>
        <p:spPr>
          <a:xfrm>
            <a:off x="9671050" y="1758442"/>
            <a:ext cx="189865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海嫄</a:t>
            </a:r>
            <a:endParaRPr lang="zh-TW" sz="650"/>
          </a:p>
        </p:txBody>
      </p:sp>
      <p:sp>
        <p:nvSpPr>
          <p:cNvPr id="97" name="!!text-8rx" descr="$280"/>
          <p:cNvSpPr txBox="1"/>
          <p:nvPr/>
        </p:nvSpPr>
        <p:spPr>
          <a:xfrm>
            <a:off x="9550400" y="1914144"/>
            <a:ext cx="273914" cy="14711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00" kern="0" dirty="0">
                <a:solidFill>
                  <a:srgbClr val="627D8D"/>
                </a:solidFill>
                <a:latin typeface="Noto Sans TC ExtraBold"/>
                <a:ea typeface="Noto Sans TC ExtraBold"/>
                <a:cs typeface="Noto Sans TC ExtraBold"/>
              </a:rPr>
              <a:t>$280</a:t>
            </a:r>
            <a:endParaRPr lang="zh-TW" sz="800"/>
          </a:p>
        </p:txBody>
      </p:sp>
      <p:sp>
        <p:nvSpPr>
          <p:cNvPr id="98" name="!!rect-8s3"/>
          <p:cNvSpPr/>
          <p:nvPr/>
        </p:nvSpPr>
        <p:spPr>
          <a:xfrm>
            <a:off x="10617200" y="1612900"/>
            <a:ext cx="381000" cy="120650"/>
          </a:xfrm>
          <a:prstGeom prst="roundRect">
            <a:avLst>
              <a:gd name="adj" fmla="val 31579"/>
            </a:avLst>
          </a:prstGeom>
          <a:solidFill>
            <a:srgbClr val="2E9E5B">
              <a:alpha val="14000"/>
            </a:srgbClr>
          </a:solidFill>
          <a:ln>
            <a:noFill/>
          </a:ln>
        </p:spPr>
      </p:sp>
      <p:sp>
        <p:nvSpPr>
          <p:cNvPr id="99" name="!!text-8s4" descr="已在書櫃"/>
          <p:cNvSpPr txBox="1"/>
          <p:nvPr/>
        </p:nvSpPr>
        <p:spPr>
          <a:xfrm>
            <a:off x="10668000" y="1617599"/>
            <a:ext cx="300355" cy="10114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550" kern="0" dirty="0">
                <a:solidFill>
                  <a:srgbClr val="2E9E5B"/>
                </a:solidFill>
                <a:latin typeface="Noto Sans TC SemiBold"/>
                <a:ea typeface="Noto Sans TC SemiBold"/>
                <a:cs typeface="Noto Sans TC SemiBold"/>
              </a:rPr>
              <a:t>已在書櫃</a:t>
            </a:r>
            <a:endParaRPr lang="zh-TW" sz="550"/>
          </a:p>
        </p:txBody>
      </p:sp>
      <p:sp>
        <p:nvSpPr>
          <p:cNvPr id="100" name="!!path-8sa"/>
          <p:cNvSpPr/>
          <p:nvPr/>
        </p:nvSpPr>
        <p:spPr>
          <a:xfrm>
            <a:off x="8712200" y="5262880"/>
            <a:ext cx="2552700" cy="850900"/>
          </a:xfrm>
          <a:custGeom>
            <a:avLst/>
            <a:gdLst/>
            <a:ahLst/>
            <a:cxnLst/>
            <a:rect l="l" t="t" r="r" b="b"/>
            <a:pathLst>
              <a:path w="2552700" h="850900">
                <a:moveTo>
                  <a:pt x="155217" y="837761"/>
                </a:moveTo>
                <a:lnTo>
                  <a:pt x="102293" y="794327"/>
                </a:lnTo>
                <a:lnTo>
                  <a:pt x="58859" y="741403"/>
                </a:lnTo>
                <a:lnTo>
                  <a:pt x="26585" y="681022"/>
                </a:lnTo>
                <a:lnTo>
                  <a:pt x="6711" y="615505"/>
                </a:lnTo>
                <a:lnTo>
                  <a:pt x="0" y="547370"/>
                </a:lnTo>
                <a:lnTo>
                  <a:pt x="0" y="152400"/>
                </a:lnTo>
                <a:lnTo>
                  <a:pt x="1058" y="128058"/>
                </a:lnTo>
                <a:lnTo>
                  <a:pt x="4233" y="105833"/>
                </a:lnTo>
                <a:lnTo>
                  <a:pt x="9525" y="85725"/>
                </a:lnTo>
                <a:lnTo>
                  <a:pt x="16933" y="67733"/>
                </a:lnTo>
                <a:lnTo>
                  <a:pt x="26458" y="51858"/>
                </a:lnTo>
                <a:lnTo>
                  <a:pt x="38100" y="38100"/>
                </a:lnTo>
                <a:lnTo>
                  <a:pt x="51858" y="26458"/>
                </a:lnTo>
                <a:lnTo>
                  <a:pt x="67733" y="16933"/>
                </a:lnTo>
                <a:lnTo>
                  <a:pt x="85725" y="9525"/>
                </a:lnTo>
                <a:lnTo>
                  <a:pt x="105833" y="4233"/>
                </a:lnTo>
                <a:lnTo>
                  <a:pt x="128058" y="1058"/>
                </a:lnTo>
                <a:lnTo>
                  <a:pt x="152400" y="0"/>
                </a:lnTo>
                <a:lnTo>
                  <a:pt x="2400300" y="0"/>
                </a:lnTo>
                <a:lnTo>
                  <a:pt x="2424642" y="1058"/>
                </a:lnTo>
                <a:lnTo>
                  <a:pt x="2446867" y="4233"/>
                </a:lnTo>
                <a:lnTo>
                  <a:pt x="2466975" y="9525"/>
                </a:lnTo>
                <a:lnTo>
                  <a:pt x="2484967" y="16933"/>
                </a:lnTo>
                <a:lnTo>
                  <a:pt x="2500842" y="26458"/>
                </a:lnTo>
                <a:lnTo>
                  <a:pt x="2514600" y="38100"/>
                </a:lnTo>
                <a:lnTo>
                  <a:pt x="2526242" y="51858"/>
                </a:lnTo>
                <a:lnTo>
                  <a:pt x="2535767" y="67733"/>
                </a:lnTo>
                <a:lnTo>
                  <a:pt x="2543175" y="85725"/>
                </a:lnTo>
                <a:lnTo>
                  <a:pt x="2548467" y="105833"/>
                </a:lnTo>
                <a:lnTo>
                  <a:pt x="2551642" y="128058"/>
                </a:lnTo>
                <a:lnTo>
                  <a:pt x="2552700" y="152400"/>
                </a:lnTo>
                <a:lnTo>
                  <a:pt x="2552700" y="547370"/>
                </a:lnTo>
                <a:lnTo>
                  <a:pt x="2545989" y="615505"/>
                </a:lnTo>
                <a:lnTo>
                  <a:pt x="2526115" y="681022"/>
                </a:lnTo>
                <a:lnTo>
                  <a:pt x="2493841" y="741403"/>
                </a:lnTo>
                <a:lnTo>
                  <a:pt x="2450407" y="794327"/>
                </a:lnTo>
                <a:lnTo>
                  <a:pt x="2397483" y="837761"/>
                </a:lnTo>
                <a:lnTo>
                  <a:pt x="2372901" y="850900"/>
                </a:lnTo>
                <a:lnTo>
                  <a:pt x="179799" y="850900"/>
                </a:lnTo>
                <a:close/>
              </a:path>
            </a:pathLst>
          </a:custGeom>
          <a:solidFill>
            <a:srgbClr val="0B1A26">
              <a:alpha val="2200"/>
            </a:srgbClr>
          </a:solidFill>
          <a:ln>
            <a:noFill/>
          </a:ln>
        </p:spPr>
      </p:sp>
      <p:sp>
        <p:nvSpPr>
          <p:cNvPr id="101" name="!!path-8sb"/>
          <p:cNvSpPr/>
          <p:nvPr/>
        </p:nvSpPr>
        <p:spPr>
          <a:xfrm>
            <a:off x="8712200" y="5280025"/>
            <a:ext cx="2552700" cy="850900"/>
          </a:xfrm>
          <a:custGeom>
            <a:avLst/>
            <a:gdLst/>
            <a:ahLst/>
            <a:cxnLst/>
            <a:rect l="l" t="t" r="r" b="b"/>
            <a:pathLst>
              <a:path w="2552700" h="850900">
                <a:moveTo>
                  <a:pt x="155217" y="820616"/>
                </a:moveTo>
                <a:lnTo>
                  <a:pt x="102293" y="777182"/>
                </a:lnTo>
                <a:lnTo>
                  <a:pt x="58859" y="724258"/>
                </a:lnTo>
                <a:lnTo>
                  <a:pt x="26585" y="663877"/>
                </a:lnTo>
                <a:lnTo>
                  <a:pt x="6711" y="598360"/>
                </a:lnTo>
                <a:lnTo>
                  <a:pt x="0" y="530225"/>
                </a:lnTo>
                <a:lnTo>
                  <a:pt x="0" y="152400"/>
                </a:lnTo>
                <a:lnTo>
                  <a:pt x="1058" y="128058"/>
                </a:lnTo>
                <a:lnTo>
                  <a:pt x="4233" y="105833"/>
                </a:lnTo>
                <a:lnTo>
                  <a:pt x="9525" y="85725"/>
                </a:lnTo>
                <a:lnTo>
                  <a:pt x="16933" y="67733"/>
                </a:lnTo>
                <a:lnTo>
                  <a:pt x="26458" y="51858"/>
                </a:lnTo>
                <a:lnTo>
                  <a:pt x="38100" y="38100"/>
                </a:lnTo>
                <a:lnTo>
                  <a:pt x="51858" y="26458"/>
                </a:lnTo>
                <a:lnTo>
                  <a:pt x="67733" y="16933"/>
                </a:lnTo>
                <a:lnTo>
                  <a:pt x="85725" y="9525"/>
                </a:lnTo>
                <a:lnTo>
                  <a:pt x="105833" y="4233"/>
                </a:lnTo>
                <a:lnTo>
                  <a:pt x="128058" y="1058"/>
                </a:lnTo>
                <a:lnTo>
                  <a:pt x="152400" y="0"/>
                </a:lnTo>
                <a:lnTo>
                  <a:pt x="2400300" y="0"/>
                </a:lnTo>
                <a:lnTo>
                  <a:pt x="2424642" y="1058"/>
                </a:lnTo>
                <a:lnTo>
                  <a:pt x="2446867" y="4233"/>
                </a:lnTo>
                <a:lnTo>
                  <a:pt x="2466975" y="9525"/>
                </a:lnTo>
                <a:lnTo>
                  <a:pt x="2484967" y="16933"/>
                </a:lnTo>
                <a:lnTo>
                  <a:pt x="2500842" y="26458"/>
                </a:lnTo>
                <a:lnTo>
                  <a:pt x="2514600" y="38100"/>
                </a:lnTo>
                <a:lnTo>
                  <a:pt x="2526242" y="51858"/>
                </a:lnTo>
                <a:lnTo>
                  <a:pt x="2535767" y="67733"/>
                </a:lnTo>
                <a:lnTo>
                  <a:pt x="2543175" y="85725"/>
                </a:lnTo>
                <a:lnTo>
                  <a:pt x="2548467" y="105833"/>
                </a:lnTo>
                <a:lnTo>
                  <a:pt x="2551642" y="128058"/>
                </a:lnTo>
                <a:lnTo>
                  <a:pt x="2552700" y="152400"/>
                </a:lnTo>
                <a:lnTo>
                  <a:pt x="2552700" y="530225"/>
                </a:lnTo>
                <a:lnTo>
                  <a:pt x="2545989" y="598360"/>
                </a:lnTo>
                <a:lnTo>
                  <a:pt x="2526115" y="663877"/>
                </a:lnTo>
                <a:lnTo>
                  <a:pt x="2493841" y="724258"/>
                </a:lnTo>
                <a:lnTo>
                  <a:pt x="2450407" y="777182"/>
                </a:lnTo>
                <a:lnTo>
                  <a:pt x="2397483" y="820616"/>
                </a:lnTo>
                <a:lnTo>
                  <a:pt x="2340825" y="850900"/>
                </a:lnTo>
                <a:lnTo>
                  <a:pt x="211875" y="850900"/>
                </a:lnTo>
                <a:close/>
              </a:path>
            </a:pathLst>
          </a:custGeom>
          <a:solidFill>
            <a:srgbClr val="0B1A26">
              <a:alpha val="2200"/>
            </a:srgbClr>
          </a:solidFill>
          <a:ln>
            <a:noFill/>
          </a:ln>
        </p:spPr>
      </p:sp>
      <p:sp>
        <p:nvSpPr>
          <p:cNvPr id="102" name="!!path-8sc"/>
          <p:cNvSpPr/>
          <p:nvPr/>
        </p:nvSpPr>
        <p:spPr>
          <a:xfrm>
            <a:off x="8712200" y="5294313"/>
            <a:ext cx="2552700" cy="850900"/>
          </a:xfrm>
          <a:custGeom>
            <a:avLst/>
            <a:gdLst/>
            <a:ahLst/>
            <a:cxnLst/>
            <a:rect l="l" t="t" r="r" b="b"/>
            <a:pathLst>
              <a:path w="2552700" h="850900">
                <a:moveTo>
                  <a:pt x="215598" y="838602"/>
                </a:moveTo>
                <a:lnTo>
                  <a:pt x="155217" y="806328"/>
                </a:lnTo>
                <a:lnTo>
                  <a:pt x="102293" y="762895"/>
                </a:lnTo>
                <a:lnTo>
                  <a:pt x="58859" y="709970"/>
                </a:lnTo>
                <a:lnTo>
                  <a:pt x="26585" y="649590"/>
                </a:lnTo>
                <a:lnTo>
                  <a:pt x="6711" y="584073"/>
                </a:lnTo>
                <a:lnTo>
                  <a:pt x="0" y="515938"/>
                </a:lnTo>
                <a:lnTo>
                  <a:pt x="0" y="152400"/>
                </a:lnTo>
                <a:lnTo>
                  <a:pt x="1058" y="128058"/>
                </a:lnTo>
                <a:lnTo>
                  <a:pt x="4233" y="105833"/>
                </a:lnTo>
                <a:lnTo>
                  <a:pt x="9525" y="85725"/>
                </a:lnTo>
                <a:lnTo>
                  <a:pt x="16933" y="67733"/>
                </a:lnTo>
                <a:lnTo>
                  <a:pt x="26458" y="51858"/>
                </a:lnTo>
                <a:lnTo>
                  <a:pt x="38100" y="38100"/>
                </a:lnTo>
                <a:lnTo>
                  <a:pt x="51858" y="26458"/>
                </a:lnTo>
                <a:lnTo>
                  <a:pt x="67733" y="16933"/>
                </a:lnTo>
                <a:lnTo>
                  <a:pt x="85725" y="9525"/>
                </a:lnTo>
                <a:lnTo>
                  <a:pt x="105833" y="4233"/>
                </a:lnTo>
                <a:lnTo>
                  <a:pt x="128058" y="1058"/>
                </a:lnTo>
                <a:lnTo>
                  <a:pt x="152400" y="0"/>
                </a:lnTo>
                <a:lnTo>
                  <a:pt x="2400300" y="0"/>
                </a:lnTo>
                <a:lnTo>
                  <a:pt x="2424642" y="1058"/>
                </a:lnTo>
                <a:lnTo>
                  <a:pt x="2446867" y="4233"/>
                </a:lnTo>
                <a:lnTo>
                  <a:pt x="2466975" y="9525"/>
                </a:lnTo>
                <a:lnTo>
                  <a:pt x="2484967" y="16933"/>
                </a:lnTo>
                <a:lnTo>
                  <a:pt x="2500842" y="26458"/>
                </a:lnTo>
                <a:lnTo>
                  <a:pt x="2514600" y="38100"/>
                </a:lnTo>
                <a:lnTo>
                  <a:pt x="2526242" y="51858"/>
                </a:lnTo>
                <a:lnTo>
                  <a:pt x="2535767" y="67733"/>
                </a:lnTo>
                <a:lnTo>
                  <a:pt x="2543175" y="85725"/>
                </a:lnTo>
                <a:lnTo>
                  <a:pt x="2548467" y="105833"/>
                </a:lnTo>
                <a:lnTo>
                  <a:pt x="2551642" y="128058"/>
                </a:lnTo>
                <a:lnTo>
                  <a:pt x="2552700" y="152400"/>
                </a:lnTo>
                <a:lnTo>
                  <a:pt x="2552700" y="515938"/>
                </a:lnTo>
                <a:lnTo>
                  <a:pt x="2545989" y="584073"/>
                </a:lnTo>
                <a:lnTo>
                  <a:pt x="2526115" y="649590"/>
                </a:lnTo>
                <a:lnTo>
                  <a:pt x="2493841" y="709970"/>
                </a:lnTo>
                <a:lnTo>
                  <a:pt x="2450407" y="762895"/>
                </a:lnTo>
                <a:lnTo>
                  <a:pt x="2397483" y="806328"/>
                </a:lnTo>
                <a:lnTo>
                  <a:pt x="2337102" y="838602"/>
                </a:lnTo>
                <a:lnTo>
                  <a:pt x="2296563" y="850900"/>
                </a:lnTo>
                <a:lnTo>
                  <a:pt x="256137" y="850900"/>
                </a:lnTo>
                <a:close/>
              </a:path>
            </a:pathLst>
          </a:custGeom>
          <a:solidFill>
            <a:srgbClr val="0B1A26">
              <a:alpha val="2200"/>
            </a:srgbClr>
          </a:solidFill>
          <a:ln>
            <a:noFill/>
          </a:ln>
        </p:spPr>
      </p:sp>
      <p:sp>
        <p:nvSpPr>
          <p:cNvPr id="103" name="!!path-8sd"/>
          <p:cNvSpPr/>
          <p:nvPr/>
        </p:nvSpPr>
        <p:spPr>
          <a:xfrm>
            <a:off x="8712200" y="5308600"/>
            <a:ext cx="2552700" cy="850900"/>
          </a:xfrm>
          <a:custGeom>
            <a:avLst/>
            <a:gdLst/>
            <a:ahLst/>
            <a:cxnLst/>
            <a:rect l="l" t="t" r="r" b="b"/>
            <a:pathLst>
              <a:path w="2552700" h="850900">
                <a:moveTo>
                  <a:pt x="281115" y="844189"/>
                </a:moveTo>
                <a:lnTo>
                  <a:pt x="215598" y="824315"/>
                </a:lnTo>
                <a:lnTo>
                  <a:pt x="155217" y="792041"/>
                </a:lnTo>
                <a:lnTo>
                  <a:pt x="102293" y="748607"/>
                </a:lnTo>
                <a:lnTo>
                  <a:pt x="58859" y="695683"/>
                </a:lnTo>
                <a:lnTo>
                  <a:pt x="26585" y="635302"/>
                </a:lnTo>
                <a:lnTo>
                  <a:pt x="6711" y="569785"/>
                </a:lnTo>
                <a:lnTo>
                  <a:pt x="0" y="501650"/>
                </a:lnTo>
                <a:lnTo>
                  <a:pt x="0" y="152400"/>
                </a:lnTo>
                <a:lnTo>
                  <a:pt x="1058" y="128058"/>
                </a:lnTo>
                <a:lnTo>
                  <a:pt x="4233" y="105833"/>
                </a:lnTo>
                <a:lnTo>
                  <a:pt x="9525" y="85725"/>
                </a:lnTo>
                <a:lnTo>
                  <a:pt x="16933" y="67733"/>
                </a:lnTo>
                <a:lnTo>
                  <a:pt x="26458" y="51858"/>
                </a:lnTo>
                <a:lnTo>
                  <a:pt x="38100" y="38100"/>
                </a:lnTo>
                <a:lnTo>
                  <a:pt x="51858" y="26458"/>
                </a:lnTo>
                <a:lnTo>
                  <a:pt x="67733" y="16933"/>
                </a:lnTo>
                <a:lnTo>
                  <a:pt x="85725" y="9525"/>
                </a:lnTo>
                <a:lnTo>
                  <a:pt x="105833" y="4233"/>
                </a:lnTo>
                <a:lnTo>
                  <a:pt x="128058" y="1058"/>
                </a:lnTo>
                <a:lnTo>
                  <a:pt x="152400" y="0"/>
                </a:lnTo>
                <a:lnTo>
                  <a:pt x="2400300" y="0"/>
                </a:lnTo>
                <a:lnTo>
                  <a:pt x="2424642" y="1058"/>
                </a:lnTo>
                <a:lnTo>
                  <a:pt x="2446867" y="4233"/>
                </a:lnTo>
                <a:lnTo>
                  <a:pt x="2466975" y="9525"/>
                </a:lnTo>
                <a:lnTo>
                  <a:pt x="2484967" y="16933"/>
                </a:lnTo>
                <a:lnTo>
                  <a:pt x="2500842" y="26458"/>
                </a:lnTo>
                <a:lnTo>
                  <a:pt x="2514600" y="38100"/>
                </a:lnTo>
                <a:lnTo>
                  <a:pt x="2526242" y="51858"/>
                </a:lnTo>
                <a:lnTo>
                  <a:pt x="2535767" y="67733"/>
                </a:lnTo>
                <a:lnTo>
                  <a:pt x="2543175" y="85725"/>
                </a:lnTo>
                <a:lnTo>
                  <a:pt x="2548467" y="105833"/>
                </a:lnTo>
                <a:lnTo>
                  <a:pt x="2551642" y="128058"/>
                </a:lnTo>
                <a:lnTo>
                  <a:pt x="2552700" y="152400"/>
                </a:lnTo>
                <a:lnTo>
                  <a:pt x="2552700" y="501650"/>
                </a:lnTo>
                <a:lnTo>
                  <a:pt x="2545989" y="569785"/>
                </a:lnTo>
                <a:lnTo>
                  <a:pt x="2526115" y="635302"/>
                </a:lnTo>
                <a:lnTo>
                  <a:pt x="2493841" y="695683"/>
                </a:lnTo>
                <a:lnTo>
                  <a:pt x="2450407" y="748607"/>
                </a:lnTo>
                <a:lnTo>
                  <a:pt x="2397483" y="792041"/>
                </a:lnTo>
                <a:lnTo>
                  <a:pt x="2337102" y="824315"/>
                </a:lnTo>
                <a:lnTo>
                  <a:pt x="2271585" y="844189"/>
                </a:lnTo>
                <a:lnTo>
                  <a:pt x="2203450" y="850900"/>
                </a:lnTo>
                <a:lnTo>
                  <a:pt x="349250" y="8509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04" name="!!text-8se" descr="合計"/>
          <p:cNvSpPr txBox="1"/>
          <p:nvPr/>
        </p:nvSpPr>
        <p:spPr>
          <a:xfrm>
            <a:off x="8864600" y="5473192"/>
            <a:ext cx="189865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合計</a:t>
            </a:r>
            <a:endParaRPr lang="zh-TW" sz="650"/>
          </a:p>
        </p:txBody>
      </p:sp>
      <p:sp>
        <p:nvSpPr>
          <p:cNvPr id="105" name="!!text-8sh" descr="280 代幣"/>
          <p:cNvSpPr txBox="1"/>
          <p:nvPr/>
        </p:nvSpPr>
        <p:spPr>
          <a:xfrm>
            <a:off x="8864600" y="5580380"/>
            <a:ext cx="549275" cy="18389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280 代幣</a:t>
            </a:r>
            <a:endParaRPr lang="zh-TW" sz="1000"/>
          </a:p>
        </p:txBody>
      </p:sp>
      <p:sp>
        <p:nvSpPr>
          <p:cNvPr id="106" name="!!rect-8ss"/>
          <p:cNvSpPr/>
          <p:nvPr/>
        </p:nvSpPr>
        <p:spPr>
          <a:xfrm>
            <a:off x="10020300" y="5422900"/>
            <a:ext cx="1143000" cy="304800"/>
          </a:xfrm>
          <a:prstGeom prst="roundRect">
            <a:avLst>
              <a:gd name="adj" fmla="val 29167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107" name="!!text-8st" descr="結帳"/>
          <p:cNvSpPr txBox="1"/>
          <p:nvPr/>
        </p:nvSpPr>
        <p:spPr>
          <a:xfrm>
            <a:off x="10490200" y="5495544"/>
            <a:ext cx="233680" cy="14711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00" b="1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結帳</a:t>
            </a:r>
            <a:endParaRPr lang="zh-TW" sz="800"/>
          </a:p>
        </p:txBody>
      </p:sp>
      <p:sp>
        <p:nvSpPr>
          <p:cNvPr id="108" name="!!path-8sz"/>
          <p:cNvSpPr/>
          <p:nvPr/>
        </p:nvSpPr>
        <p:spPr>
          <a:xfrm>
            <a:off x="8712200" y="609600"/>
            <a:ext cx="2552700" cy="730250"/>
          </a:xfrm>
          <a:custGeom>
            <a:avLst/>
            <a:gdLst/>
            <a:ahLst/>
            <a:cxnLst/>
            <a:rect l="l" t="t" r="r" b="b"/>
            <a:pathLst>
              <a:path w="2552700" h="730250">
                <a:moveTo>
                  <a:pt x="0" y="349250"/>
                </a:moveTo>
                <a:lnTo>
                  <a:pt x="6711" y="281115"/>
                </a:lnTo>
                <a:lnTo>
                  <a:pt x="26585" y="215598"/>
                </a:lnTo>
                <a:lnTo>
                  <a:pt x="58859" y="155217"/>
                </a:lnTo>
                <a:lnTo>
                  <a:pt x="102293" y="102293"/>
                </a:lnTo>
                <a:lnTo>
                  <a:pt x="155217" y="58859"/>
                </a:lnTo>
                <a:lnTo>
                  <a:pt x="215598" y="26585"/>
                </a:lnTo>
                <a:lnTo>
                  <a:pt x="281115" y="6711"/>
                </a:lnTo>
                <a:lnTo>
                  <a:pt x="349250" y="0"/>
                </a:lnTo>
                <a:lnTo>
                  <a:pt x="2203450" y="0"/>
                </a:lnTo>
                <a:lnTo>
                  <a:pt x="2271585" y="6711"/>
                </a:lnTo>
                <a:lnTo>
                  <a:pt x="2337102" y="26585"/>
                </a:lnTo>
                <a:lnTo>
                  <a:pt x="2397483" y="58859"/>
                </a:lnTo>
                <a:lnTo>
                  <a:pt x="2450407" y="102293"/>
                </a:lnTo>
                <a:lnTo>
                  <a:pt x="2493841" y="155217"/>
                </a:lnTo>
                <a:lnTo>
                  <a:pt x="2526115" y="215598"/>
                </a:lnTo>
                <a:lnTo>
                  <a:pt x="2545989" y="281115"/>
                </a:lnTo>
                <a:lnTo>
                  <a:pt x="2552700" y="349250"/>
                </a:lnTo>
                <a:lnTo>
                  <a:pt x="2552700" y="577850"/>
                </a:lnTo>
                <a:lnTo>
                  <a:pt x="2551642" y="602192"/>
                </a:lnTo>
                <a:lnTo>
                  <a:pt x="2548467" y="624417"/>
                </a:lnTo>
                <a:lnTo>
                  <a:pt x="2543175" y="644525"/>
                </a:lnTo>
                <a:lnTo>
                  <a:pt x="2535767" y="662517"/>
                </a:lnTo>
                <a:lnTo>
                  <a:pt x="2526242" y="678392"/>
                </a:lnTo>
                <a:lnTo>
                  <a:pt x="2514600" y="692150"/>
                </a:lnTo>
                <a:lnTo>
                  <a:pt x="2500842" y="703792"/>
                </a:lnTo>
                <a:lnTo>
                  <a:pt x="2484967" y="713317"/>
                </a:lnTo>
                <a:lnTo>
                  <a:pt x="2466975" y="720725"/>
                </a:lnTo>
                <a:lnTo>
                  <a:pt x="2446867" y="726017"/>
                </a:lnTo>
                <a:lnTo>
                  <a:pt x="2424642" y="729192"/>
                </a:lnTo>
                <a:lnTo>
                  <a:pt x="2400300" y="730250"/>
                </a:lnTo>
                <a:lnTo>
                  <a:pt x="152400" y="730250"/>
                </a:lnTo>
                <a:lnTo>
                  <a:pt x="128058" y="729192"/>
                </a:lnTo>
                <a:lnTo>
                  <a:pt x="105833" y="726017"/>
                </a:lnTo>
                <a:lnTo>
                  <a:pt x="85725" y="720725"/>
                </a:lnTo>
                <a:lnTo>
                  <a:pt x="67733" y="713317"/>
                </a:lnTo>
                <a:lnTo>
                  <a:pt x="51858" y="703792"/>
                </a:lnTo>
                <a:lnTo>
                  <a:pt x="38100" y="692150"/>
                </a:lnTo>
                <a:lnTo>
                  <a:pt x="26458" y="678392"/>
                </a:lnTo>
                <a:lnTo>
                  <a:pt x="16933" y="662517"/>
                </a:lnTo>
                <a:lnTo>
                  <a:pt x="9525" y="644525"/>
                </a:lnTo>
                <a:lnTo>
                  <a:pt x="4233" y="624417"/>
                </a:lnTo>
                <a:lnTo>
                  <a:pt x="1058" y="602192"/>
                </a:lnTo>
                <a:lnTo>
                  <a:pt x="0" y="577850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109" name="!!text-8t0" descr="2:25"/>
          <p:cNvSpPr txBox="1"/>
          <p:nvPr/>
        </p:nvSpPr>
        <p:spPr>
          <a:xfrm>
            <a:off x="9020597" y="714883"/>
            <a:ext cx="253790" cy="1563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50" kern="0" dirty="0">
                <a:solidFill>
                  <a:srgbClr val="FFFFFF"/>
                </a:solidFill>
                <a:latin typeface="Noto Sans TC SemiBold"/>
                <a:ea typeface="Noto Sans TC SemiBold"/>
                <a:cs typeface="Noto Sans TC SemiBold"/>
              </a:rPr>
              <a:t>2:25</a:t>
            </a:r>
            <a:endParaRPr lang="zh-TW" sz="850"/>
          </a:p>
        </p:txBody>
      </p:sp>
      <p:sp>
        <p:nvSpPr>
          <p:cNvPr id="110" name="!!rect-8t5"/>
          <p:cNvSpPr/>
          <p:nvPr/>
        </p:nvSpPr>
        <p:spPr>
          <a:xfrm>
            <a:off x="10579100" y="808990"/>
            <a:ext cx="21590" cy="2667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11" name="!!rect-8t6"/>
          <p:cNvSpPr/>
          <p:nvPr/>
        </p:nvSpPr>
        <p:spPr>
          <a:xfrm>
            <a:off x="10612120" y="792480"/>
            <a:ext cx="21590" cy="4318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12" name="!!rect-8t7"/>
          <p:cNvSpPr/>
          <p:nvPr/>
        </p:nvSpPr>
        <p:spPr>
          <a:xfrm>
            <a:off x="10645140" y="775970"/>
            <a:ext cx="21590" cy="5969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13" name="!!rect-8t8"/>
          <p:cNvSpPr/>
          <p:nvPr/>
        </p:nvSpPr>
        <p:spPr>
          <a:xfrm>
            <a:off x="10678160" y="759460"/>
            <a:ext cx="21590" cy="7620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14" name="!!path-8t9"/>
          <p:cNvSpPr/>
          <p:nvPr/>
        </p:nvSpPr>
        <p:spPr>
          <a:xfrm>
            <a:off x="10763250" y="763570"/>
            <a:ext cx="95250" cy="70820"/>
          </a:xfrm>
          <a:custGeom>
            <a:avLst/>
            <a:gdLst/>
            <a:ahLst/>
            <a:cxnLst/>
            <a:rect l="l" t="t" r="r" b="b"/>
            <a:pathLst>
              <a:path w="95250" h="70820">
                <a:moveTo>
                  <a:pt x="47625" y="70820"/>
                </a:moveTo>
                <a:lnTo>
                  <a:pt x="31115" y="51135"/>
                </a:lnTo>
                <a:cubicBezTo>
                  <a:pt x="40714" y="43262"/>
                  <a:pt x="54536" y="43262"/>
                  <a:pt x="64135" y="51135"/>
                </a:cubicBezTo>
                <a:close/>
                <a:moveTo>
                  <a:pt x="0" y="23830"/>
                </a:moveTo>
                <a:cubicBezTo>
                  <a:pt x="27279" y="0"/>
                  <a:pt x="67971" y="0"/>
                  <a:pt x="95250" y="23830"/>
                </a:cubicBezTo>
                <a:lnTo>
                  <a:pt x="83820" y="37165"/>
                </a:lnTo>
                <a:cubicBezTo>
                  <a:pt x="63051" y="19153"/>
                  <a:pt x="32199" y="19153"/>
                  <a:pt x="11430" y="37165"/>
                </a:cubicBezTo>
                <a:close/>
                <a:moveTo>
                  <a:pt x="16510" y="43515"/>
                </a:moveTo>
                <a:cubicBezTo>
                  <a:pt x="34385" y="28089"/>
                  <a:pt x="60865" y="28089"/>
                  <a:pt x="78740" y="43515"/>
                </a:cubicBezTo>
                <a:lnTo>
                  <a:pt x="67310" y="56850"/>
                </a:lnTo>
                <a:cubicBezTo>
                  <a:pt x="55947" y="47238"/>
                  <a:pt x="39303" y="47238"/>
                  <a:pt x="27940" y="5685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15" name="!!rect-8ta"/>
          <p:cNvSpPr/>
          <p:nvPr/>
        </p:nvSpPr>
        <p:spPr>
          <a:xfrm>
            <a:off x="10902950" y="760730"/>
            <a:ext cx="161925" cy="78740"/>
          </a:xfrm>
          <a:prstGeom prst="roundRect">
            <a:avLst>
              <a:gd name="adj" fmla="val 32258"/>
            </a:avLst>
          </a:prstGeom>
          <a:noFill/>
          <a:ln w="6985" cap="flat">
            <a:solidFill>
              <a:srgbClr val="FFFFFF">
                <a:alpha val="38000"/>
              </a:srgbClr>
            </a:solidFill>
            <a:prstDash val="solid"/>
            <a:miter lim="800000"/>
          </a:ln>
        </p:spPr>
      </p:sp>
      <p:sp>
        <p:nvSpPr>
          <p:cNvPr id="116" name="!!rect-8tb"/>
          <p:cNvSpPr/>
          <p:nvPr/>
        </p:nvSpPr>
        <p:spPr>
          <a:xfrm>
            <a:off x="10916285" y="774065"/>
            <a:ext cx="110909" cy="52070"/>
          </a:xfrm>
          <a:prstGeom prst="roundRect">
            <a:avLst>
              <a:gd name="adj" fmla="val 26829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17" name="!!path-8tc"/>
          <p:cNvSpPr/>
          <p:nvPr/>
        </p:nvSpPr>
        <p:spPr>
          <a:xfrm>
            <a:off x="11074400" y="786130"/>
            <a:ext cx="10345" cy="27940"/>
          </a:xfrm>
          <a:custGeom>
            <a:avLst/>
            <a:gdLst/>
            <a:ahLst/>
            <a:cxnLst/>
            <a:rect l="l" t="t" r="r" b="b"/>
            <a:pathLst>
              <a:path w="10345" h="27940">
                <a:moveTo>
                  <a:pt x="0" y="0"/>
                </a:moveTo>
                <a:lnTo>
                  <a:pt x="0" y="27940"/>
                </a:lnTo>
                <a:cubicBezTo>
                  <a:pt x="6146" y="26066"/>
                  <a:pt x="10345" y="20395"/>
                  <a:pt x="10345" y="13970"/>
                </a:cubicBezTo>
                <a:cubicBezTo>
                  <a:pt x="10345" y="7545"/>
                  <a:pt x="6146" y="1874"/>
                  <a:pt x="0" y="0"/>
                </a:cubicBezTo>
                <a:close/>
              </a:path>
            </a:pathLst>
          </a:custGeom>
          <a:solidFill>
            <a:srgbClr val="FFFFFF">
              <a:alpha val="45000"/>
            </a:srgbClr>
          </a:solidFill>
          <a:ln>
            <a:noFill/>
          </a:ln>
        </p:spPr>
      </p:sp>
      <p:sp>
        <p:nvSpPr>
          <p:cNvPr id="118" name="!!path-8td"/>
          <p:cNvSpPr/>
          <p:nvPr/>
        </p:nvSpPr>
        <p:spPr>
          <a:xfrm>
            <a:off x="8845537" y="1109129"/>
            <a:ext cx="62258" cy="105791"/>
          </a:xfrm>
          <a:custGeom>
            <a:avLst/>
            <a:gdLst/>
            <a:ahLst/>
            <a:cxnLst/>
            <a:rect l="l" t="t" r="r" b="b"/>
            <a:pathLst>
              <a:path w="62258" h="105791">
                <a:moveTo>
                  <a:pt x="62258" y="9363"/>
                </a:moveTo>
                <a:lnTo>
                  <a:pt x="52896" y="0"/>
                </a:lnTo>
                <a:lnTo>
                  <a:pt x="0" y="52896"/>
                </a:lnTo>
                <a:lnTo>
                  <a:pt x="52896" y="105791"/>
                </a:lnTo>
                <a:lnTo>
                  <a:pt x="62258" y="96429"/>
                </a:lnTo>
                <a:lnTo>
                  <a:pt x="18725" y="5289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19" name="!!path-8te"/>
          <p:cNvSpPr/>
          <p:nvPr/>
        </p:nvSpPr>
        <p:spPr>
          <a:xfrm>
            <a:off x="9733490" y="1109129"/>
            <a:ext cx="106044" cy="105791"/>
          </a:xfrm>
          <a:custGeom>
            <a:avLst/>
            <a:gdLst/>
            <a:ahLst/>
            <a:cxnLst/>
            <a:rect l="l" t="t" r="r" b="b"/>
            <a:pathLst>
              <a:path w="106044" h="105791">
                <a:moveTo>
                  <a:pt x="31737" y="84633"/>
                </a:moveTo>
                <a:cubicBezTo>
                  <a:pt x="25919" y="84633"/>
                  <a:pt x="21211" y="89393"/>
                  <a:pt x="21211" y="95212"/>
                </a:cubicBezTo>
                <a:cubicBezTo>
                  <a:pt x="21211" y="101030"/>
                  <a:pt x="25919" y="105791"/>
                  <a:pt x="31737" y="105791"/>
                </a:cubicBezTo>
                <a:cubicBezTo>
                  <a:pt x="37556" y="105791"/>
                  <a:pt x="42316" y="101030"/>
                  <a:pt x="42316" y="95212"/>
                </a:cubicBezTo>
                <a:cubicBezTo>
                  <a:pt x="42316" y="89393"/>
                  <a:pt x="37556" y="84633"/>
                  <a:pt x="31737" y="84633"/>
                </a:cubicBezTo>
                <a:close/>
                <a:moveTo>
                  <a:pt x="0" y="0"/>
                </a:moveTo>
                <a:lnTo>
                  <a:pt x="0" y="10579"/>
                </a:lnTo>
                <a:lnTo>
                  <a:pt x="10579" y="10579"/>
                </a:lnTo>
                <a:lnTo>
                  <a:pt x="29621" y="50727"/>
                </a:lnTo>
                <a:lnTo>
                  <a:pt x="22481" y="63686"/>
                </a:lnTo>
                <a:cubicBezTo>
                  <a:pt x="21634" y="65167"/>
                  <a:pt x="21158" y="66913"/>
                  <a:pt x="21158" y="68764"/>
                </a:cubicBezTo>
                <a:cubicBezTo>
                  <a:pt x="21158" y="74583"/>
                  <a:pt x="25919" y="79343"/>
                  <a:pt x="31737" y="79343"/>
                </a:cubicBezTo>
                <a:lnTo>
                  <a:pt x="95212" y="79343"/>
                </a:lnTo>
                <a:lnTo>
                  <a:pt x="95212" y="68764"/>
                </a:lnTo>
                <a:lnTo>
                  <a:pt x="33959" y="68764"/>
                </a:lnTo>
                <a:cubicBezTo>
                  <a:pt x="33218" y="68764"/>
                  <a:pt x="32637" y="68182"/>
                  <a:pt x="32637" y="67442"/>
                </a:cubicBezTo>
                <a:lnTo>
                  <a:pt x="32795" y="66807"/>
                </a:lnTo>
                <a:lnTo>
                  <a:pt x="37556" y="58185"/>
                </a:lnTo>
                <a:lnTo>
                  <a:pt x="76963" y="58185"/>
                </a:lnTo>
                <a:cubicBezTo>
                  <a:pt x="80930" y="58185"/>
                  <a:pt x="84421" y="56016"/>
                  <a:pt x="86220" y="52737"/>
                </a:cubicBezTo>
                <a:lnTo>
                  <a:pt x="105156" y="18408"/>
                </a:lnTo>
                <a:cubicBezTo>
                  <a:pt x="106044" y="16765"/>
                  <a:pt x="106003" y="14778"/>
                  <a:pt x="105049" y="13173"/>
                </a:cubicBezTo>
                <a:cubicBezTo>
                  <a:pt x="104095" y="11568"/>
                  <a:pt x="102368" y="10583"/>
                  <a:pt x="100501" y="10579"/>
                </a:cubicBezTo>
                <a:lnTo>
                  <a:pt x="22269" y="10579"/>
                </a:lnTo>
                <a:lnTo>
                  <a:pt x="17297" y="0"/>
                </a:lnTo>
                <a:lnTo>
                  <a:pt x="0" y="0"/>
                </a:lnTo>
                <a:close/>
                <a:moveTo>
                  <a:pt x="84633" y="84633"/>
                </a:moveTo>
                <a:cubicBezTo>
                  <a:pt x="78814" y="84633"/>
                  <a:pt x="74107" y="89393"/>
                  <a:pt x="74107" y="95212"/>
                </a:cubicBezTo>
                <a:cubicBezTo>
                  <a:pt x="74107" y="101030"/>
                  <a:pt x="78814" y="105791"/>
                  <a:pt x="84633" y="105791"/>
                </a:cubicBezTo>
                <a:cubicBezTo>
                  <a:pt x="90451" y="105791"/>
                  <a:pt x="95212" y="101030"/>
                  <a:pt x="95212" y="95212"/>
                </a:cubicBezTo>
                <a:cubicBezTo>
                  <a:pt x="95212" y="89393"/>
                  <a:pt x="90451" y="84633"/>
                  <a:pt x="84633" y="8463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20" name="!!text-8tf" descr="購物車"/>
          <p:cNvSpPr txBox="1"/>
          <p:nvPr/>
        </p:nvSpPr>
        <p:spPr>
          <a:xfrm>
            <a:off x="9906000" y="1070737"/>
            <a:ext cx="377190" cy="16550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1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購物車</a:t>
            </a:r>
            <a:endParaRPr lang="zh-TW" sz="900"/>
          </a:p>
        </p:txBody>
      </p:sp>
      <p:sp>
        <p:nvSpPr>
          <p:cNvPr id="121" name="!!rect-8ts"/>
          <p:cNvSpPr/>
          <p:nvPr/>
        </p:nvSpPr>
        <p:spPr>
          <a:xfrm>
            <a:off x="9531350" y="6076950"/>
            <a:ext cx="914400" cy="31750"/>
          </a:xfrm>
          <a:prstGeom prst="roundRect">
            <a:avLst>
              <a:gd name="adj" fmla="val 50000"/>
            </a:avLst>
          </a:prstGeom>
          <a:solidFill>
            <a:srgbClr val="000000">
              <a:alpha val="90000"/>
            </a:srgbClr>
          </a:solidFill>
          <a:ln>
            <a:noFill/>
          </a:ln>
        </p:spPr>
      </p:sp>
      <p:sp>
        <p:nvSpPr>
          <p:cNvPr id="122" name="!!rect-8tt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solidFill>
            <a:srgbClr val="000000">
              <a:alpha val="42000"/>
            </a:srgbClr>
          </a:solidFill>
          <a:ln>
            <a:noFill/>
          </a:ln>
        </p:spPr>
      </p:sp>
      <p:sp>
        <p:nvSpPr>
          <p:cNvPr id="123" name="!!text-8tv" descr="2:25"/>
          <p:cNvSpPr txBox="1"/>
          <p:nvPr/>
        </p:nvSpPr>
        <p:spPr>
          <a:xfrm>
            <a:off x="9020597" y="714883"/>
            <a:ext cx="253790" cy="1563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50" kern="0" dirty="0">
                <a:solidFill>
                  <a:srgbClr val="FFFFFF"/>
                </a:solidFill>
                <a:latin typeface="Noto Sans TC SemiBold"/>
                <a:ea typeface="Noto Sans TC SemiBold"/>
                <a:cs typeface="Noto Sans TC SemiBold"/>
              </a:rPr>
              <a:t>2:25</a:t>
            </a:r>
            <a:endParaRPr lang="zh-TW" sz="850"/>
          </a:p>
        </p:txBody>
      </p:sp>
      <p:sp>
        <p:nvSpPr>
          <p:cNvPr id="124" name="!!rect-8u0"/>
          <p:cNvSpPr/>
          <p:nvPr/>
        </p:nvSpPr>
        <p:spPr>
          <a:xfrm>
            <a:off x="10579100" y="808990"/>
            <a:ext cx="21590" cy="2667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25" name="!!rect-8u1"/>
          <p:cNvSpPr/>
          <p:nvPr/>
        </p:nvSpPr>
        <p:spPr>
          <a:xfrm>
            <a:off x="10612120" y="792480"/>
            <a:ext cx="21590" cy="4318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26" name="!!rect-8u2"/>
          <p:cNvSpPr/>
          <p:nvPr/>
        </p:nvSpPr>
        <p:spPr>
          <a:xfrm>
            <a:off x="10645140" y="775970"/>
            <a:ext cx="21590" cy="5969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27" name="!!rect-8u3"/>
          <p:cNvSpPr/>
          <p:nvPr/>
        </p:nvSpPr>
        <p:spPr>
          <a:xfrm>
            <a:off x="10678160" y="759460"/>
            <a:ext cx="21590" cy="7620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28" name="!!path-8u4"/>
          <p:cNvSpPr/>
          <p:nvPr/>
        </p:nvSpPr>
        <p:spPr>
          <a:xfrm>
            <a:off x="10763250" y="763570"/>
            <a:ext cx="95250" cy="70820"/>
          </a:xfrm>
          <a:custGeom>
            <a:avLst/>
            <a:gdLst/>
            <a:ahLst/>
            <a:cxnLst/>
            <a:rect l="l" t="t" r="r" b="b"/>
            <a:pathLst>
              <a:path w="95250" h="70820">
                <a:moveTo>
                  <a:pt x="47625" y="70820"/>
                </a:moveTo>
                <a:lnTo>
                  <a:pt x="31115" y="51135"/>
                </a:lnTo>
                <a:cubicBezTo>
                  <a:pt x="40714" y="43262"/>
                  <a:pt x="54536" y="43262"/>
                  <a:pt x="64135" y="51135"/>
                </a:cubicBezTo>
                <a:close/>
                <a:moveTo>
                  <a:pt x="0" y="23830"/>
                </a:moveTo>
                <a:cubicBezTo>
                  <a:pt x="27279" y="0"/>
                  <a:pt x="67971" y="0"/>
                  <a:pt x="95250" y="23830"/>
                </a:cubicBezTo>
                <a:lnTo>
                  <a:pt x="83820" y="37165"/>
                </a:lnTo>
                <a:cubicBezTo>
                  <a:pt x="63051" y="19153"/>
                  <a:pt x="32199" y="19153"/>
                  <a:pt x="11430" y="37165"/>
                </a:cubicBezTo>
                <a:close/>
                <a:moveTo>
                  <a:pt x="16510" y="43515"/>
                </a:moveTo>
                <a:cubicBezTo>
                  <a:pt x="34385" y="28089"/>
                  <a:pt x="60865" y="28089"/>
                  <a:pt x="78740" y="43515"/>
                </a:cubicBezTo>
                <a:lnTo>
                  <a:pt x="67310" y="56850"/>
                </a:lnTo>
                <a:cubicBezTo>
                  <a:pt x="55947" y="47238"/>
                  <a:pt x="39303" y="47238"/>
                  <a:pt x="27940" y="5685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29" name="!!rect-8u5"/>
          <p:cNvSpPr/>
          <p:nvPr/>
        </p:nvSpPr>
        <p:spPr>
          <a:xfrm>
            <a:off x="10902950" y="760730"/>
            <a:ext cx="161925" cy="78740"/>
          </a:xfrm>
          <a:prstGeom prst="roundRect">
            <a:avLst>
              <a:gd name="adj" fmla="val 32258"/>
            </a:avLst>
          </a:prstGeom>
          <a:noFill/>
          <a:ln w="6985" cap="flat">
            <a:solidFill>
              <a:srgbClr val="FFFFFF">
                <a:alpha val="38000"/>
              </a:srgbClr>
            </a:solidFill>
            <a:prstDash val="solid"/>
            <a:miter lim="800000"/>
          </a:ln>
        </p:spPr>
      </p:sp>
      <p:sp>
        <p:nvSpPr>
          <p:cNvPr id="130" name="!!rect-8u6"/>
          <p:cNvSpPr/>
          <p:nvPr/>
        </p:nvSpPr>
        <p:spPr>
          <a:xfrm>
            <a:off x="10916285" y="774065"/>
            <a:ext cx="110909" cy="52070"/>
          </a:xfrm>
          <a:prstGeom prst="roundRect">
            <a:avLst>
              <a:gd name="adj" fmla="val 26829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31" name="!!path-8u7"/>
          <p:cNvSpPr/>
          <p:nvPr/>
        </p:nvSpPr>
        <p:spPr>
          <a:xfrm>
            <a:off x="11074400" y="786130"/>
            <a:ext cx="10345" cy="27940"/>
          </a:xfrm>
          <a:custGeom>
            <a:avLst/>
            <a:gdLst/>
            <a:ahLst/>
            <a:cxnLst/>
            <a:rect l="l" t="t" r="r" b="b"/>
            <a:pathLst>
              <a:path w="10345" h="27940">
                <a:moveTo>
                  <a:pt x="0" y="0"/>
                </a:moveTo>
                <a:lnTo>
                  <a:pt x="0" y="27940"/>
                </a:lnTo>
                <a:cubicBezTo>
                  <a:pt x="6146" y="26066"/>
                  <a:pt x="10345" y="20395"/>
                  <a:pt x="10345" y="13970"/>
                </a:cubicBezTo>
                <a:cubicBezTo>
                  <a:pt x="10345" y="7545"/>
                  <a:pt x="6146" y="1874"/>
                  <a:pt x="0" y="0"/>
                </a:cubicBezTo>
                <a:close/>
              </a:path>
            </a:pathLst>
          </a:custGeom>
          <a:solidFill>
            <a:srgbClr val="FFFFFF">
              <a:alpha val="45000"/>
            </a:srgbClr>
          </a:solidFill>
          <a:ln>
            <a:noFill/>
          </a:ln>
        </p:spPr>
      </p:sp>
      <p:sp>
        <p:nvSpPr>
          <p:cNvPr id="132" name="!!path-8ub"/>
          <p:cNvSpPr/>
          <p:nvPr/>
        </p:nvSpPr>
        <p:spPr>
          <a:xfrm>
            <a:off x="8712200" y="2273300"/>
            <a:ext cx="2552700" cy="3886200"/>
          </a:xfrm>
          <a:custGeom>
            <a:avLst/>
            <a:gdLst/>
            <a:ahLst/>
            <a:cxnLst/>
            <a:rect l="l" t="t" r="r" b="b"/>
            <a:pathLst>
              <a:path w="2552700" h="3886200">
                <a:moveTo>
                  <a:pt x="281115" y="3879489"/>
                </a:moveTo>
                <a:lnTo>
                  <a:pt x="215598" y="3859615"/>
                </a:lnTo>
                <a:lnTo>
                  <a:pt x="155217" y="3827341"/>
                </a:lnTo>
                <a:lnTo>
                  <a:pt x="102293" y="3783907"/>
                </a:lnTo>
                <a:lnTo>
                  <a:pt x="58859" y="3730983"/>
                </a:lnTo>
                <a:lnTo>
                  <a:pt x="26585" y="3670602"/>
                </a:lnTo>
                <a:lnTo>
                  <a:pt x="6711" y="3605085"/>
                </a:lnTo>
                <a:lnTo>
                  <a:pt x="0" y="3536950"/>
                </a:lnTo>
                <a:lnTo>
                  <a:pt x="0" y="152400"/>
                </a:lnTo>
                <a:lnTo>
                  <a:pt x="1058" y="128058"/>
                </a:lnTo>
                <a:lnTo>
                  <a:pt x="4233" y="105833"/>
                </a:lnTo>
                <a:lnTo>
                  <a:pt x="9525" y="85725"/>
                </a:lnTo>
                <a:lnTo>
                  <a:pt x="16933" y="67733"/>
                </a:lnTo>
                <a:lnTo>
                  <a:pt x="26458" y="51858"/>
                </a:lnTo>
                <a:lnTo>
                  <a:pt x="38100" y="38100"/>
                </a:lnTo>
                <a:lnTo>
                  <a:pt x="51858" y="26458"/>
                </a:lnTo>
                <a:lnTo>
                  <a:pt x="67733" y="16933"/>
                </a:lnTo>
                <a:lnTo>
                  <a:pt x="85725" y="9525"/>
                </a:lnTo>
                <a:lnTo>
                  <a:pt x="105833" y="4233"/>
                </a:lnTo>
                <a:lnTo>
                  <a:pt x="128058" y="1058"/>
                </a:lnTo>
                <a:lnTo>
                  <a:pt x="152400" y="0"/>
                </a:lnTo>
                <a:lnTo>
                  <a:pt x="2400300" y="0"/>
                </a:lnTo>
                <a:lnTo>
                  <a:pt x="2424642" y="1058"/>
                </a:lnTo>
                <a:lnTo>
                  <a:pt x="2446867" y="4233"/>
                </a:lnTo>
                <a:lnTo>
                  <a:pt x="2466975" y="9525"/>
                </a:lnTo>
                <a:lnTo>
                  <a:pt x="2484967" y="16933"/>
                </a:lnTo>
                <a:lnTo>
                  <a:pt x="2500842" y="26458"/>
                </a:lnTo>
                <a:lnTo>
                  <a:pt x="2514600" y="38100"/>
                </a:lnTo>
                <a:lnTo>
                  <a:pt x="2526242" y="51858"/>
                </a:lnTo>
                <a:lnTo>
                  <a:pt x="2535767" y="67733"/>
                </a:lnTo>
                <a:lnTo>
                  <a:pt x="2543175" y="85725"/>
                </a:lnTo>
                <a:lnTo>
                  <a:pt x="2548467" y="105833"/>
                </a:lnTo>
                <a:lnTo>
                  <a:pt x="2551642" y="128058"/>
                </a:lnTo>
                <a:lnTo>
                  <a:pt x="2552700" y="152400"/>
                </a:lnTo>
                <a:lnTo>
                  <a:pt x="2552700" y="3536950"/>
                </a:lnTo>
                <a:lnTo>
                  <a:pt x="2545989" y="3605085"/>
                </a:lnTo>
                <a:lnTo>
                  <a:pt x="2526115" y="3670602"/>
                </a:lnTo>
                <a:lnTo>
                  <a:pt x="2493841" y="3730983"/>
                </a:lnTo>
                <a:lnTo>
                  <a:pt x="2450407" y="3783907"/>
                </a:lnTo>
                <a:lnTo>
                  <a:pt x="2397483" y="3827341"/>
                </a:lnTo>
                <a:lnTo>
                  <a:pt x="2337102" y="3859615"/>
                </a:lnTo>
                <a:lnTo>
                  <a:pt x="2271585" y="3879489"/>
                </a:lnTo>
                <a:lnTo>
                  <a:pt x="2203450" y="3886200"/>
                </a:lnTo>
                <a:lnTo>
                  <a:pt x="349250" y="38862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33" name="!!rect-8uc"/>
          <p:cNvSpPr/>
          <p:nvPr/>
        </p:nvSpPr>
        <p:spPr>
          <a:xfrm>
            <a:off x="9861550" y="2349500"/>
            <a:ext cx="254000" cy="25400"/>
          </a:xfrm>
          <a:prstGeom prst="roundRect">
            <a:avLst>
              <a:gd name="adj" fmla="val 50000"/>
            </a:avLst>
          </a:prstGeom>
          <a:solidFill>
            <a:srgbClr val="E8EBEE"/>
          </a:solidFill>
          <a:ln>
            <a:noFill/>
          </a:ln>
        </p:spPr>
      </p:sp>
      <p:sp>
        <p:nvSpPr>
          <p:cNvPr id="134" name="!!text-8ud" descr="付款金額"/>
          <p:cNvSpPr txBox="1"/>
          <p:nvPr/>
        </p:nvSpPr>
        <p:spPr>
          <a:xfrm>
            <a:off x="9823450" y="2482342"/>
            <a:ext cx="354965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付款金額</a:t>
            </a:r>
            <a:endParaRPr lang="zh-TW" sz="650"/>
          </a:p>
        </p:txBody>
      </p:sp>
      <p:sp>
        <p:nvSpPr>
          <p:cNvPr id="135" name="!!text-8ui" descr="280 代幣"/>
          <p:cNvSpPr txBox="1"/>
          <p:nvPr/>
        </p:nvSpPr>
        <p:spPr>
          <a:xfrm>
            <a:off x="9605169" y="2611120"/>
            <a:ext cx="823913" cy="27584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500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280 代幣</a:t>
            </a:r>
            <a:endParaRPr lang="zh-TW" sz="1500"/>
          </a:p>
        </p:txBody>
      </p:sp>
      <p:sp>
        <p:nvSpPr>
          <p:cNvPr id="136" name="!!text-8uo" descr="輸入交易密碼"/>
          <p:cNvSpPr txBox="1"/>
          <p:nvPr/>
        </p:nvSpPr>
        <p:spPr>
          <a:xfrm>
            <a:off x="9645650" y="2953512"/>
            <a:ext cx="720090" cy="16550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輸入交易密碼</a:t>
            </a:r>
            <a:endParaRPr lang="zh-TW" sz="900"/>
          </a:p>
        </p:txBody>
      </p:sp>
      <p:sp>
        <p:nvSpPr>
          <p:cNvPr id="137" name="!!text-8uv" descr="共 1 本書，總金額 280 代幣。"/>
          <p:cNvSpPr txBox="1"/>
          <p:nvPr/>
        </p:nvSpPr>
        <p:spPr>
          <a:xfrm>
            <a:off x="9447187" y="3155442"/>
            <a:ext cx="1107491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共 1 本書，總金額 280 代幣。</a:t>
            </a:r>
            <a:endParaRPr lang="zh-TW" sz="650"/>
          </a:p>
        </p:txBody>
      </p:sp>
      <p:sp>
        <p:nvSpPr>
          <p:cNvPr id="138" name="!!text-8va" descr="扣款後餘額為 920 代幣。"/>
          <p:cNvSpPr txBox="1"/>
          <p:nvPr/>
        </p:nvSpPr>
        <p:spPr>
          <a:xfrm>
            <a:off x="9529861" y="3276092"/>
            <a:ext cx="942143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扣款後餘額為 920 代幣。</a:t>
            </a:r>
            <a:endParaRPr lang="zh-TW" sz="650"/>
          </a:p>
        </p:txBody>
      </p:sp>
      <p:sp>
        <p:nvSpPr>
          <p:cNvPr id="139" name="!!circle-8vn"/>
          <p:cNvSpPr/>
          <p:nvPr/>
        </p:nvSpPr>
        <p:spPr>
          <a:xfrm>
            <a:off x="9499600" y="3536950"/>
            <a:ext cx="88900" cy="88900"/>
          </a:xfrm>
          <a:prstGeom prst="ellipse">
            <a:avLst/>
          </a:prstGeom>
          <a:noFill/>
          <a:ln w="12700" cap="flat">
            <a:solidFill>
              <a:srgbClr val="BDBDBD"/>
            </a:solidFill>
            <a:prstDash val="solid"/>
            <a:miter lim="800000"/>
          </a:ln>
        </p:spPr>
      </p:sp>
      <p:sp>
        <p:nvSpPr>
          <p:cNvPr id="140" name="!!circle-8vu"/>
          <p:cNvSpPr/>
          <p:nvPr/>
        </p:nvSpPr>
        <p:spPr>
          <a:xfrm>
            <a:off x="9493250" y="3530600"/>
            <a:ext cx="101600" cy="101600"/>
          </a:xfrm>
          <a:prstGeom prst="ellipse">
            <a:avLst/>
          </a:prstGeom>
          <a:solidFill>
            <a:srgbClr val="627D8D"/>
          </a:solidFill>
          <a:ln>
            <a:noFill/>
          </a:ln>
        </p:spPr>
      </p:sp>
      <p:sp>
        <p:nvSpPr>
          <p:cNvPr id="141" name="!!circle-8vv"/>
          <p:cNvSpPr/>
          <p:nvPr/>
        </p:nvSpPr>
        <p:spPr>
          <a:xfrm>
            <a:off x="9677400" y="3536950"/>
            <a:ext cx="88900" cy="88900"/>
          </a:xfrm>
          <a:prstGeom prst="ellipse">
            <a:avLst/>
          </a:prstGeom>
          <a:noFill/>
          <a:ln w="12700" cap="flat">
            <a:solidFill>
              <a:srgbClr val="BDBDBD"/>
            </a:solidFill>
            <a:prstDash val="solid"/>
            <a:miter lim="800000"/>
          </a:ln>
        </p:spPr>
      </p:sp>
      <p:sp>
        <p:nvSpPr>
          <p:cNvPr id="142" name="!!circle-8w2"/>
          <p:cNvSpPr/>
          <p:nvPr/>
        </p:nvSpPr>
        <p:spPr>
          <a:xfrm>
            <a:off x="9680388" y="3539938"/>
            <a:ext cx="82925" cy="82925"/>
          </a:xfrm>
          <a:prstGeom prst="ellipse">
            <a:avLst/>
          </a:prstGeom>
          <a:solidFill>
            <a:srgbClr val="627D8D">
              <a:alpha val="97180"/>
            </a:srgbClr>
          </a:solidFill>
          <a:ln>
            <a:noFill/>
          </a:ln>
        </p:spPr>
      </p:sp>
      <p:sp>
        <p:nvSpPr>
          <p:cNvPr id="143" name="!!circle-8w3"/>
          <p:cNvSpPr/>
          <p:nvPr/>
        </p:nvSpPr>
        <p:spPr>
          <a:xfrm>
            <a:off x="9855200" y="3536950"/>
            <a:ext cx="88900" cy="88900"/>
          </a:xfrm>
          <a:prstGeom prst="ellipse">
            <a:avLst/>
          </a:prstGeom>
          <a:noFill/>
          <a:ln w="12700" cap="flat">
            <a:solidFill>
              <a:srgbClr val="BDBDBD"/>
            </a:solidFill>
            <a:prstDash val="solid"/>
            <a:miter lim="800000"/>
          </a:ln>
        </p:spPr>
      </p:sp>
      <p:sp>
        <p:nvSpPr>
          <p:cNvPr id="144" name="!!circle-8wb"/>
          <p:cNvSpPr/>
          <p:nvPr/>
        </p:nvSpPr>
        <p:spPr>
          <a:xfrm>
            <a:off x="10033000" y="3536950"/>
            <a:ext cx="88900" cy="88900"/>
          </a:xfrm>
          <a:prstGeom prst="ellipse">
            <a:avLst/>
          </a:prstGeom>
          <a:noFill/>
          <a:ln w="12700" cap="flat">
            <a:solidFill>
              <a:srgbClr val="BDBDBD"/>
            </a:solidFill>
            <a:prstDash val="solid"/>
            <a:miter lim="800000"/>
          </a:ln>
        </p:spPr>
      </p:sp>
      <p:sp>
        <p:nvSpPr>
          <p:cNvPr id="145" name="!!circle-8wj"/>
          <p:cNvSpPr/>
          <p:nvPr/>
        </p:nvSpPr>
        <p:spPr>
          <a:xfrm>
            <a:off x="10210800" y="3536950"/>
            <a:ext cx="88900" cy="88900"/>
          </a:xfrm>
          <a:prstGeom prst="ellipse">
            <a:avLst/>
          </a:prstGeom>
          <a:noFill/>
          <a:ln w="12700" cap="flat">
            <a:solidFill>
              <a:srgbClr val="BDBDBD"/>
            </a:solidFill>
            <a:prstDash val="solid"/>
            <a:miter lim="800000"/>
          </a:ln>
        </p:spPr>
      </p:sp>
      <p:sp>
        <p:nvSpPr>
          <p:cNvPr id="146" name="!!circle-8wr"/>
          <p:cNvSpPr/>
          <p:nvPr/>
        </p:nvSpPr>
        <p:spPr>
          <a:xfrm>
            <a:off x="10388600" y="3536950"/>
            <a:ext cx="88900" cy="88900"/>
          </a:xfrm>
          <a:prstGeom prst="ellipse">
            <a:avLst/>
          </a:prstGeom>
          <a:noFill/>
          <a:ln w="12700" cap="flat">
            <a:solidFill>
              <a:srgbClr val="BDBDBD"/>
            </a:solidFill>
            <a:prstDash val="solid"/>
            <a:miter lim="800000"/>
          </a:ln>
        </p:spPr>
      </p:sp>
      <p:sp>
        <p:nvSpPr>
          <p:cNvPr id="147" name="!!text-8wz" descr="1"/>
          <p:cNvSpPr txBox="1"/>
          <p:nvPr/>
        </p:nvSpPr>
        <p:spPr>
          <a:xfrm>
            <a:off x="9217596" y="3882009"/>
            <a:ext cx="143637" cy="23906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00" kern="0" dirty="0">
                <a:solidFill>
                  <a:srgbClr val="151E27"/>
                </a:solidFill>
                <a:latin typeface="Noto Sans TC Medium"/>
                <a:ea typeface="Noto Sans TC Medium"/>
                <a:cs typeface="Noto Sans TC Medium"/>
              </a:rPr>
              <a:t>1</a:t>
            </a:r>
            <a:endParaRPr lang="zh-TW" sz="1300"/>
          </a:p>
        </p:txBody>
      </p:sp>
      <p:sp>
        <p:nvSpPr>
          <p:cNvPr id="148" name="!!text-8x1" descr="2"/>
          <p:cNvSpPr txBox="1"/>
          <p:nvPr/>
        </p:nvSpPr>
        <p:spPr>
          <a:xfrm>
            <a:off x="9941496" y="3882009"/>
            <a:ext cx="143637" cy="23906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00" kern="0" dirty="0">
                <a:solidFill>
                  <a:srgbClr val="151E27"/>
                </a:solidFill>
                <a:latin typeface="Noto Sans TC Medium"/>
                <a:ea typeface="Noto Sans TC Medium"/>
                <a:cs typeface="Noto Sans TC Medium"/>
              </a:rPr>
              <a:t>2</a:t>
            </a:r>
            <a:endParaRPr lang="zh-TW" sz="1300"/>
          </a:p>
        </p:txBody>
      </p:sp>
      <p:sp>
        <p:nvSpPr>
          <p:cNvPr id="149" name="!!text-8x3" descr="3"/>
          <p:cNvSpPr txBox="1"/>
          <p:nvPr/>
        </p:nvSpPr>
        <p:spPr>
          <a:xfrm>
            <a:off x="10665396" y="3882009"/>
            <a:ext cx="143637" cy="23906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00" kern="0" dirty="0">
                <a:solidFill>
                  <a:srgbClr val="151E27"/>
                </a:solidFill>
                <a:latin typeface="Noto Sans TC Medium"/>
                <a:ea typeface="Noto Sans TC Medium"/>
                <a:cs typeface="Noto Sans TC Medium"/>
              </a:rPr>
              <a:t>3</a:t>
            </a:r>
            <a:endParaRPr lang="zh-TW" sz="1300"/>
          </a:p>
        </p:txBody>
      </p:sp>
      <p:sp>
        <p:nvSpPr>
          <p:cNvPr id="150" name="!!text-8x5" descr="4"/>
          <p:cNvSpPr txBox="1"/>
          <p:nvPr/>
        </p:nvSpPr>
        <p:spPr>
          <a:xfrm>
            <a:off x="9217596" y="4263009"/>
            <a:ext cx="143637" cy="23906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00" kern="0" dirty="0">
                <a:solidFill>
                  <a:srgbClr val="151E27"/>
                </a:solidFill>
                <a:latin typeface="Noto Sans TC Medium"/>
                <a:ea typeface="Noto Sans TC Medium"/>
                <a:cs typeface="Noto Sans TC Medium"/>
              </a:rPr>
              <a:t>4</a:t>
            </a:r>
            <a:endParaRPr lang="zh-TW" sz="1300"/>
          </a:p>
        </p:txBody>
      </p:sp>
      <p:sp>
        <p:nvSpPr>
          <p:cNvPr id="151" name="!!text-8x7" descr="5"/>
          <p:cNvSpPr txBox="1"/>
          <p:nvPr/>
        </p:nvSpPr>
        <p:spPr>
          <a:xfrm>
            <a:off x="9941496" y="4263009"/>
            <a:ext cx="143637" cy="23906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00" kern="0" dirty="0">
                <a:solidFill>
                  <a:srgbClr val="151E27"/>
                </a:solidFill>
                <a:latin typeface="Noto Sans TC Medium"/>
                <a:ea typeface="Noto Sans TC Medium"/>
                <a:cs typeface="Noto Sans TC Medium"/>
              </a:rPr>
              <a:t>5</a:t>
            </a:r>
            <a:endParaRPr lang="zh-TW" sz="1300"/>
          </a:p>
        </p:txBody>
      </p:sp>
      <p:sp>
        <p:nvSpPr>
          <p:cNvPr id="152" name="!!text-8x9" descr="6"/>
          <p:cNvSpPr txBox="1"/>
          <p:nvPr/>
        </p:nvSpPr>
        <p:spPr>
          <a:xfrm>
            <a:off x="10665396" y="4263009"/>
            <a:ext cx="143637" cy="23906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00" kern="0" dirty="0">
                <a:solidFill>
                  <a:srgbClr val="151E27"/>
                </a:solidFill>
                <a:latin typeface="Noto Sans TC Medium"/>
                <a:ea typeface="Noto Sans TC Medium"/>
                <a:cs typeface="Noto Sans TC Medium"/>
              </a:rPr>
              <a:t>6</a:t>
            </a:r>
            <a:endParaRPr lang="zh-TW" sz="1300"/>
          </a:p>
        </p:txBody>
      </p:sp>
      <p:sp>
        <p:nvSpPr>
          <p:cNvPr id="153" name="!!text-8xb" descr="7"/>
          <p:cNvSpPr txBox="1"/>
          <p:nvPr/>
        </p:nvSpPr>
        <p:spPr>
          <a:xfrm>
            <a:off x="9217596" y="4644009"/>
            <a:ext cx="143637" cy="23906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00" kern="0" dirty="0">
                <a:solidFill>
                  <a:srgbClr val="151E27"/>
                </a:solidFill>
                <a:latin typeface="Noto Sans TC Medium"/>
                <a:ea typeface="Noto Sans TC Medium"/>
                <a:cs typeface="Noto Sans TC Medium"/>
              </a:rPr>
              <a:t>7</a:t>
            </a:r>
            <a:endParaRPr lang="zh-TW" sz="1300"/>
          </a:p>
        </p:txBody>
      </p:sp>
      <p:sp>
        <p:nvSpPr>
          <p:cNvPr id="154" name="!!text-8xd" descr="8"/>
          <p:cNvSpPr txBox="1"/>
          <p:nvPr/>
        </p:nvSpPr>
        <p:spPr>
          <a:xfrm>
            <a:off x="9941496" y="4644009"/>
            <a:ext cx="143637" cy="23906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00" kern="0" dirty="0">
                <a:solidFill>
                  <a:srgbClr val="151E27"/>
                </a:solidFill>
                <a:latin typeface="Noto Sans TC Medium"/>
                <a:ea typeface="Noto Sans TC Medium"/>
                <a:cs typeface="Noto Sans TC Medium"/>
              </a:rPr>
              <a:t>8</a:t>
            </a:r>
            <a:endParaRPr lang="zh-TW" sz="1300"/>
          </a:p>
        </p:txBody>
      </p:sp>
      <p:sp>
        <p:nvSpPr>
          <p:cNvPr id="155" name="!!text-8xf" descr="9"/>
          <p:cNvSpPr txBox="1"/>
          <p:nvPr/>
        </p:nvSpPr>
        <p:spPr>
          <a:xfrm>
            <a:off x="10665396" y="4644009"/>
            <a:ext cx="143637" cy="23906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00" kern="0" dirty="0">
                <a:solidFill>
                  <a:srgbClr val="151E27"/>
                </a:solidFill>
                <a:latin typeface="Noto Sans TC Medium"/>
                <a:ea typeface="Noto Sans TC Medium"/>
                <a:cs typeface="Noto Sans TC Medium"/>
              </a:rPr>
              <a:t>9</a:t>
            </a:r>
            <a:endParaRPr lang="zh-TW" sz="1300"/>
          </a:p>
        </p:txBody>
      </p:sp>
      <p:sp>
        <p:nvSpPr>
          <p:cNvPr id="156" name="!!text-8xh" descr="0"/>
          <p:cNvSpPr txBox="1"/>
          <p:nvPr/>
        </p:nvSpPr>
        <p:spPr>
          <a:xfrm>
            <a:off x="9941496" y="5025009"/>
            <a:ext cx="143637" cy="23906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00" kern="0" dirty="0">
                <a:solidFill>
                  <a:srgbClr val="151E27"/>
                </a:solidFill>
                <a:latin typeface="Noto Sans TC Medium"/>
                <a:ea typeface="Noto Sans TC Medium"/>
                <a:cs typeface="Noto Sans TC Medium"/>
              </a:rPr>
              <a:t>0</a:t>
            </a:r>
            <a:endParaRPr lang="zh-TW" sz="1300"/>
          </a:p>
        </p:txBody>
      </p:sp>
      <p:sp>
        <p:nvSpPr>
          <p:cNvPr id="157" name="!!path-8xj"/>
          <p:cNvSpPr/>
          <p:nvPr/>
        </p:nvSpPr>
        <p:spPr>
          <a:xfrm>
            <a:off x="10636250" y="5099050"/>
            <a:ext cx="152400" cy="114300"/>
          </a:xfrm>
          <a:custGeom>
            <a:avLst/>
            <a:gdLst/>
            <a:ahLst/>
            <a:cxnLst/>
            <a:rect l="l" t="t" r="r" b="b"/>
            <a:pathLst>
              <a:path w="152400" h="114300">
                <a:moveTo>
                  <a:pt x="139700" y="0"/>
                </a:moveTo>
                <a:lnTo>
                  <a:pt x="44450" y="0"/>
                </a:lnTo>
                <a:cubicBezTo>
                  <a:pt x="40068" y="0"/>
                  <a:pt x="36639" y="2223"/>
                  <a:pt x="34354" y="5588"/>
                </a:cubicBezTo>
                <a:lnTo>
                  <a:pt x="0" y="57150"/>
                </a:lnTo>
                <a:lnTo>
                  <a:pt x="34354" y="108649"/>
                </a:lnTo>
                <a:cubicBezTo>
                  <a:pt x="36639" y="112014"/>
                  <a:pt x="40068" y="114300"/>
                  <a:pt x="44450" y="114300"/>
                </a:cubicBezTo>
                <a:lnTo>
                  <a:pt x="139700" y="114300"/>
                </a:lnTo>
                <a:cubicBezTo>
                  <a:pt x="146685" y="114300"/>
                  <a:pt x="152400" y="108585"/>
                  <a:pt x="152400" y="101600"/>
                </a:cubicBezTo>
                <a:lnTo>
                  <a:pt x="152400" y="12700"/>
                </a:lnTo>
                <a:cubicBezTo>
                  <a:pt x="152400" y="5715"/>
                  <a:pt x="146685" y="0"/>
                  <a:pt x="139700" y="0"/>
                </a:cubicBezTo>
                <a:close/>
                <a:moveTo>
                  <a:pt x="139700" y="101600"/>
                </a:moveTo>
                <a:lnTo>
                  <a:pt x="44894" y="101600"/>
                </a:lnTo>
                <a:lnTo>
                  <a:pt x="15240" y="57150"/>
                </a:lnTo>
                <a:lnTo>
                  <a:pt x="44831" y="12700"/>
                </a:lnTo>
                <a:lnTo>
                  <a:pt x="139700" y="12700"/>
                </a:lnTo>
                <a:lnTo>
                  <a:pt x="139700" y="101600"/>
                </a:lnTo>
                <a:close/>
                <a:moveTo>
                  <a:pt x="66104" y="88900"/>
                </a:moveTo>
                <a:lnTo>
                  <a:pt x="88900" y="66103"/>
                </a:lnTo>
                <a:lnTo>
                  <a:pt x="111696" y="88900"/>
                </a:lnTo>
                <a:lnTo>
                  <a:pt x="120650" y="79947"/>
                </a:lnTo>
                <a:lnTo>
                  <a:pt x="97854" y="57150"/>
                </a:lnTo>
                <a:lnTo>
                  <a:pt x="120650" y="34353"/>
                </a:lnTo>
                <a:lnTo>
                  <a:pt x="111696" y="25400"/>
                </a:lnTo>
                <a:lnTo>
                  <a:pt x="88900" y="48197"/>
                </a:lnTo>
                <a:lnTo>
                  <a:pt x="66104" y="25400"/>
                </a:lnTo>
                <a:lnTo>
                  <a:pt x="57150" y="34353"/>
                </a:lnTo>
                <a:lnTo>
                  <a:pt x="79946" y="57150"/>
                </a:lnTo>
                <a:lnTo>
                  <a:pt x="57150" y="79947"/>
                </a:lnTo>
                <a:close/>
              </a:path>
            </a:pathLst>
          </a:custGeom>
          <a:solidFill>
            <a:srgbClr val="5B6770"/>
          </a:solidFill>
          <a:ln>
            <a:noFill/>
          </a:ln>
        </p:spPr>
      </p:sp>
      <p:sp>
        <p:nvSpPr>
          <p:cNvPr id="158" name="!!circle-8xs"/>
          <p:cNvSpPr/>
          <p:nvPr/>
        </p:nvSpPr>
        <p:spPr>
          <a:xfrm>
            <a:off x="10410861" y="3711611"/>
            <a:ext cx="603177" cy="603177"/>
          </a:xfrm>
          <a:prstGeom prst="ellipse">
            <a:avLst/>
          </a:prstGeom>
          <a:noFill/>
          <a:ln w="12700" cap="flat">
            <a:solidFill>
              <a:srgbClr val="FFFFFF">
                <a:alpha val="1362"/>
              </a:srgbClr>
            </a:solidFill>
            <a:prstDash val="solid"/>
            <a:miter lim="800000"/>
          </a:ln>
        </p:spPr>
      </p:sp>
      <p:sp>
        <p:nvSpPr>
          <p:cNvPr id="159" name="!!circle-8xv"/>
          <p:cNvSpPr/>
          <p:nvPr/>
        </p:nvSpPr>
        <p:spPr>
          <a:xfrm>
            <a:off x="9798050" y="4584700"/>
            <a:ext cx="381000" cy="381000"/>
          </a:xfrm>
          <a:prstGeom prst="ellipse">
            <a:avLst/>
          </a:prstGeom>
          <a:solidFill>
            <a:srgbClr val="627D8D">
              <a:alpha val="3950"/>
            </a:srgbClr>
          </a:solidFill>
          <a:ln>
            <a:noFill/>
          </a:ln>
        </p:spPr>
      </p:sp>
      <p:sp>
        <p:nvSpPr>
          <p:cNvPr id="160" name="!!circle-8y2"/>
          <p:cNvSpPr/>
          <p:nvPr/>
        </p:nvSpPr>
        <p:spPr>
          <a:xfrm>
            <a:off x="9848850" y="4635500"/>
            <a:ext cx="279400" cy="279400"/>
          </a:xfrm>
          <a:prstGeom prst="ellipse">
            <a:avLst/>
          </a:prstGeom>
          <a:solidFill>
            <a:srgbClr val="FFFFFF">
              <a:alpha val="42000"/>
            </a:srgbClr>
          </a:solidFill>
          <a:ln w="9525" cap="flat">
            <a:solidFill>
              <a:srgbClr val="0B1A26">
                <a:alpha val="14000"/>
              </a:srgbClr>
            </a:solidFill>
            <a:prstDash val="solid"/>
            <a:miter lim="800000"/>
          </a:ln>
        </p:spPr>
      </p:sp>
      <p:sp>
        <p:nvSpPr>
          <p:cNvPr id="161" name="!!circle-8y3"/>
          <p:cNvSpPr/>
          <p:nvPr/>
        </p:nvSpPr>
        <p:spPr>
          <a:xfrm>
            <a:off x="9785049" y="4571699"/>
            <a:ext cx="407002" cy="407002"/>
          </a:xfrm>
          <a:prstGeom prst="ellipse">
            <a:avLst/>
          </a:prstGeom>
          <a:noFill/>
          <a:ln w="12700" cap="flat">
            <a:solidFill>
              <a:srgbClr val="FFFFFF">
                <a:alpha val="42949"/>
              </a:srgbClr>
            </a:solidFill>
            <a:prstDash val="solid"/>
            <a:miter lim="800000"/>
          </a:ln>
        </p:spPr>
      </p:sp>
      <p:sp>
        <p:nvSpPr>
          <p:cNvPr id="162" name="!!text-8ze" descr="忘記交易密碼"/>
          <p:cNvSpPr txBox="1"/>
          <p:nvPr/>
        </p:nvSpPr>
        <p:spPr>
          <a:xfrm>
            <a:off x="9721850" y="5370576"/>
            <a:ext cx="560070" cy="12872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00" kern="0" dirty="0">
                <a:solidFill>
                  <a:srgbClr val="627D8D"/>
                </a:solidFill>
                <a:latin typeface="Noto Sans TC SemiBold"/>
                <a:ea typeface="Noto Sans TC SemiBold"/>
                <a:cs typeface="Noto Sans TC SemiBold"/>
              </a:rPr>
              <a:t>忘記交易密碼</a:t>
            </a:r>
            <a:endParaRPr lang="zh-TW" sz="700"/>
          </a:p>
        </p:txBody>
      </p:sp>
      <p:sp>
        <p:nvSpPr>
          <p:cNvPr id="163" name="!!rect-96i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10000"/>
                </a:srgbClr>
              </a:gs>
              <a:gs pos="30762">
                <a:srgbClr val="FFFFFF">
                  <a:alpha val="2000"/>
                </a:srgbClr>
              </a:gs>
              <a:gs pos="31723">
                <a:srgbClr val="FFFFFF">
                  <a:alpha val="0"/>
                </a:srgbClr>
              </a:gs>
              <a:gs pos="9613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4329186" scaled="0"/>
          </a:gradFill>
          <a:ln>
            <a:noFill/>
          </a:ln>
        </p:spPr>
      </p:sp>
      <p:sp>
        <p:nvSpPr>
          <p:cNvPr id="164" name="!!rect-96l"/>
          <p:cNvSpPr/>
          <p:nvPr/>
        </p:nvSpPr>
        <p:spPr>
          <a:xfrm>
            <a:off x="9728200" y="679450"/>
            <a:ext cx="520700" cy="23495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</p:spPr>
      </p:sp>
      <p:sp>
        <p:nvSpPr>
          <p:cNvPr id="165" name="!!circle-96m"/>
          <p:cNvSpPr/>
          <p:nvPr/>
        </p:nvSpPr>
        <p:spPr>
          <a:xfrm>
            <a:off x="10088880" y="757555"/>
            <a:ext cx="78740" cy="78740"/>
          </a:xfrm>
          <a:prstGeom prst="ellipse">
            <a:avLst/>
          </a:prstGeom>
          <a:solidFill>
            <a:srgbClr val="0A0F16"/>
          </a:solidFill>
          <a:ln>
            <a:noFill/>
          </a:ln>
        </p:spPr>
      </p:sp>
      <p:sp>
        <p:nvSpPr>
          <p:cNvPr id="166" name="!!circle-96n"/>
          <p:cNvSpPr/>
          <p:nvPr/>
        </p:nvSpPr>
        <p:spPr>
          <a:xfrm>
            <a:off x="10107930" y="776605"/>
            <a:ext cx="40640" cy="40640"/>
          </a:xfrm>
          <a:prstGeom prst="ellipse">
            <a:avLst/>
          </a:prstGeom>
          <a:solidFill>
            <a:srgbClr val="111B28"/>
          </a:solidFill>
          <a:ln>
            <a:noFill/>
          </a:ln>
        </p:spPr>
      </p:sp>
      <p:sp>
        <p:nvSpPr>
          <p:cNvPr id="167" name="!!circle-96o"/>
          <p:cNvSpPr/>
          <p:nvPr/>
        </p:nvSpPr>
        <p:spPr>
          <a:xfrm>
            <a:off x="10130155" y="781685"/>
            <a:ext cx="13970" cy="13970"/>
          </a:xfrm>
          <a:prstGeom prst="ellipse">
            <a:avLst/>
          </a:prstGeom>
          <a:solidFill>
            <a:srgbClr val="3A5070">
              <a:alpha val="80000"/>
            </a:srgbClr>
          </a:solidFill>
          <a:ln>
            <a:noFill/>
          </a:ln>
        </p:spPr>
      </p:sp>
      <p:sp>
        <p:nvSpPr>
          <p:cNvPr id="168" name="!!path-9ic"/>
          <p:cNvSpPr/>
          <p:nvPr/>
        </p:nvSpPr>
        <p:spPr>
          <a:xfrm>
            <a:off x="381000" y="306527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69" name="!!path-9id"/>
          <p:cNvSpPr/>
          <p:nvPr/>
        </p:nvSpPr>
        <p:spPr>
          <a:xfrm>
            <a:off x="381000" y="308153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70" name="!!path-9ie"/>
          <p:cNvSpPr/>
          <p:nvPr/>
        </p:nvSpPr>
        <p:spPr>
          <a:xfrm>
            <a:off x="381000" y="309778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71" name="!!path-9if"/>
          <p:cNvSpPr/>
          <p:nvPr/>
        </p:nvSpPr>
        <p:spPr>
          <a:xfrm>
            <a:off x="381000" y="311404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72" name="!!path-9ig"/>
          <p:cNvSpPr/>
          <p:nvPr/>
        </p:nvSpPr>
        <p:spPr>
          <a:xfrm>
            <a:off x="381000" y="313030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73" name="!!path-9ih"/>
          <p:cNvSpPr/>
          <p:nvPr/>
        </p:nvSpPr>
        <p:spPr>
          <a:xfrm>
            <a:off x="381000" y="314655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74" name="!!path-9ii"/>
          <p:cNvSpPr/>
          <p:nvPr/>
        </p:nvSpPr>
        <p:spPr>
          <a:xfrm>
            <a:off x="381000" y="316281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75" name="!!path-9ij"/>
          <p:cNvSpPr/>
          <p:nvPr/>
        </p:nvSpPr>
        <p:spPr>
          <a:xfrm>
            <a:off x="381000" y="317906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76" name="!!path-9ik"/>
          <p:cNvSpPr/>
          <p:nvPr/>
        </p:nvSpPr>
        <p:spPr>
          <a:xfrm>
            <a:off x="419608" y="269342"/>
            <a:ext cx="128422" cy="122936"/>
          </a:xfrm>
          <a:custGeom>
            <a:avLst/>
            <a:gdLst/>
            <a:ahLst/>
            <a:cxnLst/>
            <a:rect l="l" t="t" r="r" b="b"/>
            <a:pathLst>
              <a:path w="128422" h="122936">
                <a:moveTo>
                  <a:pt x="0" y="17678"/>
                </a:moveTo>
                <a:lnTo>
                  <a:pt x="8128" y="5080"/>
                </a:lnTo>
                <a:cubicBezTo>
                  <a:pt x="32512" y="0"/>
                  <a:pt x="73152" y="7112"/>
                  <a:pt x="101600" y="26416"/>
                </a:cubicBezTo>
                <a:cubicBezTo>
                  <a:pt x="116840" y="37186"/>
                  <a:pt x="124968" y="49784"/>
                  <a:pt x="128422" y="62992"/>
                </a:cubicBezTo>
                <a:lnTo>
                  <a:pt x="128422" y="122936"/>
                </a:lnTo>
                <a:lnTo>
                  <a:pt x="0" y="1229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77" name="!!path-9il"/>
          <p:cNvSpPr/>
          <p:nvPr/>
        </p:nvSpPr>
        <p:spPr>
          <a:xfrm>
            <a:off x="419608" y="269342"/>
            <a:ext cx="128422" cy="62992"/>
          </a:xfrm>
          <a:custGeom>
            <a:avLst/>
            <a:gdLst/>
            <a:ahLst/>
            <a:cxnLst/>
            <a:rect l="l" t="t" r="r" b="b"/>
            <a:pathLst>
              <a:path w="128422" h="62992" fill="none">
                <a:moveTo>
                  <a:pt x="128422" y="62992"/>
                </a:moveTo>
                <a:cubicBezTo>
                  <a:pt x="124968" y="49784"/>
                  <a:pt x="116840" y="37186"/>
                  <a:pt x="101600" y="26416"/>
                </a:cubicBezTo>
                <a:cubicBezTo>
                  <a:pt x="73152" y="7112"/>
                  <a:pt x="32512" y="0"/>
                  <a:pt x="8128" y="5080"/>
                </a:cubicBezTo>
                <a:lnTo>
                  <a:pt x="0" y="1767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78" name="!!path-9im"/>
          <p:cNvSpPr/>
          <p:nvPr/>
        </p:nvSpPr>
        <p:spPr>
          <a:xfrm>
            <a:off x="407010" y="281534"/>
            <a:ext cx="141021" cy="110744"/>
          </a:xfrm>
          <a:custGeom>
            <a:avLst/>
            <a:gdLst/>
            <a:ahLst/>
            <a:cxnLst/>
            <a:rect l="l" t="t" r="r" b="b"/>
            <a:pathLst>
              <a:path w="141021" h="110744">
                <a:moveTo>
                  <a:pt x="0" y="22352"/>
                </a:moveTo>
                <a:lnTo>
                  <a:pt x="6502" y="6502"/>
                </a:lnTo>
                <a:cubicBezTo>
                  <a:pt x="36982" y="0"/>
                  <a:pt x="79654" y="7112"/>
                  <a:pt x="110134" y="25400"/>
                </a:cubicBezTo>
                <a:cubicBezTo>
                  <a:pt x="126390" y="35154"/>
                  <a:pt x="136550" y="49784"/>
                  <a:pt x="141021" y="62992"/>
                </a:cubicBezTo>
                <a:lnTo>
                  <a:pt x="141021" y="110744"/>
                </a:lnTo>
                <a:lnTo>
                  <a:pt x="0" y="110744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79" name="!!path-9in"/>
          <p:cNvSpPr/>
          <p:nvPr/>
        </p:nvSpPr>
        <p:spPr>
          <a:xfrm>
            <a:off x="407010" y="281534"/>
            <a:ext cx="141021" cy="62992"/>
          </a:xfrm>
          <a:custGeom>
            <a:avLst/>
            <a:gdLst/>
            <a:ahLst/>
            <a:cxnLst/>
            <a:rect l="l" t="t" r="r" b="b"/>
            <a:pathLst>
              <a:path w="141021" h="62992" fill="none">
                <a:moveTo>
                  <a:pt x="141021" y="62992"/>
                </a:moveTo>
                <a:cubicBezTo>
                  <a:pt x="136550" y="49784"/>
                  <a:pt x="126390" y="35154"/>
                  <a:pt x="110134" y="25400"/>
                </a:cubicBezTo>
                <a:cubicBezTo>
                  <a:pt x="79654" y="7112"/>
                  <a:pt x="36982" y="0"/>
                  <a:pt x="6502" y="6502"/>
                </a:cubicBezTo>
                <a:lnTo>
                  <a:pt x="0" y="22352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80" name="!!path-9io"/>
          <p:cNvSpPr/>
          <p:nvPr/>
        </p:nvSpPr>
        <p:spPr>
          <a:xfrm>
            <a:off x="395834" y="294742"/>
            <a:ext cx="151790" cy="97536"/>
          </a:xfrm>
          <a:custGeom>
            <a:avLst/>
            <a:gdLst/>
            <a:ahLst/>
            <a:cxnLst/>
            <a:rect l="l" t="t" r="r" b="b"/>
            <a:pathLst>
              <a:path w="151790" h="97536">
                <a:moveTo>
                  <a:pt x="0" y="23165"/>
                </a:moveTo>
                <a:lnTo>
                  <a:pt x="3861" y="12598"/>
                </a:lnTo>
                <a:cubicBezTo>
                  <a:pt x="37998" y="0"/>
                  <a:pt x="84734" y="5080"/>
                  <a:pt x="117246" y="21946"/>
                </a:cubicBezTo>
                <a:cubicBezTo>
                  <a:pt x="135534" y="31496"/>
                  <a:pt x="146710" y="43688"/>
                  <a:pt x="151790" y="55270"/>
                </a:cubicBezTo>
                <a:lnTo>
                  <a:pt x="151790" y="97536"/>
                </a:lnTo>
                <a:lnTo>
                  <a:pt x="0" y="975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81" name="!!path-9ip"/>
          <p:cNvSpPr/>
          <p:nvPr/>
        </p:nvSpPr>
        <p:spPr>
          <a:xfrm>
            <a:off x="395834" y="294742"/>
            <a:ext cx="151790" cy="55270"/>
          </a:xfrm>
          <a:custGeom>
            <a:avLst/>
            <a:gdLst/>
            <a:ahLst/>
            <a:cxnLst/>
            <a:rect l="l" t="t" r="r" b="b"/>
            <a:pathLst>
              <a:path w="151790" h="55270" fill="none">
                <a:moveTo>
                  <a:pt x="151790" y="55270"/>
                </a:moveTo>
                <a:cubicBezTo>
                  <a:pt x="146710" y="43688"/>
                  <a:pt x="135534" y="31496"/>
                  <a:pt x="117246" y="21946"/>
                </a:cubicBezTo>
                <a:cubicBezTo>
                  <a:pt x="84734" y="5080"/>
                  <a:pt x="37998" y="0"/>
                  <a:pt x="3861" y="12598"/>
                </a:cubicBezTo>
                <a:lnTo>
                  <a:pt x="0" y="23165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82" name="!!path-9iq"/>
          <p:cNvSpPr/>
          <p:nvPr/>
        </p:nvSpPr>
        <p:spPr>
          <a:xfrm>
            <a:off x="548234" y="264262"/>
            <a:ext cx="120294" cy="128016"/>
          </a:xfrm>
          <a:custGeom>
            <a:avLst/>
            <a:gdLst/>
            <a:ahLst/>
            <a:cxnLst/>
            <a:rect l="l" t="t" r="r" b="b"/>
            <a:pathLst>
              <a:path w="120294" h="128016">
                <a:moveTo>
                  <a:pt x="120294" y="18288"/>
                </a:moveTo>
                <a:lnTo>
                  <a:pt x="113589" y="4470"/>
                </a:lnTo>
                <a:cubicBezTo>
                  <a:pt x="86766" y="0"/>
                  <a:pt x="44094" y="10160"/>
                  <a:pt x="17678" y="30480"/>
                </a:cubicBezTo>
                <a:cubicBezTo>
                  <a:pt x="6502" y="39624"/>
                  <a:pt x="1422" y="52832"/>
                  <a:pt x="0" y="67056"/>
                </a:cubicBezTo>
                <a:lnTo>
                  <a:pt x="0" y="128016"/>
                </a:lnTo>
                <a:lnTo>
                  <a:pt x="120294" y="12801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83" name="!!path-9ir"/>
          <p:cNvSpPr/>
          <p:nvPr/>
        </p:nvSpPr>
        <p:spPr>
          <a:xfrm>
            <a:off x="548234" y="264262"/>
            <a:ext cx="120294" cy="67056"/>
          </a:xfrm>
          <a:custGeom>
            <a:avLst/>
            <a:gdLst/>
            <a:ahLst/>
            <a:cxnLst/>
            <a:rect l="l" t="t" r="r" b="b"/>
            <a:pathLst>
              <a:path w="120294" h="67056" fill="none">
                <a:moveTo>
                  <a:pt x="0" y="67056"/>
                </a:moveTo>
                <a:cubicBezTo>
                  <a:pt x="1422" y="52832"/>
                  <a:pt x="6502" y="39624"/>
                  <a:pt x="17678" y="30480"/>
                </a:cubicBezTo>
                <a:cubicBezTo>
                  <a:pt x="44094" y="10160"/>
                  <a:pt x="86766" y="0"/>
                  <a:pt x="113589" y="4470"/>
                </a:cubicBezTo>
                <a:lnTo>
                  <a:pt x="120294" y="1828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84" name="!!path-9is"/>
          <p:cNvSpPr/>
          <p:nvPr/>
        </p:nvSpPr>
        <p:spPr>
          <a:xfrm>
            <a:off x="548437" y="279502"/>
            <a:ext cx="133299" cy="112776"/>
          </a:xfrm>
          <a:custGeom>
            <a:avLst/>
            <a:gdLst/>
            <a:ahLst/>
            <a:cxnLst/>
            <a:rect l="l" t="t" r="r" b="b"/>
            <a:pathLst>
              <a:path w="133299" h="112776">
                <a:moveTo>
                  <a:pt x="133299" y="19710"/>
                </a:moveTo>
                <a:lnTo>
                  <a:pt x="127203" y="3048"/>
                </a:lnTo>
                <a:cubicBezTo>
                  <a:pt x="94691" y="0"/>
                  <a:pt x="54051" y="11176"/>
                  <a:pt x="27635" y="30683"/>
                </a:cubicBezTo>
                <a:cubicBezTo>
                  <a:pt x="13411" y="41250"/>
                  <a:pt x="4267" y="53848"/>
                  <a:pt x="0" y="65024"/>
                </a:cubicBezTo>
                <a:lnTo>
                  <a:pt x="0" y="112776"/>
                </a:lnTo>
                <a:lnTo>
                  <a:pt x="133299" y="11277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85" name="!!path-9it"/>
          <p:cNvSpPr/>
          <p:nvPr/>
        </p:nvSpPr>
        <p:spPr>
          <a:xfrm>
            <a:off x="548437" y="279502"/>
            <a:ext cx="133299" cy="65024"/>
          </a:xfrm>
          <a:custGeom>
            <a:avLst/>
            <a:gdLst/>
            <a:ahLst/>
            <a:cxnLst/>
            <a:rect l="l" t="t" r="r" b="b"/>
            <a:pathLst>
              <a:path w="133299" h="65024" fill="none">
                <a:moveTo>
                  <a:pt x="0" y="65024"/>
                </a:moveTo>
                <a:cubicBezTo>
                  <a:pt x="4267" y="53848"/>
                  <a:pt x="13411" y="41250"/>
                  <a:pt x="27635" y="30683"/>
                </a:cubicBezTo>
                <a:cubicBezTo>
                  <a:pt x="54051" y="11176"/>
                  <a:pt x="94691" y="0"/>
                  <a:pt x="127203" y="3048"/>
                </a:cubicBezTo>
                <a:lnTo>
                  <a:pt x="133299" y="19710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86" name="!!path-9iu"/>
          <p:cNvSpPr/>
          <p:nvPr/>
        </p:nvSpPr>
        <p:spPr>
          <a:xfrm>
            <a:off x="548843" y="293726"/>
            <a:ext cx="142646" cy="98552"/>
          </a:xfrm>
          <a:custGeom>
            <a:avLst/>
            <a:gdLst/>
            <a:ahLst/>
            <a:cxnLst/>
            <a:rect l="l" t="t" r="r" b="b"/>
            <a:pathLst>
              <a:path w="142646" h="98552">
                <a:moveTo>
                  <a:pt x="142646" y="18898"/>
                </a:moveTo>
                <a:lnTo>
                  <a:pt x="139802" y="8738"/>
                </a:lnTo>
                <a:cubicBezTo>
                  <a:pt x="106477" y="0"/>
                  <a:pt x="63805" y="5080"/>
                  <a:pt x="35357" y="19304"/>
                </a:cubicBezTo>
                <a:cubicBezTo>
                  <a:pt x="17069" y="28448"/>
                  <a:pt x="5893" y="42672"/>
                  <a:pt x="0" y="56286"/>
                </a:cubicBezTo>
                <a:lnTo>
                  <a:pt x="0" y="98552"/>
                </a:lnTo>
                <a:lnTo>
                  <a:pt x="142646" y="98552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87" name="!!path-9iv"/>
          <p:cNvSpPr/>
          <p:nvPr/>
        </p:nvSpPr>
        <p:spPr>
          <a:xfrm>
            <a:off x="548843" y="293726"/>
            <a:ext cx="142646" cy="56286"/>
          </a:xfrm>
          <a:custGeom>
            <a:avLst/>
            <a:gdLst/>
            <a:ahLst/>
            <a:cxnLst/>
            <a:rect l="l" t="t" r="r" b="b"/>
            <a:pathLst>
              <a:path w="142646" h="56286" fill="none">
                <a:moveTo>
                  <a:pt x="0" y="56286"/>
                </a:moveTo>
                <a:cubicBezTo>
                  <a:pt x="5893" y="42672"/>
                  <a:pt x="17069" y="28448"/>
                  <a:pt x="35357" y="19304"/>
                </a:cubicBezTo>
                <a:cubicBezTo>
                  <a:pt x="63805" y="5080"/>
                  <a:pt x="106477" y="0"/>
                  <a:pt x="139802" y="8738"/>
                </a:cubicBezTo>
                <a:lnTo>
                  <a:pt x="142646" y="1889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88" name="!!path-9iw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627D8D"/>
              </a:gs>
              <a:gs pos="21794">
                <a:srgbClr val="627D8D"/>
              </a:gs>
              <a:gs pos="55376">
                <a:srgbClr val="627D8D"/>
              </a:gs>
              <a:gs pos="96421">
                <a:srgbClr val="98ABB7"/>
              </a:gs>
              <a:gs pos="100000">
                <a:srgbClr val="98ABB7"/>
              </a:gs>
            </a:gsLst>
            <a:lin ang="1983350" scaled="0"/>
          </a:gradFill>
          <a:ln>
            <a:noFill/>
          </a:ln>
        </p:spPr>
      </p:sp>
      <p:sp>
        <p:nvSpPr>
          <p:cNvPr id="189" name="!!path-9ix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0000"/>
                </a:srgbClr>
              </a:gs>
              <a:gs pos="4764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83333" t="79291" r="16667" b="20709"/>
            </a:path>
          </a:gradFill>
          <a:ln>
            <a:noFill/>
          </a:ln>
        </p:spPr>
      </p:sp>
      <p:sp>
        <p:nvSpPr>
          <p:cNvPr id="190" name="!!line-9iy"/>
          <p:cNvSpPr/>
          <p:nvPr/>
        </p:nvSpPr>
        <p:spPr>
          <a:xfrm>
            <a:off x="549046" y="363017"/>
            <a:ext cx="1" cy="153619"/>
          </a:xfrm>
          <a:custGeom>
            <a:avLst/>
            <a:gdLst/>
            <a:ahLst/>
            <a:cxnLst/>
            <a:rect l="l" t="t" r="r" b="b"/>
            <a:pathLst>
              <a:path w="1" h="153619">
                <a:moveTo>
                  <a:pt x="0" y="0"/>
                </a:moveTo>
                <a:lnTo>
                  <a:pt x="0" y="153619"/>
                </a:lnTo>
              </a:path>
            </a:pathLst>
          </a:custGeom>
          <a:solidFill>
            <a:srgbClr val="000000"/>
          </a:solidFill>
          <a:ln w="6909" cap="rnd">
            <a:solidFill>
              <a:srgbClr val="C9D3D9"/>
            </a:solidFill>
            <a:prstDash val="solid"/>
            <a:miter lim="800000"/>
          </a:ln>
        </p:spPr>
      </p:sp>
      <p:sp>
        <p:nvSpPr>
          <p:cNvPr id="191" name="!!path-9iz"/>
          <p:cNvSpPr/>
          <p:nvPr/>
        </p:nvSpPr>
        <p:spPr>
          <a:xfrm>
            <a:off x="657962" y="442062"/>
            <a:ext cx="25400" cy="37998"/>
          </a:xfrm>
          <a:custGeom>
            <a:avLst/>
            <a:gdLst/>
            <a:ahLst/>
            <a:cxnLst/>
            <a:rect l="l" t="t" r="r" b="b"/>
            <a:pathLst>
              <a:path w="25400" h="37998">
                <a:moveTo>
                  <a:pt x="0" y="2642"/>
                </a:moveTo>
                <a:lnTo>
                  <a:pt x="15240" y="0"/>
                </a:lnTo>
                <a:lnTo>
                  <a:pt x="25400" y="37186"/>
                </a:lnTo>
                <a:lnTo>
                  <a:pt x="7518" y="37998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 w="1016" cap="flat">
            <a:solidFill>
              <a:srgbClr val="FFFFFF">
                <a:alpha val="55000"/>
              </a:srgbClr>
            </a:solidFill>
            <a:prstDash val="solid"/>
            <a:round/>
          </a:ln>
        </p:spPr>
      </p:sp>
      <p:sp>
        <p:nvSpPr>
          <p:cNvPr id="192" name="!!text-9j0" descr="救「舊」我的書"/>
          <p:cNvSpPr txBox="1"/>
          <p:nvPr/>
        </p:nvSpPr>
        <p:spPr>
          <a:xfrm>
            <a:off x="805879" y="251460"/>
            <a:ext cx="1120140" cy="25745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400" b="1" kern="0" spc="-70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救</a:t>
            </a:r>
            <a:r>
              <a:rPr lang="zh-TW" altLang="en-US" sz="14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「舊</a:t>
            </a:r>
            <a:r>
              <a:rPr lang="zh-TW" altLang="en-US" sz="1400" b="1" kern="0" spc="-70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」</a:t>
            </a:r>
            <a:r>
              <a:rPr lang="zh-TW" altLang="en-US" sz="14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我的書</a:t>
            </a:r>
            <a:endParaRPr lang="zh-TW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fast" p14:dur="1400" advTm="400">
        <p159:morph option="byObject"/>
      </p:transition>
    </mc:Choice>
    <mc:Fallback>
      <p:transition spd="fast" advTm="400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130.6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rect-1q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7"/>
          </a:solidFill>
          <a:ln>
            <a:noFill/>
          </a:ln>
        </p:spPr>
      </p:sp>
      <p:sp>
        <p:nvSpPr>
          <p:cNvPr id="3" name="!!ellipse-1q2"/>
          <p:cNvSpPr/>
          <p:nvPr/>
        </p:nvSpPr>
        <p:spPr>
          <a:xfrm>
            <a:off x="-889000" y="-952500"/>
            <a:ext cx="13970000" cy="7874000"/>
          </a:xfrm>
          <a:prstGeom prst="ellipse">
            <a:avLst/>
          </a:prstGeom>
          <a:gradFill rotWithShape="1">
            <a:gsLst>
              <a:gs pos="0">
                <a:srgbClr val="FFFFFF">
                  <a:alpha val="95000"/>
                </a:srgbClr>
              </a:gs>
              <a:gs pos="40865">
                <a:srgbClr val="FFFFFF">
                  <a:alpha val="35000"/>
                </a:srgbClr>
              </a:gs>
              <a:gs pos="68108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!!rect-1q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P1"/>
            <a:srcRect/>
            <a:tile tx="192772" ty="192519" sx="16667" sy="16667" flip="none" algn="tl"/>
          </a:blipFill>
          <a:ln>
            <a:noFill/>
          </a:ln>
        </p:spPr>
      </p:sp>
      <p:sp>
        <p:nvSpPr>
          <p:cNvPr id="5" name="!!circle-1ql"/>
          <p:cNvSpPr/>
          <p:nvPr/>
        </p:nvSpPr>
        <p:spPr>
          <a:xfrm>
            <a:off x="11420290" y="-1865840"/>
            <a:ext cx="1943316" cy="1943316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" name="!!circle-1qu"/>
          <p:cNvSpPr/>
          <p:nvPr/>
        </p:nvSpPr>
        <p:spPr>
          <a:xfrm>
            <a:off x="10618477" y="-136055"/>
            <a:ext cx="2335771" cy="2335771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7" name="!!circle-1qx"/>
          <p:cNvSpPr/>
          <p:nvPr/>
        </p:nvSpPr>
        <p:spPr>
          <a:xfrm>
            <a:off x="5063578" y="5913945"/>
            <a:ext cx="1128039" cy="1128039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8" name="!!circle-1r4"/>
          <p:cNvSpPr/>
          <p:nvPr/>
        </p:nvSpPr>
        <p:spPr>
          <a:xfrm>
            <a:off x="-31363" y="3013361"/>
            <a:ext cx="1085901" cy="1085901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9" name="!!circle-1r5"/>
          <p:cNvSpPr/>
          <p:nvPr/>
        </p:nvSpPr>
        <p:spPr>
          <a:xfrm>
            <a:off x="129736" y="5148523"/>
            <a:ext cx="2573795" cy="2573795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0" name="!!circle-1r7"/>
          <p:cNvSpPr/>
          <p:nvPr/>
        </p:nvSpPr>
        <p:spPr>
          <a:xfrm>
            <a:off x="1688452" y="2300281"/>
            <a:ext cx="1068896" cy="1068896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1" name="!!circle-1r8"/>
          <p:cNvSpPr/>
          <p:nvPr/>
        </p:nvSpPr>
        <p:spPr>
          <a:xfrm>
            <a:off x="5519142" y="5810104"/>
            <a:ext cx="2785275" cy="2785275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2" name="!!circle-1rd"/>
          <p:cNvSpPr/>
          <p:nvPr/>
        </p:nvSpPr>
        <p:spPr>
          <a:xfrm>
            <a:off x="6601764" y="1934953"/>
            <a:ext cx="2084946" cy="2084946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3" name="!!circle-1rv"/>
          <p:cNvSpPr/>
          <p:nvPr/>
        </p:nvSpPr>
        <p:spPr>
          <a:xfrm>
            <a:off x="1134594" y="6560579"/>
            <a:ext cx="894347" cy="894347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4" name="!!rect-1sh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5F7">
                  <a:alpha val="0"/>
                </a:srgbClr>
              </a:gs>
              <a:gs pos="20428">
                <a:srgbClr val="F3F5F7">
                  <a:alpha val="0"/>
                </a:srgbClr>
              </a:gs>
              <a:gs pos="66730">
                <a:srgbClr val="F3F5F7"/>
              </a:gs>
              <a:gs pos="100000">
                <a:srgbClr val="F3F5F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5" name="!!circle-1sm"/>
          <p:cNvSpPr/>
          <p:nvPr/>
        </p:nvSpPr>
        <p:spPr>
          <a:xfrm>
            <a:off x="5555956" y="1248251"/>
            <a:ext cx="36055" cy="36055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16" name="!!circle-1sp"/>
          <p:cNvSpPr/>
          <p:nvPr/>
        </p:nvSpPr>
        <p:spPr>
          <a:xfrm>
            <a:off x="9314777" y="3141207"/>
            <a:ext cx="24295" cy="24295"/>
          </a:xfrm>
          <a:prstGeom prst="ellipse">
            <a:avLst/>
          </a:prstGeom>
          <a:solidFill>
            <a:srgbClr val="627D8D">
              <a:alpha val="18100"/>
            </a:srgbClr>
          </a:solidFill>
          <a:ln>
            <a:noFill/>
          </a:ln>
        </p:spPr>
      </p:sp>
      <p:sp>
        <p:nvSpPr>
          <p:cNvPr id="17" name="!!circle-1ss"/>
          <p:cNvSpPr/>
          <p:nvPr/>
        </p:nvSpPr>
        <p:spPr>
          <a:xfrm>
            <a:off x="3485608" y="6357635"/>
            <a:ext cx="25959" cy="25959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18" name="!!circle-1sv"/>
          <p:cNvSpPr/>
          <p:nvPr/>
        </p:nvSpPr>
        <p:spPr>
          <a:xfrm>
            <a:off x="1999899" y="1715833"/>
            <a:ext cx="35878" cy="35878"/>
          </a:xfrm>
          <a:prstGeom prst="ellipse">
            <a:avLst/>
          </a:prstGeom>
          <a:solidFill>
            <a:srgbClr val="627D8D">
              <a:alpha val="26800"/>
            </a:srgbClr>
          </a:solidFill>
          <a:ln>
            <a:noFill/>
          </a:ln>
        </p:spPr>
      </p:sp>
      <p:sp>
        <p:nvSpPr>
          <p:cNvPr id="19" name="!!circle-1sy"/>
          <p:cNvSpPr/>
          <p:nvPr/>
        </p:nvSpPr>
        <p:spPr>
          <a:xfrm>
            <a:off x="6865793" y="3628767"/>
            <a:ext cx="40234" cy="40234"/>
          </a:xfrm>
          <a:prstGeom prst="ellipse">
            <a:avLst/>
          </a:prstGeom>
          <a:solidFill>
            <a:srgbClr val="627D8D">
              <a:alpha val="31300"/>
            </a:srgbClr>
          </a:solidFill>
          <a:ln>
            <a:noFill/>
          </a:ln>
        </p:spPr>
      </p:sp>
      <p:sp>
        <p:nvSpPr>
          <p:cNvPr id="20" name="!!circle-1t4"/>
          <p:cNvSpPr/>
          <p:nvPr/>
        </p:nvSpPr>
        <p:spPr>
          <a:xfrm>
            <a:off x="1202300" y="4737719"/>
            <a:ext cx="29959" cy="29959"/>
          </a:xfrm>
          <a:prstGeom prst="ellipse">
            <a:avLst/>
          </a:prstGeom>
          <a:solidFill>
            <a:srgbClr val="627D8D">
              <a:alpha val="19400"/>
            </a:srgbClr>
          </a:solidFill>
          <a:ln>
            <a:noFill/>
          </a:ln>
        </p:spPr>
      </p:sp>
      <p:sp>
        <p:nvSpPr>
          <p:cNvPr id="21" name="!!circle-1t7"/>
          <p:cNvSpPr/>
          <p:nvPr/>
        </p:nvSpPr>
        <p:spPr>
          <a:xfrm>
            <a:off x="8442465" y="4403199"/>
            <a:ext cx="28702" cy="28702"/>
          </a:xfrm>
          <a:prstGeom prst="ellipse">
            <a:avLst/>
          </a:prstGeom>
          <a:solidFill>
            <a:srgbClr val="627D8D">
              <a:alpha val="17800"/>
            </a:srgbClr>
          </a:solidFill>
          <a:ln>
            <a:noFill/>
          </a:ln>
        </p:spPr>
      </p:sp>
      <p:sp>
        <p:nvSpPr>
          <p:cNvPr id="22" name="!!circle-1ta"/>
          <p:cNvSpPr/>
          <p:nvPr/>
        </p:nvSpPr>
        <p:spPr>
          <a:xfrm>
            <a:off x="10973345" y="1769404"/>
            <a:ext cx="24066" cy="24066"/>
          </a:xfrm>
          <a:prstGeom prst="ellipse">
            <a:avLst/>
          </a:prstGeom>
          <a:solidFill>
            <a:srgbClr val="627D8D">
              <a:alpha val="23900"/>
            </a:srgbClr>
          </a:solidFill>
          <a:ln>
            <a:noFill/>
          </a:ln>
        </p:spPr>
      </p:sp>
      <p:sp>
        <p:nvSpPr>
          <p:cNvPr id="23" name="!!circle-1td"/>
          <p:cNvSpPr/>
          <p:nvPr/>
        </p:nvSpPr>
        <p:spPr>
          <a:xfrm>
            <a:off x="8459132" y="5666827"/>
            <a:ext cx="35865" cy="35865"/>
          </a:xfrm>
          <a:prstGeom prst="ellipse">
            <a:avLst/>
          </a:prstGeom>
          <a:solidFill>
            <a:srgbClr val="627D8D">
              <a:alpha val="28200"/>
            </a:srgbClr>
          </a:solidFill>
          <a:ln>
            <a:noFill/>
          </a:ln>
        </p:spPr>
      </p:sp>
      <p:sp>
        <p:nvSpPr>
          <p:cNvPr id="24" name="!!circle-1tg"/>
          <p:cNvSpPr/>
          <p:nvPr/>
        </p:nvSpPr>
        <p:spPr>
          <a:xfrm>
            <a:off x="1515727" y="2784857"/>
            <a:ext cx="39218" cy="39218"/>
          </a:xfrm>
          <a:prstGeom prst="ellipse">
            <a:avLst/>
          </a:prstGeom>
          <a:solidFill>
            <a:srgbClr val="627D8D">
              <a:alpha val="29600"/>
            </a:srgbClr>
          </a:solidFill>
          <a:ln>
            <a:noFill/>
          </a:ln>
        </p:spPr>
      </p:sp>
      <p:sp>
        <p:nvSpPr>
          <p:cNvPr id="25" name="!!circle-1tj"/>
          <p:cNvSpPr/>
          <p:nvPr/>
        </p:nvSpPr>
        <p:spPr>
          <a:xfrm>
            <a:off x="7061532" y="5846630"/>
            <a:ext cx="49733" cy="49733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6" name="!!circle-1tm"/>
          <p:cNvSpPr/>
          <p:nvPr/>
        </p:nvSpPr>
        <p:spPr>
          <a:xfrm>
            <a:off x="6424058" y="1530707"/>
            <a:ext cx="41694" cy="41694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7" name="!!circle-1tp"/>
          <p:cNvSpPr/>
          <p:nvPr/>
        </p:nvSpPr>
        <p:spPr>
          <a:xfrm>
            <a:off x="6798277" y="4941797"/>
            <a:ext cx="31979" cy="31979"/>
          </a:xfrm>
          <a:prstGeom prst="ellipse">
            <a:avLst/>
          </a:prstGeom>
          <a:solidFill>
            <a:srgbClr val="627D8D">
              <a:alpha val="24100"/>
            </a:srgbClr>
          </a:solidFill>
          <a:ln>
            <a:noFill/>
          </a:ln>
        </p:spPr>
      </p:sp>
      <p:sp>
        <p:nvSpPr>
          <p:cNvPr id="28" name="!!circle-1ts"/>
          <p:cNvSpPr/>
          <p:nvPr/>
        </p:nvSpPr>
        <p:spPr>
          <a:xfrm>
            <a:off x="3906442" y="796355"/>
            <a:ext cx="18085" cy="18085"/>
          </a:xfrm>
          <a:prstGeom prst="ellipse">
            <a:avLst/>
          </a:prstGeom>
          <a:solidFill>
            <a:srgbClr val="627D8D">
              <a:alpha val="10500"/>
            </a:srgbClr>
          </a:solidFill>
          <a:ln>
            <a:noFill/>
          </a:ln>
        </p:spPr>
      </p:sp>
      <p:sp>
        <p:nvSpPr>
          <p:cNvPr id="29" name="!!circle-1ty"/>
          <p:cNvSpPr/>
          <p:nvPr/>
        </p:nvSpPr>
        <p:spPr>
          <a:xfrm>
            <a:off x="3475586" y="6130021"/>
            <a:ext cx="39243" cy="39243"/>
          </a:xfrm>
          <a:prstGeom prst="ellipse">
            <a:avLst/>
          </a:prstGeom>
          <a:solidFill>
            <a:srgbClr val="627D8D">
              <a:alpha val="27700"/>
            </a:srgbClr>
          </a:solidFill>
          <a:ln>
            <a:noFill/>
          </a:ln>
        </p:spPr>
      </p:sp>
      <p:sp>
        <p:nvSpPr>
          <p:cNvPr id="30" name="!!circle-1u1"/>
          <p:cNvSpPr/>
          <p:nvPr/>
        </p:nvSpPr>
        <p:spPr>
          <a:xfrm>
            <a:off x="1644914" y="6483998"/>
            <a:ext cx="34519" cy="34519"/>
          </a:xfrm>
          <a:prstGeom prst="ellipse">
            <a:avLst/>
          </a:prstGeom>
          <a:solidFill>
            <a:srgbClr val="627D8D">
              <a:alpha val="22500"/>
            </a:srgbClr>
          </a:solidFill>
          <a:ln>
            <a:noFill/>
          </a:ln>
        </p:spPr>
      </p:sp>
      <p:sp>
        <p:nvSpPr>
          <p:cNvPr id="31" name="!!circle-1u4"/>
          <p:cNvSpPr/>
          <p:nvPr/>
        </p:nvSpPr>
        <p:spPr>
          <a:xfrm>
            <a:off x="2702574" y="4920087"/>
            <a:ext cx="46228" cy="46228"/>
          </a:xfrm>
          <a:prstGeom prst="ellipse">
            <a:avLst/>
          </a:prstGeom>
          <a:solidFill>
            <a:srgbClr val="627D8D">
              <a:alpha val="26200"/>
            </a:srgbClr>
          </a:solidFill>
          <a:ln>
            <a:noFill/>
          </a:ln>
        </p:spPr>
      </p:sp>
      <p:sp>
        <p:nvSpPr>
          <p:cNvPr id="32" name="!!circle-1u7"/>
          <p:cNvSpPr/>
          <p:nvPr/>
        </p:nvSpPr>
        <p:spPr>
          <a:xfrm>
            <a:off x="7430979" y="4664806"/>
            <a:ext cx="49327" cy="49327"/>
          </a:xfrm>
          <a:prstGeom prst="ellipse">
            <a:avLst/>
          </a:prstGeom>
          <a:solidFill>
            <a:srgbClr val="627D8D">
              <a:alpha val="20800"/>
            </a:srgbClr>
          </a:solidFill>
          <a:ln>
            <a:noFill/>
          </a:ln>
        </p:spPr>
      </p:sp>
      <p:sp>
        <p:nvSpPr>
          <p:cNvPr id="33" name="!!circle-1ua"/>
          <p:cNvSpPr/>
          <p:nvPr/>
        </p:nvSpPr>
        <p:spPr>
          <a:xfrm>
            <a:off x="9697150" y="5324000"/>
            <a:ext cx="24054" cy="24054"/>
          </a:xfrm>
          <a:prstGeom prst="ellipse">
            <a:avLst/>
          </a:prstGeom>
          <a:solidFill>
            <a:srgbClr val="627D8D">
              <a:alpha val="22200"/>
            </a:srgbClr>
          </a:solidFill>
          <a:ln>
            <a:noFill/>
          </a:ln>
        </p:spPr>
      </p:sp>
      <p:sp>
        <p:nvSpPr>
          <p:cNvPr id="34" name="!!circle-1ud"/>
          <p:cNvSpPr/>
          <p:nvPr/>
        </p:nvSpPr>
        <p:spPr>
          <a:xfrm>
            <a:off x="2021630" y="1379355"/>
            <a:ext cx="32271" cy="32271"/>
          </a:xfrm>
          <a:prstGeom prst="ellipse">
            <a:avLst/>
          </a:prstGeom>
          <a:solidFill>
            <a:srgbClr val="627D8D">
              <a:alpha val="20500"/>
            </a:srgbClr>
          </a:solidFill>
          <a:ln>
            <a:noFill/>
          </a:ln>
        </p:spPr>
      </p:sp>
      <p:sp>
        <p:nvSpPr>
          <p:cNvPr id="35" name="!!circle-1uj"/>
          <p:cNvSpPr/>
          <p:nvPr/>
        </p:nvSpPr>
        <p:spPr>
          <a:xfrm>
            <a:off x="2064937" y="2310666"/>
            <a:ext cx="34252" cy="34252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36" name="!!circle-1um"/>
          <p:cNvSpPr/>
          <p:nvPr/>
        </p:nvSpPr>
        <p:spPr>
          <a:xfrm>
            <a:off x="9600022" y="4126341"/>
            <a:ext cx="44196" cy="44196"/>
          </a:xfrm>
          <a:prstGeom prst="ellipse">
            <a:avLst/>
          </a:prstGeom>
          <a:solidFill>
            <a:srgbClr val="627D8D">
              <a:alpha val="21700"/>
            </a:srgbClr>
          </a:solidFill>
          <a:ln>
            <a:noFill/>
          </a:ln>
        </p:spPr>
      </p:sp>
      <p:sp>
        <p:nvSpPr>
          <p:cNvPr id="37" name="!!circle-1up"/>
          <p:cNvSpPr/>
          <p:nvPr/>
        </p:nvSpPr>
        <p:spPr>
          <a:xfrm>
            <a:off x="6762606" y="1724275"/>
            <a:ext cx="35192" cy="35192"/>
          </a:xfrm>
          <a:prstGeom prst="ellipse">
            <a:avLst/>
          </a:prstGeom>
          <a:solidFill>
            <a:srgbClr val="627D8D">
              <a:alpha val="27100"/>
            </a:srgbClr>
          </a:solidFill>
          <a:ln>
            <a:noFill/>
          </a:ln>
        </p:spPr>
      </p:sp>
      <p:sp>
        <p:nvSpPr>
          <p:cNvPr id="38" name="!!circle-1us"/>
          <p:cNvSpPr/>
          <p:nvPr/>
        </p:nvSpPr>
        <p:spPr>
          <a:xfrm>
            <a:off x="10193975" y="5209774"/>
            <a:ext cx="43358" cy="43358"/>
          </a:xfrm>
          <a:prstGeom prst="ellipse">
            <a:avLst/>
          </a:prstGeom>
          <a:solidFill>
            <a:srgbClr val="627D8D">
              <a:alpha val="19500"/>
            </a:srgbClr>
          </a:solidFill>
          <a:ln>
            <a:noFill/>
          </a:ln>
        </p:spPr>
      </p:sp>
      <p:sp>
        <p:nvSpPr>
          <p:cNvPr id="39" name="!!circle-1uv"/>
          <p:cNvSpPr/>
          <p:nvPr/>
        </p:nvSpPr>
        <p:spPr>
          <a:xfrm>
            <a:off x="3199658" y="1988880"/>
            <a:ext cx="33528" cy="33528"/>
          </a:xfrm>
          <a:prstGeom prst="ellipse">
            <a:avLst/>
          </a:prstGeom>
          <a:solidFill>
            <a:srgbClr val="627D8D">
              <a:alpha val="28300"/>
            </a:srgbClr>
          </a:solidFill>
          <a:ln>
            <a:noFill/>
          </a:ln>
        </p:spPr>
      </p:sp>
      <p:sp>
        <p:nvSpPr>
          <p:cNvPr id="40" name="!!circle-1uy"/>
          <p:cNvSpPr/>
          <p:nvPr/>
        </p:nvSpPr>
        <p:spPr>
          <a:xfrm>
            <a:off x="6829939" y="2575912"/>
            <a:ext cx="28956" cy="28956"/>
          </a:xfrm>
          <a:prstGeom prst="ellipse">
            <a:avLst/>
          </a:prstGeom>
          <a:solidFill>
            <a:srgbClr val="627D8D">
              <a:alpha val="21800"/>
            </a:srgbClr>
          </a:solidFill>
          <a:ln>
            <a:noFill/>
          </a:ln>
        </p:spPr>
      </p:sp>
      <p:sp>
        <p:nvSpPr>
          <p:cNvPr id="41" name="!!circle-1v1"/>
          <p:cNvSpPr/>
          <p:nvPr/>
        </p:nvSpPr>
        <p:spPr>
          <a:xfrm>
            <a:off x="7017589" y="6245562"/>
            <a:ext cx="45555" cy="45555"/>
          </a:xfrm>
          <a:prstGeom prst="ellipse">
            <a:avLst/>
          </a:prstGeom>
          <a:solidFill>
            <a:srgbClr val="627D8D">
              <a:alpha val="20900"/>
            </a:srgbClr>
          </a:solidFill>
          <a:ln>
            <a:noFill/>
          </a:ln>
        </p:spPr>
      </p:sp>
      <p:sp>
        <p:nvSpPr>
          <p:cNvPr id="42" name="!!circle-1v4"/>
          <p:cNvSpPr/>
          <p:nvPr/>
        </p:nvSpPr>
        <p:spPr>
          <a:xfrm>
            <a:off x="11296793" y="3098227"/>
            <a:ext cx="39484" cy="39484"/>
          </a:xfrm>
          <a:prstGeom prst="ellipse">
            <a:avLst/>
          </a:prstGeom>
          <a:solidFill>
            <a:srgbClr val="627D8D">
              <a:alpha val="13600"/>
            </a:srgbClr>
          </a:solidFill>
          <a:ln>
            <a:noFill/>
          </a:ln>
        </p:spPr>
      </p:sp>
      <p:sp>
        <p:nvSpPr>
          <p:cNvPr id="43" name="!!circle-1v7"/>
          <p:cNvSpPr/>
          <p:nvPr/>
        </p:nvSpPr>
        <p:spPr>
          <a:xfrm>
            <a:off x="7477219" y="5583581"/>
            <a:ext cx="30455" cy="30455"/>
          </a:xfrm>
          <a:prstGeom prst="ellipse">
            <a:avLst/>
          </a:prstGeom>
          <a:solidFill>
            <a:srgbClr val="627D8D">
              <a:alpha val="16500"/>
            </a:srgbClr>
          </a:solidFill>
          <a:ln>
            <a:noFill/>
          </a:ln>
        </p:spPr>
      </p:sp>
      <p:sp>
        <p:nvSpPr>
          <p:cNvPr id="44" name="!!circle-1va"/>
          <p:cNvSpPr/>
          <p:nvPr/>
        </p:nvSpPr>
        <p:spPr>
          <a:xfrm>
            <a:off x="8982637" y="6344290"/>
            <a:ext cx="28257" cy="28257"/>
          </a:xfrm>
          <a:prstGeom prst="ellipse">
            <a:avLst/>
          </a:prstGeom>
          <a:solidFill>
            <a:srgbClr val="627D8D">
              <a:alpha val="15700"/>
            </a:srgbClr>
          </a:solidFill>
          <a:ln>
            <a:noFill/>
          </a:ln>
        </p:spPr>
      </p:sp>
      <p:sp>
        <p:nvSpPr>
          <p:cNvPr id="45" name="!!circle-1vd"/>
          <p:cNvSpPr/>
          <p:nvPr/>
        </p:nvSpPr>
        <p:spPr>
          <a:xfrm>
            <a:off x="11423005" y="4996332"/>
            <a:ext cx="45149" cy="45149"/>
          </a:xfrm>
          <a:prstGeom prst="ellipse">
            <a:avLst/>
          </a:prstGeom>
          <a:solidFill>
            <a:srgbClr val="627D8D">
              <a:alpha val="31200"/>
            </a:srgbClr>
          </a:solidFill>
          <a:ln>
            <a:noFill/>
          </a:ln>
        </p:spPr>
      </p:sp>
      <p:sp>
        <p:nvSpPr>
          <p:cNvPr id="46" name="!!circle-1vg"/>
          <p:cNvSpPr/>
          <p:nvPr/>
        </p:nvSpPr>
        <p:spPr>
          <a:xfrm>
            <a:off x="3469694" y="2975954"/>
            <a:ext cx="30696" cy="30696"/>
          </a:xfrm>
          <a:prstGeom prst="ellipse">
            <a:avLst/>
          </a:prstGeom>
          <a:solidFill>
            <a:srgbClr val="627D8D">
              <a:alpha val="25700"/>
            </a:srgbClr>
          </a:solidFill>
          <a:ln>
            <a:noFill/>
          </a:ln>
        </p:spPr>
      </p:sp>
      <p:sp>
        <p:nvSpPr>
          <p:cNvPr id="47" name="!!circle-1vj"/>
          <p:cNvSpPr/>
          <p:nvPr/>
        </p:nvSpPr>
        <p:spPr>
          <a:xfrm>
            <a:off x="8821308" y="3496236"/>
            <a:ext cx="37401" cy="37401"/>
          </a:xfrm>
          <a:prstGeom prst="ellipse">
            <a:avLst/>
          </a:prstGeom>
          <a:solidFill>
            <a:srgbClr val="627D8D">
              <a:alpha val="16000"/>
            </a:srgbClr>
          </a:solidFill>
          <a:ln>
            <a:noFill/>
          </a:ln>
        </p:spPr>
      </p:sp>
      <p:sp>
        <p:nvSpPr>
          <p:cNvPr id="48" name="!!circle-1vm"/>
          <p:cNvSpPr/>
          <p:nvPr/>
        </p:nvSpPr>
        <p:spPr>
          <a:xfrm>
            <a:off x="1812591" y="4371274"/>
            <a:ext cx="33096" cy="33096"/>
          </a:xfrm>
          <a:prstGeom prst="ellipse">
            <a:avLst/>
          </a:prstGeom>
          <a:solidFill>
            <a:srgbClr val="627D8D">
              <a:alpha val="22300"/>
            </a:srgbClr>
          </a:solidFill>
          <a:ln>
            <a:noFill/>
          </a:ln>
        </p:spPr>
      </p:sp>
      <p:sp>
        <p:nvSpPr>
          <p:cNvPr id="49" name="!!circle-1vp"/>
          <p:cNvSpPr/>
          <p:nvPr/>
        </p:nvSpPr>
        <p:spPr>
          <a:xfrm>
            <a:off x="11574418" y="490971"/>
            <a:ext cx="21145" cy="21145"/>
          </a:xfrm>
          <a:prstGeom prst="ellipse">
            <a:avLst/>
          </a:prstGeom>
          <a:solidFill>
            <a:srgbClr val="627D8D">
              <a:alpha val="16300"/>
            </a:srgbClr>
          </a:solidFill>
          <a:ln>
            <a:noFill/>
          </a:ln>
        </p:spPr>
      </p:sp>
      <p:sp>
        <p:nvSpPr>
          <p:cNvPr id="50" name="!!circle-1vs"/>
          <p:cNvSpPr/>
          <p:nvPr/>
        </p:nvSpPr>
        <p:spPr>
          <a:xfrm>
            <a:off x="11075571" y="5468940"/>
            <a:ext cx="35281" cy="35281"/>
          </a:xfrm>
          <a:prstGeom prst="ellipse">
            <a:avLst/>
          </a:prstGeom>
          <a:solidFill>
            <a:srgbClr val="627D8D">
              <a:alpha val="30000"/>
            </a:srgbClr>
          </a:solidFill>
          <a:ln>
            <a:noFill/>
          </a:ln>
        </p:spPr>
      </p:sp>
      <p:sp>
        <p:nvSpPr>
          <p:cNvPr id="51" name="!!text-59i" descr="交易安全"/>
          <p:cNvSpPr txBox="1"/>
          <p:nvPr/>
        </p:nvSpPr>
        <p:spPr>
          <a:xfrm>
            <a:off x="664490" y="594880"/>
            <a:ext cx="718706" cy="22332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14" b="1" kern="0" spc="146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交易安</a:t>
            </a:r>
            <a:r>
              <a:rPr lang="zh-TW" altLang="en-US" sz="1214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全</a:t>
            </a:r>
            <a:endParaRPr lang="zh-TW" sz="1214"/>
          </a:p>
        </p:txBody>
      </p:sp>
      <p:sp>
        <p:nvSpPr>
          <p:cNvPr id="52" name="!!text-59s" descr="付款前，再驗證一次"/>
          <p:cNvSpPr txBox="1"/>
          <p:nvPr/>
        </p:nvSpPr>
        <p:spPr>
          <a:xfrm>
            <a:off x="664490" y="866837"/>
            <a:ext cx="4080894" cy="66997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3643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付款</a:t>
            </a:r>
            <a:r>
              <a:rPr lang="zh-TW" altLang="en-US" sz="3643" kern="0" spc="-1093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前</a:t>
            </a:r>
            <a:r>
              <a:rPr lang="zh-TW" altLang="en-US" sz="3643" kern="0" spc="-656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，</a:t>
            </a:r>
            <a:r>
              <a:rPr lang="zh-TW" altLang="en-US" sz="3643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再驗證一次</a:t>
            </a:r>
            <a:endParaRPr lang="zh-TW" sz="3643"/>
          </a:p>
        </p:txBody>
      </p:sp>
      <p:sp>
        <p:nvSpPr>
          <p:cNvPr id="53" name="!!text-5a6" descr="結帳須輸入交易密碼或通過生物辨識，登入可用通行密鑰。"/>
          <p:cNvSpPr txBox="1"/>
          <p:nvPr/>
        </p:nvSpPr>
        <p:spPr>
          <a:xfrm>
            <a:off x="664490" y="1591198"/>
            <a:ext cx="5070272" cy="27915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518" kern="0" dirty="0">
                <a:solidFill>
                  <a:srgbClr val="3F4A54"/>
                </a:solidFill>
                <a:latin typeface="Noto Sans TC Medium"/>
                <a:ea typeface="Noto Sans TC Medium"/>
                <a:cs typeface="Noto Sans TC Medium"/>
              </a:rPr>
              <a:t>結帳須輸入交易密碼或通過生物辨識，登入可用通行密鑰。</a:t>
            </a:r>
            <a:endParaRPr lang="zh-TW" sz="1518"/>
          </a:p>
        </p:txBody>
      </p:sp>
      <p:sp>
        <p:nvSpPr>
          <p:cNvPr id="54" name="!!rect-5b4"/>
          <p:cNvSpPr/>
          <p:nvPr/>
        </p:nvSpPr>
        <p:spPr>
          <a:xfrm>
            <a:off x="1487043" y="2328926"/>
            <a:ext cx="3984244" cy="951078"/>
          </a:xfrm>
          <a:prstGeom prst="roundRect">
            <a:avLst>
              <a:gd name="adj" fmla="val 20690"/>
            </a:avLst>
          </a:prstGeom>
          <a:solidFill>
            <a:srgbClr val="0B1A26">
              <a:alpha val="12000"/>
            </a:srgbClr>
          </a:solidFill>
          <a:ln>
            <a:noFill/>
          </a:ln>
          <a:effectLst>
            <a:softEdge rad="226202"/>
          </a:effectLst>
        </p:spPr>
      </p:sp>
      <p:sp>
        <p:nvSpPr>
          <p:cNvPr id="55" name="!!rect-5b5"/>
          <p:cNvSpPr/>
          <p:nvPr/>
        </p:nvSpPr>
        <p:spPr>
          <a:xfrm>
            <a:off x="1551305" y="2341778"/>
            <a:ext cx="3855720" cy="77114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426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56" name="!!circle-5b6"/>
          <p:cNvSpPr/>
          <p:nvPr/>
        </p:nvSpPr>
        <p:spPr>
          <a:xfrm>
            <a:off x="1756943" y="2508860"/>
            <a:ext cx="436982" cy="436982"/>
          </a:xfrm>
          <a:prstGeom prst="ellipse">
            <a:avLst/>
          </a:prstGeom>
          <a:solidFill>
            <a:srgbClr val="627D8D">
              <a:alpha val="12000"/>
            </a:srgbClr>
          </a:solidFill>
          <a:ln>
            <a:noFill/>
          </a:ln>
        </p:spPr>
      </p:sp>
      <p:sp>
        <p:nvSpPr>
          <p:cNvPr id="57" name="!!path-5b7"/>
          <p:cNvSpPr/>
          <p:nvPr/>
        </p:nvSpPr>
        <p:spPr>
          <a:xfrm>
            <a:off x="1895312" y="2617192"/>
            <a:ext cx="160192" cy="210252"/>
          </a:xfrm>
          <a:custGeom>
            <a:avLst/>
            <a:gdLst/>
            <a:ahLst/>
            <a:cxnLst/>
            <a:rect l="l" t="t" r="r" b="b"/>
            <a:pathLst>
              <a:path w="160192" h="210252">
                <a:moveTo>
                  <a:pt x="140168" y="70084"/>
                </a:moveTo>
                <a:lnTo>
                  <a:pt x="130156" y="70084"/>
                </a:lnTo>
                <a:lnTo>
                  <a:pt x="130156" y="50060"/>
                </a:lnTo>
                <a:cubicBezTo>
                  <a:pt x="130156" y="22427"/>
                  <a:pt x="107729" y="0"/>
                  <a:pt x="80096" y="0"/>
                </a:cubicBezTo>
                <a:cubicBezTo>
                  <a:pt x="52463" y="0"/>
                  <a:pt x="30036" y="22427"/>
                  <a:pt x="30036" y="50060"/>
                </a:cubicBezTo>
                <a:lnTo>
                  <a:pt x="30036" y="70084"/>
                </a:lnTo>
                <a:lnTo>
                  <a:pt x="20024" y="70084"/>
                </a:lnTo>
                <a:cubicBezTo>
                  <a:pt x="9011" y="70084"/>
                  <a:pt x="0" y="79095"/>
                  <a:pt x="0" y="90108"/>
                </a:cubicBezTo>
                <a:lnTo>
                  <a:pt x="0" y="190228"/>
                </a:lnTo>
                <a:cubicBezTo>
                  <a:pt x="0" y="201242"/>
                  <a:pt x="9011" y="210252"/>
                  <a:pt x="20024" y="210252"/>
                </a:cubicBezTo>
                <a:lnTo>
                  <a:pt x="140168" y="210252"/>
                </a:lnTo>
                <a:cubicBezTo>
                  <a:pt x="151181" y="210252"/>
                  <a:pt x="160192" y="201242"/>
                  <a:pt x="160192" y="190228"/>
                </a:cubicBezTo>
                <a:lnTo>
                  <a:pt x="160192" y="90108"/>
                </a:lnTo>
                <a:cubicBezTo>
                  <a:pt x="160192" y="79095"/>
                  <a:pt x="151181" y="70084"/>
                  <a:pt x="140168" y="70084"/>
                </a:cubicBezTo>
                <a:close/>
                <a:moveTo>
                  <a:pt x="80096" y="160192"/>
                </a:moveTo>
                <a:cubicBezTo>
                  <a:pt x="69083" y="160192"/>
                  <a:pt x="60072" y="151181"/>
                  <a:pt x="60072" y="140168"/>
                </a:cubicBezTo>
                <a:cubicBezTo>
                  <a:pt x="60072" y="129155"/>
                  <a:pt x="69083" y="120144"/>
                  <a:pt x="80096" y="120144"/>
                </a:cubicBezTo>
                <a:cubicBezTo>
                  <a:pt x="91109" y="120144"/>
                  <a:pt x="100120" y="129155"/>
                  <a:pt x="100120" y="140168"/>
                </a:cubicBezTo>
                <a:cubicBezTo>
                  <a:pt x="100120" y="151181"/>
                  <a:pt x="91109" y="160192"/>
                  <a:pt x="80096" y="160192"/>
                </a:cubicBezTo>
                <a:close/>
                <a:moveTo>
                  <a:pt x="111133" y="70084"/>
                </a:moveTo>
                <a:lnTo>
                  <a:pt x="49059" y="70084"/>
                </a:lnTo>
                <a:lnTo>
                  <a:pt x="49059" y="50060"/>
                </a:lnTo>
                <a:cubicBezTo>
                  <a:pt x="49059" y="32940"/>
                  <a:pt x="62976" y="19023"/>
                  <a:pt x="80096" y="19023"/>
                </a:cubicBezTo>
                <a:cubicBezTo>
                  <a:pt x="97217" y="19023"/>
                  <a:pt x="111133" y="32940"/>
                  <a:pt x="111133" y="50060"/>
                </a:cubicBezTo>
                <a:lnTo>
                  <a:pt x="111133" y="70084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58" name="!!text-5b8" descr="交易密碼"/>
          <p:cNvSpPr txBox="1"/>
          <p:nvPr/>
        </p:nvSpPr>
        <p:spPr>
          <a:xfrm>
            <a:off x="2348154" y="2482127"/>
            <a:ext cx="718449" cy="241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16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交易密碼</a:t>
            </a:r>
            <a:endParaRPr lang="zh-TW" sz="1316"/>
          </a:p>
        </p:txBody>
      </p:sp>
      <p:sp>
        <p:nvSpPr>
          <p:cNvPr id="59" name="!!text-5bd" descr="結帳時輸入 6 位數字"/>
          <p:cNvSpPr txBox="1"/>
          <p:nvPr/>
        </p:nvSpPr>
        <p:spPr>
          <a:xfrm>
            <a:off x="2348154" y="2743287"/>
            <a:ext cx="1315225" cy="20471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13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結帳時輸入 6 位數字</a:t>
            </a:r>
            <a:endParaRPr lang="zh-TW" sz="1113"/>
          </a:p>
        </p:txBody>
      </p:sp>
      <p:sp>
        <p:nvSpPr>
          <p:cNvPr id="60" name="!!rect-5bn"/>
          <p:cNvSpPr/>
          <p:nvPr/>
        </p:nvSpPr>
        <p:spPr>
          <a:xfrm>
            <a:off x="1551305" y="2341778"/>
            <a:ext cx="3855720" cy="771144"/>
          </a:xfrm>
          <a:prstGeom prst="roundRect">
            <a:avLst>
              <a:gd name="adj" fmla="val 20000"/>
            </a:avLst>
          </a:prstGeom>
          <a:noFill/>
          <a:ln w="19279" cap="flat">
            <a:solidFill>
              <a:srgbClr val="627D8D"/>
            </a:solidFill>
            <a:prstDash val="solid"/>
            <a:miter lim="800000"/>
          </a:ln>
        </p:spPr>
      </p:sp>
      <p:sp>
        <p:nvSpPr>
          <p:cNvPr id="61" name="!!rect-5bt"/>
          <p:cNvSpPr/>
          <p:nvPr/>
        </p:nvSpPr>
        <p:spPr>
          <a:xfrm>
            <a:off x="1487043" y="3292856"/>
            <a:ext cx="3984244" cy="951078"/>
          </a:xfrm>
          <a:prstGeom prst="roundRect">
            <a:avLst>
              <a:gd name="adj" fmla="val 20690"/>
            </a:avLst>
          </a:prstGeom>
          <a:solidFill>
            <a:srgbClr val="0B1A26">
              <a:alpha val="12000"/>
            </a:srgbClr>
          </a:solidFill>
          <a:ln>
            <a:noFill/>
          </a:ln>
          <a:effectLst>
            <a:softEdge rad="226202"/>
          </a:effectLst>
        </p:spPr>
      </p:sp>
      <p:sp>
        <p:nvSpPr>
          <p:cNvPr id="62" name="!!rect-5bu"/>
          <p:cNvSpPr/>
          <p:nvPr/>
        </p:nvSpPr>
        <p:spPr>
          <a:xfrm>
            <a:off x="1551305" y="3305708"/>
            <a:ext cx="3855720" cy="77114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426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63" name="!!circle-5bv"/>
          <p:cNvSpPr/>
          <p:nvPr/>
        </p:nvSpPr>
        <p:spPr>
          <a:xfrm>
            <a:off x="1756943" y="3472790"/>
            <a:ext cx="436982" cy="436982"/>
          </a:xfrm>
          <a:prstGeom prst="ellipse">
            <a:avLst/>
          </a:prstGeom>
          <a:solidFill>
            <a:srgbClr val="627D8D">
              <a:alpha val="12000"/>
            </a:srgbClr>
          </a:solidFill>
          <a:ln>
            <a:noFill/>
          </a:ln>
        </p:spPr>
      </p:sp>
      <p:sp>
        <p:nvSpPr>
          <p:cNvPr id="64" name="!!path-5bw"/>
          <p:cNvSpPr/>
          <p:nvPr/>
        </p:nvSpPr>
        <p:spPr>
          <a:xfrm>
            <a:off x="1884599" y="3591134"/>
            <a:ext cx="181518" cy="200240"/>
          </a:xfrm>
          <a:custGeom>
            <a:avLst/>
            <a:gdLst/>
            <a:ahLst/>
            <a:cxnLst/>
            <a:rect l="l" t="t" r="r" b="b"/>
            <a:pathLst>
              <a:path w="181518" h="200240">
                <a:moveTo>
                  <a:pt x="148979" y="24730"/>
                </a:moveTo>
                <a:cubicBezTo>
                  <a:pt x="148178" y="24730"/>
                  <a:pt x="147377" y="24529"/>
                  <a:pt x="146676" y="24129"/>
                </a:cubicBezTo>
                <a:cubicBezTo>
                  <a:pt x="127453" y="14217"/>
                  <a:pt x="110833" y="10012"/>
                  <a:pt x="90909" y="10012"/>
                </a:cubicBezTo>
                <a:cubicBezTo>
                  <a:pt x="71085" y="10012"/>
                  <a:pt x="52263" y="14718"/>
                  <a:pt x="35142" y="24129"/>
                </a:cubicBezTo>
                <a:cubicBezTo>
                  <a:pt x="32739" y="25431"/>
                  <a:pt x="29736" y="24529"/>
                  <a:pt x="28334" y="22127"/>
                </a:cubicBezTo>
                <a:cubicBezTo>
                  <a:pt x="27032" y="19724"/>
                  <a:pt x="27934" y="16620"/>
                  <a:pt x="30336" y="15318"/>
                </a:cubicBezTo>
                <a:cubicBezTo>
                  <a:pt x="48959" y="5206"/>
                  <a:pt x="69383" y="0"/>
                  <a:pt x="90909" y="0"/>
                </a:cubicBezTo>
                <a:cubicBezTo>
                  <a:pt x="112235" y="0"/>
                  <a:pt x="130857" y="4706"/>
                  <a:pt x="151282" y="15218"/>
                </a:cubicBezTo>
                <a:cubicBezTo>
                  <a:pt x="153785" y="16520"/>
                  <a:pt x="154686" y="19523"/>
                  <a:pt x="153384" y="21926"/>
                </a:cubicBezTo>
                <a:cubicBezTo>
                  <a:pt x="152483" y="23728"/>
                  <a:pt x="150781" y="24730"/>
                  <a:pt x="148979" y="24730"/>
                </a:cubicBezTo>
                <a:close/>
                <a:moveTo>
                  <a:pt x="5707" y="77293"/>
                </a:moveTo>
                <a:cubicBezTo>
                  <a:pt x="4706" y="77293"/>
                  <a:pt x="3704" y="76992"/>
                  <a:pt x="2803" y="76392"/>
                </a:cubicBezTo>
                <a:cubicBezTo>
                  <a:pt x="501" y="74790"/>
                  <a:pt x="0" y="71686"/>
                  <a:pt x="1602" y="69383"/>
                </a:cubicBezTo>
                <a:cubicBezTo>
                  <a:pt x="11514" y="55366"/>
                  <a:pt x="24129" y="44353"/>
                  <a:pt x="39147" y="36644"/>
                </a:cubicBezTo>
                <a:cubicBezTo>
                  <a:pt x="70585" y="20425"/>
                  <a:pt x="110833" y="20324"/>
                  <a:pt x="142371" y="36544"/>
                </a:cubicBezTo>
                <a:cubicBezTo>
                  <a:pt x="157389" y="44253"/>
                  <a:pt x="170004" y="55166"/>
                  <a:pt x="179916" y="69083"/>
                </a:cubicBezTo>
                <a:cubicBezTo>
                  <a:pt x="181518" y="71286"/>
                  <a:pt x="181017" y="74489"/>
                  <a:pt x="178715" y="76091"/>
                </a:cubicBezTo>
                <a:cubicBezTo>
                  <a:pt x="176412" y="77693"/>
                  <a:pt x="173308" y="77193"/>
                  <a:pt x="171706" y="74890"/>
                </a:cubicBezTo>
                <a:cubicBezTo>
                  <a:pt x="162695" y="62275"/>
                  <a:pt x="151282" y="52363"/>
                  <a:pt x="137765" y="45455"/>
                </a:cubicBezTo>
                <a:cubicBezTo>
                  <a:pt x="109031" y="30737"/>
                  <a:pt x="72287" y="30737"/>
                  <a:pt x="43652" y="45555"/>
                </a:cubicBezTo>
                <a:cubicBezTo>
                  <a:pt x="30036" y="52563"/>
                  <a:pt x="18622" y="62575"/>
                  <a:pt x="9612" y="75190"/>
                </a:cubicBezTo>
                <a:cubicBezTo>
                  <a:pt x="8811" y="76592"/>
                  <a:pt x="7309" y="77293"/>
                  <a:pt x="5707" y="77293"/>
                </a:cubicBezTo>
                <a:close/>
                <a:moveTo>
                  <a:pt x="68282" y="198138"/>
                </a:moveTo>
                <a:cubicBezTo>
                  <a:pt x="66980" y="198138"/>
                  <a:pt x="65679" y="197637"/>
                  <a:pt x="64778" y="196636"/>
                </a:cubicBezTo>
                <a:cubicBezTo>
                  <a:pt x="56067" y="187926"/>
                  <a:pt x="51362" y="182319"/>
                  <a:pt x="44654" y="170204"/>
                </a:cubicBezTo>
                <a:cubicBezTo>
                  <a:pt x="37745" y="157890"/>
                  <a:pt x="34141" y="142872"/>
                  <a:pt x="34141" y="126752"/>
                </a:cubicBezTo>
                <a:cubicBezTo>
                  <a:pt x="34141" y="97016"/>
                  <a:pt x="59572" y="72787"/>
                  <a:pt x="90809" y="72787"/>
                </a:cubicBezTo>
                <a:cubicBezTo>
                  <a:pt x="122047" y="72787"/>
                  <a:pt x="147477" y="97016"/>
                  <a:pt x="147477" y="126752"/>
                </a:cubicBezTo>
                <a:cubicBezTo>
                  <a:pt x="147477" y="129556"/>
                  <a:pt x="145274" y="131758"/>
                  <a:pt x="142471" y="131758"/>
                </a:cubicBezTo>
                <a:cubicBezTo>
                  <a:pt x="139668" y="131758"/>
                  <a:pt x="137465" y="129556"/>
                  <a:pt x="137465" y="126752"/>
                </a:cubicBezTo>
                <a:cubicBezTo>
                  <a:pt x="137465" y="102523"/>
                  <a:pt x="116540" y="82799"/>
                  <a:pt x="90809" y="82799"/>
                </a:cubicBezTo>
                <a:cubicBezTo>
                  <a:pt x="65078" y="82799"/>
                  <a:pt x="44153" y="102523"/>
                  <a:pt x="44153" y="126752"/>
                </a:cubicBezTo>
                <a:cubicBezTo>
                  <a:pt x="44153" y="141169"/>
                  <a:pt x="47357" y="154485"/>
                  <a:pt x="53464" y="165298"/>
                </a:cubicBezTo>
                <a:cubicBezTo>
                  <a:pt x="59872" y="176812"/>
                  <a:pt x="64277" y="181718"/>
                  <a:pt x="71986" y="189528"/>
                </a:cubicBezTo>
                <a:cubicBezTo>
                  <a:pt x="73889" y="191530"/>
                  <a:pt x="73889" y="194634"/>
                  <a:pt x="71986" y="196636"/>
                </a:cubicBezTo>
                <a:cubicBezTo>
                  <a:pt x="70885" y="197637"/>
                  <a:pt x="69584" y="198138"/>
                  <a:pt x="68282" y="198138"/>
                </a:cubicBezTo>
                <a:close/>
                <a:moveTo>
                  <a:pt x="140068" y="179616"/>
                </a:moveTo>
                <a:cubicBezTo>
                  <a:pt x="128154" y="179616"/>
                  <a:pt x="117641" y="176612"/>
                  <a:pt x="109031" y="170705"/>
                </a:cubicBezTo>
                <a:cubicBezTo>
                  <a:pt x="94113" y="160593"/>
                  <a:pt x="85202" y="144173"/>
                  <a:pt x="85202" y="126752"/>
                </a:cubicBezTo>
                <a:cubicBezTo>
                  <a:pt x="85202" y="123949"/>
                  <a:pt x="87405" y="121746"/>
                  <a:pt x="90208" y="121746"/>
                </a:cubicBezTo>
                <a:cubicBezTo>
                  <a:pt x="93012" y="121746"/>
                  <a:pt x="95214" y="123949"/>
                  <a:pt x="95214" y="126752"/>
                </a:cubicBezTo>
                <a:cubicBezTo>
                  <a:pt x="95214" y="140869"/>
                  <a:pt x="102423" y="154185"/>
                  <a:pt x="114638" y="162395"/>
                </a:cubicBezTo>
                <a:cubicBezTo>
                  <a:pt x="121746" y="167201"/>
                  <a:pt x="130056" y="169503"/>
                  <a:pt x="140068" y="169503"/>
                </a:cubicBezTo>
                <a:cubicBezTo>
                  <a:pt x="142471" y="169503"/>
                  <a:pt x="146476" y="169203"/>
                  <a:pt x="150481" y="168502"/>
                </a:cubicBezTo>
                <a:cubicBezTo>
                  <a:pt x="153184" y="168002"/>
                  <a:pt x="155787" y="169804"/>
                  <a:pt x="156288" y="172607"/>
                </a:cubicBezTo>
                <a:cubicBezTo>
                  <a:pt x="156788" y="175310"/>
                  <a:pt x="154986" y="177914"/>
                  <a:pt x="152183" y="178414"/>
                </a:cubicBezTo>
                <a:cubicBezTo>
                  <a:pt x="146476" y="179516"/>
                  <a:pt x="141470" y="179616"/>
                  <a:pt x="140068" y="179616"/>
                </a:cubicBezTo>
                <a:close/>
                <a:moveTo>
                  <a:pt x="119944" y="200240"/>
                </a:moveTo>
                <a:cubicBezTo>
                  <a:pt x="119544" y="200240"/>
                  <a:pt x="119043" y="200140"/>
                  <a:pt x="118642" y="200040"/>
                </a:cubicBezTo>
                <a:cubicBezTo>
                  <a:pt x="102723" y="195635"/>
                  <a:pt x="92311" y="189728"/>
                  <a:pt x="81398" y="179015"/>
                </a:cubicBezTo>
                <a:cubicBezTo>
                  <a:pt x="67381" y="165098"/>
                  <a:pt x="59672" y="146576"/>
                  <a:pt x="59672" y="126752"/>
                </a:cubicBezTo>
                <a:cubicBezTo>
                  <a:pt x="59672" y="110533"/>
                  <a:pt x="73488" y="97317"/>
                  <a:pt x="90509" y="97317"/>
                </a:cubicBezTo>
                <a:cubicBezTo>
                  <a:pt x="107529" y="97317"/>
                  <a:pt x="121346" y="110533"/>
                  <a:pt x="121346" y="126752"/>
                </a:cubicBezTo>
                <a:cubicBezTo>
                  <a:pt x="121346" y="137465"/>
                  <a:pt x="130657" y="146175"/>
                  <a:pt x="142171" y="146175"/>
                </a:cubicBezTo>
                <a:cubicBezTo>
                  <a:pt x="153685" y="146175"/>
                  <a:pt x="162996" y="137465"/>
                  <a:pt x="162996" y="126752"/>
                </a:cubicBezTo>
                <a:cubicBezTo>
                  <a:pt x="162996" y="89007"/>
                  <a:pt x="130457" y="58370"/>
                  <a:pt x="90409" y="58370"/>
                </a:cubicBezTo>
                <a:cubicBezTo>
                  <a:pt x="61974" y="58370"/>
                  <a:pt x="35943" y="74189"/>
                  <a:pt x="24229" y="98719"/>
                </a:cubicBezTo>
                <a:cubicBezTo>
                  <a:pt x="20324" y="106828"/>
                  <a:pt x="18322" y="116340"/>
                  <a:pt x="18322" y="126752"/>
                </a:cubicBezTo>
                <a:cubicBezTo>
                  <a:pt x="18322" y="134562"/>
                  <a:pt x="19023" y="146876"/>
                  <a:pt x="25030" y="162896"/>
                </a:cubicBezTo>
                <a:cubicBezTo>
                  <a:pt x="26031" y="165499"/>
                  <a:pt x="24730" y="168402"/>
                  <a:pt x="22127" y="169303"/>
                </a:cubicBezTo>
                <a:cubicBezTo>
                  <a:pt x="19523" y="170304"/>
                  <a:pt x="16620" y="168903"/>
                  <a:pt x="15719" y="166400"/>
                </a:cubicBezTo>
                <a:cubicBezTo>
                  <a:pt x="10813" y="153284"/>
                  <a:pt x="8410" y="140268"/>
                  <a:pt x="8410" y="126752"/>
                </a:cubicBezTo>
                <a:cubicBezTo>
                  <a:pt x="8410" y="114738"/>
                  <a:pt x="10713" y="103825"/>
                  <a:pt x="15218" y="94313"/>
                </a:cubicBezTo>
                <a:cubicBezTo>
                  <a:pt x="28534" y="66380"/>
                  <a:pt x="58070" y="48258"/>
                  <a:pt x="90409" y="48258"/>
                </a:cubicBezTo>
                <a:cubicBezTo>
                  <a:pt x="135963" y="48258"/>
                  <a:pt x="173008" y="83400"/>
                  <a:pt x="173008" y="126652"/>
                </a:cubicBezTo>
                <a:cubicBezTo>
                  <a:pt x="173008" y="142872"/>
                  <a:pt x="159191" y="156087"/>
                  <a:pt x="142171" y="156087"/>
                </a:cubicBezTo>
                <a:cubicBezTo>
                  <a:pt x="125150" y="156087"/>
                  <a:pt x="111334" y="142872"/>
                  <a:pt x="111334" y="126652"/>
                </a:cubicBezTo>
                <a:cubicBezTo>
                  <a:pt x="111334" y="115939"/>
                  <a:pt x="102022" y="107229"/>
                  <a:pt x="90509" y="107229"/>
                </a:cubicBezTo>
                <a:cubicBezTo>
                  <a:pt x="78995" y="107229"/>
                  <a:pt x="69684" y="115939"/>
                  <a:pt x="69684" y="126652"/>
                </a:cubicBezTo>
                <a:cubicBezTo>
                  <a:pt x="69684" y="143773"/>
                  <a:pt x="76292" y="159792"/>
                  <a:pt x="88406" y="171806"/>
                </a:cubicBezTo>
                <a:cubicBezTo>
                  <a:pt x="97918" y="181218"/>
                  <a:pt x="107028" y="186424"/>
                  <a:pt x="121145" y="190328"/>
                </a:cubicBezTo>
                <a:cubicBezTo>
                  <a:pt x="123849" y="191029"/>
                  <a:pt x="125350" y="193833"/>
                  <a:pt x="124650" y="196436"/>
                </a:cubicBezTo>
                <a:cubicBezTo>
                  <a:pt x="124149" y="198739"/>
                  <a:pt x="122047" y="200240"/>
                  <a:pt x="119944" y="200240"/>
                </a:cubicBez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65" name="!!text-5bx" descr="生物辨識付款"/>
          <p:cNvSpPr txBox="1"/>
          <p:nvPr/>
        </p:nvSpPr>
        <p:spPr>
          <a:xfrm>
            <a:off x="2348154" y="3446057"/>
            <a:ext cx="1052612" cy="241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16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生物辨識付款</a:t>
            </a:r>
            <a:endParaRPr lang="zh-TW" sz="1316"/>
          </a:p>
        </p:txBody>
      </p:sp>
      <p:sp>
        <p:nvSpPr>
          <p:cNvPr id="66" name="!!text-5c4" descr="辨識失敗時改用交易密碼"/>
          <p:cNvSpPr txBox="1"/>
          <p:nvPr/>
        </p:nvSpPr>
        <p:spPr>
          <a:xfrm>
            <a:off x="2348154" y="3707217"/>
            <a:ext cx="1597553" cy="20471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13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辨識失敗時改用交易密碼</a:t>
            </a:r>
            <a:endParaRPr lang="zh-TW" sz="1113"/>
          </a:p>
        </p:txBody>
      </p:sp>
      <p:sp>
        <p:nvSpPr>
          <p:cNvPr id="67" name="!!rect-5ck"/>
          <p:cNvSpPr/>
          <p:nvPr/>
        </p:nvSpPr>
        <p:spPr>
          <a:xfrm>
            <a:off x="1487043" y="4256786"/>
            <a:ext cx="3984244" cy="951078"/>
          </a:xfrm>
          <a:prstGeom prst="roundRect">
            <a:avLst>
              <a:gd name="adj" fmla="val 20690"/>
            </a:avLst>
          </a:prstGeom>
          <a:solidFill>
            <a:srgbClr val="0B1A26">
              <a:alpha val="12000"/>
            </a:srgbClr>
          </a:solidFill>
          <a:ln>
            <a:noFill/>
          </a:ln>
          <a:effectLst>
            <a:softEdge rad="226202"/>
          </a:effectLst>
        </p:spPr>
      </p:sp>
      <p:sp>
        <p:nvSpPr>
          <p:cNvPr id="68" name="!!rect-5cl"/>
          <p:cNvSpPr/>
          <p:nvPr/>
        </p:nvSpPr>
        <p:spPr>
          <a:xfrm>
            <a:off x="1551305" y="4269638"/>
            <a:ext cx="3855720" cy="77114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426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69" name="!!circle-5cm"/>
          <p:cNvSpPr/>
          <p:nvPr/>
        </p:nvSpPr>
        <p:spPr>
          <a:xfrm>
            <a:off x="1756943" y="4436720"/>
            <a:ext cx="436982" cy="436982"/>
          </a:xfrm>
          <a:prstGeom prst="ellipse">
            <a:avLst/>
          </a:prstGeom>
          <a:solidFill>
            <a:srgbClr val="627D8D">
              <a:alpha val="12000"/>
            </a:srgbClr>
          </a:solidFill>
          <a:ln>
            <a:noFill/>
          </a:ln>
        </p:spPr>
      </p:sp>
      <p:sp>
        <p:nvSpPr>
          <p:cNvPr id="70" name="!!path-5cn"/>
          <p:cNvSpPr/>
          <p:nvPr/>
        </p:nvSpPr>
        <p:spPr>
          <a:xfrm>
            <a:off x="1865276" y="4595112"/>
            <a:ext cx="220264" cy="120144"/>
          </a:xfrm>
          <a:custGeom>
            <a:avLst/>
            <a:gdLst/>
            <a:ahLst/>
            <a:cxnLst/>
            <a:rect l="l" t="t" r="r" b="b"/>
            <a:pathLst>
              <a:path w="220264" h="120144">
                <a:moveTo>
                  <a:pt x="116640" y="40048"/>
                </a:moveTo>
                <a:cubicBezTo>
                  <a:pt x="108430" y="16720"/>
                  <a:pt x="86203" y="0"/>
                  <a:pt x="60072" y="0"/>
                </a:cubicBezTo>
                <a:cubicBezTo>
                  <a:pt x="26932" y="0"/>
                  <a:pt x="0" y="26932"/>
                  <a:pt x="0" y="60072"/>
                </a:cubicBezTo>
                <a:cubicBezTo>
                  <a:pt x="0" y="93212"/>
                  <a:pt x="26932" y="120144"/>
                  <a:pt x="60072" y="120144"/>
                </a:cubicBezTo>
                <a:cubicBezTo>
                  <a:pt x="86203" y="120144"/>
                  <a:pt x="108430" y="103424"/>
                  <a:pt x="116640" y="80096"/>
                </a:cubicBezTo>
                <a:lnTo>
                  <a:pt x="160192" y="80096"/>
                </a:lnTo>
                <a:lnTo>
                  <a:pt x="160192" y="120144"/>
                </a:lnTo>
                <a:lnTo>
                  <a:pt x="200240" y="120144"/>
                </a:lnTo>
                <a:lnTo>
                  <a:pt x="200240" y="80096"/>
                </a:lnTo>
                <a:lnTo>
                  <a:pt x="220264" y="80096"/>
                </a:lnTo>
                <a:lnTo>
                  <a:pt x="220264" y="40048"/>
                </a:lnTo>
                <a:lnTo>
                  <a:pt x="116640" y="40048"/>
                </a:lnTo>
                <a:close/>
                <a:moveTo>
                  <a:pt x="60072" y="80096"/>
                </a:moveTo>
                <a:cubicBezTo>
                  <a:pt x="49059" y="80096"/>
                  <a:pt x="40048" y="71085"/>
                  <a:pt x="40048" y="60072"/>
                </a:cubicBezTo>
                <a:cubicBezTo>
                  <a:pt x="40048" y="49059"/>
                  <a:pt x="49059" y="40048"/>
                  <a:pt x="60072" y="40048"/>
                </a:cubicBezTo>
                <a:cubicBezTo>
                  <a:pt x="71085" y="40048"/>
                  <a:pt x="80096" y="49059"/>
                  <a:pt x="80096" y="60072"/>
                </a:cubicBezTo>
                <a:cubicBezTo>
                  <a:pt x="80096" y="71085"/>
                  <a:pt x="71085" y="80096"/>
                  <a:pt x="60072" y="80096"/>
                </a:cubicBez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71" name="!!text-5co" descr="通行密鑰登入"/>
          <p:cNvSpPr txBox="1"/>
          <p:nvPr/>
        </p:nvSpPr>
        <p:spPr>
          <a:xfrm>
            <a:off x="2348154" y="4409987"/>
            <a:ext cx="1052612" cy="241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16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通行密鑰登入</a:t>
            </a:r>
            <a:endParaRPr lang="zh-TW" sz="1316"/>
          </a:p>
        </p:txBody>
      </p:sp>
      <p:sp>
        <p:nvSpPr>
          <p:cNvPr id="72" name="!!text-5cv" descr="海嫄的 iPhone・免輸入密碼"/>
          <p:cNvSpPr txBox="1"/>
          <p:nvPr/>
        </p:nvSpPr>
        <p:spPr>
          <a:xfrm>
            <a:off x="2348154" y="4671147"/>
            <a:ext cx="1810890" cy="20471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13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海嫄的 iPhone・免輸入密碼</a:t>
            </a:r>
            <a:endParaRPr lang="zh-TW" sz="1113"/>
          </a:p>
        </p:txBody>
      </p:sp>
      <p:sp>
        <p:nvSpPr>
          <p:cNvPr id="73" name="!!rect-8qy"/>
          <p:cNvSpPr/>
          <p:nvPr/>
        </p:nvSpPr>
        <p:spPr>
          <a:xfrm>
            <a:off x="8521700" y="660400"/>
            <a:ext cx="2933700" cy="6121400"/>
          </a:xfrm>
          <a:prstGeom prst="roundRect">
            <a:avLst>
              <a:gd name="adj" fmla="val 18020"/>
            </a:avLst>
          </a:prstGeom>
          <a:solidFill>
            <a:srgbClr val="0B1A26">
              <a:alpha val="30000"/>
            </a:srgbClr>
          </a:solidFill>
          <a:ln>
            <a:noFill/>
          </a:ln>
          <a:effectLst>
            <a:softEdge rad="474980"/>
          </a:effectLst>
        </p:spPr>
      </p:sp>
      <p:sp>
        <p:nvSpPr>
          <p:cNvPr id="74" name="!!rect-8qz"/>
          <p:cNvSpPr/>
          <p:nvPr/>
        </p:nvSpPr>
        <p:spPr>
          <a:xfrm>
            <a:off x="8591550" y="527050"/>
            <a:ext cx="2794000" cy="5829300"/>
          </a:xfrm>
          <a:prstGeom prst="roundRect">
            <a:avLst>
              <a:gd name="adj" fmla="val 16825"/>
            </a:avLst>
          </a:prstGeom>
          <a:solidFill>
            <a:srgbClr val="0B1A26">
              <a:alpha val="16000"/>
            </a:srgbClr>
          </a:solidFill>
          <a:ln>
            <a:noFill/>
          </a:ln>
          <a:effectLst>
            <a:softEdge rad="125730"/>
          </a:effectLst>
        </p:spPr>
      </p:sp>
      <p:sp>
        <p:nvSpPr>
          <p:cNvPr id="75" name="!!rect-8r0"/>
          <p:cNvSpPr/>
          <p:nvPr/>
        </p:nvSpPr>
        <p:spPr>
          <a:xfrm>
            <a:off x="8590280" y="1676400"/>
            <a:ext cx="31750" cy="2159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76" name="!!rect-8r1"/>
          <p:cNvSpPr/>
          <p:nvPr/>
        </p:nvSpPr>
        <p:spPr>
          <a:xfrm>
            <a:off x="8590280" y="2108200"/>
            <a:ext cx="31750" cy="4064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77" name="!!rect-8r2"/>
          <p:cNvSpPr/>
          <p:nvPr/>
        </p:nvSpPr>
        <p:spPr>
          <a:xfrm>
            <a:off x="8590280" y="2603500"/>
            <a:ext cx="31750" cy="4064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78" name="!!rect-8r3"/>
          <p:cNvSpPr/>
          <p:nvPr/>
        </p:nvSpPr>
        <p:spPr>
          <a:xfrm>
            <a:off x="11355070" y="2260600"/>
            <a:ext cx="31750" cy="6350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79" name="!!rect-8r4"/>
          <p:cNvSpPr/>
          <p:nvPr/>
        </p:nvSpPr>
        <p:spPr>
          <a:xfrm>
            <a:off x="11357610" y="4114800"/>
            <a:ext cx="25400" cy="419100"/>
          </a:xfrm>
          <a:prstGeom prst="roundRect">
            <a:avLst>
              <a:gd name="adj" fmla="val 50000"/>
            </a:avLst>
          </a:prstGeom>
          <a:solidFill>
            <a:srgbClr val="8795A0"/>
          </a:solidFill>
          <a:ln>
            <a:noFill/>
          </a:ln>
        </p:spPr>
      </p:sp>
      <p:sp>
        <p:nvSpPr>
          <p:cNvPr id="80" name="!!rect-8r5"/>
          <p:cNvSpPr/>
          <p:nvPr/>
        </p:nvSpPr>
        <p:spPr>
          <a:xfrm>
            <a:off x="8610600" y="508000"/>
            <a:ext cx="2755900" cy="5753100"/>
          </a:xfrm>
          <a:prstGeom prst="roundRect">
            <a:avLst>
              <a:gd name="adj" fmla="val 16359"/>
            </a:avLst>
          </a:prstGeom>
          <a:gradFill rotWithShape="1">
            <a:gsLst>
              <a:gs pos="0">
                <a:srgbClr val="FBFCFD"/>
              </a:gs>
              <a:gs pos="18000">
                <a:srgbClr val="DDE5EB"/>
              </a:gs>
              <a:gs pos="46000">
                <a:srgbClr val="B4C2CC"/>
              </a:gs>
              <a:gs pos="62000">
                <a:srgbClr val="D3DCE3"/>
              </a:gs>
              <a:gs pos="84000">
                <a:srgbClr val="A9B8C3"/>
              </a:gs>
              <a:gs pos="100000">
                <a:srgbClr val="E8EEF2"/>
              </a:gs>
              <a:gs pos="100000">
                <a:srgbClr val="E8EEF2"/>
              </a:gs>
            </a:gsLst>
            <a:lin ang="3864255" scaled="0"/>
          </a:gradFill>
          <a:ln>
            <a:noFill/>
          </a:ln>
        </p:spPr>
      </p:sp>
      <p:sp>
        <p:nvSpPr>
          <p:cNvPr id="81" name="!!rect-8r6"/>
          <p:cNvSpPr/>
          <p:nvPr/>
        </p:nvSpPr>
        <p:spPr>
          <a:xfrm>
            <a:off x="8614410" y="511810"/>
            <a:ext cx="2748280" cy="5745480"/>
          </a:xfrm>
          <a:prstGeom prst="roundRect">
            <a:avLst>
              <a:gd name="adj" fmla="val 16266"/>
            </a:avLst>
          </a:prstGeom>
          <a:noFill/>
          <a:ln w="7620" cap="flat">
            <a:solidFill>
              <a:srgbClr val="7F8F9B">
                <a:alpha val="55000"/>
              </a:srgbClr>
            </a:solidFill>
            <a:prstDash val="solid"/>
            <a:miter lim="800000"/>
          </a:ln>
        </p:spPr>
      </p:sp>
      <p:sp>
        <p:nvSpPr>
          <p:cNvPr id="82" name="!!rect-8r7"/>
          <p:cNvSpPr/>
          <p:nvPr/>
        </p:nvSpPr>
        <p:spPr>
          <a:xfrm>
            <a:off x="8637270" y="534670"/>
            <a:ext cx="2702560" cy="5699760"/>
          </a:xfrm>
          <a:prstGeom prst="roundRect">
            <a:avLst>
              <a:gd name="adj" fmla="val 15695"/>
            </a:avLst>
          </a:prstGeom>
          <a:noFill/>
          <a:ln w="8890" cap="flat">
            <a:solidFill>
              <a:srgbClr val="FFFFFF">
                <a:alpha val="75000"/>
              </a:srgbClr>
            </a:solidFill>
            <a:prstDash val="solid"/>
            <a:miter lim="800000"/>
          </a:ln>
        </p:spPr>
      </p:sp>
      <p:sp>
        <p:nvSpPr>
          <p:cNvPr id="83" name="!!rect-8r8"/>
          <p:cNvSpPr/>
          <p:nvPr/>
        </p:nvSpPr>
        <p:spPr>
          <a:xfrm>
            <a:off x="8664575" y="561975"/>
            <a:ext cx="2647950" cy="5645150"/>
          </a:xfrm>
          <a:prstGeom prst="roundRect">
            <a:avLst>
              <a:gd name="adj" fmla="val 14988"/>
            </a:avLst>
          </a:prstGeom>
          <a:solidFill>
            <a:srgbClr val="050608"/>
          </a:solidFill>
          <a:ln>
            <a:noFill/>
          </a:ln>
        </p:spPr>
      </p:sp>
      <p:sp>
        <p:nvSpPr>
          <p:cNvPr id="84" name="!!rect-8ra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solidFill>
            <a:srgbClr val="F3F5F7"/>
          </a:solidFill>
          <a:ln>
            <a:noFill/>
          </a:ln>
        </p:spPr>
      </p:sp>
      <p:sp>
        <p:nvSpPr>
          <p:cNvPr id="85" name="!!rect-8rd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solidFill>
            <a:srgbClr val="F3F5F7"/>
          </a:solidFill>
          <a:ln>
            <a:noFill/>
          </a:ln>
        </p:spPr>
      </p:sp>
      <p:sp>
        <p:nvSpPr>
          <p:cNvPr id="86" name="!!rect-8re"/>
          <p:cNvSpPr/>
          <p:nvPr/>
        </p:nvSpPr>
        <p:spPr>
          <a:xfrm>
            <a:off x="8813800" y="1466850"/>
            <a:ext cx="2349500" cy="6604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87" name="!!rect-8rf"/>
          <p:cNvSpPr/>
          <p:nvPr/>
        </p:nvSpPr>
        <p:spPr>
          <a:xfrm>
            <a:off x="8915400" y="1689100"/>
            <a:ext cx="127000" cy="127000"/>
          </a:xfrm>
          <a:prstGeom prst="roundRect">
            <a:avLst>
              <a:gd name="adj" fmla="val 25000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88" name="!!path-8rg"/>
          <p:cNvSpPr/>
          <p:nvPr/>
        </p:nvSpPr>
        <p:spPr>
          <a:xfrm>
            <a:off x="8940800" y="1729105"/>
            <a:ext cx="76200" cy="52070"/>
          </a:xfrm>
          <a:custGeom>
            <a:avLst/>
            <a:gdLst/>
            <a:ahLst/>
            <a:cxnLst/>
            <a:rect l="l" t="t" r="r" b="b"/>
            <a:pathLst>
              <a:path w="76200" h="52070" fill="none">
                <a:moveTo>
                  <a:pt x="0" y="26670"/>
                </a:moveTo>
                <a:lnTo>
                  <a:pt x="25400" y="52070"/>
                </a:lnTo>
                <a:lnTo>
                  <a:pt x="76200" y="0"/>
                </a:lnTo>
              </a:path>
            </a:pathLst>
          </a:custGeom>
          <a:noFill/>
          <a:ln w="13970" cap="rnd">
            <a:solidFill>
              <a:srgbClr val="FFFFFF"/>
            </a:solidFill>
            <a:prstDash val="solid"/>
            <a:round/>
          </a:ln>
        </p:spPr>
      </p:sp>
      <p:sp>
        <p:nvSpPr>
          <p:cNvPr id="89" name="!!rect-8ri"/>
          <p:cNvSpPr/>
          <p:nvPr/>
        </p:nvSpPr>
        <p:spPr>
          <a:xfrm>
            <a:off x="9131300" y="1568450"/>
            <a:ext cx="330200" cy="457200"/>
          </a:xfrm>
          <a:prstGeom prst="roundRect">
            <a:avLst>
              <a:gd name="adj" fmla="val 11538"/>
            </a:avLst>
          </a:prstGeom>
          <a:gradFill rotWithShape="1">
            <a:gsLst>
              <a:gs pos="0">
                <a:srgbClr val="5D856F"/>
              </a:gs>
              <a:gs pos="100000">
                <a:srgbClr val="3F624F"/>
              </a:gs>
              <a:gs pos="100000">
                <a:srgbClr val="3F624F"/>
              </a:gs>
            </a:gsLst>
            <a:lin ang="3249741" scaled="0"/>
          </a:gradFill>
          <a:ln>
            <a:noFill/>
          </a:ln>
        </p:spPr>
      </p:sp>
      <p:sp>
        <p:nvSpPr>
          <p:cNvPr id="90" name="!!rect-8rj"/>
          <p:cNvSpPr/>
          <p:nvPr/>
        </p:nvSpPr>
        <p:spPr>
          <a:xfrm>
            <a:off x="9161018" y="1568450"/>
            <a:ext cx="16510" cy="457200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</p:spPr>
      </p:sp>
      <p:sp>
        <p:nvSpPr>
          <p:cNvPr id="91" name="!!rect-8rk"/>
          <p:cNvSpPr/>
          <p:nvPr/>
        </p:nvSpPr>
        <p:spPr>
          <a:xfrm>
            <a:off x="9213850" y="1650746"/>
            <a:ext cx="184912" cy="32004"/>
          </a:xfrm>
          <a:prstGeom prst="roundRect">
            <a:avLst>
              <a:gd name="adj" fmla="val 28571"/>
            </a:avLst>
          </a:prstGeom>
          <a:solidFill>
            <a:srgbClr val="E7D9B8"/>
          </a:solidFill>
          <a:ln>
            <a:noFill/>
          </a:ln>
        </p:spPr>
      </p:sp>
      <p:sp>
        <p:nvSpPr>
          <p:cNvPr id="92" name="!!rect-8rl"/>
          <p:cNvSpPr/>
          <p:nvPr/>
        </p:nvSpPr>
        <p:spPr>
          <a:xfrm>
            <a:off x="9213850" y="1705610"/>
            <a:ext cx="125476" cy="20574"/>
          </a:xfrm>
          <a:prstGeom prst="roundRect">
            <a:avLst>
              <a:gd name="adj" fmla="val 44444"/>
            </a:avLst>
          </a:prstGeom>
          <a:solidFill>
            <a:srgbClr val="E7D9B8">
              <a:alpha val="72000"/>
            </a:srgbClr>
          </a:solidFill>
          <a:ln>
            <a:noFill/>
          </a:ln>
        </p:spPr>
      </p:sp>
      <p:sp>
        <p:nvSpPr>
          <p:cNvPr id="93" name="!!rect-8rm"/>
          <p:cNvSpPr/>
          <p:nvPr/>
        </p:nvSpPr>
        <p:spPr>
          <a:xfrm>
            <a:off x="9213850" y="1934210"/>
            <a:ext cx="92456" cy="18288"/>
          </a:xfrm>
          <a:prstGeom prst="roundRect">
            <a:avLst>
              <a:gd name="adj" fmla="val 50000"/>
            </a:avLst>
          </a:prstGeom>
          <a:solidFill>
            <a:srgbClr val="E7D9B8">
              <a:alpha val="55000"/>
            </a:srgbClr>
          </a:solidFill>
          <a:ln>
            <a:noFill/>
          </a:ln>
        </p:spPr>
      </p:sp>
      <p:sp>
        <p:nvSpPr>
          <p:cNvPr id="94" name="!!text-8rn" descr="統計學概論"/>
          <p:cNvSpPr txBox="1"/>
          <p:nvPr/>
        </p:nvSpPr>
        <p:spPr>
          <a:xfrm>
            <a:off x="9550400" y="1591310"/>
            <a:ext cx="504825" cy="1379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統計學概論</a:t>
            </a:r>
            <a:endParaRPr lang="zh-TW" sz="750"/>
          </a:p>
        </p:txBody>
      </p:sp>
      <p:sp>
        <p:nvSpPr>
          <p:cNvPr id="95" name="!!path-8rt"/>
          <p:cNvSpPr/>
          <p:nvPr/>
        </p:nvSpPr>
        <p:spPr>
          <a:xfrm>
            <a:off x="9566275" y="1787525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31750" y="7541"/>
                </a:moveTo>
                <a:cubicBezTo>
                  <a:pt x="36354" y="7541"/>
                  <a:pt x="40084" y="11271"/>
                  <a:pt x="40084" y="15875"/>
                </a:cubicBezTo>
                <a:cubicBezTo>
                  <a:pt x="40084" y="20479"/>
                  <a:pt x="36354" y="24209"/>
                  <a:pt x="31750" y="24209"/>
                </a:cubicBezTo>
                <a:cubicBezTo>
                  <a:pt x="27146" y="24209"/>
                  <a:pt x="23416" y="20479"/>
                  <a:pt x="23416" y="15875"/>
                </a:cubicBezTo>
                <a:cubicBezTo>
                  <a:pt x="23416" y="11271"/>
                  <a:pt x="27146" y="7541"/>
                  <a:pt x="31750" y="7541"/>
                </a:cubicBezTo>
                <a:moveTo>
                  <a:pt x="31750" y="43259"/>
                </a:moveTo>
                <a:cubicBezTo>
                  <a:pt x="43537" y="43259"/>
                  <a:pt x="55959" y="49054"/>
                  <a:pt x="55959" y="51594"/>
                </a:cubicBezTo>
                <a:lnTo>
                  <a:pt x="55959" y="55959"/>
                </a:lnTo>
                <a:lnTo>
                  <a:pt x="7541" y="55959"/>
                </a:lnTo>
                <a:lnTo>
                  <a:pt x="7541" y="51594"/>
                </a:lnTo>
                <a:cubicBezTo>
                  <a:pt x="7541" y="49054"/>
                  <a:pt x="19963" y="43259"/>
                  <a:pt x="31750" y="43259"/>
                </a:cubicBezTo>
                <a:moveTo>
                  <a:pt x="31750" y="0"/>
                </a:moveTo>
                <a:cubicBezTo>
                  <a:pt x="22979" y="0"/>
                  <a:pt x="15875" y="7104"/>
                  <a:pt x="15875" y="15875"/>
                </a:cubicBezTo>
                <a:cubicBezTo>
                  <a:pt x="15875" y="24646"/>
                  <a:pt x="22979" y="31750"/>
                  <a:pt x="31750" y="31750"/>
                </a:cubicBezTo>
                <a:cubicBezTo>
                  <a:pt x="40521" y="31750"/>
                  <a:pt x="47625" y="24646"/>
                  <a:pt x="47625" y="15875"/>
                </a:cubicBezTo>
                <a:cubicBezTo>
                  <a:pt x="47625" y="7104"/>
                  <a:pt x="40521" y="0"/>
                  <a:pt x="31750" y="0"/>
                </a:cubicBezTo>
                <a:close/>
                <a:moveTo>
                  <a:pt x="31750" y="35719"/>
                </a:moveTo>
                <a:cubicBezTo>
                  <a:pt x="21153" y="35719"/>
                  <a:pt x="0" y="41037"/>
                  <a:pt x="0" y="51594"/>
                </a:cubicBezTo>
                <a:lnTo>
                  <a:pt x="0" y="63500"/>
                </a:lnTo>
                <a:lnTo>
                  <a:pt x="63500" y="63500"/>
                </a:lnTo>
                <a:lnTo>
                  <a:pt x="63500" y="51594"/>
                </a:lnTo>
                <a:cubicBezTo>
                  <a:pt x="63500" y="41037"/>
                  <a:pt x="42347" y="35719"/>
                  <a:pt x="31750" y="35719"/>
                </a:cubicBezTo>
                <a:close/>
              </a:path>
            </a:pathLst>
          </a:custGeom>
          <a:solidFill>
            <a:srgbClr val="5B6770"/>
          </a:solidFill>
          <a:ln>
            <a:noFill/>
          </a:ln>
        </p:spPr>
      </p:sp>
      <p:sp>
        <p:nvSpPr>
          <p:cNvPr id="96" name="!!text-8ru" descr="海嫄"/>
          <p:cNvSpPr txBox="1"/>
          <p:nvPr/>
        </p:nvSpPr>
        <p:spPr>
          <a:xfrm>
            <a:off x="9671050" y="1758442"/>
            <a:ext cx="189865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海嫄</a:t>
            </a:r>
            <a:endParaRPr lang="zh-TW" sz="650"/>
          </a:p>
        </p:txBody>
      </p:sp>
      <p:sp>
        <p:nvSpPr>
          <p:cNvPr id="97" name="!!text-8rx" descr="$280"/>
          <p:cNvSpPr txBox="1"/>
          <p:nvPr/>
        </p:nvSpPr>
        <p:spPr>
          <a:xfrm>
            <a:off x="9550400" y="1914144"/>
            <a:ext cx="273914" cy="14711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00" kern="0" dirty="0">
                <a:solidFill>
                  <a:srgbClr val="627D8D"/>
                </a:solidFill>
                <a:latin typeface="Noto Sans TC ExtraBold"/>
                <a:ea typeface="Noto Sans TC ExtraBold"/>
                <a:cs typeface="Noto Sans TC ExtraBold"/>
              </a:rPr>
              <a:t>$280</a:t>
            </a:r>
            <a:endParaRPr lang="zh-TW" sz="800"/>
          </a:p>
        </p:txBody>
      </p:sp>
      <p:sp>
        <p:nvSpPr>
          <p:cNvPr id="98" name="!!rect-8s3"/>
          <p:cNvSpPr/>
          <p:nvPr/>
        </p:nvSpPr>
        <p:spPr>
          <a:xfrm>
            <a:off x="10617200" y="1612900"/>
            <a:ext cx="381000" cy="120650"/>
          </a:xfrm>
          <a:prstGeom prst="roundRect">
            <a:avLst>
              <a:gd name="adj" fmla="val 31579"/>
            </a:avLst>
          </a:prstGeom>
          <a:solidFill>
            <a:srgbClr val="2E9E5B">
              <a:alpha val="14000"/>
            </a:srgbClr>
          </a:solidFill>
          <a:ln>
            <a:noFill/>
          </a:ln>
        </p:spPr>
      </p:sp>
      <p:sp>
        <p:nvSpPr>
          <p:cNvPr id="99" name="!!text-8s4" descr="已在書櫃"/>
          <p:cNvSpPr txBox="1"/>
          <p:nvPr/>
        </p:nvSpPr>
        <p:spPr>
          <a:xfrm>
            <a:off x="10668000" y="1617599"/>
            <a:ext cx="300355" cy="10114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550" kern="0" dirty="0">
                <a:solidFill>
                  <a:srgbClr val="2E9E5B"/>
                </a:solidFill>
                <a:latin typeface="Noto Sans TC SemiBold"/>
                <a:ea typeface="Noto Sans TC SemiBold"/>
                <a:cs typeface="Noto Sans TC SemiBold"/>
              </a:rPr>
              <a:t>已在書櫃</a:t>
            </a:r>
            <a:endParaRPr lang="zh-TW" sz="550"/>
          </a:p>
        </p:txBody>
      </p:sp>
      <p:sp>
        <p:nvSpPr>
          <p:cNvPr id="100" name="!!path-8sa"/>
          <p:cNvSpPr/>
          <p:nvPr/>
        </p:nvSpPr>
        <p:spPr>
          <a:xfrm>
            <a:off x="8712200" y="5262880"/>
            <a:ext cx="2552700" cy="850900"/>
          </a:xfrm>
          <a:custGeom>
            <a:avLst/>
            <a:gdLst/>
            <a:ahLst/>
            <a:cxnLst/>
            <a:rect l="l" t="t" r="r" b="b"/>
            <a:pathLst>
              <a:path w="2552700" h="850900">
                <a:moveTo>
                  <a:pt x="155217" y="837761"/>
                </a:moveTo>
                <a:lnTo>
                  <a:pt x="102293" y="794327"/>
                </a:lnTo>
                <a:lnTo>
                  <a:pt x="58859" y="741403"/>
                </a:lnTo>
                <a:lnTo>
                  <a:pt x="26585" y="681022"/>
                </a:lnTo>
                <a:lnTo>
                  <a:pt x="6711" y="615505"/>
                </a:lnTo>
                <a:lnTo>
                  <a:pt x="0" y="547370"/>
                </a:lnTo>
                <a:lnTo>
                  <a:pt x="0" y="152400"/>
                </a:lnTo>
                <a:lnTo>
                  <a:pt x="1058" y="128058"/>
                </a:lnTo>
                <a:lnTo>
                  <a:pt x="4233" y="105833"/>
                </a:lnTo>
                <a:lnTo>
                  <a:pt x="9525" y="85725"/>
                </a:lnTo>
                <a:lnTo>
                  <a:pt x="16933" y="67733"/>
                </a:lnTo>
                <a:lnTo>
                  <a:pt x="26458" y="51858"/>
                </a:lnTo>
                <a:lnTo>
                  <a:pt x="38100" y="38100"/>
                </a:lnTo>
                <a:lnTo>
                  <a:pt x="51858" y="26458"/>
                </a:lnTo>
                <a:lnTo>
                  <a:pt x="67733" y="16933"/>
                </a:lnTo>
                <a:lnTo>
                  <a:pt x="85725" y="9525"/>
                </a:lnTo>
                <a:lnTo>
                  <a:pt x="105833" y="4233"/>
                </a:lnTo>
                <a:lnTo>
                  <a:pt x="128058" y="1058"/>
                </a:lnTo>
                <a:lnTo>
                  <a:pt x="152400" y="0"/>
                </a:lnTo>
                <a:lnTo>
                  <a:pt x="2400300" y="0"/>
                </a:lnTo>
                <a:lnTo>
                  <a:pt x="2424642" y="1058"/>
                </a:lnTo>
                <a:lnTo>
                  <a:pt x="2446867" y="4233"/>
                </a:lnTo>
                <a:lnTo>
                  <a:pt x="2466975" y="9525"/>
                </a:lnTo>
                <a:lnTo>
                  <a:pt x="2484967" y="16933"/>
                </a:lnTo>
                <a:lnTo>
                  <a:pt x="2500842" y="26458"/>
                </a:lnTo>
                <a:lnTo>
                  <a:pt x="2514600" y="38100"/>
                </a:lnTo>
                <a:lnTo>
                  <a:pt x="2526242" y="51858"/>
                </a:lnTo>
                <a:lnTo>
                  <a:pt x="2535767" y="67733"/>
                </a:lnTo>
                <a:lnTo>
                  <a:pt x="2543175" y="85725"/>
                </a:lnTo>
                <a:lnTo>
                  <a:pt x="2548467" y="105833"/>
                </a:lnTo>
                <a:lnTo>
                  <a:pt x="2551642" y="128058"/>
                </a:lnTo>
                <a:lnTo>
                  <a:pt x="2552700" y="152400"/>
                </a:lnTo>
                <a:lnTo>
                  <a:pt x="2552700" y="547370"/>
                </a:lnTo>
                <a:lnTo>
                  <a:pt x="2545989" y="615505"/>
                </a:lnTo>
                <a:lnTo>
                  <a:pt x="2526115" y="681022"/>
                </a:lnTo>
                <a:lnTo>
                  <a:pt x="2493841" y="741403"/>
                </a:lnTo>
                <a:lnTo>
                  <a:pt x="2450407" y="794327"/>
                </a:lnTo>
                <a:lnTo>
                  <a:pt x="2397483" y="837761"/>
                </a:lnTo>
                <a:lnTo>
                  <a:pt x="2372901" y="850900"/>
                </a:lnTo>
                <a:lnTo>
                  <a:pt x="179799" y="850900"/>
                </a:lnTo>
                <a:close/>
              </a:path>
            </a:pathLst>
          </a:custGeom>
          <a:solidFill>
            <a:srgbClr val="0B1A26">
              <a:alpha val="2200"/>
            </a:srgbClr>
          </a:solidFill>
          <a:ln>
            <a:noFill/>
          </a:ln>
        </p:spPr>
      </p:sp>
      <p:sp>
        <p:nvSpPr>
          <p:cNvPr id="101" name="!!path-8sb"/>
          <p:cNvSpPr/>
          <p:nvPr/>
        </p:nvSpPr>
        <p:spPr>
          <a:xfrm>
            <a:off x="8712200" y="5280025"/>
            <a:ext cx="2552700" cy="850900"/>
          </a:xfrm>
          <a:custGeom>
            <a:avLst/>
            <a:gdLst/>
            <a:ahLst/>
            <a:cxnLst/>
            <a:rect l="l" t="t" r="r" b="b"/>
            <a:pathLst>
              <a:path w="2552700" h="850900">
                <a:moveTo>
                  <a:pt x="155217" y="820616"/>
                </a:moveTo>
                <a:lnTo>
                  <a:pt x="102293" y="777182"/>
                </a:lnTo>
                <a:lnTo>
                  <a:pt x="58859" y="724258"/>
                </a:lnTo>
                <a:lnTo>
                  <a:pt x="26585" y="663877"/>
                </a:lnTo>
                <a:lnTo>
                  <a:pt x="6711" y="598360"/>
                </a:lnTo>
                <a:lnTo>
                  <a:pt x="0" y="530225"/>
                </a:lnTo>
                <a:lnTo>
                  <a:pt x="0" y="152400"/>
                </a:lnTo>
                <a:lnTo>
                  <a:pt x="1058" y="128058"/>
                </a:lnTo>
                <a:lnTo>
                  <a:pt x="4233" y="105833"/>
                </a:lnTo>
                <a:lnTo>
                  <a:pt x="9525" y="85725"/>
                </a:lnTo>
                <a:lnTo>
                  <a:pt x="16933" y="67733"/>
                </a:lnTo>
                <a:lnTo>
                  <a:pt x="26458" y="51858"/>
                </a:lnTo>
                <a:lnTo>
                  <a:pt x="38100" y="38100"/>
                </a:lnTo>
                <a:lnTo>
                  <a:pt x="51858" y="26458"/>
                </a:lnTo>
                <a:lnTo>
                  <a:pt x="67733" y="16933"/>
                </a:lnTo>
                <a:lnTo>
                  <a:pt x="85725" y="9525"/>
                </a:lnTo>
                <a:lnTo>
                  <a:pt x="105833" y="4233"/>
                </a:lnTo>
                <a:lnTo>
                  <a:pt x="128058" y="1058"/>
                </a:lnTo>
                <a:lnTo>
                  <a:pt x="152400" y="0"/>
                </a:lnTo>
                <a:lnTo>
                  <a:pt x="2400300" y="0"/>
                </a:lnTo>
                <a:lnTo>
                  <a:pt x="2424642" y="1058"/>
                </a:lnTo>
                <a:lnTo>
                  <a:pt x="2446867" y="4233"/>
                </a:lnTo>
                <a:lnTo>
                  <a:pt x="2466975" y="9525"/>
                </a:lnTo>
                <a:lnTo>
                  <a:pt x="2484967" y="16933"/>
                </a:lnTo>
                <a:lnTo>
                  <a:pt x="2500842" y="26458"/>
                </a:lnTo>
                <a:lnTo>
                  <a:pt x="2514600" y="38100"/>
                </a:lnTo>
                <a:lnTo>
                  <a:pt x="2526242" y="51858"/>
                </a:lnTo>
                <a:lnTo>
                  <a:pt x="2535767" y="67733"/>
                </a:lnTo>
                <a:lnTo>
                  <a:pt x="2543175" y="85725"/>
                </a:lnTo>
                <a:lnTo>
                  <a:pt x="2548467" y="105833"/>
                </a:lnTo>
                <a:lnTo>
                  <a:pt x="2551642" y="128058"/>
                </a:lnTo>
                <a:lnTo>
                  <a:pt x="2552700" y="152400"/>
                </a:lnTo>
                <a:lnTo>
                  <a:pt x="2552700" y="530225"/>
                </a:lnTo>
                <a:lnTo>
                  <a:pt x="2545989" y="598360"/>
                </a:lnTo>
                <a:lnTo>
                  <a:pt x="2526115" y="663877"/>
                </a:lnTo>
                <a:lnTo>
                  <a:pt x="2493841" y="724258"/>
                </a:lnTo>
                <a:lnTo>
                  <a:pt x="2450407" y="777182"/>
                </a:lnTo>
                <a:lnTo>
                  <a:pt x="2397483" y="820616"/>
                </a:lnTo>
                <a:lnTo>
                  <a:pt x="2340825" y="850900"/>
                </a:lnTo>
                <a:lnTo>
                  <a:pt x="211875" y="850900"/>
                </a:lnTo>
                <a:close/>
              </a:path>
            </a:pathLst>
          </a:custGeom>
          <a:solidFill>
            <a:srgbClr val="0B1A26">
              <a:alpha val="2200"/>
            </a:srgbClr>
          </a:solidFill>
          <a:ln>
            <a:noFill/>
          </a:ln>
        </p:spPr>
      </p:sp>
      <p:sp>
        <p:nvSpPr>
          <p:cNvPr id="102" name="!!path-8sc"/>
          <p:cNvSpPr/>
          <p:nvPr/>
        </p:nvSpPr>
        <p:spPr>
          <a:xfrm>
            <a:off x="8712200" y="5294313"/>
            <a:ext cx="2552700" cy="850900"/>
          </a:xfrm>
          <a:custGeom>
            <a:avLst/>
            <a:gdLst/>
            <a:ahLst/>
            <a:cxnLst/>
            <a:rect l="l" t="t" r="r" b="b"/>
            <a:pathLst>
              <a:path w="2552700" h="850900">
                <a:moveTo>
                  <a:pt x="215598" y="838602"/>
                </a:moveTo>
                <a:lnTo>
                  <a:pt x="155217" y="806328"/>
                </a:lnTo>
                <a:lnTo>
                  <a:pt x="102293" y="762895"/>
                </a:lnTo>
                <a:lnTo>
                  <a:pt x="58859" y="709970"/>
                </a:lnTo>
                <a:lnTo>
                  <a:pt x="26585" y="649590"/>
                </a:lnTo>
                <a:lnTo>
                  <a:pt x="6711" y="584073"/>
                </a:lnTo>
                <a:lnTo>
                  <a:pt x="0" y="515938"/>
                </a:lnTo>
                <a:lnTo>
                  <a:pt x="0" y="152400"/>
                </a:lnTo>
                <a:lnTo>
                  <a:pt x="1058" y="128058"/>
                </a:lnTo>
                <a:lnTo>
                  <a:pt x="4233" y="105833"/>
                </a:lnTo>
                <a:lnTo>
                  <a:pt x="9525" y="85725"/>
                </a:lnTo>
                <a:lnTo>
                  <a:pt x="16933" y="67733"/>
                </a:lnTo>
                <a:lnTo>
                  <a:pt x="26458" y="51858"/>
                </a:lnTo>
                <a:lnTo>
                  <a:pt x="38100" y="38100"/>
                </a:lnTo>
                <a:lnTo>
                  <a:pt x="51858" y="26458"/>
                </a:lnTo>
                <a:lnTo>
                  <a:pt x="67733" y="16933"/>
                </a:lnTo>
                <a:lnTo>
                  <a:pt x="85725" y="9525"/>
                </a:lnTo>
                <a:lnTo>
                  <a:pt x="105833" y="4233"/>
                </a:lnTo>
                <a:lnTo>
                  <a:pt x="128058" y="1058"/>
                </a:lnTo>
                <a:lnTo>
                  <a:pt x="152400" y="0"/>
                </a:lnTo>
                <a:lnTo>
                  <a:pt x="2400300" y="0"/>
                </a:lnTo>
                <a:lnTo>
                  <a:pt x="2424642" y="1058"/>
                </a:lnTo>
                <a:lnTo>
                  <a:pt x="2446867" y="4233"/>
                </a:lnTo>
                <a:lnTo>
                  <a:pt x="2466975" y="9525"/>
                </a:lnTo>
                <a:lnTo>
                  <a:pt x="2484967" y="16933"/>
                </a:lnTo>
                <a:lnTo>
                  <a:pt x="2500842" y="26458"/>
                </a:lnTo>
                <a:lnTo>
                  <a:pt x="2514600" y="38100"/>
                </a:lnTo>
                <a:lnTo>
                  <a:pt x="2526242" y="51858"/>
                </a:lnTo>
                <a:lnTo>
                  <a:pt x="2535767" y="67733"/>
                </a:lnTo>
                <a:lnTo>
                  <a:pt x="2543175" y="85725"/>
                </a:lnTo>
                <a:lnTo>
                  <a:pt x="2548467" y="105833"/>
                </a:lnTo>
                <a:lnTo>
                  <a:pt x="2551642" y="128058"/>
                </a:lnTo>
                <a:lnTo>
                  <a:pt x="2552700" y="152400"/>
                </a:lnTo>
                <a:lnTo>
                  <a:pt x="2552700" y="515938"/>
                </a:lnTo>
                <a:lnTo>
                  <a:pt x="2545989" y="584073"/>
                </a:lnTo>
                <a:lnTo>
                  <a:pt x="2526115" y="649590"/>
                </a:lnTo>
                <a:lnTo>
                  <a:pt x="2493841" y="709970"/>
                </a:lnTo>
                <a:lnTo>
                  <a:pt x="2450407" y="762895"/>
                </a:lnTo>
                <a:lnTo>
                  <a:pt x="2397483" y="806328"/>
                </a:lnTo>
                <a:lnTo>
                  <a:pt x="2337102" y="838602"/>
                </a:lnTo>
                <a:lnTo>
                  <a:pt x="2296563" y="850900"/>
                </a:lnTo>
                <a:lnTo>
                  <a:pt x="256137" y="850900"/>
                </a:lnTo>
                <a:close/>
              </a:path>
            </a:pathLst>
          </a:custGeom>
          <a:solidFill>
            <a:srgbClr val="0B1A26">
              <a:alpha val="2200"/>
            </a:srgbClr>
          </a:solidFill>
          <a:ln>
            <a:noFill/>
          </a:ln>
        </p:spPr>
      </p:sp>
      <p:sp>
        <p:nvSpPr>
          <p:cNvPr id="103" name="!!path-8sd"/>
          <p:cNvSpPr/>
          <p:nvPr/>
        </p:nvSpPr>
        <p:spPr>
          <a:xfrm>
            <a:off x="8712200" y="5308600"/>
            <a:ext cx="2552700" cy="850900"/>
          </a:xfrm>
          <a:custGeom>
            <a:avLst/>
            <a:gdLst/>
            <a:ahLst/>
            <a:cxnLst/>
            <a:rect l="l" t="t" r="r" b="b"/>
            <a:pathLst>
              <a:path w="2552700" h="850900">
                <a:moveTo>
                  <a:pt x="281115" y="844189"/>
                </a:moveTo>
                <a:lnTo>
                  <a:pt x="215598" y="824315"/>
                </a:lnTo>
                <a:lnTo>
                  <a:pt x="155217" y="792041"/>
                </a:lnTo>
                <a:lnTo>
                  <a:pt x="102293" y="748607"/>
                </a:lnTo>
                <a:lnTo>
                  <a:pt x="58859" y="695683"/>
                </a:lnTo>
                <a:lnTo>
                  <a:pt x="26585" y="635302"/>
                </a:lnTo>
                <a:lnTo>
                  <a:pt x="6711" y="569785"/>
                </a:lnTo>
                <a:lnTo>
                  <a:pt x="0" y="501650"/>
                </a:lnTo>
                <a:lnTo>
                  <a:pt x="0" y="152400"/>
                </a:lnTo>
                <a:lnTo>
                  <a:pt x="1058" y="128058"/>
                </a:lnTo>
                <a:lnTo>
                  <a:pt x="4233" y="105833"/>
                </a:lnTo>
                <a:lnTo>
                  <a:pt x="9525" y="85725"/>
                </a:lnTo>
                <a:lnTo>
                  <a:pt x="16933" y="67733"/>
                </a:lnTo>
                <a:lnTo>
                  <a:pt x="26458" y="51858"/>
                </a:lnTo>
                <a:lnTo>
                  <a:pt x="38100" y="38100"/>
                </a:lnTo>
                <a:lnTo>
                  <a:pt x="51858" y="26458"/>
                </a:lnTo>
                <a:lnTo>
                  <a:pt x="67733" y="16933"/>
                </a:lnTo>
                <a:lnTo>
                  <a:pt x="85725" y="9525"/>
                </a:lnTo>
                <a:lnTo>
                  <a:pt x="105833" y="4233"/>
                </a:lnTo>
                <a:lnTo>
                  <a:pt x="128058" y="1058"/>
                </a:lnTo>
                <a:lnTo>
                  <a:pt x="152400" y="0"/>
                </a:lnTo>
                <a:lnTo>
                  <a:pt x="2400300" y="0"/>
                </a:lnTo>
                <a:lnTo>
                  <a:pt x="2424642" y="1058"/>
                </a:lnTo>
                <a:lnTo>
                  <a:pt x="2446867" y="4233"/>
                </a:lnTo>
                <a:lnTo>
                  <a:pt x="2466975" y="9525"/>
                </a:lnTo>
                <a:lnTo>
                  <a:pt x="2484967" y="16933"/>
                </a:lnTo>
                <a:lnTo>
                  <a:pt x="2500842" y="26458"/>
                </a:lnTo>
                <a:lnTo>
                  <a:pt x="2514600" y="38100"/>
                </a:lnTo>
                <a:lnTo>
                  <a:pt x="2526242" y="51858"/>
                </a:lnTo>
                <a:lnTo>
                  <a:pt x="2535767" y="67733"/>
                </a:lnTo>
                <a:lnTo>
                  <a:pt x="2543175" y="85725"/>
                </a:lnTo>
                <a:lnTo>
                  <a:pt x="2548467" y="105833"/>
                </a:lnTo>
                <a:lnTo>
                  <a:pt x="2551642" y="128058"/>
                </a:lnTo>
                <a:lnTo>
                  <a:pt x="2552700" y="152400"/>
                </a:lnTo>
                <a:lnTo>
                  <a:pt x="2552700" y="501650"/>
                </a:lnTo>
                <a:lnTo>
                  <a:pt x="2545989" y="569785"/>
                </a:lnTo>
                <a:lnTo>
                  <a:pt x="2526115" y="635302"/>
                </a:lnTo>
                <a:lnTo>
                  <a:pt x="2493841" y="695683"/>
                </a:lnTo>
                <a:lnTo>
                  <a:pt x="2450407" y="748607"/>
                </a:lnTo>
                <a:lnTo>
                  <a:pt x="2397483" y="792041"/>
                </a:lnTo>
                <a:lnTo>
                  <a:pt x="2337102" y="824315"/>
                </a:lnTo>
                <a:lnTo>
                  <a:pt x="2271585" y="844189"/>
                </a:lnTo>
                <a:lnTo>
                  <a:pt x="2203450" y="850900"/>
                </a:lnTo>
                <a:lnTo>
                  <a:pt x="349250" y="8509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04" name="!!text-8se" descr="合計"/>
          <p:cNvSpPr txBox="1"/>
          <p:nvPr/>
        </p:nvSpPr>
        <p:spPr>
          <a:xfrm>
            <a:off x="8864600" y="5473192"/>
            <a:ext cx="189865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合計</a:t>
            </a:r>
            <a:endParaRPr lang="zh-TW" sz="650"/>
          </a:p>
        </p:txBody>
      </p:sp>
      <p:sp>
        <p:nvSpPr>
          <p:cNvPr id="105" name="!!text-8sh" descr="280 代幣"/>
          <p:cNvSpPr txBox="1"/>
          <p:nvPr/>
        </p:nvSpPr>
        <p:spPr>
          <a:xfrm>
            <a:off x="8864600" y="5580380"/>
            <a:ext cx="549275" cy="18389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280 代幣</a:t>
            </a:r>
            <a:endParaRPr lang="zh-TW" sz="1000"/>
          </a:p>
        </p:txBody>
      </p:sp>
      <p:sp>
        <p:nvSpPr>
          <p:cNvPr id="106" name="!!rect-8ss"/>
          <p:cNvSpPr/>
          <p:nvPr/>
        </p:nvSpPr>
        <p:spPr>
          <a:xfrm>
            <a:off x="10020300" y="5422900"/>
            <a:ext cx="1143000" cy="304800"/>
          </a:xfrm>
          <a:prstGeom prst="roundRect">
            <a:avLst>
              <a:gd name="adj" fmla="val 29167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107" name="!!text-8st" descr="結帳"/>
          <p:cNvSpPr txBox="1"/>
          <p:nvPr/>
        </p:nvSpPr>
        <p:spPr>
          <a:xfrm>
            <a:off x="10490200" y="5495544"/>
            <a:ext cx="233680" cy="14711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00" b="1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結帳</a:t>
            </a:r>
            <a:endParaRPr lang="zh-TW" sz="800"/>
          </a:p>
        </p:txBody>
      </p:sp>
      <p:sp>
        <p:nvSpPr>
          <p:cNvPr id="108" name="!!path-8sz"/>
          <p:cNvSpPr/>
          <p:nvPr/>
        </p:nvSpPr>
        <p:spPr>
          <a:xfrm>
            <a:off x="8712200" y="609600"/>
            <a:ext cx="2552700" cy="730250"/>
          </a:xfrm>
          <a:custGeom>
            <a:avLst/>
            <a:gdLst/>
            <a:ahLst/>
            <a:cxnLst/>
            <a:rect l="l" t="t" r="r" b="b"/>
            <a:pathLst>
              <a:path w="2552700" h="730250">
                <a:moveTo>
                  <a:pt x="0" y="349250"/>
                </a:moveTo>
                <a:lnTo>
                  <a:pt x="6711" y="281115"/>
                </a:lnTo>
                <a:lnTo>
                  <a:pt x="26585" y="215598"/>
                </a:lnTo>
                <a:lnTo>
                  <a:pt x="58859" y="155217"/>
                </a:lnTo>
                <a:lnTo>
                  <a:pt x="102293" y="102293"/>
                </a:lnTo>
                <a:lnTo>
                  <a:pt x="155217" y="58859"/>
                </a:lnTo>
                <a:lnTo>
                  <a:pt x="215598" y="26585"/>
                </a:lnTo>
                <a:lnTo>
                  <a:pt x="281115" y="6711"/>
                </a:lnTo>
                <a:lnTo>
                  <a:pt x="349250" y="0"/>
                </a:lnTo>
                <a:lnTo>
                  <a:pt x="2203450" y="0"/>
                </a:lnTo>
                <a:lnTo>
                  <a:pt x="2271585" y="6711"/>
                </a:lnTo>
                <a:lnTo>
                  <a:pt x="2337102" y="26585"/>
                </a:lnTo>
                <a:lnTo>
                  <a:pt x="2397483" y="58859"/>
                </a:lnTo>
                <a:lnTo>
                  <a:pt x="2450407" y="102293"/>
                </a:lnTo>
                <a:lnTo>
                  <a:pt x="2493841" y="155217"/>
                </a:lnTo>
                <a:lnTo>
                  <a:pt x="2526115" y="215598"/>
                </a:lnTo>
                <a:lnTo>
                  <a:pt x="2545989" y="281115"/>
                </a:lnTo>
                <a:lnTo>
                  <a:pt x="2552700" y="349250"/>
                </a:lnTo>
                <a:lnTo>
                  <a:pt x="2552700" y="577850"/>
                </a:lnTo>
                <a:lnTo>
                  <a:pt x="2551642" y="602192"/>
                </a:lnTo>
                <a:lnTo>
                  <a:pt x="2548467" y="624417"/>
                </a:lnTo>
                <a:lnTo>
                  <a:pt x="2543175" y="644525"/>
                </a:lnTo>
                <a:lnTo>
                  <a:pt x="2535767" y="662517"/>
                </a:lnTo>
                <a:lnTo>
                  <a:pt x="2526242" y="678392"/>
                </a:lnTo>
                <a:lnTo>
                  <a:pt x="2514600" y="692150"/>
                </a:lnTo>
                <a:lnTo>
                  <a:pt x="2500842" y="703792"/>
                </a:lnTo>
                <a:lnTo>
                  <a:pt x="2484967" y="713317"/>
                </a:lnTo>
                <a:lnTo>
                  <a:pt x="2466975" y="720725"/>
                </a:lnTo>
                <a:lnTo>
                  <a:pt x="2446867" y="726017"/>
                </a:lnTo>
                <a:lnTo>
                  <a:pt x="2424642" y="729192"/>
                </a:lnTo>
                <a:lnTo>
                  <a:pt x="2400300" y="730250"/>
                </a:lnTo>
                <a:lnTo>
                  <a:pt x="152400" y="730250"/>
                </a:lnTo>
                <a:lnTo>
                  <a:pt x="128058" y="729192"/>
                </a:lnTo>
                <a:lnTo>
                  <a:pt x="105833" y="726017"/>
                </a:lnTo>
                <a:lnTo>
                  <a:pt x="85725" y="720725"/>
                </a:lnTo>
                <a:lnTo>
                  <a:pt x="67733" y="713317"/>
                </a:lnTo>
                <a:lnTo>
                  <a:pt x="51858" y="703792"/>
                </a:lnTo>
                <a:lnTo>
                  <a:pt x="38100" y="692150"/>
                </a:lnTo>
                <a:lnTo>
                  <a:pt x="26458" y="678392"/>
                </a:lnTo>
                <a:lnTo>
                  <a:pt x="16933" y="662517"/>
                </a:lnTo>
                <a:lnTo>
                  <a:pt x="9525" y="644525"/>
                </a:lnTo>
                <a:lnTo>
                  <a:pt x="4233" y="624417"/>
                </a:lnTo>
                <a:lnTo>
                  <a:pt x="1058" y="602192"/>
                </a:lnTo>
                <a:lnTo>
                  <a:pt x="0" y="577850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109" name="!!text-8t0" descr="2:25"/>
          <p:cNvSpPr txBox="1"/>
          <p:nvPr/>
        </p:nvSpPr>
        <p:spPr>
          <a:xfrm>
            <a:off x="9020597" y="714883"/>
            <a:ext cx="253790" cy="1563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50" kern="0" dirty="0">
                <a:solidFill>
                  <a:srgbClr val="FFFFFF"/>
                </a:solidFill>
                <a:latin typeface="Noto Sans TC SemiBold"/>
                <a:ea typeface="Noto Sans TC SemiBold"/>
                <a:cs typeface="Noto Sans TC SemiBold"/>
              </a:rPr>
              <a:t>2:25</a:t>
            </a:r>
            <a:endParaRPr lang="zh-TW" sz="850"/>
          </a:p>
        </p:txBody>
      </p:sp>
      <p:sp>
        <p:nvSpPr>
          <p:cNvPr id="110" name="!!rect-8t5"/>
          <p:cNvSpPr/>
          <p:nvPr/>
        </p:nvSpPr>
        <p:spPr>
          <a:xfrm>
            <a:off x="10579100" y="808990"/>
            <a:ext cx="21590" cy="2667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11" name="!!rect-8t6"/>
          <p:cNvSpPr/>
          <p:nvPr/>
        </p:nvSpPr>
        <p:spPr>
          <a:xfrm>
            <a:off x="10612120" y="792480"/>
            <a:ext cx="21590" cy="4318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12" name="!!rect-8t7"/>
          <p:cNvSpPr/>
          <p:nvPr/>
        </p:nvSpPr>
        <p:spPr>
          <a:xfrm>
            <a:off x="10645140" y="775970"/>
            <a:ext cx="21590" cy="5969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13" name="!!rect-8t8"/>
          <p:cNvSpPr/>
          <p:nvPr/>
        </p:nvSpPr>
        <p:spPr>
          <a:xfrm>
            <a:off x="10678160" y="759460"/>
            <a:ext cx="21590" cy="7620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14" name="!!path-8t9"/>
          <p:cNvSpPr/>
          <p:nvPr/>
        </p:nvSpPr>
        <p:spPr>
          <a:xfrm>
            <a:off x="10763250" y="763570"/>
            <a:ext cx="95250" cy="70820"/>
          </a:xfrm>
          <a:custGeom>
            <a:avLst/>
            <a:gdLst/>
            <a:ahLst/>
            <a:cxnLst/>
            <a:rect l="l" t="t" r="r" b="b"/>
            <a:pathLst>
              <a:path w="95250" h="70820">
                <a:moveTo>
                  <a:pt x="47625" y="70820"/>
                </a:moveTo>
                <a:lnTo>
                  <a:pt x="31115" y="51135"/>
                </a:lnTo>
                <a:cubicBezTo>
                  <a:pt x="40714" y="43262"/>
                  <a:pt x="54536" y="43262"/>
                  <a:pt x="64135" y="51135"/>
                </a:cubicBezTo>
                <a:close/>
                <a:moveTo>
                  <a:pt x="0" y="23830"/>
                </a:moveTo>
                <a:cubicBezTo>
                  <a:pt x="27279" y="0"/>
                  <a:pt x="67971" y="0"/>
                  <a:pt x="95250" y="23830"/>
                </a:cubicBezTo>
                <a:lnTo>
                  <a:pt x="83820" y="37165"/>
                </a:lnTo>
                <a:cubicBezTo>
                  <a:pt x="63051" y="19153"/>
                  <a:pt x="32199" y="19153"/>
                  <a:pt x="11430" y="37165"/>
                </a:cubicBezTo>
                <a:close/>
                <a:moveTo>
                  <a:pt x="16510" y="43515"/>
                </a:moveTo>
                <a:cubicBezTo>
                  <a:pt x="34385" y="28089"/>
                  <a:pt x="60865" y="28089"/>
                  <a:pt x="78740" y="43515"/>
                </a:cubicBezTo>
                <a:lnTo>
                  <a:pt x="67310" y="56850"/>
                </a:lnTo>
                <a:cubicBezTo>
                  <a:pt x="55947" y="47238"/>
                  <a:pt x="39303" y="47238"/>
                  <a:pt x="27940" y="5685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15" name="!!rect-8ta"/>
          <p:cNvSpPr/>
          <p:nvPr/>
        </p:nvSpPr>
        <p:spPr>
          <a:xfrm>
            <a:off x="10902950" y="760730"/>
            <a:ext cx="161925" cy="78740"/>
          </a:xfrm>
          <a:prstGeom prst="roundRect">
            <a:avLst>
              <a:gd name="adj" fmla="val 32258"/>
            </a:avLst>
          </a:prstGeom>
          <a:noFill/>
          <a:ln w="6985" cap="flat">
            <a:solidFill>
              <a:srgbClr val="FFFFFF">
                <a:alpha val="38000"/>
              </a:srgbClr>
            </a:solidFill>
            <a:prstDash val="solid"/>
            <a:miter lim="800000"/>
          </a:ln>
        </p:spPr>
      </p:sp>
      <p:sp>
        <p:nvSpPr>
          <p:cNvPr id="116" name="!!rect-8tb"/>
          <p:cNvSpPr/>
          <p:nvPr/>
        </p:nvSpPr>
        <p:spPr>
          <a:xfrm>
            <a:off x="10916285" y="774065"/>
            <a:ext cx="110909" cy="52070"/>
          </a:xfrm>
          <a:prstGeom prst="roundRect">
            <a:avLst>
              <a:gd name="adj" fmla="val 26829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17" name="!!path-8tc"/>
          <p:cNvSpPr/>
          <p:nvPr/>
        </p:nvSpPr>
        <p:spPr>
          <a:xfrm>
            <a:off x="11074400" y="786130"/>
            <a:ext cx="10345" cy="27940"/>
          </a:xfrm>
          <a:custGeom>
            <a:avLst/>
            <a:gdLst/>
            <a:ahLst/>
            <a:cxnLst/>
            <a:rect l="l" t="t" r="r" b="b"/>
            <a:pathLst>
              <a:path w="10345" h="27940">
                <a:moveTo>
                  <a:pt x="0" y="0"/>
                </a:moveTo>
                <a:lnTo>
                  <a:pt x="0" y="27940"/>
                </a:lnTo>
                <a:cubicBezTo>
                  <a:pt x="6146" y="26066"/>
                  <a:pt x="10345" y="20395"/>
                  <a:pt x="10345" y="13970"/>
                </a:cubicBezTo>
                <a:cubicBezTo>
                  <a:pt x="10345" y="7545"/>
                  <a:pt x="6146" y="1874"/>
                  <a:pt x="0" y="0"/>
                </a:cubicBezTo>
                <a:close/>
              </a:path>
            </a:pathLst>
          </a:custGeom>
          <a:solidFill>
            <a:srgbClr val="FFFFFF">
              <a:alpha val="45000"/>
            </a:srgbClr>
          </a:solidFill>
          <a:ln>
            <a:noFill/>
          </a:ln>
        </p:spPr>
      </p:sp>
      <p:sp>
        <p:nvSpPr>
          <p:cNvPr id="118" name="!!path-8td"/>
          <p:cNvSpPr/>
          <p:nvPr/>
        </p:nvSpPr>
        <p:spPr>
          <a:xfrm>
            <a:off x="8845537" y="1109129"/>
            <a:ext cx="62258" cy="105791"/>
          </a:xfrm>
          <a:custGeom>
            <a:avLst/>
            <a:gdLst/>
            <a:ahLst/>
            <a:cxnLst/>
            <a:rect l="l" t="t" r="r" b="b"/>
            <a:pathLst>
              <a:path w="62258" h="105791">
                <a:moveTo>
                  <a:pt x="62258" y="9363"/>
                </a:moveTo>
                <a:lnTo>
                  <a:pt x="52896" y="0"/>
                </a:lnTo>
                <a:lnTo>
                  <a:pt x="0" y="52896"/>
                </a:lnTo>
                <a:lnTo>
                  <a:pt x="52896" y="105791"/>
                </a:lnTo>
                <a:lnTo>
                  <a:pt x="62258" y="96429"/>
                </a:lnTo>
                <a:lnTo>
                  <a:pt x="18725" y="5289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19" name="!!path-8te"/>
          <p:cNvSpPr/>
          <p:nvPr/>
        </p:nvSpPr>
        <p:spPr>
          <a:xfrm>
            <a:off x="9733490" y="1109129"/>
            <a:ext cx="106044" cy="105791"/>
          </a:xfrm>
          <a:custGeom>
            <a:avLst/>
            <a:gdLst/>
            <a:ahLst/>
            <a:cxnLst/>
            <a:rect l="l" t="t" r="r" b="b"/>
            <a:pathLst>
              <a:path w="106044" h="105791">
                <a:moveTo>
                  <a:pt x="31737" y="84633"/>
                </a:moveTo>
                <a:cubicBezTo>
                  <a:pt x="25919" y="84633"/>
                  <a:pt x="21211" y="89393"/>
                  <a:pt x="21211" y="95212"/>
                </a:cubicBezTo>
                <a:cubicBezTo>
                  <a:pt x="21211" y="101030"/>
                  <a:pt x="25919" y="105791"/>
                  <a:pt x="31737" y="105791"/>
                </a:cubicBezTo>
                <a:cubicBezTo>
                  <a:pt x="37556" y="105791"/>
                  <a:pt x="42316" y="101030"/>
                  <a:pt x="42316" y="95212"/>
                </a:cubicBezTo>
                <a:cubicBezTo>
                  <a:pt x="42316" y="89393"/>
                  <a:pt x="37556" y="84633"/>
                  <a:pt x="31737" y="84633"/>
                </a:cubicBezTo>
                <a:close/>
                <a:moveTo>
                  <a:pt x="0" y="0"/>
                </a:moveTo>
                <a:lnTo>
                  <a:pt x="0" y="10579"/>
                </a:lnTo>
                <a:lnTo>
                  <a:pt x="10579" y="10579"/>
                </a:lnTo>
                <a:lnTo>
                  <a:pt x="29621" y="50727"/>
                </a:lnTo>
                <a:lnTo>
                  <a:pt x="22481" y="63686"/>
                </a:lnTo>
                <a:cubicBezTo>
                  <a:pt x="21634" y="65167"/>
                  <a:pt x="21158" y="66913"/>
                  <a:pt x="21158" y="68764"/>
                </a:cubicBezTo>
                <a:cubicBezTo>
                  <a:pt x="21158" y="74583"/>
                  <a:pt x="25919" y="79343"/>
                  <a:pt x="31737" y="79343"/>
                </a:cubicBezTo>
                <a:lnTo>
                  <a:pt x="95212" y="79343"/>
                </a:lnTo>
                <a:lnTo>
                  <a:pt x="95212" y="68764"/>
                </a:lnTo>
                <a:lnTo>
                  <a:pt x="33959" y="68764"/>
                </a:lnTo>
                <a:cubicBezTo>
                  <a:pt x="33218" y="68764"/>
                  <a:pt x="32637" y="68182"/>
                  <a:pt x="32637" y="67442"/>
                </a:cubicBezTo>
                <a:lnTo>
                  <a:pt x="32795" y="66807"/>
                </a:lnTo>
                <a:lnTo>
                  <a:pt x="37556" y="58185"/>
                </a:lnTo>
                <a:lnTo>
                  <a:pt x="76963" y="58185"/>
                </a:lnTo>
                <a:cubicBezTo>
                  <a:pt x="80930" y="58185"/>
                  <a:pt x="84421" y="56016"/>
                  <a:pt x="86220" y="52737"/>
                </a:cubicBezTo>
                <a:lnTo>
                  <a:pt x="105156" y="18408"/>
                </a:lnTo>
                <a:cubicBezTo>
                  <a:pt x="106044" y="16765"/>
                  <a:pt x="106003" y="14778"/>
                  <a:pt x="105049" y="13173"/>
                </a:cubicBezTo>
                <a:cubicBezTo>
                  <a:pt x="104095" y="11568"/>
                  <a:pt x="102368" y="10583"/>
                  <a:pt x="100501" y="10579"/>
                </a:cubicBezTo>
                <a:lnTo>
                  <a:pt x="22269" y="10579"/>
                </a:lnTo>
                <a:lnTo>
                  <a:pt x="17297" y="0"/>
                </a:lnTo>
                <a:lnTo>
                  <a:pt x="0" y="0"/>
                </a:lnTo>
                <a:close/>
                <a:moveTo>
                  <a:pt x="84633" y="84633"/>
                </a:moveTo>
                <a:cubicBezTo>
                  <a:pt x="78814" y="84633"/>
                  <a:pt x="74107" y="89393"/>
                  <a:pt x="74107" y="95212"/>
                </a:cubicBezTo>
                <a:cubicBezTo>
                  <a:pt x="74107" y="101030"/>
                  <a:pt x="78814" y="105791"/>
                  <a:pt x="84633" y="105791"/>
                </a:cubicBezTo>
                <a:cubicBezTo>
                  <a:pt x="90451" y="105791"/>
                  <a:pt x="95212" y="101030"/>
                  <a:pt x="95212" y="95212"/>
                </a:cubicBezTo>
                <a:cubicBezTo>
                  <a:pt x="95212" y="89393"/>
                  <a:pt x="90451" y="84633"/>
                  <a:pt x="84633" y="8463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20" name="!!text-8tf" descr="購物車"/>
          <p:cNvSpPr txBox="1"/>
          <p:nvPr/>
        </p:nvSpPr>
        <p:spPr>
          <a:xfrm>
            <a:off x="9906000" y="1070737"/>
            <a:ext cx="377190" cy="16550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1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購物車</a:t>
            </a:r>
            <a:endParaRPr lang="zh-TW" sz="900"/>
          </a:p>
        </p:txBody>
      </p:sp>
      <p:sp>
        <p:nvSpPr>
          <p:cNvPr id="121" name="!!rect-8ts"/>
          <p:cNvSpPr/>
          <p:nvPr/>
        </p:nvSpPr>
        <p:spPr>
          <a:xfrm>
            <a:off x="9531350" y="6076950"/>
            <a:ext cx="914400" cy="31750"/>
          </a:xfrm>
          <a:prstGeom prst="roundRect">
            <a:avLst>
              <a:gd name="adj" fmla="val 50000"/>
            </a:avLst>
          </a:prstGeom>
          <a:solidFill>
            <a:srgbClr val="000000">
              <a:alpha val="90000"/>
            </a:srgbClr>
          </a:solidFill>
          <a:ln>
            <a:noFill/>
          </a:ln>
        </p:spPr>
      </p:sp>
      <p:sp>
        <p:nvSpPr>
          <p:cNvPr id="122" name="!!rect-8tt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solidFill>
            <a:srgbClr val="000000">
              <a:alpha val="42000"/>
            </a:srgbClr>
          </a:solidFill>
          <a:ln>
            <a:noFill/>
          </a:ln>
        </p:spPr>
      </p:sp>
      <p:sp>
        <p:nvSpPr>
          <p:cNvPr id="123" name="!!text-8tv" descr="2:25"/>
          <p:cNvSpPr txBox="1"/>
          <p:nvPr/>
        </p:nvSpPr>
        <p:spPr>
          <a:xfrm>
            <a:off x="9020597" y="714883"/>
            <a:ext cx="253790" cy="1563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50" kern="0" dirty="0">
                <a:solidFill>
                  <a:srgbClr val="FFFFFF"/>
                </a:solidFill>
                <a:latin typeface="Noto Sans TC SemiBold"/>
                <a:ea typeface="Noto Sans TC SemiBold"/>
                <a:cs typeface="Noto Sans TC SemiBold"/>
              </a:rPr>
              <a:t>2:25</a:t>
            </a:r>
            <a:endParaRPr lang="zh-TW" sz="850"/>
          </a:p>
        </p:txBody>
      </p:sp>
      <p:sp>
        <p:nvSpPr>
          <p:cNvPr id="124" name="!!rect-8u0"/>
          <p:cNvSpPr/>
          <p:nvPr/>
        </p:nvSpPr>
        <p:spPr>
          <a:xfrm>
            <a:off x="10579100" y="808990"/>
            <a:ext cx="21590" cy="2667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25" name="!!rect-8u1"/>
          <p:cNvSpPr/>
          <p:nvPr/>
        </p:nvSpPr>
        <p:spPr>
          <a:xfrm>
            <a:off x="10612120" y="792480"/>
            <a:ext cx="21590" cy="4318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26" name="!!rect-8u2"/>
          <p:cNvSpPr/>
          <p:nvPr/>
        </p:nvSpPr>
        <p:spPr>
          <a:xfrm>
            <a:off x="10645140" y="775970"/>
            <a:ext cx="21590" cy="5969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27" name="!!rect-8u3"/>
          <p:cNvSpPr/>
          <p:nvPr/>
        </p:nvSpPr>
        <p:spPr>
          <a:xfrm>
            <a:off x="10678160" y="759460"/>
            <a:ext cx="21590" cy="7620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28" name="!!path-8u4"/>
          <p:cNvSpPr/>
          <p:nvPr/>
        </p:nvSpPr>
        <p:spPr>
          <a:xfrm>
            <a:off x="10763250" y="763570"/>
            <a:ext cx="95250" cy="70820"/>
          </a:xfrm>
          <a:custGeom>
            <a:avLst/>
            <a:gdLst/>
            <a:ahLst/>
            <a:cxnLst/>
            <a:rect l="l" t="t" r="r" b="b"/>
            <a:pathLst>
              <a:path w="95250" h="70820">
                <a:moveTo>
                  <a:pt x="47625" y="70820"/>
                </a:moveTo>
                <a:lnTo>
                  <a:pt x="31115" y="51135"/>
                </a:lnTo>
                <a:cubicBezTo>
                  <a:pt x="40714" y="43262"/>
                  <a:pt x="54536" y="43262"/>
                  <a:pt x="64135" y="51135"/>
                </a:cubicBezTo>
                <a:close/>
                <a:moveTo>
                  <a:pt x="0" y="23830"/>
                </a:moveTo>
                <a:cubicBezTo>
                  <a:pt x="27279" y="0"/>
                  <a:pt x="67971" y="0"/>
                  <a:pt x="95250" y="23830"/>
                </a:cubicBezTo>
                <a:lnTo>
                  <a:pt x="83820" y="37165"/>
                </a:lnTo>
                <a:cubicBezTo>
                  <a:pt x="63051" y="19153"/>
                  <a:pt x="32199" y="19153"/>
                  <a:pt x="11430" y="37165"/>
                </a:cubicBezTo>
                <a:close/>
                <a:moveTo>
                  <a:pt x="16510" y="43515"/>
                </a:moveTo>
                <a:cubicBezTo>
                  <a:pt x="34385" y="28089"/>
                  <a:pt x="60865" y="28089"/>
                  <a:pt x="78740" y="43515"/>
                </a:cubicBezTo>
                <a:lnTo>
                  <a:pt x="67310" y="56850"/>
                </a:lnTo>
                <a:cubicBezTo>
                  <a:pt x="55947" y="47238"/>
                  <a:pt x="39303" y="47238"/>
                  <a:pt x="27940" y="5685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29" name="!!rect-8u5"/>
          <p:cNvSpPr/>
          <p:nvPr/>
        </p:nvSpPr>
        <p:spPr>
          <a:xfrm>
            <a:off x="10902950" y="760730"/>
            <a:ext cx="161925" cy="78740"/>
          </a:xfrm>
          <a:prstGeom prst="roundRect">
            <a:avLst>
              <a:gd name="adj" fmla="val 32258"/>
            </a:avLst>
          </a:prstGeom>
          <a:noFill/>
          <a:ln w="6985" cap="flat">
            <a:solidFill>
              <a:srgbClr val="FFFFFF">
                <a:alpha val="38000"/>
              </a:srgbClr>
            </a:solidFill>
            <a:prstDash val="solid"/>
            <a:miter lim="800000"/>
          </a:ln>
        </p:spPr>
      </p:sp>
      <p:sp>
        <p:nvSpPr>
          <p:cNvPr id="130" name="!!rect-8u6"/>
          <p:cNvSpPr/>
          <p:nvPr/>
        </p:nvSpPr>
        <p:spPr>
          <a:xfrm>
            <a:off x="10916285" y="774065"/>
            <a:ext cx="110909" cy="52070"/>
          </a:xfrm>
          <a:prstGeom prst="roundRect">
            <a:avLst>
              <a:gd name="adj" fmla="val 26829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31" name="!!path-8u7"/>
          <p:cNvSpPr/>
          <p:nvPr/>
        </p:nvSpPr>
        <p:spPr>
          <a:xfrm>
            <a:off x="11074400" y="786130"/>
            <a:ext cx="10345" cy="27940"/>
          </a:xfrm>
          <a:custGeom>
            <a:avLst/>
            <a:gdLst/>
            <a:ahLst/>
            <a:cxnLst/>
            <a:rect l="l" t="t" r="r" b="b"/>
            <a:pathLst>
              <a:path w="10345" h="27940">
                <a:moveTo>
                  <a:pt x="0" y="0"/>
                </a:moveTo>
                <a:lnTo>
                  <a:pt x="0" y="27940"/>
                </a:lnTo>
                <a:cubicBezTo>
                  <a:pt x="6146" y="26066"/>
                  <a:pt x="10345" y="20395"/>
                  <a:pt x="10345" y="13970"/>
                </a:cubicBezTo>
                <a:cubicBezTo>
                  <a:pt x="10345" y="7545"/>
                  <a:pt x="6146" y="1874"/>
                  <a:pt x="0" y="0"/>
                </a:cubicBezTo>
                <a:close/>
              </a:path>
            </a:pathLst>
          </a:custGeom>
          <a:solidFill>
            <a:srgbClr val="FFFFFF">
              <a:alpha val="45000"/>
            </a:srgbClr>
          </a:solidFill>
          <a:ln>
            <a:noFill/>
          </a:ln>
        </p:spPr>
      </p:sp>
      <p:sp>
        <p:nvSpPr>
          <p:cNvPr id="132" name="!!path-8ub"/>
          <p:cNvSpPr/>
          <p:nvPr/>
        </p:nvSpPr>
        <p:spPr>
          <a:xfrm>
            <a:off x="8712200" y="2273300"/>
            <a:ext cx="2552700" cy="3886200"/>
          </a:xfrm>
          <a:custGeom>
            <a:avLst/>
            <a:gdLst/>
            <a:ahLst/>
            <a:cxnLst/>
            <a:rect l="l" t="t" r="r" b="b"/>
            <a:pathLst>
              <a:path w="2552700" h="3886200">
                <a:moveTo>
                  <a:pt x="281115" y="3879489"/>
                </a:moveTo>
                <a:lnTo>
                  <a:pt x="215598" y="3859615"/>
                </a:lnTo>
                <a:lnTo>
                  <a:pt x="155217" y="3827341"/>
                </a:lnTo>
                <a:lnTo>
                  <a:pt x="102293" y="3783907"/>
                </a:lnTo>
                <a:lnTo>
                  <a:pt x="58859" y="3730983"/>
                </a:lnTo>
                <a:lnTo>
                  <a:pt x="26585" y="3670602"/>
                </a:lnTo>
                <a:lnTo>
                  <a:pt x="6711" y="3605085"/>
                </a:lnTo>
                <a:lnTo>
                  <a:pt x="0" y="3536950"/>
                </a:lnTo>
                <a:lnTo>
                  <a:pt x="0" y="152400"/>
                </a:lnTo>
                <a:lnTo>
                  <a:pt x="1058" y="128058"/>
                </a:lnTo>
                <a:lnTo>
                  <a:pt x="4233" y="105833"/>
                </a:lnTo>
                <a:lnTo>
                  <a:pt x="9525" y="85725"/>
                </a:lnTo>
                <a:lnTo>
                  <a:pt x="16933" y="67733"/>
                </a:lnTo>
                <a:lnTo>
                  <a:pt x="26458" y="51858"/>
                </a:lnTo>
                <a:lnTo>
                  <a:pt x="38100" y="38100"/>
                </a:lnTo>
                <a:lnTo>
                  <a:pt x="51858" y="26458"/>
                </a:lnTo>
                <a:lnTo>
                  <a:pt x="67733" y="16933"/>
                </a:lnTo>
                <a:lnTo>
                  <a:pt x="85725" y="9525"/>
                </a:lnTo>
                <a:lnTo>
                  <a:pt x="105833" y="4233"/>
                </a:lnTo>
                <a:lnTo>
                  <a:pt x="128058" y="1058"/>
                </a:lnTo>
                <a:lnTo>
                  <a:pt x="152400" y="0"/>
                </a:lnTo>
                <a:lnTo>
                  <a:pt x="2400300" y="0"/>
                </a:lnTo>
                <a:lnTo>
                  <a:pt x="2424642" y="1058"/>
                </a:lnTo>
                <a:lnTo>
                  <a:pt x="2446867" y="4233"/>
                </a:lnTo>
                <a:lnTo>
                  <a:pt x="2466975" y="9525"/>
                </a:lnTo>
                <a:lnTo>
                  <a:pt x="2484967" y="16933"/>
                </a:lnTo>
                <a:lnTo>
                  <a:pt x="2500842" y="26458"/>
                </a:lnTo>
                <a:lnTo>
                  <a:pt x="2514600" y="38100"/>
                </a:lnTo>
                <a:lnTo>
                  <a:pt x="2526242" y="51858"/>
                </a:lnTo>
                <a:lnTo>
                  <a:pt x="2535767" y="67733"/>
                </a:lnTo>
                <a:lnTo>
                  <a:pt x="2543175" y="85725"/>
                </a:lnTo>
                <a:lnTo>
                  <a:pt x="2548467" y="105833"/>
                </a:lnTo>
                <a:lnTo>
                  <a:pt x="2551642" y="128058"/>
                </a:lnTo>
                <a:lnTo>
                  <a:pt x="2552700" y="152400"/>
                </a:lnTo>
                <a:lnTo>
                  <a:pt x="2552700" y="3536950"/>
                </a:lnTo>
                <a:lnTo>
                  <a:pt x="2545989" y="3605085"/>
                </a:lnTo>
                <a:lnTo>
                  <a:pt x="2526115" y="3670602"/>
                </a:lnTo>
                <a:lnTo>
                  <a:pt x="2493841" y="3730983"/>
                </a:lnTo>
                <a:lnTo>
                  <a:pt x="2450407" y="3783907"/>
                </a:lnTo>
                <a:lnTo>
                  <a:pt x="2397483" y="3827341"/>
                </a:lnTo>
                <a:lnTo>
                  <a:pt x="2337102" y="3859615"/>
                </a:lnTo>
                <a:lnTo>
                  <a:pt x="2271585" y="3879489"/>
                </a:lnTo>
                <a:lnTo>
                  <a:pt x="2203450" y="3886200"/>
                </a:lnTo>
                <a:lnTo>
                  <a:pt x="349250" y="38862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33" name="!!rect-8uc"/>
          <p:cNvSpPr/>
          <p:nvPr/>
        </p:nvSpPr>
        <p:spPr>
          <a:xfrm>
            <a:off x="9861550" y="2349500"/>
            <a:ext cx="254000" cy="25400"/>
          </a:xfrm>
          <a:prstGeom prst="roundRect">
            <a:avLst>
              <a:gd name="adj" fmla="val 50000"/>
            </a:avLst>
          </a:prstGeom>
          <a:solidFill>
            <a:srgbClr val="E8EBEE"/>
          </a:solidFill>
          <a:ln>
            <a:noFill/>
          </a:ln>
        </p:spPr>
      </p:sp>
      <p:sp>
        <p:nvSpPr>
          <p:cNvPr id="134" name="!!text-8ud" descr="付款金額"/>
          <p:cNvSpPr txBox="1"/>
          <p:nvPr/>
        </p:nvSpPr>
        <p:spPr>
          <a:xfrm>
            <a:off x="9823450" y="2482342"/>
            <a:ext cx="354965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付款金額</a:t>
            </a:r>
            <a:endParaRPr lang="zh-TW" sz="650"/>
          </a:p>
        </p:txBody>
      </p:sp>
      <p:sp>
        <p:nvSpPr>
          <p:cNvPr id="135" name="!!text-8ui" descr="280 代幣"/>
          <p:cNvSpPr txBox="1"/>
          <p:nvPr/>
        </p:nvSpPr>
        <p:spPr>
          <a:xfrm>
            <a:off x="9605169" y="2611120"/>
            <a:ext cx="823913" cy="27584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500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280 代幣</a:t>
            </a:r>
            <a:endParaRPr lang="zh-TW" sz="1500"/>
          </a:p>
        </p:txBody>
      </p:sp>
      <p:sp>
        <p:nvSpPr>
          <p:cNvPr id="136" name="!!text-8uo" descr="輸入交易密碼"/>
          <p:cNvSpPr txBox="1"/>
          <p:nvPr/>
        </p:nvSpPr>
        <p:spPr>
          <a:xfrm>
            <a:off x="9645650" y="2953512"/>
            <a:ext cx="720090" cy="16550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輸入交易密碼</a:t>
            </a:r>
            <a:endParaRPr lang="zh-TW" sz="900"/>
          </a:p>
        </p:txBody>
      </p:sp>
      <p:sp>
        <p:nvSpPr>
          <p:cNvPr id="137" name="!!text-8uv" descr="共 1 本書，總金額 280 代幣。"/>
          <p:cNvSpPr txBox="1"/>
          <p:nvPr/>
        </p:nvSpPr>
        <p:spPr>
          <a:xfrm>
            <a:off x="9447187" y="3155442"/>
            <a:ext cx="1107491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共 1 本書，總金額 280 代幣。</a:t>
            </a:r>
            <a:endParaRPr lang="zh-TW" sz="650"/>
          </a:p>
        </p:txBody>
      </p:sp>
      <p:sp>
        <p:nvSpPr>
          <p:cNvPr id="138" name="!!text-8va" descr="扣款後餘額為 920 代幣。"/>
          <p:cNvSpPr txBox="1"/>
          <p:nvPr/>
        </p:nvSpPr>
        <p:spPr>
          <a:xfrm>
            <a:off x="9529861" y="3276092"/>
            <a:ext cx="942143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扣款後餘額為 920 代幣。</a:t>
            </a:r>
            <a:endParaRPr lang="zh-TW" sz="650"/>
          </a:p>
        </p:txBody>
      </p:sp>
      <p:sp>
        <p:nvSpPr>
          <p:cNvPr id="139" name="!!circle-8vn"/>
          <p:cNvSpPr/>
          <p:nvPr/>
        </p:nvSpPr>
        <p:spPr>
          <a:xfrm>
            <a:off x="9499600" y="3536950"/>
            <a:ext cx="88900" cy="88900"/>
          </a:xfrm>
          <a:prstGeom prst="ellipse">
            <a:avLst/>
          </a:prstGeom>
          <a:noFill/>
          <a:ln w="12700" cap="flat">
            <a:solidFill>
              <a:srgbClr val="BDBDBD"/>
            </a:solidFill>
            <a:prstDash val="solid"/>
            <a:miter lim="800000"/>
          </a:ln>
        </p:spPr>
      </p:sp>
      <p:sp>
        <p:nvSpPr>
          <p:cNvPr id="140" name="!!circle-8vu"/>
          <p:cNvSpPr/>
          <p:nvPr/>
        </p:nvSpPr>
        <p:spPr>
          <a:xfrm>
            <a:off x="9493250" y="3530600"/>
            <a:ext cx="101600" cy="101600"/>
          </a:xfrm>
          <a:prstGeom prst="ellipse">
            <a:avLst/>
          </a:prstGeom>
          <a:solidFill>
            <a:srgbClr val="627D8D"/>
          </a:solidFill>
          <a:ln>
            <a:noFill/>
          </a:ln>
        </p:spPr>
      </p:sp>
      <p:sp>
        <p:nvSpPr>
          <p:cNvPr id="141" name="!!circle-8vv"/>
          <p:cNvSpPr/>
          <p:nvPr/>
        </p:nvSpPr>
        <p:spPr>
          <a:xfrm>
            <a:off x="9677400" y="3536950"/>
            <a:ext cx="88900" cy="88900"/>
          </a:xfrm>
          <a:prstGeom prst="ellipse">
            <a:avLst/>
          </a:prstGeom>
          <a:noFill/>
          <a:ln w="12700" cap="flat">
            <a:solidFill>
              <a:srgbClr val="BDBDBD"/>
            </a:solidFill>
            <a:prstDash val="solid"/>
            <a:miter lim="800000"/>
          </a:ln>
        </p:spPr>
      </p:sp>
      <p:sp>
        <p:nvSpPr>
          <p:cNvPr id="142" name="!!circle-8w2"/>
          <p:cNvSpPr/>
          <p:nvPr/>
        </p:nvSpPr>
        <p:spPr>
          <a:xfrm>
            <a:off x="9671050" y="3530600"/>
            <a:ext cx="101600" cy="101600"/>
          </a:xfrm>
          <a:prstGeom prst="ellipse">
            <a:avLst/>
          </a:prstGeom>
          <a:solidFill>
            <a:srgbClr val="627D8D"/>
          </a:solidFill>
          <a:ln>
            <a:noFill/>
          </a:ln>
        </p:spPr>
      </p:sp>
      <p:sp>
        <p:nvSpPr>
          <p:cNvPr id="143" name="!!circle-8w3"/>
          <p:cNvSpPr/>
          <p:nvPr/>
        </p:nvSpPr>
        <p:spPr>
          <a:xfrm>
            <a:off x="9855200" y="3536950"/>
            <a:ext cx="88900" cy="88900"/>
          </a:xfrm>
          <a:prstGeom prst="ellipse">
            <a:avLst/>
          </a:prstGeom>
          <a:noFill/>
          <a:ln w="12700" cap="flat">
            <a:solidFill>
              <a:srgbClr val="BDBDBD"/>
            </a:solidFill>
            <a:prstDash val="solid"/>
            <a:miter lim="800000"/>
          </a:ln>
        </p:spPr>
      </p:sp>
      <p:sp>
        <p:nvSpPr>
          <p:cNvPr id="144" name="!!circle-8wa"/>
          <p:cNvSpPr/>
          <p:nvPr/>
        </p:nvSpPr>
        <p:spPr>
          <a:xfrm>
            <a:off x="9848850" y="3530600"/>
            <a:ext cx="101600" cy="101600"/>
          </a:xfrm>
          <a:prstGeom prst="ellipse">
            <a:avLst/>
          </a:prstGeom>
          <a:solidFill>
            <a:srgbClr val="627D8D"/>
          </a:solidFill>
          <a:ln>
            <a:noFill/>
          </a:ln>
        </p:spPr>
      </p:sp>
      <p:sp>
        <p:nvSpPr>
          <p:cNvPr id="145" name="!!circle-8wb"/>
          <p:cNvSpPr/>
          <p:nvPr/>
        </p:nvSpPr>
        <p:spPr>
          <a:xfrm>
            <a:off x="10033000" y="3536950"/>
            <a:ext cx="88900" cy="88900"/>
          </a:xfrm>
          <a:prstGeom prst="ellipse">
            <a:avLst/>
          </a:prstGeom>
          <a:noFill/>
          <a:ln w="12700" cap="flat">
            <a:solidFill>
              <a:srgbClr val="BDBDBD"/>
            </a:solidFill>
            <a:prstDash val="solid"/>
            <a:miter lim="800000"/>
          </a:ln>
        </p:spPr>
      </p:sp>
      <p:sp>
        <p:nvSpPr>
          <p:cNvPr id="146" name="!!circle-8wi"/>
          <p:cNvSpPr/>
          <p:nvPr/>
        </p:nvSpPr>
        <p:spPr>
          <a:xfrm>
            <a:off x="10026650" y="3530600"/>
            <a:ext cx="101600" cy="101600"/>
          </a:xfrm>
          <a:prstGeom prst="ellipse">
            <a:avLst/>
          </a:prstGeom>
          <a:solidFill>
            <a:srgbClr val="627D8D"/>
          </a:solidFill>
          <a:ln>
            <a:noFill/>
          </a:ln>
        </p:spPr>
      </p:sp>
      <p:sp>
        <p:nvSpPr>
          <p:cNvPr id="147" name="!!circle-8wj"/>
          <p:cNvSpPr/>
          <p:nvPr/>
        </p:nvSpPr>
        <p:spPr>
          <a:xfrm>
            <a:off x="10210800" y="3536950"/>
            <a:ext cx="88900" cy="88900"/>
          </a:xfrm>
          <a:prstGeom prst="ellipse">
            <a:avLst/>
          </a:prstGeom>
          <a:noFill/>
          <a:ln w="12700" cap="flat">
            <a:solidFill>
              <a:srgbClr val="BDBDBD"/>
            </a:solidFill>
            <a:prstDash val="solid"/>
            <a:miter lim="800000"/>
          </a:ln>
        </p:spPr>
      </p:sp>
      <p:sp>
        <p:nvSpPr>
          <p:cNvPr id="148" name="!!circle-8wq"/>
          <p:cNvSpPr/>
          <p:nvPr/>
        </p:nvSpPr>
        <p:spPr>
          <a:xfrm>
            <a:off x="10204450" y="3530600"/>
            <a:ext cx="101600" cy="101600"/>
          </a:xfrm>
          <a:prstGeom prst="ellipse">
            <a:avLst/>
          </a:prstGeom>
          <a:solidFill>
            <a:srgbClr val="627D8D"/>
          </a:solidFill>
          <a:ln>
            <a:noFill/>
          </a:ln>
        </p:spPr>
      </p:sp>
      <p:sp>
        <p:nvSpPr>
          <p:cNvPr id="149" name="!!circle-8wr"/>
          <p:cNvSpPr/>
          <p:nvPr/>
        </p:nvSpPr>
        <p:spPr>
          <a:xfrm>
            <a:off x="10388600" y="3536950"/>
            <a:ext cx="88900" cy="88900"/>
          </a:xfrm>
          <a:prstGeom prst="ellipse">
            <a:avLst/>
          </a:prstGeom>
          <a:noFill/>
          <a:ln w="12700" cap="flat">
            <a:solidFill>
              <a:srgbClr val="BDBDBD"/>
            </a:solidFill>
            <a:prstDash val="solid"/>
            <a:miter lim="800000"/>
          </a:ln>
        </p:spPr>
      </p:sp>
      <p:sp>
        <p:nvSpPr>
          <p:cNvPr id="150" name="!!circle-8wy"/>
          <p:cNvSpPr/>
          <p:nvPr/>
        </p:nvSpPr>
        <p:spPr>
          <a:xfrm>
            <a:off x="10382250" y="3530600"/>
            <a:ext cx="101600" cy="101600"/>
          </a:xfrm>
          <a:prstGeom prst="ellipse">
            <a:avLst/>
          </a:prstGeom>
          <a:solidFill>
            <a:srgbClr val="627D8D"/>
          </a:solidFill>
          <a:ln>
            <a:noFill/>
          </a:ln>
        </p:spPr>
      </p:sp>
      <p:sp>
        <p:nvSpPr>
          <p:cNvPr id="151" name="!!text-8wz" descr="1"/>
          <p:cNvSpPr txBox="1"/>
          <p:nvPr/>
        </p:nvSpPr>
        <p:spPr>
          <a:xfrm>
            <a:off x="9217596" y="3882009"/>
            <a:ext cx="143637" cy="23906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00" kern="0" dirty="0">
                <a:solidFill>
                  <a:srgbClr val="151E27"/>
                </a:solidFill>
                <a:latin typeface="Noto Sans TC Medium"/>
                <a:ea typeface="Noto Sans TC Medium"/>
                <a:cs typeface="Noto Sans TC Medium"/>
              </a:rPr>
              <a:t>1</a:t>
            </a:r>
            <a:endParaRPr lang="zh-TW" sz="1300"/>
          </a:p>
        </p:txBody>
      </p:sp>
      <p:sp>
        <p:nvSpPr>
          <p:cNvPr id="152" name="!!text-8x1" descr="2"/>
          <p:cNvSpPr txBox="1"/>
          <p:nvPr/>
        </p:nvSpPr>
        <p:spPr>
          <a:xfrm>
            <a:off x="9941496" y="3882009"/>
            <a:ext cx="143637" cy="23906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00" kern="0" dirty="0">
                <a:solidFill>
                  <a:srgbClr val="151E27"/>
                </a:solidFill>
                <a:latin typeface="Noto Sans TC Medium"/>
                <a:ea typeface="Noto Sans TC Medium"/>
                <a:cs typeface="Noto Sans TC Medium"/>
              </a:rPr>
              <a:t>2</a:t>
            </a:r>
            <a:endParaRPr lang="zh-TW" sz="1300"/>
          </a:p>
        </p:txBody>
      </p:sp>
      <p:sp>
        <p:nvSpPr>
          <p:cNvPr id="153" name="!!text-8x3" descr="3"/>
          <p:cNvSpPr txBox="1"/>
          <p:nvPr/>
        </p:nvSpPr>
        <p:spPr>
          <a:xfrm>
            <a:off x="10665396" y="3882009"/>
            <a:ext cx="143637" cy="23906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00" kern="0" dirty="0">
                <a:solidFill>
                  <a:srgbClr val="151E27"/>
                </a:solidFill>
                <a:latin typeface="Noto Sans TC Medium"/>
                <a:ea typeface="Noto Sans TC Medium"/>
                <a:cs typeface="Noto Sans TC Medium"/>
              </a:rPr>
              <a:t>3</a:t>
            </a:r>
            <a:endParaRPr lang="zh-TW" sz="1300"/>
          </a:p>
        </p:txBody>
      </p:sp>
      <p:sp>
        <p:nvSpPr>
          <p:cNvPr id="154" name="!!text-8x5" descr="4"/>
          <p:cNvSpPr txBox="1"/>
          <p:nvPr/>
        </p:nvSpPr>
        <p:spPr>
          <a:xfrm>
            <a:off x="9217596" y="4263009"/>
            <a:ext cx="143637" cy="23906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00" kern="0" dirty="0">
                <a:solidFill>
                  <a:srgbClr val="151E27"/>
                </a:solidFill>
                <a:latin typeface="Noto Sans TC Medium"/>
                <a:ea typeface="Noto Sans TC Medium"/>
                <a:cs typeface="Noto Sans TC Medium"/>
              </a:rPr>
              <a:t>4</a:t>
            </a:r>
            <a:endParaRPr lang="zh-TW" sz="1300"/>
          </a:p>
        </p:txBody>
      </p:sp>
      <p:sp>
        <p:nvSpPr>
          <p:cNvPr id="155" name="!!text-8x7" descr="5"/>
          <p:cNvSpPr txBox="1"/>
          <p:nvPr/>
        </p:nvSpPr>
        <p:spPr>
          <a:xfrm>
            <a:off x="9941496" y="4263009"/>
            <a:ext cx="143637" cy="23906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00" kern="0" dirty="0">
                <a:solidFill>
                  <a:srgbClr val="151E27"/>
                </a:solidFill>
                <a:latin typeface="Noto Sans TC Medium"/>
                <a:ea typeface="Noto Sans TC Medium"/>
                <a:cs typeface="Noto Sans TC Medium"/>
              </a:rPr>
              <a:t>5</a:t>
            </a:r>
            <a:endParaRPr lang="zh-TW" sz="1300"/>
          </a:p>
        </p:txBody>
      </p:sp>
      <p:sp>
        <p:nvSpPr>
          <p:cNvPr id="156" name="!!text-8x9" descr="6"/>
          <p:cNvSpPr txBox="1"/>
          <p:nvPr/>
        </p:nvSpPr>
        <p:spPr>
          <a:xfrm>
            <a:off x="10665396" y="4263009"/>
            <a:ext cx="143637" cy="23906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00" kern="0" dirty="0">
                <a:solidFill>
                  <a:srgbClr val="151E27"/>
                </a:solidFill>
                <a:latin typeface="Noto Sans TC Medium"/>
                <a:ea typeface="Noto Sans TC Medium"/>
                <a:cs typeface="Noto Sans TC Medium"/>
              </a:rPr>
              <a:t>6</a:t>
            </a:r>
            <a:endParaRPr lang="zh-TW" sz="1300"/>
          </a:p>
        </p:txBody>
      </p:sp>
      <p:sp>
        <p:nvSpPr>
          <p:cNvPr id="157" name="!!text-8xb" descr="7"/>
          <p:cNvSpPr txBox="1"/>
          <p:nvPr/>
        </p:nvSpPr>
        <p:spPr>
          <a:xfrm>
            <a:off x="9217596" y="4644009"/>
            <a:ext cx="143637" cy="23906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00" kern="0" dirty="0">
                <a:solidFill>
                  <a:srgbClr val="151E27"/>
                </a:solidFill>
                <a:latin typeface="Noto Sans TC Medium"/>
                <a:ea typeface="Noto Sans TC Medium"/>
                <a:cs typeface="Noto Sans TC Medium"/>
              </a:rPr>
              <a:t>7</a:t>
            </a:r>
            <a:endParaRPr lang="zh-TW" sz="1300"/>
          </a:p>
        </p:txBody>
      </p:sp>
      <p:sp>
        <p:nvSpPr>
          <p:cNvPr id="158" name="!!text-8xd" descr="8"/>
          <p:cNvSpPr txBox="1"/>
          <p:nvPr/>
        </p:nvSpPr>
        <p:spPr>
          <a:xfrm>
            <a:off x="9941496" y="4644009"/>
            <a:ext cx="143637" cy="23906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00" kern="0" dirty="0">
                <a:solidFill>
                  <a:srgbClr val="151E27"/>
                </a:solidFill>
                <a:latin typeface="Noto Sans TC Medium"/>
                <a:ea typeface="Noto Sans TC Medium"/>
                <a:cs typeface="Noto Sans TC Medium"/>
              </a:rPr>
              <a:t>8</a:t>
            </a:r>
            <a:endParaRPr lang="zh-TW" sz="1300"/>
          </a:p>
        </p:txBody>
      </p:sp>
      <p:sp>
        <p:nvSpPr>
          <p:cNvPr id="159" name="!!text-8xf" descr="9"/>
          <p:cNvSpPr txBox="1"/>
          <p:nvPr/>
        </p:nvSpPr>
        <p:spPr>
          <a:xfrm>
            <a:off x="10665396" y="4644009"/>
            <a:ext cx="143637" cy="23906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00" kern="0" dirty="0">
                <a:solidFill>
                  <a:srgbClr val="151E27"/>
                </a:solidFill>
                <a:latin typeface="Noto Sans TC Medium"/>
                <a:ea typeface="Noto Sans TC Medium"/>
                <a:cs typeface="Noto Sans TC Medium"/>
              </a:rPr>
              <a:t>9</a:t>
            </a:r>
            <a:endParaRPr lang="zh-TW" sz="1300"/>
          </a:p>
        </p:txBody>
      </p:sp>
      <p:sp>
        <p:nvSpPr>
          <p:cNvPr id="160" name="!!text-8xh" descr="0"/>
          <p:cNvSpPr txBox="1"/>
          <p:nvPr/>
        </p:nvSpPr>
        <p:spPr>
          <a:xfrm>
            <a:off x="9941496" y="5025009"/>
            <a:ext cx="143637" cy="23906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00" kern="0" dirty="0">
                <a:solidFill>
                  <a:srgbClr val="151E27"/>
                </a:solidFill>
                <a:latin typeface="Noto Sans TC Medium"/>
                <a:ea typeface="Noto Sans TC Medium"/>
                <a:cs typeface="Noto Sans TC Medium"/>
              </a:rPr>
              <a:t>0</a:t>
            </a:r>
            <a:endParaRPr lang="zh-TW" sz="1300"/>
          </a:p>
        </p:txBody>
      </p:sp>
      <p:sp>
        <p:nvSpPr>
          <p:cNvPr id="161" name="!!path-8xj"/>
          <p:cNvSpPr/>
          <p:nvPr/>
        </p:nvSpPr>
        <p:spPr>
          <a:xfrm>
            <a:off x="10636250" y="5099050"/>
            <a:ext cx="152400" cy="114300"/>
          </a:xfrm>
          <a:custGeom>
            <a:avLst/>
            <a:gdLst/>
            <a:ahLst/>
            <a:cxnLst/>
            <a:rect l="l" t="t" r="r" b="b"/>
            <a:pathLst>
              <a:path w="152400" h="114300">
                <a:moveTo>
                  <a:pt x="139700" y="0"/>
                </a:moveTo>
                <a:lnTo>
                  <a:pt x="44450" y="0"/>
                </a:lnTo>
                <a:cubicBezTo>
                  <a:pt x="40068" y="0"/>
                  <a:pt x="36639" y="2223"/>
                  <a:pt x="34354" y="5588"/>
                </a:cubicBezTo>
                <a:lnTo>
                  <a:pt x="0" y="57150"/>
                </a:lnTo>
                <a:lnTo>
                  <a:pt x="34354" y="108649"/>
                </a:lnTo>
                <a:cubicBezTo>
                  <a:pt x="36639" y="112014"/>
                  <a:pt x="40068" y="114300"/>
                  <a:pt x="44450" y="114300"/>
                </a:cubicBezTo>
                <a:lnTo>
                  <a:pt x="139700" y="114300"/>
                </a:lnTo>
                <a:cubicBezTo>
                  <a:pt x="146685" y="114300"/>
                  <a:pt x="152400" y="108585"/>
                  <a:pt x="152400" y="101600"/>
                </a:cubicBezTo>
                <a:lnTo>
                  <a:pt x="152400" y="12700"/>
                </a:lnTo>
                <a:cubicBezTo>
                  <a:pt x="152400" y="5715"/>
                  <a:pt x="146685" y="0"/>
                  <a:pt x="139700" y="0"/>
                </a:cubicBezTo>
                <a:close/>
                <a:moveTo>
                  <a:pt x="139700" y="101600"/>
                </a:moveTo>
                <a:lnTo>
                  <a:pt x="44894" y="101600"/>
                </a:lnTo>
                <a:lnTo>
                  <a:pt x="15240" y="57150"/>
                </a:lnTo>
                <a:lnTo>
                  <a:pt x="44831" y="12700"/>
                </a:lnTo>
                <a:lnTo>
                  <a:pt x="139700" y="12700"/>
                </a:lnTo>
                <a:lnTo>
                  <a:pt x="139700" y="101600"/>
                </a:lnTo>
                <a:close/>
                <a:moveTo>
                  <a:pt x="66104" y="88900"/>
                </a:moveTo>
                <a:lnTo>
                  <a:pt x="88900" y="66103"/>
                </a:lnTo>
                <a:lnTo>
                  <a:pt x="111696" y="88900"/>
                </a:lnTo>
                <a:lnTo>
                  <a:pt x="120650" y="79947"/>
                </a:lnTo>
                <a:lnTo>
                  <a:pt x="97854" y="57150"/>
                </a:lnTo>
                <a:lnTo>
                  <a:pt x="120650" y="34353"/>
                </a:lnTo>
                <a:lnTo>
                  <a:pt x="111696" y="25400"/>
                </a:lnTo>
                <a:lnTo>
                  <a:pt x="88900" y="48197"/>
                </a:lnTo>
                <a:lnTo>
                  <a:pt x="66104" y="25400"/>
                </a:lnTo>
                <a:lnTo>
                  <a:pt x="57150" y="34353"/>
                </a:lnTo>
                <a:lnTo>
                  <a:pt x="79946" y="57150"/>
                </a:lnTo>
                <a:lnTo>
                  <a:pt x="57150" y="79947"/>
                </a:lnTo>
                <a:close/>
              </a:path>
            </a:pathLst>
          </a:custGeom>
          <a:solidFill>
            <a:srgbClr val="5B6770"/>
          </a:solidFill>
          <a:ln>
            <a:noFill/>
          </a:ln>
        </p:spPr>
      </p:sp>
      <p:sp>
        <p:nvSpPr>
          <p:cNvPr id="162" name="!!text-8ze" descr="忘記交易密碼"/>
          <p:cNvSpPr txBox="1"/>
          <p:nvPr/>
        </p:nvSpPr>
        <p:spPr>
          <a:xfrm>
            <a:off x="9721850" y="5370576"/>
            <a:ext cx="560070" cy="12872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00" kern="0" dirty="0">
                <a:solidFill>
                  <a:srgbClr val="627D8D"/>
                </a:solidFill>
                <a:latin typeface="Noto Sans TC SemiBold"/>
                <a:ea typeface="Noto Sans TC SemiBold"/>
                <a:cs typeface="Noto Sans TC SemiBold"/>
              </a:rPr>
              <a:t>忘記交易密碼</a:t>
            </a:r>
            <a:endParaRPr lang="zh-TW" sz="700"/>
          </a:p>
        </p:txBody>
      </p:sp>
      <p:sp>
        <p:nvSpPr>
          <p:cNvPr id="163" name="!!rect-96i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10000"/>
                </a:srgbClr>
              </a:gs>
              <a:gs pos="30762">
                <a:srgbClr val="FFFFFF">
                  <a:alpha val="2000"/>
                </a:srgbClr>
              </a:gs>
              <a:gs pos="31723">
                <a:srgbClr val="FFFFFF">
                  <a:alpha val="0"/>
                </a:srgbClr>
              </a:gs>
              <a:gs pos="9613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4329186" scaled="0"/>
          </a:gradFill>
          <a:ln>
            <a:noFill/>
          </a:ln>
        </p:spPr>
      </p:sp>
      <p:sp>
        <p:nvSpPr>
          <p:cNvPr id="164" name="!!rect-96l"/>
          <p:cNvSpPr/>
          <p:nvPr/>
        </p:nvSpPr>
        <p:spPr>
          <a:xfrm>
            <a:off x="9728200" y="679450"/>
            <a:ext cx="520700" cy="23495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</p:spPr>
      </p:sp>
      <p:sp>
        <p:nvSpPr>
          <p:cNvPr id="165" name="!!circle-96m"/>
          <p:cNvSpPr/>
          <p:nvPr/>
        </p:nvSpPr>
        <p:spPr>
          <a:xfrm>
            <a:off x="10088880" y="757555"/>
            <a:ext cx="78740" cy="78740"/>
          </a:xfrm>
          <a:prstGeom prst="ellipse">
            <a:avLst/>
          </a:prstGeom>
          <a:solidFill>
            <a:srgbClr val="0A0F16"/>
          </a:solidFill>
          <a:ln>
            <a:noFill/>
          </a:ln>
        </p:spPr>
      </p:sp>
      <p:sp>
        <p:nvSpPr>
          <p:cNvPr id="166" name="!!circle-96n"/>
          <p:cNvSpPr/>
          <p:nvPr/>
        </p:nvSpPr>
        <p:spPr>
          <a:xfrm>
            <a:off x="10107930" y="776605"/>
            <a:ext cx="40640" cy="40640"/>
          </a:xfrm>
          <a:prstGeom prst="ellipse">
            <a:avLst/>
          </a:prstGeom>
          <a:solidFill>
            <a:srgbClr val="111B28"/>
          </a:solidFill>
          <a:ln>
            <a:noFill/>
          </a:ln>
        </p:spPr>
      </p:sp>
      <p:sp>
        <p:nvSpPr>
          <p:cNvPr id="167" name="!!circle-96o"/>
          <p:cNvSpPr/>
          <p:nvPr/>
        </p:nvSpPr>
        <p:spPr>
          <a:xfrm>
            <a:off x="10130155" y="781685"/>
            <a:ext cx="13970" cy="13970"/>
          </a:xfrm>
          <a:prstGeom prst="ellipse">
            <a:avLst/>
          </a:prstGeom>
          <a:solidFill>
            <a:srgbClr val="3A5070">
              <a:alpha val="80000"/>
            </a:srgbClr>
          </a:solidFill>
          <a:ln>
            <a:noFill/>
          </a:ln>
        </p:spPr>
      </p:sp>
      <p:sp>
        <p:nvSpPr>
          <p:cNvPr id="168" name="!!path-9ic"/>
          <p:cNvSpPr/>
          <p:nvPr/>
        </p:nvSpPr>
        <p:spPr>
          <a:xfrm>
            <a:off x="381000" y="306527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69" name="!!path-9id"/>
          <p:cNvSpPr/>
          <p:nvPr/>
        </p:nvSpPr>
        <p:spPr>
          <a:xfrm>
            <a:off x="381000" y="308153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70" name="!!path-9ie"/>
          <p:cNvSpPr/>
          <p:nvPr/>
        </p:nvSpPr>
        <p:spPr>
          <a:xfrm>
            <a:off x="381000" y="309778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71" name="!!path-9if"/>
          <p:cNvSpPr/>
          <p:nvPr/>
        </p:nvSpPr>
        <p:spPr>
          <a:xfrm>
            <a:off x="381000" y="311404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72" name="!!path-9ig"/>
          <p:cNvSpPr/>
          <p:nvPr/>
        </p:nvSpPr>
        <p:spPr>
          <a:xfrm>
            <a:off x="381000" y="313030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73" name="!!path-9ih"/>
          <p:cNvSpPr/>
          <p:nvPr/>
        </p:nvSpPr>
        <p:spPr>
          <a:xfrm>
            <a:off x="381000" y="314655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74" name="!!path-9ii"/>
          <p:cNvSpPr/>
          <p:nvPr/>
        </p:nvSpPr>
        <p:spPr>
          <a:xfrm>
            <a:off x="381000" y="316281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75" name="!!path-9ij"/>
          <p:cNvSpPr/>
          <p:nvPr/>
        </p:nvSpPr>
        <p:spPr>
          <a:xfrm>
            <a:off x="381000" y="317906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76" name="!!path-9ik"/>
          <p:cNvSpPr/>
          <p:nvPr/>
        </p:nvSpPr>
        <p:spPr>
          <a:xfrm>
            <a:off x="419608" y="269342"/>
            <a:ext cx="128422" cy="122936"/>
          </a:xfrm>
          <a:custGeom>
            <a:avLst/>
            <a:gdLst/>
            <a:ahLst/>
            <a:cxnLst/>
            <a:rect l="l" t="t" r="r" b="b"/>
            <a:pathLst>
              <a:path w="128422" h="122936">
                <a:moveTo>
                  <a:pt x="0" y="17678"/>
                </a:moveTo>
                <a:lnTo>
                  <a:pt x="8128" y="5080"/>
                </a:lnTo>
                <a:cubicBezTo>
                  <a:pt x="32512" y="0"/>
                  <a:pt x="73152" y="7112"/>
                  <a:pt x="101600" y="26416"/>
                </a:cubicBezTo>
                <a:cubicBezTo>
                  <a:pt x="116840" y="37186"/>
                  <a:pt x="124968" y="49784"/>
                  <a:pt x="128422" y="62992"/>
                </a:cubicBezTo>
                <a:lnTo>
                  <a:pt x="128422" y="122936"/>
                </a:lnTo>
                <a:lnTo>
                  <a:pt x="0" y="1229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77" name="!!path-9il"/>
          <p:cNvSpPr/>
          <p:nvPr/>
        </p:nvSpPr>
        <p:spPr>
          <a:xfrm>
            <a:off x="419608" y="269342"/>
            <a:ext cx="128422" cy="62992"/>
          </a:xfrm>
          <a:custGeom>
            <a:avLst/>
            <a:gdLst/>
            <a:ahLst/>
            <a:cxnLst/>
            <a:rect l="l" t="t" r="r" b="b"/>
            <a:pathLst>
              <a:path w="128422" h="62992" fill="none">
                <a:moveTo>
                  <a:pt x="128422" y="62992"/>
                </a:moveTo>
                <a:cubicBezTo>
                  <a:pt x="124968" y="49784"/>
                  <a:pt x="116840" y="37186"/>
                  <a:pt x="101600" y="26416"/>
                </a:cubicBezTo>
                <a:cubicBezTo>
                  <a:pt x="73152" y="7112"/>
                  <a:pt x="32512" y="0"/>
                  <a:pt x="8128" y="5080"/>
                </a:cubicBezTo>
                <a:lnTo>
                  <a:pt x="0" y="1767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78" name="!!path-9im"/>
          <p:cNvSpPr/>
          <p:nvPr/>
        </p:nvSpPr>
        <p:spPr>
          <a:xfrm>
            <a:off x="407010" y="281534"/>
            <a:ext cx="141021" cy="110744"/>
          </a:xfrm>
          <a:custGeom>
            <a:avLst/>
            <a:gdLst/>
            <a:ahLst/>
            <a:cxnLst/>
            <a:rect l="l" t="t" r="r" b="b"/>
            <a:pathLst>
              <a:path w="141021" h="110744">
                <a:moveTo>
                  <a:pt x="0" y="22352"/>
                </a:moveTo>
                <a:lnTo>
                  <a:pt x="6502" y="6502"/>
                </a:lnTo>
                <a:cubicBezTo>
                  <a:pt x="36982" y="0"/>
                  <a:pt x="79654" y="7112"/>
                  <a:pt x="110134" y="25400"/>
                </a:cubicBezTo>
                <a:cubicBezTo>
                  <a:pt x="126390" y="35154"/>
                  <a:pt x="136550" y="49784"/>
                  <a:pt x="141021" y="62992"/>
                </a:cubicBezTo>
                <a:lnTo>
                  <a:pt x="141021" y="110744"/>
                </a:lnTo>
                <a:lnTo>
                  <a:pt x="0" y="110744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79" name="!!path-9in"/>
          <p:cNvSpPr/>
          <p:nvPr/>
        </p:nvSpPr>
        <p:spPr>
          <a:xfrm>
            <a:off x="407010" y="281534"/>
            <a:ext cx="141021" cy="62992"/>
          </a:xfrm>
          <a:custGeom>
            <a:avLst/>
            <a:gdLst/>
            <a:ahLst/>
            <a:cxnLst/>
            <a:rect l="l" t="t" r="r" b="b"/>
            <a:pathLst>
              <a:path w="141021" h="62992" fill="none">
                <a:moveTo>
                  <a:pt x="141021" y="62992"/>
                </a:moveTo>
                <a:cubicBezTo>
                  <a:pt x="136550" y="49784"/>
                  <a:pt x="126390" y="35154"/>
                  <a:pt x="110134" y="25400"/>
                </a:cubicBezTo>
                <a:cubicBezTo>
                  <a:pt x="79654" y="7112"/>
                  <a:pt x="36982" y="0"/>
                  <a:pt x="6502" y="6502"/>
                </a:cubicBezTo>
                <a:lnTo>
                  <a:pt x="0" y="22352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80" name="!!path-9io"/>
          <p:cNvSpPr/>
          <p:nvPr/>
        </p:nvSpPr>
        <p:spPr>
          <a:xfrm>
            <a:off x="395834" y="294742"/>
            <a:ext cx="151790" cy="97536"/>
          </a:xfrm>
          <a:custGeom>
            <a:avLst/>
            <a:gdLst/>
            <a:ahLst/>
            <a:cxnLst/>
            <a:rect l="l" t="t" r="r" b="b"/>
            <a:pathLst>
              <a:path w="151790" h="97536">
                <a:moveTo>
                  <a:pt x="0" y="23165"/>
                </a:moveTo>
                <a:lnTo>
                  <a:pt x="3861" y="12598"/>
                </a:lnTo>
                <a:cubicBezTo>
                  <a:pt x="37998" y="0"/>
                  <a:pt x="84734" y="5080"/>
                  <a:pt x="117246" y="21946"/>
                </a:cubicBezTo>
                <a:cubicBezTo>
                  <a:pt x="135534" y="31496"/>
                  <a:pt x="146710" y="43688"/>
                  <a:pt x="151790" y="55270"/>
                </a:cubicBezTo>
                <a:lnTo>
                  <a:pt x="151790" y="97536"/>
                </a:lnTo>
                <a:lnTo>
                  <a:pt x="0" y="975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81" name="!!path-9ip"/>
          <p:cNvSpPr/>
          <p:nvPr/>
        </p:nvSpPr>
        <p:spPr>
          <a:xfrm>
            <a:off x="395834" y="294742"/>
            <a:ext cx="151790" cy="55270"/>
          </a:xfrm>
          <a:custGeom>
            <a:avLst/>
            <a:gdLst/>
            <a:ahLst/>
            <a:cxnLst/>
            <a:rect l="l" t="t" r="r" b="b"/>
            <a:pathLst>
              <a:path w="151790" h="55270" fill="none">
                <a:moveTo>
                  <a:pt x="151790" y="55270"/>
                </a:moveTo>
                <a:cubicBezTo>
                  <a:pt x="146710" y="43688"/>
                  <a:pt x="135534" y="31496"/>
                  <a:pt x="117246" y="21946"/>
                </a:cubicBezTo>
                <a:cubicBezTo>
                  <a:pt x="84734" y="5080"/>
                  <a:pt x="37998" y="0"/>
                  <a:pt x="3861" y="12598"/>
                </a:cubicBezTo>
                <a:lnTo>
                  <a:pt x="0" y="23165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82" name="!!path-9iq"/>
          <p:cNvSpPr/>
          <p:nvPr/>
        </p:nvSpPr>
        <p:spPr>
          <a:xfrm>
            <a:off x="548234" y="264262"/>
            <a:ext cx="120294" cy="128016"/>
          </a:xfrm>
          <a:custGeom>
            <a:avLst/>
            <a:gdLst/>
            <a:ahLst/>
            <a:cxnLst/>
            <a:rect l="l" t="t" r="r" b="b"/>
            <a:pathLst>
              <a:path w="120294" h="128016">
                <a:moveTo>
                  <a:pt x="120294" y="18288"/>
                </a:moveTo>
                <a:lnTo>
                  <a:pt x="113589" y="4470"/>
                </a:lnTo>
                <a:cubicBezTo>
                  <a:pt x="86766" y="0"/>
                  <a:pt x="44094" y="10160"/>
                  <a:pt x="17678" y="30480"/>
                </a:cubicBezTo>
                <a:cubicBezTo>
                  <a:pt x="6502" y="39624"/>
                  <a:pt x="1422" y="52832"/>
                  <a:pt x="0" y="67056"/>
                </a:cubicBezTo>
                <a:lnTo>
                  <a:pt x="0" y="128016"/>
                </a:lnTo>
                <a:lnTo>
                  <a:pt x="120294" y="12801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83" name="!!path-9ir"/>
          <p:cNvSpPr/>
          <p:nvPr/>
        </p:nvSpPr>
        <p:spPr>
          <a:xfrm>
            <a:off x="548234" y="264262"/>
            <a:ext cx="120294" cy="67056"/>
          </a:xfrm>
          <a:custGeom>
            <a:avLst/>
            <a:gdLst/>
            <a:ahLst/>
            <a:cxnLst/>
            <a:rect l="l" t="t" r="r" b="b"/>
            <a:pathLst>
              <a:path w="120294" h="67056" fill="none">
                <a:moveTo>
                  <a:pt x="0" y="67056"/>
                </a:moveTo>
                <a:cubicBezTo>
                  <a:pt x="1422" y="52832"/>
                  <a:pt x="6502" y="39624"/>
                  <a:pt x="17678" y="30480"/>
                </a:cubicBezTo>
                <a:cubicBezTo>
                  <a:pt x="44094" y="10160"/>
                  <a:pt x="86766" y="0"/>
                  <a:pt x="113589" y="4470"/>
                </a:cubicBezTo>
                <a:lnTo>
                  <a:pt x="120294" y="1828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84" name="!!path-9is"/>
          <p:cNvSpPr/>
          <p:nvPr/>
        </p:nvSpPr>
        <p:spPr>
          <a:xfrm>
            <a:off x="548437" y="279502"/>
            <a:ext cx="133299" cy="112776"/>
          </a:xfrm>
          <a:custGeom>
            <a:avLst/>
            <a:gdLst/>
            <a:ahLst/>
            <a:cxnLst/>
            <a:rect l="l" t="t" r="r" b="b"/>
            <a:pathLst>
              <a:path w="133299" h="112776">
                <a:moveTo>
                  <a:pt x="133299" y="19710"/>
                </a:moveTo>
                <a:lnTo>
                  <a:pt x="127203" y="3048"/>
                </a:lnTo>
                <a:cubicBezTo>
                  <a:pt x="94691" y="0"/>
                  <a:pt x="54051" y="11176"/>
                  <a:pt x="27635" y="30683"/>
                </a:cubicBezTo>
                <a:cubicBezTo>
                  <a:pt x="13411" y="41250"/>
                  <a:pt x="4267" y="53848"/>
                  <a:pt x="0" y="65024"/>
                </a:cubicBezTo>
                <a:lnTo>
                  <a:pt x="0" y="112776"/>
                </a:lnTo>
                <a:lnTo>
                  <a:pt x="133299" y="11277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85" name="!!path-9it"/>
          <p:cNvSpPr/>
          <p:nvPr/>
        </p:nvSpPr>
        <p:spPr>
          <a:xfrm>
            <a:off x="548437" y="279502"/>
            <a:ext cx="133299" cy="65024"/>
          </a:xfrm>
          <a:custGeom>
            <a:avLst/>
            <a:gdLst/>
            <a:ahLst/>
            <a:cxnLst/>
            <a:rect l="l" t="t" r="r" b="b"/>
            <a:pathLst>
              <a:path w="133299" h="65024" fill="none">
                <a:moveTo>
                  <a:pt x="0" y="65024"/>
                </a:moveTo>
                <a:cubicBezTo>
                  <a:pt x="4267" y="53848"/>
                  <a:pt x="13411" y="41250"/>
                  <a:pt x="27635" y="30683"/>
                </a:cubicBezTo>
                <a:cubicBezTo>
                  <a:pt x="54051" y="11176"/>
                  <a:pt x="94691" y="0"/>
                  <a:pt x="127203" y="3048"/>
                </a:cubicBezTo>
                <a:lnTo>
                  <a:pt x="133299" y="19710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86" name="!!path-9iu"/>
          <p:cNvSpPr/>
          <p:nvPr/>
        </p:nvSpPr>
        <p:spPr>
          <a:xfrm>
            <a:off x="548843" y="293726"/>
            <a:ext cx="142646" cy="98552"/>
          </a:xfrm>
          <a:custGeom>
            <a:avLst/>
            <a:gdLst/>
            <a:ahLst/>
            <a:cxnLst/>
            <a:rect l="l" t="t" r="r" b="b"/>
            <a:pathLst>
              <a:path w="142646" h="98552">
                <a:moveTo>
                  <a:pt x="142646" y="18898"/>
                </a:moveTo>
                <a:lnTo>
                  <a:pt x="139802" y="8738"/>
                </a:lnTo>
                <a:cubicBezTo>
                  <a:pt x="106477" y="0"/>
                  <a:pt x="63805" y="5080"/>
                  <a:pt x="35357" y="19304"/>
                </a:cubicBezTo>
                <a:cubicBezTo>
                  <a:pt x="17069" y="28448"/>
                  <a:pt x="5893" y="42672"/>
                  <a:pt x="0" y="56286"/>
                </a:cubicBezTo>
                <a:lnTo>
                  <a:pt x="0" y="98552"/>
                </a:lnTo>
                <a:lnTo>
                  <a:pt x="142646" y="98552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87" name="!!path-9iv"/>
          <p:cNvSpPr/>
          <p:nvPr/>
        </p:nvSpPr>
        <p:spPr>
          <a:xfrm>
            <a:off x="548843" y="293726"/>
            <a:ext cx="142646" cy="56286"/>
          </a:xfrm>
          <a:custGeom>
            <a:avLst/>
            <a:gdLst/>
            <a:ahLst/>
            <a:cxnLst/>
            <a:rect l="l" t="t" r="r" b="b"/>
            <a:pathLst>
              <a:path w="142646" h="56286" fill="none">
                <a:moveTo>
                  <a:pt x="0" y="56286"/>
                </a:moveTo>
                <a:cubicBezTo>
                  <a:pt x="5893" y="42672"/>
                  <a:pt x="17069" y="28448"/>
                  <a:pt x="35357" y="19304"/>
                </a:cubicBezTo>
                <a:cubicBezTo>
                  <a:pt x="63805" y="5080"/>
                  <a:pt x="106477" y="0"/>
                  <a:pt x="139802" y="8738"/>
                </a:cubicBezTo>
                <a:lnTo>
                  <a:pt x="142646" y="1889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88" name="!!path-9iw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627D8D"/>
              </a:gs>
              <a:gs pos="21794">
                <a:srgbClr val="627D8D"/>
              </a:gs>
              <a:gs pos="55376">
                <a:srgbClr val="627D8D"/>
              </a:gs>
              <a:gs pos="96421">
                <a:srgbClr val="98ABB7"/>
              </a:gs>
              <a:gs pos="100000">
                <a:srgbClr val="98ABB7"/>
              </a:gs>
            </a:gsLst>
            <a:lin ang="1983350" scaled="0"/>
          </a:gradFill>
          <a:ln>
            <a:noFill/>
          </a:ln>
        </p:spPr>
      </p:sp>
      <p:sp>
        <p:nvSpPr>
          <p:cNvPr id="189" name="!!path-9ix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0000"/>
                </a:srgbClr>
              </a:gs>
              <a:gs pos="4764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83333" t="79291" r="16667" b="20709"/>
            </a:path>
          </a:gradFill>
          <a:ln>
            <a:noFill/>
          </a:ln>
        </p:spPr>
      </p:sp>
      <p:sp>
        <p:nvSpPr>
          <p:cNvPr id="190" name="!!line-9iy"/>
          <p:cNvSpPr/>
          <p:nvPr/>
        </p:nvSpPr>
        <p:spPr>
          <a:xfrm>
            <a:off x="549046" y="363017"/>
            <a:ext cx="1" cy="153619"/>
          </a:xfrm>
          <a:custGeom>
            <a:avLst/>
            <a:gdLst/>
            <a:ahLst/>
            <a:cxnLst/>
            <a:rect l="l" t="t" r="r" b="b"/>
            <a:pathLst>
              <a:path w="1" h="153619">
                <a:moveTo>
                  <a:pt x="0" y="0"/>
                </a:moveTo>
                <a:lnTo>
                  <a:pt x="0" y="153619"/>
                </a:lnTo>
              </a:path>
            </a:pathLst>
          </a:custGeom>
          <a:solidFill>
            <a:srgbClr val="000000"/>
          </a:solidFill>
          <a:ln w="6909" cap="rnd">
            <a:solidFill>
              <a:srgbClr val="C9D3D9"/>
            </a:solidFill>
            <a:prstDash val="solid"/>
            <a:miter lim="800000"/>
          </a:ln>
        </p:spPr>
      </p:sp>
      <p:sp>
        <p:nvSpPr>
          <p:cNvPr id="191" name="!!path-9iz"/>
          <p:cNvSpPr/>
          <p:nvPr/>
        </p:nvSpPr>
        <p:spPr>
          <a:xfrm>
            <a:off x="657962" y="442062"/>
            <a:ext cx="25400" cy="37998"/>
          </a:xfrm>
          <a:custGeom>
            <a:avLst/>
            <a:gdLst/>
            <a:ahLst/>
            <a:cxnLst/>
            <a:rect l="l" t="t" r="r" b="b"/>
            <a:pathLst>
              <a:path w="25400" h="37998">
                <a:moveTo>
                  <a:pt x="0" y="2642"/>
                </a:moveTo>
                <a:lnTo>
                  <a:pt x="15240" y="0"/>
                </a:lnTo>
                <a:lnTo>
                  <a:pt x="25400" y="37186"/>
                </a:lnTo>
                <a:lnTo>
                  <a:pt x="7518" y="37998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 w="1016" cap="flat">
            <a:solidFill>
              <a:srgbClr val="FFFFFF">
                <a:alpha val="55000"/>
              </a:srgbClr>
            </a:solidFill>
            <a:prstDash val="solid"/>
            <a:round/>
          </a:ln>
        </p:spPr>
      </p:sp>
      <p:sp>
        <p:nvSpPr>
          <p:cNvPr id="192" name="!!text-9j0" descr="救「舊」我的書"/>
          <p:cNvSpPr txBox="1"/>
          <p:nvPr/>
        </p:nvSpPr>
        <p:spPr>
          <a:xfrm>
            <a:off x="805879" y="251460"/>
            <a:ext cx="1120140" cy="25745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400" b="1" kern="0" spc="-70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救</a:t>
            </a:r>
            <a:r>
              <a:rPr lang="zh-TW" altLang="en-US" sz="14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「舊</a:t>
            </a:r>
            <a:r>
              <a:rPr lang="zh-TW" altLang="en-US" sz="1400" b="1" kern="0" spc="-70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」</a:t>
            </a:r>
            <a:r>
              <a:rPr lang="zh-TW" altLang="en-US" sz="14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我的書</a:t>
            </a:r>
            <a:endParaRPr lang="zh-TW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fast" p14:dur="1100" advTm="0">
        <p159:morph option="byObject"/>
      </p:transition>
    </mc:Choice>
    <mc:Fallback>
      <p:transition spd="fast" advTm="0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132.8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rect-1q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7"/>
          </a:solidFill>
          <a:ln>
            <a:noFill/>
          </a:ln>
        </p:spPr>
      </p:sp>
      <p:sp>
        <p:nvSpPr>
          <p:cNvPr id="3" name="!!ellipse-1q2"/>
          <p:cNvSpPr/>
          <p:nvPr/>
        </p:nvSpPr>
        <p:spPr>
          <a:xfrm>
            <a:off x="-889000" y="-952500"/>
            <a:ext cx="13970000" cy="7874000"/>
          </a:xfrm>
          <a:prstGeom prst="ellipse">
            <a:avLst/>
          </a:prstGeom>
          <a:gradFill rotWithShape="1">
            <a:gsLst>
              <a:gs pos="0">
                <a:srgbClr val="FFFFFF">
                  <a:alpha val="95000"/>
                </a:srgbClr>
              </a:gs>
              <a:gs pos="40865">
                <a:srgbClr val="FFFFFF">
                  <a:alpha val="35000"/>
                </a:srgbClr>
              </a:gs>
              <a:gs pos="68108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!!rect-1q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P1"/>
            <a:srcRect/>
            <a:tile tx="111561" ty="192335" sx="16667" sy="16667" flip="none" algn="tl"/>
          </a:blipFill>
          <a:ln>
            <a:noFill/>
          </a:ln>
        </p:spPr>
      </p:sp>
      <p:sp>
        <p:nvSpPr>
          <p:cNvPr id="5" name="!!circle-1ql"/>
          <p:cNvSpPr/>
          <p:nvPr/>
        </p:nvSpPr>
        <p:spPr>
          <a:xfrm>
            <a:off x="11194703" y="-1866360"/>
            <a:ext cx="1943316" cy="1943316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" name="!!circle-1qu"/>
          <p:cNvSpPr/>
          <p:nvPr/>
        </p:nvSpPr>
        <p:spPr>
          <a:xfrm>
            <a:off x="10392891" y="-136576"/>
            <a:ext cx="2335771" cy="2335771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7" name="!!circle-1qx"/>
          <p:cNvSpPr/>
          <p:nvPr/>
        </p:nvSpPr>
        <p:spPr>
          <a:xfrm>
            <a:off x="4837992" y="5913425"/>
            <a:ext cx="1128039" cy="1128039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8" name="!!circle-1r4"/>
          <p:cNvSpPr/>
          <p:nvPr/>
        </p:nvSpPr>
        <p:spPr>
          <a:xfrm>
            <a:off x="-256949" y="3012840"/>
            <a:ext cx="1085901" cy="1085901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9" name="!!circle-1r5"/>
          <p:cNvSpPr/>
          <p:nvPr/>
        </p:nvSpPr>
        <p:spPr>
          <a:xfrm>
            <a:off x="-95851" y="5148002"/>
            <a:ext cx="2573795" cy="2573795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0" name="!!circle-1r7"/>
          <p:cNvSpPr/>
          <p:nvPr/>
        </p:nvSpPr>
        <p:spPr>
          <a:xfrm>
            <a:off x="1462866" y="2299760"/>
            <a:ext cx="1068896" cy="1068896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1" name="!!circle-1r8"/>
          <p:cNvSpPr/>
          <p:nvPr/>
        </p:nvSpPr>
        <p:spPr>
          <a:xfrm>
            <a:off x="5293556" y="5809583"/>
            <a:ext cx="2785275" cy="2785275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2" name="!!circle-1rd"/>
          <p:cNvSpPr/>
          <p:nvPr/>
        </p:nvSpPr>
        <p:spPr>
          <a:xfrm>
            <a:off x="6376178" y="1934432"/>
            <a:ext cx="2084946" cy="2084946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3" name="!!circle-1rv"/>
          <p:cNvSpPr/>
          <p:nvPr/>
        </p:nvSpPr>
        <p:spPr>
          <a:xfrm>
            <a:off x="909007" y="6560058"/>
            <a:ext cx="894347" cy="894347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4" name="!!rect-1sh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5F7">
                  <a:alpha val="0"/>
                </a:srgbClr>
              </a:gs>
              <a:gs pos="20428">
                <a:srgbClr val="F3F5F7">
                  <a:alpha val="0"/>
                </a:srgbClr>
              </a:gs>
              <a:gs pos="66730">
                <a:srgbClr val="F3F5F7"/>
              </a:gs>
              <a:gs pos="100000">
                <a:srgbClr val="F3F5F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5" name="!!circle-1sm"/>
          <p:cNvSpPr/>
          <p:nvPr/>
        </p:nvSpPr>
        <p:spPr>
          <a:xfrm>
            <a:off x="5554123" y="1241950"/>
            <a:ext cx="36055" cy="36055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16" name="!!circle-1sp"/>
          <p:cNvSpPr/>
          <p:nvPr/>
        </p:nvSpPr>
        <p:spPr>
          <a:xfrm>
            <a:off x="9314962" y="3134528"/>
            <a:ext cx="24295" cy="24295"/>
          </a:xfrm>
          <a:prstGeom prst="ellipse">
            <a:avLst/>
          </a:prstGeom>
          <a:solidFill>
            <a:srgbClr val="627D8D">
              <a:alpha val="18100"/>
            </a:srgbClr>
          </a:solidFill>
          <a:ln>
            <a:noFill/>
          </a:ln>
        </p:spPr>
      </p:sp>
      <p:sp>
        <p:nvSpPr>
          <p:cNvPr id="17" name="!!circle-1ss"/>
          <p:cNvSpPr/>
          <p:nvPr/>
        </p:nvSpPr>
        <p:spPr>
          <a:xfrm>
            <a:off x="3483709" y="6352049"/>
            <a:ext cx="25959" cy="25959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18" name="!!circle-1sv"/>
          <p:cNvSpPr/>
          <p:nvPr/>
        </p:nvSpPr>
        <p:spPr>
          <a:xfrm>
            <a:off x="2002100" y="1711486"/>
            <a:ext cx="35878" cy="35878"/>
          </a:xfrm>
          <a:prstGeom prst="ellipse">
            <a:avLst/>
          </a:prstGeom>
          <a:solidFill>
            <a:srgbClr val="627D8D">
              <a:alpha val="26800"/>
            </a:srgbClr>
          </a:solidFill>
          <a:ln>
            <a:noFill/>
          </a:ln>
        </p:spPr>
      </p:sp>
      <p:sp>
        <p:nvSpPr>
          <p:cNvPr id="19" name="!!circle-1sy"/>
          <p:cNvSpPr/>
          <p:nvPr/>
        </p:nvSpPr>
        <p:spPr>
          <a:xfrm>
            <a:off x="6868037" y="3618559"/>
            <a:ext cx="40234" cy="40234"/>
          </a:xfrm>
          <a:prstGeom prst="ellipse">
            <a:avLst/>
          </a:prstGeom>
          <a:solidFill>
            <a:srgbClr val="627D8D">
              <a:alpha val="31300"/>
            </a:srgbClr>
          </a:solidFill>
          <a:ln>
            <a:noFill/>
          </a:ln>
        </p:spPr>
      </p:sp>
      <p:sp>
        <p:nvSpPr>
          <p:cNvPr id="20" name="!!circle-1t4"/>
          <p:cNvSpPr/>
          <p:nvPr/>
        </p:nvSpPr>
        <p:spPr>
          <a:xfrm>
            <a:off x="1204678" y="4729171"/>
            <a:ext cx="29959" cy="29959"/>
          </a:xfrm>
          <a:prstGeom prst="ellipse">
            <a:avLst/>
          </a:prstGeom>
          <a:solidFill>
            <a:srgbClr val="627D8D">
              <a:alpha val="19400"/>
            </a:srgbClr>
          </a:solidFill>
          <a:ln>
            <a:noFill/>
          </a:ln>
        </p:spPr>
      </p:sp>
      <p:sp>
        <p:nvSpPr>
          <p:cNvPr id="21" name="!!circle-1t7"/>
          <p:cNvSpPr/>
          <p:nvPr/>
        </p:nvSpPr>
        <p:spPr>
          <a:xfrm>
            <a:off x="8440511" y="4398168"/>
            <a:ext cx="28702" cy="28702"/>
          </a:xfrm>
          <a:prstGeom prst="ellipse">
            <a:avLst/>
          </a:prstGeom>
          <a:solidFill>
            <a:srgbClr val="627D8D">
              <a:alpha val="17800"/>
            </a:srgbClr>
          </a:solidFill>
          <a:ln>
            <a:noFill/>
          </a:ln>
        </p:spPr>
      </p:sp>
      <p:sp>
        <p:nvSpPr>
          <p:cNvPr id="22" name="!!circle-1ta"/>
          <p:cNvSpPr/>
          <p:nvPr/>
        </p:nvSpPr>
        <p:spPr>
          <a:xfrm>
            <a:off x="10970913" y="1762262"/>
            <a:ext cx="24066" cy="24066"/>
          </a:xfrm>
          <a:prstGeom prst="ellipse">
            <a:avLst/>
          </a:prstGeom>
          <a:solidFill>
            <a:srgbClr val="627D8D">
              <a:alpha val="23900"/>
            </a:srgbClr>
          </a:solidFill>
          <a:ln>
            <a:noFill/>
          </a:ln>
        </p:spPr>
      </p:sp>
      <p:sp>
        <p:nvSpPr>
          <p:cNvPr id="23" name="!!circle-1td"/>
          <p:cNvSpPr/>
          <p:nvPr/>
        </p:nvSpPr>
        <p:spPr>
          <a:xfrm>
            <a:off x="8461369" y="5656290"/>
            <a:ext cx="35865" cy="35865"/>
          </a:xfrm>
          <a:prstGeom prst="ellipse">
            <a:avLst/>
          </a:prstGeom>
          <a:solidFill>
            <a:srgbClr val="627D8D">
              <a:alpha val="28200"/>
            </a:srgbClr>
          </a:solidFill>
          <a:ln>
            <a:noFill/>
          </a:ln>
        </p:spPr>
      </p:sp>
      <p:sp>
        <p:nvSpPr>
          <p:cNvPr id="24" name="!!circle-1tg"/>
          <p:cNvSpPr/>
          <p:nvPr/>
        </p:nvSpPr>
        <p:spPr>
          <a:xfrm>
            <a:off x="1517528" y="2771067"/>
            <a:ext cx="39218" cy="39218"/>
          </a:xfrm>
          <a:prstGeom prst="ellipse">
            <a:avLst/>
          </a:prstGeom>
          <a:solidFill>
            <a:srgbClr val="627D8D">
              <a:alpha val="29600"/>
            </a:srgbClr>
          </a:solidFill>
          <a:ln>
            <a:noFill/>
          </a:ln>
        </p:spPr>
      </p:sp>
      <p:sp>
        <p:nvSpPr>
          <p:cNvPr id="25" name="!!circle-1tj"/>
          <p:cNvSpPr/>
          <p:nvPr/>
        </p:nvSpPr>
        <p:spPr>
          <a:xfrm>
            <a:off x="7058898" y="5834354"/>
            <a:ext cx="49733" cy="49733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6" name="!!circle-1tm"/>
          <p:cNvSpPr/>
          <p:nvPr/>
        </p:nvSpPr>
        <p:spPr>
          <a:xfrm>
            <a:off x="6426600" y="1519103"/>
            <a:ext cx="41694" cy="41694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7" name="!!circle-1tp"/>
          <p:cNvSpPr/>
          <p:nvPr/>
        </p:nvSpPr>
        <p:spPr>
          <a:xfrm>
            <a:off x="6798552" y="4930373"/>
            <a:ext cx="31979" cy="31979"/>
          </a:xfrm>
          <a:prstGeom prst="ellipse">
            <a:avLst/>
          </a:prstGeom>
          <a:solidFill>
            <a:srgbClr val="627D8D">
              <a:alpha val="24100"/>
            </a:srgbClr>
          </a:solidFill>
          <a:ln>
            <a:noFill/>
          </a:ln>
        </p:spPr>
      </p:sp>
      <p:sp>
        <p:nvSpPr>
          <p:cNvPr id="28" name="!!circle-1ts"/>
          <p:cNvSpPr/>
          <p:nvPr/>
        </p:nvSpPr>
        <p:spPr>
          <a:xfrm>
            <a:off x="3908218" y="782747"/>
            <a:ext cx="18085" cy="18085"/>
          </a:xfrm>
          <a:prstGeom prst="ellipse">
            <a:avLst/>
          </a:prstGeom>
          <a:solidFill>
            <a:srgbClr val="627D8D">
              <a:alpha val="10500"/>
            </a:srgbClr>
          </a:solidFill>
          <a:ln>
            <a:noFill/>
          </a:ln>
        </p:spPr>
      </p:sp>
      <p:sp>
        <p:nvSpPr>
          <p:cNvPr id="29" name="!!circle-1ty"/>
          <p:cNvSpPr/>
          <p:nvPr/>
        </p:nvSpPr>
        <p:spPr>
          <a:xfrm>
            <a:off x="3477346" y="6119813"/>
            <a:ext cx="39243" cy="39243"/>
          </a:xfrm>
          <a:prstGeom prst="ellipse">
            <a:avLst/>
          </a:prstGeom>
          <a:solidFill>
            <a:srgbClr val="627D8D">
              <a:alpha val="27700"/>
            </a:srgbClr>
          </a:solidFill>
          <a:ln>
            <a:noFill/>
          </a:ln>
        </p:spPr>
      </p:sp>
      <p:sp>
        <p:nvSpPr>
          <p:cNvPr id="30" name="!!circle-1u1"/>
          <p:cNvSpPr/>
          <p:nvPr/>
        </p:nvSpPr>
        <p:spPr>
          <a:xfrm>
            <a:off x="1644360" y="6478730"/>
            <a:ext cx="34519" cy="34519"/>
          </a:xfrm>
          <a:prstGeom prst="ellipse">
            <a:avLst/>
          </a:prstGeom>
          <a:solidFill>
            <a:srgbClr val="627D8D">
              <a:alpha val="22500"/>
            </a:srgbClr>
          </a:solidFill>
          <a:ln>
            <a:noFill/>
          </a:ln>
        </p:spPr>
      </p:sp>
      <p:sp>
        <p:nvSpPr>
          <p:cNvPr id="31" name="!!circle-1u4"/>
          <p:cNvSpPr/>
          <p:nvPr/>
        </p:nvSpPr>
        <p:spPr>
          <a:xfrm>
            <a:off x="2705186" y="4909516"/>
            <a:ext cx="46228" cy="46228"/>
          </a:xfrm>
          <a:prstGeom prst="ellipse">
            <a:avLst/>
          </a:prstGeom>
          <a:solidFill>
            <a:srgbClr val="627D8D">
              <a:alpha val="26200"/>
            </a:srgbClr>
          </a:solidFill>
          <a:ln>
            <a:noFill/>
          </a:ln>
        </p:spPr>
      </p:sp>
      <p:sp>
        <p:nvSpPr>
          <p:cNvPr id="32" name="!!circle-1u7"/>
          <p:cNvSpPr/>
          <p:nvPr/>
        </p:nvSpPr>
        <p:spPr>
          <a:xfrm>
            <a:off x="7431427" y="4658804"/>
            <a:ext cx="49327" cy="49327"/>
          </a:xfrm>
          <a:prstGeom prst="ellipse">
            <a:avLst/>
          </a:prstGeom>
          <a:solidFill>
            <a:srgbClr val="627D8D">
              <a:alpha val="20800"/>
            </a:srgbClr>
          </a:solidFill>
          <a:ln>
            <a:noFill/>
          </a:ln>
        </p:spPr>
      </p:sp>
      <p:sp>
        <p:nvSpPr>
          <p:cNvPr id="33" name="!!circle-1ua"/>
          <p:cNvSpPr/>
          <p:nvPr/>
        </p:nvSpPr>
        <p:spPr>
          <a:xfrm>
            <a:off x="9697287" y="5315356"/>
            <a:ext cx="24054" cy="24054"/>
          </a:xfrm>
          <a:prstGeom prst="ellipse">
            <a:avLst/>
          </a:prstGeom>
          <a:solidFill>
            <a:srgbClr val="627D8D">
              <a:alpha val="22200"/>
            </a:srgbClr>
          </a:solidFill>
          <a:ln>
            <a:noFill/>
          </a:ln>
        </p:spPr>
      </p:sp>
      <p:sp>
        <p:nvSpPr>
          <p:cNvPr id="34" name="!!circle-1ud"/>
          <p:cNvSpPr/>
          <p:nvPr/>
        </p:nvSpPr>
        <p:spPr>
          <a:xfrm>
            <a:off x="2018982" y="1373981"/>
            <a:ext cx="32271" cy="32271"/>
          </a:xfrm>
          <a:prstGeom prst="ellipse">
            <a:avLst/>
          </a:prstGeom>
          <a:solidFill>
            <a:srgbClr val="627D8D">
              <a:alpha val="20500"/>
            </a:srgbClr>
          </a:solidFill>
          <a:ln>
            <a:noFill/>
          </a:ln>
        </p:spPr>
      </p:sp>
      <p:sp>
        <p:nvSpPr>
          <p:cNvPr id="35" name="!!circle-1uj"/>
          <p:cNvSpPr/>
          <p:nvPr/>
        </p:nvSpPr>
        <p:spPr>
          <a:xfrm>
            <a:off x="2064191" y="2303188"/>
            <a:ext cx="34252" cy="34252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36" name="!!circle-1um"/>
          <p:cNvSpPr/>
          <p:nvPr/>
        </p:nvSpPr>
        <p:spPr>
          <a:xfrm>
            <a:off x="9599554" y="4114280"/>
            <a:ext cx="44196" cy="44196"/>
          </a:xfrm>
          <a:prstGeom prst="ellipse">
            <a:avLst/>
          </a:prstGeom>
          <a:solidFill>
            <a:srgbClr val="627D8D">
              <a:alpha val="21700"/>
            </a:srgbClr>
          </a:solidFill>
          <a:ln>
            <a:noFill/>
          </a:ln>
        </p:spPr>
      </p:sp>
      <p:sp>
        <p:nvSpPr>
          <p:cNvPr id="37" name="!!circle-1up"/>
          <p:cNvSpPr/>
          <p:nvPr/>
        </p:nvSpPr>
        <p:spPr>
          <a:xfrm>
            <a:off x="6761285" y="1719870"/>
            <a:ext cx="35192" cy="35192"/>
          </a:xfrm>
          <a:prstGeom prst="ellipse">
            <a:avLst/>
          </a:prstGeom>
          <a:solidFill>
            <a:srgbClr val="627D8D">
              <a:alpha val="27100"/>
            </a:srgbClr>
          </a:solidFill>
          <a:ln>
            <a:noFill/>
          </a:ln>
        </p:spPr>
      </p:sp>
      <p:sp>
        <p:nvSpPr>
          <p:cNvPr id="38" name="!!circle-1us"/>
          <p:cNvSpPr/>
          <p:nvPr/>
        </p:nvSpPr>
        <p:spPr>
          <a:xfrm>
            <a:off x="10196215" y="5202417"/>
            <a:ext cx="43358" cy="43358"/>
          </a:xfrm>
          <a:prstGeom prst="ellipse">
            <a:avLst/>
          </a:prstGeom>
          <a:solidFill>
            <a:srgbClr val="627D8D">
              <a:alpha val="19500"/>
            </a:srgbClr>
          </a:solidFill>
          <a:ln>
            <a:noFill/>
          </a:ln>
        </p:spPr>
      </p:sp>
      <p:sp>
        <p:nvSpPr>
          <p:cNvPr id="39" name="!!circle-1uv"/>
          <p:cNvSpPr/>
          <p:nvPr/>
        </p:nvSpPr>
        <p:spPr>
          <a:xfrm>
            <a:off x="3202187" y="1981021"/>
            <a:ext cx="33528" cy="33528"/>
          </a:xfrm>
          <a:prstGeom prst="ellipse">
            <a:avLst/>
          </a:prstGeom>
          <a:solidFill>
            <a:srgbClr val="627D8D">
              <a:alpha val="28300"/>
            </a:srgbClr>
          </a:solidFill>
          <a:ln>
            <a:noFill/>
          </a:ln>
        </p:spPr>
      </p:sp>
      <p:sp>
        <p:nvSpPr>
          <p:cNvPr id="40" name="!!circle-1uy"/>
          <p:cNvSpPr/>
          <p:nvPr/>
        </p:nvSpPr>
        <p:spPr>
          <a:xfrm>
            <a:off x="6831986" y="2569233"/>
            <a:ext cx="28956" cy="28956"/>
          </a:xfrm>
          <a:prstGeom prst="ellipse">
            <a:avLst/>
          </a:prstGeom>
          <a:solidFill>
            <a:srgbClr val="627D8D">
              <a:alpha val="21800"/>
            </a:srgbClr>
          </a:solidFill>
          <a:ln>
            <a:noFill/>
          </a:ln>
        </p:spPr>
      </p:sp>
      <p:sp>
        <p:nvSpPr>
          <p:cNvPr id="41" name="!!circle-1v1"/>
          <p:cNvSpPr/>
          <p:nvPr/>
        </p:nvSpPr>
        <p:spPr>
          <a:xfrm>
            <a:off x="7018642" y="6237354"/>
            <a:ext cx="45555" cy="45555"/>
          </a:xfrm>
          <a:prstGeom prst="ellipse">
            <a:avLst/>
          </a:prstGeom>
          <a:solidFill>
            <a:srgbClr val="627D8D">
              <a:alpha val="20900"/>
            </a:srgbClr>
          </a:solidFill>
          <a:ln>
            <a:noFill/>
          </a:ln>
        </p:spPr>
      </p:sp>
      <p:sp>
        <p:nvSpPr>
          <p:cNvPr id="42" name="!!circle-1v4"/>
          <p:cNvSpPr/>
          <p:nvPr/>
        </p:nvSpPr>
        <p:spPr>
          <a:xfrm>
            <a:off x="11296211" y="3087286"/>
            <a:ext cx="39484" cy="39484"/>
          </a:xfrm>
          <a:prstGeom prst="ellipse">
            <a:avLst/>
          </a:prstGeom>
          <a:solidFill>
            <a:srgbClr val="627D8D">
              <a:alpha val="13600"/>
            </a:srgbClr>
          </a:solidFill>
          <a:ln>
            <a:noFill/>
          </a:ln>
        </p:spPr>
      </p:sp>
      <p:sp>
        <p:nvSpPr>
          <p:cNvPr id="43" name="!!circle-1v7"/>
          <p:cNvSpPr/>
          <p:nvPr/>
        </p:nvSpPr>
        <p:spPr>
          <a:xfrm>
            <a:off x="7478197" y="5579063"/>
            <a:ext cx="30455" cy="30455"/>
          </a:xfrm>
          <a:prstGeom prst="ellipse">
            <a:avLst/>
          </a:prstGeom>
          <a:solidFill>
            <a:srgbClr val="627D8D">
              <a:alpha val="16500"/>
            </a:srgbClr>
          </a:solidFill>
          <a:ln>
            <a:noFill/>
          </a:ln>
        </p:spPr>
      </p:sp>
      <p:sp>
        <p:nvSpPr>
          <p:cNvPr id="44" name="!!circle-1va"/>
          <p:cNvSpPr/>
          <p:nvPr/>
        </p:nvSpPr>
        <p:spPr>
          <a:xfrm>
            <a:off x="8983811" y="6340019"/>
            <a:ext cx="28257" cy="28257"/>
          </a:xfrm>
          <a:prstGeom prst="ellipse">
            <a:avLst/>
          </a:prstGeom>
          <a:solidFill>
            <a:srgbClr val="627D8D">
              <a:alpha val="15700"/>
            </a:srgbClr>
          </a:solidFill>
          <a:ln>
            <a:noFill/>
          </a:ln>
        </p:spPr>
      </p:sp>
      <p:sp>
        <p:nvSpPr>
          <p:cNvPr id="45" name="!!circle-1vd"/>
          <p:cNvSpPr/>
          <p:nvPr/>
        </p:nvSpPr>
        <p:spPr>
          <a:xfrm>
            <a:off x="11425556" y="4990366"/>
            <a:ext cx="45149" cy="45149"/>
          </a:xfrm>
          <a:prstGeom prst="ellipse">
            <a:avLst/>
          </a:prstGeom>
          <a:solidFill>
            <a:srgbClr val="627D8D">
              <a:alpha val="31200"/>
            </a:srgbClr>
          </a:solidFill>
          <a:ln>
            <a:noFill/>
          </a:ln>
        </p:spPr>
      </p:sp>
      <p:sp>
        <p:nvSpPr>
          <p:cNvPr id="46" name="!!circle-1vg"/>
          <p:cNvSpPr/>
          <p:nvPr/>
        </p:nvSpPr>
        <p:spPr>
          <a:xfrm>
            <a:off x="3470353" y="2964300"/>
            <a:ext cx="30696" cy="30696"/>
          </a:xfrm>
          <a:prstGeom prst="ellipse">
            <a:avLst/>
          </a:prstGeom>
          <a:solidFill>
            <a:srgbClr val="627D8D">
              <a:alpha val="25700"/>
            </a:srgbClr>
          </a:solidFill>
          <a:ln>
            <a:noFill/>
          </a:ln>
        </p:spPr>
      </p:sp>
      <p:sp>
        <p:nvSpPr>
          <p:cNvPr id="47" name="!!circle-1vj"/>
          <p:cNvSpPr/>
          <p:nvPr/>
        </p:nvSpPr>
        <p:spPr>
          <a:xfrm>
            <a:off x="8821215" y="3483816"/>
            <a:ext cx="37401" cy="37401"/>
          </a:xfrm>
          <a:prstGeom prst="ellipse">
            <a:avLst/>
          </a:prstGeom>
          <a:solidFill>
            <a:srgbClr val="627D8D">
              <a:alpha val="16000"/>
            </a:srgbClr>
          </a:solidFill>
          <a:ln>
            <a:noFill/>
          </a:ln>
        </p:spPr>
      </p:sp>
      <p:sp>
        <p:nvSpPr>
          <p:cNvPr id="48" name="!!circle-1vm"/>
          <p:cNvSpPr/>
          <p:nvPr/>
        </p:nvSpPr>
        <p:spPr>
          <a:xfrm>
            <a:off x="1814658" y="4361845"/>
            <a:ext cx="33096" cy="33096"/>
          </a:xfrm>
          <a:prstGeom prst="ellipse">
            <a:avLst/>
          </a:prstGeom>
          <a:solidFill>
            <a:srgbClr val="627D8D">
              <a:alpha val="22300"/>
            </a:srgbClr>
          </a:solidFill>
          <a:ln>
            <a:noFill/>
          </a:ln>
        </p:spPr>
      </p:sp>
      <p:sp>
        <p:nvSpPr>
          <p:cNvPr id="49" name="!!circle-1vp"/>
          <p:cNvSpPr/>
          <p:nvPr/>
        </p:nvSpPr>
        <p:spPr>
          <a:xfrm>
            <a:off x="11573846" y="481835"/>
            <a:ext cx="21145" cy="21145"/>
          </a:xfrm>
          <a:prstGeom prst="ellipse">
            <a:avLst/>
          </a:prstGeom>
          <a:solidFill>
            <a:srgbClr val="627D8D">
              <a:alpha val="16300"/>
            </a:srgbClr>
          </a:solidFill>
          <a:ln>
            <a:noFill/>
          </a:ln>
        </p:spPr>
      </p:sp>
      <p:sp>
        <p:nvSpPr>
          <p:cNvPr id="50" name="!!circle-1vs"/>
          <p:cNvSpPr/>
          <p:nvPr/>
        </p:nvSpPr>
        <p:spPr>
          <a:xfrm>
            <a:off x="11075535" y="5462416"/>
            <a:ext cx="35281" cy="35281"/>
          </a:xfrm>
          <a:prstGeom prst="ellipse">
            <a:avLst/>
          </a:prstGeom>
          <a:solidFill>
            <a:srgbClr val="627D8D">
              <a:alpha val="30000"/>
            </a:srgbClr>
          </a:solidFill>
          <a:ln>
            <a:noFill/>
          </a:ln>
        </p:spPr>
      </p:sp>
      <p:sp>
        <p:nvSpPr>
          <p:cNvPr id="51" name="!!text-59i" descr="交易安全"/>
          <p:cNvSpPr txBox="1"/>
          <p:nvPr/>
        </p:nvSpPr>
        <p:spPr>
          <a:xfrm>
            <a:off x="633349" y="567456"/>
            <a:ext cx="724388" cy="22508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24" b="1" kern="0" spc="147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交易安</a:t>
            </a:r>
            <a:r>
              <a:rPr lang="zh-TW" altLang="en-US" sz="1224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全</a:t>
            </a:r>
            <a:endParaRPr lang="zh-TW" sz="1224"/>
          </a:p>
        </p:txBody>
      </p:sp>
      <p:sp>
        <p:nvSpPr>
          <p:cNvPr id="52" name="!!text-59s" descr="付款前，再驗證一次"/>
          <p:cNvSpPr txBox="1"/>
          <p:nvPr/>
        </p:nvSpPr>
        <p:spPr>
          <a:xfrm>
            <a:off x="633349" y="841563"/>
            <a:ext cx="4113154" cy="67526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3672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付款</a:t>
            </a:r>
            <a:r>
              <a:rPr lang="zh-TW" altLang="en-US" sz="3672" kern="0" spc="-1102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前</a:t>
            </a:r>
            <a:r>
              <a:rPr lang="zh-TW" altLang="en-US" sz="3672" kern="0" spc="-661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，</a:t>
            </a:r>
            <a:r>
              <a:rPr lang="zh-TW" altLang="en-US" sz="3672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再驗證一次</a:t>
            </a:r>
            <a:endParaRPr lang="zh-TW" sz="3672"/>
          </a:p>
        </p:txBody>
      </p:sp>
      <p:sp>
        <p:nvSpPr>
          <p:cNvPr id="53" name="!!text-5a6" descr="結帳須輸入交易密碼或通過生物辨識，登入可用通行密鑰。"/>
          <p:cNvSpPr txBox="1"/>
          <p:nvPr/>
        </p:nvSpPr>
        <p:spPr>
          <a:xfrm>
            <a:off x="633349" y="1571650"/>
            <a:ext cx="5110353" cy="28136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530" kern="0" dirty="0">
                <a:solidFill>
                  <a:srgbClr val="3F4A54"/>
                </a:solidFill>
                <a:latin typeface="Noto Sans TC Medium"/>
                <a:ea typeface="Noto Sans TC Medium"/>
                <a:cs typeface="Noto Sans TC Medium"/>
              </a:rPr>
              <a:t>結帳須輸入交易密碼或通過生物辨識，登入可用通行密鑰。</a:t>
            </a:r>
            <a:endParaRPr lang="zh-TW" sz="1530"/>
          </a:p>
        </p:txBody>
      </p:sp>
      <p:sp>
        <p:nvSpPr>
          <p:cNvPr id="54" name="!!rect-5b4"/>
          <p:cNvSpPr/>
          <p:nvPr/>
        </p:nvSpPr>
        <p:spPr>
          <a:xfrm>
            <a:off x="1462405" y="2315210"/>
            <a:ext cx="4015740" cy="958596"/>
          </a:xfrm>
          <a:prstGeom prst="roundRect">
            <a:avLst>
              <a:gd name="adj" fmla="val 20690"/>
            </a:avLst>
          </a:prstGeom>
          <a:solidFill>
            <a:srgbClr val="0B1A26">
              <a:alpha val="12000"/>
            </a:srgbClr>
          </a:solidFill>
          <a:ln>
            <a:noFill/>
          </a:ln>
          <a:effectLst>
            <a:softEdge rad="227990"/>
          </a:effectLst>
        </p:spPr>
      </p:sp>
      <p:sp>
        <p:nvSpPr>
          <p:cNvPr id="55" name="!!rect-5b5"/>
          <p:cNvSpPr/>
          <p:nvPr/>
        </p:nvSpPr>
        <p:spPr>
          <a:xfrm>
            <a:off x="1527175" y="2328164"/>
            <a:ext cx="3886200" cy="7772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477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56" name="!!circle-5b6"/>
          <p:cNvSpPr/>
          <p:nvPr/>
        </p:nvSpPr>
        <p:spPr>
          <a:xfrm>
            <a:off x="1734439" y="2496566"/>
            <a:ext cx="440436" cy="440436"/>
          </a:xfrm>
          <a:prstGeom prst="ellipse">
            <a:avLst/>
          </a:prstGeom>
          <a:solidFill>
            <a:srgbClr val="627D8D">
              <a:alpha val="12000"/>
            </a:srgbClr>
          </a:solidFill>
          <a:ln>
            <a:noFill/>
          </a:ln>
        </p:spPr>
      </p:sp>
      <p:sp>
        <p:nvSpPr>
          <p:cNvPr id="57" name="!!path-5b7"/>
          <p:cNvSpPr/>
          <p:nvPr/>
        </p:nvSpPr>
        <p:spPr>
          <a:xfrm>
            <a:off x="1873902" y="2605755"/>
            <a:ext cx="161459" cy="211914"/>
          </a:xfrm>
          <a:custGeom>
            <a:avLst/>
            <a:gdLst/>
            <a:ahLst/>
            <a:cxnLst/>
            <a:rect l="l" t="t" r="r" b="b"/>
            <a:pathLst>
              <a:path w="161459" h="211914">
                <a:moveTo>
                  <a:pt x="141276" y="70638"/>
                </a:moveTo>
                <a:lnTo>
                  <a:pt x="131185" y="70638"/>
                </a:lnTo>
                <a:lnTo>
                  <a:pt x="131185" y="50456"/>
                </a:lnTo>
                <a:cubicBezTo>
                  <a:pt x="131185" y="22604"/>
                  <a:pt x="108581" y="0"/>
                  <a:pt x="80729" y="0"/>
                </a:cubicBezTo>
                <a:cubicBezTo>
                  <a:pt x="52878" y="0"/>
                  <a:pt x="30273" y="22604"/>
                  <a:pt x="30273" y="50456"/>
                </a:cubicBezTo>
                <a:lnTo>
                  <a:pt x="30273" y="70638"/>
                </a:lnTo>
                <a:lnTo>
                  <a:pt x="20182" y="70638"/>
                </a:lnTo>
                <a:cubicBezTo>
                  <a:pt x="9082" y="70638"/>
                  <a:pt x="0" y="79720"/>
                  <a:pt x="0" y="90820"/>
                </a:cubicBezTo>
                <a:lnTo>
                  <a:pt x="0" y="191732"/>
                </a:lnTo>
                <a:cubicBezTo>
                  <a:pt x="0" y="202832"/>
                  <a:pt x="9082" y="211914"/>
                  <a:pt x="20182" y="211914"/>
                </a:cubicBezTo>
                <a:lnTo>
                  <a:pt x="141276" y="211914"/>
                </a:lnTo>
                <a:cubicBezTo>
                  <a:pt x="152377" y="211914"/>
                  <a:pt x="161459" y="202832"/>
                  <a:pt x="161459" y="191732"/>
                </a:cubicBezTo>
                <a:lnTo>
                  <a:pt x="161459" y="90820"/>
                </a:lnTo>
                <a:cubicBezTo>
                  <a:pt x="161459" y="79720"/>
                  <a:pt x="152377" y="70638"/>
                  <a:pt x="141276" y="70638"/>
                </a:cubicBezTo>
                <a:close/>
                <a:moveTo>
                  <a:pt x="80729" y="161459"/>
                </a:moveTo>
                <a:cubicBezTo>
                  <a:pt x="69629" y="161459"/>
                  <a:pt x="60547" y="152377"/>
                  <a:pt x="60547" y="141276"/>
                </a:cubicBezTo>
                <a:cubicBezTo>
                  <a:pt x="60547" y="130176"/>
                  <a:pt x="69629" y="121094"/>
                  <a:pt x="80729" y="121094"/>
                </a:cubicBezTo>
                <a:cubicBezTo>
                  <a:pt x="91830" y="121094"/>
                  <a:pt x="100912" y="130176"/>
                  <a:pt x="100912" y="141276"/>
                </a:cubicBezTo>
                <a:cubicBezTo>
                  <a:pt x="100912" y="152377"/>
                  <a:pt x="91830" y="161459"/>
                  <a:pt x="80729" y="161459"/>
                </a:cubicBezTo>
                <a:close/>
                <a:moveTo>
                  <a:pt x="112012" y="70638"/>
                </a:moveTo>
                <a:lnTo>
                  <a:pt x="49447" y="70638"/>
                </a:lnTo>
                <a:lnTo>
                  <a:pt x="49447" y="50456"/>
                </a:lnTo>
                <a:cubicBezTo>
                  <a:pt x="49447" y="33200"/>
                  <a:pt x="63473" y="19173"/>
                  <a:pt x="80729" y="19173"/>
                </a:cubicBezTo>
                <a:cubicBezTo>
                  <a:pt x="97985" y="19173"/>
                  <a:pt x="112012" y="33200"/>
                  <a:pt x="112012" y="50456"/>
                </a:cubicBezTo>
                <a:lnTo>
                  <a:pt x="112012" y="70638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58" name="!!text-5b8" descr="交易密碼"/>
          <p:cNvSpPr txBox="1"/>
          <p:nvPr/>
        </p:nvSpPr>
        <p:spPr>
          <a:xfrm>
            <a:off x="2330323" y="2469622"/>
            <a:ext cx="724129" cy="24384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26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交易密碼</a:t>
            </a:r>
            <a:endParaRPr lang="zh-TW" sz="1326"/>
          </a:p>
        </p:txBody>
      </p:sp>
      <p:sp>
        <p:nvSpPr>
          <p:cNvPr id="59" name="!!text-5bd" descr="結帳時輸入 6 位數字"/>
          <p:cNvSpPr txBox="1"/>
          <p:nvPr/>
        </p:nvSpPr>
        <p:spPr>
          <a:xfrm>
            <a:off x="2330323" y="2732847"/>
            <a:ext cx="1325622" cy="20633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22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結帳時輸入 6 位數字</a:t>
            </a:r>
            <a:endParaRPr lang="zh-TW" sz="1122"/>
          </a:p>
        </p:txBody>
      </p:sp>
      <p:sp>
        <p:nvSpPr>
          <p:cNvPr id="60" name="!!rect-5bt"/>
          <p:cNvSpPr/>
          <p:nvPr/>
        </p:nvSpPr>
        <p:spPr>
          <a:xfrm>
            <a:off x="1462405" y="3286760"/>
            <a:ext cx="4015740" cy="958596"/>
          </a:xfrm>
          <a:prstGeom prst="roundRect">
            <a:avLst>
              <a:gd name="adj" fmla="val 20690"/>
            </a:avLst>
          </a:prstGeom>
          <a:solidFill>
            <a:srgbClr val="0B1A26">
              <a:alpha val="12000"/>
            </a:srgbClr>
          </a:solidFill>
          <a:ln>
            <a:noFill/>
          </a:ln>
          <a:effectLst>
            <a:softEdge rad="227990"/>
          </a:effectLst>
        </p:spPr>
      </p:sp>
      <p:sp>
        <p:nvSpPr>
          <p:cNvPr id="61" name="!!rect-5bu"/>
          <p:cNvSpPr/>
          <p:nvPr/>
        </p:nvSpPr>
        <p:spPr>
          <a:xfrm>
            <a:off x="1527175" y="3299714"/>
            <a:ext cx="3886200" cy="7772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477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62" name="!!circle-5bv"/>
          <p:cNvSpPr/>
          <p:nvPr/>
        </p:nvSpPr>
        <p:spPr>
          <a:xfrm>
            <a:off x="1734439" y="3468116"/>
            <a:ext cx="440436" cy="440436"/>
          </a:xfrm>
          <a:prstGeom prst="ellipse">
            <a:avLst/>
          </a:prstGeom>
          <a:solidFill>
            <a:srgbClr val="627D8D">
              <a:alpha val="12000"/>
            </a:srgbClr>
          </a:solidFill>
          <a:ln>
            <a:noFill/>
          </a:ln>
        </p:spPr>
      </p:sp>
      <p:sp>
        <p:nvSpPr>
          <p:cNvPr id="63" name="!!path-5bw"/>
          <p:cNvSpPr/>
          <p:nvPr/>
        </p:nvSpPr>
        <p:spPr>
          <a:xfrm>
            <a:off x="1863104" y="3587396"/>
            <a:ext cx="182953" cy="201823"/>
          </a:xfrm>
          <a:custGeom>
            <a:avLst/>
            <a:gdLst/>
            <a:ahLst/>
            <a:cxnLst/>
            <a:rect l="l" t="t" r="r" b="b"/>
            <a:pathLst>
              <a:path w="182953" h="201823">
                <a:moveTo>
                  <a:pt x="150157" y="24925"/>
                </a:moveTo>
                <a:cubicBezTo>
                  <a:pt x="149349" y="24925"/>
                  <a:pt x="148542" y="24723"/>
                  <a:pt x="147836" y="24320"/>
                </a:cubicBezTo>
                <a:cubicBezTo>
                  <a:pt x="128461" y="14329"/>
                  <a:pt x="111709" y="10091"/>
                  <a:pt x="91628" y="10091"/>
                </a:cubicBezTo>
                <a:cubicBezTo>
                  <a:pt x="71647" y="10091"/>
                  <a:pt x="52676" y="14834"/>
                  <a:pt x="35420" y="24320"/>
                </a:cubicBezTo>
                <a:cubicBezTo>
                  <a:pt x="32998" y="25632"/>
                  <a:pt x="29971" y="24723"/>
                  <a:pt x="28558" y="22301"/>
                </a:cubicBezTo>
                <a:cubicBezTo>
                  <a:pt x="27246" y="19880"/>
                  <a:pt x="28154" y="16751"/>
                  <a:pt x="30576" y="15439"/>
                </a:cubicBezTo>
                <a:cubicBezTo>
                  <a:pt x="49346" y="5247"/>
                  <a:pt x="69932" y="0"/>
                  <a:pt x="91628" y="0"/>
                </a:cubicBezTo>
                <a:cubicBezTo>
                  <a:pt x="113122" y="0"/>
                  <a:pt x="131892" y="4743"/>
                  <a:pt x="152478" y="15339"/>
                </a:cubicBezTo>
                <a:cubicBezTo>
                  <a:pt x="155000" y="16650"/>
                  <a:pt x="155909" y="19678"/>
                  <a:pt x="154597" y="22100"/>
                </a:cubicBezTo>
                <a:cubicBezTo>
                  <a:pt x="153688" y="23916"/>
                  <a:pt x="151973" y="24925"/>
                  <a:pt x="150157" y="24925"/>
                </a:cubicBezTo>
                <a:close/>
                <a:moveTo>
                  <a:pt x="5752" y="77904"/>
                </a:moveTo>
                <a:cubicBezTo>
                  <a:pt x="4743" y="77904"/>
                  <a:pt x="3734" y="77601"/>
                  <a:pt x="2826" y="76996"/>
                </a:cubicBezTo>
                <a:cubicBezTo>
                  <a:pt x="505" y="75381"/>
                  <a:pt x="0" y="72253"/>
                  <a:pt x="1615" y="69932"/>
                </a:cubicBezTo>
                <a:cubicBezTo>
                  <a:pt x="11605" y="55804"/>
                  <a:pt x="24320" y="44704"/>
                  <a:pt x="39456" y="36934"/>
                </a:cubicBezTo>
                <a:cubicBezTo>
                  <a:pt x="71143" y="20586"/>
                  <a:pt x="111709" y="20485"/>
                  <a:pt x="143496" y="36833"/>
                </a:cubicBezTo>
                <a:cubicBezTo>
                  <a:pt x="158633" y="44603"/>
                  <a:pt x="171348" y="55602"/>
                  <a:pt x="181338" y="69629"/>
                </a:cubicBezTo>
                <a:cubicBezTo>
                  <a:pt x="182953" y="71849"/>
                  <a:pt x="182448" y="75078"/>
                  <a:pt x="180127" y="76693"/>
                </a:cubicBezTo>
                <a:cubicBezTo>
                  <a:pt x="177806" y="78307"/>
                  <a:pt x="174678" y="77803"/>
                  <a:pt x="173064" y="75482"/>
                </a:cubicBezTo>
                <a:cubicBezTo>
                  <a:pt x="163981" y="62767"/>
                  <a:pt x="152478" y="52777"/>
                  <a:pt x="138854" y="45814"/>
                </a:cubicBezTo>
                <a:cubicBezTo>
                  <a:pt x="109893" y="30980"/>
                  <a:pt x="72858" y="30980"/>
                  <a:pt x="43997" y="45915"/>
                </a:cubicBezTo>
                <a:cubicBezTo>
                  <a:pt x="30273" y="52979"/>
                  <a:pt x="18770" y="63070"/>
                  <a:pt x="9688" y="75785"/>
                </a:cubicBezTo>
                <a:cubicBezTo>
                  <a:pt x="8880" y="77197"/>
                  <a:pt x="7367" y="77904"/>
                  <a:pt x="5752" y="77904"/>
                </a:cubicBezTo>
                <a:close/>
                <a:moveTo>
                  <a:pt x="68822" y="199704"/>
                </a:moveTo>
                <a:cubicBezTo>
                  <a:pt x="67510" y="199704"/>
                  <a:pt x="66198" y="199200"/>
                  <a:pt x="65290" y="198191"/>
                </a:cubicBezTo>
                <a:cubicBezTo>
                  <a:pt x="56511" y="189411"/>
                  <a:pt x="51768" y="183760"/>
                  <a:pt x="45007" y="171550"/>
                </a:cubicBezTo>
                <a:cubicBezTo>
                  <a:pt x="38044" y="159138"/>
                  <a:pt x="34411" y="144001"/>
                  <a:pt x="34411" y="127754"/>
                </a:cubicBezTo>
                <a:cubicBezTo>
                  <a:pt x="34411" y="97783"/>
                  <a:pt x="60042" y="73363"/>
                  <a:pt x="91527" y="73363"/>
                </a:cubicBezTo>
                <a:cubicBezTo>
                  <a:pt x="123011" y="73363"/>
                  <a:pt x="148643" y="97783"/>
                  <a:pt x="148643" y="127754"/>
                </a:cubicBezTo>
                <a:cubicBezTo>
                  <a:pt x="148643" y="130580"/>
                  <a:pt x="146423" y="132800"/>
                  <a:pt x="143597" y="132800"/>
                </a:cubicBezTo>
                <a:cubicBezTo>
                  <a:pt x="140772" y="132800"/>
                  <a:pt x="138552" y="130580"/>
                  <a:pt x="138552" y="127754"/>
                </a:cubicBezTo>
                <a:cubicBezTo>
                  <a:pt x="138552" y="103334"/>
                  <a:pt x="117461" y="83454"/>
                  <a:pt x="91527" y="83454"/>
                </a:cubicBezTo>
                <a:cubicBezTo>
                  <a:pt x="65593" y="83454"/>
                  <a:pt x="44502" y="103334"/>
                  <a:pt x="44502" y="127754"/>
                </a:cubicBezTo>
                <a:cubicBezTo>
                  <a:pt x="44502" y="142285"/>
                  <a:pt x="47731" y="155707"/>
                  <a:pt x="53887" y="166605"/>
                </a:cubicBezTo>
                <a:cubicBezTo>
                  <a:pt x="60345" y="178210"/>
                  <a:pt x="64785" y="183155"/>
                  <a:pt x="72555" y="191026"/>
                </a:cubicBezTo>
                <a:cubicBezTo>
                  <a:pt x="74473" y="193044"/>
                  <a:pt x="74473" y="196172"/>
                  <a:pt x="72555" y="198191"/>
                </a:cubicBezTo>
                <a:cubicBezTo>
                  <a:pt x="71445" y="199200"/>
                  <a:pt x="70134" y="199704"/>
                  <a:pt x="68822" y="199704"/>
                </a:cubicBezTo>
                <a:close/>
                <a:moveTo>
                  <a:pt x="141175" y="181036"/>
                </a:moveTo>
                <a:cubicBezTo>
                  <a:pt x="129167" y="181036"/>
                  <a:pt x="118571" y="178008"/>
                  <a:pt x="109893" y="172054"/>
                </a:cubicBezTo>
                <a:cubicBezTo>
                  <a:pt x="94857" y="161862"/>
                  <a:pt x="85876" y="145313"/>
                  <a:pt x="85876" y="127754"/>
                </a:cubicBezTo>
                <a:cubicBezTo>
                  <a:pt x="85876" y="124929"/>
                  <a:pt x="88096" y="122709"/>
                  <a:pt x="90921" y="122709"/>
                </a:cubicBezTo>
                <a:cubicBezTo>
                  <a:pt x="93747" y="122709"/>
                  <a:pt x="95967" y="124929"/>
                  <a:pt x="95967" y="127754"/>
                </a:cubicBezTo>
                <a:cubicBezTo>
                  <a:pt x="95967" y="141983"/>
                  <a:pt x="103233" y="155404"/>
                  <a:pt x="115544" y="163679"/>
                </a:cubicBezTo>
                <a:cubicBezTo>
                  <a:pt x="122709" y="168522"/>
                  <a:pt x="131084" y="170843"/>
                  <a:pt x="141175" y="170843"/>
                </a:cubicBezTo>
                <a:cubicBezTo>
                  <a:pt x="143597" y="170843"/>
                  <a:pt x="147634" y="170541"/>
                  <a:pt x="151670" y="169834"/>
                </a:cubicBezTo>
                <a:cubicBezTo>
                  <a:pt x="154395" y="169330"/>
                  <a:pt x="157019" y="171146"/>
                  <a:pt x="157523" y="173972"/>
                </a:cubicBezTo>
                <a:cubicBezTo>
                  <a:pt x="158028" y="176696"/>
                  <a:pt x="156211" y="179320"/>
                  <a:pt x="153386" y="179825"/>
                </a:cubicBezTo>
                <a:cubicBezTo>
                  <a:pt x="147634" y="180935"/>
                  <a:pt x="142588" y="181036"/>
                  <a:pt x="141175" y="181036"/>
                </a:cubicBezTo>
                <a:close/>
                <a:moveTo>
                  <a:pt x="120892" y="201823"/>
                </a:moveTo>
                <a:cubicBezTo>
                  <a:pt x="120489" y="201823"/>
                  <a:pt x="119984" y="201722"/>
                  <a:pt x="119580" y="201622"/>
                </a:cubicBezTo>
                <a:cubicBezTo>
                  <a:pt x="103535" y="197181"/>
                  <a:pt x="93041" y="191228"/>
                  <a:pt x="82041" y="180430"/>
                </a:cubicBezTo>
                <a:cubicBezTo>
                  <a:pt x="67914" y="166403"/>
                  <a:pt x="60143" y="147735"/>
                  <a:pt x="60143" y="127754"/>
                </a:cubicBezTo>
                <a:cubicBezTo>
                  <a:pt x="60143" y="111406"/>
                  <a:pt x="74069" y="98086"/>
                  <a:pt x="91224" y="98086"/>
                </a:cubicBezTo>
                <a:cubicBezTo>
                  <a:pt x="108379" y="98086"/>
                  <a:pt x="122305" y="111406"/>
                  <a:pt x="122305" y="127754"/>
                </a:cubicBezTo>
                <a:cubicBezTo>
                  <a:pt x="122305" y="138552"/>
                  <a:pt x="131690" y="147331"/>
                  <a:pt x="143295" y="147331"/>
                </a:cubicBezTo>
                <a:cubicBezTo>
                  <a:pt x="154899" y="147331"/>
                  <a:pt x="164284" y="138552"/>
                  <a:pt x="164284" y="127754"/>
                </a:cubicBezTo>
                <a:cubicBezTo>
                  <a:pt x="164284" y="89710"/>
                  <a:pt x="131488" y="58831"/>
                  <a:pt x="91123" y="58831"/>
                </a:cubicBezTo>
                <a:cubicBezTo>
                  <a:pt x="62464" y="58831"/>
                  <a:pt x="36227" y="74776"/>
                  <a:pt x="24421" y="99499"/>
                </a:cubicBezTo>
                <a:cubicBezTo>
                  <a:pt x="20485" y="107673"/>
                  <a:pt x="18467" y="117259"/>
                  <a:pt x="18467" y="127754"/>
                </a:cubicBezTo>
                <a:cubicBezTo>
                  <a:pt x="18467" y="135625"/>
                  <a:pt x="19173" y="148037"/>
                  <a:pt x="25228" y="164183"/>
                </a:cubicBezTo>
                <a:cubicBezTo>
                  <a:pt x="26237" y="166807"/>
                  <a:pt x="24925" y="169733"/>
                  <a:pt x="22301" y="170642"/>
                </a:cubicBezTo>
                <a:cubicBezTo>
                  <a:pt x="19678" y="171651"/>
                  <a:pt x="16751" y="170238"/>
                  <a:pt x="15843" y="167715"/>
                </a:cubicBezTo>
                <a:cubicBezTo>
                  <a:pt x="10898" y="154496"/>
                  <a:pt x="8477" y="141377"/>
                  <a:pt x="8477" y="127754"/>
                </a:cubicBezTo>
                <a:cubicBezTo>
                  <a:pt x="8477" y="115645"/>
                  <a:pt x="10798" y="104645"/>
                  <a:pt x="15339" y="95059"/>
                </a:cubicBezTo>
                <a:cubicBezTo>
                  <a:pt x="28760" y="66904"/>
                  <a:pt x="58529" y="48639"/>
                  <a:pt x="91123" y="48639"/>
                </a:cubicBezTo>
                <a:cubicBezTo>
                  <a:pt x="137038" y="48639"/>
                  <a:pt x="174375" y="84059"/>
                  <a:pt x="174375" y="127653"/>
                </a:cubicBezTo>
                <a:cubicBezTo>
                  <a:pt x="174375" y="144001"/>
                  <a:pt x="160450" y="157321"/>
                  <a:pt x="143295" y="157321"/>
                </a:cubicBezTo>
                <a:cubicBezTo>
                  <a:pt x="126140" y="157321"/>
                  <a:pt x="112214" y="144001"/>
                  <a:pt x="112214" y="127653"/>
                </a:cubicBezTo>
                <a:cubicBezTo>
                  <a:pt x="112214" y="116856"/>
                  <a:pt x="102829" y="108076"/>
                  <a:pt x="91224" y="108076"/>
                </a:cubicBezTo>
                <a:cubicBezTo>
                  <a:pt x="79619" y="108076"/>
                  <a:pt x="70235" y="116856"/>
                  <a:pt x="70235" y="127653"/>
                </a:cubicBezTo>
                <a:cubicBezTo>
                  <a:pt x="70235" y="144909"/>
                  <a:pt x="76895" y="161055"/>
                  <a:pt x="89105" y="173164"/>
                </a:cubicBezTo>
                <a:cubicBezTo>
                  <a:pt x="98692" y="182650"/>
                  <a:pt x="107875" y="187898"/>
                  <a:pt x="122103" y="191833"/>
                </a:cubicBezTo>
                <a:cubicBezTo>
                  <a:pt x="124828" y="192539"/>
                  <a:pt x="126341" y="195365"/>
                  <a:pt x="125635" y="197989"/>
                </a:cubicBezTo>
                <a:cubicBezTo>
                  <a:pt x="125130" y="200310"/>
                  <a:pt x="123011" y="201823"/>
                  <a:pt x="120892" y="201823"/>
                </a:cubicBez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64" name="!!text-5bx" descr="生物辨識付款"/>
          <p:cNvSpPr txBox="1"/>
          <p:nvPr/>
        </p:nvSpPr>
        <p:spPr>
          <a:xfrm>
            <a:off x="2330323" y="3441172"/>
            <a:ext cx="1060933" cy="24384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26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生物辨識付款</a:t>
            </a:r>
            <a:endParaRPr lang="zh-TW" sz="1326"/>
          </a:p>
        </p:txBody>
      </p:sp>
      <p:sp>
        <p:nvSpPr>
          <p:cNvPr id="65" name="!!text-5c4" descr="辨識失敗時改用交易密碼"/>
          <p:cNvSpPr txBox="1"/>
          <p:nvPr/>
        </p:nvSpPr>
        <p:spPr>
          <a:xfrm>
            <a:off x="2330323" y="3704397"/>
            <a:ext cx="1610182" cy="20633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22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辨識失敗時改用交易密碼</a:t>
            </a:r>
            <a:endParaRPr lang="zh-TW" sz="1122"/>
          </a:p>
        </p:txBody>
      </p:sp>
      <p:sp>
        <p:nvSpPr>
          <p:cNvPr id="66" name="!!rect-5ck"/>
          <p:cNvSpPr/>
          <p:nvPr/>
        </p:nvSpPr>
        <p:spPr>
          <a:xfrm>
            <a:off x="1462405" y="4258310"/>
            <a:ext cx="4015740" cy="958596"/>
          </a:xfrm>
          <a:prstGeom prst="roundRect">
            <a:avLst>
              <a:gd name="adj" fmla="val 20690"/>
            </a:avLst>
          </a:prstGeom>
          <a:solidFill>
            <a:srgbClr val="0B1A26">
              <a:alpha val="12000"/>
            </a:srgbClr>
          </a:solidFill>
          <a:ln>
            <a:noFill/>
          </a:ln>
          <a:effectLst>
            <a:softEdge rad="227990"/>
          </a:effectLst>
        </p:spPr>
      </p:sp>
      <p:sp>
        <p:nvSpPr>
          <p:cNvPr id="67" name="!!rect-5cl"/>
          <p:cNvSpPr/>
          <p:nvPr/>
        </p:nvSpPr>
        <p:spPr>
          <a:xfrm>
            <a:off x="1527175" y="4271264"/>
            <a:ext cx="3886200" cy="7772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477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68" name="!!circle-5cm"/>
          <p:cNvSpPr/>
          <p:nvPr/>
        </p:nvSpPr>
        <p:spPr>
          <a:xfrm>
            <a:off x="1734439" y="4439666"/>
            <a:ext cx="440436" cy="440436"/>
          </a:xfrm>
          <a:prstGeom prst="ellipse">
            <a:avLst/>
          </a:prstGeom>
          <a:solidFill>
            <a:srgbClr val="627D8D">
              <a:alpha val="12000"/>
            </a:srgbClr>
          </a:solidFill>
          <a:ln>
            <a:noFill/>
          </a:ln>
        </p:spPr>
      </p:sp>
      <p:sp>
        <p:nvSpPr>
          <p:cNvPr id="69" name="!!path-5cn"/>
          <p:cNvSpPr/>
          <p:nvPr/>
        </p:nvSpPr>
        <p:spPr>
          <a:xfrm>
            <a:off x="1843628" y="4599311"/>
            <a:ext cx="222006" cy="121094"/>
          </a:xfrm>
          <a:custGeom>
            <a:avLst/>
            <a:gdLst/>
            <a:ahLst/>
            <a:cxnLst/>
            <a:rect l="l" t="t" r="r" b="b"/>
            <a:pathLst>
              <a:path w="222006" h="121094">
                <a:moveTo>
                  <a:pt x="117562" y="40365"/>
                </a:moveTo>
                <a:cubicBezTo>
                  <a:pt x="109287" y="16852"/>
                  <a:pt x="86885" y="0"/>
                  <a:pt x="60547" y="0"/>
                </a:cubicBezTo>
                <a:cubicBezTo>
                  <a:pt x="27145" y="0"/>
                  <a:pt x="0" y="27145"/>
                  <a:pt x="0" y="60547"/>
                </a:cubicBezTo>
                <a:cubicBezTo>
                  <a:pt x="0" y="93949"/>
                  <a:pt x="27145" y="121094"/>
                  <a:pt x="60547" y="121094"/>
                </a:cubicBezTo>
                <a:cubicBezTo>
                  <a:pt x="86885" y="121094"/>
                  <a:pt x="109287" y="104242"/>
                  <a:pt x="117562" y="80729"/>
                </a:cubicBezTo>
                <a:lnTo>
                  <a:pt x="161459" y="80729"/>
                </a:lnTo>
                <a:lnTo>
                  <a:pt x="161459" y="121094"/>
                </a:lnTo>
                <a:lnTo>
                  <a:pt x="201823" y="121094"/>
                </a:lnTo>
                <a:lnTo>
                  <a:pt x="201823" y="80729"/>
                </a:lnTo>
                <a:lnTo>
                  <a:pt x="222006" y="80729"/>
                </a:lnTo>
                <a:lnTo>
                  <a:pt x="222006" y="40365"/>
                </a:lnTo>
                <a:lnTo>
                  <a:pt x="117562" y="40365"/>
                </a:lnTo>
                <a:close/>
                <a:moveTo>
                  <a:pt x="60547" y="80729"/>
                </a:moveTo>
                <a:cubicBezTo>
                  <a:pt x="49447" y="80729"/>
                  <a:pt x="40365" y="71647"/>
                  <a:pt x="40365" y="60547"/>
                </a:cubicBezTo>
                <a:cubicBezTo>
                  <a:pt x="40365" y="49447"/>
                  <a:pt x="49447" y="40365"/>
                  <a:pt x="60547" y="40365"/>
                </a:cubicBezTo>
                <a:cubicBezTo>
                  <a:pt x="71647" y="40365"/>
                  <a:pt x="80729" y="49447"/>
                  <a:pt x="80729" y="60547"/>
                </a:cubicBezTo>
                <a:cubicBezTo>
                  <a:pt x="80729" y="71647"/>
                  <a:pt x="71647" y="80729"/>
                  <a:pt x="60547" y="80729"/>
                </a:cubicBez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70" name="!!text-5co" descr="通行密鑰登入"/>
          <p:cNvSpPr txBox="1"/>
          <p:nvPr/>
        </p:nvSpPr>
        <p:spPr>
          <a:xfrm>
            <a:off x="2330323" y="4412722"/>
            <a:ext cx="1060933" cy="24384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26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通行密鑰登入</a:t>
            </a:r>
            <a:endParaRPr lang="zh-TW" sz="1326"/>
          </a:p>
        </p:txBody>
      </p:sp>
      <p:sp>
        <p:nvSpPr>
          <p:cNvPr id="71" name="!!text-5cv" descr="海嫄的 iPhone・免輸入密碼"/>
          <p:cNvSpPr txBox="1"/>
          <p:nvPr/>
        </p:nvSpPr>
        <p:spPr>
          <a:xfrm>
            <a:off x="2330323" y="4675947"/>
            <a:ext cx="1825206" cy="20633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22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海嫄的 iPhone・免輸入密碼</a:t>
            </a:r>
            <a:endParaRPr lang="zh-TW" sz="1122"/>
          </a:p>
        </p:txBody>
      </p:sp>
      <p:sp>
        <p:nvSpPr>
          <p:cNvPr id="72" name="!!rect-5dh"/>
          <p:cNvSpPr/>
          <p:nvPr/>
        </p:nvSpPr>
        <p:spPr>
          <a:xfrm>
            <a:off x="1501267" y="5262245"/>
            <a:ext cx="2409444" cy="427482"/>
          </a:xfrm>
          <a:prstGeom prst="roundRect">
            <a:avLst>
              <a:gd name="adj" fmla="val 50000"/>
            </a:avLst>
          </a:prstGeom>
          <a:solidFill>
            <a:srgbClr val="0B1A26">
              <a:alpha val="10000"/>
            </a:srgbClr>
          </a:solidFill>
          <a:ln>
            <a:noFill/>
          </a:ln>
          <a:effectLst>
            <a:softEdge rad="99746"/>
          </a:effectLst>
        </p:spPr>
      </p:sp>
      <p:sp>
        <p:nvSpPr>
          <p:cNvPr id="73" name="!!rect-5di"/>
          <p:cNvSpPr/>
          <p:nvPr/>
        </p:nvSpPr>
        <p:spPr>
          <a:xfrm>
            <a:off x="1527175" y="5255768"/>
            <a:ext cx="2357628" cy="3368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772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74" name="!!path-5dj"/>
          <p:cNvSpPr/>
          <p:nvPr/>
        </p:nvSpPr>
        <p:spPr>
          <a:xfrm>
            <a:off x="1676638" y="5350500"/>
            <a:ext cx="147417" cy="147417"/>
          </a:xfrm>
          <a:custGeom>
            <a:avLst/>
            <a:gdLst/>
            <a:ahLst/>
            <a:cxnLst/>
            <a:rect l="l" t="t" r="r" b="b"/>
            <a:pathLst>
              <a:path w="147417" h="147417">
                <a:moveTo>
                  <a:pt x="73708" y="0"/>
                </a:moveTo>
                <a:cubicBezTo>
                  <a:pt x="33021" y="0"/>
                  <a:pt x="0" y="33021"/>
                  <a:pt x="0" y="73708"/>
                </a:cubicBezTo>
                <a:cubicBezTo>
                  <a:pt x="0" y="114395"/>
                  <a:pt x="33021" y="147417"/>
                  <a:pt x="73708" y="147417"/>
                </a:cubicBezTo>
                <a:cubicBezTo>
                  <a:pt x="114395" y="147417"/>
                  <a:pt x="147417" y="114395"/>
                  <a:pt x="147417" y="73708"/>
                </a:cubicBezTo>
                <a:cubicBezTo>
                  <a:pt x="147417" y="33021"/>
                  <a:pt x="114395" y="0"/>
                  <a:pt x="73708" y="0"/>
                </a:cubicBezTo>
                <a:close/>
                <a:moveTo>
                  <a:pt x="58967" y="110562"/>
                </a:moveTo>
                <a:lnTo>
                  <a:pt x="22112" y="73708"/>
                </a:lnTo>
                <a:lnTo>
                  <a:pt x="32505" y="63315"/>
                </a:lnTo>
                <a:lnTo>
                  <a:pt x="58967" y="89703"/>
                </a:lnTo>
                <a:lnTo>
                  <a:pt x="114911" y="33758"/>
                </a:lnTo>
                <a:lnTo>
                  <a:pt x="125304" y="44225"/>
                </a:lnTo>
                <a:lnTo>
                  <a:pt x="58967" y="110562"/>
                </a:lnTo>
                <a:close/>
              </a:path>
            </a:pathLst>
          </a:custGeom>
          <a:solidFill>
            <a:srgbClr val="2E9E5B"/>
          </a:solidFill>
          <a:ln>
            <a:noFill/>
          </a:ln>
        </p:spPr>
      </p:sp>
      <p:sp>
        <p:nvSpPr>
          <p:cNvPr id="75" name="!!text-5dk" descr="付款成功，書籍已在書櫃"/>
          <p:cNvSpPr txBox="1"/>
          <p:nvPr/>
        </p:nvSpPr>
        <p:spPr>
          <a:xfrm>
            <a:off x="1897660" y="5289448"/>
            <a:ext cx="1902943" cy="24384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26" b="1" kern="0" dirty="0">
                <a:solidFill>
                  <a:srgbClr val="2E9E5B"/>
                </a:solidFill>
                <a:latin typeface="Noto Sans TC"/>
                <a:ea typeface="Noto Sans TC"/>
                <a:cs typeface="Noto Sans TC"/>
              </a:rPr>
              <a:t>付款成功，書籍已在書櫃</a:t>
            </a:r>
            <a:endParaRPr lang="zh-TW" sz="1326"/>
          </a:p>
        </p:txBody>
      </p:sp>
      <p:sp>
        <p:nvSpPr>
          <p:cNvPr id="76" name="!!rect-8qy"/>
          <p:cNvSpPr/>
          <p:nvPr/>
        </p:nvSpPr>
        <p:spPr>
          <a:xfrm>
            <a:off x="8521700" y="660400"/>
            <a:ext cx="2933700" cy="6121400"/>
          </a:xfrm>
          <a:prstGeom prst="roundRect">
            <a:avLst>
              <a:gd name="adj" fmla="val 18020"/>
            </a:avLst>
          </a:prstGeom>
          <a:solidFill>
            <a:srgbClr val="0B1A26">
              <a:alpha val="30000"/>
            </a:srgbClr>
          </a:solidFill>
          <a:ln>
            <a:noFill/>
          </a:ln>
          <a:effectLst>
            <a:softEdge rad="474980"/>
          </a:effectLst>
        </p:spPr>
      </p:sp>
      <p:sp>
        <p:nvSpPr>
          <p:cNvPr id="77" name="!!rect-8qz"/>
          <p:cNvSpPr/>
          <p:nvPr/>
        </p:nvSpPr>
        <p:spPr>
          <a:xfrm>
            <a:off x="8591550" y="527050"/>
            <a:ext cx="2794000" cy="5829300"/>
          </a:xfrm>
          <a:prstGeom prst="roundRect">
            <a:avLst>
              <a:gd name="adj" fmla="val 16825"/>
            </a:avLst>
          </a:prstGeom>
          <a:solidFill>
            <a:srgbClr val="0B1A26">
              <a:alpha val="16000"/>
            </a:srgbClr>
          </a:solidFill>
          <a:ln>
            <a:noFill/>
          </a:ln>
          <a:effectLst>
            <a:softEdge rad="125730"/>
          </a:effectLst>
        </p:spPr>
      </p:sp>
      <p:sp>
        <p:nvSpPr>
          <p:cNvPr id="78" name="!!rect-8r0"/>
          <p:cNvSpPr/>
          <p:nvPr/>
        </p:nvSpPr>
        <p:spPr>
          <a:xfrm>
            <a:off x="8590280" y="1676400"/>
            <a:ext cx="31750" cy="2159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79" name="!!rect-8r1"/>
          <p:cNvSpPr/>
          <p:nvPr/>
        </p:nvSpPr>
        <p:spPr>
          <a:xfrm>
            <a:off x="8590280" y="2108200"/>
            <a:ext cx="31750" cy="4064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80" name="!!rect-8r2"/>
          <p:cNvSpPr/>
          <p:nvPr/>
        </p:nvSpPr>
        <p:spPr>
          <a:xfrm>
            <a:off x="8590280" y="2603500"/>
            <a:ext cx="31750" cy="4064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81" name="!!rect-8r3"/>
          <p:cNvSpPr/>
          <p:nvPr/>
        </p:nvSpPr>
        <p:spPr>
          <a:xfrm>
            <a:off x="11355070" y="2260600"/>
            <a:ext cx="31750" cy="6350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82" name="!!rect-8r4"/>
          <p:cNvSpPr/>
          <p:nvPr/>
        </p:nvSpPr>
        <p:spPr>
          <a:xfrm>
            <a:off x="11357610" y="4114800"/>
            <a:ext cx="25400" cy="419100"/>
          </a:xfrm>
          <a:prstGeom prst="roundRect">
            <a:avLst>
              <a:gd name="adj" fmla="val 50000"/>
            </a:avLst>
          </a:prstGeom>
          <a:solidFill>
            <a:srgbClr val="8795A0"/>
          </a:solidFill>
          <a:ln>
            <a:noFill/>
          </a:ln>
        </p:spPr>
      </p:sp>
      <p:sp>
        <p:nvSpPr>
          <p:cNvPr id="83" name="!!rect-8r5"/>
          <p:cNvSpPr/>
          <p:nvPr/>
        </p:nvSpPr>
        <p:spPr>
          <a:xfrm>
            <a:off x="8610600" y="508000"/>
            <a:ext cx="2755900" cy="5753100"/>
          </a:xfrm>
          <a:prstGeom prst="roundRect">
            <a:avLst>
              <a:gd name="adj" fmla="val 16359"/>
            </a:avLst>
          </a:prstGeom>
          <a:gradFill rotWithShape="1">
            <a:gsLst>
              <a:gs pos="0">
                <a:srgbClr val="FBFCFD"/>
              </a:gs>
              <a:gs pos="18000">
                <a:srgbClr val="DDE5EB"/>
              </a:gs>
              <a:gs pos="46000">
                <a:srgbClr val="B4C2CC"/>
              </a:gs>
              <a:gs pos="62000">
                <a:srgbClr val="D3DCE3"/>
              </a:gs>
              <a:gs pos="84000">
                <a:srgbClr val="A9B8C3"/>
              </a:gs>
              <a:gs pos="100000">
                <a:srgbClr val="E8EEF2"/>
              </a:gs>
              <a:gs pos="100000">
                <a:srgbClr val="E8EEF2"/>
              </a:gs>
            </a:gsLst>
            <a:lin ang="3864255" scaled="0"/>
          </a:gradFill>
          <a:ln>
            <a:noFill/>
          </a:ln>
        </p:spPr>
      </p:sp>
      <p:sp>
        <p:nvSpPr>
          <p:cNvPr id="84" name="!!rect-8r6"/>
          <p:cNvSpPr/>
          <p:nvPr/>
        </p:nvSpPr>
        <p:spPr>
          <a:xfrm>
            <a:off x="8614410" y="511810"/>
            <a:ext cx="2748280" cy="5745480"/>
          </a:xfrm>
          <a:prstGeom prst="roundRect">
            <a:avLst>
              <a:gd name="adj" fmla="val 16266"/>
            </a:avLst>
          </a:prstGeom>
          <a:noFill/>
          <a:ln w="7620" cap="flat">
            <a:solidFill>
              <a:srgbClr val="7F8F9B">
                <a:alpha val="55000"/>
              </a:srgbClr>
            </a:solidFill>
            <a:prstDash val="solid"/>
            <a:miter lim="800000"/>
          </a:ln>
        </p:spPr>
      </p:sp>
      <p:sp>
        <p:nvSpPr>
          <p:cNvPr id="85" name="!!rect-8r7"/>
          <p:cNvSpPr/>
          <p:nvPr/>
        </p:nvSpPr>
        <p:spPr>
          <a:xfrm>
            <a:off x="8637270" y="534670"/>
            <a:ext cx="2702560" cy="5699760"/>
          </a:xfrm>
          <a:prstGeom prst="roundRect">
            <a:avLst>
              <a:gd name="adj" fmla="val 15695"/>
            </a:avLst>
          </a:prstGeom>
          <a:noFill/>
          <a:ln w="8890" cap="flat">
            <a:solidFill>
              <a:srgbClr val="FFFFFF">
                <a:alpha val="75000"/>
              </a:srgbClr>
            </a:solidFill>
            <a:prstDash val="solid"/>
            <a:miter lim="800000"/>
          </a:ln>
        </p:spPr>
      </p:sp>
      <p:sp>
        <p:nvSpPr>
          <p:cNvPr id="86" name="!!rect-8r8"/>
          <p:cNvSpPr/>
          <p:nvPr/>
        </p:nvSpPr>
        <p:spPr>
          <a:xfrm>
            <a:off x="8664575" y="561975"/>
            <a:ext cx="2647950" cy="5645150"/>
          </a:xfrm>
          <a:prstGeom prst="roundRect">
            <a:avLst>
              <a:gd name="adj" fmla="val 14988"/>
            </a:avLst>
          </a:prstGeom>
          <a:solidFill>
            <a:srgbClr val="050608"/>
          </a:solidFill>
          <a:ln>
            <a:noFill/>
          </a:ln>
        </p:spPr>
      </p:sp>
      <p:sp>
        <p:nvSpPr>
          <p:cNvPr id="87" name="!!rect-8ra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solidFill>
            <a:srgbClr val="F3F5F7"/>
          </a:solidFill>
          <a:ln>
            <a:noFill/>
          </a:ln>
        </p:spPr>
      </p:sp>
      <p:sp>
        <p:nvSpPr>
          <p:cNvPr id="88" name="!!rect-8zn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solidFill>
            <a:srgbClr val="F3F5F7"/>
          </a:solidFill>
          <a:ln>
            <a:noFill/>
          </a:ln>
        </p:spPr>
      </p:sp>
      <p:sp>
        <p:nvSpPr>
          <p:cNvPr id="89" name="!!circle-8zp"/>
          <p:cNvSpPr/>
          <p:nvPr/>
        </p:nvSpPr>
        <p:spPr>
          <a:xfrm>
            <a:off x="9709150" y="2616200"/>
            <a:ext cx="558800" cy="558800"/>
          </a:xfrm>
          <a:prstGeom prst="ellipse">
            <a:avLst/>
          </a:prstGeom>
          <a:solidFill>
            <a:srgbClr val="2E9E5B">
              <a:alpha val="10000"/>
            </a:srgbClr>
          </a:solidFill>
          <a:ln>
            <a:noFill/>
          </a:ln>
        </p:spPr>
      </p:sp>
      <p:sp>
        <p:nvSpPr>
          <p:cNvPr id="90" name="!!circle-8zq"/>
          <p:cNvSpPr/>
          <p:nvPr/>
        </p:nvSpPr>
        <p:spPr>
          <a:xfrm>
            <a:off x="9709150" y="2616200"/>
            <a:ext cx="558800" cy="558800"/>
          </a:xfrm>
          <a:custGeom>
            <a:avLst/>
            <a:gdLst/>
            <a:ahLst/>
            <a:cxnLst/>
            <a:rect l="l" t="t" r="r" b="b"/>
            <a:pathLst>
              <a:path w="558800" h="558800" fill="none">
                <a:moveTo>
                  <a:pt x="279400" y="0"/>
                </a:moveTo>
                <a:cubicBezTo>
                  <a:pt x="433708" y="0"/>
                  <a:pt x="558800" y="125092"/>
                  <a:pt x="558800" y="279400"/>
                </a:cubicBezTo>
                <a:cubicBezTo>
                  <a:pt x="558800" y="433708"/>
                  <a:pt x="433708" y="558800"/>
                  <a:pt x="279400" y="558800"/>
                </a:cubicBezTo>
                <a:cubicBezTo>
                  <a:pt x="125092" y="558800"/>
                  <a:pt x="0" y="433708"/>
                  <a:pt x="0" y="279400"/>
                </a:cubicBezTo>
                <a:cubicBezTo>
                  <a:pt x="0" y="125092"/>
                  <a:pt x="125092" y="0"/>
                  <a:pt x="279400" y="0"/>
                </a:cubicBezTo>
                <a:close/>
              </a:path>
            </a:pathLst>
          </a:custGeom>
          <a:noFill/>
          <a:ln w="20320" cap="rnd">
            <a:solidFill>
              <a:srgbClr val="2E9E5B"/>
            </a:solidFill>
            <a:custDash>
              <a:ds d="8639375" sp="8639375"/>
            </a:custDash>
            <a:miter lim="800000"/>
          </a:ln>
        </p:spPr>
      </p:sp>
      <p:sp>
        <p:nvSpPr>
          <p:cNvPr id="91" name="!!path-8zs"/>
          <p:cNvSpPr/>
          <p:nvPr/>
        </p:nvSpPr>
        <p:spPr>
          <a:xfrm>
            <a:off x="9893554" y="2822956"/>
            <a:ext cx="201168" cy="150876"/>
          </a:xfrm>
          <a:custGeom>
            <a:avLst/>
            <a:gdLst/>
            <a:ahLst/>
            <a:cxnLst/>
            <a:rect l="l" t="t" r="r" b="b"/>
            <a:pathLst>
              <a:path w="201168" h="150876" fill="none">
                <a:moveTo>
                  <a:pt x="0" y="78232"/>
                </a:moveTo>
                <a:lnTo>
                  <a:pt x="72644" y="150876"/>
                </a:lnTo>
                <a:lnTo>
                  <a:pt x="201168" y="0"/>
                </a:lnTo>
              </a:path>
            </a:pathLst>
          </a:custGeom>
          <a:noFill/>
          <a:ln w="25400" cap="rnd">
            <a:solidFill>
              <a:srgbClr val="2E9E5B"/>
            </a:solidFill>
            <a:prstDash val="solid"/>
            <a:round/>
          </a:ln>
        </p:spPr>
      </p:sp>
      <p:sp>
        <p:nvSpPr>
          <p:cNvPr id="92" name="!!text-8zu" descr="付款成功"/>
          <p:cNvSpPr txBox="1"/>
          <p:nvPr/>
        </p:nvSpPr>
        <p:spPr>
          <a:xfrm>
            <a:off x="9734550" y="3294380"/>
            <a:ext cx="546100" cy="18389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付款成功</a:t>
            </a:r>
            <a:endParaRPr lang="zh-TW" sz="1000"/>
          </a:p>
        </p:txBody>
      </p:sp>
      <p:sp>
        <p:nvSpPr>
          <p:cNvPr id="93" name="!!text-8zz" descr="書籍已在書櫃，可立即取書"/>
          <p:cNvSpPr txBox="1"/>
          <p:nvPr/>
        </p:nvSpPr>
        <p:spPr>
          <a:xfrm>
            <a:off x="9455150" y="3516376"/>
            <a:ext cx="1093470" cy="12872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00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書籍已在書櫃，可立即取書</a:t>
            </a:r>
            <a:endParaRPr lang="zh-TW" sz="700"/>
          </a:p>
        </p:txBody>
      </p:sp>
      <p:sp>
        <p:nvSpPr>
          <p:cNvPr id="94" name="!!rect-90c"/>
          <p:cNvSpPr/>
          <p:nvPr/>
        </p:nvSpPr>
        <p:spPr>
          <a:xfrm>
            <a:off x="8813800" y="3822700"/>
            <a:ext cx="2349500" cy="508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95" name="!!rect-90e"/>
          <p:cNvSpPr/>
          <p:nvPr/>
        </p:nvSpPr>
        <p:spPr>
          <a:xfrm>
            <a:off x="8915400" y="3924300"/>
            <a:ext cx="228600" cy="3048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5D856F"/>
              </a:gs>
              <a:gs pos="100000">
                <a:srgbClr val="3F624F"/>
              </a:gs>
            </a:gsLst>
            <a:lin ang="3187806" scaled="0"/>
          </a:gradFill>
          <a:ln>
            <a:noFill/>
          </a:ln>
        </p:spPr>
      </p:sp>
      <p:sp>
        <p:nvSpPr>
          <p:cNvPr id="96" name="!!rect-90f"/>
          <p:cNvSpPr/>
          <p:nvPr/>
        </p:nvSpPr>
        <p:spPr>
          <a:xfrm>
            <a:off x="8935974" y="3924300"/>
            <a:ext cx="11430" cy="304800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</p:spPr>
      </p:sp>
      <p:sp>
        <p:nvSpPr>
          <p:cNvPr id="97" name="!!rect-90g"/>
          <p:cNvSpPr/>
          <p:nvPr/>
        </p:nvSpPr>
        <p:spPr>
          <a:xfrm>
            <a:off x="8972550" y="3979164"/>
            <a:ext cx="128016" cy="21336"/>
          </a:xfrm>
          <a:prstGeom prst="roundRect">
            <a:avLst>
              <a:gd name="adj" fmla="val 28571"/>
            </a:avLst>
          </a:prstGeom>
          <a:solidFill>
            <a:srgbClr val="E7D9B8"/>
          </a:solidFill>
          <a:ln>
            <a:noFill/>
          </a:ln>
        </p:spPr>
      </p:sp>
      <p:sp>
        <p:nvSpPr>
          <p:cNvPr id="98" name="!!rect-90h"/>
          <p:cNvSpPr/>
          <p:nvPr/>
        </p:nvSpPr>
        <p:spPr>
          <a:xfrm>
            <a:off x="8972550" y="4015740"/>
            <a:ext cx="86868" cy="13716"/>
          </a:xfrm>
          <a:prstGeom prst="roundRect">
            <a:avLst>
              <a:gd name="adj" fmla="val 44444"/>
            </a:avLst>
          </a:prstGeom>
          <a:solidFill>
            <a:srgbClr val="E7D9B8">
              <a:alpha val="72000"/>
            </a:srgbClr>
          </a:solidFill>
          <a:ln>
            <a:noFill/>
          </a:ln>
        </p:spPr>
      </p:sp>
      <p:sp>
        <p:nvSpPr>
          <p:cNvPr id="99" name="!!rect-90i"/>
          <p:cNvSpPr/>
          <p:nvPr/>
        </p:nvSpPr>
        <p:spPr>
          <a:xfrm>
            <a:off x="8972550" y="4168140"/>
            <a:ext cx="64008" cy="12192"/>
          </a:xfrm>
          <a:prstGeom prst="roundRect">
            <a:avLst>
              <a:gd name="adj" fmla="val 50000"/>
            </a:avLst>
          </a:prstGeom>
          <a:solidFill>
            <a:srgbClr val="E7D9B8">
              <a:alpha val="55000"/>
            </a:srgbClr>
          </a:solidFill>
          <a:ln>
            <a:noFill/>
          </a:ln>
        </p:spPr>
      </p:sp>
      <p:sp>
        <p:nvSpPr>
          <p:cNvPr id="100" name="!!text-90j" descr="統計學概論"/>
          <p:cNvSpPr txBox="1"/>
          <p:nvPr/>
        </p:nvSpPr>
        <p:spPr>
          <a:xfrm>
            <a:off x="9220200" y="3948176"/>
            <a:ext cx="471170" cy="12872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00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統計學概論</a:t>
            </a:r>
            <a:endParaRPr lang="zh-TW" sz="700"/>
          </a:p>
        </p:txBody>
      </p:sp>
      <p:sp>
        <p:nvSpPr>
          <p:cNvPr id="101" name="!!text-90p" descr="圖書館大廳・櫃門 A01"/>
          <p:cNvSpPr txBox="1"/>
          <p:nvPr/>
        </p:nvSpPr>
        <p:spPr>
          <a:xfrm>
            <a:off x="9220200" y="4088892"/>
            <a:ext cx="845477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圖書館大廳・櫃門 A01</a:t>
            </a:r>
            <a:endParaRPr lang="zh-TW" sz="650"/>
          </a:p>
        </p:txBody>
      </p:sp>
      <p:sp>
        <p:nvSpPr>
          <p:cNvPr id="102" name="!!path-912"/>
          <p:cNvSpPr/>
          <p:nvPr/>
        </p:nvSpPr>
        <p:spPr>
          <a:xfrm>
            <a:off x="8712200" y="609600"/>
            <a:ext cx="2552700" cy="730250"/>
          </a:xfrm>
          <a:custGeom>
            <a:avLst/>
            <a:gdLst/>
            <a:ahLst/>
            <a:cxnLst/>
            <a:rect l="l" t="t" r="r" b="b"/>
            <a:pathLst>
              <a:path w="2552700" h="730250">
                <a:moveTo>
                  <a:pt x="0" y="349250"/>
                </a:moveTo>
                <a:lnTo>
                  <a:pt x="6711" y="281115"/>
                </a:lnTo>
                <a:lnTo>
                  <a:pt x="26585" y="215598"/>
                </a:lnTo>
                <a:lnTo>
                  <a:pt x="58859" y="155217"/>
                </a:lnTo>
                <a:lnTo>
                  <a:pt x="102293" y="102293"/>
                </a:lnTo>
                <a:lnTo>
                  <a:pt x="155217" y="58859"/>
                </a:lnTo>
                <a:lnTo>
                  <a:pt x="215598" y="26585"/>
                </a:lnTo>
                <a:lnTo>
                  <a:pt x="281115" y="6711"/>
                </a:lnTo>
                <a:lnTo>
                  <a:pt x="349250" y="0"/>
                </a:lnTo>
                <a:lnTo>
                  <a:pt x="2203450" y="0"/>
                </a:lnTo>
                <a:lnTo>
                  <a:pt x="2271585" y="6711"/>
                </a:lnTo>
                <a:lnTo>
                  <a:pt x="2337102" y="26585"/>
                </a:lnTo>
                <a:lnTo>
                  <a:pt x="2397483" y="58859"/>
                </a:lnTo>
                <a:lnTo>
                  <a:pt x="2450407" y="102293"/>
                </a:lnTo>
                <a:lnTo>
                  <a:pt x="2493841" y="155217"/>
                </a:lnTo>
                <a:lnTo>
                  <a:pt x="2526115" y="215598"/>
                </a:lnTo>
                <a:lnTo>
                  <a:pt x="2545989" y="281115"/>
                </a:lnTo>
                <a:lnTo>
                  <a:pt x="2552700" y="349250"/>
                </a:lnTo>
                <a:lnTo>
                  <a:pt x="2552700" y="577850"/>
                </a:lnTo>
                <a:lnTo>
                  <a:pt x="2551642" y="602192"/>
                </a:lnTo>
                <a:lnTo>
                  <a:pt x="2548467" y="624417"/>
                </a:lnTo>
                <a:lnTo>
                  <a:pt x="2543175" y="644525"/>
                </a:lnTo>
                <a:lnTo>
                  <a:pt x="2535767" y="662517"/>
                </a:lnTo>
                <a:lnTo>
                  <a:pt x="2526242" y="678392"/>
                </a:lnTo>
                <a:lnTo>
                  <a:pt x="2514600" y="692150"/>
                </a:lnTo>
                <a:lnTo>
                  <a:pt x="2500842" y="703792"/>
                </a:lnTo>
                <a:lnTo>
                  <a:pt x="2484967" y="713317"/>
                </a:lnTo>
                <a:lnTo>
                  <a:pt x="2466975" y="720725"/>
                </a:lnTo>
                <a:lnTo>
                  <a:pt x="2446867" y="726017"/>
                </a:lnTo>
                <a:lnTo>
                  <a:pt x="2424642" y="729192"/>
                </a:lnTo>
                <a:lnTo>
                  <a:pt x="2400300" y="730250"/>
                </a:lnTo>
                <a:lnTo>
                  <a:pt x="152400" y="730250"/>
                </a:lnTo>
                <a:lnTo>
                  <a:pt x="128058" y="729192"/>
                </a:lnTo>
                <a:lnTo>
                  <a:pt x="105833" y="726017"/>
                </a:lnTo>
                <a:lnTo>
                  <a:pt x="85725" y="720725"/>
                </a:lnTo>
                <a:lnTo>
                  <a:pt x="67733" y="713317"/>
                </a:lnTo>
                <a:lnTo>
                  <a:pt x="51858" y="703792"/>
                </a:lnTo>
                <a:lnTo>
                  <a:pt x="38100" y="692150"/>
                </a:lnTo>
                <a:lnTo>
                  <a:pt x="26458" y="678392"/>
                </a:lnTo>
                <a:lnTo>
                  <a:pt x="16933" y="662517"/>
                </a:lnTo>
                <a:lnTo>
                  <a:pt x="9525" y="644525"/>
                </a:lnTo>
                <a:lnTo>
                  <a:pt x="4233" y="624417"/>
                </a:lnTo>
                <a:lnTo>
                  <a:pt x="1058" y="602192"/>
                </a:lnTo>
                <a:lnTo>
                  <a:pt x="0" y="577850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103" name="!!text-913" descr="2:25"/>
          <p:cNvSpPr txBox="1"/>
          <p:nvPr/>
        </p:nvSpPr>
        <p:spPr>
          <a:xfrm>
            <a:off x="9020597" y="714883"/>
            <a:ext cx="253790" cy="1563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50" kern="0" dirty="0">
                <a:solidFill>
                  <a:srgbClr val="FFFFFF"/>
                </a:solidFill>
                <a:latin typeface="Noto Sans TC SemiBold"/>
                <a:ea typeface="Noto Sans TC SemiBold"/>
                <a:cs typeface="Noto Sans TC SemiBold"/>
              </a:rPr>
              <a:t>2:25</a:t>
            </a:r>
            <a:endParaRPr lang="zh-TW" sz="850"/>
          </a:p>
        </p:txBody>
      </p:sp>
      <p:sp>
        <p:nvSpPr>
          <p:cNvPr id="104" name="!!rect-918"/>
          <p:cNvSpPr/>
          <p:nvPr/>
        </p:nvSpPr>
        <p:spPr>
          <a:xfrm>
            <a:off x="10579100" y="808990"/>
            <a:ext cx="21590" cy="2667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05" name="!!rect-919"/>
          <p:cNvSpPr/>
          <p:nvPr/>
        </p:nvSpPr>
        <p:spPr>
          <a:xfrm>
            <a:off x="10612120" y="792480"/>
            <a:ext cx="21590" cy="4318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06" name="!!rect-91a"/>
          <p:cNvSpPr/>
          <p:nvPr/>
        </p:nvSpPr>
        <p:spPr>
          <a:xfrm>
            <a:off x="10645140" y="775970"/>
            <a:ext cx="21590" cy="5969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07" name="!!rect-91b"/>
          <p:cNvSpPr/>
          <p:nvPr/>
        </p:nvSpPr>
        <p:spPr>
          <a:xfrm>
            <a:off x="10678160" y="759460"/>
            <a:ext cx="21590" cy="7620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08" name="!!path-91c"/>
          <p:cNvSpPr/>
          <p:nvPr/>
        </p:nvSpPr>
        <p:spPr>
          <a:xfrm>
            <a:off x="10763250" y="763570"/>
            <a:ext cx="95250" cy="70820"/>
          </a:xfrm>
          <a:custGeom>
            <a:avLst/>
            <a:gdLst/>
            <a:ahLst/>
            <a:cxnLst/>
            <a:rect l="l" t="t" r="r" b="b"/>
            <a:pathLst>
              <a:path w="95250" h="70820">
                <a:moveTo>
                  <a:pt x="47625" y="70820"/>
                </a:moveTo>
                <a:lnTo>
                  <a:pt x="31115" y="51135"/>
                </a:lnTo>
                <a:cubicBezTo>
                  <a:pt x="40714" y="43262"/>
                  <a:pt x="54536" y="43262"/>
                  <a:pt x="64135" y="51135"/>
                </a:cubicBezTo>
                <a:close/>
                <a:moveTo>
                  <a:pt x="0" y="23830"/>
                </a:moveTo>
                <a:cubicBezTo>
                  <a:pt x="27279" y="0"/>
                  <a:pt x="67971" y="0"/>
                  <a:pt x="95250" y="23830"/>
                </a:cubicBezTo>
                <a:lnTo>
                  <a:pt x="83820" y="37165"/>
                </a:lnTo>
                <a:cubicBezTo>
                  <a:pt x="63051" y="19153"/>
                  <a:pt x="32199" y="19153"/>
                  <a:pt x="11430" y="37165"/>
                </a:cubicBezTo>
                <a:close/>
                <a:moveTo>
                  <a:pt x="16510" y="43515"/>
                </a:moveTo>
                <a:cubicBezTo>
                  <a:pt x="34385" y="28089"/>
                  <a:pt x="60865" y="28089"/>
                  <a:pt x="78740" y="43515"/>
                </a:cubicBezTo>
                <a:lnTo>
                  <a:pt x="67310" y="56850"/>
                </a:lnTo>
                <a:cubicBezTo>
                  <a:pt x="55947" y="47238"/>
                  <a:pt x="39303" y="47238"/>
                  <a:pt x="27940" y="5685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09" name="!!rect-91d"/>
          <p:cNvSpPr/>
          <p:nvPr/>
        </p:nvSpPr>
        <p:spPr>
          <a:xfrm>
            <a:off x="10902950" y="760730"/>
            <a:ext cx="161925" cy="78740"/>
          </a:xfrm>
          <a:prstGeom prst="roundRect">
            <a:avLst>
              <a:gd name="adj" fmla="val 32258"/>
            </a:avLst>
          </a:prstGeom>
          <a:noFill/>
          <a:ln w="6985" cap="flat">
            <a:solidFill>
              <a:srgbClr val="FFFFFF">
                <a:alpha val="38000"/>
              </a:srgbClr>
            </a:solidFill>
            <a:prstDash val="solid"/>
            <a:miter lim="800000"/>
          </a:ln>
        </p:spPr>
      </p:sp>
      <p:sp>
        <p:nvSpPr>
          <p:cNvPr id="110" name="!!rect-91e"/>
          <p:cNvSpPr/>
          <p:nvPr/>
        </p:nvSpPr>
        <p:spPr>
          <a:xfrm>
            <a:off x="10916285" y="774065"/>
            <a:ext cx="110909" cy="52070"/>
          </a:xfrm>
          <a:prstGeom prst="roundRect">
            <a:avLst>
              <a:gd name="adj" fmla="val 26829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11" name="!!path-91f"/>
          <p:cNvSpPr/>
          <p:nvPr/>
        </p:nvSpPr>
        <p:spPr>
          <a:xfrm>
            <a:off x="11074400" y="786130"/>
            <a:ext cx="10345" cy="27940"/>
          </a:xfrm>
          <a:custGeom>
            <a:avLst/>
            <a:gdLst/>
            <a:ahLst/>
            <a:cxnLst/>
            <a:rect l="l" t="t" r="r" b="b"/>
            <a:pathLst>
              <a:path w="10345" h="27940">
                <a:moveTo>
                  <a:pt x="0" y="0"/>
                </a:moveTo>
                <a:lnTo>
                  <a:pt x="0" y="27940"/>
                </a:lnTo>
                <a:cubicBezTo>
                  <a:pt x="6146" y="26066"/>
                  <a:pt x="10345" y="20395"/>
                  <a:pt x="10345" y="13970"/>
                </a:cubicBezTo>
                <a:cubicBezTo>
                  <a:pt x="10345" y="7545"/>
                  <a:pt x="6146" y="1874"/>
                  <a:pt x="0" y="0"/>
                </a:cubicBezTo>
                <a:close/>
              </a:path>
            </a:pathLst>
          </a:custGeom>
          <a:solidFill>
            <a:srgbClr val="FFFFFF">
              <a:alpha val="45000"/>
            </a:srgbClr>
          </a:solidFill>
          <a:ln>
            <a:noFill/>
          </a:ln>
        </p:spPr>
      </p:sp>
      <p:sp>
        <p:nvSpPr>
          <p:cNvPr id="112" name="!!text-91g" descr="付款成功"/>
          <p:cNvSpPr txBox="1"/>
          <p:nvPr/>
        </p:nvSpPr>
        <p:spPr>
          <a:xfrm>
            <a:off x="9759950" y="1070737"/>
            <a:ext cx="491490" cy="16550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1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付款成功</a:t>
            </a:r>
            <a:endParaRPr lang="zh-TW" sz="900"/>
          </a:p>
        </p:txBody>
      </p:sp>
      <p:sp>
        <p:nvSpPr>
          <p:cNvPr id="113" name="!!rect-91l"/>
          <p:cNvSpPr/>
          <p:nvPr/>
        </p:nvSpPr>
        <p:spPr>
          <a:xfrm>
            <a:off x="9531350" y="6076950"/>
            <a:ext cx="914400" cy="31750"/>
          </a:xfrm>
          <a:prstGeom prst="roundRect">
            <a:avLst>
              <a:gd name="adj" fmla="val 50000"/>
            </a:avLst>
          </a:prstGeom>
          <a:solidFill>
            <a:srgbClr val="000000">
              <a:alpha val="90000"/>
            </a:srgbClr>
          </a:solidFill>
          <a:ln>
            <a:noFill/>
          </a:ln>
        </p:spPr>
      </p:sp>
      <p:sp>
        <p:nvSpPr>
          <p:cNvPr id="114" name="!!rect-96i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10000"/>
                </a:srgbClr>
              </a:gs>
              <a:gs pos="30762">
                <a:srgbClr val="FFFFFF">
                  <a:alpha val="2000"/>
                </a:srgbClr>
              </a:gs>
              <a:gs pos="31723">
                <a:srgbClr val="FFFFFF">
                  <a:alpha val="0"/>
                </a:srgbClr>
              </a:gs>
              <a:gs pos="9613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4329186" scaled="0"/>
          </a:gradFill>
          <a:ln>
            <a:noFill/>
          </a:ln>
        </p:spPr>
      </p:sp>
      <p:sp>
        <p:nvSpPr>
          <p:cNvPr id="115" name="!!rect-96l"/>
          <p:cNvSpPr/>
          <p:nvPr/>
        </p:nvSpPr>
        <p:spPr>
          <a:xfrm>
            <a:off x="9728200" y="679450"/>
            <a:ext cx="520700" cy="23495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</p:spPr>
      </p:sp>
      <p:sp>
        <p:nvSpPr>
          <p:cNvPr id="116" name="!!circle-96m"/>
          <p:cNvSpPr/>
          <p:nvPr/>
        </p:nvSpPr>
        <p:spPr>
          <a:xfrm>
            <a:off x="10088880" y="757555"/>
            <a:ext cx="78740" cy="78740"/>
          </a:xfrm>
          <a:prstGeom prst="ellipse">
            <a:avLst/>
          </a:prstGeom>
          <a:solidFill>
            <a:srgbClr val="0A0F16"/>
          </a:solidFill>
          <a:ln>
            <a:noFill/>
          </a:ln>
        </p:spPr>
      </p:sp>
      <p:sp>
        <p:nvSpPr>
          <p:cNvPr id="117" name="!!circle-96n"/>
          <p:cNvSpPr/>
          <p:nvPr/>
        </p:nvSpPr>
        <p:spPr>
          <a:xfrm>
            <a:off x="10107930" y="776605"/>
            <a:ext cx="40640" cy="40640"/>
          </a:xfrm>
          <a:prstGeom prst="ellipse">
            <a:avLst/>
          </a:prstGeom>
          <a:solidFill>
            <a:srgbClr val="111B28"/>
          </a:solidFill>
          <a:ln>
            <a:noFill/>
          </a:ln>
        </p:spPr>
      </p:sp>
      <p:sp>
        <p:nvSpPr>
          <p:cNvPr id="118" name="!!circle-96o"/>
          <p:cNvSpPr/>
          <p:nvPr/>
        </p:nvSpPr>
        <p:spPr>
          <a:xfrm>
            <a:off x="10130155" y="781685"/>
            <a:ext cx="13970" cy="13970"/>
          </a:xfrm>
          <a:prstGeom prst="ellipse">
            <a:avLst/>
          </a:prstGeom>
          <a:solidFill>
            <a:srgbClr val="3A5070">
              <a:alpha val="80000"/>
            </a:srgbClr>
          </a:solidFill>
          <a:ln>
            <a:noFill/>
          </a:ln>
        </p:spPr>
      </p:sp>
      <p:sp>
        <p:nvSpPr>
          <p:cNvPr id="119" name="!!path-9ic"/>
          <p:cNvSpPr/>
          <p:nvPr/>
        </p:nvSpPr>
        <p:spPr>
          <a:xfrm>
            <a:off x="381000" y="306527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20" name="!!path-9id"/>
          <p:cNvSpPr/>
          <p:nvPr/>
        </p:nvSpPr>
        <p:spPr>
          <a:xfrm>
            <a:off x="381000" y="308153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21" name="!!path-9ie"/>
          <p:cNvSpPr/>
          <p:nvPr/>
        </p:nvSpPr>
        <p:spPr>
          <a:xfrm>
            <a:off x="381000" y="309778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22" name="!!path-9if"/>
          <p:cNvSpPr/>
          <p:nvPr/>
        </p:nvSpPr>
        <p:spPr>
          <a:xfrm>
            <a:off x="381000" y="311404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23" name="!!path-9ig"/>
          <p:cNvSpPr/>
          <p:nvPr/>
        </p:nvSpPr>
        <p:spPr>
          <a:xfrm>
            <a:off x="381000" y="313030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24" name="!!path-9ih"/>
          <p:cNvSpPr/>
          <p:nvPr/>
        </p:nvSpPr>
        <p:spPr>
          <a:xfrm>
            <a:off x="381000" y="314655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25" name="!!path-9ii"/>
          <p:cNvSpPr/>
          <p:nvPr/>
        </p:nvSpPr>
        <p:spPr>
          <a:xfrm>
            <a:off x="381000" y="316281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26" name="!!path-9ij"/>
          <p:cNvSpPr/>
          <p:nvPr/>
        </p:nvSpPr>
        <p:spPr>
          <a:xfrm>
            <a:off x="381000" y="317906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27" name="!!path-9ik"/>
          <p:cNvSpPr/>
          <p:nvPr/>
        </p:nvSpPr>
        <p:spPr>
          <a:xfrm>
            <a:off x="419608" y="269342"/>
            <a:ext cx="128422" cy="122936"/>
          </a:xfrm>
          <a:custGeom>
            <a:avLst/>
            <a:gdLst/>
            <a:ahLst/>
            <a:cxnLst/>
            <a:rect l="l" t="t" r="r" b="b"/>
            <a:pathLst>
              <a:path w="128422" h="122936">
                <a:moveTo>
                  <a:pt x="0" y="17678"/>
                </a:moveTo>
                <a:lnTo>
                  <a:pt x="8128" y="5080"/>
                </a:lnTo>
                <a:cubicBezTo>
                  <a:pt x="32512" y="0"/>
                  <a:pt x="73152" y="7112"/>
                  <a:pt x="101600" y="26416"/>
                </a:cubicBezTo>
                <a:cubicBezTo>
                  <a:pt x="116840" y="37186"/>
                  <a:pt x="124968" y="49784"/>
                  <a:pt x="128422" y="62992"/>
                </a:cubicBezTo>
                <a:lnTo>
                  <a:pt x="128422" y="122936"/>
                </a:lnTo>
                <a:lnTo>
                  <a:pt x="0" y="1229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28" name="!!path-9il"/>
          <p:cNvSpPr/>
          <p:nvPr/>
        </p:nvSpPr>
        <p:spPr>
          <a:xfrm>
            <a:off x="419608" y="269342"/>
            <a:ext cx="128422" cy="62992"/>
          </a:xfrm>
          <a:custGeom>
            <a:avLst/>
            <a:gdLst/>
            <a:ahLst/>
            <a:cxnLst/>
            <a:rect l="l" t="t" r="r" b="b"/>
            <a:pathLst>
              <a:path w="128422" h="62992" fill="none">
                <a:moveTo>
                  <a:pt x="128422" y="62992"/>
                </a:moveTo>
                <a:cubicBezTo>
                  <a:pt x="124968" y="49784"/>
                  <a:pt x="116840" y="37186"/>
                  <a:pt x="101600" y="26416"/>
                </a:cubicBezTo>
                <a:cubicBezTo>
                  <a:pt x="73152" y="7112"/>
                  <a:pt x="32512" y="0"/>
                  <a:pt x="8128" y="5080"/>
                </a:cubicBezTo>
                <a:lnTo>
                  <a:pt x="0" y="1767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29" name="!!path-9im"/>
          <p:cNvSpPr/>
          <p:nvPr/>
        </p:nvSpPr>
        <p:spPr>
          <a:xfrm>
            <a:off x="407010" y="281534"/>
            <a:ext cx="141021" cy="110744"/>
          </a:xfrm>
          <a:custGeom>
            <a:avLst/>
            <a:gdLst/>
            <a:ahLst/>
            <a:cxnLst/>
            <a:rect l="l" t="t" r="r" b="b"/>
            <a:pathLst>
              <a:path w="141021" h="110744">
                <a:moveTo>
                  <a:pt x="0" y="22352"/>
                </a:moveTo>
                <a:lnTo>
                  <a:pt x="6502" y="6502"/>
                </a:lnTo>
                <a:cubicBezTo>
                  <a:pt x="36982" y="0"/>
                  <a:pt x="79654" y="7112"/>
                  <a:pt x="110134" y="25400"/>
                </a:cubicBezTo>
                <a:cubicBezTo>
                  <a:pt x="126390" y="35154"/>
                  <a:pt x="136550" y="49784"/>
                  <a:pt x="141021" y="62992"/>
                </a:cubicBezTo>
                <a:lnTo>
                  <a:pt x="141021" y="110744"/>
                </a:lnTo>
                <a:lnTo>
                  <a:pt x="0" y="110744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30" name="!!path-9in"/>
          <p:cNvSpPr/>
          <p:nvPr/>
        </p:nvSpPr>
        <p:spPr>
          <a:xfrm>
            <a:off x="407010" y="281534"/>
            <a:ext cx="141021" cy="62992"/>
          </a:xfrm>
          <a:custGeom>
            <a:avLst/>
            <a:gdLst/>
            <a:ahLst/>
            <a:cxnLst/>
            <a:rect l="l" t="t" r="r" b="b"/>
            <a:pathLst>
              <a:path w="141021" h="62992" fill="none">
                <a:moveTo>
                  <a:pt x="141021" y="62992"/>
                </a:moveTo>
                <a:cubicBezTo>
                  <a:pt x="136550" y="49784"/>
                  <a:pt x="126390" y="35154"/>
                  <a:pt x="110134" y="25400"/>
                </a:cubicBezTo>
                <a:cubicBezTo>
                  <a:pt x="79654" y="7112"/>
                  <a:pt x="36982" y="0"/>
                  <a:pt x="6502" y="6502"/>
                </a:cubicBezTo>
                <a:lnTo>
                  <a:pt x="0" y="22352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31" name="!!path-9io"/>
          <p:cNvSpPr/>
          <p:nvPr/>
        </p:nvSpPr>
        <p:spPr>
          <a:xfrm>
            <a:off x="395834" y="294742"/>
            <a:ext cx="151790" cy="97536"/>
          </a:xfrm>
          <a:custGeom>
            <a:avLst/>
            <a:gdLst/>
            <a:ahLst/>
            <a:cxnLst/>
            <a:rect l="l" t="t" r="r" b="b"/>
            <a:pathLst>
              <a:path w="151790" h="97536">
                <a:moveTo>
                  <a:pt x="0" y="23165"/>
                </a:moveTo>
                <a:lnTo>
                  <a:pt x="3861" y="12598"/>
                </a:lnTo>
                <a:cubicBezTo>
                  <a:pt x="37998" y="0"/>
                  <a:pt x="84734" y="5080"/>
                  <a:pt x="117246" y="21946"/>
                </a:cubicBezTo>
                <a:cubicBezTo>
                  <a:pt x="135534" y="31496"/>
                  <a:pt x="146710" y="43688"/>
                  <a:pt x="151790" y="55270"/>
                </a:cubicBezTo>
                <a:lnTo>
                  <a:pt x="151790" y="97536"/>
                </a:lnTo>
                <a:lnTo>
                  <a:pt x="0" y="975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32" name="!!path-9ip"/>
          <p:cNvSpPr/>
          <p:nvPr/>
        </p:nvSpPr>
        <p:spPr>
          <a:xfrm>
            <a:off x="395834" y="294742"/>
            <a:ext cx="151790" cy="55270"/>
          </a:xfrm>
          <a:custGeom>
            <a:avLst/>
            <a:gdLst/>
            <a:ahLst/>
            <a:cxnLst/>
            <a:rect l="l" t="t" r="r" b="b"/>
            <a:pathLst>
              <a:path w="151790" h="55270" fill="none">
                <a:moveTo>
                  <a:pt x="151790" y="55270"/>
                </a:moveTo>
                <a:cubicBezTo>
                  <a:pt x="146710" y="43688"/>
                  <a:pt x="135534" y="31496"/>
                  <a:pt x="117246" y="21946"/>
                </a:cubicBezTo>
                <a:cubicBezTo>
                  <a:pt x="84734" y="5080"/>
                  <a:pt x="37998" y="0"/>
                  <a:pt x="3861" y="12598"/>
                </a:cubicBezTo>
                <a:lnTo>
                  <a:pt x="0" y="23165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33" name="!!path-9iq"/>
          <p:cNvSpPr/>
          <p:nvPr/>
        </p:nvSpPr>
        <p:spPr>
          <a:xfrm>
            <a:off x="548234" y="264262"/>
            <a:ext cx="120294" cy="128016"/>
          </a:xfrm>
          <a:custGeom>
            <a:avLst/>
            <a:gdLst/>
            <a:ahLst/>
            <a:cxnLst/>
            <a:rect l="l" t="t" r="r" b="b"/>
            <a:pathLst>
              <a:path w="120294" h="128016">
                <a:moveTo>
                  <a:pt x="120294" y="18288"/>
                </a:moveTo>
                <a:lnTo>
                  <a:pt x="113589" y="4470"/>
                </a:lnTo>
                <a:cubicBezTo>
                  <a:pt x="86766" y="0"/>
                  <a:pt x="44094" y="10160"/>
                  <a:pt x="17678" y="30480"/>
                </a:cubicBezTo>
                <a:cubicBezTo>
                  <a:pt x="6502" y="39624"/>
                  <a:pt x="1422" y="52832"/>
                  <a:pt x="0" y="67056"/>
                </a:cubicBezTo>
                <a:lnTo>
                  <a:pt x="0" y="128016"/>
                </a:lnTo>
                <a:lnTo>
                  <a:pt x="120294" y="12801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34" name="!!path-9ir"/>
          <p:cNvSpPr/>
          <p:nvPr/>
        </p:nvSpPr>
        <p:spPr>
          <a:xfrm>
            <a:off x="548234" y="264262"/>
            <a:ext cx="120294" cy="67056"/>
          </a:xfrm>
          <a:custGeom>
            <a:avLst/>
            <a:gdLst/>
            <a:ahLst/>
            <a:cxnLst/>
            <a:rect l="l" t="t" r="r" b="b"/>
            <a:pathLst>
              <a:path w="120294" h="67056" fill="none">
                <a:moveTo>
                  <a:pt x="0" y="67056"/>
                </a:moveTo>
                <a:cubicBezTo>
                  <a:pt x="1422" y="52832"/>
                  <a:pt x="6502" y="39624"/>
                  <a:pt x="17678" y="30480"/>
                </a:cubicBezTo>
                <a:cubicBezTo>
                  <a:pt x="44094" y="10160"/>
                  <a:pt x="86766" y="0"/>
                  <a:pt x="113589" y="4470"/>
                </a:cubicBezTo>
                <a:lnTo>
                  <a:pt x="120294" y="1828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35" name="!!path-9is"/>
          <p:cNvSpPr/>
          <p:nvPr/>
        </p:nvSpPr>
        <p:spPr>
          <a:xfrm>
            <a:off x="548437" y="279502"/>
            <a:ext cx="133299" cy="112776"/>
          </a:xfrm>
          <a:custGeom>
            <a:avLst/>
            <a:gdLst/>
            <a:ahLst/>
            <a:cxnLst/>
            <a:rect l="l" t="t" r="r" b="b"/>
            <a:pathLst>
              <a:path w="133299" h="112776">
                <a:moveTo>
                  <a:pt x="133299" y="19710"/>
                </a:moveTo>
                <a:lnTo>
                  <a:pt x="127203" y="3048"/>
                </a:lnTo>
                <a:cubicBezTo>
                  <a:pt x="94691" y="0"/>
                  <a:pt x="54051" y="11176"/>
                  <a:pt x="27635" y="30683"/>
                </a:cubicBezTo>
                <a:cubicBezTo>
                  <a:pt x="13411" y="41250"/>
                  <a:pt x="4267" y="53848"/>
                  <a:pt x="0" y="65024"/>
                </a:cubicBezTo>
                <a:lnTo>
                  <a:pt x="0" y="112776"/>
                </a:lnTo>
                <a:lnTo>
                  <a:pt x="133299" y="11277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36" name="!!path-9it"/>
          <p:cNvSpPr/>
          <p:nvPr/>
        </p:nvSpPr>
        <p:spPr>
          <a:xfrm>
            <a:off x="548437" y="279502"/>
            <a:ext cx="133299" cy="65024"/>
          </a:xfrm>
          <a:custGeom>
            <a:avLst/>
            <a:gdLst/>
            <a:ahLst/>
            <a:cxnLst/>
            <a:rect l="l" t="t" r="r" b="b"/>
            <a:pathLst>
              <a:path w="133299" h="65024" fill="none">
                <a:moveTo>
                  <a:pt x="0" y="65024"/>
                </a:moveTo>
                <a:cubicBezTo>
                  <a:pt x="4267" y="53848"/>
                  <a:pt x="13411" y="41250"/>
                  <a:pt x="27635" y="30683"/>
                </a:cubicBezTo>
                <a:cubicBezTo>
                  <a:pt x="54051" y="11176"/>
                  <a:pt x="94691" y="0"/>
                  <a:pt x="127203" y="3048"/>
                </a:cubicBezTo>
                <a:lnTo>
                  <a:pt x="133299" y="19710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37" name="!!path-9iu"/>
          <p:cNvSpPr/>
          <p:nvPr/>
        </p:nvSpPr>
        <p:spPr>
          <a:xfrm>
            <a:off x="548843" y="293726"/>
            <a:ext cx="142646" cy="98552"/>
          </a:xfrm>
          <a:custGeom>
            <a:avLst/>
            <a:gdLst/>
            <a:ahLst/>
            <a:cxnLst/>
            <a:rect l="l" t="t" r="r" b="b"/>
            <a:pathLst>
              <a:path w="142646" h="98552">
                <a:moveTo>
                  <a:pt x="142646" y="18898"/>
                </a:moveTo>
                <a:lnTo>
                  <a:pt x="139802" y="8738"/>
                </a:lnTo>
                <a:cubicBezTo>
                  <a:pt x="106477" y="0"/>
                  <a:pt x="63805" y="5080"/>
                  <a:pt x="35357" y="19304"/>
                </a:cubicBezTo>
                <a:cubicBezTo>
                  <a:pt x="17069" y="28448"/>
                  <a:pt x="5893" y="42672"/>
                  <a:pt x="0" y="56286"/>
                </a:cubicBezTo>
                <a:lnTo>
                  <a:pt x="0" y="98552"/>
                </a:lnTo>
                <a:lnTo>
                  <a:pt x="142646" y="98552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38" name="!!path-9iv"/>
          <p:cNvSpPr/>
          <p:nvPr/>
        </p:nvSpPr>
        <p:spPr>
          <a:xfrm>
            <a:off x="548843" y="293726"/>
            <a:ext cx="142646" cy="56286"/>
          </a:xfrm>
          <a:custGeom>
            <a:avLst/>
            <a:gdLst/>
            <a:ahLst/>
            <a:cxnLst/>
            <a:rect l="l" t="t" r="r" b="b"/>
            <a:pathLst>
              <a:path w="142646" h="56286" fill="none">
                <a:moveTo>
                  <a:pt x="0" y="56286"/>
                </a:moveTo>
                <a:cubicBezTo>
                  <a:pt x="5893" y="42672"/>
                  <a:pt x="17069" y="28448"/>
                  <a:pt x="35357" y="19304"/>
                </a:cubicBezTo>
                <a:cubicBezTo>
                  <a:pt x="63805" y="5080"/>
                  <a:pt x="106477" y="0"/>
                  <a:pt x="139802" y="8738"/>
                </a:cubicBezTo>
                <a:lnTo>
                  <a:pt x="142646" y="1889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39" name="!!path-9iw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627D8D"/>
              </a:gs>
              <a:gs pos="21794">
                <a:srgbClr val="627D8D"/>
              </a:gs>
              <a:gs pos="55376">
                <a:srgbClr val="627D8D"/>
              </a:gs>
              <a:gs pos="96421">
                <a:srgbClr val="98ABB7"/>
              </a:gs>
              <a:gs pos="100000">
                <a:srgbClr val="98ABB7"/>
              </a:gs>
            </a:gsLst>
            <a:lin ang="1983350" scaled="0"/>
          </a:gradFill>
          <a:ln>
            <a:noFill/>
          </a:ln>
        </p:spPr>
      </p:sp>
      <p:sp>
        <p:nvSpPr>
          <p:cNvPr id="140" name="!!path-9ix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0000"/>
                </a:srgbClr>
              </a:gs>
              <a:gs pos="4764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83333" t="79291" r="16667" b="20709"/>
            </a:path>
          </a:gradFill>
          <a:ln>
            <a:noFill/>
          </a:ln>
        </p:spPr>
      </p:sp>
      <p:sp>
        <p:nvSpPr>
          <p:cNvPr id="141" name="!!line-9iy"/>
          <p:cNvSpPr/>
          <p:nvPr/>
        </p:nvSpPr>
        <p:spPr>
          <a:xfrm>
            <a:off x="549046" y="363017"/>
            <a:ext cx="1" cy="153619"/>
          </a:xfrm>
          <a:custGeom>
            <a:avLst/>
            <a:gdLst/>
            <a:ahLst/>
            <a:cxnLst/>
            <a:rect l="l" t="t" r="r" b="b"/>
            <a:pathLst>
              <a:path w="1" h="153619">
                <a:moveTo>
                  <a:pt x="0" y="0"/>
                </a:moveTo>
                <a:lnTo>
                  <a:pt x="0" y="153619"/>
                </a:lnTo>
              </a:path>
            </a:pathLst>
          </a:custGeom>
          <a:solidFill>
            <a:srgbClr val="000000"/>
          </a:solidFill>
          <a:ln w="6909" cap="rnd">
            <a:solidFill>
              <a:srgbClr val="C9D3D9"/>
            </a:solidFill>
            <a:prstDash val="solid"/>
            <a:miter lim="800000"/>
          </a:ln>
        </p:spPr>
      </p:sp>
      <p:sp>
        <p:nvSpPr>
          <p:cNvPr id="142" name="!!path-9iz"/>
          <p:cNvSpPr/>
          <p:nvPr/>
        </p:nvSpPr>
        <p:spPr>
          <a:xfrm>
            <a:off x="657962" y="442062"/>
            <a:ext cx="25400" cy="37998"/>
          </a:xfrm>
          <a:custGeom>
            <a:avLst/>
            <a:gdLst/>
            <a:ahLst/>
            <a:cxnLst/>
            <a:rect l="l" t="t" r="r" b="b"/>
            <a:pathLst>
              <a:path w="25400" h="37998">
                <a:moveTo>
                  <a:pt x="0" y="2642"/>
                </a:moveTo>
                <a:lnTo>
                  <a:pt x="15240" y="0"/>
                </a:lnTo>
                <a:lnTo>
                  <a:pt x="25400" y="37186"/>
                </a:lnTo>
                <a:lnTo>
                  <a:pt x="7518" y="37998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 w="1016" cap="flat">
            <a:solidFill>
              <a:srgbClr val="FFFFFF">
                <a:alpha val="55000"/>
              </a:srgbClr>
            </a:solidFill>
            <a:prstDash val="solid"/>
            <a:round/>
          </a:ln>
        </p:spPr>
      </p:sp>
      <p:sp>
        <p:nvSpPr>
          <p:cNvPr id="143" name="!!text-9j0" descr="救「舊」我的書"/>
          <p:cNvSpPr txBox="1"/>
          <p:nvPr/>
        </p:nvSpPr>
        <p:spPr>
          <a:xfrm>
            <a:off x="805879" y="251460"/>
            <a:ext cx="1120140" cy="25745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400" b="1" kern="0" spc="-70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救</a:t>
            </a:r>
            <a:r>
              <a:rPr lang="zh-TW" altLang="en-US" sz="14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「舊</a:t>
            </a:r>
            <a:r>
              <a:rPr lang="zh-TW" altLang="en-US" sz="1400" b="1" kern="0" spc="-70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」</a:t>
            </a:r>
            <a:r>
              <a:rPr lang="zh-TW" altLang="en-US" sz="14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我的書</a:t>
            </a:r>
            <a:endParaRPr lang="zh-TW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fast" p14:dur="2200" advTm="200">
        <p159:morph option="byObject"/>
      </p:transition>
    </mc:Choice>
    <mc:Fallback>
      <p:transition spd="fast" advTm="200"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134.1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rect-1q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7"/>
          </a:solidFill>
          <a:ln>
            <a:noFill/>
          </a:ln>
        </p:spPr>
      </p:sp>
      <p:sp>
        <p:nvSpPr>
          <p:cNvPr id="3" name="!!ellipse-1q2"/>
          <p:cNvSpPr/>
          <p:nvPr/>
        </p:nvSpPr>
        <p:spPr>
          <a:xfrm>
            <a:off x="-889000" y="-952500"/>
            <a:ext cx="13970000" cy="7874000"/>
          </a:xfrm>
          <a:prstGeom prst="ellipse">
            <a:avLst/>
          </a:prstGeom>
          <a:gradFill rotWithShape="1">
            <a:gsLst>
              <a:gs pos="0">
                <a:srgbClr val="FFFFFF">
                  <a:alpha val="95000"/>
                </a:srgbClr>
              </a:gs>
              <a:gs pos="40865">
                <a:srgbClr val="FFFFFF">
                  <a:alpha val="35000"/>
                </a:srgbClr>
              </a:gs>
              <a:gs pos="68108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!!rect-1q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P1"/>
            <a:srcRect/>
            <a:tile tx="181652" ty="149760" sx="16667" sy="16667" flip="none" algn="tl"/>
          </a:blipFill>
          <a:ln>
            <a:noFill/>
          </a:ln>
        </p:spPr>
      </p:sp>
      <p:sp>
        <p:nvSpPr>
          <p:cNvPr id="5" name="!!circle-1q9"/>
          <p:cNvSpPr/>
          <p:nvPr/>
        </p:nvSpPr>
        <p:spPr>
          <a:xfrm>
            <a:off x="-1908905" y="2836776"/>
            <a:ext cx="2047469" cy="2047469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" name="!!circle-1qu"/>
          <p:cNvSpPr/>
          <p:nvPr/>
        </p:nvSpPr>
        <p:spPr>
          <a:xfrm>
            <a:off x="11187317" y="-254836"/>
            <a:ext cx="2335771" cy="2335771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7" name="!!circle-1qx"/>
          <p:cNvSpPr/>
          <p:nvPr/>
        </p:nvSpPr>
        <p:spPr>
          <a:xfrm>
            <a:off x="5632418" y="5795164"/>
            <a:ext cx="1128039" cy="1128039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8" name="!!circle-1r4"/>
          <p:cNvSpPr/>
          <p:nvPr/>
        </p:nvSpPr>
        <p:spPr>
          <a:xfrm>
            <a:off x="537477" y="2894580"/>
            <a:ext cx="1085901" cy="1085901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9" name="!!circle-1r5"/>
          <p:cNvSpPr/>
          <p:nvPr/>
        </p:nvSpPr>
        <p:spPr>
          <a:xfrm>
            <a:off x="698575" y="5029742"/>
            <a:ext cx="2573795" cy="2573795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0" name="!!circle-1r7"/>
          <p:cNvSpPr/>
          <p:nvPr/>
        </p:nvSpPr>
        <p:spPr>
          <a:xfrm>
            <a:off x="2257292" y="2181500"/>
            <a:ext cx="1068896" cy="1068896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1" name="!!circle-1r8"/>
          <p:cNvSpPr/>
          <p:nvPr/>
        </p:nvSpPr>
        <p:spPr>
          <a:xfrm>
            <a:off x="6087982" y="5691323"/>
            <a:ext cx="2785275" cy="2785275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2" name="!!circle-1rd"/>
          <p:cNvSpPr/>
          <p:nvPr/>
        </p:nvSpPr>
        <p:spPr>
          <a:xfrm>
            <a:off x="7170604" y="1816172"/>
            <a:ext cx="2084946" cy="2084946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3" name="!!circle-1rv"/>
          <p:cNvSpPr/>
          <p:nvPr/>
        </p:nvSpPr>
        <p:spPr>
          <a:xfrm>
            <a:off x="1703433" y="6441798"/>
            <a:ext cx="894347" cy="894347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4" name="!!rect-1sh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5F7">
                  <a:alpha val="0"/>
                </a:srgbClr>
              </a:gs>
              <a:gs pos="20428">
                <a:srgbClr val="F3F5F7">
                  <a:alpha val="0"/>
                </a:srgbClr>
              </a:gs>
              <a:gs pos="66730">
                <a:srgbClr val="F3F5F7"/>
              </a:gs>
              <a:gs pos="100000">
                <a:srgbClr val="F3F5F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5" name="!!circle-1sm"/>
          <p:cNvSpPr/>
          <p:nvPr/>
        </p:nvSpPr>
        <p:spPr>
          <a:xfrm>
            <a:off x="5553074" y="1238344"/>
            <a:ext cx="36055" cy="36055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16" name="!!circle-1sp"/>
          <p:cNvSpPr/>
          <p:nvPr/>
        </p:nvSpPr>
        <p:spPr>
          <a:xfrm>
            <a:off x="9315068" y="3130706"/>
            <a:ext cx="24295" cy="24295"/>
          </a:xfrm>
          <a:prstGeom prst="ellipse">
            <a:avLst/>
          </a:prstGeom>
          <a:solidFill>
            <a:srgbClr val="627D8D">
              <a:alpha val="18100"/>
            </a:srgbClr>
          </a:solidFill>
          <a:ln>
            <a:noFill/>
          </a:ln>
        </p:spPr>
      </p:sp>
      <p:sp>
        <p:nvSpPr>
          <p:cNvPr id="17" name="!!circle-1ss"/>
          <p:cNvSpPr/>
          <p:nvPr/>
        </p:nvSpPr>
        <p:spPr>
          <a:xfrm>
            <a:off x="3482622" y="6348851"/>
            <a:ext cx="25959" cy="25959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18" name="!!circle-1sv"/>
          <p:cNvSpPr/>
          <p:nvPr/>
        </p:nvSpPr>
        <p:spPr>
          <a:xfrm>
            <a:off x="2003359" y="1708998"/>
            <a:ext cx="35878" cy="35878"/>
          </a:xfrm>
          <a:prstGeom prst="ellipse">
            <a:avLst/>
          </a:prstGeom>
          <a:solidFill>
            <a:srgbClr val="627D8D">
              <a:alpha val="26800"/>
            </a:srgbClr>
          </a:solidFill>
          <a:ln>
            <a:noFill/>
          </a:ln>
        </p:spPr>
      </p:sp>
      <p:sp>
        <p:nvSpPr>
          <p:cNvPr id="19" name="!!circle-1sy"/>
          <p:cNvSpPr/>
          <p:nvPr/>
        </p:nvSpPr>
        <p:spPr>
          <a:xfrm>
            <a:off x="6869322" y="3612716"/>
            <a:ext cx="40234" cy="40234"/>
          </a:xfrm>
          <a:prstGeom prst="ellipse">
            <a:avLst/>
          </a:prstGeom>
          <a:solidFill>
            <a:srgbClr val="627D8D">
              <a:alpha val="31300"/>
            </a:srgbClr>
          </a:solidFill>
          <a:ln>
            <a:noFill/>
          </a:ln>
        </p:spPr>
      </p:sp>
      <p:sp>
        <p:nvSpPr>
          <p:cNvPr id="20" name="!!circle-1t4"/>
          <p:cNvSpPr/>
          <p:nvPr/>
        </p:nvSpPr>
        <p:spPr>
          <a:xfrm>
            <a:off x="1206039" y="4724278"/>
            <a:ext cx="29959" cy="29959"/>
          </a:xfrm>
          <a:prstGeom prst="ellipse">
            <a:avLst/>
          </a:prstGeom>
          <a:solidFill>
            <a:srgbClr val="627D8D">
              <a:alpha val="19400"/>
            </a:srgbClr>
          </a:solidFill>
          <a:ln>
            <a:noFill/>
          </a:ln>
        </p:spPr>
      </p:sp>
      <p:sp>
        <p:nvSpPr>
          <p:cNvPr id="21" name="!!circle-1t7"/>
          <p:cNvSpPr/>
          <p:nvPr/>
        </p:nvSpPr>
        <p:spPr>
          <a:xfrm>
            <a:off x="8439392" y="4395287"/>
            <a:ext cx="28702" cy="28702"/>
          </a:xfrm>
          <a:prstGeom prst="ellipse">
            <a:avLst/>
          </a:prstGeom>
          <a:solidFill>
            <a:srgbClr val="627D8D">
              <a:alpha val="17800"/>
            </a:srgbClr>
          </a:solidFill>
          <a:ln>
            <a:noFill/>
          </a:ln>
        </p:spPr>
      </p:sp>
      <p:sp>
        <p:nvSpPr>
          <p:cNvPr id="22" name="!!circle-1ta"/>
          <p:cNvSpPr/>
          <p:nvPr/>
        </p:nvSpPr>
        <p:spPr>
          <a:xfrm>
            <a:off x="10969521" y="1758174"/>
            <a:ext cx="24066" cy="24066"/>
          </a:xfrm>
          <a:prstGeom prst="ellipse">
            <a:avLst/>
          </a:prstGeom>
          <a:solidFill>
            <a:srgbClr val="627D8D">
              <a:alpha val="23900"/>
            </a:srgbClr>
          </a:solidFill>
          <a:ln>
            <a:noFill/>
          </a:ln>
        </p:spPr>
      </p:sp>
      <p:sp>
        <p:nvSpPr>
          <p:cNvPr id="23" name="!!circle-1td"/>
          <p:cNvSpPr/>
          <p:nvPr/>
        </p:nvSpPr>
        <p:spPr>
          <a:xfrm>
            <a:off x="8462650" y="5650259"/>
            <a:ext cx="35865" cy="35865"/>
          </a:xfrm>
          <a:prstGeom prst="ellipse">
            <a:avLst/>
          </a:prstGeom>
          <a:solidFill>
            <a:srgbClr val="627D8D">
              <a:alpha val="28200"/>
            </a:srgbClr>
          </a:solidFill>
          <a:ln>
            <a:noFill/>
          </a:ln>
        </p:spPr>
      </p:sp>
      <p:sp>
        <p:nvSpPr>
          <p:cNvPr id="24" name="!!circle-1tg"/>
          <p:cNvSpPr/>
          <p:nvPr/>
        </p:nvSpPr>
        <p:spPr>
          <a:xfrm>
            <a:off x="1518559" y="2763174"/>
            <a:ext cx="39218" cy="39218"/>
          </a:xfrm>
          <a:prstGeom prst="ellipse">
            <a:avLst/>
          </a:prstGeom>
          <a:solidFill>
            <a:srgbClr val="627D8D">
              <a:alpha val="29600"/>
            </a:srgbClr>
          </a:solidFill>
          <a:ln>
            <a:noFill/>
          </a:ln>
        </p:spPr>
      </p:sp>
      <p:sp>
        <p:nvSpPr>
          <p:cNvPr id="25" name="!!circle-1tj"/>
          <p:cNvSpPr/>
          <p:nvPr/>
        </p:nvSpPr>
        <p:spPr>
          <a:xfrm>
            <a:off x="7057390" y="5827327"/>
            <a:ext cx="49733" cy="49733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6" name="!!circle-1tm"/>
          <p:cNvSpPr/>
          <p:nvPr/>
        </p:nvSpPr>
        <p:spPr>
          <a:xfrm>
            <a:off x="6428055" y="1512461"/>
            <a:ext cx="41694" cy="41694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7" name="!!circle-1tp"/>
          <p:cNvSpPr/>
          <p:nvPr/>
        </p:nvSpPr>
        <p:spPr>
          <a:xfrm>
            <a:off x="6798710" y="4923833"/>
            <a:ext cx="31979" cy="31979"/>
          </a:xfrm>
          <a:prstGeom prst="ellipse">
            <a:avLst/>
          </a:prstGeom>
          <a:solidFill>
            <a:srgbClr val="627D8D">
              <a:alpha val="24100"/>
            </a:srgbClr>
          </a:solidFill>
          <a:ln>
            <a:noFill/>
          </a:ln>
        </p:spPr>
      </p:sp>
      <p:sp>
        <p:nvSpPr>
          <p:cNvPr id="28" name="!!circle-1ts"/>
          <p:cNvSpPr/>
          <p:nvPr/>
        </p:nvSpPr>
        <p:spPr>
          <a:xfrm>
            <a:off x="3909235" y="774958"/>
            <a:ext cx="18085" cy="18085"/>
          </a:xfrm>
          <a:prstGeom prst="ellipse">
            <a:avLst/>
          </a:prstGeom>
          <a:solidFill>
            <a:srgbClr val="627D8D">
              <a:alpha val="10500"/>
            </a:srgbClr>
          </a:solidFill>
          <a:ln>
            <a:noFill/>
          </a:ln>
        </p:spPr>
      </p:sp>
      <p:sp>
        <p:nvSpPr>
          <p:cNvPr id="29" name="!!circle-1ty"/>
          <p:cNvSpPr/>
          <p:nvPr/>
        </p:nvSpPr>
        <p:spPr>
          <a:xfrm>
            <a:off x="3478353" y="6113971"/>
            <a:ext cx="39243" cy="39243"/>
          </a:xfrm>
          <a:prstGeom prst="ellipse">
            <a:avLst/>
          </a:prstGeom>
          <a:solidFill>
            <a:srgbClr val="627D8D">
              <a:alpha val="27700"/>
            </a:srgbClr>
          </a:solidFill>
          <a:ln>
            <a:noFill/>
          </a:ln>
        </p:spPr>
      </p:sp>
      <p:sp>
        <p:nvSpPr>
          <p:cNvPr id="30" name="!!circle-1u1"/>
          <p:cNvSpPr/>
          <p:nvPr/>
        </p:nvSpPr>
        <p:spPr>
          <a:xfrm>
            <a:off x="1644043" y="6475715"/>
            <a:ext cx="34519" cy="34519"/>
          </a:xfrm>
          <a:prstGeom prst="ellipse">
            <a:avLst/>
          </a:prstGeom>
          <a:solidFill>
            <a:srgbClr val="627D8D">
              <a:alpha val="22500"/>
            </a:srgbClr>
          </a:solidFill>
          <a:ln>
            <a:noFill/>
          </a:ln>
        </p:spPr>
      </p:sp>
      <p:sp>
        <p:nvSpPr>
          <p:cNvPr id="31" name="!!circle-1u4"/>
          <p:cNvSpPr/>
          <p:nvPr/>
        </p:nvSpPr>
        <p:spPr>
          <a:xfrm>
            <a:off x="2706682" y="4903465"/>
            <a:ext cx="46228" cy="46228"/>
          </a:xfrm>
          <a:prstGeom prst="ellipse">
            <a:avLst/>
          </a:prstGeom>
          <a:solidFill>
            <a:srgbClr val="627D8D">
              <a:alpha val="26200"/>
            </a:srgbClr>
          </a:solidFill>
          <a:ln>
            <a:noFill/>
          </a:ln>
        </p:spPr>
      </p:sp>
      <p:sp>
        <p:nvSpPr>
          <p:cNvPr id="32" name="!!circle-1u7"/>
          <p:cNvSpPr/>
          <p:nvPr/>
        </p:nvSpPr>
        <p:spPr>
          <a:xfrm>
            <a:off x="7431683" y="4655369"/>
            <a:ext cx="49327" cy="49327"/>
          </a:xfrm>
          <a:prstGeom prst="ellipse">
            <a:avLst/>
          </a:prstGeom>
          <a:solidFill>
            <a:srgbClr val="627D8D">
              <a:alpha val="20800"/>
            </a:srgbClr>
          </a:solidFill>
          <a:ln>
            <a:noFill/>
          </a:ln>
        </p:spPr>
      </p:sp>
      <p:sp>
        <p:nvSpPr>
          <p:cNvPr id="33" name="!!circle-1ua"/>
          <p:cNvSpPr/>
          <p:nvPr/>
        </p:nvSpPr>
        <p:spPr>
          <a:xfrm>
            <a:off x="9697365" y="5310408"/>
            <a:ext cx="24054" cy="24054"/>
          </a:xfrm>
          <a:prstGeom prst="ellipse">
            <a:avLst/>
          </a:prstGeom>
          <a:solidFill>
            <a:srgbClr val="627D8D">
              <a:alpha val="22200"/>
            </a:srgbClr>
          </a:solidFill>
          <a:ln>
            <a:noFill/>
          </a:ln>
        </p:spPr>
      </p:sp>
      <p:sp>
        <p:nvSpPr>
          <p:cNvPr id="34" name="!!circle-1ud"/>
          <p:cNvSpPr/>
          <p:nvPr/>
        </p:nvSpPr>
        <p:spPr>
          <a:xfrm>
            <a:off x="2017467" y="1370905"/>
            <a:ext cx="32271" cy="32271"/>
          </a:xfrm>
          <a:prstGeom prst="ellipse">
            <a:avLst/>
          </a:prstGeom>
          <a:solidFill>
            <a:srgbClr val="627D8D">
              <a:alpha val="20500"/>
            </a:srgbClr>
          </a:solidFill>
          <a:ln>
            <a:noFill/>
          </a:ln>
        </p:spPr>
      </p:sp>
      <p:sp>
        <p:nvSpPr>
          <p:cNvPr id="35" name="!!circle-1uj"/>
          <p:cNvSpPr/>
          <p:nvPr/>
        </p:nvSpPr>
        <p:spPr>
          <a:xfrm>
            <a:off x="2063764" y="2298908"/>
            <a:ext cx="34252" cy="34252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36" name="!!circle-1um"/>
          <p:cNvSpPr/>
          <p:nvPr/>
        </p:nvSpPr>
        <p:spPr>
          <a:xfrm>
            <a:off x="9599286" y="4107376"/>
            <a:ext cx="44196" cy="44196"/>
          </a:xfrm>
          <a:prstGeom prst="ellipse">
            <a:avLst/>
          </a:prstGeom>
          <a:solidFill>
            <a:srgbClr val="627D8D">
              <a:alpha val="21700"/>
            </a:srgbClr>
          </a:solidFill>
          <a:ln>
            <a:noFill/>
          </a:ln>
        </p:spPr>
      </p:sp>
      <p:sp>
        <p:nvSpPr>
          <p:cNvPr id="37" name="!!circle-1up"/>
          <p:cNvSpPr/>
          <p:nvPr/>
        </p:nvSpPr>
        <p:spPr>
          <a:xfrm>
            <a:off x="6760529" y="1717348"/>
            <a:ext cx="35192" cy="35192"/>
          </a:xfrm>
          <a:prstGeom prst="ellipse">
            <a:avLst/>
          </a:prstGeom>
          <a:solidFill>
            <a:srgbClr val="627D8D">
              <a:alpha val="27100"/>
            </a:srgbClr>
          </a:solidFill>
          <a:ln>
            <a:noFill/>
          </a:ln>
        </p:spPr>
      </p:sp>
      <p:sp>
        <p:nvSpPr>
          <p:cNvPr id="38" name="!!circle-1us"/>
          <p:cNvSpPr/>
          <p:nvPr/>
        </p:nvSpPr>
        <p:spPr>
          <a:xfrm>
            <a:off x="10197497" y="5198206"/>
            <a:ext cx="43358" cy="43358"/>
          </a:xfrm>
          <a:prstGeom prst="ellipse">
            <a:avLst/>
          </a:prstGeom>
          <a:solidFill>
            <a:srgbClr val="627D8D">
              <a:alpha val="19500"/>
            </a:srgbClr>
          </a:solidFill>
          <a:ln>
            <a:noFill/>
          </a:ln>
        </p:spPr>
      </p:sp>
      <p:sp>
        <p:nvSpPr>
          <p:cNvPr id="39" name="!!circle-1uv"/>
          <p:cNvSpPr/>
          <p:nvPr/>
        </p:nvSpPr>
        <p:spPr>
          <a:xfrm>
            <a:off x="3203635" y="1976522"/>
            <a:ext cx="33528" cy="33528"/>
          </a:xfrm>
          <a:prstGeom prst="ellipse">
            <a:avLst/>
          </a:prstGeom>
          <a:solidFill>
            <a:srgbClr val="627D8D">
              <a:alpha val="28300"/>
            </a:srgbClr>
          </a:solidFill>
          <a:ln>
            <a:noFill/>
          </a:ln>
        </p:spPr>
      </p:sp>
      <p:sp>
        <p:nvSpPr>
          <p:cNvPr id="40" name="!!circle-1uy"/>
          <p:cNvSpPr/>
          <p:nvPr/>
        </p:nvSpPr>
        <p:spPr>
          <a:xfrm>
            <a:off x="6833158" y="2565411"/>
            <a:ext cx="28956" cy="28956"/>
          </a:xfrm>
          <a:prstGeom prst="ellipse">
            <a:avLst/>
          </a:prstGeom>
          <a:solidFill>
            <a:srgbClr val="627D8D">
              <a:alpha val="21800"/>
            </a:srgbClr>
          </a:solidFill>
          <a:ln>
            <a:noFill/>
          </a:ln>
        </p:spPr>
      </p:sp>
      <p:sp>
        <p:nvSpPr>
          <p:cNvPr id="41" name="!!circle-1v1"/>
          <p:cNvSpPr/>
          <p:nvPr/>
        </p:nvSpPr>
        <p:spPr>
          <a:xfrm>
            <a:off x="7019245" y="6232655"/>
            <a:ext cx="45555" cy="45555"/>
          </a:xfrm>
          <a:prstGeom prst="ellipse">
            <a:avLst/>
          </a:prstGeom>
          <a:solidFill>
            <a:srgbClr val="627D8D">
              <a:alpha val="20900"/>
            </a:srgbClr>
          </a:solidFill>
          <a:ln>
            <a:noFill/>
          </a:ln>
        </p:spPr>
      </p:sp>
      <p:sp>
        <p:nvSpPr>
          <p:cNvPr id="42" name="!!circle-1v4"/>
          <p:cNvSpPr/>
          <p:nvPr/>
        </p:nvSpPr>
        <p:spPr>
          <a:xfrm>
            <a:off x="11295878" y="3081022"/>
            <a:ext cx="39484" cy="39484"/>
          </a:xfrm>
          <a:prstGeom prst="ellipse">
            <a:avLst/>
          </a:prstGeom>
          <a:solidFill>
            <a:srgbClr val="627D8D">
              <a:alpha val="13600"/>
            </a:srgbClr>
          </a:solidFill>
          <a:ln>
            <a:noFill/>
          </a:ln>
        </p:spPr>
      </p:sp>
      <p:sp>
        <p:nvSpPr>
          <p:cNvPr id="43" name="!!circle-1v7"/>
          <p:cNvSpPr/>
          <p:nvPr/>
        </p:nvSpPr>
        <p:spPr>
          <a:xfrm>
            <a:off x="7478757" y="5576477"/>
            <a:ext cx="30455" cy="30455"/>
          </a:xfrm>
          <a:prstGeom prst="ellipse">
            <a:avLst/>
          </a:prstGeom>
          <a:solidFill>
            <a:srgbClr val="627D8D">
              <a:alpha val="16500"/>
            </a:srgbClr>
          </a:solidFill>
          <a:ln>
            <a:noFill/>
          </a:ln>
        </p:spPr>
      </p:sp>
      <p:sp>
        <p:nvSpPr>
          <p:cNvPr id="44" name="!!circle-1va"/>
          <p:cNvSpPr/>
          <p:nvPr/>
        </p:nvSpPr>
        <p:spPr>
          <a:xfrm>
            <a:off x="8984483" y="6337574"/>
            <a:ext cx="28257" cy="28257"/>
          </a:xfrm>
          <a:prstGeom prst="ellipse">
            <a:avLst/>
          </a:prstGeom>
          <a:solidFill>
            <a:srgbClr val="627D8D">
              <a:alpha val="15700"/>
            </a:srgbClr>
          </a:solidFill>
          <a:ln>
            <a:noFill/>
          </a:ln>
        </p:spPr>
      </p:sp>
      <p:sp>
        <p:nvSpPr>
          <p:cNvPr id="45" name="!!circle-1vd"/>
          <p:cNvSpPr/>
          <p:nvPr/>
        </p:nvSpPr>
        <p:spPr>
          <a:xfrm>
            <a:off x="11427017" y="4986950"/>
            <a:ext cx="45149" cy="45149"/>
          </a:xfrm>
          <a:prstGeom prst="ellipse">
            <a:avLst/>
          </a:prstGeom>
          <a:solidFill>
            <a:srgbClr val="627D8D">
              <a:alpha val="31200"/>
            </a:srgbClr>
          </a:solidFill>
          <a:ln>
            <a:noFill/>
          </a:ln>
        </p:spPr>
      </p:sp>
      <p:sp>
        <p:nvSpPr>
          <p:cNvPr id="46" name="!!circle-1vg"/>
          <p:cNvSpPr/>
          <p:nvPr/>
        </p:nvSpPr>
        <p:spPr>
          <a:xfrm>
            <a:off x="3470730" y="2957629"/>
            <a:ext cx="30696" cy="30696"/>
          </a:xfrm>
          <a:prstGeom prst="ellipse">
            <a:avLst/>
          </a:prstGeom>
          <a:solidFill>
            <a:srgbClr val="627D8D">
              <a:alpha val="25700"/>
            </a:srgbClr>
          </a:solidFill>
          <a:ln>
            <a:noFill/>
          </a:ln>
        </p:spPr>
      </p:sp>
      <p:sp>
        <p:nvSpPr>
          <p:cNvPr id="47" name="!!circle-1vj"/>
          <p:cNvSpPr/>
          <p:nvPr/>
        </p:nvSpPr>
        <p:spPr>
          <a:xfrm>
            <a:off x="8821162" y="3476707"/>
            <a:ext cx="37401" cy="37401"/>
          </a:xfrm>
          <a:prstGeom prst="ellipse">
            <a:avLst/>
          </a:prstGeom>
          <a:solidFill>
            <a:srgbClr val="627D8D">
              <a:alpha val="16000"/>
            </a:srgbClr>
          </a:solidFill>
          <a:ln>
            <a:noFill/>
          </a:ln>
        </p:spPr>
      </p:sp>
      <p:sp>
        <p:nvSpPr>
          <p:cNvPr id="48" name="!!circle-1vm"/>
          <p:cNvSpPr/>
          <p:nvPr/>
        </p:nvSpPr>
        <p:spPr>
          <a:xfrm>
            <a:off x="1815842" y="4356449"/>
            <a:ext cx="33096" cy="33096"/>
          </a:xfrm>
          <a:prstGeom prst="ellipse">
            <a:avLst/>
          </a:prstGeom>
          <a:solidFill>
            <a:srgbClr val="627D8D">
              <a:alpha val="22300"/>
            </a:srgbClr>
          </a:solidFill>
          <a:ln>
            <a:noFill/>
          </a:ln>
        </p:spPr>
      </p:sp>
      <p:sp>
        <p:nvSpPr>
          <p:cNvPr id="49" name="!!circle-1vp"/>
          <p:cNvSpPr/>
          <p:nvPr/>
        </p:nvSpPr>
        <p:spPr>
          <a:xfrm>
            <a:off x="11573519" y="476606"/>
            <a:ext cx="21145" cy="21145"/>
          </a:xfrm>
          <a:prstGeom prst="ellipse">
            <a:avLst/>
          </a:prstGeom>
          <a:solidFill>
            <a:srgbClr val="627D8D">
              <a:alpha val="16300"/>
            </a:srgbClr>
          </a:solidFill>
          <a:ln>
            <a:noFill/>
          </a:ln>
        </p:spPr>
      </p:sp>
      <p:sp>
        <p:nvSpPr>
          <p:cNvPr id="50" name="!!circle-1vs"/>
          <p:cNvSpPr/>
          <p:nvPr/>
        </p:nvSpPr>
        <p:spPr>
          <a:xfrm>
            <a:off x="11075514" y="5458682"/>
            <a:ext cx="35281" cy="35281"/>
          </a:xfrm>
          <a:prstGeom prst="ellipse">
            <a:avLst/>
          </a:prstGeom>
          <a:solidFill>
            <a:srgbClr val="627D8D">
              <a:alpha val="30000"/>
            </a:srgbClr>
          </a:solidFill>
          <a:ln>
            <a:noFill/>
          </a:ln>
        </p:spPr>
      </p:sp>
      <p:sp>
        <p:nvSpPr>
          <p:cNvPr id="51" name="!!rect-8qy"/>
          <p:cNvSpPr/>
          <p:nvPr/>
        </p:nvSpPr>
        <p:spPr>
          <a:xfrm>
            <a:off x="8521700" y="660400"/>
            <a:ext cx="2933700" cy="6121400"/>
          </a:xfrm>
          <a:prstGeom prst="roundRect">
            <a:avLst>
              <a:gd name="adj" fmla="val 18020"/>
            </a:avLst>
          </a:prstGeom>
          <a:solidFill>
            <a:srgbClr val="0B1A26">
              <a:alpha val="30000"/>
            </a:srgbClr>
          </a:solidFill>
          <a:ln>
            <a:noFill/>
          </a:ln>
          <a:effectLst>
            <a:softEdge rad="474980"/>
          </a:effectLst>
        </p:spPr>
      </p:sp>
      <p:sp>
        <p:nvSpPr>
          <p:cNvPr id="52" name="!!rect-8qz"/>
          <p:cNvSpPr/>
          <p:nvPr/>
        </p:nvSpPr>
        <p:spPr>
          <a:xfrm>
            <a:off x="8591550" y="527050"/>
            <a:ext cx="2794000" cy="5829300"/>
          </a:xfrm>
          <a:prstGeom prst="roundRect">
            <a:avLst>
              <a:gd name="adj" fmla="val 16825"/>
            </a:avLst>
          </a:prstGeom>
          <a:solidFill>
            <a:srgbClr val="0B1A26">
              <a:alpha val="16000"/>
            </a:srgbClr>
          </a:solidFill>
          <a:ln>
            <a:noFill/>
          </a:ln>
          <a:effectLst>
            <a:softEdge rad="125730"/>
          </a:effectLst>
        </p:spPr>
      </p:sp>
      <p:sp>
        <p:nvSpPr>
          <p:cNvPr id="53" name="!!rect-8r0"/>
          <p:cNvSpPr/>
          <p:nvPr/>
        </p:nvSpPr>
        <p:spPr>
          <a:xfrm>
            <a:off x="8590280" y="1676400"/>
            <a:ext cx="31750" cy="2159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54" name="!!rect-8r1"/>
          <p:cNvSpPr/>
          <p:nvPr/>
        </p:nvSpPr>
        <p:spPr>
          <a:xfrm>
            <a:off x="8590280" y="2108200"/>
            <a:ext cx="31750" cy="4064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55" name="!!rect-8r2"/>
          <p:cNvSpPr/>
          <p:nvPr/>
        </p:nvSpPr>
        <p:spPr>
          <a:xfrm>
            <a:off x="8590280" y="2603500"/>
            <a:ext cx="31750" cy="4064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56" name="!!rect-8r3"/>
          <p:cNvSpPr/>
          <p:nvPr/>
        </p:nvSpPr>
        <p:spPr>
          <a:xfrm>
            <a:off x="11355070" y="2260600"/>
            <a:ext cx="31750" cy="6350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57" name="!!rect-8r4"/>
          <p:cNvSpPr/>
          <p:nvPr/>
        </p:nvSpPr>
        <p:spPr>
          <a:xfrm>
            <a:off x="11357610" y="4114800"/>
            <a:ext cx="25400" cy="419100"/>
          </a:xfrm>
          <a:prstGeom prst="roundRect">
            <a:avLst>
              <a:gd name="adj" fmla="val 50000"/>
            </a:avLst>
          </a:prstGeom>
          <a:solidFill>
            <a:srgbClr val="8795A0"/>
          </a:solidFill>
          <a:ln>
            <a:noFill/>
          </a:ln>
        </p:spPr>
      </p:sp>
      <p:sp>
        <p:nvSpPr>
          <p:cNvPr id="58" name="!!rect-8r5"/>
          <p:cNvSpPr/>
          <p:nvPr/>
        </p:nvSpPr>
        <p:spPr>
          <a:xfrm>
            <a:off x="8610600" y="508000"/>
            <a:ext cx="2755900" cy="5753100"/>
          </a:xfrm>
          <a:prstGeom prst="roundRect">
            <a:avLst>
              <a:gd name="adj" fmla="val 16359"/>
            </a:avLst>
          </a:prstGeom>
          <a:gradFill rotWithShape="1">
            <a:gsLst>
              <a:gs pos="0">
                <a:srgbClr val="FBFCFD"/>
              </a:gs>
              <a:gs pos="18000">
                <a:srgbClr val="DDE5EB"/>
              </a:gs>
              <a:gs pos="46000">
                <a:srgbClr val="B4C2CC"/>
              </a:gs>
              <a:gs pos="62000">
                <a:srgbClr val="D3DCE3"/>
              </a:gs>
              <a:gs pos="84000">
                <a:srgbClr val="A9B8C3"/>
              </a:gs>
              <a:gs pos="100000">
                <a:srgbClr val="E8EEF2"/>
              </a:gs>
              <a:gs pos="100000">
                <a:srgbClr val="E8EEF2"/>
              </a:gs>
            </a:gsLst>
            <a:lin ang="3864255" scaled="0"/>
          </a:gradFill>
          <a:ln>
            <a:noFill/>
          </a:ln>
        </p:spPr>
      </p:sp>
      <p:sp>
        <p:nvSpPr>
          <p:cNvPr id="59" name="!!rect-8r6"/>
          <p:cNvSpPr/>
          <p:nvPr/>
        </p:nvSpPr>
        <p:spPr>
          <a:xfrm>
            <a:off x="8614410" y="511810"/>
            <a:ext cx="2748280" cy="5745480"/>
          </a:xfrm>
          <a:prstGeom prst="roundRect">
            <a:avLst>
              <a:gd name="adj" fmla="val 16266"/>
            </a:avLst>
          </a:prstGeom>
          <a:noFill/>
          <a:ln w="7620" cap="flat">
            <a:solidFill>
              <a:srgbClr val="7F8F9B">
                <a:alpha val="55000"/>
              </a:srgbClr>
            </a:solidFill>
            <a:prstDash val="solid"/>
            <a:miter lim="800000"/>
          </a:ln>
        </p:spPr>
      </p:sp>
      <p:sp>
        <p:nvSpPr>
          <p:cNvPr id="60" name="!!rect-8r7"/>
          <p:cNvSpPr/>
          <p:nvPr/>
        </p:nvSpPr>
        <p:spPr>
          <a:xfrm>
            <a:off x="8637270" y="534670"/>
            <a:ext cx="2702560" cy="5699760"/>
          </a:xfrm>
          <a:prstGeom prst="roundRect">
            <a:avLst>
              <a:gd name="adj" fmla="val 15695"/>
            </a:avLst>
          </a:prstGeom>
          <a:noFill/>
          <a:ln w="8890" cap="flat">
            <a:solidFill>
              <a:srgbClr val="FFFFFF">
                <a:alpha val="75000"/>
              </a:srgbClr>
            </a:solidFill>
            <a:prstDash val="solid"/>
            <a:miter lim="800000"/>
          </a:ln>
        </p:spPr>
      </p:sp>
      <p:sp>
        <p:nvSpPr>
          <p:cNvPr id="61" name="!!rect-8r8"/>
          <p:cNvSpPr/>
          <p:nvPr/>
        </p:nvSpPr>
        <p:spPr>
          <a:xfrm>
            <a:off x="8664575" y="561975"/>
            <a:ext cx="2647950" cy="5645150"/>
          </a:xfrm>
          <a:prstGeom prst="roundRect">
            <a:avLst>
              <a:gd name="adj" fmla="val 14988"/>
            </a:avLst>
          </a:prstGeom>
          <a:solidFill>
            <a:srgbClr val="050608"/>
          </a:solidFill>
          <a:ln>
            <a:noFill/>
          </a:ln>
        </p:spPr>
      </p:sp>
      <p:sp>
        <p:nvSpPr>
          <p:cNvPr id="62" name="!!rect-8ra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solidFill>
            <a:srgbClr val="F3F5F7"/>
          </a:solidFill>
          <a:ln>
            <a:noFill/>
          </a:ln>
        </p:spPr>
      </p:sp>
      <p:sp>
        <p:nvSpPr>
          <p:cNvPr id="63" name="!!rect-8zn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solidFill>
            <a:srgbClr val="F3F5F7"/>
          </a:solidFill>
          <a:ln>
            <a:noFill/>
          </a:ln>
        </p:spPr>
      </p:sp>
      <p:sp>
        <p:nvSpPr>
          <p:cNvPr id="64" name="!!circle-8zp"/>
          <p:cNvSpPr/>
          <p:nvPr/>
        </p:nvSpPr>
        <p:spPr>
          <a:xfrm>
            <a:off x="9709150" y="2616200"/>
            <a:ext cx="558800" cy="558800"/>
          </a:xfrm>
          <a:prstGeom prst="ellipse">
            <a:avLst/>
          </a:prstGeom>
          <a:solidFill>
            <a:srgbClr val="2E9E5B">
              <a:alpha val="10000"/>
            </a:srgbClr>
          </a:solidFill>
          <a:ln>
            <a:noFill/>
          </a:ln>
        </p:spPr>
      </p:sp>
      <p:sp>
        <p:nvSpPr>
          <p:cNvPr id="65" name="!!circle-8zq"/>
          <p:cNvSpPr/>
          <p:nvPr/>
        </p:nvSpPr>
        <p:spPr>
          <a:xfrm>
            <a:off x="9709150" y="2616200"/>
            <a:ext cx="558800" cy="558800"/>
          </a:xfrm>
          <a:custGeom>
            <a:avLst/>
            <a:gdLst/>
            <a:ahLst/>
            <a:cxnLst/>
            <a:rect l="l" t="t" r="r" b="b"/>
            <a:pathLst>
              <a:path w="558800" h="558800" fill="none">
                <a:moveTo>
                  <a:pt x="279400" y="0"/>
                </a:moveTo>
                <a:cubicBezTo>
                  <a:pt x="433708" y="0"/>
                  <a:pt x="558800" y="125092"/>
                  <a:pt x="558800" y="279400"/>
                </a:cubicBezTo>
                <a:cubicBezTo>
                  <a:pt x="558800" y="433708"/>
                  <a:pt x="433708" y="558800"/>
                  <a:pt x="279400" y="558800"/>
                </a:cubicBezTo>
                <a:cubicBezTo>
                  <a:pt x="125092" y="558800"/>
                  <a:pt x="0" y="433708"/>
                  <a:pt x="0" y="279400"/>
                </a:cubicBezTo>
                <a:cubicBezTo>
                  <a:pt x="0" y="125092"/>
                  <a:pt x="125092" y="0"/>
                  <a:pt x="279400" y="0"/>
                </a:cubicBezTo>
                <a:close/>
              </a:path>
            </a:pathLst>
          </a:custGeom>
          <a:noFill/>
          <a:ln w="20320" cap="rnd">
            <a:solidFill>
              <a:srgbClr val="2E9E5B"/>
            </a:solidFill>
            <a:custDash>
              <a:ds d="8639375" sp="8639375"/>
            </a:custDash>
            <a:miter lim="800000"/>
          </a:ln>
        </p:spPr>
      </p:sp>
      <p:sp>
        <p:nvSpPr>
          <p:cNvPr id="66" name="!!path-8zs"/>
          <p:cNvSpPr/>
          <p:nvPr/>
        </p:nvSpPr>
        <p:spPr>
          <a:xfrm>
            <a:off x="9893554" y="2822956"/>
            <a:ext cx="201168" cy="150876"/>
          </a:xfrm>
          <a:custGeom>
            <a:avLst/>
            <a:gdLst/>
            <a:ahLst/>
            <a:cxnLst/>
            <a:rect l="l" t="t" r="r" b="b"/>
            <a:pathLst>
              <a:path w="201168" h="150876" fill="none">
                <a:moveTo>
                  <a:pt x="0" y="78232"/>
                </a:moveTo>
                <a:lnTo>
                  <a:pt x="72644" y="150876"/>
                </a:lnTo>
                <a:lnTo>
                  <a:pt x="201168" y="0"/>
                </a:lnTo>
              </a:path>
            </a:pathLst>
          </a:custGeom>
          <a:noFill/>
          <a:ln w="25400" cap="rnd">
            <a:solidFill>
              <a:srgbClr val="2E9E5B"/>
            </a:solidFill>
            <a:prstDash val="solid"/>
            <a:round/>
          </a:ln>
        </p:spPr>
      </p:sp>
      <p:sp>
        <p:nvSpPr>
          <p:cNvPr id="67" name="!!text-8zu" descr="付款成功"/>
          <p:cNvSpPr txBox="1"/>
          <p:nvPr/>
        </p:nvSpPr>
        <p:spPr>
          <a:xfrm>
            <a:off x="9734550" y="3294380"/>
            <a:ext cx="546100" cy="18389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付款成功</a:t>
            </a:r>
            <a:endParaRPr lang="zh-TW" sz="1000"/>
          </a:p>
        </p:txBody>
      </p:sp>
      <p:sp>
        <p:nvSpPr>
          <p:cNvPr id="68" name="!!text-8zz" descr="書籍已在書櫃，可立即取書"/>
          <p:cNvSpPr txBox="1"/>
          <p:nvPr/>
        </p:nvSpPr>
        <p:spPr>
          <a:xfrm>
            <a:off x="9455150" y="3516376"/>
            <a:ext cx="1093470" cy="12872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00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書籍已在書櫃，可立即取書</a:t>
            </a:r>
            <a:endParaRPr lang="zh-TW" sz="700"/>
          </a:p>
        </p:txBody>
      </p:sp>
      <p:sp>
        <p:nvSpPr>
          <p:cNvPr id="69" name="!!rect-90c"/>
          <p:cNvSpPr/>
          <p:nvPr/>
        </p:nvSpPr>
        <p:spPr>
          <a:xfrm>
            <a:off x="8813800" y="3822700"/>
            <a:ext cx="2349500" cy="508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70" name="!!rect-90e"/>
          <p:cNvSpPr/>
          <p:nvPr/>
        </p:nvSpPr>
        <p:spPr>
          <a:xfrm>
            <a:off x="8915400" y="3924300"/>
            <a:ext cx="228600" cy="3048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5D856F"/>
              </a:gs>
              <a:gs pos="100000">
                <a:srgbClr val="3F624F"/>
              </a:gs>
            </a:gsLst>
            <a:lin ang="3187806" scaled="0"/>
          </a:gradFill>
          <a:ln>
            <a:noFill/>
          </a:ln>
        </p:spPr>
      </p:sp>
      <p:sp>
        <p:nvSpPr>
          <p:cNvPr id="71" name="!!rect-90f"/>
          <p:cNvSpPr/>
          <p:nvPr/>
        </p:nvSpPr>
        <p:spPr>
          <a:xfrm>
            <a:off x="8935974" y="3924300"/>
            <a:ext cx="11430" cy="304800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</p:spPr>
      </p:sp>
      <p:sp>
        <p:nvSpPr>
          <p:cNvPr id="72" name="!!rect-90g"/>
          <p:cNvSpPr/>
          <p:nvPr/>
        </p:nvSpPr>
        <p:spPr>
          <a:xfrm>
            <a:off x="8972550" y="3979164"/>
            <a:ext cx="128016" cy="21336"/>
          </a:xfrm>
          <a:prstGeom prst="roundRect">
            <a:avLst>
              <a:gd name="adj" fmla="val 28571"/>
            </a:avLst>
          </a:prstGeom>
          <a:solidFill>
            <a:srgbClr val="E7D9B8"/>
          </a:solidFill>
          <a:ln>
            <a:noFill/>
          </a:ln>
        </p:spPr>
      </p:sp>
      <p:sp>
        <p:nvSpPr>
          <p:cNvPr id="73" name="!!rect-90h"/>
          <p:cNvSpPr/>
          <p:nvPr/>
        </p:nvSpPr>
        <p:spPr>
          <a:xfrm>
            <a:off x="8972550" y="4015740"/>
            <a:ext cx="86868" cy="13716"/>
          </a:xfrm>
          <a:prstGeom prst="roundRect">
            <a:avLst>
              <a:gd name="adj" fmla="val 44444"/>
            </a:avLst>
          </a:prstGeom>
          <a:solidFill>
            <a:srgbClr val="E7D9B8">
              <a:alpha val="72000"/>
            </a:srgbClr>
          </a:solidFill>
          <a:ln>
            <a:noFill/>
          </a:ln>
        </p:spPr>
      </p:sp>
      <p:sp>
        <p:nvSpPr>
          <p:cNvPr id="74" name="!!rect-90i"/>
          <p:cNvSpPr/>
          <p:nvPr/>
        </p:nvSpPr>
        <p:spPr>
          <a:xfrm>
            <a:off x="8972550" y="4168140"/>
            <a:ext cx="64008" cy="12192"/>
          </a:xfrm>
          <a:prstGeom prst="roundRect">
            <a:avLst>
              <a:gd name="adj" fmla="val 50000"/>
            </a:avLst>
          </a:prstGeom>
          <a:solidFill>
            <a:srgbClr val="E7D9B8">
              <a:alpha val="55000"/>
            </a:srgbClr>
          </a:solidFill>
          <a:ln>
            <a:noFill/>
          </a:ln>
        </p:spPr>
      </p:sp>
      <p:sp>
        <p:nvSpPr>
          <p:cNvPr id="75" name="!!text-90j" descr="統計學概論"/>
          <p:cNvSpPr txBox="1"/>
          <p:nvPr/>
        </p:nvSpPr>
        <p:spPr>
          <a:xfrm>
            <a:off x="9220200" y="3948176"/>
            <a:ext cx="471170" cy="12872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00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統計學概論</a:t>
            </a:r>
            <a:endParaRPr lang="zh-TW" sz="700"/>
          </a:p>
        </p:txBody>
      </p:sp>
      <p:sp>
        <p:nvSpPr>
          <p:cNvPr id="76" name="!!text-90p" descr="圖書館大廳・櫃門 A01"/>
          <p:cNvSpPr txBox="1"/>
          <p:nvPr/>
        </p:nvSpPr>
        <p:spPr>
          <a:xfrm>
            <a:off x="9220200" y="4088892"/>
            <a:ext cx="845477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圖書館大廳・櫃門 A01</a:t>
            </a:r>
            <a:endParaRPr lang="zh-TW" sz="650"/>
          </a:p>
        </p:txBody>
      </p:sp>
      <p:sp>
        <p:nvSpPr>
          <p:cNvPr id="77" name="!!path-912"/>
          <p:cNvSpPr/>
          <p:nvPr/>
        </p:nvSpPr>
        <p:spPr>
          <a:xfrm>
            <a:off x="8712200" y="609600"/>
            <a:ext cx="2552700" cy="730250"/>
          </a:xfrm>
          <a:custGeom>
            <a:avLst/>
            <a:gdLst/>
            <a:ahLst/>
            <a:cxnLst/>
            <a:rect l="l" t="t" r="r" b="b"/>
            <a:pathLst>
              <a:path w="2552700" h="730250">
                <a:moveTo>
                  <a:pt x="0" y="349250"/>
                </a:moveTo>
                <a:lnTo>
                  <a:pt x="6711" y="281115"/>
                </a:lnTo>
                <a:lnTo>
                  <a:pt x="26585" y="215598"/>
                </a:lnTo>
                <a:lnTo>
                  <a:pt x="58859" y="155217"/>
                </a:lnTo>
                <a:lnTo>
                  <a:pt x="102293" y="102293"/>
                </a:lnTo>
                <a:lnTo>
                  <a:pt x="155217" y="58859"/>
                </a:lnTo>
                <a:lnTo>
                  <a:pt x="215598" y="26585"/>
                </a:lnTo>
                <a:lnTo>
                  <a:pt x="281115" y="6711"/>
                </a:lnTo>
                <a:lnTo>
                  <a:pt x="349250" y="0"/>
                </a:lnTo>
                <a:lnTo>
                  <a:pt x="2203450" y="0"/>
                </a:lnTo>
                <a:lnTo>
                  <a:pt x="2271585" y="6711"/>
                </a:lnTo>
                <a:lnTo>
                  <a:pt x="2337102" y="26585"/>
                </a:lnTo>
                <a:lnTo>
                  <a:pt x="2397483" y="58859"/>
                </a:lnTo>
                <a:lnTo>
                  <a:pt x="2450407" y="102293"/>
                </a:lnTo>
                <a:lnTo>
                  <a:pt x="2493841" y="155217"/>
                </a:lnTo>
                <a:lnTo>
                  <a:pt x="2526115" y="215598"/>
                </a:lnTo>
                <a:lnTo>
                  <a:pt x="2545989" y="281115"/>
                </a:lnTo>
                <a:lnTo>
                  <a:pt x="2552700" y="349250"/>
                </a:lnTo>
                <a:lnTo>
                  <a:pt x="2552700" y="577850"/>
                </a:lnTo>
                <a:lnTo>
                  <a:pt x="2551642" y="602192"/>
                </a:lnTo>
                <a:lnTo>
                  <a:pt x="2548467" y="624417"/>
                </a:lnTo>
                <a:lnTo>
                  <a:pt x="2543175" y="644525"/>
                </a:lnTo>
                <a:lnTo>
                  <a:pt x="2535767" y="662517"/>
                </a:lnTo>
                <a:lnTo>
                  <a:pt x="2526242" y="678392"/>
                </a:lnTo>
                <a:lnTo>
                  <a:pt x="2514600" y="692150"/>
                </a:lnTo>
                <a:lnTo>
                  <a:pt x="2500842" y="703792"/>
                </a:lnTo>
                <a:lnTo>
                  <a:pt x="2484967" y="713317"/>
                </a:lnTo>
                <a:lnTo>
                  <a:pt x="2466975" y="720725"/>
                </a:lnTo>
                <a:lnTo>
                  <a:pt x="2446867" y="726017"/>
                </a:lnTo>
                <a:lnTo>
                  <a:pt x="2424642" y="729192"/>
                </a:lnTo>
                <a:lnTo>
                  <a:pt x="2400300" y="730250"/>
                </a:lnTo>
                <a:lnTo>
                  <a:pt x="152400" y="730250"/>
                </a:lnTo>
                <a:lnTo>
                  <a:pt x="128058" y="729192"/>
                </a:lnTo>
                <a:lnTo>
                  <a:pt x="105833" y="726017"/>
                </a:lnTo>
                <a:lnTo>
                  <a:pt x="85725" y="720725"/>
                </a:lnTo>
                <a:lnTo>
                  <a:pt x="67733" y="713317"/>
                </a:lnTo>
                <a:lnTo>
                  <a:pt x="51858" y="703792"/>
                </a:lnTo>
                <a:lnTo>
                  <a:pt x="38100" y="692150"/>
                </a:lnTo>
                <a:lnTo>
                  <a:pt x="26458" y="678392"/>
                </a:lnTo>
                <a:lnTo>
                  <a:pt x="16933" y="662517"/>
                </a:lnTo>
                <a:lnTo>
                  <a:pt x="9525" y="644525"/>
                </a:lnTo>
                <a:lnTo>
                  <a:pt x="4233" y="624417"/>
                </a:lnTo>
                <a:lnTo>
                  <a:pt x="1058" y="602192"/>
                </a:lnTo>
                <a:lnTo>
                  <a:pt x="0" y="577850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78" name="!!text-913" descr="2:25"/>
          <p:cNvSpPr txBox="1"/>
          <p:nvPr/>
        </p:nvSpPr>
        <p:spPr>
          <a:xfrm>
            <a:off x="9020597" y="714883"/>
            <a:ext cx="253790" cy="1563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50" kern="0" dirty="0">
                <a:solidFill>
                  <a:srgbClr val="FFFFFF"/>
                </a:solidFill>
                <a:latin typeface="Noto Sans TC SemiBold"/>
                <a:ea typeface="Noto Sans TC SemiBold"/>
                <a:cs typeface="Noto Sans TC SemiBold"/>
              </a:rPr>
              <a:t>2:25</a:t>
            </a:r>
            <a:endParaRPr lang="zh-TW" sz="850"/>
          </a:p>
        </p:txBody>
      </p:sp>
      <p:sp>
        <p:nvSpPr>
          <p:cNvPr id="79" name="!!rect-918"/>
          <p:cNvSpPr/>
          <p:nvPr/>
        </p:nvSpPr>
        <p:spPr>
          <a:xfrm>
            <a:off x="10579100" y="808990"/>
            <a:ext cx="21590" cy="2667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80" name="!!rect-919"/>
          <p:cNvSpPr/>
          <p:nvPr/>
        </p:nvSpPr>
        <p:spPr>
          <a:xfrm>
            <a:off x="10612120" y="792480"/>
            <a:ext cx="21590" cy="4318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81" name="!!rect-91a"/>
          <p:cNvSpPr/>
          <p:nvPr/>
        </p:nvSpPr>
        <p:spPr>
          <a:xfrm>
            <a:off x="10645140" y="775970"/>
            <a:ext cx="21590" cy="5969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82" name="!!rect-91b"/>
          <p:cNvSpPr/>
          <p:nvPr/>
        </p:nvSpPr>
        <p:spPr>
          <a:xfrm>
            <a:off x="10678160" y="759460"/>
            <a:ext cx="21590" cy="7620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83" name="!!path-91c"/>
          <p:cNvSpPr/>
          <p:nvPr/>
        </p:nvSpPr>
        <p:spPr>
          <a:xfrm>
            <a:off x="10763250" y="763570"/>
            <a:ext cx="95250" cy="70820"/>
          </a:xfrm>
          <a:custGeom>
            <a:avLst/>
            <a:gdLst/>
            <a:ahLst/>
            <a:cxnLst/>
            <a:rect l="l" t="t" r="r" b="b"/>
            <a:pathLst>
              <a:path w="95250" h="70820">
                <a:moveTo>
                  <a:pt x="47625" y="70820"/>
                </a:moveTo>
                <a:lnTo>
                  <a:pt x="31115" y="51135"/>
                </a:lnTo>
                <a:cubicBezTo>
                  <a:pt x="40714" y="43262"/>
                  <a:pt x="54536" y="43262"/>
                  <a:pt x="64135" y="51135"/>
                </a:cubicBezTo>
                <a:close/>
                <a:moveTo>
                  <a:pt x="0" y="23830"/>
                </a:moveTo>
                <a:cubicBezTo>
                  <a:pt x="27279" y="0"/>
                  <a:pt x="67971" y="0"/>
                  <a:pt x="95250" y="23830"/>
                </a:cubicBezTo>
                <a:lnTo>
                  <a:pt x="83820" y="37165"/>
                </a:lnTo>
                <a:cubicBezTo>
                  <a:pt x="63051" y="19153"/>
                  <a:pt x="32199" y="19153"/>
                  <a:pt x="11430" y="37165"/>
                </a:cubicBezTo>
                <a:close/>
                <a:moveTo>
                  <a:pt x="16510" y="43515"/>
                </a:moveTo>
                <a:cubicBezTo>
                  <a:pt x="34385" y="28089"/>
                  <a:pt x="60865" y="28089"/>
                  <a:pt x="78740" y="43515"/>
                </a:cubicBezTo>
                <a:lnTo>
                  <a:pt x="67310" y="56850"/>
                </a:lnTo>
                <a:cubicBezTo>
                  <a:pt x="55947" y="47238"/>
                  <a:pt x="39303" y="47238"/>
                  <a:pt x="27940" y="5685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84" name="!!rect-91d"/>
          <p:cNvSpPr/>
          <p:nvPr/>
        </p:nvSpPr>
        <p:spPr>
          <a:xfrm>
            <a:off x="10902950" y="760730"/>
            <a:ext cx="161925" cy="78740"/>
          </a:xfrm>
          <a:prstGeom prst="roundRect">
            <a:avLst>
              <a:gd name="adj" fmla="val 32258"/>
            </a:avLst>
          </a:prstGeom>
          <a:noFill/>
          <a:ln w="6985" cap="flat">
            <a:solidFill>
              <a:srgbClr val="FFFFFF">
                <a:alpha val="38000"/>
              </a:srgbClr>
            </a:solidFill>
            <a:prstDash val="solid"/>
            <a:miter lim="800000"/>
          </a:ln>
        </p:spPr>
      </p:sp>
      <p:sp>
        <p:nvSpPr>
          <p:cNvPr id="85" name="!!rect-91e"/>
          <p:cNvSpPr/>
          <p:nvPr/>
        </p:nvSpPr>
        <p:spPr>
          <a:xfrm>
            <a:off x="10916285" y="774065"/>
            <a:ext cx="110909" cy="52070"/>
          </a:xfrm>
          <a:prstGeom prst="roundRect">
            <a:avLst>
              <a:gd name="adj" fmla="val 26829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86" name="!!path-91f"/>
          <p:cNvSpPr/>
          <p:nvPr/>
        </p:nvSpPr>
        <p:spPr>
          <a:xfrm>
            <a:off x="11074400" y="786130"/>
            <a:ext cx="10345" cy="27940"/>
          </a:xfrm>
          <a:custGeom>
            <a:avLst/>
            <a:gdLst/>
            <a:ahLst/>
            <a:cxnLst/>
            <a:rect l="l" t="t" r="r" b="b"/>
            <a:pathLst>
              <a:path w="10345" h="27940">
                <a:moveTo>
                  <a:pt x="0" y="0"/>
                </a:moveTo>
                <a:lnTo>
                  <a:pt x="0" y="27940"/>
                </a:lnTo>
                <a:cubicBezTo>
                  <a:pt x="6146" y="26066"/>
                  <a:pt x="10345" y="20395"/>
                  <a:pt x="10345" y="13970"/>
                </a:cubicBezTo>
                <a:cubicBezTo>
                  <a:pt x="10345" y="7545"/>
                  <a:pt x="6146" y="1874"/>
                  <a:pt x="0" y="0"/>
                </a:cubicBezTo>
                <a:close/>
              </a:path>
            </a:pathLst>
          </a:custGeom>
          <a:solidFill>
            <a:srgbClr val="FFFFFF">
              <a:alpha val="45000"/>
            </a:srgbClr>
          </a:solidFill>
          <a:ln>
            <a:noFill/>
          </a:ln>
        </p:spPr>
      </p:sp>
      <p:sp>
        <p:nvSpPr>
          <p:cNvPr id="87" name="!!text-91g" descr="付款成功"/>
          <p:cNvSpPr txBox="1"/>
          <p:nvPr/>
        </p:nvSpPr>
        <p:spPr>
          <a:xfrm>
            <a:off x="9759950" y="1070737"/>
            <a:ext cx="491490" cy="16550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1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付款成功</a:t>
            </a:r>
            <a:endParaRPr lang="zh-TW" sz="900"/>
          </a:p>
        </p:txBody>
      </p:sp>
      <p:sp>
        <p:nvSpPr>
          <p:cNvPr id="88" name="!!rect-91l"/>
          <p:cNvSpPr/>
          <p:nvPr/>
        </p:nvSpPr>
        <p:spPr>
          <a:xfrm>
            <a:off x="9531350" y="6076950"/>
            <a:ext cx="914400" cy="31750"/>
          </a:xfrm>
          <a:prstGeom prst="roundRect">
            <a:avLst>
              <a:gd name="adj" fmla="val 50000"/>
            </a:avLst>
          </a:prstGeom>
          <a:solidFill>
            <a:srgbClr val="000000">
              <a:alpha val="90000"/>
            </a:srgbClr>
          </a:solidFill>
          <a:ln>
            <a:noFill/>
          </a:ln>
        </p:spPr>
      </p:sp>
      <p:sp>
        <p:nvSpPr>
          <p:cNvPr id="89" name="!!rect-91o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solidFill>
            <a:srgbClr val="F3F5F7"/>
          </a:solidFill>
          <a:ln>
            <a:noFill/>
          </a:ln>
        </p:spPr>
      </p:sp>
      <p:sp>
        <p:nvSpPr>
          <p:cNvPr id="90" name="!!rect-94n"/>
          <p:cNvSpPr/>
          <p:nvPr/>
        </p:nvSpPr>
        <p:spPr>
          <a:xfrm>
            <a:off x="8712200" y="5524500"/>
            <a:ext cx="2552700" cy="635000"/>
          </a:xfrm>
          <a:custGeom>
            <a:avLst/>
            <a:gdLst/>
            <a:ahLst/>
            <a:cxnLst/>
            <a:rect l="l" t="t" r="r" b="b"/>
            <a:pathLst>
              <a:path w="2552700" h="635000">
                <a:moveTo>
                  <a:pt x="0" y="0"/>
                </a:moveTo>
                <a:lnTo>
                  <a:pt x="2552700" y="0"/>
                </a:lnTo>
                <a:lnTo>
                  <a:pt x="2552700" y="317500"/>
                </a:lnTo>
                <a:cubicBezTo>
                  <a:pt x="2552700" y="492850"/>
                  <a:pt x="2410550" y="635000"/>
                  <a:pt x="2235200" y="635000"/>
                </a:cubicBezTo>
                <a:lnTo>
                  <a:pt x="317500" y="635000"/>
                </a:lnTo>
                <a:cubicBezTo>
                  <a:pt x="142150" y="635000"/>
                  <a:pt x="0" y="492850"/>
                  <a:pt x="0" y="317500"/>
                </a:cubicBez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91" name="!!rect-94o"/>
          <p:cNvSpPr/>
          <p:nvPr/>
        </p:nvSpPr>
        <p:spPr>
          <a:xfrm>
            <a:off x="8813800" y="5588000"/>
            <a:ext cx="2019300" cy="304800"/>
          </a:xfrm>
          <a:prstGeom prst="roundRect">
            <a:avLst>
              <a:gd name="adj" fmla="val 50000"/>
            </a:avLst>
          </a:prstGeom>
          <a:solidFill>
            <a:srgbClr val="F3F5F7"/>
          </a:solidFill>
          <a:ln>
            <a:noFill/>
          </a:ln>
        </p:spPr>
      </p:sp>
      <p:sp>
        <p:nvSpPr>
          <p:cNvPr id="92" name="!!text-94p" descr="輸入訊息"/>
          <p:cNvSpPr txBox="1"/>
          <p:nvPr/>
        </p:nvSpPr>
        <p:spPr>
          <a:xfrm>
            <a:off x="8928100" y="5668010"/>
            <a:ext cx="409575" cy="1379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0" kern="0" dirty="0">
                <a:solidFill>
                  <a:srgbClr val="BDBDBD"/>
                </a:solidFill>
                <a:latin typeface="Noto Sans TC"/>
                <a:ea typeface="Noto Sans TC"/>
                <a:cs typeface="Noto Sans TC"/>
              </a:rPr>
              <a:t>輸入訊息</a:t>
            </a:r>
            <a:endParaRPr lang="zh-TW" sz="750"/>
          </a:p>
        </p:txBody>
      </p:sp>
      <p:sp>
        <p:nvSpPr>
          <p:cNvPr id="93" name="!!circle-94u"/>
          <p:cNvSpPr/>
          <p:nvPr/>
        </p:nvSpPr>
        <p:spPr>
          <a:xfrm>
            <a:off x="10871200" y="5600700"/>
            <a:ext cx="279400" cy="279400"/>
          </a:xfrm>
          <a:prstGeom prst="ellipse">
            <a:avLst/>
          </a:prstGeom>
          <a:solidFill>
            <a:srgbClr val="627D8D"/>
          </a:solidFill>
          <a:ln>
            <a:noFill/>
          </a:ln>
        </p:spPr>
      </p:sp>
      <p:sp>
        <p:nvSpPr>
          <p:cNvPr id="94" name="!!path-94v"/>
          <p:cNvSpPr/>
          <p:nvPr/>
        </p:nvSpPr>
        <p:spPr>
          <a:xfrm>
            <a:off x="10952696" y="5688019"/>
            <a:ext cx="122282" cy="104813"/>
          </a:xfrm>
          <a:custGeom>
            <a:avLst/>
            <a:gdLst/>
            <a:ahLst/>
            <a:cxnLst/>
            <a:rect l="l" t="t" r="r" b="b"/>
            <a:pathLst>
              <a:path w="122282" h="104813">
                <a:moveTo>
                  <a:pt x="58" y="104813"/>
                </a:moveTo>
                <a:lnTo>
                  <a:pt x="122282" y="52407"/>
                </a:lnTo>
                <a:lnTo>
                  <a:pt x="58" y="0"/>
                </a:lnTo>
                <a:lnTo>
                  <a:pt x="0" y="40761"/>
                </a:lnTo>
                <a:lnTo>
                  <a:pt x="87344" y="52407"/>
                </a:lnTo>
                <a:lnTo>
                  <a:pt x="0" y="6405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95" name="!!path-94x"/>
          <p:cNvSpPr/>
          <p:nvPr/>
        </p:nvSpPr>
        <p:spPr>
          <a:xfrm>
            <a:off x="8712200" y="609600"/>
            <a:ext cx="2552700" cy="730250"/>
          </a:xfrm>
          <a:custGeom>
            <a:avLst/>
            <a:gdLst/>
            <a:ahLst/>
            <a:cxnLst/>
            <a:rect l="l" t="t" r="r" b="b"/>
            <a:pathLst>
              <a:path w="2552700" h="730250">
                <a:moveTo>
                  <a:pt x="0" y="349250"/>
                </a:moveTo>
                <a:lnTo>
                  <a:pt x="6711" y="281115"/>
                </a:lnTo>
                <a:lnTo>
                  <a:pt x="26585" y="215598"/>
                </a:lnTo>
                <a:lnTo>
                  <a:pt x="58859" y="155217"/>
                </a:lnTo>
                <a:lnTo>
                  <a:pt x="102293" y="102293"/>
                </a:lnTo>
                <a:lnTo>
                  <a:pt x="155217" y="58859"/>
                </a:lnTo>
                <a:lnTo>
                  <a:pt x="215598" y="26585"/>
                </a:lnTo>
                <a:lnTo>
                  <a:pt x="281115" y="6711"/>
                </a:lnTo>
                <a:lnTo>
                  <a:pt x="349250" y="0"/>
                </a:lnTo>
                <a:lnTo>
                  <a:pt x="2203450" y="0"/>
                </a:lnTo>
                <a:lnTo>
                  <a:pt x="2271585" y="6711"/>
                </a:lnTo>
                <a:lnTo>
                  <a:pt x="2337102" y="26585"/>
                </a:lnTo>
                <a:lnTo>
                  <a:pt x="2397483" y="58859"/>
                </a:lnTo>
                <a:lnTo>
                  <a:pt x="2450407" y="102293"/>
                </a:lnTo>
                <a:lnTo>
                  <a:pt x="2493841" y="155217"/>
                </a:lnTo>
                <a:lnTo>
                  <a:pt x="2526115" y="215598"/>
                </a:lnTo>
                <a:lnTo>
                  <a:pt x="2545989" y="281115"/>
                </a:lnTo>
                <a:lnTo>
                  <a:pt x="2552700" y="349250"/>
                </a:lnTo>
                <a:lnTo>
                  <a:pt x="2552700" y="577850"/>
                </a:lnTo>
                <a:lnTo>
                  <a:pt x="2551642" y="602192"/>
                </a:lnTo>
                <a:lnTo>
                  <a:pt x="2548467" y="624417"/>
                </a:lnTo>
                <a:lnTo>
                  <a:pt x="2543175" y="644525"/>
                </a:lnTo>
                <a:lnTo>
                  <a:pt x="2535767" y="662517"/>
                </a:lnTo>
                <a:lnTo>
                  <a:pt x="2526242" y="678392"/>
                </a:lnTo>
                <a:lnTo>
                  <a:pt x="2514600" y="692150"/>
                </a:lnTo>
                <a:lnTo>
                  <a:pt x="2500842" y="703792"/>
                </a:lnTo>
                <a:lnTo>
                  <a:pt x="2484967" y="713317"/>
                </a:lnTo>
                <a:lnTo>
                  <a:pt x="2466975" y="720725"/>
                </a:lnTo>
                <a:lnTo>
                  <a:pt x="2446867" y="726017"/>
                </a:lnTo>
                <a:lnTo>
                  <a:pt x="2424642" y="729192"/>
                </a:lnTo>
                <a:lnTo>
                  <a:pt x="2400300" y="730250"/>
                </a:lnTo>
                <a:lnTo>
                  <a:pt x="152400" y="730250"/>
                </a:lnTo>
                <a:lnTo>
                  <a:pt x="128058" y="729192"/>
                </a:lnTo>
                <a:lnTo>
                  <a:pt x="105833" y="726017"/>
                </a:lnTo>
                <a:lnTo>
                  <a:pt x="85725" y="720725"/>
                </a:lnTo>
                <a:lnTo>
                  <a:pt x="67733" y="713317"/>
                </a:lnTo>
                <a:lnTo>
                  <a:pt x="51858" y="703792"/>
                </a:lnTo>
                <a:lnTo>
                  <a:pt x="38100" y="692150"/>
                </a:lnTo>
                <a:lnTo>
                  <a:pt x="26458" y="678392"/>
                </a:lnTo>
                <a:lnTo>
                  <a:pt x="16933" y="662517"/>
                </a:lnTo>
                <a:lnTo>
                  <a:pt x="9525" y="644525"/>
                </a:lnTo>
                <a:lnTo>
                  <a:pt x="4233" y="624417"/>
                </a:lnTo>
                <a:lnTo>
                  <a:pt x="1058" y="602192"/>
                </a:lnTo>
                <a:lnTo>
                  <a:pt x="0" y="577850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96" name="!!text-94y" descr="2:25"/>
          <p:cNvSpPr txBox="1"/>
          <p:nvPr/>
        </p:nvSpPr>
        <p:spPr>
          <a:xfrm>
            <a:off x="9020597" y="714883"/>
            <a:ext cx="253790" cy="1563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50" kern="0" dirty="0">
                <a:solidFill>
                  <a:srgbClr val="FFFFFF"/>
                </a:solidFill>
                <a:latin typeface="Noto Sans TC SemiBold"/>
                <a:ea typeface="Noto Sans TC SemiBold"/>
                <a:cs typeface="Noto Sans TC SemiBold"/>
              </a:rPr>
              <a:t>2:25</a:t>
            </a:r>
            <a:endParaRPr lang="zh-TW" sz="850"/>
          </a:p>
        </p:txBody>
      </p:sp>
      <p:sp>
        <p:nvSpPr>
          <p:cNvPr id="97" name="!!rect-953"/>
          <p:cNvSpPr/>
          <p:nvPr/>
        </p:nvSpPr>
        <p:spPr>
          <a:xfrm>
            <a:off x="10579100" y="808990"/>
            <a:ext cx="21590" cy="2667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98" name="!!rect-954"/>
          <p:cNvSpPr/>
          <p:nvPr/>
        </p:nvSpPr>
        <p:spPr>
          <a:xfrm>
            <a:off x="10612120" y="792480"/>
            <a:ext cx="21590" cy="4318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99" name="!!rect-955"/>
          <p:cNvSpPr/>
          <p:nvPr/>
        </p:nvSpPr>
        <p:spPr>
          <a:xfrm>
            <a:off x="10645140" y="775970"/>
            <a:ext cx="21590" cy="5969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00" name="!!rect-956"/>
          <p:cNvSpPr/>
          <p:nvPr/>
        </p:nvSpPr>
        <p:spPr>
          <a:xfrm>
            <a:off x="10678160" y="759460"/>
            <a:ext cx="21590" cy="7620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01" name="!!path-957"/>
          <p:cNvSpPr/>
          <p:nvPr/>
        </p:nvSpPr>
        <p:spPr>
          <a:xfrm>
            <a:off x="10763250" y="763570"/>
            <a:ext cx="95250" cy="70820"/>
          </a:xfrm>
          <a:custGeom>
            <a:avLst/>
            <a:gdLst/>
            <a:ahLst/>
            <a:cxnLst/>
            <a:rect l="l" t="t" r="r" b="b"/>
            <a:pathLst>
              <a:path w="95250" h="70820">
                <a:moveTo>
                  <a:pt x="47625" y="70820"/>
                </a:moveTo>
                <a:lnTo>
                  <a:pt x="31115" y="51135"/>
                </a:lnTo>
                <a:cubicBezTo>
                  <a:pt x="40714" y="43262"/>
                  <a:pt x="54536" y="43262"/>
                  <a:pt x="64135" y="51135"/>
                </a:cubicBezTo>
                <a:close/>
                <a:moveTo>
                  <a:pt x="0" y="23830"/>
                </a:moveTo>
                <a:cubicBezTo>
                  <a:pt x="27279" y="0"/>
                  <a:pt x="67971" y="0"/>
                  <a:pt x="95250" y="23830"/>
                </a:cubicBezTo>
                <a:lnTo>
                  <a:pt x="83820" y="37165"/>
                </a:lnTo>
                <a:cubicBezTo>
                  <a:pt x="63051" y="19153"/>
                  <a:pt x="32199" y="19153"/>
                  <a:pt x="11430" y="37165"/>
                </a:cubicBezTo>
                <a:close/>
                <a:moveTo>
                  <a:pt x="16510" y="43515"/>
                </a:moveTo>
                <a:cubicBezTo>
                  <a:pt x="34385" y="28089"/>
                  <a:pt x="60865" y="28089"/>
                  <a:pt x="78740" y="43515"/>
                </a:cubicBezTo>
                <a:lnTo>
                  <a:pt x="67310" y="56850"/>
                </a:lnTo>
                <a:cubicBezTo>
                  <a:pt x="55947" y="47238"/>
                  <a:pt x="39303" y="47238"/>
                  <a:pt x="27940" y="5685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02" name="!!rect-958"/>
          <p:cNvSpPr/>
          <p:nvPr/>
        </p:nvSpPr>
        <p:spPr>
          <a:xfrm>
            <a:off x="10902950" y="760730"/>
            <a:ext cx="161925" cy="78740"/>
          </a:xfrm>
          <a:prstGeom prst="roundRect">
            <a:avLst>
              <a:gd name="adj" fmla="val 32258"/>
            </a:avLst>
          </a:prstGeom>
          <a:noFill/>
          <a:ln w="6985" cap="flat">
            <a:solidFill>
              <a:srgbClr val="FFFFFF">
                <a:alpha val="37986"/>
              </a:srgbClr>
            </a:solidFill>
            <a:prstDash val="solid"/>
            <a:miter lim="800000"/>
          </a:ln>
        </p:spPr>
      </p:sp>
      <p:sp>
        <p:nvSpPr>
          <p:cNvPr id="103" name="!!rect-959"/>
          <p:cNvSpPr/>
          <p:nvPr/>
        </p:nvSpPr>
        <p:spPr>
          <a:xfrm>
            <a:off x="10916285" y="774065"/>
            <a:ext cx="110909" cy="52070"/>
          </a:xfrm>
          <a:prstGeom prst="roundRect">
            <a:avLst>
              <a:gd name="adj" fmla="val 26829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04" name="!!path-95a"/>
          <p:cNvSpPr/>
          <p:nvPr/>
        </p:nvSpPr>
        <p:spPr>
          <a:xfrm>
            <a:off x="11074400" y="786130"/>
            <a:ext cx="10345" cy="27940"/>
          </a:xfrm>
          <a:custGeom>
            <a:avLst/>
            <a:gdLst/>
            <a:ahLst/>
            <a:cxnLst/>
            <a:rect l="l" t="t" r="r" b="b"/>
            <a:pathLst>
              <a:path w="10345" h="27940">
                <a:moveTo>
                  <a:pt x="0" y="0"/>
                </a:moveTo>
                <a:lnTo>
                  <a:pt x="0" y="27940"/>
                </a:lnTo>
                <a:cubicBezTo>
                  <a:pt x="6146" y="26066"/>
                  <a:pt x="10345" y="20395"/>
                  <a:pt x="10345" y="13970"/>
                </a:cubicBezTo>
                <a:cubicBezTo>
                  <a:pt x="10345" y="7545"/>
                  <a:pt x="6146" y="1874"/>
                  <a:pt x="0" y="0"/>
                </a:cubicBezTo>
                <a:close/>
              </a:path>
            </a:pathLst>
          </a:custGeom>
          <a:solidFill>
            <a:srgbClr val="FFFFFF">
              <a:alpha val="44983"/>
            </a:srgbClr>
          </a:solidFill>
          <a:ln>
            <a:noFill/>
          </a:ln>
        </p:spPr>
      </p:sp>
      <p:sp>
        <p:nvSpPr>
          <p:cNvPr id="105" name="!!path-95b"/>
          <p:cNvSpPr/>
          <p:nvPr/>
        </p:nvSpPr>
        <p:spPr>
          <a:xfrm>
            <a:off x="8845537" y="1109129"/>
            <a:ext cx="62258" cy="105791"/>
          </a:xfrm>
          <a:custGeom>
            <a:avLst/>
            <a:gdLst/>
            <a:ahLst/>
            <a:cxnLst/>
            <a:rect l="l" t="t" r="r" b="b"/>
            <a:pathLst>
              <a:path w="62258" h="105791">
                <a:moveTo>
                  <a:pt x="62258" y="9363"/>
                </a:moveTo>
                <a:lnTo>
                  <a:pt x="52896" y="0"/>
                </a:lnTo>
                <a:lnTo>
                  <a:pt x="0" y="52896"/>
                </a:lnTo>
                <a:lnTo>
                  <a:pt x="52896" y="105791"/>
                </a:lnTo>
                <a:lnTo>
                  <a:pt x="62258" y="96429"/>
                </a:lnTo>
                <a:lnTo>
                  <a:pt x="18725" y="5289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06" name="!!text-95c" descr="小林"/>
          <p:cNvSpPr txBox="1"/>
          <p:nvPr/>
        </p:nvSpPr>
        <p:spPr>
          <a:xfrm>
            <a:off x="9874250" y="1070737"/>
            <a:ext cx="262890" cy="16550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1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小林</a:t>
            </a:r>
            <a:endParaRPr lang="zh-TW" sz="900"/>
          </a:p>
        </p:txBody>
      </p:sp>
      <p:sp>
        <p:nvSpPr>
          <p:cNvPr id="107" name="!!rect-96h"/>
          <p:cNvSpPr/>
          <p:nvPr/>
        </p:nvSpPr>
        <p:spPr>
          <a:xfrm>
            <a:off x="9531350" y="6076950"/>
            <a:ext cx="914400" cy="31750"/>
          </a:xfrm>
          <a:prstGeom prst="roundRect">
            <a:avLst>
              <a:gd name="adj" fmla="val 50000"/>
            </a:avLst>
          </a:prstGeom>
          <a:solidFill>
            <a:srgbClr val="000000">
              <a:alpha val="89966"/>
            </a:srgbClr>
          </a:solidFill>
          <a:ln>
            <a:noFill/>
          </a:ln>
        </p:spPr>
      </p:sp>
      <p:sp>
        <p:nvSpPr>
          <p:cNvPr id="108" name="!!rect-96i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10000"/>
                </a:srgbClr>
              </a:gs>
              <a:gs pos="30762">
                <a:srgbClr val="FFFFFF">
                  <a:alpha val="2000"/>
                </a:srgbClr>
              </a:gs>
              <a:gs pos="31723">
                <a:srgbClr val="FFFFFF">
                  <a:alpha val="0"/>
                </a:srgbClr>
              </a:gs>
              <a:gs pos="9613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4329186" scaled="0"/>
          </a:gradFill>
          <a:ln>
            <a:noFill/>
          </a:ln>
        </p:spPr>
      </p:sp>
      <p:sp>
        <p:nvSpPr>
          <p:cNvPr id="109" name="!!rect-96l"/>
          <p:cNvSpPr/>
          <p:nvPr/>
        </p:nvSpPr>
        <p:spPr>
          <a:xfrm>
            <a:off x="9728200" y="679450"/>
            <a:ext cx="520700" cy="23495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</p:spPr>
      </p:sp>
      <p:sp>
        <p:nvSpPr>
          <p:cNvPr id="110" name="!!circle-96m"/>
          <p:cNvSpPr/>
          <p:nvPr/>
        </p:nvSpPr>
        <p:spPr>
          <a:xfrm>
            <a:off x="10088880" y="757555"/>
            <a:ext cx="78740" cy="78740"/>
          </a:xfrm>
          <a:prstGeom prst="ellipse">
            <a:avLst/>
          </a:prstGeom>
          <a:solidFill>
            <a:srgbClr val="0A0F16"/>
          </a:solidFill>
          <a:ln>
            <a:noFill/>
          </a:ln>
        </p:spPr>
      </p:sp>
      <p:sp>
        <p:nvSpPr>
          <p:cNvPr id="111" name="!!circle-96n"/>
          <p:cNvSpPr/>
          <p:nvPr/>
        </p:nvSpPr>
        <p:spPr>
          <a:xfrm>
            <a:off x="10107930" y="776605"/>
            <a:ext cx="40640" cy="40640"/>
          </a:xfrm>
          <a:prstGeom prst="ellipse">
            <a:avLst/>
          </a:prstGeom>
          <a:solidFill>
            <a:srgbClr val="111B28"/>
          </a:solidFill>
          <a:ln>
            <a:noFill/>
          </a:ln>
        </p:spPr>
      </p:sp>
      <p:sp>
        <p:nvSpPr>
          <p:cNvPr id="112" name="!!circle-96o"/>
          <p:cNvSpPr/>
          <p:nvPr/>
        </p:nvSpPr>
        <p:spPr>
          <a:xfrm>
            <a:off x="10130155" y="781685"/>
            <a:ext cx="13970" cy="13970"/>
          </a:xfrm>
          <a:prstGeom prst="ellipse">
            <a:avLst/>
          </a:prstGeom>
          <a:solidFill>
            <a:srgbClr val="3A5070">
              <a:alpha val="80000"/>
            </a:srgbClr>
          </a:solidFill>
          <a:ln>
            <a:noFill/>
          </a:ln>
        </p:spPr>
      </p:sp>
      <p:sp>
        <p:nvSpPr>
          <p:cNvPr id="113" name="!!path-9ic"/>
          <p:cNvSpPr/>
          <p:nvPr/>
        </p:nvSpPr>
        <p:spPr>
          <a:xfrm>
            <a:off x="381000" y="306527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14" name="!!path-9id"/>
          <p:cNvSpPr/>
          <p:nvPr/>
        </p:nvSpPr>
        <p:spPr>
          <a:xfrm>
            <a:off x="381000" y="308153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15" name="!!path-9ie"/>
          <p:cNvSpPr/>
          <p:nvPr/>
        </p:nvSpPr>
        <p:spPr>
          <a:xfrm>
            <a:off x="381000" y="309778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16" name="!!path-9if"/>
          <p:cNvSpPr/>
          <p:nvPr/>
        </p:nvSpPr>
        <p:spPr>
          <a:xfrm>
            <a:off x="381000" y="311404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17" name="!!path-9ig"/>
          <p:cNvSpPr/>
          <p:nvPr/>
        </p:nvSpPr>
        <p:spPr>
          <a:xfrm>
            <a:off x="381000" y="313030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18" name="!!path-9ih"/>
          <p:cNvSpPr/>
          <p:nvPr/>
        </p:nvSpPr>
        <p:spPr>
          <a:xfrm>
            <a:off x="381000" y="314655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19" name="!!path-9ii"/>
          <p:cNvSpPr/>
          <p:nvPr/>
        </p:nvSpPr>
        <p:spPr>
          <a:xfrm>
            <a:off x="381000" y="316281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20" name="!!path-9ij"/>
          <p:cNvSpPr/>
          <p:nvPr/>
        </p:nvSpPr>
        <p:spPr>
          <a:xfrm>
            <a:off x="381000" y="317906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21" name="!!path-9ik"/>
          <p:cNvSpPr/>
          <p:nvPr/>
        </p:nvSpPr>
        <p:spPr>
          <a:xfrm>
            <a:off x="419608" y="269342"/>
            <a:ext cx="128422" cy="122936"/>
          </a:xfrm>
          <a:custGeom>
            <a:avLst/>
            <a:gdLst/>
            <a:ahLst/>
            <a:cxnLst/>
            <a:rect l="l" t="t" r="r" b="b"/>
            <a:pathLst>
              <a:path w="128422" h="122936">
                <a:moveTo>
                  <a:pt x="0" y="17678"/>
                </a:moveTo>
                <a:lnTo>
                  <a:pt x="8128" y="5080"/>
                </a:lnTo>
                <a:cubicBezTo>
                  <a:pt x="32512" y="0"/>
                  <a:pt x="73152" y="7112"/>
                  <a:pt x="101600" y="26416"/>
                </a:cubicBezTo>
                <a:cubicBezTo>
                  <a:pt x="116840" y="37186"/>
                  <a:pt x="124968" y="49784"/>
                  <a:pt x="128422" y="62992"/>
                </a:cubicBezTo>
                <a:lnTo>
                  <a:pt x="128422" y="122936"/>
                </a:lnTo>
                <a:lnTo>
                  <a:pt x="0" y="1229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22" name="!!path-9il"/>
          <p:cNvSpPr/>
          <p:nvPr/>
        </p:nvSpPr>
        <p:spPr>
          <a:xfrm>
            <a:off x="419608" y="269342"/>
            <a:ext cx="128422" cy="62992"/>
          </a:xfrm>
          <a:custGeom>
            <a:avLst/>
            <a:gdLst/>
            <a:ahLst/>
            <a:cxnLst/>
            <a:rect l="l" t="t" r="r" b="b"/>
            <a:pathLst>
              <a:path w="128422" h="62992" fill="none">
                <a:moveTo>
                  <a:pt x="128422" y="62992"/>
                </a:moveTo>
                <a:cubicBezTo>
                  <a:pt x="124968" y="49784"/>
                  <a:pt x="116840" y="37186"/>
                  <a:pt x="101600" y="26416"/>
                </a:cubicBezTo>
                <a:cubicBezTo>
                  <a:pt x="73152" y="7112"/>
                  <a:pt x="32512" y="0"/>
                  <a:pt x="8128" y="5080"/>
                </a:cubicBezTo>
                <a:lnTo>
                  <a:pt x="0" y="1767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23" name="!!path-9im"/>
          <p:cNvSpPr/>
          <p:nvPr/>
        </p:nvSpPr>
        <p:spPr>
          <a:xfrm>
            <a:off x="407010" y="281534"/>
            <a:ext cx="141021" cy="110744"/>
          </a:xfrm>
          <a:custGeom>
            <a:avLst/>
            <a:gdLst/>
            <a:ahLst/>
            <a:cxnLst/>
            <a:rect l="l" t="t" r="r" b="b"/>
            <a:pathLst>
              <a:path w="141021" h="110744">
                <a:moveTo>
                  <a:pt x="0" y="22352"/>
                </a:moveTo>
                <a:lnTo>
                  <a:pt x="6502" y="6502"/>
                </a:lnTo>
                <a:cubicBezTo>
                  <a:pt x="36982" y="0"/>
                  <a:pt x="79654" y="7112"/>
                  <a:pt x="110134" y="25400"/>
                </a:cubicBezTo>
                <a:cubicBezTo>
                  <a:pt x="126390" y="35154"/>
                  <a:pt x="136550" y="49784"/>
                  <a:pt x="141021" y="62992"/>
                </a:cubicBezTo>
                <a:lnTo>
                  <a:pt x="141021" y="110744"/>
                </a:lnTo>
                <a:lnTo>
                  <a:pt x="0" y="110744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24" name="!!path-9in"/>
          <p:cNvSpPr/>
          <p:nvPr/>
        </p:nvSpPr>
        <p:spPr>
          <a:xfrm>
            <a:off x="407010" y="281534"/>
            <a:ext cx="141021" cy="62992"/>
          </a:xfrm>
          <a:custGeom>
            <a:avLst/>
            <a:gdLst/>
            <a:ahLst/>
            <a:cxnLst/>
            <a:rect l="l" t="t" r="r" b="b"/>
            <a:pathLst>
              <a:path w="141021" h="62992" fill="none">
                <a:moveTo>
                  <a:pt x="141021" y="62992"/>
                </a:moveTo>
                <a:cubicBezTo>
                  <a:pt x="136550" y="49784"/>
                  <a:pt x="126390" y="35154"/>
                  <a:pt x="110134" y="25400"/>
                </a:cubicBezTo>
                <a:cubicBezTo>
                  <a:pt x="79654" y="7112"/>
                  <a:pt x="36982" y="0"/>
                  <a:pt x="6502" y="6502"/>
                </a:cubicBezTo>
                <a:lnTo>
                  <a:pt x="0" y="22352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25" name="!!path-9io"/>
          <p:cNvSpPr/>
          <p:nvPr/>
        </p:nvSpPr>
        <p:spPr>
          <a:xfrm>
            <a:off x="395834" y="294742"/>
            <a:ext cx="151790" cy="97536"/>
          </a:xfrm>
          <a:custGeom>
            <a:avLst/>
            <a:gdLst/>
            <a:ahLst/>
            <a:cxnLst/>
            <a:rect l="l" t="t" r="r" b="b"/>
            <a:pathLst>
              <a:path w="151790" h="97536">
                <a:moveTo>
                  <a:pt x="0" y="23165"/>
                </a:moveTo>
                <a:lnTo>
                  <a:pt x="3861" y="12598"/>
                </a:lnTo>
                <a:cubicBezTo>
                  <a:pt x="37998" y="0"/>
                  <a:pt x="84734" y="5080"/>
                  <a:pt x="117246" y="21946"/>
                </a:cubicBezTo>
                <a:cubicBezTo>
                  <a:pt x="135534" y="31496"/>
                  <a:pt x="146710" y="43688"/>
                  <a:pt x="151790" y="55270"/>
                </a:cubicBezTo>
                <a:lnTo>
                  <a:pt x="151790" y="97536"/>
                </a:lnTo>
                <a:lnTo>
                  <a:pt x="0" y="975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26" name="!!path-9ip"/>
          <p:cNvSpPr/>
          <p:nvPr/>
        </p:nvSpPr>
        <p:spPr>
          <a:xfrm>
            <a:off x="395834" y="294742"/>
            <a:ext cx="151790" cy="55270"/>
          </a:xfrm>
          <a:custGeom>
            <a:avLst/>
            <a:gdLst/>
            <a:ahLst/>
            <a:cxnLst/>
            <a:rect l="l" t="t" r="r" b="b"/>
            <a:pathLst>
              <a:path w="151790" h="55270" fill="none">
                <a:moveTo>
                  <a:pt x="151790" y="55270"/>
                </a:moveTo>
                <a:cubicBezTo>
                  <a:pt x="146710" y="43688"/>
                  <a:pt x="135534" y="31496"/>
                  <a:pt x="117246" y="21946"/>
                </a:cubicBezTo>
                <a:cubicBezTo>
                  <a:pt x="84734" y="5080"/>
                  <a:pt x="37998" y="0"/>
                  <a:pt x="3861" y="12598"/>
                </a:cubicBezTo>
                <a:lnTo>
                  <a:pt x="0" y="23165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27" name="!!path-9iq"/>
          <p:cNvSpPr/>
          <p:nvPr/>
        </p:nvSpPr>
        <p:spPr>
          <a:xfrm>
            <a:off x="548234" y="264262"/>
            <a:ext cx="120294" cy="128016"/>
          </a:xfrm>
          <a:custGeom>
            <a:avLst/>
            <a:gdLst/>
            <a:ahLst/>
            <a:cxnLst/>
            <a:rect l="l" t="t" r="r" b="b"/>
            <a:pathLst>
              <a:path w="120294" h="128016">
                <a:moveTo>
                  <a:pt x="120294" y="18288"/>
                </a:moveTo>
                <a:lnTo>
                  <a:pt x="113589" y="4470"/>
                </a:lnTo>
                <a:cubicBezTo>
                  <a:pt x="86766" y="0"/>
                  <a:pt x="44094" y="10160"/>
                  <a:pt x="17678" y="30480"/>
                </a:cubicBezTo>
                <a:cubicBezTo>
                  <a:pt x="6502" y="39624"/>
                  <a:pt x="1422" y="52832"/>
                  <a:pt x="0" y="67056"/>
                </a:cubicBezTo>
                <a:lnTo>
                  <a:pt x="0" y="128016"/>
                </a:lnTo>
                <a:lnTo>
                  <a:pt x="120294" y="12801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28" name="!!path-9ir"/>
          <p:cNvSpPr/>
          <p:nvPr/>
        </p:nvSpPr>
        <p:spPr>
          <a:xfrm>
            <a:off x="548234" y="264262"/>
            <a:ext cx="120294" cy="67056"/>
          </a:xfrm>
          <a:custGeom>
            <a:avLst/>
            <a:gdLst/>
            <a:ahLst/>
            <a:cxnLst/>
            <a:rect l="l" t="t" r="r" b="b"/>
            <a:pathLst>
              <a:path w="120294" h="67056" fill="none">
                <a:moveTo>
                  <a:pt x="0" y="67056"/>
                </a:moveTo>
                <a:cubicBezTo>
                  <a:pt x="1422" y="52832"/>
                  <a:pt x="6502" y="39624"/>
                  <a:pt x="17678" y="30480"/>
                </a:cubicBezTo>
                <a:cubicBezTo>
                  <a:pt x="44094" y="10160"/>
                  <a:pt x="86766" y="0"/>
                  <a:pt x="113589" y="4470"/>
                </a:cubicBezTo>
                <a:lnTo>
                  <a:pt x="120294" y="1828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29" name="!!path-9is"/>
          <p:cNvSpPr/>
          <p:nvPr/>
        </p:nvSpPr>
        <p:spPr>
          <a:xfrm>
            <a:off x="548437" y="279502"/>
            <a:ext cx="133299" cy="112776"/>
          </a:xfrm>
          <a:custGeom>
            <a:avLst/>
            <a:gdLst/>
            <a:ahLst/>
            <a:cxnLst/>
            <a:rect l="l" t="t" r="r" b="b"/>
            <a:pathLst>
              <a:path w="133299" h="112776">
                <a:moveTo>
                  <a:pt x="133299" y="19710"/>
                </a:moveTo>
                <a:lnTo>
                  <a:pt x="127203" y="3048"/>
                </a:lnTo>
                <a:cubicBezTo>
                  <a:pt x="94691" y="0"/>
                  <a:pt x="54051" y="11176"/>
                  <a:pt x="27635" y="30683"/>
                </a:cubicBezTo>
                <a:cubicBezTo>
                  <a:pt x="13411" y="41250"/>
                  <a:pt x="4267" y="53848"/>
                  <a:pt x="0" y="65024"/>
                </a:cubicBezTo>
                <a:lnTo>
                  <a:pt x="0" y="112776"/>
                </a:lnTo>
                <a:lnTo>
                  <a:pt x="133299" y="11277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30" name="!!path-9it"/>
          <p:cNvSpPr/>
          <p:nvPr/>
        </p:nvSpPr>
        <p:spPr>
          <a:xfrm>
            <a:off x="548437" y="279502"/>
            <a:ext cx="133299" cy="65024"/>
          </a:xfrm>
          <a:custGeom>
            <a:avLst/>
            <a:gdLst/>
            <a:ahLst/>
            <a:cxnLst/>
            <a:rect l="l" t="t" r="r" b="b"/>
            <a:pathLst>
              <a:path w="133299" h="65024" fill="none">
                <a:moveTo>
                  <a:pt x="0" y="65024"/>
                </a:moveTo>
                <a:cubicBezTo>
                  <a:pt x="4267" y="53848"/>
                  <a:pt x="13411" y="41250"/>
                  <a:pt x="27635" y="30683"/>
                </a:cubicBezTo>
                <a:cubicBezTo>
                  <a:pt x="54051" y="11176"/>
                  <a:pt x="94691" y="0"/>
                  <a:pt x="127203" y="3048"/>
                </a:cubicBezTo>
                <a:lnTo>
                  <a:pt x="133299" y="19710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31" name="!!path-9iu"/>
          <p:cNvSpPr/>
          <p:nvPr/>
        </p:nvSpPr>
        <p:spPr>
          <a:xfrm>
            <a:off x="548843" y="293726"/>
            <a:ext cx="142646" cy="98552"/>
          </a:xfrm>
          <a:custGeom>
            <a:avLst/>
            <a:gdLst/>
            <a:ahLst/>
            <a:cxnLst/>
            <a:rect l="l" t="t" r="r" b="b"/>
            <a:pathLst>
              <a:path w="142646" h="98552">
                <a:moveTo>
                  <a:pt x="142646" y="18898"/>
                </a:moveTo>
                <a:lnTo>
                  <a:pt x="139802" y="8738"/>
                </a:lnTo>
                <a:cubicBezTo>
                  <a:pt x="106477" y="0"/>
                  <a:pt x="63805" y="5080"/>
                  <a:pt x="35357" y="19304"/>
                </a:cubicBezTo>
                <a:cubicBezTo>
                  <a:pt x="17069" y="28448"/>
                  <a:pt x="5893" y="42672"/>
                  <a:pt x="0" y="56286"/>
                </a:cubicBezTo>
                <a:lnTo>
                  <a:pt x="0" y="98552"/>
                </a:lnTo>
                <a:lnTo>
                  <a:pt x="142646" y="98552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32" name="!!path-9iv"/>
          <p:cNvSpPr/>
          <p:nvPr/>
        </p:nvSpPr>
        <p:spPr>
          <a:xfrm>
            <a:off x="548843" y="293726"/>
            <a:ext cx="142646" cy="56286"/>
          </a:xfrm>
          <a:custGeom>
            <a:avLst/>
            <a:gdLst/>
            <a:ahLst/>
            <a:cxnLst/>
            <a:rect l="l" t="t" r="r" b="b"/>
            <a:pathLst>
              <a:path w="142646" h="56286" fill="none">
                <a:moveTo>
                  <a:pt x="0" y="56286"/>
                </a:moveTo>
                <a:cubicBezTo>
                  <a:pt x="5893" y="42672"/>
                  <a:pt x="17069" y="28448"/>
                  <a:pt x="35357" y="19304"/>
                </a:cubicBezTo>
                <a:cubicBezTo>
                  <a:pt x="63805" y="5080"/>
                  <a:pt x="106477" y="0"/>
                  <a:pt x="139802" y="8738"/>
                </a:cubicBezTo>
                <a:lnTo>
                  <a:pt x="142646" y="1889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33" name="!!path-9iw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627D8D"/>
              </a:gs>
              <a:gs pos="21794">
                <a:srgbClr val="627D8D"/>
              </a:gs>
              <a:gs pos="55376">
                <a:srgbClr val="627D8D"/>
              </a:gs>
              <a:gs pos="96421">
                <a:srgbClr val="98ABB7"/>
              </a:gs>
              <a:gs pos="100000">
                <a:srgbClr val="98ABB7"/>
              </a:gs>
            </a:gsLst>
            <a:lin ang="1983350" scaled="0"/>
          </a:gradFill>
          <a:ln>
            <a:noFill/>
          </a:ln>
        </p:spPr>
      </p:sp>
      <p:sp>
        <p:nvSpPr>
          <p:cNvPr id="134" name="!!path-9ix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0000"/>
                </a:srgbClr>
              </a:gs>
              <a:gs pos="4764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83333" t="79291" r="16667" b="20709"/>
            </a:path>
          </a:gradFill>
          <a:ln>
            <a:noFill/>
          </a:ln>
        </p:spPr>
      </p:sp>
      <p:sp>
        <p:nvSpPr>
          <p:cNvPr id="135" name="!!line-9iy"/>
          <p:cNvSpPr/>
          <p:nvPr/>
        </p:nvSpPr>
        <p:spPr>
          <a:xfrm>
            <a:off x="549046" y="363017"/>
            <a:ext cx="1" cy="153619"/>
          </a:xfrm>
          <a:custGeom>
            <a:avLst/>
            <a:gdLst/>
            <a:ahLst/>
            <a:cxnLst/>
            <a:rect l="l" t="t" r="r" b="b"/>
            <a:pathLst>
              <a:path w="1" h="153619">
                <a:moveTo>
                  <a:pt x="0" y="0"/>
                </a:moveTo>
                <a:lnTo>
                  <a:pt x="0" y="153619"/>
                </a:lnTo>
              </a:path>
            </a:pathLst>
          </a:custGeom>
          <a:solidFill>
            <a:srgbClr val="000000"/>
          </a:solidFill>
          <a:ln w="6909" cap="rnd">
            <a:solidFill>
              <a:srgbClr val="C9D3D9"/>
            </a:solidFill>
            <a:prstDash val="solid"/>
            <a:miter lim="800000"/>
          </a:ln>
        </p:spPr>
      </p:sp>
      <p:sp>
        <p:nvSpPr>
          <p:cNvPr id="136" name="!!path-9iz"/>
          <p:cNvSpPr/>
          <p:nvPr/>
        </p:nvSpPr>
        <p:spPr>
          <a:xfrm>
            <a:off x="657962" y="442062"/>
            <a:ext cx="25400" cy="37998"/>
          </a:xfrm>
          <a:custGeom>
            <a:avLst/>
            <a:gdLst/>
            <a:ahLst/>
            <a:cxnLst/>
            <a:rect l="l" t="t" r="r" b="b"/>
            <a:pathLst>
              <a:path w="25400" h="37998">
                <a:moveTo>
                  <a:pt x="0" y="2642"/>
                </a:moveTo>
                <a:lnTo>
                  <a:pt x="15240" y="0"/>
                </a:lnTo>
                <a:lnTo>
                  <a:pt x="25400" y="37186"/>
                </a:lnTo>
                <a:lnTo>
                  <a:pt x="7518" y="37998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 w="1016" cap="flat">
            <a:solidFill>
              <a:srgbClr val="FFFFFF">
                <a:alpha val="55000"/>
              </a:srgbClr>
            </a:solidFill>
            <a:prstDash val="solid"/>
            <a:round/>
          </a:ln>
        </p:spPr>
      </p:sp>
      <p:sp>
        <p:nvSpPr>
          <p:cNvPr id="137" name="!!text-9j0" descr="救「舊」我的書"/>
          <p:cNvSpPr txBox="1"/>
          <p:nvPr/>
        </p:nvSpPr>
        <p:spPr>
          <a:xfrm>
            <a:off x="805879" y="251460"/>
            <a:ext cx="1120140" cy="25745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400" b="1" kern="0" spc="-70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救</a:t>
            </a:r>
            <a:r>
              <a:rPr lang="zh-TW" altLang="en-US" sz="14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「舊</a:t>
            </a:r>
            <a:r>
              <a:rPr lang="zh-TW" altLang="en-US" sz="1400" b="1" kern="0" spc="-70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」</a:t>
            </a:r>
            <a:r>
              <a:rPr lang="zh-TW" altLang="en-US" sz="14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我的書</a:t>
            </a:r>
            <a:endParaRPr lang="zh-TW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fast" p14:dur="1100" advTm="0">
        <p159:morph option="byObject"/>
      </p:transition>
    </mc:Choice>
    <mc:Fallback>
      <p:transition spd="fast" advTm="0"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135.9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rect-1q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7"/>
          </a:solidFill>
          <a:ln>
            <a:noFill/>
          </a:ln>
        </p:spPr>
      </p:sp>
      <p:sp>
        <p:nvSpPr>
          <p:cNvPr id="3" name="!!ellipse-1q2"/>
          <p:cNvSpPr/>
          <p:nvPr/>
        </p:nvSpPr>
        <p:spPr>
          <a:xfrm>
            <a:off x="-889000" y="-952500"/>
            <a:ext cx="13970000" cy="7874000"/>
          </a:xfrm>
          <a:prstGeom prst="ellipse">
            <a:avLst/>
          </a:prstGeom>
          <a:gradFill rotWithShape="1">
            <a:gsLst>
              <a:gs pos="0">
                <a:srgbClr val="FFFFFF">
                  <a:alpha val="95000"/>
                </a:srgbClr>
              </a:gs>
              <a:gs pos="40865">
                <a:srgbClr val="FFFFFF">
                  <a:alpha val="35000"/>
                </a:srgbClr>
              </a:gs>
              <a:gs pos="68108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!!rect-1q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P1"/>
            <a:srcRect/>
            <a:tile tx="195379" ty="192742" sx="16667" sy="16667" flip="none" algn="tl"/>
          </a:blipFill>
          <a:ln>
            <a:noFill/>
          </a:ln>
        </p:spPr>
      </p:sp>
      <p:sp>
        <p:nvSpPr>
          <p:cNvPr id="5" name="!!circle-1ql"/>
          <p:cNvSpPr/>
          <p:nvPr/>
        </p:nvSpPr>
        <p:spPr>
          <a:xfrm>
            <a:off x="7229472" y="-1865236"/>
            <a:ext cx="1943316" cy="1943316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" name="!!circle-1qu"/>
          <p:cNvSpPr/>
          <p:nvPr/>
        </p:nvSpPr>
        <p:spPr>
          <a:xfrm>
            <a:off x="6427660" y="-135452"/>
            <a:ext cx="2335771" cy="2335771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7" name="!!circle-1qx"/>
          <p:cNvSpPr/>
          <p:nvPr/>
        </p:nvSpPr>
        <p:spPr>
          <a:xfrm>
            <a:off x="872761" y="5914549"/>
            <a:ext cx="1128039" cy="1128039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8" name="!!circle-1r8"/>
          <p:cNvSpPr/>
          <p:nvPr/>
        </p:nvSpPr>
        <p:spPr>
          <a:xfrm>
            <a:off x="1328325" y="5810707"/>
            <a:ext cx="2785275" cy="2785275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9" name="!!circle-1rd"/>
          <p:cNvSpPr/>
          <p:nvPr/>
        </p:nvSpPr>
        <p:spPr>
          <a:xfrm>
            <a:off x="2410947" y="1935556"/>
            <a:ext cx="2084946" cy="2084946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0" name="!!rect-1sh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5F7">
                  <a:alpha val="0"/>
                </a:srgbClr>
              </a:gs>
              <a:gs pos="20428">
                <a:srgbClr val="F3F5F7">
                  <a:alpha val="0"/>
                </a:srgbClr>
              </a:gs>
              <a:gs pos="66730">
                <a:srgbClr val="F3F5F7"/>
              </a:gs>
              <a:gs pos="100000">
                <a:srgbClr val="F3F5F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1" name="!!circle-1sm"/>
          <p:cNvSpPr/>
          <p:nvPr/>
        </p:nvSpPr>
        <p:spPr>
          <a:xfrm>
            <a:off x="5551663" y="1233497"/>
            <a:ext cx="36055" cy="36055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12" name="!!circle-1sp"/>
          <p:cNvSpPr/>
          <p:nvPr/>
        </p:nvSpPr>
        <p:spPr>
          <a:xfrm>
            <a:off x="9315210" y="3125569"/>
            <a:ext cx="24295" cy="24295"/>
          </a:xfrm>
          <a:prstGeom prst="ellipse">
            <a:avLst/>
          </a:prstGeom>
          <a:solidFill>
            <a:srgbClr val="627D8D">
              <a:alpha val="18100"/>
            </a:srgbClr>
          </a:solidFill>
          <a:ln>
            <a:noFill/>
          </a:ln>
        </p:spPr>
      </p:sp>
      <p:sp>
        <p:nvSpPr>
          <p:cNvPr id="13" name="!!circle-1ss"/>
          <p:cNvSpPr/>
          <p:nvPr/>
        </p:nvSpPr>
        <p:spPr>
          <a:xfrm>
            <a:off x="3481161" y="6344554"/>
            <a:ext cx="25959" cy="25959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14" name="!!circle-1sv"/>
          <p:cNvSpPr/>
          <p:nvPr/>
        </p:nvSpPr>
        <p:spPr>
          <a:xfrm>
            <a:off x="2005052" y="1705654"/>
            <a:ext cx="35878" cy="35878"/>
          </a:xfrm>
          <a:prstGeom prst="ellipse">
            <a:avLst/>
          </a:prstGeom>
          <a:solidFill>
            <a:srgbClr val="627D8D">
              <a:alpha val="26800"/>
            </a:srgbClr>
          </a:solidFill>
          <a:ln>
            <a:noFill/>
          </a:ln>
        </p:spPr>
      </p:sp>
      <p:sp>
        <p:nvSpPr>
          <p:cNvPr id="15" name="!!circle-1sy"/>
          <p:cNvSpPr/>
          <p:nvPr/>
        </p:nvSpPr>
        <p:spPr>
          <a:xfrm>
            <a:off x="6871049" y="3604864"/>
            <a:ext cx="40234" cy="40234"/>
          </a:xfrm>
          <a:prstGeom prst="ellipse">
            <a:avLst/>
          </a:prstGeom>
          <a:solidFill>
            <a:srgbClr val="627D8D">
              <a:alpha val="31300"/>
            </a:srgbClr>
          </a:solidFill>
          <a:ln>
            <a:noFill/>
          </a:ln>
        </p:spPr>
      </p:sp>
      <p:sp>
        <p:nvSpPr>
          <p:cNvPr id="16" name="!!circle-1t4"/>
          <p:cNvSpPr/>
          <p:nvPr/>
        </p:nvSpPr>
        <p:spPr>
          <a:xfrm>
            <a:off x="1207868" y="4717703"/>
            <a:ext cx="29959" cy="29959"/>
          </a:xfrm>
          <a:prstGeom prst="ellipse">
            <a:avLst/>
          </a:prstGeom>
          <a:solidFill>
            <a:srgbClr val="627D8D">
              <a:alpha val="19400"/>
            </a:srgbClr>
          </a:solidFill>
          <a:ln>
            <a:noFill/>
          </a:ln>
        </p:spPr>
      </p:sp>
      <p:sp>
        <p:nvSpPr>
          <p:cNvPr id="17" name="!!circle-1t7"/>
          <p:cNvSpPr/>
          <p:nvPr/>
        </p:nvSpPr>
        <p:spPr>
          <a:xfrm>
            <a:off x="8437889" y="4391416"/>
            <a:ext cx="28702" cy="28702"/>
          </a:xfrm>
          <a:prstGeom prst="ellipse">
            <a:avLst/>
          </a:prstGeom>
          <a:solidFill>
            <a:srgbClr val="627D8D">
              <a:alpha val="17800"/>
            </a:srgbClr>
          </a:solidFill>
          <a:ln>
            <a:noFill/>
          </a:ln>
        </p:spPr>
      </p:sp>
      <p:sp>
        <p:nvSpPr>
          <p:cNvPr id="18" name="!!circle-1ta"/>
          <p:cNvSpPr/>
          <p:nvPr/>
        </p:nvSpPr>
        <p:spPr>
          <a:xfrm>
            <a:off x="10967650" y="1752680"/>
            <a:ext cx="24066" cy="24066"/>
          </a:xfrm>
          <a:prstGeom prst="ellipse">
            <a:avLst/>
          </a:prstGeom>
          <a:solidFill>
            <a:srgbClr val="627D8D">
              <a:alpha val="23900"/>
            </a:srgbClr>
          </a:solidFill>
          <a:ln>
            <a:noFill/>
          </a:ln>
        </p:spPr>
      </p:sp>
      <p:sp>
        <p:nvSpPr>
          <p:cNvPr id="19" name="!!circle-1td"/>
          <p:cNvSpPr/>
          <p:nvPr/>
        </p:nvSpPr>
        <p:spPr>
          <a:xfrm>
            <a:off x="8464371" y="5642154"/>
            <a:ext cx="35865" cy="35865"/>
          </a:xfrm>
          <a:prstGeom prst="ellipse">
            <a:avLst/>
          </a:prstGeom>
          <a:solidFill>
            <a:srgbClr val="627D8D">
              <a:alpha val="28200"/>
            </a:srgbClr>
          </a:solidFill>
          <a:ln>
            <a:noFill/>
          </a:ln>
        </p:spPr>
      </p:sp>
      <p:sp>
        <p:nvSpPr>
          <p:cNvPr id="20" name="!!circle-1tg"/>
          <p:cNvSpPr/>
          <p:nvPr/>
        </p:nvSpPr>
        <p:spPr>
          <a:xfrm>
            <a:off x="1519944" y="2752566"/>
            <a:ext cx="39218" cy="39218"/>
          </a:xfrm>
          <a:prstGeom prst="ellipse">
            <a:avLst/>
          </a:prstGeom>
          <a:solidFill>
            <a:srgbClr val="627D8D">
              <a:alpha val="29600"/>
            </a:srgbClr>
          </a:solidFill>
          <a:ln>
            <a:noFill/>
          </a:ln>
        </p:spPr>
      </p:sp>
      <p:sp>
        <p:nvSpPr>
          <p:cNvPr id="21" name="!!circle-1tj"/>
          <p:cNvSpPr/>
          <p:nvPr/>
        </p:nvSpPr>
        <p:spPr>
          <a:xfrm>
            <a:off x="7055364" y="5817883"/>
            <a:ext cx="49733" cy="49733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2" name="!!circle-1tm"/>
          <p:cNvSpPr/>
          <p:nvPr/>
        </p:nvSpPr>
        <p:spPr>
          <a:xfrm>
            <a:off x="6430010" y="1503534"/>
            <a:ext cx="41694" cy="41694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3" name="!!circle-1tp"/>
          <p:cNvSpPr/>
          <p:nvPr/>
        </p:nvSpPr>
        <p:spPr>
          <a:xfrm>
            <a:off x="6798922" y="4915045"/>
            <a:ext cx="31979" cy="31979"/>
          </a:xfrm>
          <a:prstGeom prst="ellipse">
            <a:avLst/>
          </a:prstGeom>
          <a:solidFill>
            <a:srgbClr val="627D8D">
              <a:alpha val="24100"/>
            </a:srgbClr>
          </a:solidFill>
          <a:ln>
            <a:noFill/>
          </a:ln>
        </p:spPr>
      </p:sp>
      <p:sp>
        <p:nvSpPr>
          <p:cNvPr id="24" name="!!circle-1ts"/>
          <p:cNvSpPr/>
          <p:nvPr/>
        </p:nvSpPr>
        <p:spPr>
          <a:xfrm>
            <a:off x="3910602" y="764491"/>
            <a:ext cx="18085" cy="18085"/>
          </a:xfrm>
          <a:prstGeom prst="ellipse">
            <a:avLst/>
          </a:prstGeom>
          <a:solidFill>
            <a:srgbClr val="627D8D">
              <a:alpha val="10500"/>
            </a:srgbClr>
          </a:solidFill>
          <a:ln>
            <a:noFill/>
          </a:ln>
        </p:spPr>
      </p:sp>
      <p:sp>
        <p:nvSpPr>
          <p:cNvPr id="25" name="!!circle-1ty"/>
          <p:cNvSpPr/>
          <p:nvPr/>
        </p:nvSpPr>
        <p:spPr>
          <a:xfrm>
            <a:off x="3479706" y="6106118"/>
            <a:ext cx="39243" cy="39243"/>
          </a:xfrm>
          <a:prstGeom prst="ellipse">
            <a:avLst/>
          </a:prstGeom>
          <a:solidFill>
            <a:srgbClr val="627D8D">
              <a:alpha val="27700"/>
            </a:srgbClr>
          </a:solidFill>
          <a:ln>
            <a:noFill/>
          </a:ln>
        </p:spPr>
      </p:sp>
      <p:sp>
        <p:nvSpPr>
          <p:cNvPr id="26" name="!!circle-1u1"/>
          <p:cNvSpPr/>
          <p:nvPr/>
        </p:nvSpPr>
        <p:spPr>
          <a:xfrm>
            <a:off x="1643618" y="6471663"/>
            <a:ext cx="34519" cy="34519"/>
          </a:xfrm>
          <a:prstGeom prst="ellipse">
            <a:avLst/>
          </a:prstGeom>
          <a:solidFill>
            <a:srgbClr val="627D8D">
              <a:alpha val="22500"/>
            </a:srgbClr>
          </a:solidFill>
          <a:ln>
            <a:noFill/>
          </a:ln>
        </p:spPr>
      </p:sp>
      <p:sp>
        <p:nvSpPr>
          <p:cNvPr id="27" name="!!circle-1u4"/>
          <p:cNvSpPr/>
          <p:nvPr/>
        </p:nvSpPr>
        <p:spPr>
          <a:xfrm>
            <a:off x="2708691" y="4895334"/>
            <a:ext cx="46228" cy="46228"/>
          </a:xfrm>
          <a:prstGeom prst="ellipse">
            <a:avLst/>
          </a:prstGeom>
          <a:solidFill>
            <a:srgbClr val="627D8D">
              <a:alpha val="26200"/>
            </a:srgbClr>
          </a:solidFill>
          <a:ln>
            <a:noFill/>
          </a:ln>
        </p:spPr>
      </p:sp>
      <p:sp>
        <p:nvSpPr>
          <p:cNvPr id="28" name="!!circle-1u7"/>
          <p:cNvSpPr/>
          <p:nvPr/>
        </p:nvSpPr>
        <p:spPr>
          <a:xfrm>
            <a:off x="7432027" y="4650752"/>
            <a:ext cx="49327" cy="49327"/>
          </a:xfrm>
          <a:prstGeom prst="ellipse">
            <a:avLst/>
          </a:prstGeom>
          <a:solidFill>
            <a:srgbClr val="627D8D">
              <a:alpha val="20800"/>
            </a:srgbClr>
          </a:solidFill>
          <a:ln>
            <a:noFill/>
          </a:ln>
        </p:spPr>
      </p:sp>
      <p:sp>
        <p:nvSpPr>
          <p:cNvPr id="29" name="!!circle-1ua"/>
          <p:cNvSpPr/>
          <p:nvPr/>
        </p:nvSpPr>
        <p:spPr>
          <a:xfrm>
            <a:off x="9697470" y="5303759"/>
            <a:ext cx="24054" cy="24054"/>
          </a:xfrm>
          <a:prstGeom prst="ellipse">
            <a:avLst/>
          </a:prstGeom>
          <a:solidFill>
            <a:srgbClr val="627D8D">
              <a:alpha val="22200"/>
            </a:srgbClr>
          </a:solidFill>
          <a:ln>
            <a:noFill/>
          </a:ln>
        </p:spPr>
      </p:sp>
      <p:sp>
        <p:nvSpPr>
          <p:cNvPr id="30" name="!!circle-1ud"/>
          <p:cNvSpPr/>
          <p:nvPr/>
        </p:nvSpPr>
        <p:spPr>
          <a:xfrm>
            <a:off x="2015430" y="1366772"/>
            <a:ext cx="32271" cy="32271"/>
          </a:xfrm>
          <a:prstGeom prst="ellipse">
            <a:avLst/>
          </a:prstGeom>
          <a:solidFill>
            <a:srgbClr val="627D8D">
              <a:alpha val="20500"/>
            </a:srgbClr>
          </a:solidFill>
          <a:ln>
            <a:noFill/>
          </a:ln>
        </p:spPr>
      </p:sp>
      <p:sp>
        <p:nvSpPr>
          <p:cNvPr id="31" name="!!circle-1uj"/>
          <p:cNvSpPr/>
          <p:nvPr/>
        </p:nvSpPr>
        <p:spPr>
          <a:xfrm>
            <a:off x="2063190" y="2293156"/>
            <a:ext cx="34252" cy="34252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32" name="!!circle-1um"/>
          <p:cNvSpPr/>
          <p:nvPr/>
        </p:nvSpPr>
        <p:spPr>
          <a:xfrm>
            <a:off x="9598926" y="4098098"/>
            <a:ext cx="44196" cy="44196"/>
          </a:xfrm>
          <a:prstGeom prst="ellipse">
            <a:avLst/>
          </a:prstGeom>
          <a:solidFill>
            <a:srgbClr val="627D8D">
              <a:alpha val="21700"/>
            </a:srgbClr>
          </a:solidFill>
          <a:ln>
            <a:noFill/>
          </a:ln>
        </p:spPr>
      </p:sp>
      <p:sp>
        <p:nvSpPr>
          <p:cNvPr id="33" name="!!circle-1up"/>
          <p:cNvSpPr/>
          <p:nvPr/>
        </p:nvSpPr>
        <p:spPr>
          <a:xfrm>
            <a:off x="6759514" y="1713959"/>
            <a:ext cx="35192" cy="35192"/>
          </a:xfrm>
          <a:prstGeom prst="ellipse">
            <a:avLst/>
          </a:prstGeom>
          <a:solidFill>
            <a:srgbClr val="627D8D">
              <a:alpha val="27100"/>
            </a:srgbClr>
          </a:solidFill>
          <a:ln>
            <a:noFill/>
          </a:ln>
        </p:spPr>
      </p:sp>
      <p:sp>
        <p:nvSpPr>
          <p:cNvPr id="34" name="!!circle-1us"/>
          <p:cNvSpPr/>
          <p:nvPr/>
        </p:nvSpPr>
        <p:spPr>
          <a:xfrm>
            <a:off x="10199220" y="5192547"/>
            <a:ext cx="43358" cy="43358"/>
          </a:xfrm>
          <a:prstGeom prst="ellipse">
            <a:avLst/>
          </a:prstGeom>
          <a:solidFill>
            <a:srgbClr val="627D8D">
              <a:alpha val="19500"/>
            </a:srgbClr>
          </a:solidFill>
          <a:ln>
            <a:noFill/>
          </a:ln>
        </p:spPr>
      </p:sp>
      <p:sp>
        <p:nvSpPr>
          <p:cNvPr id="35" name="!!circle-1uv"/>
          <p:cNvSpPr/>
          <p:nvPr/>
        </p:nvSpPr>
        <p:spPr>
          <a:xfrm>
            <a:off x="3205580" y="1970477"/>
            <a:ext cx="33528" cy="33528"/>
          </a:xfrm>
          <a:prstGeom prst="ellipse">
            <a:avLst/>
          </a:prstGeom>
          <a:solidFill>
            <a:srgbClr val="627D8D">
              <a:alpha val="28300"/>
            </a:srgbClr>
          </a:solidFill>
          <a:ln>
            <a:noFill/>
          </a:ln>
        </p:spPr>
      </p:sp>
      <p:sp>
        <p:nvSpPr>
          <p:cNvPr id="36" name="!!circle-1uy"/>
          <p:cNvSpPr/>
          <p:nvPr/>
        </p:nvSpPr>
        <p:spPr>
          <a:xfrm>
            <a:off x="6834733" y="2560273"/>
            <a:ext cx="28956" cy="28956"/>
          </a:xfrm>
          <a:prstGeom prst="ellipse">
            <a:avLst/>
          </a:prstGeom>
          <a:solidFill>
            <a:srgbClr val="627D8D">
              <a:alpha val="21800"/>
            </a:srgbClr>
          </a:solidFill>
          <a:ln>
            <a:noFill/>
          </a:ln>
        </p:spPr>
      </p:sp>
      <p:sp>
        <p:nvSpPr>
          <p:cNvPr id="37" name="!!circle-1v1"/>
          <p:cNvSpPr/>
          <p:nvPr/>
        </p:nvSpPr>
        <p:spPr>
          <a:xfrm>
            <a:off x="7020055" y="6226341"/>
            <a:ext cx="45555" cy="45555"/>
          </a:xfrm>
          <a:prstGeom prst="ellipse">
            <a:avLst/>
          </a:prstGeom>
          <a:solidFill>
            <a:srgbClr val="627D8D">
              <a:alpha val="20900"/>
            </a:srgbClr>
          </a:solidFill>
          <a:ln>
            <a:noFill/>
          </a:ln>
        </p:spPr>
      </p:sp>
      <p:sp>
        <p:nvSpPr>
          <p:cNvPr id="38" name="!!circle-1v4"/>
          <p:cNvSpPr/>
          <p:nvPr/>
        </p:nvSpPr>
        <p:spPr>
          <a:xfrm>
            <a:off x="11295430" y="3072605"/>
            <a:ext cx="39484" cy="39484"/>
          </a:xfrm>
          <a:prstGeom prst="ellipse">
            <a:avLst/>
          </a:prstGeom>
          <a:solidFill>
            <a:srgbClr val="627D8D">
              <a:alpha val="13600"/>
            </a:srgbClr>
          </a:solidFill>
          <a:ln>
            <a:noFill/>
          </a:ln>
        </p:spPr>
      </p:sp>
      <p:sp>
        <p:nvSpPr>
          <p:cNvPr id="39" name="!!circle-1v7"/>
          <p:cNvSpPr/>
          <p:nvPr/>
        </p:nvSpPr>
        <p:spPr>
          <a:xfrm>
            <a:off x="7479509" y="5573002"/>
            <a:ext cx="30455" cy="30455"/>
          </a:xfrm>
          <a:prstGeom prst="ellipse">
            <a:avLst/>
          </a:prstGeom>
          <a:solidFill>
            <a:srgbClr val="627D8D">
              <a:alpha val="16500"/>
            </a:srgbClr>
          </a:solidFill>
          <a:ln>
            <a:noFill/>
          </a:ln>
        </p:spPr>
      </p:sp>
      <p:sp>
        <p:nvSpPr>
          <p:cNvPr id="40" name="!!circle-1va"/>
          <p:cNvSpPr/>
          <p:nvPr/>
        </p:nvSpPr>
        <p:spPr>
          <a:xfrm>
            <a:off x="8985387" y="6334289"/>
            <a:ext cx="28257" cy="28257"/>
          </a:xfrm>
          <a:prstGeom prst="ellipse">
            <a:avLst/>
          </a:prstGeom>
          <a:solidFill>
            <a:srgbClr val="627D8D">
              <a:alpha val="15700"/>
            </a:srgbClr>
          </a:solidFill>
          <a:ln>
            <a:noFill/>
          </a:ln>
        </p:spPr>
      </p:sp>
      <p:sp>
        <p:nvSpPr>
          <p:cNvPr id="41" name="!!circle-1vd"/>
          <p:cNvSpPr/>
          <p:nvPr/>
        </p:nvSpPr>
        <p:spPr>
          <a:xfrm>
            <a:off x="11428979" y="4982360"/>
            <a:ext cx="45149" cy="45149"/>
          </a:xfrm>
          <a:prstGeom prst="ellipse">
            <a:avLst/>
          </a:prstGeom>
          <a:solidFill>
            <a:srgbClr val="627D8D">
              <a:alpha val="31200"/>
            </a:srgbClr>
          </a:solidFill>
          <a:ln>
            <a:noFill/>
          </a:ln>
        </p:spPr>
      </p:sp>
      <p:sp>
        <p:nvSpPr>
          <p:cNvPr id="42" name="!!circle-1vg"/>
          <p:cNvSpPr/>
          <p:nvPr/>
        </p:nvSpPr>
        <p:spPr>
          <a:xfrm>
            <a:off x="3471238" y="2948665"/>
            <a:ext cx="30696" cy="30696"/>
          </a:xfrm>
          <a:prstGeom prst="ellipse">
            <a:avLst/>
          </a:prstGeom>
          <a:solidFill>
            <a:srgbClr val="627D8D">
              <a:alpha val="25700"/>
            </a:srgbClr>
          </a:solidFill>
          <a:ln>
            <a:noFill/>
          </a:ln>
        </p:spPr>
      </p:sp>
      <p:sp>
        <p:nvSpPr>
          <p:cNvPr id="43" name="!!circle-1vj"/>
          <p:cNvSpPr/>
          <p:nvPr/>
        </p:nvSpPr>
        <p:spPr>
          <a:xfrm>
            <a:off x="8821090" y="3467154"/>
            <a:ext cx="37401" cy="37401"/>
          </a:xfrm>
          <a:prstGeom prst="ellipse">
            <a:avLst/>
          </a:prstGeom>
          <a:solidFill>
            <a:srgbClr val="627D8D">
              <a:alpha val="16000"/>
            </a:srgbClr>
          </a:solidFill>
          <a:ln>
            <a:noFill/>
          </a:ln>
        </p:spPr>
      </p:sp>
      <p:sp>
        <p:nvSpPr>
          <p:cNvPr id="44" name="!!circle-1vm"/>
          <p:cNvSpPr/>
          <p:nvPr/>
        </p:nvSpPr>
        <p:spPr>
          <a:xfrm>
            <a:off x="1817433" y="4349196"/>
            <a:ext cx="33096" cy="33096"/>
          </a:xfrm>
          <a:prstGeom prst="ellipse">
            <a:avLst/>
          </a:prstGeom>
          <a:solidFill>
            <a:srgbClr val="627D8D">
              <a:alpha val="22300"/>
            </a:srgbClr>
          </a:solidFill>
          <a:ln>
            <a:noFill/>
          </a:ln>
        </p:spPr>
      </p:sp>
      <p:sp>
        <p:nvSpPr>
          <p:cNvPr id="45" name="!!circle-1vp"/>
          <p:cNvSpPr/>
          <p:nvPr/>
        </p:nvSpPr>
        <p:spPr>
          <a:xfrm>
            <a:off x="11573079" y="469578"/>
            <a:ext cx="21145" cy="21145"/>
          </a:xfrm>
          <a:prstGeom prst="ellipse">
            <a:avLst/>
          </a:prstGeom>
          <a:solidFill>
            <a:srgbClr val="627D8D">
              <a:alpha val="16300"/>
            </a:srgbClr>
          </a:solidFill>
          <a:ln>
            <a:noFill/>
          </a:ln>
        </p:spPr>
      </p:sp>
      <p:sp>
        <p:nvSpPr>
          <p:cNvPr id="46" name="!!circle-1vs"/>
          <p:cNvSpPr/>
          <p:nvPr/>
        </p:nvSpPr>
        <p:spPr>
          <a:xfrm>
            <a:off x="11075485" y="5453664"/>
            <a:ext cx="35281" cy="35281"/>
          </a:xfrm>
          <a:prstGeom prst="ellipse">
            <a:avLst/>
          </a:prstGeom>
          <a:solidFill>
            <a:srgbClr val="627D8D">
              <a:alpha val="30000"/>
            </a:srgbClr>
          </a:solidFill>
          <a:ln>
            <a:noFill/>
          </a:ln>
        </p:spPr>
      </p:sp>
      <p:sp>
        <p:nvSpPr>
          <p:cNvPr id="47" name="!!text-5e3" descr="交易安全"/>
          <p:cNvSpPr txBox="1"/>
          <p:nvPr/>
        </p:nvSpPr>
        <p:spPr>
          <a:xfrm>
            <a:off x="703415" y="629160"/>
            <a:ext cx="711604" cy="22111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02" b="1" kern="0" spc="144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交易安</a:t>
            </a:r>
            <a:r>
              <a:rPr lang="zh-TW" altLang="en-US" sz="1202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全</a:t>
            </a:r>
            <a:endParaRPr lang="zh-TW" sz="1202"/>
          </a:p>
        </p:txBody>
      </p:sp>
      <p:sp>
        <p:nvSpPr>
          <p:cNvPr id="48" name="!!text-5ed" descr="可疑訊息，即時提醒"/>
          <p:cNvSpPr txBox="1"/>
          <p:nvPr/>
        </p:nvSpPr>
        <p:spPr>
          <a:xfrm>
            <a:off x="703415" y="898430"/>
            <a:ext cx="4040569" cy="6633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3607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可疑訊</a:t>
            </a:r>
            <a:r>
              <a:rPr lang="zh-TW" altLang="en-US" sz="3607" kern="0" spc="-1082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息</a:t>
            </a:r>
            <a:r>
              <a:rPr lang="zh-TW" altLang="en-US" sz="3607" kern="0" spc="-649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，</a:t>
            </a:r>
            <a:r>
              <a:rPr lang="zh-TW" altLang="en-US" sz="3607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即時提醒</a:t>
            </a:r>
            <a:endParaRPr lang="zh-TW" sz="3607"/>
          </a:p>
        </p:txBody>
      </p:sp>
      <p:sp>
        <p:nvSpPr>
          <p:cNvPr id="49" name="!!text-5er" descr="偵測站外聯絡、私下付款與常見詐騙話術，提醒雙方留在平台交易。"/>
          <p:cNvSpPr txBox="1"/>
          <p:nvPr/>
        </p:nvSpPr>
        <p:spPr>
          <a:xfrm>
            <a:off x="703415" y="1615633"/>
            <a:ext cx="5783694" cy="27639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503" kern="0" dirty="0">
                <a:solidFill>
                  <a:srgbClr val="3F4A54"/>
                </a:solidFill>
                <a:latin typeface="Noto Sans TC Medium"/>
                <a:ea typeface="Noto Sans TC Medium"/>
                <a:cs typeface="Noto Sans TC Medium"/>
              </a:rPr>
              <a:t>偵測站外聯絡、私下付款與常見詐騙話術，提醒雙方留在平台交易。</a:t>
            </a:r>
            <a:endParaRPr lang="zh-TW" sz="1503"/>
          </a:p>
        </p:txBody>
      </p:sp>
      <p:sp>
        <p:nvSpPr>
          <p:cNvPr id="50" name="!!rect-5ft"/>
          <p:cNvSpPr/>
          <p:nvPr/>
        </p:nvSpPr>
        <p:spPr>
          <a:xfrm>
            <a:off x="1390587" y="2206092"/>
            <a:ext cx="4199382" cy="1896085"/>
          </a:xfrm>
          <a:prstGeom prst="roundRect">
            <a:avLst>
              <a:gd name="adj" fmla="val 9023"/>
            </a:avLst>
          </a:prstGeom>
          <a:solidFill>
            <a:srgbClr val="0B1A26">
              <a:alpha val="12000"/>
            </a:srgbClr>
          </a:solidFill>
          <a:ln>
            <a:noFill/>
          </a:ln>
          <a:effectLst>
            <a:softEdge rad="223967"/>
          </a:effectLst>
        </p:spPr>
      </p:sp>
      <p:sp>
        <p:nvSpPr>
          <p:cNvPr id="51" name="!!rect-5fu"/>
          <p:cNvSpPr/>
          <p:nvPr/>
        </p:nvSpPr>
        <p:spPr>
          <a:xfrm>
            <a:off x="1454214" y="2218817"/>
            <a:ext cx="4072128" cy="1717929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6363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52" name="!!circle-5fv"/>
          <p:cNvSpPr/>
          <p:nvPr/>
        </p:nvSpPr>
        <p:spPr>
          <a:xfrm>
            <a:off x="1632369" y="2384247"/>
            <a:ext cx="305410" cy="305410"/>
          </a:xfrm>
          <a:prstGeom prst="ellipse">
            <a:avLst/>
          </a:prstGeom>
          <a:solidFill>
            <a:srgbClr val="627D8D">
              <a:alpha val="12000"/>
            </a:srgbClr>
          </a:solidFill>
          <a:ln>
            <a:noFill/>
          </a:ln>
        </p:spPr>
      </p:sp>
      <p:sp>
        <p:nvSpPr>
          <p:cNvPr id="53" name="!!path-5fw"/>
          <p:cNvSpPr/>
          <p:nvPr/>
        </p:nvSpPr>
        <p:spPr>
          <a:xfrm>
            <a:off x="1722083" y="2473961"/>
            <a:ext cx="122412" cy="122412"/>
          </a:xfrm>
          <a:custGeom>
            <a:avLst/>
            <a:gdLst/>
            <a:ahLst/>
            <a:cxnLst/>
            <a:rect l="l" t="t" r="r" b="b"/>
            <a:pathLst>
              <a:path w="122412" h="122412">
                <a:moveTo>
                  <a:pt x="87487" y="76989"/>
                </a:moveTo>
                <a:lnTo>
                  <a:pt x="81958" y="76989"/>
                </a:lnTo>
                <a:lnTo>
                  <a:pt x="79998" y="75099"/>
                </a:lnTo>
                <a:cubicBezTo>
                  <a:pt x="86857" y="67120"/>
                  <a:pt x="90987" y="56762"/>
                  <a:pt x="90987" y="45493"/>
                </a:cubicBezTo>
                <a:cubicBezTo>
                  <a:pt x="90987" y="20367"/>
                  <a:pt x="70620" y="0"/>
                  <a:pt x="45493" y="0"/>
                </a:cubicBezTo>
                <a:cubicBezTo>
                  <a:pt x="20367" y="0"/>
                  <a:pt x="0" y="20367"/>
                  <a:pt x="0" y="45493"/>
                </a:cubicBezTo>
                <a:cubicBezTo>
                  <a:pt x="0" y="70620"/>
                  <a:pt x="20367" y="90987"/>
                  <a:pt x="45493" y="90987"/>
                </a:cubicBezTo>
                <a:cubicBezTo>
                  <a:pt x="56762" y="90987"/>
                  <a:pt x="67120" y="86857"/>
                  <a:pt x="75099" y="79998"/>
                </a:cubicBezTo>
                <a:lnTo>
                  <a:pt x="76989" y="81958"/>
                </a:lnTo>
                <a:lnTo>
                  <a:pt x="76989" y="87487"/>
                </a:lnTo>
                <a:lnTo>
                  <a:pt x="111984" y="122412"/>
                </a:lnTo>
                <a:lnTo>
                  <a:pt x="122412" y="111984"/>
                </a:lnTo>
                <a:lnTo>
                  <a:pt x="87487" y="76989"/>
                </a:lnTo>
                <a:close/>
                <a:moveTo>
                  <a:pt x="45493" y="76989"/>
                </a:moveTo>
                <a:cubicBezTo>
                  <a:pt x="28066" y="76989"/>
                  <a:pt x="13998" y="62921"/>
                  <a:pt x="13998" y="45493"/>
                </a:cubicBezTo>
                <a:cubicBezTo>
                  <a:pt x="13998" y="28066"/>
                  <a:pt x="28066" y="13998"/>
                  <a:pt x="45493" y="13998"/>
                </a:cubicBezTo>
                <a:cubicBezTo>
                  <a:pt x="62921" y="13998"/>
                  <a:pt x="76989" y="28066"/>
                  <a:pt x="76989" y="45493"/>
                </a:cubicBezTo>
                <a:cubicBezTo>
                  <a:pt x="76989" y="62921"/>
                  <a:pt x="62921" y="76989"/>
                  <a:pt x="45493" y="76989"/>
                </a:cubicBez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54" name="!!text-5fx" descr="規則式比對"/>
          <p:cNvSpPr txBox="1"/>
          <p:nvPr/>
        </p:nvSpPr>
        <p:spPr>
          <a:xfrm>
            <a:off x="2039582" y="2402317"/>
            <a:ext cx="876780" cy="23954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03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規則式比對</a:t>
            </a:r>
            <a:endParaRPr lang="zh-TW" sz="1303"/>
          </a:p>
        </p:txBody>
      </p:sp>
      <p:sp>
        <p:nvSpPr>
          <p:cNvPr id="55" name="!!rect-5g3"/>
          <p:cNvSpPr/>
          <p:nvPr/>
        </p:nvSpPr>
        <p:spPr>
          <a:xfrm>
            <a:off x="1657820" y="2829636"/>
            <a:ext cx="1183462" cy="27995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44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56" name="!!text-5g6" descr="聯絡方式"/>
          <p:cNvSpPr txBox="1"/>
          <p:nvPr/>
        </p:nvSpPr>
        <p:spPr>
          <a:xfrm>
            <a:off x="1969592" y="2858141"/>
            <a:ext cx="601911" cy="2026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02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聯絡方式</a:t>
            </a:r>
            <a:endParaRPr lang="zh-TW" sz="1102"/>
          </a:p>
        </p:txBody>
      </p:sp>
      <p:sp>
        <p:nvSpPr>
          <p:cNvPr id="57" name="!!rect-5gj"/>
          <p:cNvSpPr/>
          <p:nvPr/>
        </p:nvSpPr>
        <p:spPr>
          <a:xfrm>
            <a:off x="2917635" y="2829636"/>
            <a:ext cx="1183462" cy="27995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44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58" name="!!text-5gm" descr="付款資訊"/>
          <p:cNvSpPr txBox="1"/>
          <p:nvPr/>
        </p:nvSpPr>
        <p:spPr>
          <a:xfrm>
            <a:off x="3229407" y="2858141"/>
            <a:ext cx="601911" cy="2026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02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付款資訊</a:t>
            </a:r>
            <a:endParaRPr lang="zh-TW" sz="1102"/>
          </a:p>
        </p:txBody>
      </p:sp>
      <p:sp>
        <p:nvSpPr>
          <p:cNvPr id="59" name="!!rect-5gz"/>
          <p:cNvSpPr/>
          <p:nvPr/>
        </p:nvSpPr>
        <p:spPr>
          <a:xfrm>
            <a:off x="4177449" y="2829636"/>
            <a:ext cx="1183462" cy="27995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44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60" name="!!text-5h2" descr="平台外交易"/>
          <p:cNvSpPr txBox="1"/>
          <p:nvPr/>
        </p:nvSpPr>
        <p:spPr>
          <a:xfrm>
            <a:off x="4419232" y="2858141"/>
            <a:ext cx="741891" cy="2026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02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平台外交易</a:t>
            </a:r>
            <a:endParaRPr lang="zh-TW" sz="1102"/>
          </a:p>
        </p:txBody>
      </p:sp>
      <p:sp>
        <p:nvSpPr>
          <p:cNvPr id="61" name="!!rect-5hh"/>
          <p:cNvSpPr/>
          <p:nvPr/>
        </p:nvSpPr>
        <p:spPr>
          <a:xfrm>
            <a:off x="1657820" y="3224124"/>
            <a:ext cx="1183462" cy="27995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44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62" name="!!text-5hi" descr="可疑連結"/>
          <p:cNvSpPr txBox="1"/>
          <p:nvPr/>
        </p:nvSpPr>
        <p:spPr>
          <a:xfrm>
            <a:off x="1969592" y="3252629"/>
            <a:ext cx="601911" cy="2026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02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可疑連結</a:t>
            </a:r>
            <a:endParaRPr lang="zh-TW" sz="1102"/>
          </a:p>
        </p:txBody>
      </p:sp>
      <p:sp>
        <p:nvSpPr>
          <p:cNvPr id="63" name="!!rect-5hn"/>
          <p:cNvSpPr/>
          <p:nvPr/>
        </p:nvSpPr>
        <p:spPr>
          <a:xfrm>
            <a:off x="2917635" y="3224124"/>
            <a:ext cx="1183462" cy="27995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44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64" name="!!text-5ho" descr="索取驗證資料"/>
          <p:cNvSpPr txBox="1"/>
          <p:nvPr/>
        </p:nvSpPr>
        <p:spPr>
          <a:xfrm>
            <a:off x="3089427" y="3252629"/>
            <a:ext cx="881870" cy="2026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02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索取驗證資料</a:t>
            </a:r>
            <a:endParaRPr lang="zh-TW" sz="1102"/>
          </a:p>
        </p:txBody>
      </p:sp>
      <p:sp>
        <p:nvSpPr>
          <p:cNvPr id="65" name="!!rect-5hv"/>
          <p:cNvSpPr/>
          <p:nvPr/>
        </p:nvSpPr>
        <p:spPr>
          <a:xfrm>
            <a:off x="4177449" y="3224124"/>
            <a:ext cx="1183462" cy="27995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44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66" name="!!text-5hw" descr="詐騙話術"/>
          <p:cNvSpPr txBox="1"/>
          <p:nvPr/>
        </p:nvSpPr>
        <p:spPr>
          <a:xfrm>
            <a:off x="4489221" y="3252629"/>
            <a:ext cx="601911" cy="2026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02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詐騙話術</a:t>
            </a:r>
            <a:endParaRPr lang="zh-TW" sz="1102"/>
          </a:p>
        </p:txBody>
      </p:sp>
      <p:sp>
        <p:nvSpPr>
          <p:cNvPr id="67" name="!!rect-8qy"/>
          <p:cNvSpPr/>
          <p:nvPr/>
        </p:nvSpPr>
        <p:spPr>
          <a:xfrm>
            <a:off x="8521700" y="660400"/>
            <a:ext cx="2933700" cy="6121400"/>
          </a:xfrm>
          <a:prstGeom prst="roundRect">
            <a:avLst>
              <a:gd name="adj" fmla="val 18020"/>
            </a:avLst>
          </a:prstGeom>
          <a:solidFill>
            <a:srgbClr val="0B1A26">
              <a:alpha val="30000"/>
            </a:srgbClr>
          </a:solidFill>
          <a:ln>
            <a:noFill/>
          </a:ln>
          <a:effectLst>
            <a:softEdge rad="474980"/>
          </a:effectLst>
        </p:spPr>
      </p:sp>
      <p:sp>
        <p:nvSpPr>
          <p:cNvPr id="68" name="!!rect-8qz"/>
          <p:cNvSpPr/>
          <p:nvPr/>
        </p:nvSpPr>
        <p:spPr>
          <a:xfrm>
            <a:off x="8591550" y="527050"/>
            <a:ext cx="2794000" cy="5829300"/>
          </a:xfrm>
          <a:prstGeom prst="roundRect">
            <a:avLst>
              <a:gd name="adj" fmla="val 16825"/>
            </a:avLst>
          </a:prstGeom>
          <a:solidFill>
            <a:srgbClr val="0B1A26">
              <a:alpha val="16000"/>
            </a:srgbClr>
          </a:solidFill>
          <a:ln>
            <a:noFill/>
          </a:ln>
          <a:effectLst>
            <a:softEdge rad="125730"/>
          </a:effectLst>
        </p:spPr>
      </p:sp>
      <p:sp>
        <p:nvSpPr>
          <p:cNvPr id="69" name="!!rect-8r0"/>
          <p:cNvSpPr/>
          <p:nvPr/>
        </p:nvSpPr>
        <p:spPr>
          <a:xfrm>
            <a:off x="8590280" y="1676400"/>
            <a:ext cx="31750" cy="2159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70" name="!!rect-8r1"/>
          <p:cNvSpPr/>
          <p:nvPr/>
        </p:nvSpPr>
        <p:spPr>
          <a:xfrm>
            <a:off x="8590280" y="2108200"/>
            <a:ext cx="31750" cy="4064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71" name="!!rect-8r2"/>
          <p:cNvSpPr/>
          <p:nvPr/>
        </p:nvSpPr>
        <p:spPr>
          <a:xfrm>
            <a:off x="8590280" y="2603500"/>
            <a:ext cx="31750" cy="4064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72" name="!!rect-8r3"/>
          <p:cNvSpPr/>
          <p:nvPr/>
        </p:nvSpPr>
        <p:spPr>
          <a:xfrm>
            <a:off x="11355070" y="2260600"/>
            <a:ext cx="31750" cy="6350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73" name="!!rect-8r4"/>
          <p:cNvSpPr/>
          <p:nvPr/>
        </p:nvSpPr>
        <p:spPr>
          <a:xfrm>
            <a:off x="11357610" y="4114800"/>
            <a:ext cx="25400" cy="419100"/>
          </a:xfrm>
          <a:prstGeom prst="roundRect">
            <a:avLst>
              <a:gd name="adj" fmla="val 50000"/>
            </a:avLst>
          </a:prstGeom>
          <a:solidFill>
            <a:srgbClr val="8795A0"/>
          </a:solidFill>
          <a:ln>
            <a:noFill/>
          </a:ln>
        </p:spPr>
      </p:sp>
      <p:sp>
        <p:nvSpPr>
          <p:cNvPr id="74" name="!!rect-8r5"/>
          <p:cNvSpPr/>
          <p:nvPr/>
        </p:nvSpPr>
        <p:spPr>
          <a:xfrm>
            <a:off x="8610600" y="508000"/>
            <a:ext cx="2755900" cy="5753100"/>
          </a:xfrm>
          <a:prstGeom prst="roundRect">
            <a:avLst>
              <a:gd name="adj" fmla="val 16359"/>
            </a:avLst>
          </a:prstGeom>
          <a:gradFill rotWithShape="1">
            <a:gsLst>
              <a:gs pos="0">
                <a:srgbClr val="FBFCFD"/>
              </a:gs>
              <a:gs pos="18000">
                <a:srgbClr val="DDE5EB"/>
              </a:gs>
              <a:gs pos="46000">
                <a:srgbClr val="B4C2CC"/>
              </a:gs>
              <a:gs pos="62000">
                <a:srgbClr val="D3DCE3"/>
              </a:gs>
              <a:gs pos="84000">
                <a:srgbClr val="A9B8C3"/>
              </a:gs>
              <a:gs pos="100000">
                <a:srgbClr val="E8EEF2"/>
              </a:gs>
              <a:gs pos="100000">
                <a:srgbClr val="E8EEF2"/>
              </a:gs>
            </a:gsLst>
            <a:lin ang="3864255" scaled="0"/>
          </a:gradFill>
          <a:ln>
            <a:noFill/>
          </a:ln>
        </p:spPr>
      </p:sp>
      <p:sp>
        <p:nvSpPr>
          <p:cNvPr id="75" name="!!rect-8r6"/>
          <p:cNvSpPr/>
          <p:nvPr/>
        </p:nvSpPr>
        <p:spPr>
          <a:xfrm>
            <a:off x="8614410" y="511810"/>
            <a:ext cx="2748280" cy="5745480"/>
          </a:xfrm>
          <a:prstGeom prst="roundRect">
            <a:avLst>
              <a:gd name="adj" fmla="val 16266"/>
            </a:avLst>
          </a:prstGeom>
          <a:noFill/>
          <a:ln w="7620" cap="flat">
            <a:solidFill>
              <a:srgbClr val="7F8F9B">
                <a:alpha val="55000"/>
              </a:srgbClr>
            </a:solidFill>
            <a:prstDash val="solid"/>
            <a:miter lim="800000"/>
          </a:ln>
        </p:spPr>
      </p:sp>
      <p:sp>
        <p:nvSpPr>
          <p:cNvPr id="76" name="!!rect-8r7"/>
          <p:cNvSpPr/>
          <p:nvPr/>
        </p:nvSpPr>
        <p:spPr>
          <a:xfrm>
            <a:off x="8637270" y="534670"/>
            <a:ext cx="2702560" cy="5699760"/>
          </a:xfrm>
          <a:prstGeom prst="roundRect">
            <a:avLst>
              <a:gd name="adj" fmla="val 15695"/>
            </a:avLst>
          </a:prstGeom>
          <a:noFill/>
          <a:ln w="8890" cap="flat">
            <a:solidFill>
              <a:srgbClr val="FFFFFF">
                <a:alpha val="75000"/>
              </a:srgbClr>
            </a:solidFill>
            <a:prstDash val="solid"/>
            <a:miter lim="800000"/>
          </a:ln>
        </p:spPr>
      </p:sp>
      <p:sp>
        <p:nvSpPr>
          <p:cNvPr id="77" name="!!rect-8r8"/>
          <p:cNvSpPr/>
          <p:nvPr/>
        </p:nvSpPr>
        <p:spPr>
          <a:xfrm>
            <a:off x="8664575" y="561975"/>
            <a:ext cx="2647950" cy="5645150"/>
          </a:xfrm>
          <a:prstGeom prst="roundRect">
            <a:avLst>
              <a:gd name="adj" fmla="val 14988"/>
            </a:avLst>
          </a:prstGeom>
          <a:solidFill>
            <a:srgbClr val="050608"/>
          </a:solidFill>
          <a:ln>
            <a:noFill/>
          </a:ln>
        </p:spPr>
      </p:sp>
      <p:sp>
        <p:nvSpPr>
          <p:cNvPr id="78" name="!!rect-8ra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solidFill>
            <a:srgbClr val="F3F5F7"/>
          </a:solidFill>
          <a:ln>
            <a:noFill/>
          </a:ln>
        </p:spPr>
      </p:sp>
      <p:sp>
        <p:nvSpPr>
          <p:cNvPr id="79" name="!!rect-91o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solidFill>
            <a:srgbClr val="F3F5F7"/>
          </a:solidFill>
          <a:ln>
            <a:noFill/>
          </a:ln>
        </p:spPr>
      </p:sp>
      <p:sp>
        <p:nvSpPr>
          <p:cNvPr id="80" name="!!circle-91t"/>
          <p:cNvSpPr/>
          <p:nvPr/>
        </p:nvSpPr>
        <p:spPr>
          <a:xfrm>
            <a:off x="8813800" y="3346450"/>
            <a:ext cx="190500" cy="190500"/>
          </a:xfrm>
          <a:prstGeom prst="ellipse">
            <a:avLst/>
          </a:prstGeom>
          <a:solidFill>
            <a:srgbClr val="8FA0AB"/>
          </a:solidFill>
          <a:ln>
            <a:noFill/>
          </a:ln>
        </p:spPr>
      </p:sp>
      <p:sp>
        <p:nvSpPr>
          <p:cNvPr id="81" name="!!text-91u" descr="林"/>
          <p:cNvSpPr txBox="1"/>
          <p:nvPr/>
        </p:nvSpPr>
        <p:spPr>
          <a:xfrm>
            <a:off x="8864600" y="3373501"/>
            <a:ext cx="115570" cy="12872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00" b="1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林</a:t>
            </a:r>
            <a:endParaRPr lang="zh-TW" sz="700"/>
          </a:p>
        </p:txBody>
      </p:sp>
      <p:sp>
        <p:nvSpPr>
          <p:cNvPr id="82" name="!!rect-91w"/>
          <p:cNvSpPr/>
          <p:nvPr/>
        </p:nvSpPr>
        <p:spPr>
          <a:xfrm>
            <a:off x="9055100" y="3340100"/>
            <a:ext cx="1320800" cy="25400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83" name="!!text-91x" descr="請問《統計學概論》還在嗎？"/>
          <p:cNvSpPr txBox="1"/>
          <p:nvPr/>
        </p:nvSpPr>
        <p:spPr>
          <a:xfrm>
            <a:off x="9144000" y="3394710"/>
            <a:ext cx="1171575" cy="1379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0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請</a:t>
            </a:r>
            <a:r>
              <a:rPr lang="zh-TW" altLang="en-US" sz="750" kern="0" spc="-375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問</a:t>
            </a:r>
            <a:r>
              <a:rPr lang="zh-TW" altLang="en-US" sz="750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《統計學概論</a:t>
            </a:r>
            <a:r>
              <a:rPr lang="zh-TW" altLang="en-US" sz="750" kern="0" spc="-375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》</a:t>
            </a:r>
            <a:r>
              <a:rPr lang="zh-TW" altLang="en-US" sz="750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還在嗎？</a:t>
            </a:r>
            <a:endParaRPr lang="zh-TW" sz="750"/>
          </a:p>
        </p:txBody>
      </p:sp>
      <p:sp>
        <p:nvSpPr>
          <p:cNvPr id="84" name="!!rect-92f"/>
          <p:cNvSpPr/>
          <p:nvPr/>
        </p:nvSpPr>
        <p:spPr>
          <a:xfrm>
            <a:off x="9556750" y="3733800"/>
            <a:ext cx="1606550" cy="254000"/>
          </a:xfrm>
          <a:prstGeom prst="roundRect">
            <a:avLst>
              <a:gd name="adj" fmla="val 45000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85" name="!!text-92g" descr="在的，已存放在圖書館大廳書櫃。"/>
          <p:cNvSpPr txBox="1"/>
          <p:nvPr/>
        </p:nvSpPr>
        <p:spPr>
          <a:xfrm>
            <a:off x="9645650" y="3788410"/>
            <a:ext cx="1457325" cy="1379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0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在的，已存放在圖書館大廳書櫃。</a:t>
            </a:r>
            <a:endParaRPr lang="zh-TW" sz="750"/>
          </a:p>
        </p:txBody>
      </p:sp>
      <p:sp>
        <p:nvSpPr>
          <p:cNvPr id="86" name="!!rect-94n"/>
          <p:cNvSpPr/>
          <p:nvPr/>
        </p:nvSpPr>
        <p:spPr>
          <a:xfrm>
            <a:off x="8712200" y="5524500"/>
            <a:ext cx="2552700" cy="635000"/>
          </a:xfrm>
          <a:custGeom>
            <a:avLst/>
            <a:gdLst/>
            <a:ahLst/>
            <a:cxnLst/>
            <a:rect l="l" t="t" r="r" b="b"/>
            <a:pathLst>
              <a:path w="2552700" h="635000">
                <a:moveTo>
                  <a:pt x="0" y="0"/>
                </a:moveTo>
                <a:lnTo>
                  <a:pt x="2552700" y="0"/>
                </a:lnTo>
                <a:lnTo>
                  <a:pt x="2552700" y="317500"/>
                </a:lnTo>
                <a:cubicBezTo>
                  <a:pt x="2552700" y="492850"/>
                  <a:pt x="2410550" y="635000"/>
                  <a:pt x="2235200" y="635000"/>
                </a:cubicBezTo>
                <a:lnTo>
                  <a:pt x="317500" y="635000"/>
                </a:lnTo>
                <a:cubicBezTo>
                  <a:pt x="142150" y="635000"/>
                  <a:pt x="0" y="492850"/>
                  <a:pt x="0" y="317500"/>
                </a:cubicBez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87" name="!!rect-94o"/>
          <p:cNvSpPr/>
          <p:nvPr/>
        </p:nvSpPr>
        <p:spPr>
          <a:xfrm>
            <a:off x="8813800" y="5588000"/>
            <a:ext cx="2019300" cy="304800"/>
          </a:xfrm>
          <a:prstGeom prst="roundRect">
            <a:avLst>
              <a:gd name="adj" fmla="val 50000"/>
            </a:avLst>
          </a:prstGeom>
          <a:solidFill>
            <a:srgbClr val="F3F5F7"/>
          </a:solidFill>
          <a:ln>
            <a:noFill/>
          </a:ln>
        </p:spPr>
      </p:sp>
      <p:sp>
        <p:nvSpPr>
          <p:cNvPr id="88" name="!!text-94p" descr="輸入訊息"/>
          <p:cNvSpPr txBox="1"/>
          <p:nvPr/>
        </p:nvSpPr>
        <p:spPr>
          <a:xfrm>
            <a:off x="8928100" y="5668010"/>
            <a:ext cx="409575" cy="1379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0" kern="0" dirty="0">
                <a:solidFill>
                  <a:srgbClr val="BDBDBD"/>
                </a:solidFill>
                <a:latin typeface="Noto Sans TC"/>
                <a:ea typeface="Noto Sans TC"/>
                <a:cs typeface="Noto Sans TC"/>
              </a:rPr>
              <a:t>輸入訊息</a:t>
            </a:r>
            <a:endParaRPr lang="zh-TW" sz="750"/>
          </a:p>
        </p:txBody>
      </p:sp>
      <p:sp>
        <p:nvSpPr>
          <p:cNvPr id="89" name="!!circle-94u"/>
          <p:cNvSpPr/>
          <p:nvPr/>
        </p:nvSpPr>
        <p:spPr>
          <a:xfrm>
            <a:off x="10871200" y="5600700"/>
            <a:ext cx="279400" cy="279400"/>
          </a:xfrm>
          <a:prstGeom prst="ellipse">
            <a:avLst/>
          </a:prstGeom>
          <a:solidFill>
            <a:srgbClr val="627D8D"/>
          </a:solidFill>
          <a:ln>
            <a:noFill/>
          </a:ln>
        </p:spPr>
      </p:sp>
      <p:sp>
        <p:nvSpPr>
          <p:cNvPr id="90" name="!!path-94v"/>
          <p:cNvSpPr/>
          <p:nvPr/>
        </p:nvSpPr>
        <p:spPr>
          <a:xfrm>
            <a:off x="10952696" y="5688019"/>
            <a:ext cx="122282" cy="104813"/>
          </a:xfrm>
          <a:custGeom>
            <a:avLst/>
            <a:gdLst/>
            <a:ahLst/>
            <a:cxnLst/>
            <a:rect l="l" t="t" r="r" b="b"/>
            <a:pathLst>
              <a:path w="122282" h="104813">
                <a:moveTo>
                  <a:pt x="58" y="104813"/>
                </a:moveTo>
                <a:lnTo>
                  <a:pt x="122282" y="52407"/>
                </a:lnTo>
                <a:lnTo>
                  <a:pt x="58" y="0"/>
                </a:lnTo>
                <a:lnTo>
                  <a:pt x="0" y="40761"/>
                </a:lnTo>
                <a:lnTo>
                  <a:pt x="87344" y="52407"/>
                </a:lnTo>
                <a:lnTo>
                  <a:pt x="0" y="6405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91" name="!!path-94x"/>
          <p:cNvSpPr/>
          <p:nvPr/>
        </p:nvSpPr>
        <p:spPr>
          <a:xfrm>
            <a:off x="8712200" y="609600"/>
            <a:ext cx="2552700" cy="730250"/>
          </a:xfrm>
          <a:custGeom>
            <a:avLst/>
            <a:gdLst/>
            <a:ahLst/>
            <a:cxnLst/>
            <a:rect l="l" t="t" r="r" b="b"/>
            <a:pathLst>
              <a:path w="2552700" h="730250">
                <a:moveTo>
                  <a:pt x="0" y="349250"/>
                </a:moveTo>
                <a:lnTo>
                  <a:pt x="6711" y="281115"/>
                </a:lnTo>
                <a:lnTo>
                  <a:pt x="26585" y="215598"/>
                </a:lnTo>
                <a:lnTo>
                  <a:pt x="58859" y="155217"/>
                </a:lnTo>
                <a:lnTo>
                  <a:pt x="102293" y="102293"/>
                </a:lnTo>
                <a:lnTo>
                  <a:pt x="155217" y="58859"/>
                </a:lnTo>
                <a:lnTo>
                  <a:pt x="215598" y="26585"/>
                </a:lnTo>
                <a:lnTo>
                  <a:pt x="281115" y="6711"/>
                </a:lnTo>
                <a:lnTo>
                  <a:pt x="349250" y="0"/>
                </a:lnTo>
                <a:lnTo>
                  <a:pt x="2203450" y="0"/>
                </a:lnTo>
                <a:lnTo>
                  <a:pt x="2271585" y="6711"/>
                </a:lnTo>
                <a:lnTo>
                  <a:pt x="2337102" y="26585"/>
                </a:lnTo>
                <a:lnTo>
                  <a:pt x="2397483" y="58859"/>
                </a:lnTo>
                <a:lnTo>
                  <a:pt x="2450407" y="102293"/>
                </a:lnTo>
                <a:lnTo>
                  <a:pt x="2493841" y="155217"/>
                </a:lnTo>
                <a:lnTo>
                  <a:pt x="2526115" y="215598"/>
                </a:lnTo>
                <a:lnTo>
                  <a:pt x="2545989" y="281115"/>
                </a:lnTo>
                <a:lnTo>
                  <a:pt x="2552700" y="349250"/>
                </a:lnTo>
                <a:lnTo>
                  <a:pt x="2552700" y="577850"/>
                </a:lnTo>
                <a:lnTo>
                  <a:pt x="2551642" y="602192"/>
                </a:lnTo>
                <a:lnTo>
                  <a:pt x="2548467" y="624417"/>
                </a:lnTo>
                <a:lnTo>
                  <a:pt x="2543175" y="644525"/>
                </a:lnTo>
                <a:lnTo>
                  <a:pt x="2535767" y="662517"/>
                </a:lnTo>
                <a:lnTo>
                  <a:pt x="2526242" y="678392"/>
                </a:lnTo>
                <a:lnTo>
                  <a:pt x="2514600" y="692150"/>
                </a:lnTo>
                <a:lnTo>
                  <a:pt x="2500842" y="703792"/>
                </a:lnTo>
                <a:lnTo>
                  <a:pt x="2484967" y="713317"/>
                </a:lnTo>
                <a:lnTo>
                  <a:pt x="2466975" y="720725"/>
                </a:lnTo>
                <a:lnTo>
                  <a:pt x="2446867" y="726017"/>
                </a:lnTo>
                <a:lnTo>
                  <a:pt x="2424642" y="729192"/>
                </a:lnTo>
                <a:lnTo>
                  <a:pt x="2400300" y="730250"/>
                </a:lnTo>
                <a:lnTo>
                  <a:pt x="152400" y="730250"/>
                </a:lnTo>
                <a:lnTo>
                  <a:pt x="128058" y="729192"/>
                </a:lnTo>
                <a:lnTo>
                  <a:pt x="105833" y="726017"/>
                </a:lnTo>
                <a:lnTo>
                  <a:pt x="85725" y="720725"/>
                </a:lnTo>
                <a:lnTo>
                  <a:pt x="67733" y="713317"/>
                </a:lnTo>
                <a:lnTo>
                  <a:pt x="51858" y="703792"/>
                </a:lnTo>
                <a:lnTo>
                  <a:pt x="38100" y="692150"/>
                </a:lnTo>
                <a:lnTo>
                  <a:pt x="26458" y="678392"/>
                </a:lnTo>
                <a:lnTo>
                  <a:pt x="16933" y="662517"/>
                </a:lnTo>
                <a:lnTo>
                  <a:pt x="9525" y="644525"/>
                </a:lnTo>
                <a:lnTo>
                  <a:pt x="4233" y="624417"/>
                </a:lnTo>
                <a:lnTo>
                  <a:pt x="1058" y="602192"/>
                </a:lnTo>
                <a:lnTo>
                  <a:pt x="0" y="577850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92" name="!!text-94y" descr="2:25"/>
          <p:cNvSpPr txBox="1"/>
          <p:nvPr/>
        </p:nvSpPr>
        <p:spPr>
          <a:xfrm>
            <a:off x="9020597" y="714883"/>
            <a:ext cx="253790" cy="1563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50" kern="0" dirty="0">
                <a:solidFill>
                  <a:srgbClr val="FFFFFF"/>
                </a:solidFill>
                <a:latin typeface="Noto Sans TC SemiBold"/>
                <a:ea typeface="Noto Sans TC SemiBold"/>
                <a:cs typeface="Noto Sans TC SemiBold"/>
              </a:rPr>
              <a:t>2:25</a:t>
            </a:r>
            <a:endParaRPr lang="zh-TW" sz="850"/>
          </a:p>
        </p:txBody>
      </p:sp>
      <p:sp>
        <p:nvSpPr>
          <p:cNvPr id="93" name="!!rect-953"/>
          <p:cNvSpPr/>
          <p:nvPr/>
        </p:nvSpPr>
        <p:spPr>
          <a:xfrm>
            <a:off x="10579100" y="808990"/>
            <a:ext cx="21590" cy="2667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94" name="!!rect-954"/>
          <p:cNvSpPr/>
          <p:nvPr/>
        </p:nvSpPr>
        <p:spPr>
          <a:xfrm>
            <a:off x="10612120" y="792480"/>
            <a:ext cx="21590" cy="4318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95" name="!!rect-955"/>
          <p:cNvSpPr/>
          <p:nvPr/>
        </p:nvSpPr>
        <p:spPr>
          <a:xfrm>
            <a:off x="10645140" y="775970"/>
            <a:ext cx="21590" cy="5969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96" name="!!rect-956"/>
          <p:cNvSpPr/>
          <p:nvPr/>
        </p:nvSpPr>
        <p:spPr>
          <a:xfrm>
            <a:off x="10678160" y="759460"/>
            <a:ext cx="21590" cy="7620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97" name="!!path-957"/>
          <p:cNvSpPr/>
          <p:nvPr/>
        </p:nvSpPr>
        <p:spPr>
          <a:xfrm>
            <a:off x="10763250" y="763570"/>
            <a:ext cx="95250" cy="70820"/>
          </a:xfrm>
          <a:custGeom>
            <a:avLst/>
            <a:gdLst/>
            <a:ahLst/>
            <a:cxnLst/>
            <a:rect l="l" t="t" r="r" b="b"/>
            <a:pathLst>
              <a:path w="95250" h="70820">
                <a:moveTo>
                  <a:pt x="47625" y="70820"/>
                </a:moveTo>
                <a:lnTo>
                  <a:pt x="31115" y="51135"/>
                </a:lnTo>
                <a:cubicBezTo>
                  <a:pt x="40714" y="43262"/>
                  <a:pt x="54536" y="43262"/>
                  <a:pt x="64135" y="51135"/>
                </a:cubicBezTo>
                <a:close/>
                <a:moveTo>
                  <a:pt x="0" y="23830"/>
                </a:moveTo>
                <a:cubicBezTo>
                  <a:pt x="27279" y="0"/>
                  <a:pt x="67971" y="0"/>
                  <a:pt x="95250" y="23830"/>
                </a:cubicBezTo>
                <a:lnTo>
                  <a:pt x="83820" y="37165"/>
                </a:lnTo>
                <a:cubicBezTo>
                  <a:pt x="63051" y="19153"/>
                  <a:pt x="32199" y="19153"/>
                  <a:pt x="11430" y="37165"/>
                </a:cubicBezTo>
                <a:close/>
                <a:moveTo>
                  <a:pt x="16510" y="43515"/>
                </a:moveTo>
                <a:cubicBezTo>
                  <a:pt x="34385" y="28089"/>
                  <a:pt x="60865" y="28089"/>
                  <a:pt x="78740" y="43515"/>
                </a:cubicBezTo>
                <a:lnTo>
                  <a:pt x="67310" y="56850"/>
                </a:lnTo>
                <a:cubicBezTo>
                  <a:pt x="55947" y="47238"/>
                  <a:pt x="39303" y="47238"/>
                  <a:pt x="27940" y="5685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98" name="!!rect-958"/>
          <p:cNvSpPr/>
          <p:nvPr/>
        </p:nvSpPr>
        <p:spPr>
          <a:xfrm>
            <a:off x="10902950" y="760730"/>
            <a:ext cx="161925" cy="78740"/>
          </a:xfrm>
          <a:prstGeom prst="roundRect">
            <a:avLst>
              <a:gd name="adj" fmla="val 32258"/>
            </a:avLst>
          </a:prstGeom>
          <a:noFill/>
          <a:ln w="6985" cap="flat">
            <a:solidFill>
              <a:srgbClr val="FFFFFF">
                <a:alpha val="38000"/>
              </a:srgbClr>
            </a:solidFill>
            <a:prstDash val="solid"/>
            <a:miter lim="800000"/>
          </a:ln>
        </p:spPr>
      </p:sp>
      <p:sp>
        <p:nvSpPr>
          <p:cNvPr id="99" name="!!rect-959"/>
          <p:cNvSpPr/>
          <p:nvPr/>
        </p:nvSpPr>
        <p:spPr>
          <a:xfrm>
            <a:off x="10916285" y="774065"/>
            <a:ext cx="110909" cy="52070"/>
          </a:xfrm>
          <a:prstGeom prst="roundRect">
            <a:avLst>
              <a:gd name="adj" fmla="val 26829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00" name="!!path-95a"/>
          <p:cNvSpPr/>
          <p:nvPr/>
        </p:nvSpPr>
        <p:spPr>
          <a:xfrm>
            <a:off x="11074400" y="786130"/>
            <a:ext cx="10345" cy="27940"/>
          </a:xfrm>
          <a:custGeom>
            <a:avLst/>
            <a:gdLst/>
            <a:ahLst/>
            <a:cxnLst/>
            <a:rect l="l" t="t" r="r" b="b"/>
            <a:pathLst>
              <a:path w="10345" h="27940">
                <a:moveTo>
                  <a:pt x="0" y="0"/>
                </a:moveTo>
                <a:lnTo>
                  <a:pt x="0" y="27940"/>
                </a:lnTo>
                <a:cubicBezTo>
                  <a:pt x="6146" y="26066"/>
                  <a:pt x="10345" y="20395"/>
                  <a:pt x="10345" y="13970"/>
                </a:cubicBezTo>
                <a:cubicBezTo>
                  <a:pt x="10345" y="7545"/>
                  <a:pt x="6146" y="1874"/>
                  <a:pt x="0" y="0"/>
                </a:cubicBezTo>
                <a:close/>
              </a:path>
            </a:pathLst>
          </a:custGeom>
          <a:solidFill>
            <a:srgbClr val="FFFFFF">
              <a:alpha val="45000"/>
            </a:srgbClr>
          </a:solidFill>
          <a:ln>
            <a:noFill/>
          </a:ln>
        </p:spPr>
      </p:sp>
      <p:sp>
        <p:nvSpPr>
          <p:cNvPr id="101" name="!!path-95b"/>
          <p:cNvSpPr/>
          <p:nvPr/>
        </p:nvSpPr>
        <p:spPr>
          <a:xfrm>
            <a:off x="8845537" y="1109129"/>
            <a:ext cx="62258" cy="105791"/>
          </a:xfrm>
          <a:custGeom>
            <a:avLst/>
            <a:gdLst/>
            <a:ahLst/>
            <a:cxnLst/>
            <a:rect l="l" t="t" r="r" b="b"/>
            <a:pathLst>
              <a:path w="62258" h="105791">
                <a:moveTo>
                  <a:pt x="62258" y="9363"/>
                </a:moveTo>
                <a:lnTo>
                  <a:pt x="52896" y="0"/>
                </a:lnTo>
                <a:lnTo>
                  <a:pt x="0" y="52896"/>
                </a:lnTo>
                <a:lnTo>
                  <a:pt x="52896" y="105791"/>
                </a:lnTo>
                <a:lnTo>
                  <a:pt x="62258" y="96429"/>
                </a:lnTo>
                <a:lnTo>
                  <a:pt x="18725" y="5289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02" name="!!text-95c" descr="小林"/>
          <p:cNvSpPr txBox="1"/>
          <p:nvPr/>
        </p:nvSpPr>
        <p:spPr>
          <a:xfrm>
            <a:off x="9874250" y="1070737"/>
            <a:ext cx="262890" cy="16550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1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小林</a:t>
            </a:r>
            <a:endParaRPr lang="zh-TW" sz="900"/>
          </a:p>
        </p:txBody>
      </p:sp>
      <p:sp>
        <p:nvSpPr>
          <p:cNvPr id="103" name="!!rect-96h"/>
          <p:cNvSpPr/>
          <p:nvPr/>
        </p:nvSpPr>
        <p:spPr>
          <a:xfrm>
            <a:off x="9531350" y="6076950"/>
            <a:ext cx="914400" cy="31750"/>
          </a:xfrm>
          <a:prstGeom prst="roundRect">
            <a:avLst>
              <a:gd name="adj" fmla="val 50000"/>
            </a:avLst>
          </a:prstGeom>
          <a:solidFill>
            <a:srgbClr val="000000">
              <a:alpha val="90000"/>
            </a:srgbClr>
          </a:solidFill>
          <a:ln>
            <a:noFill/>
          </a:ln>
        </p:spPr>
      </p:sp>
      <p:sp>
        <p:nvSpPr>
          <p:cNvPr id="104" name="!!rect-96i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10000"/>
                </a:srgbClr>
              </a:gs>
              <a:gs pos="30762">
                <a:srgbClr val="FFFFFF">
                  <a:alpha val="2000"/>
                </a:srgbClr>
              </a:gs>
              <a:gs pos="31723">
                <a:srgbClr val="FFFFFF">
                  <a:alpha val="0"/>
                </a:srgbClr>
              </a:gs>
              <a:gs pos="9613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4329186" scaled="0"/>
          </a:gradFill>
          <a:ln>
            <a:noFill/>
          </a:ln>
        </p:spPr>
      </p:sp>
      <p:sp>
        <p:nvSpPr>
          <p:cNvPr id="105" name="!!rect-96l"/>
          <p:cNvSpPr/>
          <p:nvPr/>
        </p:nvSpPr>
        <p:spPr>
          <a:xfrm>
            <a:off x="9728200" y="679450"/>
            <a:ext cx="520700" cy="23495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</p:spPr>
      </p:sp>
      <p:sp>
        <p:nvSpPr>
          <p:cNvPr id="106" name="!!circle-96m"/>
          <p:cNvSpPr/>
          <p:nvPr/>
        </p:nvSpPr>
        <p:spPr>
          <a:xfrm>
            <a:off x="10088880" y="757555"/>
            <a:ext cx="78740" cy="78740"/>
          </a:xfrm>
          <a:prstGeom prst="ellipse">
            <a:avLst/>
          </a:prstGeom>
          <a:solidFill>
            <a:srgbClr val="0A0F16"/>
          </a:solidFill>
          <a:ln>
            <a:noFill/>
          </a:ln>
        </p:spPr>
      </p:sp>
      <p:sp>
        <p:nvSpPr>
          <p:cNvPr id="107" name="!!circle-96n"/>
          <p:cNvSpPr/>
          <p:nvPr/>
        </p:nvSpPr>
        <p:spPr>
          <a:xfrm>
            <a:off x="10107930" y="776605"/>
            <a:ext cx="40640" cy="40640"/>
          </a:xfrm>
          <a:prstGeom prst="ellipse">
            <a:avLst/>
          </a:prstGeom>
          <a:solidFill>
            <a:srgbClr val="111B28"/>
          </a:solidFill>
          <a:ln>
            <a:noFill/>
          </a:ln>
        </p:spPr>
      </p:sp>
      <p:sp>
        <p:nvSpPr>
          <p:cNvPr id="108" name="!!circle-96o"/>
          <p:cNvSpPr/>
          <p:nvPr/>
        </p:nvSpPr>
        <p:spPr>
          <a:xfrm>
            <a:off x="10130155" y="781685"/>
            <a:ext cx="13970" cy="13970"/>
          </a:xfrm>
          <a:prstGeom prst="ellipse">
            <a:avLst/>
          </a:prstGeom>
          <a:solidFill>
            <a:srgbClr val="3A5070">
              <a:alpha val="80000"/>
            </a:srgbClr>
          </a:solidFill>
          <a:ln>
            <a:noFill/>
          </a:ln>
        </p:spPr>
      </p:sp>
      <p:sp>
        <p:nvSpPr>
          <p:cNvPr id="109" name="!!path-9ic"/>
          <p:cNvSpPr/>
          <p:nvPr/>
        </p:nvSpPr>
        <p:spPr>
          <a:xfrm>
            <a:off x="381000" y="306527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10" name="!!path-9id"/>
          <p:cNvSpPr/>
          <p:nvPr/>
        </p:nvSpPr>
        <p:spPr>
          <a:xfrm>
            <a:off x="381000" y="308153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11" name="!!path-9ie"/>
          <p:cNvSpPr/>
          <p:nvPr/>
        </p:nvSpPr>
        <p:spPr>
          <a:xfrm>
            <a:off x="381000" y="309778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12" name="!!path-9if"/>
          <p:cNvSpPr/>
          <p:nvPr/>
        </p:nvSpPr>
        <p:spPr>
          <a:xfrm>
            <a:off x="381000" y="311404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13" name="!!path-9ig"/>
          <p:cNvSpPr/>
          <p:nvPr/>
        </p:nvSpPr>
        <p:spPr>
          <a:xfrm>
            <a:off x="381000" y="313030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14" name="!!path-9ih"/>
          <p:cNvSpPr/>
          <p:nvPr/>
        </p:nvSpPr>
        <p:spPr>
          <a:xfrm>
            <a:off x="381000" y="314655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15" name="!!path-9ii"/>
          <p:cNvSpPr/>
          <p:nvPr/>
        </p:nvSpPr>
        <p:spPr>
          <a:xfrm>
            <a:off x="381000" y="316281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16" name="!!path-9ij"/>
          <p:cNvSpPr/>
          <p:nvPr/>
        </p:nvSpPr>
        <p:spPr>
          <a:xfrm>
            <a:off x="381000" y="317906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17" name="!!path-9ik"/>
          <p:cNvSpPr/>
          <p:nvPr/>
        </p:nvSpPr>
        <p:spPr>
          <a:xfrm>
            <a:off x="419608" y="269342"/>
            <a:ext cx="128422" cy="122936"/>
          </a:xfrm>
          <a:custGeom>
            <a:avLst/>
            <a:gdLst/>
            <a:ahLst/>
            <a:cxnLst/>
            <a:rect l="l" t="t" r="r" b="b"/>
            <a:pathLst>
              <a:path w="128422" h="122936">
                <a:moveTo>
                  <a:pt x="0" y="17678"/>
                </a:moveTo>
                <a:lnTo>
                  <a:pt x="8128" y="5080"/>
                </a:lnTo>
                <a:cubicBezTo>
                  <a:pt x="32512" y="0"/>
                  <a:pt x="73152" y="7112"/>
                  <a:pt x="101600" y="26416"/>
                </a:cubicBezTo>
                <a:cubicBezTo>
                  <a:pt x="116840" y="37186"/>
                  <a:pt x="124968" y="49784"/>
                  <a:pt x="128422" y="62992"/>
                </a:cubicBezTo>
                <a:lnTo>
                  <a:pt x="128422" y="122936"/>
                </a:lnTo>
                <a:lnTo>
                  <a:pt x="0" y="1229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18" name="!!path-9il"/>
          <p:cNvSpPr/>
          <p:nvPr/>
        </p:nvSpPr>
        <p:spPr>
          <a:xfrm>
            <a:off x="419608" y="269342"/>
            <a:ext cx="128422" cy="62992"/>
          </a:xfrm>
          <a:custGeom>
            <a:avLst/>
            <a:gdLst/>
            <a:ahLst/>
            <a:cxnLst/>
            <a:rect l="l" t="t" r="r" b="b"/>
            <a:pathLst>
              <a:path w="128422" h="62992" fill="none">
                <a:moveTo>
                  <a:pt x="128422" y="62992"/>
                </a:moveTo>
                <a:cubicBezTo>
                  <a:pt x="124968" y="49784"/>
                  <a:pt x="116840" y="37186"/>
                  <a:pt x="101600" y="26416"/>
                </a:cubicBezTo>
                <a:cubicBezTo>
                  <a:pt x="73152" y="7112"/>
                  <a:pt x="32512" y="0"/>
                  <a:pt x="8128" y="5080"/>
                </a:cubicBezTo>
                <a:lnTo>
                  <a:pt x="0" y="1767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19" name="!!path-9im"/>
          <p:cNvSpPr/>
          <p:nvPr/>
        </p:nvSpPr>
        <p:spPr>
          <a:xfrm>
            <a:off x="407010" y="281534"/>
            <a:ext cx="141021" cy="110744"/>
          </a:xfrm>
          <a:custGeom>
            <a:avLst/>
            <a:gdLst/>
            <a:ahLst/>
            <a:cxnLst/>
            <a:rect l="l" t="t" r="r" b="b"/>
            <a:pathLst>
              <a:path w="141021" h="110744">
                <a:moveTo>
                  <a:pt x="0" y="22352"/>
                </a:moveTo>
                <a:lnTo>
                  <a:pt x="6502" y="6502"/>
                </a:lnTo>
                <a:cubicBezTo>
                  <a:pt x="36982" y="0"/>
                  <a:pt x="79654" y="7112"/>
                  <a:pt x="110134" y="25400"/>
                </a:cubicBezTo>
                <a:cubicBezTo>
                  <a:pt x="126390" y="35154"/>
                  <a:pt x="136550" y="49784"/>
                  <a:pt x="141021" y="62992"/>
                </a:cubicBezTo>
                <a:lnTo>
                  <a:pt x="141021" y="110744"/>
                </a:lnTo>
                <a:lnTo>
                  <a:pt x="0" y="110744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20" name="!!path-9in"/>
          <p:cNvSpPr/>
          <p:nvPr/>
        </p:nvSpPr>
        <p:spPr>
          <a:xfrm>
            <a:off x="407010" y="281534"/>
            <a:ext cx="141021" cy="62992"/>
          </a:xfrm>
          <a:custGeom>
            <a:avLst/>
            <a:gdLst/>
            <a:ahLst/>
            <a:cxnLst/>
            <a:rect l="l" t="t" r="r" b="b"/>
            <a:pathLst>
              <a:path w="141021" h="62992" fill="none">
                <a:moveTo>
                  <a:pt x="141021" y="62992"/>
                </a:moveTo>
                <a:cubicBezTo>
                  <a:pt x="136550" y="49784"/>
                  <a:pt x="126390" y="35154"/>
                  <a:pt x="110134" y="25400"/>
                </a:cubicBezTo>
                <a:cubicBezTo>
                  <a:pt x="79654" y="7112"/>
                  <a:pt x="36982" y="0"/>
                  <a:pt x="6502" y="6502"/>
                </a:cubicBezTo>
                <a:lnTo>
                  <a:pt x="0" y="22352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21" name="!!path-9io"/>
          <p:cNvSpPr/>
          <p:nvPr/>
        </p:nvSpPr>
        <p:spPr>
          <a:xfrm>
            <a:off x="395834" y="294742"/>
            <a:ext cx="151790" cy="97536"/>
          </a:xfrm>
          <a:custGeom>
            <a:avLst/>
            <a:gdLst/>
            <a:ahLst/>
            <a:cxnLst/>
            <a:rect l="l" t="t" r="r" b="b"/>
            <a:pathLst>
              <a:path w="151790" h="97536">
                <a:moveTo>
                  <a:pt x="0" y="23165"/>
                </a:moveTo>
                <a:lnTo>
                  <a:pt x="3861" y="12598"/>
                </a:lnTo>
                <a:cubicBezTo>
                  <a:pt x="37998" y="0"/>
                  <a:pt x="84734" y="5080"/>
                  <a:pt x="117246" y="21946"/>
                </a:cubicBezTo>
                <a:cubicBezTo>
                  <a:pt x="135534" y="31496"/>
                  <a:pt x="146710" y="43688"/>
                  <a:pt x="151790" y="55270"/>
                </a:cubicBezTo>
                <a:lnTo>
                  <a:pt x="151790" y="97536"/>
                </a:lnTo>
                <a:lnTo>
                  <a:pt x="0" y="975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22" name="!!path-9ip"/>
          <p:cNvSpPr/>
          <p:nvPr/>
        </p:nvSpPr>
        <p:spPr>
          <a:xfrm>
            <a:off x="395834" y="294742"/>
            <a:ext cx="151790" cy="55270"/>
          </a:xfrm>
          <a:custGeom>
            <a:avLst/>
            <a:gdLst/>
            <a:ahLst/>
            <a:cxnLst/>
            <a:rect l="l" t="t" r="r" b="b"/>
            <a:pathLst>
              <a:path w="151790" h="55270" fill="none">
                <a:moveTo>
                  <a:pt x="151790" y="55270"/>
                </a:moveTo>
                <a:cubicBezTo>
                  <a:pt x="146710" y="43688"/>
                  <a:pt x="135534" y="31496"/>
                  <a:pt x="117246" y="21946"/>
                </a:cubicBezTo>
                <a:cubicBezTo>
                  <a:pt x="84734" y="5080"/>
                  <a:pt x="37998" y="0"/>
                  <a:pt x="3861" y="12598"/>
                </a:cubicBezTo>
                <a:lnTo>
                  <a:pt x="0" y="23165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23" name="!!path-9iq"/>
          <p:cNvSpPr/>
          <p:nvPr/>
        </p:nvSpPr>
        <p:spPr>
          <a:xfrm>
            <a:off x="548234" y="264262"/>
            <a:ext cx="120294" cy="128016"/>
          </a:xfrm>
          <a:custGeom>
            <a:avLst/>
            <a:gdLst/>
            <a:ahLst/>
            <a:cxnLst/>
            <a:rect l="l" t="t" r="r" b="b"/>
            <a:pathLst>
              <a:path w="120294" h="128016">
                <a:moveTo>
                  <a:pt x="120294" y="18288"/>
                </a:moveTo>
                <a:lnTo>
                  <a:pt x="113589" y="4470"/>
                </a:lnTo>
                <a:cubicBezTo>
                  <a:pt x="86766" y="0"/>
                  <a:pt x="44094" y="10160"/>
                  <a:pt x="17678" y="30480"/>
                </a:cubicBezTo>
                <a:cubicBezTo>
                  <a:pt x="6502" y="39624"/>
                  <a:pt x="1422" y="52832"/>
                  <a:pt x="0" y="67056"/>
                </a:cubicBezTo>
                <a:lnTo>
                  <a:pt x="0" y="128016"/>
                </a:lnTo>
                <a:lnTo>
                  <a:pt x="120294" y="12801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24" name="!!path-9ir"/>
          <p:cNvSpPr/>
          <p:nvPr/>
        </p:nvSpPr>
        <p:spPr>
          <a:xfrm>
            <a:off x="548234" y="264262"/>
            <a:ext cx="120294" cy="67056"/>
          </a:xfrm>
          <a:custGeom>
            <a:avLst/>
            <a:gdLst/>
            <a:ahLst/>
            <a:cxnLst/>
            <a:rect l="l" t="t" r="r" b="b"/>
            <a:pathLst>
              <a:path w="120294" h="67056" fill="none">
                <a:moveTo>
                  <a:pt x="0" y="67056"/>
                </a:moveTo>
                <a:cubicBezTo>
                  <a:pt x="1422" y="52832"/>
                  <a:pt x="6502" y="39624"/>
                  <a:pt x="17678" y="30480"/>
                </a:cubicBezTo>
                <a:cubicBezTo>
                  <a:pt x="44094" y="10160"/>
                  <a:pt x="86766" y="0"/>
                  <a:pt x="113589" y="4470"/>
                </a:cubicBezTo>
                <a:lnTo>
                  <a:pt x="120294" y="1828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25" name="!!path-9is"/>
          <p:cNvSpPr/>
          <p:nvPr/>
        </p:nvSpPr>
        <p:spPr>
          <a:xfrm>
            <a:off x="548437" y="279502"/>
            <a:ext cx="133299" cy="112776"/>
          </a:xfrm>
          <a:custGeom>
            <a:avLst/>
            <a:gdLst/>
            <a:ahLst/>
            <a:cxnLst/>
            <a:rect l="l" t="t" r="r" b="b"/>
            <a:pathLst>
              <a:path w="133299" h="112776">
                <a:moveTo>
                  <a:pt x="133299" y="19710"/>
                </a:moveTo>
                <a:lnTo>
                  <a:pt x="127203" y="3048"/>
                </a:lnTo>
                <a:cubicBezTo>
                  <a:pt x="94691" y="0"/>
                  <a:pt x="54051" y="11176"/>
                  <a:pt x="27635" y="30683"/>
                </a:cubicBezTo>
                <a:cubicBezTo>
                  <a:pt x="13411" y="41250"/>
                  <a:pt x="4267" y="53848"/>
                  <a:pt x="0" y="65024"/>
                </a:cubicBezTo>
                <a:lnTo>
                  <a:pt x="0" y="112776"/>
                </a:lnTo>
                <a:lnTo>
                  <a:pt x="133299" y="11277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26" name="!!path-9it"/>
          <p:cNvSpPr/>
          <p:nvPr/>
        </p:nvSpPr>
        <p:spPr>
          <a:xfrm>
            <a:off x="548437" y="279502"/>
            <a:ext cx="133299" cy="65024"/>
          </a:xfrm>
          <a:custGeom>
            <a:avLst/>
            <a:gdLst/>
            <a:ahLst/>
            <a:cxnLst/>
            <a:rect l="l" t="t" r="r" b="b"/>
            <a:pathLst>
              <a:path w="133299" h="65024" fill="none">
                <a:moveTo>
                  <a:pt x="0" y="65024"/>
                </a:moveTo>
                <a:cubicBezTo>
                  <a:pt x="4267" y="53848"/>
                  <a:pt x="13411" y="41250"/>
                  <a:pt x="27635" y="30683"/>
                </a:cubicBezTo>
                <a:cubicBezTo>
                  <a:pt x="54051" y="11176"/>
                  <a:pt x="94691" y="0"/>
                  <a:pt x="127203" y="3048"/>
                </a:cubicBezTo>
                <a:lnTo>
                  <a:pt x="133299" y="19710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27" name="!!path-9iu"/>
          <p:cNvSpPr/>
          <p:nvPr/>
        </p:nvSpPr>
        <p:spPr>
          <a:xfrm>
            <a:off x="548843" y="293726"/>
            <a:ext cx="142646" cy="98552"/>
          </a:xfrm>
          <a:custGeom>
            <a:avLst/>
            <a:gdLst/>
            <a:ahLst/>
            <a:cxnLst/>
            <a:rect l="l" t="t" r="r" b="b"/>
            <a:pathLst>
              <a:path w="142646" h="98552">
                <a:moveTo>
                  <a:pt x="142646" y="18898"/>
                </a:moveTo>
                <a:lnTo>
                  <a:pt x="139802" y="8738"/>
                </a:lnTo>
                <a:cubicBezTo>
                  <a:pt x="106477" y="0"/>
                  <a:pt x="63805" y="5080"/>
                  <a:pt x="35357" y="19304"/>
                </a:cubicBezTo>
                <a:cubicBezTo>
                  <a:pt x="17069" y="28448"/>
                  <a:pt x="5893" y="42672"/>
                  <a:pt x="0" y="56286"/>
                </a:cubicBezTo>
                <a:lnTo>
                  <a:pt x="0" y="98552"/>
                </a:lnTo>
                <a:lnTo>
                  <a:pt x="142646" y="98552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28" name="!!path-9iv"/>
          <p:cNvSpPr/>
          <p:nvPr/>
        </p:nvSpPr>
        <p:spPr>
          <a:xfrm>
            <a:off x="548843" y="293726"/>
            <a:ext cx="142646" cy="56286"/>
          </a:xfrm>
          <a:custGeom>
            <a:avLst/>
            <a:gdLst/>
            <a:ahLst/>
            <a:cxnLst/>
            <a:rect l="l" t="t" r="r" b="b"/>
            <a:pathLst>
              <a:path w="142646" h="56286" fill="none">
                <a:moveTo>
                  <a:pt x="0" y="56286"/>
                </a:moveTo>
                <a:cubicBezTo>
                  <a:pt x="5893" y="42672"/>
                  <a:pt x="17069" y="28448"/>
                  <a:pt x="35357" y="19304"/>
                </a:cubicBezTo>
                <a:cubicBezTo>
                  <a:pt x="63805" y="5080"/>
                  <a:pt x="106477" y="0"/>
                  <a:pt x="139802" y="8738"/>
                </a:cubicBezTo>
                <a:lnTo>
                  <a:pt x="142646" y="1889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29" name="!!path-9iw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627D8D"/>
              </a:gs>
              <a:gs pos="21794">
                <a:srgbClr val="627D8D"/>
              </a:gs>
              <a:gs pos="55376">
                <a:srgbClr val="627D8D"/>
              </a:gs>
              <a:gs pos="96421">
                <a:srgbClr val="98ABB7"/>
              </a:gs>
              <a:gs pos="100000">
                <a:srgbClr val="98ABB7"/>
              </a:gs>
            </a:gsLst>
            <a:lin ang="1983350" scaled="0"/>
          </a:gradFill>
          <a:ln>
            <a:noFill/>
          </a:ln>
        </p:spPr>
      </p:sp>
      <p:sp>
        <p:nvSpPr>
          <p:cNvPr id="130" name="!!path-9ix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0000"/>
                </a:srgbClr>
              </a:gs>
              <a:gs pos="4764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83333" t="79291" r="16667" b="20709"/>
            </a:path>
          </a:gradFill>
          <a:ln>
            <a:noFill/>
          </a:ln>
        </p:spPr>
      </p:sp>
      <p:sp>
        <p:nvSpPr>
          <p:cNvPr id="131" name="!!line-9iy"/>
          <p:cNvSpPr/>
          <p:nvPr/>
        </p:nvSpPr>
        <p:spPr>
          <a:xfrm>
            <a:off x="549046" y="363017"/>
            <a:ext cx="1" cy="153619"/>
          </a:xfrm>
          <a:custGeom>
            <a:avLst/>
            <a:gdLst/>
            <a:ahLst/>
            <a:cxnLst/>
            <a:rect l="l" t="t" r="r" b="b"/>
            <a:pathLst>
              <a:path w="1" h="153619">
                <a:moveTo>
                  <a:pt x="0" y="0"/>
                </a:moveTo>
                <a:lnTo>
                  <a:pt x="0" y="153619"/>
                </a:lnTo>
              </a:path>
            </a:pathLst>
          </a:custGeom>
          <a:solidFill>
            <a:srgbClr val="000000"/>
          </a:solidFill>
          <a:ln w="6909" cap="rnd">
            <a:solidFill>
              <a:srgbClr val="C9D3D9"/>
            </a:solidFill>
            <a:prstDash val="solid"/>
            <a:miter lim="800000"/>
          </a:ln>
        </p:spPr>
      </p:sp>
      <p:sp>
        <p:nvSpPr>
          <p:cNvPr id="132" name="!!path-9iz"/>
          <p:cNvSpPr/>
          <p:nvPr/>
        </p:nvSpPr>
        <p:spPr>
          <a:xfrm>
            <a:off x="657962" y="442062"/>
            <a:ext cx="25400" cy="37998"/>
          </a:xfrm>
          <a:custGeom>
            <a:avLst/>
            <a:gdLst/>
            <a:ahLst/>
            <a:cxnLst/>
            <a:rect l="l" t="t" r="r" b="b"/>
            <a:pathLst>
              <a:path w="25400" h="37998">
                <a:moveTo>
                  <a:pt x="0" y="2642"/>
                </a:moveTo>
                <a:lnTo>
                  <a:pt x="15240" y="0"/>
                </a:lnTo>
                <a:lnTo>
                  <a:pt x="25400" y="37186"/>
                </a:lnTo>
                <a:lnTo>
                  <a:pt x="7518" y="37998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 w="1016" cap="flat">
            <a:solidFill>
              <a:srgbClr val="FFFFFF">
                <a:alpha val="55000"/>
              </a:srgbClr>
            </a:solidFill>
            <a:prstDash val="solid"/>
            <a:round/>
          </a:ln>
        </p:spPr>
      </p:sp>
      <p:sp>
        <p:nvSpPr>
          <p:cNvPr id="133" name="!!text-9j0" descr="救「舊」我的書"/>
          <p:cNvSpPr txBox="1"/>
          <p:nvPr/>
        </p:nvSpPr>
        <p:spPr>
          <a:xfrm>
            <a:off x="805879" y="251460"/>
            <a:ext cx="1120140" cy="25745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400" b="1" kern="0" spc="-70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救</a:t>
            </a:r>
            <a:r>
              <a:rPr lang="zh-TW" altLang="en-US" sz="14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「舊</a:t>
            </a:r>
            <a:r>
              <a:rPr lang="zh-TW" altLang="en-US" sz="1400" b="1" kern="0" spc="-70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」</a:t>
            </a:r>
            <a:r>
              <a:rPr lang="zh-TW" altLang="en-US" sz="14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我的書</a:t>
            </a:r>
            <a:endParaRPr lang="zh-TW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fast" p14:dur="1800" advTm="100">
        <p159:morph option="byObject"/>
      </p:transition>
    </mc:Choice>
    <mc:Fallback>
      <p:transition spd="fast" advTm="100">
        <p:fad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137.3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rect-1q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7"/>
          </a:solidFill>
          <a:ln>
            <a:noFill/>
          </a:ln>
        </p:spPr>
      </p:sp>
      <p:sp>
        <p:nvSpPr>
          <p:cNvPr id="3" name="!!ellipse-1q2"/>
          <p:cNvSpPr/>
          <p:nvPr/>
        </p:nvSpPr>
        <p:spPr>
          <a:xfrm>
            <a:off x="-889000" y="-952500"/>
            <a:ext cx="13970000" cy="7874000"/>
          </a:xfrm>
          <a:prstGeom prst="ellipse">
            <a:avLst/>
          </a:prstGeom>
          <a:gradFill rotWithShape="1">
            <a:gsLst>
              <a:gs pos="0">
                <a:srgbClr val="FFFFFF">
                  <a:alpha val="95000"/>
                </a:srgbClr>
              </a:gs>
              <a:gs pos="40865">
                <a:srgbClr val="FFFFFF">
                  <a:alpha val="35000"/>
                </a:srgbClr>
              </a:gs>
              <a:gs pos="68108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!!rect-1q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P1"/>
            <a:srcRect/>
            <a:tile tx="127290" ty="192602" sx="16667" sy="16667" flip="none" algn="tl"/>
          </a:blipFill>
          <a:ln>
            <a:noFill/>
          </a:ln>
        </p:spPr>
      </p:sp>
      <p:sp>
        <p:nvSpPr>
          <p:cNvPr id="5" name="!!circle-1ql"/>
          <p:cNvSpPr/>
          <p:nvPr/>
        </p:nvSpPr>
        <p:spPr>
          <a:xfrm>
            <a:off x="7040340" y="-1865611"/>
            <a:ext cx="1943316" cy="1943316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" name="!!circle-1qu"/>
          <p:cNvSpPr/>
          <p:nvPr/>
        </p:nvSpPr>
        <p:spPr>
          <a:xfrm>
            <a:off x="6238527" y="-135826"/>
            <a:ext cx="2335771" cy="2335771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7" name="!!circle-1qx"/>
          <p:cNvSpPr/>
          <p:nvPr/>
        </p:nvSpPr>
        <p:spPr>
          <a:xfrm>
            <a:off x="683628" y="5914174"/>
            <a:ext cx="1128039" cy="1128039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8" name="!!circle-1r8"/>
          <p:cNvSpPr/>
          <p:nvPr/>
        </p:nvSpPr>
        <p:spPr>
          <a:xfrm>
            <a:off x="1139192" y="5810333"/>
            <a:ext cx="2785275" cy="2785275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9" name="!!circle-1rd"/>
          <p:cNvSpPr/>
          <p:nvPr/>
        </p:nvSpPr>
        <p:spPr>
          <a:xfrm>
            <a:off x="2221814" y="1935181"/>
            <a:ext cx="2084946" cy="2084946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0" name="!!rect-1sh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5F7">
                  <a:alpha val="0"/>
                </a:srgbClr>
              </a:gs>
              <a:gs pos="20428">
                <a:srgbClr val="F3F5F7">
                  <a:alpha val="0"/>
                </a:srgbClr>
              </a:gs>
              <a:gs pos="66730">
                <a:srgbClr val="F3F5F7"/>
              </a:gs>
              <a:gs pos="100000">
                <a:srgbClr val="F3F5F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1" name="!!circle-1sm"/>
          <p:cNvSpPr/>
          <p:nvPr/>
        </p:nvSpPr>
        <p:spPr>
          <a:xfrm>
            <a:off x="5550601" y="1229848"/>
            <a:ext cx="36055" cy="36055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12" name="!!circle-1sp"/>
          <p:cNvSpPr/>
          <p:nvPr/>
        </p:nvSpPr>
        <p:spPr>
          <a:xfrm>
            <a:off x="9315317" y="3121701"/>
            <a:ext cx="24295" cy="24295"/>
          </a:xfrm>
          <a:prstGeom prst="ellipse">
            <a:avLst/>
          </a:prstGeom>
          <a:solidFill>
            <a:srgbClr val="627D8D">
              <a:alpha val="18100"/>
            </a:srgbClr>
          </a:solidFill>
          <a:ln>
            <a:noFill/>
          </a:ln>
        </p:spPr>
      </p:sp>
      <p:sp>
        <p:nvSpPr>
          <p:cNvPr id="13" name="!!circle-1ss"/>
          <p:cNvSpPr/>
          <p:nvPr/>
        </p:nvSpPr>
        <p:spPr>
          <a:xfrm>
            <a:off x="3480061" y="6341319"/>
            <a:ext cx="25959" cy="25959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14" name="!!circle-1sv"/>
          <p:cNvSpPr/>
          <p:nvPr/>
        </p:nvSpPr>
        <p:spPr>
          <a:xfrm>
            <a:off x="2006327" y="1703136"/>
            <a:ext cx="35878" cy="35878"/>
          </a:xfrm>
          <a:prstGeom prst="ellipse">
            <a:avLst/>
          </a:prstGeom>
          <a:solidFill>
            <a:srgbClr val="627D8D">
              <a:alpha val="26800"/>
            </a:srgbClr>
          </a:solidFill>
          <a:ln>
            <a:noFill/>
          </a:ln>
        </p:spPr>
      </p:sp>
      <p:sp>
        <p:nvSpPr>
          <p:cNvPr id="15" name="!!circle-1sy"/>
          <p:cNvSpPr/>
          <p:nvPr/>
        </p:nvSpPr>
        <p:spPr>
          <a:xfrm>
            <a:off x="6872349" y="3598953"/>
            <a:ext cx="40234" cy="40234"/>
          </a:xfrm>
          <a:prstGeom prst="ellipse">
            <a:avLst/>
          </a:prstGeom>
          <a:solidFill>
            <a:srgbClr val="627D8D">
              <a:alpha val="31300"/>
            </a:srgbClr>
          </a:solidFill>
          <a:ln>
            <a:noFill/>
          </a:ln>
        </p:spPr>
      </p:sp>
      <p:sp>
        <p:nvSpPr>
          <p:cNvPr id="16" name="!!circle-1t4"/>
          <p:cNvSpPr/>
          <p:nvPr/>
        </p:nvSpPr>
        <p:spPr>
          <a:xfrm>
            <a:off x="1209245" y="4712752"/>
            <a:ext cx="29959" cy="29959"/>
          </a:xfrm>
          <a:prstGeom prst="ellipse">
            <a:avLst/>
          </a:prstGeom>
          <a:solidFill>
            <a:srgbClr val="627D8D">
              <a:alpha val="19400"/>
            </a:srgbClr>
          </a:solidFill>
          <a:ln>
            <a:noFill/>
          </a:ln>
        </p:spPr>
      </p:sp>
      <p:sp>
        <p:nvSpPr>
          <p:cNvPr id="17" name="!!circle-1t7"/>
          <p:cNvSpPr/>
          <p:nvPr/>
        </p:nvSpPr>
        <p:spPr>
          <a:xfrm>
            <a:off x="8436757" y="4388502"/>
            <a:ext cx="28702" cy="28702"/>
          </a:xfrm>
          <a:prstGeom prst="ellipse">
            <a:avLst/>
          </a:prstGeom>
          <a:solidFill>
            <a:srgbClr val="627D8D">
              <a:alpha val="17800"/>
            </a:srgbClr>
          </a:solidFill>
          <a:ln>
            <a:noFill/>
          </a:ln>
        </p:spPr>
      </p:sp>
      <p:sp>
        <p:nvSpPr>
          <p:cNvPr id="18" name="!!circle-1ta"/>
          <p:cNvSpPr/>
          <p:nvPr/>
        </p:nvSpPr>
        <p:spPr>
          <a:xfrm>
            <a:off x="10966242" y="1748543"/>
            <a:ext cx="24066" cy="24066"/>
          </a:xfrm>
          <a:prstGeom prst="ellipse">
            <a:avLst/>
          </a:prstGeom>
          <a:solidFill>
            <a:srgbClr val="627D8D">
              <a:alpha val="23900"/>
            </a:srgbClr>
          </a:solidFill>
          <a:ln>
            <a:noFill/>
          </a:ln>
        </p:spPr>
      </p:sp>
      <p:sp>
        <p:nvSpPr>
          <p:cNvPr id="19" name="!!circle-1td"/>
          <p:cNvSpPr/>
          <p:nvPr/>
        </p:nvSpPr>
        <p:spPr>
          <a:xfrm>
            <a:off x="8465667" y="5636052"/>
            <a:ext cx="35865" cy="35865"/>
          </a:xfrm>
          <a:prstGeom prst="ellipse">
            <a:avLst/>
          </a:prstGeom>
          <a:solidFill>
            <a:srgbClr val="627D8D">
              <a:alpha val="28200"/>
            </a:srgbClr>
          </a:solidFill>
          <a:ln>
            <a:noFill/>
          </a:ln>
        </p:spPr>
      </p:sp>
      <p:sp>
        <p:nvSpPr>
          <p:cNvPr id="20" name="!!circle-1tg"/>
          <p:cNvSpPr/>
          <p:nvPr/>
        </p:nvSpPr>
        <p:spPr>
          <a:xfrm>
            <a:off x="1520987" y="2744580"/>
            <a:ext cx="39218" cy="39218"/>
          </a:xfrm>
          <a:prstGeom prst="ellipse">
            <a:avLst/>
          </a:prstGeom>
          <a:solidFill>
            <a:srgbClr val="627D8D">
              <a:alpha val="29600"/>
            </a:srgbClr>
          </a:solidFill>
          <a:ln>
            <a:noFill/>
          </a:ln>
        </p:spPr>
      </p:sp>
      <p:sp>
        <p:nvSpPr>
          <p:cNvPr id="21" name="!!circle-1tj"/>
          <p:cNvSpPr/>
          <p:nvPr/>
        </p:nvSpPr>
        <p:spPr>
          <a:xfrm>
            <a:off x="7053839" y="5810773"/>
            <a:ext cx="49733" cy="49733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2" name="!!circle-1tm"/>
          <p:cNvSpPr/>
          <p:nvPr/>
        </p:nvSpPr>
        <p:spPr>
          <a:xfrm>
            <a:off x="6431482" y="1496814"/>
            <a:ext cx="41694" cy="41694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3" name="!!circle-1tp"/>
          <p:cNvSpPr/>
          <p:nvPr/>
        </p:nvSpPr>
        <p:spPr>
          <a:xfrm>
            <a:off x="6799081" y="4908429"/>
            <a:ext cx="31979" cy="31979"/>
          </a:xfrm>
          <a:prstGeom prst="ellipse">
            <a:avLst/>
          </a:prstGeom>
          <a:solidFill>
            <a:srgbClr val="627D8D">
              <a:alpha val="24100"/>
            </a:srgbClr>
          </a:solidFill>
          <a:ln>
            <a:noFill/>
          </a:ln>
        </p:spPr>
      </p:sp>
      <p:sp>
        <p:nvSpPr>
          <p:cNvPr id="24" name="!!circle-1ts"/>
          <p:cNvSpPr/>
          <p:nvPr/>
        </p:nvSpPr>
        <p:spPr>
          <a:xfrm>
            <a:off x="3911631" y="756610"/>
            <a:ext cx="18085" cy="18085"/>
          </a:xfrm>
          <a:prstGeom prst="ellipse">
            <a:avLst/>
          </a:prstGeom>
          <a:solidFill>
            <a:srgbClr val="627D8D">
              <a:alpha val="10500"/>
            </a:srgbClr>
          </a:solidFill>
          <a:ln>
            <a:noFill/>
          </a:ln>
        </p:spPr>
      </p:sp>
      <p:sp>
        <p:nvSpPr>
          <p:cNvPr id="25" name="!!circle-1ty"/>
          <p:cNvSpPr/>
          <p:nvPr/>
        </p:nvSpPr>
        <p:spPr>
          <a:xfrm>
            <a:off x="3480725" y="6100207"/>
            <a:ext cx="39243" cy="39243"/>
          </a:xfrm>
          <a:prstGeom prst="ellipse">
            <a:avLst/>
          </a:prstGeom>
          <a:solidFill>
            <a:srgbClr val="627D8D">
              <a:alpha val="27700"/>
            </a:srgbClr>
          </a:solidFill>
          <a:ln>
            <a:noFill/>
          </a:ln>
        </p:spPr>
      </p:sp>
      <p:sp>
        <p:nvSpPr>
          <p:cNvPr id="26" name="!!circle-1u1"/>
          <p:cNvSpPr/>
          <p:nvPr/>
        </p:nvSpPr>
        <p:spPr>
          <a:xfrm>
            <a:off x="1643297" y="6468613"/>
            <a:ext cx="34519" cy="34519"/>
          </a:xfrm>
          <a:prstGeom prst="ellipse">
            <a:avLst/>
          </a:prstGeom>
          <a:solidFill>
            <a:srgbClr val="627D8D">
              <a:alpha val="22500"/>
            </a:srgbClr>
          </a:solidFill>
          <a:ln>
            <a:noFill/>
          </a:ln>
        </p:spPr>
      </p:sp>
      <p:sp>
        <p:nvSpPr>
          <p:cNvPr id="27" name="!!circle-1u4"/>
          <p:cNvSpPr/>
          <p:nvPr/>
        </p:nvSpPr>
        <p:spPr>
          <a:xfrm>
            <a:off x="2710205" y="4889212"/>
            <a:ext cx="46228" cy="46228"/>
          </a:xfrm>
          <a:prstGeom prst="ellipse">
            <a:avLst/>
          </a:prstGeom>
          <a:solidFill>
            <a:srgbClr val="627D8D">
              <a:alpha val="26200"/>
            </a:srgbClr>
          </a:solidFill>
          <a:ln>
            <a:noFill/>
          </a:ln>
        </p:spPr>
      </p:sp>
      <p:sp>
        <p:nvSpPr>
          <p:cNvPr id="28" name="!!circle-1u7"/>
          <p:cNvSpPr/>
          <p:nvPr/>
        </p:nvSpPr>
        <p:spPr>
          <a:xfrm>
            <a:off x="7432287" y="4647276"/>
            <a:ext cx="49327" cy="49327"/>
          </a:xfrm>
          <a:prstGeom prst="ellipse">
            <a:avLst/>
          </a:prstGeom>
          <a:solidFill>
            <a:srgbClr val="627D8D">
              <a:alpha val="20800"/>
            </a:srgbClr>
          </a:solidFill>
          <a:ln>
            <a:noFill/>
          </a:ln>
        </p:spPr>
      </p:sp>
      <p:sp>
        <p:nvSpPr>
          <p:cNvPr id="29" name="!!circle-1ua"/>
          <p:cNvSpPr/>
          <p:nvPr/>
        </p:nvSpPr>
        <p:spPr>
          <a:xfrm>
            <a:off x="9697550" y="5298752"/>
            <a:ext cx="24054" cy="24054"/>
          </a:xfrm>
          <a:prstGeom prst="ellipse">
            <a:avLst/>
          </a:prstGeom>
          <a:solidFill>
            <a:srgbClr val="627D8D">
              <a:alpha val="22200"/>
            </a:srgbClr>
          </a:solidFill>
          <a:ln>
            <a:noFill/>
          </a:ln>
        </p:spPr>
      </p:sp>
      <p:sp>
        <p:nvSpPr>
          <p:cNvPr id="30" name="!!circle-1ud"/>
          <p:cNvSpPr/>
          <p:nvPr/>
        </p:nvSpPr>
        <p:spPr>
          <a:xfrm>
            <a:off x="2013897" y="1363660"/>
            <a:ext cx="32271" cy="32271"/>
          </a:xfrm>
          <a:prstGeom prst="ellipse">
            <a:avLst/>
          </a:prstGeom>
          <a:solidFill>
            <a:srgbClr val="627D8D">
              <a:alpha val="20500"/>
            </a:srgbClr>
          </a:solidFill>
          <a:ln>
            <a:noFill/>
          </a:ln>
        </p:spPr>
      </p:sp>
      <p:sp>
        <p:nvSpPr>
          <p:cNvPr id="31" name="!!circle-1uj"/>
          <p:cNvSpPr/>
          <p:nvPr/>
        </p:nvSpPr>
        <p:spPr>
          <a:xfrm>
            <a:off x="2062758" y="2288825"/>
            <a:ext cx="34252" cy="34252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32" name="!!circle-1um"/>
          <p:cNvSpPr/>
          <p:nvPr/>
        </p:nvSpPr>
        <p:spPr>
          <a:xfrm>
            <a:off x="9598655" y="4091113"/>
            <a:ext cx="44196" cy="44196"/>
          </a:xfrm>
          <a:prstGeom prst="ellipse">
            <a:avLst/>
          </a:prstGeom>
          <a:solidFill>
            <a:srgbClr val="627D8D">
              <a:alpha val="21700"/>
            </a:srgbClr>
          </a:solidFill>
          <a:ln>
            <a:noFill/>
          </a:ln>
        </p:spPr>
      </p:sp>
      <p:sp>
        <p:nvSpPr>
          <p:cNvPr id="33" name="!!circle-1up"/>
          <p:cNvSpPr/>
          <p:nvPr/>
        </p:nvSpPr>
        <p:spPr>
          <a:xfrm>
            <a:off x="6758749" y="1711408"/>
            <a:ext cx="35192" cy="35192"/>
          </a:xfrm>
          <a:prstGeom prst="ellipse">
            <a:avLst/>
          </a:prstGeom>
          <a:solidFill>
            <a:srgbClr val="627D8D">
              <a:alpha val="27100"/>
            </a:srgbClr>
          </a:solidFill>
          <a:ln>
            <a:noFill/>
          </a:ln>
        </p:spPr>
      </p:sp>
      <p:sp>
        <p:nvSpPr>
          <p:cNvPr id="34" name="!!circle-1us"/>
          <p:cNvSpPr/>
          <p:nvPr/>
        </p:nvSpPr>
        <p:spPr>
          <a:xfrm>
            <a:off x="10200518" y="5188287"/>
            <a:ext cx="43358" cy="43358"/>
          </a:xfrm>
          <a:prstGeom prst="ellipse">
            <a:avLst/>
          </a:prstGeom>
          <a:solidFill>
            <a:srgbClr val="627D8D">
              <a:alpha val="19500"/>
            </a:srgbClr>
          </a:solidFill>
          <a:ln>
            <a:noFill/>
          </a:ln>
        </p:spPr>
      </p:sp>
      <p:sp>
        <p:nvSpPr>
          <p:cNvPr id="35" name="!!circle-1uv"/>
          <p:cNvSpPr/>
          <p:nvPr/>
        </p:nvSpPr>
        <p:spPr>
          <a:xfrm>
            <a:off x="3207045" y="1965925"/>
            <a:ext cx="33528" cy="33528"/>
          </a:xfrm>
          <a:prstGeom prst="ellipse">
            <a:avLst/>
          </a:prstGeom>
          <a:solidFill>
            <a:srgbClr val="627D8D">
              <a:alpha val="28300"/>
            </a:srgbClr>
          </a:solidFill>
          <a:ln>
            <a:noFill/>
          </a:ln>
        </p:spPr>
      </p:sp>
      <p:sp>
        <p:nvSpPr>
          <p:cNvPr id="36" name="!!circle-1uy"/>
          <p:cNvSpPr/>
          <p:nvPr/>
        </p:nvSpPr>
        <p:spPr>
          <a:xfrm>
            <a:off x="6835918" y="2556406"/>
            <a:ext cx="28956" cy="28956"/>
          </a:xfrm>
          <a:prstGeom prst="ellipse">
            <a:avLst/>
          </a:prstGeom>
          <a:solidFill>
            <a:srgbClr val="627D8D">
              <a:alpha val="21800"/>
            </a:srgbClr>
          </a:solidFill>
          <a:ln>
            <a:noFill/>
          </a:ln>
        </p:spPr>
      </p:sp>
      <p:sp>
        <p:nvSpPr>
          <p:cNvPr id="37" name="!!circle-1v1"/>
          <p:cNvSpPr/>
          <p:nvPr/>
        </p:nvSpPr>
        <p:spPr>
          <a:xfrm>
            <a:off x="7020665" y="6221587"/>
            <a:ext cx="45555" cy="45555"/>
          </a:xfrm>
          <a:prstGeom prst="ellipse">
            <a:avLst/>
          </a:prstGeom>
          <a:solidFill>
            <a:srgbClr val="627D8D">
              <a:alpha val="20900"/>
            </a:srgbClr>
          </a:solidFill>
          <a:ln>
            <a:noFill/>
          </a:ln>
        </p:spPr>
      </p:sp>
      <p:sp>
        <p:nvSpPr>
          <p:cNvPr id="38" name="!!circle-1v4"/>
          <p:cNvSpPr/>
          <p:nvPr/>
        </p:nvSpPr>
        <p:spPr>
          <a:xfrm>
            <a:off x="11295093" y="3066268"/>
            <a:ext cx="39484" cy="39484"/>
          </a:xfrm>
          <a:prstGeom prst="ellipse">
            <a:avLst/>
          </a:prstGeom>
          <a:solidFill>
            <a:srgbClr val="627D8D">
              <a:alpha val="13600"/>
            </a:srgbClr>
          </a:solidFill>
          <a:ln>
            <a:noFill/>
          </a:ln>
        </p:spPr>
      </p:sp>
      <p:sp>
        <p:nvSpPr>
          <p:cNvPr id="39" name="!!circle-1v7"/>
          <p:cNvSpPr/>
          <p:nvPr/>
        </p:nvSpPr>
        <p:spPr>
          <a:xfrm>
            <a:off x="7480075" y="5570386"/>
            <a:ext cx="30455" cy="30455"/>
          </a:xfrm>
          <a:prstGeom prst="ellipse">
            <a:avLst/>
          </a:prstGeom>
          <a:solidFill>
            <a:srgbClr val="627D8D">
              <a:alpha val="16500"/>
            </a:srgbClr>
          </a:solidFill>
          <a:ln>
            <a:noFill/>
          </a:ln>
        </p:spPr>
      </p:sp>
      <p:sp>
        <p:nvSpPr>
          <p:cNvPr id="40" name="!!circle-1va"/>
          <p:cNvSpPr/>
          <p:nvPr/>
        </p:nvSpPr>
        <p:spPr>
          <a:xfrm>
            <a:off x="8986067" y="6331815"/>
            <a:ext cx="28257" cy="28257"/>
          </a:xfrm>
          <a:prstGeom prst="ellipse">
            <a:avLst/>
          </a:prstGeom>
          <a:solidFill>
            <a:srgbClr val="627D8D">
              <a:alpha val="15700"/>
            </a:srgbClr>
          </a:solidFill>
          <a:ln>
            <a:noFill/>
          </a:ln>
        </p:spPr>
      </p:sp>
      <p:sp>
        <p:nvSpPr>
          <p:cNvPr id="41" name="!!circle-1vd"/>
          <p:cNvSpPr/>
          <p:nvPr/>
        </p:nvSpPr>
        <p:spPr>
          <a:xfrm>
            <a:off x="11430457" y="4978904"/>
            <a:ext cx="45149" cy="45149"/>
          </a:xfrm>
          <a:prstGeom prst="ellipse">
            <a:avLst/>
          </a:prstGeom>
          <a:solidFill>
            <a:srgbClr val="627D8D">
              <a:alpha val="31200"/>
            </a:srgbClr>
          </a:solidFill>
          <a:ln>
            <a:noFill/>
          </a:ln>
        </p:spPr>
      </p:sp>
      <p:sp>
        <p:nvSpPr>
          <p:cNvPr id="42" name="!!circle-1vg"/>
          <p:cNvSpPr/>
          <p:nvPr/>
        </p:nvSpPr>
        <p:spPr>
          <a:xfrm>
            <a:off x="3471620" y="2941915"/>
            <a:ext cx="30696" cy="30696"/>
          </a:xfrm>
          <a:prstGeom prst="ellipse">
            <a:avLst/>
          </a:prstGeom>
          <a:solidFill>
            <a:srgbClr val="627D8D">
              <a:alpha val="25700"/>
            </a:srgbClr>
          </a:solidFill>
          <a:ln>
            <a:noFill/>
          </a:ln>
        </p:spPr>
      </p:sp>
      <p:sp>
        <p:nvSpPr>
          <p:cNvPr id="43" name="!!circle-1vj"/>
          <p:cNvSpPr/>
          <p:nvPr/>
        </p:nvSpPr>
        <p:spPr>
          <a:xfrm>
            <a:off x="8821037" y="3459961"/>
            <a:ext cx="37401" cy="37401"/>
          </a:xfrm>
          <a:prstGeom prst="ellipse">
            <a:avLst/>
          </a:prstGeom>
          <a:solidFill>
            <a:srgbClr val="627D8D">
              <a:alpha val="16000"/>
            </a:srgbClr>
          </a:solidFill>
          <a:ln>
            <a:noFill/>
          </a:ln>
        </p:spPr>
      </p:sp>
      <p:sp>
        <p:nvSpPr>
          <p:cNvPr id="44" name="!!circle-1vm"/>
          <p:cNvSpPr/>
          <p:nvPr/>
        </p:nvSpPr>
        <p:spPr>
          <a:xfrm>
            <a:off x="1818630" y="4343735"/>
            <a:ext cx="33096" cy="33096"/>
          </a:xfrm>
          <a:prstGeom prst="ellipse">
            <a:avLst/>
          </a:prstGeom>
          <a:solidFill>
            <a:srgbClr val="627D8D">
              <a:alpha val="22300"/>
            </a:srgbClr>
          </a:solidFill>
          <a:ln>
            <a:noFill/>
          </a:ln>
        </p:spPr>
      </p:sp>
      <p:sp>
        <p:nvSpPr>
          <p:cNvPr id="45" name="!!circle-1vp"/>
          <p:cNvSpPr/>
          <p:nvPr/>
        </p:nvSpPr>
        <p:spPr>
          <a:xfrm>
            <a:off x="11572748" y="464287"/>
            <a:ext cx="21145" cy="21145"/>
          </a:xfrm>
          <a:prstGeom prst="ellipse">
            <a:avLst/>
          </a:prstGeom>
          <a:solidFill>
            <a:srgbClr val="627D8D">
              <a:alpha val="16300"/>
            </a:srgbClr>
          </a:solidFill>
          <a:ln>
            <a:noFill/>
          </a:ln>
        </p:spPr>
      </p:sp>
      <p:sp>
        <p:nvSpPr>
          <p:cNvPr id="46" name="!!circle-1vs"/>
          <p:cNvSpPr/>
          <p:nvPr/>
        </p:nvSpPr>
        <p:spPr>
          <a:xfrm>
            <a:off x="11075464" y="5449886"/>
            <a:ext cx="35281" cy="35281"/>
          </a:xfrm>
          <a:prstGeom prst="ellipse">
            <a:avLst/>
          </a:prstGeom>
          <a:solidFill>
            <a:srgbClr val="627D8D">
              <a:alpha val="30000"/>
            </a:srgbClr>
          </a:solidFill>
          <a:ln>
            <a:noFill/>
          </a:ln>
        </p:spPr>
      </p:sp>
      <p:sp>
        <p:nvSpPr>
          <p:cNvPr id="47" name="!!text-5e3" descr="交易安全"/>
          <p:cNvSpPr txBox="1"/>
          <p:nvPr/>
        </p:nvSpPr>
        <p:spPr>
          <a:xfrm>
            <a:off x="680060" y="608592"/>
            <a:ext cx="715866" cy="22244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10" b="1" kern="0" spc="145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交易安</a:t>
            </a:r>
            <a:r>
              <a:rPr lang="zh-TW" altLang="en-US" sz="121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全</a:t>
            </a:r>
            <a:endParaRPr lang="zh-TW" sz="1210"/>
          </a:p>
        </p:txBody>
      </p:sp>
      <p:sp>
        <p:nvSpPr>
          <p:cNvPr id="48" name="!!text-5ed" descr="可疑訊息，即時提醒"/>
          <p:cNvSpPr txBox="1"/>
          <p:nvPr/>
        </p:nvSpPr>
        <p:spPr>
          <a:xfrm>
            <a:off x="680060" y="879474"/>
            <a:ext cx="4064764" cy="6673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3629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可疑訊</a:t>
            </a:r>
            <a:r>
              <a:rPr lang="zh-TW" altLang="en-US" sz="3629" kern="0" spc="-1089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息</a:t>
            </a:r>
            <a:r>
              <a:rPr lang="zh-TW" altLang="en-US" sz="3629" kern="0" spc="-653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，</a:t>
            </a:r>
            <a:r>
              <a:rPr lang="zh-TW" altLang="en-US" sz="3629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即時提醒</a:t>
            </a:r>
            <a:endParaRPr lang="zh-TW" sz="3629"/>
          </a:p>
        </p:txBody>
      </p:sp>
      <p:sp>
        <p:nvSpPr>
          <p:cNvPr id="49" name="!!text-5er" descr="偵測站外聯絡、私下付款與常見詐騙話術，提醒雙方留在平台交易。"/>
          <p:cNvSpPr txBox="1"/>
          <p:nvPr/>
        </p:nvSpPr>
        <p:spPr>
          <a:xfrm>
            <a:off x="680060" y="1600972"/>
            <a:ext cx="5818328" cy="27805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512" kern="0" dirty="0">
                <a:solidFill>
                  <a:srgbClr val="3F4A54"/>
                </a:solidFill>
                <a:latin typeface="Noto Sans TC Medium"/>
                <a:ea typeface="Noto Sans TC Medium"/>
                <a:cs typeface="Noto Sans TC Medium"/>
              </a:rPr>
              <a:t>偵測站外聯絡、私下付款與常見詐騙話術，提醒雙方留在平台交易。</a:t>
            </a:r>
            <a:endParaRPr lang="zh-TW" sz="1512"/>
          </a:p>
        </p:txBody>
      </p:sp>
      <p:sp>
        <p:nvSpPr>
          <p:cNvPr id="50" name="!!rect-5ft"/>
          <p:cNvSpPr/>
          <p:nvPr/>
        </p:nvSpPr>
        <p:spPr>
          <a:xfrm>
            <a:off x="1371346" y="2194966"/>
            <a:ext cx="4224528" cy="1907438"/>
          </a:xfrm>
          <a:prstGeom prst="roundRect">
            <a:avLst>
              <a:gd name="adj" fmla="val 9023"/>
            </a:avLst>
          </a:prstGeom>
          <a:solidFill>
            <a:srgbClr val="0B1A26">
              <a:alpha val="12000"/>
            </a:srgbClr>
          </a:solidFill>
          <a:ln>
            <a:noFill/>
          </a:ln>
          <a:effectLst>
            <a:softEdge rad="225308"/>
          </a:effectLst>
        </p:spPr>
      </p:sp>
      <p:sp>
        <p:nvSpPr>
          <p:cNvPr id="51" name="!!rect-5fu"/>
          <p:cNvSpPr/>
          <p:nvPr/>
        </p:nvSpPr>
        <p:spPr>
          <a:xfrm>
            <a:off x="1435354" y="2207768"/>
            <a:ext cx="4096512" cy="1728216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6401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52" name="!!circle-5fv"/>
          <p:cNvSpPr/>
          <p:nvPr/>
        </p:nvSpPr>
        <p:spPr>
          <a:xfrm>
            <a:off x="1614576" y="2374189"/>
            <a:ext cx="307238" cy="307238"/>
          </a:xfrm>
          <a:prstGeom prst="ellipse">
            <a:avLst/>
          </a:prstGeom>
          <a:solidFill>
            <a:srgbClr val="627D8D">
              <a:alpha val="12000"/>
            </a:srgbClr>
          </a:solidFill>
          <a:ln>
            <a:noFill/>
          </a:ln>
        </p:spPr>
      </p:sp>
      <p:sp>
        <p:nvSpPr>
          <p:cNvPr id="53" name="!!path-5fw"/>
          <p:cNvSpPr/>
          <p:nvPr/>
        </p:nvSpPr>
        <p:spPr>
          <a:xfrm>
            <a:off x="1704828" y="2464440"/>
            <a:ext cx="123145" cy="123145"/>
          </a:xfrm>
          <a:custGeom>
            <a:avLst/>
            <a:gdLst/>
            <a:ahLst/>
            <a:cxnLst/>
            <a:rect l="l" t="t" r="r" b="b"/>
            <a:pathLst>
              <a:path w="123145" h="123145">
                <a:moveTo>
                  <a:pt x="88011" y="77450"/>
                </a:moveTo>
                <a:lnTo>
                  <a:pt x="82449" y="77450"/>
                </a:lnTo>
                <a:lnTo>
                  <a:pt x="80477" y="75549"/>
                </a:lnTo>
                <a:cubicBezTo>
                  <a:pt x="87377" y="67522"/>
                  <a:pt x="91531" y="57102"/>
                  <a:pt x="91531" y="45766"/>
                </a:cubicBezTo>
                <a:cubicBezTo>
                  <a:pt x="91531" y="20489"/>
                  <a:pt x="71042" y="0"/>
                  <a:pt x="45766" y="0"/>
                </a:cubicBezTo>
                <a:cubicBezTo>
                  <a:pt x="20489" y="0"/>
                  <a:pt x="0" y="20489"/>
                  <a:pt x="0" y="45766"/>
                </a:cubicBezTo>
                <a:cubicBezTo>
                  <a:pt x="0" y="71042"/>
                  <a:pt x="20489" y="91531"/>
                  <a:pt x="45766" y="91531"/>
                </a:cubicBezTo>
                <a:cubicBezTo>
                  <a:pt x="57102" y="91531"/>
                  <a:pt x="67522" y="87377"/>
                  <a:pt x="75549" y="80477"/>
                </a:cubicBezTo>
                <a:lnTo>
                  <a:pt x="77450" y="82449"/>
                </a:lnTo>
                <a:lnTo>
                  <a:pt x="77450" y="88011"/>
                </a:lnTo>
                <a:lnTo>
                  <a:pt x="112654" y="123145"/>
                </a:lnTo>
                <a:lnTo>
                  <a:pt x="123145" y="112654"/>
                </a:lnTo>
                <a:lnTo>
                  <a:pt x="88011" y="77450"/>
                </a:lnTo>
                <a:close/>
                <a:moveTo>
                  <a:pt x="45766" y="77450"/>
                </a:moveTo>
                <a:cubicBezTo>
                  <a:pt x="28234" y="77450"/>
                  <a:pt x="14082" y="63298"/>
                  <a:pt x="14082" y="45766"/>
                </a:cubicBezTo>
                <a:cubicBezTo>
                  <a:pt x="14082" y="28234"/>
                  <a:pt x="28234" y="14082"/>
                  <a:pt x="45766" y="14082"/>
                </a:cubicBezTo>
                <a:cubicBezTo>
                  <a:pt x="63298" y="14082"/>
                  <a:pt x="77450" y="28234"/>
                  <a:pt x="77450" y="45766"/>
                </a:cubicBezTo>
                <a:cubicBezTo>
                  <a:pt x="77450" y="63298"/>
                  <a:pt x="63298" y="77450"/>
                  <a:pt x="45766" y="77450"/>
                </a:cubicBez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54" name="!!text-5fx" descr="規則式比對"/>
          <p:cNvSpPr txBox="1"/>
          <p:nvPr/>
        </p:nvSpPr>
        <p:spPr>
          <a:xfrm>
            <a:off x="2024228" y="2392367"/>
            <a:ext cx="882030" cy="24097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1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規則式比對</a:t>
            </a:r>
            <a:endParaRPr lang="zh-TW" sz="1310"/>
          </a:p>
        </p:txBody>
      </p:sp>
      <p:sp>
        <p:nvSpPr>
          <p:cNvPr id="55" name="!!rect-5g3"/>
          <p:cNvSpPr/>
          <p:nvPr/>
        </p:nvSpPr>
        <p:spPr>
          <a:xfrm>
            <a:off x="1640180" y="2822245"/>
            <a:ext cx="1190549" cy="28163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601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56" name="!!rect-5gd"/>
          <p:cNvSpPr/>
          <p:nvPr/>
        </p:nvSpPr>
        <p:spPr>
          <a:xfrm>
            <a:off x="1640180" y="2822245"/>
            <a:ext cx="1190549" cy="281635"/>
          </a:xfrm>
          <a:prstGeom prst="roundRect">
            <a:avLst>
              <a:gd name="adj" fmla="val 50000"/>
            </a:avLst>
          </a:prstGeom>
          <a:solidFill>
            <a:srgbClr val="D64545">
              <a:alpha val="10000"/>
            </a:srgbClr>
          </a:solidFill>
          <a:ln w="12802" cap="flat">
            <a:solidFill>
              <a:srgbClr val="D64545"/>
            </a:solidFill>
            <a:prstDash val="solid"/>
            <a:miter lim="800000"/>
          </a:ln>
        </p:spPr>
      </p:sp>
      <p:sp>
        <p:nvSpPr>
          <p:cNvPr id="57" name="!!text-5ge" descr="聯絡方式"/>
          <p:cNvSpPr txBox="1"/>
          <p:nvPr/>
        </p:nvSpPr>
        <p:spPr>
          <a:xfrm>
            <a:off x="1953819" y="2850920"/>
            <a:ext cx="605516" cy="20390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09" b="1" kern="0" dirty="0">
                <a:solidFill>
                  <a:srgbClr val="D64545"/>
                </a:solidFill>
                <a:latin typeface="Noto Sans TC"/>
                <a:ea typeface="Noto Sans TC"/>
                <a:cs typeface="Noto Sans TC"/>
              </a:rPr>
              <a:t>聯絡方式</a:t>
            </a:r>
            <a:endParaRPr lang="zh-TW" sz="1109"/>
          </a:p>
        </p:txBody>
      </p:sp>
      <p:sp>
        <p:nvSpPr>
          <p:cNvPr id="58" name="!!rect-5gj"/>
          <p:cNvSpPr/>
          <p:nvPr/>
        </p:nvSpPr>
        <p:spPr>
          <a:xfrm>
            <a:off x="2907538" y="2822245"/>
            <a:ext cx="1190549" cy="28163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601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59" name="!!rect-5gt"/>
          <p:cNvSpPr/>
          <p:nvPr/>
        </p:nvSpPr>
        <p:spPr>
          <a:xfrm>
            <a:off x="2907538" y="2822245"/>
            <a:ext cx="1190549" cy="281635"/>
          </a:xfrm>
          <a:prstGeom prst="roundRect">
            <a:avLst>
              <a:gd name="adj" fmla="val 50000"/>
            </a:avLst>
          </a:prstGeom>
          <a:solidFill>
            <a:srgbClr val="D64545">
              <a:alpha val="10000"/>
            </a:srgbClr>
          </a:solidFill>
          <a:ln w="12802" cap="flat">
            <a:solidFill>
              <a:srgbClr val="D64545"/>
            </a:solidFill>
            <a:prstDash val="solid"/>
            <a:miter lim="800000"/>
          </a:ln>
        </p:spPr>
      </p:sp>
      <p:sp>
        <p:nvSpPr>
          <p:cNvPr id="60" name="!!text-5gu" descr="付款資訊"/>
          <p:cNvSpPr txBox="1"/>
          <p:nvPr/>
        </p:nvSpPr>
        <p:spPr>
          <a:xfrm>
            <a:off x="3221177" y="2850920"/>
            <a:ext cx="605516" cy="20390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09" b="1" kern="0" dirty="0">
                <a:solidFill>
                  <a:srgbClr val="D64545"/>
                </a:solidFill>
                <a:latin typeface="Noto Sans TC"/>
                <a:ea typeface="Noto Sans TC"/>
                <a:cs typeface="Noto Sans TC"/>
              </a:rPr>
              <a:t>付款資訊</a:t>
            </a:r>
            <a:endParaRPr lang="zh-TW" sz="1109"/>
          </a:p>
        </p:txBody>
      </p:sp>
      <p:sp>
        <p:nvSpPr>
          <p:cNvPr id="61" name="!!rect-5gz"/>
          <p:cNvSpPr/>
          <p:nvPr/>
        </p:nvSpPr>
        <p:spPr>
          <a:xfrm>
            <a:off x="4174896" y="2822245"/>
            <a:ext cx="1190549" cy="28163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601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62" name="!!rect-5ha"/>
          <p:cNvSpPr/>
          <p:nvPr/>
        </p:nvSpPr>
        <p:spPr>
          <a:xfrm>
            <a:off x="4174896" y="2822245"/>
            <a:ext cx="1190549" cy="281635"/>
          </a:xfrm>
          <a:prstGeom prst="roundRect">
            <a:avLst>
              <a:gd name="adj" fmla="val 50000"/>
            </a:avLst>
          </a:prstGeom>
          <a:solidFill>
            <a:srgbClr val="D64545">
              <a:alpha val="10000"/>
            </a:srgbClr>
          </a:solidFill>
          <a:ln w="12802" cap="flat">
            <a:solidFill>
              <a:srgbClr val="D64545"/>
            </a:solidFill>
            <a:prstDash val="solid"/>
            <a:miter lim="800000"/>
          </a:ln>
        </p:spPr>
      </p:sp>
      <p:sp>
        <p:nvSpPr>
          <p:cNvPr id="63" name="!!text-5hb" descr="平台外交易"/>
          <p:cNvSpPr txBox="1"/>
          <p:nvPr/>
        </p:nvSpPr>
        <p:spPr>
          <a:xfrm>
            <a:off x="4418127" y="2850920"/>
            <a:ext cx="746333" cy="20390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09" b="1" kern="0" dirty="0">
                <a:solidFill>
                  <a:srgbClr val="D64545"/>
                </a:solidFill>
                <a:latin typeface="Noto Sans TC"/>
                <a:ea typeface="Noto Sans TC"/>
                <a:cs typeface="Noto Sans TC"/>
              </a:rPr>
              <a:t>平台外交易</a:t>
            </a:r>
            <a:endParaRPr lang="zh-TW" sz="1109"/>
          </a:p>
        </p:txBody>
      </p:sp>
      <p:sp>
        <p:nvSpPr>
          <p:cNvPr id="64" name="!!rect-5hh"/>
          <p:cNvSpPr/>
          <p:nvPr/>
        </p:nvSpPr>
        <p:spPr>
          <a:xfrm>
            <a:off x="1640180" y="3219094"/>
            <a:ext cx="1190549" cy="28163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601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65" name="!!text-5hi" descr="可疑連結"/>
          <p:cNvSpPr txBox="1"/>
          <p:nvPr/>
        </p:nvSpPr>
        <p:spPr>
          <a:xfrm>
            <a:off x="1953819" y="3247770"/>
            <a:ext cx="605516" cy="20390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09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可疑連結</a:t>
            </a:r>
            <a:endParaRPr lang="zh-TW" sz="1109"/>
          </a:p>
        </p:txBody>
      </p:sp>
      <p:sp>
        <p:nvSpPr>
          <p:cNvPr id="66" name="!!rect-5hn"/>
          <p:cNvSpPr/>
          <p:nvPr/>
        </p:nvSpPr>
        <p:spPr>
          <a:xfrm>
            <a:off x="2907538" y="3219094"/>
            <a:ext cx="1190549" cy="28163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601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67" name="!!text-5ho" descr="索取驗證資料"/>
          <p:cNvSpPr txBox="1"/>
          <p:nvPr/>
        </p:nvSpPr>
        <p:spPr>
          <a:xfrm>
            <a:off x="3080360" y="3247770"/>
            <a:ext cx="887151" cy="20390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09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索取驗證資料</a:t>
            </a:r>
            <a:endParaRPr lang="zh-TW" sz="1109"/>
          </a:p>
        </p:txBody>
      </p:sp>
      <p:sp>
        <p:nvSpPr>
          <p:cNvPr id="68" name="!!rect-5hv"/>
          <p:cNvSpPr/>
          <p:nvPr/>
        </p:nvSpPr>
        <p:spPr>
          <a:xfrm>
            <a:off x="4174896" y="3219094"/>
            <a:ext cx="1190549" cy="28163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601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69" name="!!text-5hw" descr="詐騙話術"/>
          <p:cNvSpPr txBox="1"/>
          <p:nvPr/>
        </p:nvSpPr>
        <p:spPr>
          <a:xfrm>
            <a:off x="4488536" y="3247770"/>
            <a:ext cx="605516" cy="20390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09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詐騙話術</a:t>
            </a:r>
            <a:endParaRPr lang="zh-TW" sz="1109"/>
          </a:p>
        </p:txBody>
      </p:sp>
      <p:sp>
        <p:nvSpPr>
          <p:cNvPr id="70" name="!!circle-5i8"/>
          <p:cNvSpPr/>
          <p:nvPr/>
        </p:nvSpPr>
        <p:spPr>
          <a:xfrm>
            <a:off x="1460957" y="4256049"/>
            <a:ext cx="281635" cy="281635"/>
          </a:xfrm>
          <a:prstGeom prst="ellipse">
            <a:avLst/>
          </a:prstGeom>
          <a:solidFill>
            <a:srgbClr val="D64545">
              <a:alpha val="10000"/>
            </a:srgbClr>
          </a:solidFill>
          <a:ln>
            <a:noFill/>
          </a:ln>
        </p:spPr>
      </p:sp>
      <p:sp>
        <p:nvSpPr>
          <p:cNvPr id="71" name="!!path-5i9"/>
          <p:cNvSpPr/>
          <p:nvPr/>
        </p:nvSpPr>
        <p:spPr>
          <a:xfrm>
            <a:off x="1550133" y="4332321"/>
            <a:ext cx="103232" cy="129040"/>
          </a:xfrm>
          <a:custGeom>
            <a:avLst/>
            <a:gdLst/>
            <a:ahLst/>
            <a:cxnLst/>
            <a:rect l="l" t="t" r="r" b="b"/>
            <a:pathLst>
              <a:path w="103232" h="129040">
                <a:moveTo>
                  <a:pt x="51616" y="0"/>
                </a:moveTo>
                <a:lnTo>
                  <a:pt x="0" y="19356"/>
                </a:lnTo>
                <a:lnTo>
                  <a:pt x="0" y="58649"/>
                </a:lnTo>
                <a:cubicBezTo>
                  <a:pt x="0" y="91231"/>
                  <a:pt x="22001" y="121620"/>
                  <a:pt x="51616" y="129040"/>
                </a:cubicBezTo>
                <a:cubicBezTo>
                  <a:pt x="81231" y="121620"/>
                  <a:pt x="103232" y="91231"/>
                  <a:pt x="103232" y="58649"/>
                </a:cubicBezTo>
                <a:lnTo>
                  <a:pt x="103232" y="19356"/>
                </a:lnTo>
                <a:lnTo>
                  <a:pt x="51616" y="0"/>
                </a:lnTo>
                <a:close/>
                <a:moveTo>
                  <a:pt x="58068" y="96780"/>
                </a:moveTo>
                <a:lnTo>
                  <a:pt x="45164" y="96780"/>
                </a:lnTo>
                <a:lnTo>
                  <a:pt x="45164" y="83876"/>
                </a:lnTo>
                <a:lnTo>
                  <a:pt x="58068" y="83876"/>
                </a:lnTo>
                <a:lnTo>
                  <a:pt x="58068" y="96780"/>
                </a:lnTo>
                <a:close/>
                <a:moveTo>
                  <a:pt x="58068" y="70972"/>
                </a:moveTo>
                <a:lnTo>
                  <a:pt x="45164" y="70972"/>
                </a:lnTo>
                <a:lnTo>
                  <a:pt x="45164" y="32260"/>
                </a:lnTo>
                <a:lnTo>
                  <a:pt x="58068" y="32260"/>
                </a:lnTo>
                <a:lnTo>
                  <a:pt x="58068" y="70972"/>
                </a:lnTo>
                <a:close/>
              </a:path>
            </a:pathLst>
          </a:custGeom>
          <a:solidFill>
            <a:srgbClr val="D64545"/>
          </a:solidFill>
          <a:ln>
            <a:noFill/>
          </a:ln>
        </p:spPr>
      </p:sp>
      <p:sp>
        <p:nvSpPr>
          <p:cNvPr id="72" name="!!text-5ia" descr="收訊方看到防詐提醒"/>
          <p:cNvSpPr txBox="1"/>
          <p:nvPr/>
        </p:nvSpPr>
        <p:spPr>
          <a:xfrm>
            <a:off x="1845005" y="4269875"/>
            <a:ext cx="1428659" cy="22244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10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收訊方看到防詐提醒</a:t>
            </a:r>
            <a:endParaRPr lang="zh-TW" sz="1210"/>
          </a:p>
        </p:txBody>
      </p:sp>
      <p:sp>
        <p:nvSpPr>
          <p:cNvPr id="73" name="!!rect-8qy"/>
          <p:cNvSpPr/>
          <p:nvPr/>
        </p:nvSpPr>
        <p:spPr>
          <a:xfrm>
            <a:off x="8521700" y="660400"/>
            <a:ext cx="2933700" cy="6121400"/>
          </a:xfrm>
          <a:prstGeom prst="roundRect">
            <a:avLst>
              <a:gd name="adj" fmla="val 18020"/>
            </a:avLst>
          </a:prstGeom>
          <a:solidFill>
            <a:srgbClr val="0B1A26">
              <a:alpha val="30000"/>
            </a:srgbClr>
          </a:solidFill>
          <a:ln>
            <a:noFill/>
          </a:ln>
          <a:effectLst>
            <a:softEdge rad="474980"/>
          </a:effectLst>
        </p:spPr>
      </p:sp>
      <p:sp>
        <p:nvSpPr>
          <p:cNvPr id="74" name="!!rect-8qz"/>
          <p:cNvSpPr/>
          <p:nvPr/>
        </p:nvSpPr>
        <p:spPr>
          <a:xfrm>
            <a:off x="8591550" y="527050"/>
            <a:ext cx="2794000" cy="5829300"/>
          </a:xfrm>
          <a:prstGeom prst="roundRect">
            <a:avLst>
              <a:gd name="adj" fmla="val 16825"/>
            </a:avLst>
          </a:prstGeom>
          <a:solidFill>
            <a:srgbClr val="0B1A26">
              <a:alpha val="16000"/>
            </a:srgbClr>
          </a:solidFill>
          <a:ln>
            <a:noFill/>
          </a:ln>
          <a:effectLst>
            <a:softEdge rad="125730"/>
          </a:effectLst>
        </p:spPr>
      </p:sp>
      <p:sp>
        <p:nvSpPr>
          <p:cNvPr id="75" name="!!rect-8r0"/>
          <p:cNvSpPr/>
          <p:nvPr/>
        </p:nvSpPr>
        <p:spPr>
          <a:xfrm>
            <a:off x="8590280" y="1676400"/>
            <a:ext cx="31750" cy="2159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76" name="!!rect-8r1"/>
          <p:cNvSpPr/>
          <p:nvPr/>
        </p:nvSpPr>
        <p:spPr>
          <a:xfrm>
            <a:off x="8590280" y="2108200"/>
            <a:ext cx="31750" cy="4064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77" name="!!rect-8r2"/>
          <p:cNvSpPr/>
          <p:nvPr/>
        </p:nvSpPr>
        <p:spPr>
          <a:xfrm>
            <a:off x="8590280" y="2603500"/>
            <a:ext cx="31750" cy="4064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78" name="!!rect-8r3"/>
          <p:cNvSpPr/>
          <p:nvPr/>
        </p:nvSpPr>
        <p:spPr>
          <a:xfrm>
            <a:off x="11355070" y="2260600"/>
            <a:ext cx="31750" cy="6350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79" name="!!rect-8r4"/>
          <p:cNvSpPr/>
          <p:nvPr/>
        </p:nvSpPr>
        <p:spPr>
          <a:xfrm>
            <a:off x="11357610" y="4114800"/>
            <a:ext cx="25400" cy="419100"/>
          </a:xfrm>
          <a:prstGeom prst="roundRect">
            <a:avLst>
              <a:gd name="adj" fmla="val 50000"/>
            </a:avLst>
          </a:prstGeom>
          <a:solidFill>
            <a:srgbClr val="8795A0"/>
          </a:solidFill>
          <a:ln>
            <a:noFill/>
          </a:ln>
        </p:spPr>
      </p:sp>
      <p:sp>
        <p:nvSpPr>
          <p:cNvPr id="80" name="!!rect-8r5"/>
          <p:cNvSpPr/>
          <p:nvPr/>
        </p:nvSpPr>
        <p:spPr>
          <a:xfrm>
            <a:off x="8610600" y="508000"/>
            <a:ext cx="2755900" cy="5753100"/>
          </a:xfrm>
          <a:prstGeom prst="roundRect">
            <a:avLst>
              <a:gd name="adj" fmla="val 16359"/>
            </a:avLst>
          </a:prstGeom>
          <a:gradFill rotWithShape="1">
            <a:gsLst>
              <a:gs pos="0">
                <a:srgbClr val="FBFCFD"/>
              </a:gs>
              <a:gs pos="18000">
                <a:srgbClr val="DDE5EB"/>
              </a:gs>
              <a:gs pos="46000">
                <a:srgbClr val="B4C2CC"/>
              </a:gs>
              <a:gs pos="62000">
                <a:srgbClr val="D3DCE3"/>
              </a:gs>
              <a:gs pos="84000">
                <a:srgbClr val="A9B8C3"/>
              </a:gs>
              <a:gs pos="100000">
                <a:srgbClr val="E8EEF2"/>
              </a:gs>
              <a:gs pos="100000">
                <a:srgbClr val="E8EEF2"/>
              </a:gs>
            </a:gsLst>
            <a:lin ang="3864255" scaled="0"/>
          </a:gradFill>
          <a:ln>
            <a:noFill/>
          </a:ln>
        </p:spPr>
      </p:sp>
      <p:sp>
        <p:nvSpPr>
          <p:cNvPr id="81" name="!!rect-8r6"/>
          <p:cNvSpPr/>
          <p:nvPr/>
        </p:nvSpPr>
        <p:spPr>
          <a:xfrm>
            <a:off x="8614410" y="511810"/>
            <a:ext cx="2748280" cy="5745480"/>
          </a:xfrm>
          <a:prstGeom prst="roundRect">
            <a:avLst>
              <a:gd name="adj" fmla="val 16266"/>
            </a:avLst>
          </a:prstGeom>
          <a:noFill/>
          <a:ln w="7620" cap="flat">
            <a:solidFill>
              <a:srgbClr val="7F8F9B">
                <a:alpha val="55000"/>
              </a:srgbClr>
            </a:solidFill>
            <a:prstDash val="solid"/>
            <a:miter lim="800000"/>
          </a:ln>
        </p:spPr>
      </p:sp>
      <p:sp>
        <p:nvSpPr>
          <p:cNvPr id="82" name="!!rect-8r7"/>
          <p:cNvSpPr/>
          <p:nvPr/>
        </p:nvSpPr>
        <p:spPr>
          <a:xfrm>
            <a:off x="8637270" y="534670"/>
            <a:ext cx="2702560" cy="5699760"/>
          </a:xfrm>
          <a:prstGeom prst="roundRect">
            <a:avLst>
              <a:gd name="adj" fmla="val 15695"/>
            </a:avLst>
          </a:prstGeom>
          <a:noFill/>
          <a:ln w="8890" cap="flat">
            <a:solidFill>
              <a:srgbClr val="FFFFFF">
                <a:alpha val="75000"/>
              </a:srgbClr>
            </a:solidFill>
            <a:prstDash val="solid"/>
            <a:miter lim="800000"/>
          </a:ln>
        </p:spPr>
      </p:sp>
      <p:sp>
        <p:nvSpPr>
          <p:cNvPr id="83" name="!!rect-8r8"/>
          <p:cNvSpPr/>
          <p:nvPr/>
        </p:nvSpPr>
        <p:spPr>
          <a:xfrm>
            <a:off x="8664575" y="561975"/>
            <a:ext cx="2647950" cy="5645150"/>
          </a:xfrm>
          <a:prstGeom prst="roundRect">
            <a:avLst>
              <a:gd name="adj" fmla="val 14988"/>
            </a:avLst>
          </a:prstGeom>
          <a:solidFill>
            <a:srgbClr val="050608"/>
          </a:solidFill>
          <a:ln>
            <a:noFill/>
          </a:ln>
        </p:spPr>
      </p:sp>
      <p:sp>
        <p:nvSpPr>
          <p:cNvPr id="84" name="!!rect-8ra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solidFill>
            <a:srgbClr val="F3F5F7"/>
          </a:solidFill>
          <a:ln>
            <a:noFill/>
          </a:ln>
        </p:spPr>
      </p:sp>
      <p:sp>
        <p:nvSpPr>
          <p:cNvPr id="85" name="!!rect-91o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solidFill>
            <a:srgbClr val="F3F5F7"/>
          </a:solidFill>
          <a:ln>
            <a:noFill/>
          </a:ln>
        </p:spPr>
      </p:sp>
      <p:sp>
        <p:nvSpPr>
          <p:cNvPr id="86" name="!!circle-91t"/>
          <p:cNvSpPr/>
          <p:nvPr/>
        </p:nvSpPr>
        <p:spPr>
          <a:xfrm>
            <a:off x="8813800" y="3346450"/>
            <a:ext cx="190500" cy="190500"/>
          </a:xfrm>
          <a:prstGeom prst="ellipse">
            <a:avLst/>
          </a:prstGeom>
          <a:solidFill>
            <a:srgbClr val="8FA0AB"/>
          </a:solidFill>
          <a:ln>
            <a:noFill/>
          </a:ln>
        </p:spPr>
      </p:sp>
      <p:sp>
        <p:nvSpPr>
          <p:cNvPr id="87" name="!!text-91u" descr="林"/>
          <p:cNvSpPr txBox="1"/>
          <p:nvPr/>
        </p:nvSpPr>
        <p:spPr>
          <a:xfrm>
            <a:off x="8864600" y="3373501"/>
            <a:ext cx="115570" cy="12872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00" b="1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林</a:t>
            </a:r>
            <a:endParaRPr lang="zh-TW" sz="700"/>
          </a:p>
        </p:txBody>
      </p:sp>
      <p:sp>
        <p:nvSpPr>
          <p:cNvPr id="88" name="!!rect-91w"/>
          <p:cNvSpPr/>
          <p:nvPr/>
        </p:nvSpPr>
        <p:spPr>
          <a:xfrm>
            <a:off x="9055100" y="3340100"/>
            <a:ext cx="1320800" cy="25400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89" name="!!text-91x" descr="請問《統計學概論》還在嗎？"/>
          <p:cNvSpPr txBox="1"/>
          <p:nvPr/>
        </p:nvSpPr>
        <p:spPr>
          <a:xfrm>
            <a:off x="9144000" y="3394710"/>
            <a:ext cx="1171575" cy="1379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0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請</a:t>
            </a:r>
            <a:r>
              <a:rPr lang="zh-TW" altLang="en-US" sz="750" kern="0" spc="-375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問</a:t>
            </a:r>
            <a:r>
              <a:rPr lang="zh-TW" altLang="en-US" sz="750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《統計學概論</a:t>
            </a:r>
            <a:r>
              <a:rPr lang="zh-TW" altLang="en-US" sz="750" kern="0" spc="-375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》</a:t>
            </a:r>
            <a:r>
              <a:rPr lang="zh-TW" altLang="en-US" sz="750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還在嗎？</a:t>
            </a:r>
            <a:endParaRPr lang="zh-TW" sz="750"/>
          </a:p>
        </p:txBody>
      </p:sp>
      <p:sp>
        <p:nvSpPr>
          <p:cNvPr id="90" name="!!rect-92f"/>
          <p:cNvSpPr/>
          <p:nvPr/>
        </p:nvSpPr>
        <p:spPr>
          <a:xfrm>
            <a:off x="9556750" y="3733800"/>
            <a:ext cx="1606550" cy="254000"/>
          </a:xfrm>
          <a:prstGeom prst="roundRect">
            <a:avLst>
              <a:gd name="adj" fmla="val 45000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91" name="!!text-92g" descr="在的，已存放在圖書館大廳書櫃。"/>
          <p:cNvSpPr txBox="1"/>
          <p:nvPr/>
        </p:nvSpPr>
        <p:spPr>
          <a:xfrm>
            <a:off x="9645650" y="3788410"/>
            <a:ext cx="1457325" cy="1379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0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在的，已存放在圖書館大廳書櫃。</a:t>
            </a:r>
            <a:endParaRPr lang="zh-TW" sz="750"/>
          </a:p>
        </p:txBody>
      </p:sp>
      <p:sp>
        <p:nvSpPr>
          <p:cNvPr id="92" name="!!circle-930"/>
          <p:cNvSpPr/>
          <p:nvPr/>
        </p:nvSpPr>
        <p:spPr>
          <a:xfrm>
            <a:off x="8813800" y="4324350"/>
            <a:ext cx="190500" cy="190500"/>
          </a:xfrm>
          <a:prstGeom prst="ellipse">
            <a:avLst/>
          </a:prstGeom>
          <a:solidFill>
            <a:srgbClr val="8FA0AB"/>
          </a:solidFill>
          <a:ln>
            <a:noFill/>
          </a:ln>
        </p:spPr>
      </p:sp>
      <p:sp>
        <p:nvSpPr>
          <p:cNvPr id="93" name="!!text-931" descr="林"/>
          <p:cNvSpPr txBox="1"/>
          <p:nvPr/>
        </p:nvSpPr>
        <p:spPr>
          <a:xfrm>
            <a:off x="8864600" y="4351401"/>
            <a:ext cx="115570" cy="12872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00" b="1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林</a:t>
            </a:r>
            <a:endParaRPr lang="zh-TW" sz="700"/>
          </a:p>
        </p:txBody>
      </p:sp>
      <p:sp>
        <p:nvSpPr>
          <p:cNvPr id="94" name="!!rect-933"/>
          <p:cNvSpPr/>
          <p:nvPr/>
        </p:nvSpPr>
        <p:spPr>
          <a:xfrm>
            <a:off x="9055100" y="4318000"/>
            <a:ext cx="1282319" cy="393700"/>
          </a:xfrm>
          <a:prstGeom prst="roundRect">
            <a:avLst>
              <a:gd name="adj" fmla="val 2903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95" name="!!text-934" descr="可以加 LINE 私下轉帳嗎？"/>
          <p:cNvSpPr txBox="1"/>
          <p:nvPr/>
        </p:nvSpPr>
        <p:spPr>
          <a:xfrm>
            <a:off x="9144000" y="4372610"/>
            <a:ext cx="1133094" cy="1379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0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可以加 LINE 私下轉帳嗎？</a:t>
            </a:r>
            <a:endParaRPr lang="zh-TW" sz="750"/>
          </a:p>
        </p:txBody>
      </p:sp>
      <p:sp>
        <p:nvSpPr>
          <p:cNvPr id="96" name="!!text-93i" descr="這樣比較便宜"/>
          <p:cNvSpPr txBox="1"/>
          <p:nvPr/>
        </p:nvSpPr>
        <p:spPr>
          <a:xfrm>
            <a:off x="9144000" y="4512310"/>
            <a:ext cx="600075" cy="1379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0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這樣比較便宜</a:t>
            </a:r>
            <a:endParaRPr lang="zh-TW" sz="750"/>
          </a:p>
        </p:txBody>
      </p:sp>
      <p:sp>
        <p:nvSpPr>
          <p:cNvPr id="97" name="!!path-93t"/>
          <p:cNvSpPr/>
          <p:nvPr/>
        </p:nvSpPr>
        <p:spPr>
          <a:xfrm>
            <a:off x="9082608" y="4833404"/>
            <a:ext cx="59233" cy="74041"/>
          </a:xfrm>
          <a:custGeom>
            <a:avLst/>
            <a:gdLst/>
            <a:ahLst/>
            <a:cxnLst/>
            <a:rect l="l" t="t" r="r" b="b"/>
            <a:pathLst>
              <a:path w="59233" h="74041">
                <a:moveTo>
                  <a:pt x="29616" y="0"/>
                </a:moveTo>
                <a:lnTo>
                  <a:pt x="0" y="11106"/>
                </a:lnTo>
                <a:lnTo>
                  <a:pt x="0" y="33652"/>
                </a:lnTo>
                <a:cubicBezTo>
                  <a:pt x="0" y="52347"/>
                  <a:pt x="12624" y="69784"/>
                  <a:pt x="29616" y="74041"/>
                </a:cubicBezTo>
                <a:cubicBezTo>
                  <a:pt x="46609" y="69784"/>
                  <a:pt x="59233" y="52347"/>
                  <a:pt x="59233" y="33652"/>
                </a:cubicBezTo>
                <a:lnTo>
                  <a:pt x="59233" y="11106"/>
                </a:lnTo>
                <a:lnTo>
                  <a:pt x="29616" y="0"/>
                </a:lnTo>
                <a:close/>
                <a:moveTo>
                  <a:pt x="33318" y="55531"/>
                </a:moveTo>
                <a:lnTo>
                  <a:pt x="25914" y="55531"/>
                </a:lnTo>
                <a:lnTo>
                  <a:pt x="25914" y="48127"/>
                </a:lnTo>
                <a:lnTo>
                  <a:pt x="33318" y="48127"/>
                </a:lnTo>
                <a:lnTo>
                  <a:pt x="33318" y="55531"/>
                </a:lnTo>
                <a:close/>
                <a:moveTo>
                  <a:pt x="33318" y="40723"/>
                </a:moveTo>
                <a:lnTo>
                  <a:pt x="25914" y="40723"/>
                </a:lnTo>
                <a:lnTo>
                  <a:pt x="25914" y="18510"/>
                </a:lnTo>
                <a:lnTo>
                  <a:pt x="33318" y="18510"/>
                </a:lnTo>
                <a:lnTo>
                  <a:pt x="33318" y="40723"/>
                </a:lnTo>
                <a:close/>
              </a:path>
            </a:pathLst>
          </a:custGeom>
          <a:solidFill>
            <a:srgbClr val="D64545"/>
          </a:solidFill>
          <a:ln>
            <a:noFill/>
          </a:ln>
        </p:spPr>
      </p:sp>
      <p:sp>
        <p:nvSpPr>
          <p:cNvPr id="98" name="!!text-93u" descr="請勿私下匯款或轉帳，站外付款不受平台保障"/>
          <p:cNvSpPr txBox="1"/>
          <p:nvPr/>
        </p:nvSpPr>
        <p:spPr>
          <a:xfrm>
            <a:off x="9182100" y="4813808"/>
            <a:ext cx="1546860" cy="11033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00" kern="0" dirty="0">
                <a:solidFill>
                  <a:srgbClr val="D64545"/>
                </a:solidFill>
                <a:latin typeface="Noto Sans TC Medium"/>
                <a:ea typeface="Noto Sans TC Medium"/>
                <a:cs typeface="Noto Sans TC Medium"/>
              </a:rPr>
              <a:t>請勿私下匯款或轉帳，站外付款不受平台保障</a:t>
            </a:r>
            <a:endParaRPr lang="zh-TW" sz="600"/>
          </a:p>
        </p:txBody>
      </p:sp>
      <p:sp>
        <p:nvSpPr>
          <p:cNvPr id="99" name="!!text-94f" descr="防詐須知・檢舉"/>
          <p:cNvSpPr txBox="1"/>
          <p:nvPr/>
        </p:nvSpPr>
        <p:spPr>
          <a:xfrm>
            <a:off x="9182100" y="4921758"/>
            <a:ext cx="556260" cy="11033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00" kern="0" dirty="0">
                <a:solidFill>
                  <a:srgbClr val="D64545"/>
                </a:solidFill>
                <a:latin typeface="Noto Sans TC SemiBold"/>
                <a:ea typeface="Noto Sans TC SemiBold"/>
                <a:cs typeface="Noto Sans TC SemiBold"/>
              </a:rPr>
              <a:t>防詐須知・檢舉</a:t>
            </a:r>
            <a:endParaRPr lang="zh-TW" sz="600"/>
          </a:p>
        </p:txBody>
      </p:sp>
      <p:sp>
        <p:nvSpPr>
          <p:cNvPr id="100" name="!!rect-94n"/>
          <p:cNvSpPr/>
          <p:nvPr/>
        </p:nvSpPr>
        <p:spPr>
          <a:xfrm>
            <a:off x="8712200" y="5524500"/>
            <a:ext cx="2552700" cy="635000"/>
          </a:xfrm>
          <a:custGeom>
            <a:avLst/>
            <a:gdLst/>
            <a:ahLst/>
            <a:cxnLst/>
            <a:rect l="l" t="t" r="r" b="b"/>
            <a:pathLst>
              <a:path w="2552700" h="635000">
                <a:moveTo>
                  <a:pt x="0" y="0"/>
                </a:moveTo>
                <a:lnTo>
                  <a:pt x="2552700" y="0"/>
                </a:lnTo>
                <a:lnTo>
                  <a:pt x="2552700" y="317500"/>
                </a:lnTo>
                <a:cubicBezTo>
                  <a:pt x="2552700" y="492850"/>
                  <a:pt x="2410550" y="635000"/>
                  <a:pt x="2235200" y="635000"/>
                </a:cubicBezTo>
                <a:lnTo>
                  <a:pt x="317500" y="635000"/>
                </a:lnTo>
                <a:cubicBezTo>
                  <a:pt x="142150" y="635000"/>
                  <a:pt x="0" y="492850"/>
                  <a:pt x="0" y="317500"/>
                </a:cubicBez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01" name="!!rect-94o"/>
          <p:cNvSpPr/>
          <p:nvPr/>
        </p:nvSpPr>
        <p:spPr>
          <a:xfrm>
            <a:off x="8813800" y="5588000"/>
            <a:ext cx="2019300" cy="304800"/>
          </a:xfrm>
          <a:prstGeom prst="roundRect">
            <a:avLst>
              <a:gd name="adj" fmla="val 50000"/>
            </a:avLst>
          </a:prstGeom>
          <a:solidFill>
            <a:srgbClr val="F3F5F7"/>
          </a:solidFill>
          <a:ln>
            <a:noFill/>
          </a:ln>
        </p:spPr>
      </p:sp>
      <p:sp>
        <p:nvSpPr>
          <p:cNvPr id="102" name="!!text-94p" descr="輸入訊息"/>
          <p:cNvSpPr txBox="1"/>
          <p:nvPr/>
        </p:nvSpPr>
        <p:spPr>
          <a:xfrm>
            <a:off x="8928100" y="5668010"/>
            <a:ext cx="409575" cy="1379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0" kern="0" dirty="0">
                <a:solidFill>
                  <a:srgbClr val="BDBDBD"/>
                </a:solidFill>
                <a:latin typeface="Noto Sans TC"/>
                <a:ea typeface="Noto Sans TC"/>
                <a:cs typeface="Noto Sans TC"/>
              </a:rPr>
              <a:t>輸入訊息</a:t>
            </a:r>
            <a:endParaRPr lang="zh-TW" sz="750"/>
          </a:p>
        </p:txBody>
      </p:sp>
      <p:sp>
        <p:nvSpPr>
          <p:cNvPr id="103" name="!!circle-94u"/>
          <p:cNvSpPr/>
          <p:nvPr/>
        </p:nvSpPr>
        <p:spPr>
          <a:xfrm>
            <a:off x="10871200" y="5600700"/>
            <a:ext cx="279400" cy="279400"/>
          </a:xfrm>
          <a:prstGeom prst="ellipse">
            <a:avLst/>
          </a:prstGeom>
          <a:solidFill>
            <a:srgbClr val="627D8D"/>
          </a:solidFill>
          <a:ln>
            <a:noFill/>
          </a:ln>
        </p:spPr>
      </p:sp>
      <p:sp>
        <p:nvSpPr>
          <p:cNvPr id="104" name="!!path-94v"/>
          <p:cNvSpPr/>
          <p:nvPr/>
        </p:nvSpPr>
        <p:spPr>
          <a:xfrm>
            <a:off x="10952696" y="5688019"/>
            <a:ext cx="122282" cy="104813"/>
          </a:xfrm>
          <a:custGeom>
            <a:avLst/>
            <a:gdLst/>
            <a:ahLst/>
            <a:cxnLst/>
            <a:rect l="l" t="t" r="r" b="b"/>
            <a:pathLst>
              <a:path w="122282" h="104813">
                <a:moveTo>
                  <a:pt x="58" y="104813"/>
                </a:moveTo>
                <a:lnTo>
                  <a:pt x="122282" y="52407"/>
                </a:lnTo>
                <a:lnTo>
                  <a:pt x="58" y="0"/>
                </a:lnTo>
                <a:lnTo>
                  <a:pt x="0" y="40761"/>
                </a:lnTo>
                <a:lnTo>
                  <a:pt x="87344" y="52407"/>
                </a:lnTo>
                <a:lnTo>
                  <a:pt x="0" y="6405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05" name="!!path-94x"/>
          <p:cNvSpPr/>
          <p:nvPr/>
        </p:nvSpPr>
        <p:spPr>
          <a:xfrm>
            <a:off x="8712200" y="609600"/>
            <a:ext cx="2552700" cy="730250"/>
          </a:xfrm>
          <a:custGeom>
            <a:avLst/>
            <a:gdLst/>
            <a:ahLst/>
            <a:cxnLst/>
            <a:rect l="l" t="t" r="r" b="b"/>
            <a:pathLst>
              <a:path w="2552700" h="730250">
                <a:moveTo>
                  <a:pt x="0" y="349250"/>
                </a:moveTo>
                <a:lnTo>
                  <a:pt x="6711" y="281115"/>
                </a:lnTo>
                <a:lnTo>
                  <a:pt x="26585" y="215598"/>
                </a:lnTo>
                <a:lnTo>
                  <a:pt x="58859" y="155217"/>
                </a:lnTo>
                <a:lnTo>
                  <a:pt x="102293" y="102293"/>
                </a:lnTo>
                <a:lnTo>
                  <a:pt x="155217" y="58859"/>
                </a:lnTo>
                <a:lnTo>
                  <a:pt x="215598" y="26585"/>
                </a:lnTo>
                <a:lnTo>
                  <a:pt x="281115" y="6711"/>
                </a:lnTo>
                <a:lnTo>
                  <a:pt x="349250" y="0"/>
                </a:lnTo>
                <a:lnTo>
                  <a:pt x="2203450" y="0"/>
                </a:lnTo>
                <a:lnTo>
                  <a:pt x="2271585" y="6711"/>
                </a:lnTo>
                <a:lnTo>
                  <a:pt x="2337102" y="26585"/>
                </a:lnTo>
                <a:lnTo>
                  <a:pt x="2397483" y="58859"/>
                </a:lnTo>
                <a:lnTo>
                  <a:pt x="2450407" y="102293"/>
                </a:lnTo>
                <a:lnTo>
                  <a:pt x="2493841" y="155217"/>
                </a:lnTo>
                <a:lnTo>
                  <a:pt x="2526115" y="215598"/>
                </a:lnTo>
                <a:lnTo>
                  <a:pt x="2545989" y="281115"/>
                </a:lnTo>
                <a:lnTo>
                  <a:pt x="2552700" y="349250"/>
                </a:lnTo>
                <a:lnTo>
                  <a:pt x="2552700" y="577850"/>
                </a:lnTo>
                <a:lnTo>
                  <a:pt x="2551642" y="602192"/>
                </a:lnTo>
                <a:lnTo>
                  <a:pt x="2548467" y="624417"/>
                </a:lnTo>
                <a:lnTo>
                  <a:pt x="2543175" y="644525"/>
                </a:lnTo>
                <a:lnTo>
                  <a:pt x="2535767" y="662517"/>
                </a:lnTo>
                <a:lnTo>
                  <a:pt x="2526242" y="678392"/>
                </a:lnTo>
                <a:lnTo>
                  <a:pt x="2514600" y="692150"/>
                </a:lnTo>
                <a:lnTo>
                  <a:pt x="2500842" y="703792"/>
                </a:lnTo>
                <a:lnTo>
                  <a:pt x="2484967" y="713317"/>
                </a:lnTo>
                <a:lnTo>
                  <a:pt x="2466975" y="720725"/>
                </a:lnTo>
                <a:lnTo>
                  <a:pt x="2446867" y="726017"/>
                </a:lnTo>
                <a:lnTo>
                  <a:pt x="2424642" y="729192"/>
                </a:lnTo>
                <a:lnTo>
                  <a:pt x="2400300" y="730250"/>
                </a:lnTo>
                <a:lnTo>
                  <a:pt x="152400" y="730250"/>
                </a:lnTo>
                <a:lnTo>
                  <a:pt x="128058" y="729192"/>
                </a:lnTo>
                <a:lnTo>
                  <a:pt x="105833" y="726017"/>
                </a:lnTo>
                <a:lnTo>
                  <a:pt x="85725" y="720725"/>
                </a:lnTo>
                <a:lnTo>
                  <a:pt x="67733" y="713317"/>
                </a:lnTo>
                <a:lnTo>
                  <a:pt x="51858" y="703792"/>
                </a:lnTo>
                <a:lnTo>
                  <a:pt x="38100" y="692150"/>
                </a:lnTo>
                <a:lnTo>
                  <a:pt x="26458" y="678392"/>
                </a:lnTo>
                <a:lnTo>
                  <a:pt x="16933" y="662517"/>
                </a:lnTo>
                <a:lnTo>
                  <a:pt x="9525" y="644525"/>
                </a:lnTo>
                <a:lnTo>
                  <a:pt x="4233" y="624417"/>
                </a:lnTo>
                <a:lnTo>
                  <a:pt x="1058" y="602192"/>
                </a:lnTo>
                <a:lnTo>
                  <a:pt x="0" y="577850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106" name="!!text-94y" descr="2:25"/>
          <p:cNvSpPr txBox="1"/>
          <p:nvPr/>
        </p:nvSpPr>
        <p:spPr>
          <a:xfrm>
            <a:off x="9020597" y="714883"/>
            <a:ext cx="253790" cy="1563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50" kern="0" dirty="0">
                <a:solidFill>
                  <a:srgbClr val="FFFFFF"/>
                </a:solidFill>
                <a:latin typeface="Noto Sans TC SemiBold"/>
                <a:ea typeface="Noto Sans TC SemiBold"/>
                <a:cs typeface="Noto Sans TC SemiBold"/>
              </a:rPr>
              <a:t>2:25</a:t>
            </a:r>
            <a:endParaRPr lang="zh-TW" sz="850"/>
          </a:p>
        </p:txBody>
      </p:sp>
      <p:sp>
        <p:nvSpPr>
          <p:cNvPr id="107" name="!!rect-953"/>
          <p:cNvSpPr/>
          <p:nvPr/>
        </p:nvSpPr>
        <p:spPr>
          <a:xfrm>
            <a:off x="10579100" y="808990"/>
            <a:ext cx="21590" cy="2667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08" name="!!rect-954"/>
          <p:cNvSpPr/>
          <p:nvPr/>
        </p:nvSpPr>
        <p:spPr>
          <a:xfrm>
            <a:off x="10612120" y="792480"/>
            <a:ext cx="21590" cy="4318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09" name="!!rect-955"/>
          <p:cNvSpPr/>
          <p:nvPr/>
        </p:nvSpPr>
        <p:spPr>
          <a:xfrm>
            <a:off x="10645140" y="775970"/>
            <a:ext cx="21590" cy="5969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10" name="!!rect-956"/>
          <p:cNvSpPr/>
          <p:nvPr/>
        </p:nvSpPr>
        <p:spPr>
          <a:xfrm>
            <a:off x="10678160" y="759460"/>
            <a:ext cx="21590" cy="7620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11" name="!!path-957"/>
          <p:cNvSpPr/>
          <p:nvPr/>
        </p:nvSpPr>
        <p:spPr>
          <a:xfrm>
            <a:off x="10763250" y="763570"/>
            <a:ext cx="95250" cy="70820"/>
          </a:xfrm>
          <a:custGeom>
            <a:avLst/>
            <a:gdLst/>
            <a:ahLst/>
            <a:cxnLst/>
            <a:rect l="l" t="t" r="r" b="b"/>
            <a:pathLst>
              <a:path w="95250" h="70820">
                <a:moveTo>
                  <a:pt x="47625" y="70820"/>
                </a:moveTo>
                <a:lnTo>
                  <a:pt x="31115" y="51135"/>
                </a:lnTo>
                <a:cubicBezTo>
                  <a:pt x="40714" y="43262"/>
                  <a:pt x="54536" y="43262"/>
                  <a:pt x="64135" y="51135"/>
                </a:cubicBezTo>
                <a:close/>
                <a:moveTo>
                  <a:pt x="0" y="23830"/>
                </a:moveTo>
                <a:cubicBezTo>
                  <a:pt x="27279" y="0"/>
                  <a:pt x="67971" y="0"/>
                  <a:pt x="95250" y="23830"/>
                </a:cubicBezTo>
                <a:lnTo>
                  <a:pt x="83820" y="37165"/>
                </a:lnTo>
                <a:cubicBezTo>
                  <a:pt x="63051" y="19153"/>
                  <a:pt x="32199" y="19153"/>
                  <a:pt x="11430" y="37165"/>
                </a:cubicBezTo>
                <a:close/>
                <a:moveTo>
                  <a:pt x="16510" y="43515"/>
                </a:moveTo>
                <a:cubicBezTo>
                  <a:pt x="34385" y="28089"/>
                  <a:pt x="60865" y="28089"/>
                  <a:pt x="78740" y="43515"/>
                </a:cubicBezTo>
                <a:lnTo>
                  <a:pt x="67310" y="56850"/>
                </a:lnTo>
                <a:cubicBezTo>
                  <a:pt x="55947" y="47238"/>
                  <a:pt x="39303" y="47238"/>
                  <a:pt x="27940" y="5685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12" name="!!rect-958"/>
          <p:cNvSpPr/>
          <p:nvPr/>
        </p:nvSpPr>
        <p:spPr>
          <a:xfrm>
            <a:off x="10902950" y="760730"/>
            <a:ext cx="161925" cy="78740"/>
          </a:xfrm>
          <a:prstGeom prst="roundRect">
            <a:avLst>
              <a:gd name="adj" fmla="val 32258"/>
            </a:avLst>
          </a:prstGeom>
          <a:noFill/>
          <a:ln w="6985" cap="flat">
            <a:solidFill>
              <a:srgbClr val="FFFFFF">
                <a:alpha val="38000"/>
              </a:srgbClr>
            </a:solidFill>
            <a:prstDash val="solid"/>
            <a:miter lim="800000"/>
          </a:ln>
        </p:spPr>
      </p:sp>
      <p:sp>
        <p:nvSpPr>
          <p:cNvPr id="113" name="!!rect-959"/>
          <p:cNvSpPr/>
          <p:nvPr/>
        </p:nvSpPr>
        <p:spPr>
          <a:xfrm>
            <a:off x="10916285" y="774065"/>
            <a:ext cx="110909" cy="52070"/>
          </a:xfrm>
          <a:prstGeom prst="roundRect">
            <a:avLst>
              <a:gd name="adj" fmla="val 26829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14" name="!!path-95a"/>
          <p:cNvSpPr/>
          <p:nvPr/>
        </p:nvSpPr>
        <p:spPr>
          <a:xfrm>
            <a:off x="11074400" y="786130"/>
            <a:ext cx="10345" cy="27940"/>
          </a:xfrm>
          <a:custGeom>
            <a:avLst/>
            <a:gdLst/>
            <a:ahLst/>
            <a:cxnLst/>
            <a:rect l="l" t="t" r="r" b="b"/>
            <a:pathLst>
              <a:path w="10345" h="27940">
                <a:moveTo>
                  <a:pt x="0" y="0"/>
                </a:moveTo>
                <a:lnTo>
                  <a:pt x="0" y="27940"/>
                </a:lnTo>
                <a:cubicBezTo>
                  <a:pt x="6146" y="26066"/>
                  <a:pt x="10345" y="20395"/>
                  <a:pt x="10345" y="13970"/>
                </a:cubicBezTo>
                <a:cubicBezTo>
                  <a:pt x="10345" y="7545"/>
                  <a:pt x="6146" y="1874"/>
                  <a:pt x="0" y="0"/>
                </a:cubicBezTo>
                <a:close/>
              </a:path>
            </a:pathLst>
          </a:custGeom>
          <a:solidFill>
            <a:srgbClr val="FFFFFF">
              <a:alpha val="45000"/>
            </a:srgbClr>
          </a:solidFill>
          <a:ln>
            <a:noFill/>
          </a:ln>
        </p:spPr>
      </p:sp>
      <p:sp>
        <p:nvSpPr>
          <p:cNvPr id="115" name="!!path-95b"/>
          <p:cNvSpPr/>
          <p:nvPr/>
        </p:nvSpPr>
        <p:spPr>
          <a:xfrm>
            <a:off x="8845537" y="1109129"/>
            <a:ext cx="62258" cy="105791"/>
          </a:xfrm>
          <a:custGeom>
            <a:avLst/>
            <a:gdLst/>
            <a:ahLst/>
            <a:cxnLst/>
            <a:rect l="l" t="t" r="r" b="b"/>
            <a:pathLst>
              <a:path w="62258" h="105791">
                <a:moveTo>
                  <a:pt x="62258" y="9363"/>
                </a:moveTo>
                <a:lnTo>
                  <a:pt x="52896" y="0"/>
                </a:lnTo>
                <a:lnTo>
                  <a:pt x="0" y="52896"/>
                </a:lnTo>
                <a:lnTo>
                  <a:pt x="52896" y="105791"/>
                </a:lnTo>
                <a:lnTo>
                  <a:pt x="62258" y="96429"/>
                </a:lnTo>
                <a:lnTo>
                  <a:pt x="18725" y="5289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16" name="!!text-95c" descr="小林"/>
          <p:cNvSpPr txBox="1"/>
          <p:nvPr/>
        </p:nvSpPr>
        <p:spPr>
          <a:xfrm>
            <a:off x="9874250" y="1070737"/>
            <a:ext cx="262890" cy="16550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1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小林</a:t>
            </a:r>
            <a:endParaRPr lang="zh-TW" sz="900"/>
          </a:p>
        </p:txBody>
      </p:sp>
      <p:sp>
        <p:nvSpPr>
          <p:cNvPr id="117" name="!!rect-96h"/>
          <p:cNvSpPr/>
          <p:nvPr/>
        </p:nvSpPr>
        <p:spPr>
          <a:xfrm>
            <a:off x="9531350" y="6076950"/>
            <a:ext cx="914400" cy="31750"/>
          </a:xfrm>
          <a:prstGeom prst="roundRect">
            <a:avLst>
              <a:gd name="adj" fmla="val 50000"/>
            </a:avLst>
          </a:prstGeom>
          <a:solidFill>
            <a:srgbClr val="000000">
              <a:alpha val="90000"/>
            </a:srgbClr>
          </a:solidFill>
          <a:ln>
            <a:noFill/>
          </a:ln>
        </p:spPr>
      </p:sp>
      <p:sp>
        <p:nvSpPr>
          <p:cNvPr id="118" name="!!rect-96i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10000"/>
                </a:srgbClr>
              </a:gs>
              <a:gs pos="30762">
                <a:srgbClr val="FFFFFF">
                  <a:alpha val="2000"/>
                </a:srgbClr>
              </a:gs>
              <a:gs pos="31723">
                <a:srgbClr val="FFFFFF">
                  <a:alpha val="0"/>
                </a:srgbClr>
              </a:gs>
              <a:gs pos="9613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4329186" scaled="0"/>
          </a:gradFill>
          <a:ln>
            <a:noFill/>
          </a:ln>
        </p:spPr>
      </p:sp>
      <p:sp>
        <p:nvSpPr>
          <p:cNvPr id="119" name="!!rect-96l"/>
          <p:cNvSpPr/>
          <p:nvPr/>
        </p:nvSpPr>
        <p:spPr>
          <a:xfrm>
            <a:off x="9728200" y="679450"/>
            <a:ext cx="520700" cy="23495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</p:spPr>
      </p:sp>
      <p:sp>
        <p:nvSpPr>
          <p:cNvPr id="120" name="!!circle-96m"/>
          <p:cNvSpPr/>
          <p:nvPr/>
        </p:nvSpPr>
        <p:spPr>
          <a:xfrm>
            <a:off x="10088880" y="757555"/>
            <a:ext cx="78740" cy="78740"/>
          </a:xfrm>
          <a:prstGeom prst="ellipse">
            <a:avLst/>
          </a:prstGeom>
          <a:solidFill>
            <a:srgbClr val="0A0F16"/>
          </a:solidFill>
          <a:ln>
            <a:noFill/>
          </a:ln>
        </p:spPr>
      </p:sp>
      <p:sp>
        <p:nvSpPr>
          <p:cNvPr id="121" name="!!circle-96n"/>
          <p:cNvSpPr/>
          <p:nvPr/>
        </p:nvSpPr>
        <p:spPr>
          <a:xfrm>
            <a:off x="10107930" y="776605"/>
            <a:ext cx="40640" cy="40640"/>
          </a:xfrm>
          <a:prstGeom prst="ellipse">
            <a:avLst/>
          </a:prstGeom>
          <a:solidFill>
            <a:srgbClr val="111B28"/>
          </a:solidFill>
          <a:ln>
            <a:noFill/>
          </a:ln>
        </p:spPr>
      </p:sp>
      <p:sp>
        <p:nvSpPr>
          <p:cNvPr id="122" name="!!circle-96o"/>
          <p:cNvSpPr/>
          <p:nvPr/>
        </p:nvSpPr>
        <p:spPr>
          <a:xfrm>
            <a:off x="10130155" y="781685"/>
            <a:ext cx="13970" cy="13970"/>
          </a:xfrm>
          <a:prstGeom prst="ellipse">
            <a:avLst/>
          </a:prstGeom>
          <a:solidFill>
            <a:srgbClr val="3A5070">
              <a:alpha val="80000"/>
            </a:srgbClr>
          </a:solidFill>
          <a:ln>
            <a:noFill/>
          </a:ln>
        </p:spPr>
      </p:sp>
      <p:sp>
        <p:nvSpPr>
          <p:cNvPr id="123" name="!!path-9ic"/>
          <p:cNvSpPr/>
          <p:nvPr/>
        </p:nvSpPr>
        <p:spPr>
          <a:xfrm>
            <a:off x="381000" y="306527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24" name="!!path-9id"/>
          <p:cNvSpPr/>
          <p:nvPr/>
        </p:nvSpPr>
        <p:spPr>
          <a:xfrm>
            <a:off x="381000" y="308153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25" name="!!path-9ie"/>
          <p:cNvSpPr/>
          <p:nvPr/>
        </p:nvSpPr>
        <p:spPr>
          <a:xfrm>
            <a:off x="381000" y="309778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26" name="!!path-9if"/>
          <p:cNvSpPr/>
          <p:nvPr/>
        </p:nvSpPr>
        <p:spPr>
          <a:xfrm>
            <a:off x="381000" y="311404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27" name="!!path-9ig"/>
          <p:cNvSpPr/>
          <p:nvPr/>
        </p:nvSpPr>
        <p:spPr>
          <a:xfrm>
            <a:off x="381000" y="313030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28" name="!!path-9ih"/>
          <p:cNvSpPr/>
          <p:nvPr/>
        </p:nvSpPr>
        <p:spPr>
          <a:xfrm>
            <a:off x="381000" y="314655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29" name="!!path-9ii"/>
          <p:cNvSpPr/>
          <p:nvPr/>
        </p:nvSpPr>
        <p:spPr>
          <a:xfrm>
            <a:off x="381000" y="316281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30" name="!!path-9ij"/>
          <p:cNvSpPr/>
          <p:nvPr/>
        </p:nvSpPr>
        <p:spPr>
          <a:xfrm>
            <a:off x="381000" y="317906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31" name="!!path-9ik"/>
          <p:cNvSpPr/>
          <p:nvPr/>
        </p:nvSpPr>
        <p:spPr>
          <a:xfrm>
            <a:off x="419608" y="269342"/>
            <a:ext cx="128422" cy="122936"/>
          </a:xfrm>
          <a:custGeom>
            <a:avLst/>
            <a:gdLst/>
            <a:ahLst/>
            <a:cxnLst/>
            <a:rect l="l" t="t" r="r" b="b"/>
            <a:pathLst>
              <a:path w="128422" h="122936">
                <a:moveTo>
                  <a:pt x="0" y="17678"/>
                </a:moveTo>
                <a:lnTo>
                  <a:pt x="8128" y="5080"/>
                </a:lnTo>
                <a:cubicBezTo>
                  <a:pt x="32512" y="0"/>
                  <a:pt x="73152" y="7112"/>
                  <a:pt x="101600" y="26416"/>
                </a:cubicBezTo>
                <a:cubicBezTo>
                  <a:pt x="116840" y="37186"/>
                  <a:pt x="124968" y="49784"/>
                  <a:pt x="128422" y="62992"/>
                </a:cubicBezTo>
                <a:lnTo>
                  <a:pt x="128422" y="122936"/>
                </a:lnTo>
                <a:lnTo>
                  <a:pt x="0" y="1229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32" name="!!path-9il"/>
          <p:cNvSpPr/>
          <p:nvPr/>
        </p:nvSpPr>
        <p:spPr>
          <a:xfrm>
            <a:off x="419608" y="269342"/>
            <a:ext cx="128422" cy="62992"/>
          </a:xfrm>
          <a:custGeom>
            <a:avLst/>
            <a:gdLst/>
            <a:ahLst/>
            <a:cxnLst/>
            <a:rect l="l" t="t" r="r" b="b"/>
            <a:pathLst>
              <a:path w="128422" h="62992" fill="none">
                <a:moveTo>
                  <a:pt x="128422" y="62992"/>
                </a:moveTo>
                <a:cubicBezTo>
                  <a:pt x="124968" y="49784"/>
                  <a:pt x="116840" y="37186"/>
                  <a:pt x="101600" y="26416"/>
                </a:cubicBezTo>
                <a:cubicBezTo>
                  <a:pt x="73152" y="7112"/>
                  <a:pt x="32512" y="0"/>
                  <a:pt x="8128" y="5080"/>
                </a:cubicBezTo>
                <a:lnTo>
                  <a:pt x="0" y="1767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33" name="!!path-9im"/>
          <p:cNvSpPr/>
          <p:nvPr/>
        </p:nvSpPr>
        <p:spPr>
          <a:xfrm>
            <a:off x="407010" y="281534"/>
            <a:ext cx="141021" cy="110744"/>
          </a:xfrm>
          <a:custGeom>
            <a:avLst/>
            <a:gdLst/>
            <a:ahLst/>
            <a:cxnLst/>
            <a:rect l="l" t="t" r="r" b="b"/>
            <a:pathLst>
              <a:path w="141021" h="110744">
                <a:moveTo>
                  <a:pt x="0" y="22352"/>
                </a:moveTo>
                <a:lnTo>
                  <a:pt x="6502" y="6502"/>
                </a:lnTo>
                <a:cubicBezTo>
                  <a:pt x="36982" y="0"/>
                  <a:pt x="79654" y="7112"/>
                  <a:pt x="110134" y="25400"/>
                </a:cubicBezTo>
                <a:cubicBezTo>
                  <a:pt x="126390" y="35154"/>
                  <a:pt x="136550" y="49784"/>
                  <a:pt x="141021" y="62992"/>
                </a:cubicBezTo>
                <a:lnTo>
                  <a:pt x="141021" y="110744"/>
                </a:lnTo>
                <a:lnTo>
                  <a:pt x="0" y="110744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34" name="!!path-9in"/>
          <p:cNvSpPr/>
          <p:nvPr/>
        </p:nvSpPr>
        <p:spPr>
          <a:xfrm>
            <a:off x="407010" y="281534"/>
            <a:ext cx="141021" cy="62992"/>
          </a:xfrm>
          <a:custGeom>
            <a:avLst/>
            <a:gdLst/>
            <a:ahLst/>
            <a:cxnLst/>
            <a:rect l="l" t="t" r="r" b="b"/>
            <a:pathLst>
              <a:path w="141021" h="62992" fill="none">
                <a:moveTo>
                  <a:pt x="141021" y="62992"/>
                </a:moveTo>
                <a:cubicBezTo>
                  <a:pt x="136550" y="49784"/>
                  <a:pt x="126390" y="35154"/>
                  <a:pt x="110134" y="25400"/>
                </a:cubicBezTo>
                <a:cubicBezTo>
                  <a:pt x="79654" y="7112"/>
                  <a:pt x="36982" y="0"/>
                  <a:pt x="6502" y="6502"/>
                </a:cubicBezTo>
                <a:lnTo>
                  <a:pt x="0" y="22352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35" name="!!path-9io"/>
          <p:cNvSpPr/>
          <p:nvPr/>
        </p:nvSpPr>
        <p:spPr>
          <a:xfrm>
            <a:off x="395834" y="294742"/>
            <a:ext cx="151790" cy="97536"/>
          </a:xfrm>
          <a:custGeom>
            <a:avLst/>
            <a:gdLst/>
            <a:ahLst/>
            <a:cxnLst/>
            <a:rect l="l" t="t" r="r" b="b"/>
            <a:pathLst>
              <a:path w="151790" h="97536">
                <a:moveTo>
                  <a:pt x="0" y="23165"/>
                </a:moveTo>
                <a:lnTo>
                  <a:pt x="3861" y="12598"/>
                </a:lnTo>
                <a:cubicBezTo>
                  <a:pt x="37998" y="0"/>
                  <a:pt x="84734" y="5080"/>
                  <a:pt x="117246" y="21946"/>
                </a:cubicBezTo>
                <a:cubicBezTo>
                  <a:pt x="135534" y="31496"/>
                  <a:pt x="146710" y="43688"/>
                  <a:pt x="151790" y="55270"/>
                </a:cubicBezTo>
                <a:lnTo>
                  <a:pt x="151790" y="97536"/>
                </a:lnTo>
                <a:lnTo>
                  <a:pt x="0" y="975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36" name="!!path-9ip"/>
          <p:cNvSpPr/>
          <p:nvPr/>
        </p:nvSpPr>
        <p:spPr>
          <a:xfrm>
            <a:off x="395834" y="294742"/>
            <a:ext cx="151790" cy="55270"/>
          </a:xfrm>
          <a:custGeom>
            <a:avLst/>
            <a:gdLst/>
            <a:ahLst/>
            <a:cxnLst/>
            <a:rect l="l" t="t" r="r" b="b"/>
            <a:pathLst>
              <a:path w="151790" h="55270" fill="none">
                <a:moveTo>
                  <a:pt x="151790" y="55270"/>
                </a:moveTo>
                <a:cubicBezTo>
                  <a:pt x="146710" y="43688"/>
                  <a:pt x="135534" y="31496"/>
                  <a:pt x="117246" y="21946"/>
                </a:cubicBezTo>
                <a:cubicBezTo>
                  <a:pt x="84734" y="5080"/>
                  <a:pt x="37998" y="0"/>
                  <a:pt x="3861" y="12598"/>
                </a:cubicBezTo>
                <a:lnTo>
                  <a:pt x="0" y="23165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37" name="!!path-9iq"/>
          <p:cNvSpPr/>
          <p:nvPr/>
        </p:nvSpPr>
        <p:spPr>
          <a:xfrm>
            <a:off x="548234" y="264262"/>
            <a:ext cx="120294" cy="128016"/>
          </a:xfrm>
          <a:custGeom>
            <a:avLst/>
            <a:gdLst/>
            <a:ahLst/>
            <a:cxnLst/>
            <a:rect l="l" t="t" r="r" b="b"/>
            <a:pathLst>
              <a:path w="120294" h="128016">
                <a:moveTo>
                  <a:pt x="120294" y="18288"/>
                </a:moveTo>
                <a:lnTo>
                  <a:pt x="113589" y="4470"/>
                </a:lnTo>
                <a:cubicBezTo>
                  <a:pt x="86766" y="0"/>
                  <a:pt x="44094" y="10160"/>
                  <a:pt x="17678" y="30480"/>
                </a:cubicBezTo>
                <a:cubicBezTo>
                  <a:pt x="6502" y="39624"/>
                  <a:pt x="1422" y="52832"/>
                  <a:pt x="0" y="67056"/>
                </a:cubicBezTo>
                <a:lnTo>
                  <a:pt x="0" y="128016"/>
                </a:lnTo>
                <a:lnTo>
                  <a:pt x="120294" y="12801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38" name="!!path-9ir"/>
          <p:cNvSpPr/>
          <p:nvPr/>
        </p:nvSpPr>
        <p:spPr>
          <a:xfrm>
            <a:off x="548234" y="264262"/>
            <a:ext cx="120294" cy="67056"/>
          </a:xfrm>
          <a:custGeom>
            <a:avLst/>
            <a:gdLst/>
            <a:ahLst/>
            <a:cxnLst/>
            <a:rect l="l" t="t" r="r" b="b"/>
            <a:pathLst>
              <a:path w="120294" h="67056" fill="none">
                <a:moveTo>
                  <a:pt x="0" y="67056"/>
                </a:moveTo>
                <a:cubicBezTo>
                  <a:pt x="1422" y="52832"/>
                  <a:pt x="6502" y="39624"/>
                  <a:pt x="17678" y="30480"/>
                </a:cubicBezTo>
                <a:cubicBezTo>
                  <a:pt x="44094" y="10160"/>
                  <a:pt x="86766" y="0"/>
                  <a:pt x="113589" y="4470"/>
                </a:cubicBezTo>
                <a:lnTo>
                  <a:pt x="120294" y="1828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39" name="!!path-9is"/>
          <p:cNvSpPr/>
          <p:nvPr/>
        </p:nvSpPr>
        <p:spPr>
          <a:xfrm>
            <a:off x="548437" y="279502"/>
            <a:ext cx="133299" cy="112776"/>
          </a:xfrm>
          <a:custGeom>
            <a:avLst/>
            <a:gdLst/>
            <a:ahLst/>
            <a:cxnLst/>
            <a:rect l="l" t="t" r="r" b="b"/>
            <a:pathLst>
              <a:path w="133299" h="112776">
                <a:moveTo>
                  <a:pt x="133299" y="19710"/>
                </a:moveTo>
                <a:lnTo>
                  <a:pt x="127203" y="3048"/>
                </a:lnTo>
                <a:cubicBezTo>
                  <a:pt x="94691" y="0"/>
                  <a:pt x="54051" y="11176"/>
                  <a:pt x="27635" y="30683"/>
                </a:cubicBezTo>
                <a:cubicBezTo>
                  <a:pt x="13411" y="41250"/>
                  <a:pt x="4267" y="53848"/>
                  <a:pt x="0" y="65024"/>
                </a:cubicBezTo>
                <a:lnTo>
                  <a:pt x="0" y="112776"/>
                </a:lnTo>
                <a:lnTo>
                  <a:pt x="133299" y="11277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40" name="!!path-9it"/>
          <p:cNvSpPr/>
          <p:nvPr/>
        </p:nvSpPr>
        <p:spPr>
          <a:xfrm>
            <a:off x="548437" y="279502"/>
            <a:ext cx="133299" cy="65024"/>
          </a:xfrm>
          <a:custGeom>
            <a:avLst/>
            <a:gdLst/>
            <a:ahLst/>
            <a:cxnLst/>
            <a:rect l="l" t="t" r="r" b="b"/>
            <a:pathLst>
              <a:path w="133299" h="65024" fill="none">
                <a:moveTo>
                  <a:pt x="0" y="65024"/>
                </a:moveTo>
                <a:cubicBezTo>
                  <a:pt x="4267" y="53848"/>
                  <a:pt x="13411" y="41250"/>
                  <a:pt x="27635" y="30683"/>
                </a:cubicBezTo>
                <a:cubicBezTo>
                  <a:pt x="54051" y="11176"/>
                  <a:pt x="94691" y="0"/>
                  <a:pt x="127203" y="3048"/>
                </a:cubicBezTo>
                <a:lnTo>
                  <a:pt x="133299" y="19710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41" name="!!path-9iu"/>
          <p:cNvSpPr/>
          <p:nvPr/>
        </p:nvSpPr>
        <p:spPr>
          <a:xfrm>
            <a:off x="548843" y="293726"/>
            <a:ext cx="142646" cy="98552"/>
          </a:xfrm>
          <a:custGeom>
            <a:avLst/>
            <a:gdLst/>
            <a:ahLst/>
            <a:cxnLst/>
            <a:rect l="l" t="t" r="r" b="b"/>
            <a:pathLst>
              <a:path w="142646" h="98552">
                <a:moveTo>
                  <a:pt x="142646" y="18898"/>
                </a:moveTo>
                <a:lnTo>
                  <a:pt x="139802" y="8738"/>
                </a:lnTo>
                <a:cubicBezTo>
                  <a:pt x="106477" y="0"/>
                  <a:pt x="63805" y="5080"/>
                  <a:pt x="35357" y="19304"/>
                </a:cubicBezTo>
                <a:cubicBezTo>
                  <a:pt x="17069" y="28448"/>
                  <a:pt x="5893" y="42672"/>
                  <a:pt x="0" y="56286"/>
                </a:cubicBezTo>
                <a:lnTo>
                  <a:pt x="0" y="98552"/>
                </a:lnTo>
                <a:lnTo>
                  <a:pt x="142646" y="98552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42" name="!!path-9iv"/>
          <p:cNvSpPr/>
          <p:nvPr/>
        </p:nvSpPr>
        <p:spPr>
          <a:xfrm>
            <a:off x="548843" y="293726"/>
            <a:ext cx="142646" cy="56286"/>
          </a:xfrm>
          <a:custGeom>
            <a:avLst/>
            <a:gdLst/>
            <a:ahLst/>
            <a:cxnLst/>
            <a:rect l="l" t="t" r="r" b="b"/>
            <a:pathLst>
              <a:path w="142646" h="56286" fill="none">
                <a:moveTo>
                  <a:pt x="0" y="56286"/>
                </a:moveTo>
                <a:cubicBezTo>
                  <a:pt x="5893" y="42672"/>
                  <a:pt x="17069" y="28448"/>
                  <a:pt x="35357" y="19304"/>
                </a:cubicBezTo>
                <a:cubicBezTo>
                  <a:pt x="63805" y="5080"/>
                  <a:pt x="106477" y="0"/>
                  <a:pt x="139802" y="8738"/>
                </a:cubicBezTo>
                <a:lnTo>
                  <a:pt x="142646" y="1889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43" name="!!path-9iw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627D8D"/>
              </a:gs>
              <a:gs pos="21794">
                <a:srgbClr val="627D8D"/>
              </a:gs>
              <a:gs pos="55376">
                <a:srgbClr val="627D8D"/>
              </a:gs>
              <a:gs pos="96421">
                <a:srgbClr val="98ABB7"/>
              </a:gs>
              <a:gs pos="100000">
                <a:srgbClr val="98ABB7"/>
              </a:gs>
            </a:gsLst>
            <a:lin ang="1983350" scaled="0"/>
          </a:gradFill>
          <a:ln>
            <a:noFill/>
          </a:ln>
        </p:spPr>
      </p:sp>
      <p:sp>
        <p:nvSpPr>
          <p:cNvPr id="144" name="!!path-9ix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0000"/>
                </a:srgbClr>
              </a:gs>
              <a:gs pos="4764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83333" t="79291" r="16667" b="20709"/>
            </a:path>
          </a:gradFill>
          <a:ln>
            <a:noFill/>
          </a:ln>
        </p:spPr>
      </p:sp>
      <p:sp>
        <p:nvSpPr>
          <p:cNvPr id="145" name="!!line-9iy"/>
          <p:cNvSpPr/>
          <p:nvPr/>
        </p:nvSpPr>
        <p:spPr>
          <a:xfrm>
            <a:off x="549046" y="363017"/>
            <a:ext cx="1" cy="153619"/>
          </a:xfrm>
          <a:custGeom>
            <a:avLst/>
            <a:gdLst/>
            <a:ahLst/>
            <a:cxnLst/>
            <a:rect l="l" t="t" r="r" b="b"/>
            <a:pathLst>
              <a:path w="1" h="153619">
                <a:moveTo>
                  <a:pt x="0" y="0"/>
                </a:moveTo>
                <a:lnTo>
                  <a:pt x="0" y="153619"/>
                </a:lnTo>
              </a:path>
            </a:pathLst>
          </a:custGeom>
          <a:solidFill>
            <a:srgbClr val="000000"/>
          </a:solidFill>
          <a:ln w="6909" cap="rnd">
            <a:solidFill>
              <a:srgbClr val="C9D3D9"/>
            </a:solidFill>
            <a:prstDash val="solid"/>
            <a:miter lim="800000"/>
          </a:ln>
        </p:spPr>
      </p:sp>
      <p:sp>
        <p:nvSpPr>
          <p:cNvPr id="146" name="!!path-9iz"/>
          <p:cNvSpPr/>
          <p:nvPr/>
        </p:nvSpPr>
        <p:spPr>
          <a:xfrm>
            <a:off x="657962" y="442062"/>
            <a:ext cx="25400" cy="37998"/>
          </a:xfrm>
          <a:custGeom>
            <a:avLst/>
            <a:gdLst/>
            <a:ahLst/>
            <a:cxnLst/>
            <a:rect l="l" t="t" r="r" b="b"/>
            <a:pathLst>
              <a:path w="25400" h="37998">
                <a:moveTo>
                  <a:pt x="0" y="2642"/>
                </a:moveTo>
                <a:lnTo>
                  <a:pt x="15240" y="0"/>
                </a:lnTo>
                <a:lnTo>
                  <a:pt x="25400" y="37186"/>
                </a:lnTo>
                <a:lnTo>
                  <a:pt x="7518" y="37998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 w="1016" cap="flat">
            <a:solidFill>
              <a:srgbClr val="FFFFFF">
                <a:alpha val="55000"/>
              </a:srgbClr>
            </a:solidFill>
            <a:prstDash val="solid"/>
            <a:round/>
          </a:ln>
        </p:spPr>
      </p:sp>
      <p:sp>
        <p:nvSpPr>
          <p:cNvPr id="147" name="!!text-9j0" descr="救「舊」我的書"/>
          <p:cNvSpPr txBox="1"/>
          <p:nvPr/>
        </p:nvSpPr>
        <p:spPr>
          <a:xfrm>
            <a:off x="805879" y="251460"/>
            <a:ext cx="1120140" cy="25745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400" b="1" kern="0" spc="-70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救</a:t>
            </a:r>
            <a:r>
              <a:rPr lang="zh-TW" altLang="en-US" sz="14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「舊</a:t>
            </a:r>
            <a:r>
              <a:rPr lang="zh-TW" altLang="en-US" sz="1400" b="1" kern="0" spc="-70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」</a:t>
            </a:r>
            <a:r>
              <a:rPr lang="zh-TW" altLang="en-US" sz="14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我的書</a:t>
            </a:r>
            <a:endParaRPr lang="zh-TW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fast" p14:dur="1300" advTm="0">
        <p159:morph option="byObject"/>
      </p:transition>
    </mc:Choice>
    <mc:Fallback>
      <p:transition spd="fast" advTm="0"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139.8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rect-1q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7"/>
          </a:solidFill>
          <a:ln>
            <a:noFill/>
          </a:ln>
        </p:spPr>
      </p:sp>
      <p:sp>
        <p:nvSpPr>
          <p:cNvPr id="3" name="!!ellipse-1q2"/>
          <p:cNvSpPr/>
          <p:nvPr/>
        </p:nvSpPr>
        <p:spPr>
          <a:xfrm>
            <a:off x="-889000" y="-952500"/>
            <a:ext cx="13970000" cy="7874000"/>
          </a:xfrm>
          <a:prstGeom prst="ellipse">
            <a:avLst/>
          </a:prstGeom>
          <a:gradFill rotWithShape="1">
            <a:gsLst>
              <a:gs pos="0">
                <a:srgbClr val="FFFFFF">
                  <a:alpha val="95000"/>
                </a:srgbClr>
              </a:gs>
              <a:gs pos="40865">
                <a:srgbClr val="FFFFFF">
                  <a:alpha val="35000"/>
                </a:srgbClr>
              </a:gs>
              <a:gs pos="68108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!!rect-1q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P1"/>
            <a:srcRect/>
            <a:tile tx="1749" ty="192354" sx="16667" sy="16667" flip="none" algn="tl"/>
          </a:blipFill>
          <a:ln>
            <a:noFill/>
          </a:ln>
        </p:spPr>
      </p:sp>
      <p:sp>
        <p:nvSpPr>
          <p:cNvPr id="5" name="!!circle-1ql"/>
          <p:cNvSpPr/>
          <p:nvPr/>
        </p:nvSpPr>
        <p:spPr>
          <a:xfrm>
            <a:off x="6691617" y="-1866303"/>
            <a:ext cx="1943316" cy="1943316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" name="!!circle-1qu"/>
          <p:cNvSpPr/>
          <p:nvPr/>
        </p:nvSpPr>
        <p:spPr>
          <a:xfrm>
            <a:off x="5889804" y="-136519"/>
            <a:ext cx="2335771" cy="2335771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7" name="!!circle-1qx"/>
          <p:cNvSpPr/>
          <p:nvPr/>
        </p:nvSpPr>
        <p:spPr>
          <a:xfrm>
            <a:off x="334905" y="5913482"/>
            <a:ext cx="1128039" cy="1128039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8" name="!!circle-1r8"/>
          <p:cNvSpPr/>
          <p:nvPr/>
        </p:nvSpPr>
        <p:spPr>
          <a:xfrm>
            <a:off x="790469" y="5809641"/>
            <a:ext cx="2785275" cy="2785275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9" name="!!circle-1rd"/>
          <p:cNvSpPr/>
          <p:nvPr/>
        </p:nvSpPr>
        <p:spPr>
          <a:xfrm>
            <a:off x="1873091" y="1934489"/>
            <a:ext cx="2084946" cy="2084946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0" name="!!rect-1sh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5F7">
                  <a:alpha val="0"/>
                </a:srgbClr>
              </a:gs>
              <a:gs pos="20428">
                <a:srgbClr val="F3F5F7">
                  <a:alpha val="0"/>
                </a:srgbClr>
              </a:gs>
              <a:gs pos="66730">
                <a:srgbClr val="F3F5F7"/>
              </a:gs>
              <a:gs pos="100000">
                <a:srgbClr val="F3F5F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1" name="!!circle-1sm"/>
          <p:cNvSpPr/>
          <p:nvPr/>
        </p:nvSpPr>
        <p:spPr>
          <a:xfrm>
            <a:off x="5548783" y="1223601"/>
            <a:ext cx="36055" cy="36055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12" name="!!circle-1sp"/>
          <p:cNvSpPr/>
          <p:nvPr/>
        </p:nvSpPr>
        <p:spPr>
          <a:xfrm>
            <a:off x="9315501" y="3115080"/>
            <a:ext cx="24295" cy="24295"/>
          </a:xfrm>
          <a:prstGeom prst="ellipse">
            <a:avLst/>
          </a:prstGeom>
          <a:solidFill>
            <a:srgbClr val="627D8D">
              <a:alpha val="18100"/>
            </a:srgbClr>
          </a:solidFill>
          <a:ln>
            <a:noFill/>
          </a:ln>
        </p:spPr>
      </p:sp>
      <p:sp>
        <p:nvSpPr>
          <p:cNvPr id="13" name="!!circle-1ss"/>
          <p:cNvSpPr/>
          <p:nvPr/>
        </p:nvSpPr>
        <p:spPr>
          <a:xfrm>
            <a:off x="3478178" y="6335780"/>
            <a:ext cx="25959" cy="25959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14" name="!!circle-1sv"/>
          <p:cNvSpPr/>
          <p:nvPr/>
        </p:nvSpPr>
        <p:spPr>
          <a:xfrm>
            <a:off x="2008508" y="1698826"/>
            <a:ext cx="35878" cy="35878"/>
          </a:xfrm>
          <a:prstGeom prst="ellipse">
            <a:avLst/>
          </a:prstGeom>
          <a:solidFill>
            <a:srgbClr val="627D8D">
              <a:alpha val="26800"/>
            </a:srgbClr>
          </a:solidFill>
          <a:ln>
            <a:noFill/>
          </a:ln>
        </p:spPr>
      </p:sp>
      <p:sp>
        <p:nvSpPr>
          <p:cNvPr id="15" name="!!circle-1sy"/>
          <p:cNvSpPr/>
          <p:nvPr/>
        </p:nvSpPr>
        <p:spPr>
          <a:xfrm>
            <a:off x="6874574" y="3588832"/>
            <a:ext cx="40234" cy="40234"/>
          </a:xfrm>
          <a:prstGeom prst="ellipse">
            <a:avLst/>
          </a:prstGeom>
          <a:solidFill>
            <a:srgbClr val="627D8D">
              <a:alpha val="31300"/>
            </a:srgbClr>
          </a:solidFill>
          <a:ln>
            <a:noFill/>
          </a:ln>
        </p:spPr>
      </p:sp>
      <p:sp>
        <p:nvSpPr>
          <p:cNvPr id="16" name="!!circle-1t4"/>
          <p:cNvSpPr/>
          <p:nvPr/>
        </p:nvSpPr>
        <p:spPr>
          <a:xfrm>
            <a:off x="1211603" y="4704277"/>
            <a:ext cx="29959" cy="29959"/>
          </a:xfrm>
          <a:prstGeom prst="ellipse">
            <a:avLst/>
          </a:prstGeom>
          <a:solidFill>
            <a:srgbClr val="627D8D">
              <a:alpha val="19400"/>
            </a:srgbClr>
          </a:solidFill>
          <a:ln>
            <a:noFill/>
          </a:ln>
        </p:spPr>
      </p:sp>
      <p:sp>
        <p:nvSpPr>
          <p:cNvPr id="17" name="!!circle-1t7"/>
          <p:cNvSpPr/>
          <p:nvPr/>
        </p:nvSpPr>
        <p:spPr>
          <a:xfrm>
            <a:off x="8434820" y="4383513"/>
            <a:ext cx="28702" cy="28702"/>
          </a:xfrm>
          <a:prstGeom prst="ellipse">
            <a:avLst/>
          </a:prstGeom>
          <a:solidFill>
            <a:srgbClr val="627D8D">
              <a:alpha val="17800"/>
            </a:srgbClr>
          </a:solidFill>
          <a:ln>
            <a:noFill/>
          </a:ln>
        </p:spPr>
      </p:sp>
      <p:sp>
        <p:nvSpPr>
          <p:cNvPr id="18" name="!!circle-1ta"/>
          <p:cNvSpPr/>
          <p:nvPr/>
        </p:nvSpPr>
        <p:spPr>
          <a:xfrm>
            <a:off x="10963831" y="1741462"/>
            <a:ext cx="24066" cy="24066"/>
          </a:xfrm>
          <a:prstGeom prst="ellipse">
            <a:avLst/>
          </a:prstGeom>
          <a:solidFill>
            <a:srgbClr val="627D8D">
              <a:alpha val="23900"/>
            </a:srgbClr>
          </a:solidFill>
          <a:ln>
            <a:noFill/>
          </a:ln>
        </p:spPr>
      </p:sp>
      <p:sp>
        <p:nvSpPr>
          <p:cNvPr id="19" name="!!circle-1td"/>
          <p:cNvSpPr/>
          <p:nvPr/>
        </p:nvSpPr>
        <p:spPr>
          <a:xfrm>
            <a:off x="8467886" y="5625606"/>
            <a:ext cx="35865" cy="35865"/>
          </a:xfrm>
          <a:prstGeom prst="ellipse">
            <a:avLst/>
          </a:prstGeom>
          <a:solidFill>
            <a:srgbClr val="627D8D">
              <a:alpha val="28200"/>
            </a:srgbClr>
          </a:solidFill>
          <a:ln>
            <a:noFill/>
          </a:ln>
        </p:spPr>
      </p:sp>
      <p:sp>
        <p:nvSpPr>
          <p:cNvPr id="20" name="!!circle-1tg"/>
          <p:cNvSpPr/>
          <p:nvPr/>
        </p:nvSpPr>
        <p:spPr>
          <a:xfrm>
            <a:off x="1522773" y="2730907"/>
            <a:ext cx="39218" cy="39218"/>
          </a:xfrm>
          <a:prstGeom prst="ellipse">
            <a:avLst/>
          </a:prstGeom>
          <a:solidFill>
            <a:srgbClr val="627D8D">
              <a:alpha val="29600"/>
            </a:srgbClr>
          </a:solidFill>
          <a:ln>
            <a:noFill/>
          </a:ln>
        </p:spPr>
      </p:sp>
      <p:sp>
        <p:nvSpPr>
          <p:cNvPr id="21" name="!!circle-1tj"/>
          <p:cNvSpPr/>
          <p:nvPr/>
        </p:nvSpPr>
        <p:spPr>
          <a:xfrm>
            <a:off x="7051227" y="5798601"/>
            <a:ext cx="49733" cy="49733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2" name="!!circle-1tm"/>
          <p:cNvSpPr/>
          <p:nvPr/>
        </p:nvSpPr>
        <p:spPr>
          <a:xfrm>
            <a:off x="6434002" y="1485309"/>
            <a:ext cx="41694" cy="41694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3" name="!!circle-1tp"/>
          <p:cNvSpPr/>
          <p:nvPr/>
        </p:nvSpPr>
        <p:spPr>
          <a:xfrm>
            <a:off x="6799355" y="4897102"/>
            <a:ext cx="31979" cy="31979"/>
          </a:xfrm>
          <a:prstGeom prst="ellipse">
            <a:avLst/>
          </a:prstGeom>
          <a:solidFill>
            <a:srgbClr val="627D8D">
              <a:alpha val="24100"/>
            </a:srgbClr>
          </a:solidFill>
          <a:ln>
            <a:noFill/>
          </a:ln>
        </p:spPr>
      </p:sp>
      <p:sp>
        <p:nvSpPr>
          <p:cNvPr id="24" name="!!circle-1ts"/>
          <p:cNvSpPr/>
          <p:nvPr/>
        </p:nvSpPr>
        <p:spPr>
          <a:xfrm>
            <a:off x="3913392" y="743118"/>
            <a:ext cx="18085" cy="18085"/>
          </a:xfrm>
          <a:prstGeom prst="ellipse">
            <a:avLst/>
          </a:prstGeom>
          <a:solidFill>
            <a:srgbClr val="627D8D">
              <a:alpha val="10500"/>
            </a:srgbClr>
          </a:solidFill>
          <a:ln>
            <a:noFill/>
          </a:ln>
        </p:spPr>
      </p:sp>
      <p:sp>
        <p:nvSpPr>
          <p:cNvPr id="25" name="!!circle-1ty"/>
          <p:cNvSpPr/>
          <p:nvPr/>
        </p:nvSpPr>
        <p:spPr>
          <a:xfrm>
            <a:off x="3482469" y="6090086"/>
            <a:ext cx="39243" cy="39243"/>
          </a:xfrm>
          <a:prstGeom prst="ellipse">
            <a:avLst/>
          </a:prstGeom>
          <a:solidFill>
            <a:srgbClr val="627D8D">
              <a:alpha val="27700"/>
            </a:srgbClr>
          </a:solidFill>
          <a:ln>
            <a:noFill/>
          </a:ln>
        </p:spPr>
      </p:sp>
      <p:sp>
        <p:nvSpPr>
          <p:cNvPr id="26" name="!!circle-1u1"/>
          <p:cNvSpPr/>
          <p:nvPr/>
        </p:nvSpPr>
        <p:spPr>
          <a:xfrm>
            <a:off x="1642749" y="6463390"/>
            <a:ext cx="34519" cy="34519"/>
          </a:xfrm>
          <a:prstGeom prst="ellipse">
            <a:avLst/>
          </a:prstGeom>
          <a:solidFill>
            <a:srgbClr val="627D8D">
              <a:alpha val="22500"/>
            </a:srgbClr>
          </a:solidFill>
          <a:ln>
            <a:noFill/>
          </a:ln>
        </p:spPr>
      </p:sp>
      <p:sp>
        <p:nvSpPr>
          <p:cNvPr id="27" name="!!circle-1u4"/>
          <p:cNvSpPr/>
          <p:nvPr/>
        </p:nvSpPr>
        <p:spPr>
          <a:xfrm>
            <a:off x="2712795" y="4878731"/>
            <a:ext cx="46228" cy="46228"/>
          </a:xfrm>
          <a:prstGeom prst="ellipse">
            <a:avLst/>
          </a:prstGeom>
          <a:solidFill>
            <a:srgbClr val="627D8D">
              <a:alpha val="26200"/>
            </a:srgbClr>
          </a:solidFill>
          <a:ln>
            <a:noFill/>
          </a:ln>
        </p:spPr>
      </p:sp>
      <p:sp>
        <p:nvSpPr>
          <p:cNvPr id="28" name="!!circle-1u7"/>
          <p:cNvSpPr/>
          <p:nvPr/>
        </p:nvSpPr>
        <p:spPr>
          <a:xfrm>
            <a:off x="7432730" y="4641326"/>
            <a:ext cx="49327" cy="49327"/>
          </a:xfrm>
          <a:prstGeom prst="ellipse">
            <a:avLst/>
          </a:prstGeom>
          <a:solidFill>
            <a:srgbClr val="627D8D">
              <a:alpha val="20800"/>
            </a:srgbClr>
          </a:solidFill>
          <a:ln>
            <a:noFill/>
          </a:ln>
        </p:spPr>
      </p:sp>
      <p:sp>
        <p:nvSpPr>
          <p:cNvPr id="29" name="!!circle-1ua"/>
          <p:cNvSpPr/>
          <p:nvPr/>
        </p:nvSpPr>
        <p:spPr>
          <a:xfrm>
            <a:off x="9697685" y="5290182"/>
            <a:ext cx="24054" cy="24054"/>
          </a:xfrm>
          <a:prstGeom prst="ellipse">
            <a:avLst/>
          </a:prstGeom>
          <a:solidFill>
            <a:srgbClr val="627D8D">
              <a:alpha val="22200"/>
            </a:srgbClr>
          </a:solidFill>
          <a:ln>
            <a:noFill/>
          </a:ln>
        </p:spPr>
      </p:sp>
      <p:sp>
        <p:nvSpPr>
          <p:cNvPr id="30" name="!!circle-1ud"/>
          <p:cNvSpPr/>
          <p:nvPr/>
        </p:nvSpPr>
        <p:spPr>
          <a:xfrm>
            <a:off x="2011272" y="1358332"/>
            <a:ext cx="32271" cy="32271"/>
          </a:xfrm>
          <a:prstGeom prst="ellipse">
            <a:avLst/>
          </a:prstGeom>
          <a:solidFill>
            <a:srgbClr val="627D8D">
              <a:alpha val="20500"/>
            </a:srgbClr>
          </a:solidFill>
          <a:ln>
            <a:noFill/>
          </a:ln>
        </p:spPr>
      </p:sp>
      <p:sp>
        <p:nvSpPr>
          <p:cNvPr id="31" name="!!circle-1uj"/>
          <p:cNvSpPr/>
          <p:nvPr/>
        </p:nvSpPr>
        <p:spPr>
          <a:xfrm>
            <a:off x="2062019" y="2281411"/>
            <a:ext cx="34252" cy="34252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32" name="!!circle-1um"/>
          <p:cNvSpPr/>
          <p:nvPr/>
        </p:nvSpPr>
        <p:spPr>
          <a:xfrm>
            <a:off x="9598191" y="4079154"/>
            <a:ext cx="44196" cy="44196"/>
          </a:xfrm>
          <a:prstGeom prst="ellipse">
            <a:avLst/>
          </a:prstGeom>
          <a:solidFill>
            <a:srgbClr val="627D8D">
              <a:alpha val="21700"/>
            </a:srgbClr>
          </a:solidFill>
          <a:ln>
            <a:noFill/>
          </a:ln>
        </p:spPr>
      </p:sp>
      <p:sp>
        <p:nvSpPr>
          <p:cNvPr id="33" name="!!circle-1up"/>
          <p:cNvSpPr/>
          <p:nvPr/>
        </p:nvSpPr>
        <p:spPr>
          <a:xfrm>
            <a:off x="6757439" y="1707040"/>
            <a:ext cx="35192" cy="35192"/>
          </a:xfrm>
          <a:prstGeom prst="ellipse">
            <a:avLst/>
          </a:prstGeom>
          <a:solidFill>
            <a:srgbClr val="627D8D">
              <a:alpha val="27100"/>
            </a:srgbClr>
          </a:solidFill>
          <a:ln>
            <a:noFill/>
          </a:ln>
        </p:spPr>
      </p:sp>
      <p:sp>
        <p:nvSpPr>
          <p:cNvPr id="34" name="!!circle-1us"/>
          <p:cNvSpPr/>
          <p:nvPr/>
        </p:nvSpPr>
        <p:spPr>
          <a:xfrm>
            <a:off x="10202739" y="5180993"/>
            <a:ext cx="43358" cy="43358"/>
          </a:xfrm>
          <a:prstGeom prst="ellipse">
            <a:avLst/>
          </a:prstGeom>
          <a:solidFill>
            <a:srgbClr val="627D8D">
              <a:alpha val="19500"/>
            </a:srgbClr>
          </a:solidFill>
          <a:ln>
            <a:noFill/>
          </a:ln>
        </p:spPr>
      </p:sp>
      <p:sp>
        <p:nvSpPr>
          <p:cNvPr id="35" name="!!circle-1uv"/>
          <p:cNvSpPr/>
          <p:nvPr/>
        </p:nvSpPr>
        <p:spPr>
          <a:xfrm>
            <a:off x="3209552" y="1958133"/>
            <a:ext cx="33528" cy="33528"/>
          </a:xfrm>
          <a:prstGeom prst="ellipse">
            <a:avLst/>
          </a:prstGeom>
          <a:solidFill>
            <a:srgbClr val="627D8D">
              <a:alpha val="28300"/>
            </a:srgbClr>
          </a:solidFill>
          <a:ln>
            <a:noFill/>
          </a:ln>
        </p:spPr>
      </p:sp>
      <p:sp>
        <p:nvSpPr>
          <p:cNvPr id="36" name="!!circle-1uy"/>
          <p:cNvSpPr/>
          <p:nvPr/>
        </p:nvSpPr>
        <p:spPr>
          <a:xfrm>
            <a:off x="6837948" y="2549784"/>
            <a:ext cx="28956" cy="28956"/>
          </a:xfrm>
          <a:prstGeom prst="ellipse">
            <a:avLst/>
          </a:prstGeom>
          <a:solidFill>
            <a:srgbClr val="627D8D">
              <a:alpha val="21800"/>
            </a:srgbClr>
          </a:solidFill>
          <a:ln>
            <a:noFill/>
          </a:ln>
        </p:spPr>
      </p:sp>
      <p:sp>
        <p:nvSpPr>
          <p:cNvPr id="37" name="!!circle-1v1"/>
          <p:cNvSpPr/>
          <p:nvPr/>
        </p:nvSpPr>
        <p:spPr>
          <a:xfrm>
            <a:off x="7021710" y="6213449"/>
            <a:ext cx="45555" cy="45555"/>
          </a:xfrm>
          <a:prstGeom prst="ellipse">
            <a:avLst/>
          </a:prstGeom>
          <a:solidFill>
            <a:srgbClr val="627D8D">
              <a:alpha val="20900"/>
            </a:srgbClr>
          </a:solidFill>
          <a:ln>
            <a:noFill/>
          </a:ln>
        </p:spPr>
      </p:sp>
      <p:sp>
        <p:nvSpPr>
          <p:cNvPr id="38" name="!!circle-1v4"/>
          <p:cNvSpPr/>
          <p:nvPr/>
        </p:nvSpPr>
        <p:spPr>
          <a:xfrm>
            <a:off x="11294516" y="3055419"/>
            <a:ext cx="39484" cy="39484"/>
          </a:xfrm>
          <a:prstGeom prst="ellipse">
            <a:avLst/>
          </a:prstGeom>
          <a:solidFill>
            <a:srgbClr val="627D8D">
              <a:alpha val="13600"/>
            </a:srgbClr>
          </a:solidFill>
          <a:ln>
            <a:noFill/>
          </a:ln>
        </p:spPr>
      </p:sp>
      <p:sp>
        <p:nvSpPr>
          <p:cNvPr id="39" name="!!circle-1v7"/>
          <p:cNvSpPr/>
          <p:nvPr/>
        </p:nvSpPr>
        <p:spPr>
          <a:xfrm>
            <a:off x="7481044" y="5565907"/>
            <a:ext cx="30455" cy="30455"/>
          </a:xfrm>
          <a:prstGeom prst="ellipse">
            <a:avLst/>
          </a:prstGeom>
          <a:solidFill>
            <a:srgbClr val="627D8D">
              <a:alpha val="16500"/>
            </a:srgbClr>
          </a:solidFill>
          <a:ln>
            <a:noFill/>
          </a:ln>
        </p:spPr>
      </p:sp>
      <p:sp>
        <p:nvSpPr>
          <p:cNvPr id="40" name="!!circle-1va"/>
          <p:cNvSpPr/>
          <p:nvPr/>
        </p:nvSpPr>
        <p:spPr>
          <a:xfrm>
            <a:off x="8987231" y="6327581"/>
            <a:ext cx="28257" cy="28257"/>
          </a:xfrm>
          <a:prstGeom prst="ellipse">
            <a:avLst/>
          </a:prstGeom>
          <a:solidFill>
            <a:srgbClr val="627D8D">
              <a:alpha val="15700"/>
            </a:srgbClr>
          </a:solidFill>
          <a:ln>
            <a:noFill/>
          </a:ln>
        </p:spPr>
      </p:sp>
      <p:sp>
        <p:nvSpPr>
          <p:cNvPr id="41" name="!!circle-1vd"/>
          <p:cNvSpPr/>
          <p:nvPr/>
        </p:nvSpPr>
        <p:spPr>
          <a:xfrm>
            <a:off x="11432986" y="4972988"/>
            <a:ext cx="45149" cy="45149"/>
          </a:xfrm>
          <a:prstGeom prst="ellipse">
            <a:avLst/>
          </a:prstGeom>
          <a:solidFill>
            <a:srgbClr val="627D8D">
              <a:alpha val="31200"/>
            </a:srgbClr>
          </a:solidFill>
          <a:ln>
            <a:noFill/>
          </a:ln>
        </p:spPr>
      </p:sp>
      <p:sp>
        <p:nvSpPr>
          <p:cNvPr id="42" name="!!circle-1vg"/>
          <p:cNvSpPr/>
          <p:nvPr/>
        </p:nvSpPr>
        <p:spPr>
          <a:xfrm>
            <a:off x="3472273" y="2930360"/>
            <a:ext cx="30696" cy="30696"/>
          </a:xfrm>
          <a:prstGeom prst="ellipse">
            <a:avLst/>
          </a:prstGeom>
          <a:solidFill>
            <a:srgbClr val="627D8D">
              <a:alpha val="25700"/>
            </a:srgbClr>
          </a:solidFill>
          <a:ln>
            <a:noFill/>
          </a:ln>
        </p:spPr>
      </p:sp>
      <p:sp>
        <p:nvSpPr>
          <p:cNvPr id="43" name="!!circle-1vj"/>
          <p:cNvSpPr/>
          <p:nvPr/>
        </p:nvSpPr>
        <p:spPr>
          <a:xfrm>
            <a:off x="8820945" y="3447647"/>
            <a:ext cx="37401" cy="37401"/>
          </a:xfrm>
          <a:prstGeom prst="ellipse">
            <a:avLst/>
          </a:prstGeom>
          <a:solidFill>
            <a:srgbClr val="627D8D">
              <a:alpha val="16000"/>
            </a:srgbClr>
          </a:solidFill>
          <a:ln>
            <a:noFill/>
          </a:ln>
        </p:spPr>
      </p:sp>
      <p:sp>
        <p:nvSpPr>
          <p:cNvPr id="44" name="!!circle-1vm"/>
          <p:cNvSpPr/>
          <p:nvPr/>
        </p:nvSpPr>
        <p:spPr>
          <a:xfrm>
            <a:off x="1820681" y="4334387"/>
            <a:ext cx="33096" cy="33096"/>
          </a:xfrm>
          <a:prstGeom prst="ellipse">
            <a:avLst/>
          </a:prstGeom>
          <a:solidFill>
            <a:srgbClr val="627D8D">
              <a:alpha val="22300"/>
            </a:srgbClr>
          </a:solidFill>
          <a:ln>
            <a:noFill/>
          </a:ln>
        </p:spPr>
      </p:sp>
      <p:sp>
        <p:nvSpPr>
          <p:cNvPr id="45" name="!!circle-1vp"/>
          <p:cNvSpPr/>
          <p:nvPr/>
        </p:nvSpPr>
        <p:spPr>
          <a:xfrm>
            <a:off x="11572182" y="455228"/>
            <a:ext cx="21145" cy="21145"/>
          </a:xfrm>
          <a:prstGeom prst="ellipse">
            <a:avLst/>
          </a:prstGeom>
          <a:solidFill>
            <a:srgbClr val="627D8D">
              <a:alpha val="16300"/>
            </a:srgbClr>
          </a:solidFill>
          <a:ln>
            <a:noFill/>
          </a:ln>
        </p:spPr>
      </p:sp>
      <p:sp>
        <p:nvSpPr>
          <p:cNvPr id="46" name="!!circle-1vs"/>
          <p:cNvSpPr/>
          <p:nvPr/>
        </p:nvSpPr>
        <p:spPr>
          <a:xfrm>
            <a:off x="11075428" y="5443418"/>
            <a:ext cx="35281" cy="35281"/>
          </a:xfrm>
          <a:prstGeom prst="ellipse">
            <a:avLst/>
          </a:prstGeom>
          <a:solidFill>
            <a:srgbClr val="627D8D">
              <a:alpha val="30000"/>
            </a:srgbClr>
          </a:solidFill>
          <a:ln>
            <a:noFill/>
          </a:ln>
        </p:spPr>
      </p:sp>
      <p:sp>
        <p:nvSpPr>
          <p:cNvPr id="47" name="!!text-5e3" descr="交易安全"/>
          <p:cNvSpPr txBox="1"/>
          <p:nvPr/>
        </p:nvSpPr>
        <p:spPr>
          <a:xfrm>
            <a:off x="637241" y="570884"/>
            <a:ext cx="723678" cy="22486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23" b="1" kern="0" spc="147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交易安</a:t>
            </a:r>
            <a:r>
              <a:rPr lang="zh-TW" altLang="en-US" sz="1223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全</a:t>
            </a:r>
            <a:endParaRPr lang="zh-TW" sz="1223"/>
          </a:p>
        </p:txBody>
      </p:sp>
      <p:sp>
        <p:nvSpPr>
          <p:cNvPr id="48" name="!!text-5ed" descr="可疑訊息，即時提醒"/>
          <p:cNvSpPr txBox="1"/>
          <p:nvPr/>
        </p:nvSpPr>
        <p:spPr>
          <a:xfrm>
            <a:off x="637241" y="844722"/>
            <a:ext cx="4109122" cy="67460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3668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可疑訊</a:t>
            </a:r>
            <a:r>
              <a:rPr lang="zh-TW" altLang="en-US" sz="3668" kern="0" spc="-1101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息</a:t>
            </a:r>
            <a:r>
              <a:rPr lang="zh-TW" altLang="en-US" sz="3668" kern="0" spc="-66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，</a:t>
            </a:r>
            <a:r>
              <a:rPr lang="zh-TW" altLang="en-US" sz="3668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即時提醒</a:t>
            </a:r>
            <a:endParaRPr lang="zh-TW" sz="3668"/>
          </a:p>
        </p:txBody>
      </p:sp>
      <p:sp>
        <p:nvSpPr>
          <p:cNvPr id="49" name="!!text-5er" descr="偵測站外聯絡、私下付款與常見詐騙話術，提醒雙方留在平台交易。"/>
          <p:cNvSpPr txBox="1"/>
          <p:nvPr/>
        </p:nvSpPr>
        <p:spPr>
          <a:xfrm>
            <a:off x="637241" y="1574094"/>
            <a:ext cx="5881821" cy="28108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529" kern="0" dirty="0">
                <a:solidFill>
                  <a:srgbClr val="3F4A54"/>
                </a:solidFill>
                <a:latin typeface="Noto Sans TC Medium"/>
                <a:ea typeface="Noto Sans TC Medium"/>
                <a:cs typeface="Noto Sans TC Medium"/>
              </a:rPr>
              <a:t>偵測站外聯絡、私下付款與常見詐騙話術，提醒雙方留在平台交易。</a:t>
            </a:r>
            <a:endParaRPr lang="zh-TW" sz="1529"/>
          </a:p>
        </p:txBody>
      </p:sp>
      <p:sp>
        <p:nvSpPr>
          <p:cNvPr id="50" name="!!rect-5ft"/>
          <p:cNvSpPr/>
          <p:nvPr/>
        </p:nvSpPr>
        <p:spPr>
          <a:xfrm>
            <a:off x="1336072" y="2174570"/>
            <a:ext cx="4270629" cy="1928254"/>
          </a:xfrm>
          <a:prstGeom prst="roundRect">
            <a:avLst>
              <a:gd name="adj" fmla="val 9023"/>
            </a:avLst>
          </a:prstGeom>
          <a:solidFill>
            <a:srgbClr val="0B1A26">
              <a:alpha val="12000"/>
            </a:srgbClr>
          </a:solidFill>
          <a:ln>
            <a:noFill/>
          </a:ln>
          <a:effectLst>
            <a:softEdge rad="227767"/>
          </a:effectLst>
        </p:spPr>
      </p:sp>
      <p:sp>
        <p:nvSpPr>
          <p:cNvPr id="51" name="!!rect-5fu"/>
          <p:cNvSpPr/>
          <p:nvPr/>
        </p:nvSpPr>
        <p:spPr>
          <a:xfrm>
            <a:off x="1400778" y="2187511"/>
            <a:ext cx="4141216" cy="1747076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6471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52" name="!!circle-5fv"/>
          <p:cNvSpPr/>
          <p:nvPr/>
        </p:nvSpPr>
        <p:spPr>
          <a:xfrm>
            <a:off x="1581956" y="2355748"/>
            <a:ext cx="310591" cy="310591"/>
          </a:xfrm>
          <a:prstGeom prst="ellipse">
            <a:avLst/>
          </a:prstGeom>
          <a:solidFill>
            <a:srgbClr val="627D8D">
              <a:alpha val="12000"/>
            </a:srgbClr>
          </a:solidFill>
          <a:ln>
            <a:noFill/>
          </a:ln>
        </p:spPr>
      </p:sp>
      <p:sp>
        <p:nvSpPr>
          <p:cNvPr id="53" name="!!path-5fw"/>
          <p:cNvSpPr/>
          <p:nvPr/>
        </p:nvSpPr>
        <p:spPr>
          <a:xfrm>
            <a:off x="1673192" y="2446984"/>
            <a:ext cx="124489" cy="124489"/>
          </a:xfrm>
          <a:custGeom>
            <a:avLst/>
            <a:gdLst/>
            <a:ahLst/>
            <a:cxnLst/>
            <a:rect l="l" t="t" r="r" b="b"/>
            <a:pathLst>
              <a:path w="124489" h="124489">
                <a:moveTo>
                  <a:pt x="88971" y="78295"/>
                </a:moveTo>
                <a:lnTo>
                  <a:pt x="83348" y="78295"/>
                </a:lnTo>
                <a:lnTo>
                  <a:pt x="81355" y="76373"/>
                </a:lnTo>
                <a:cubicBezTo>
                  <a:pt x="88331" y="68259"/>
                  <a:pt x="92530" y="57725"/>
                  <a:pt x="92530" y="46265"/>
                </a:cubicBezTo>
                <a:cubicBezTo>
                  <a:pt x="92530" y="20713"/>
                  <a:pt x="71818" y="0"/>
                  <a:pt x="46265" y="0"/>
                </a:cubicBezTo>
                <a:cubicBezTo>
                  <a:pt x="20713" y="0"/>
                  <a:pt x="0" y="20713"/>
                  <a:pt x="0" y="46265"/>
                </a:cubicBezTo>
                <a:cubicBezTo>
                  <a:pt x="0" y="71818"/>
                  <a:pt x="20713" y="92530"/>
                  <a:pt x="46265" y="92530"/>
                </a:cubicBezTo>
                <a:cubicBezTo>
                  <a:pt x="57725" y="92530"/>
                  <a:pt x="68259" y="88331"/>
                  <a:pt x="76373" y="81355"/>
                </a:cubicBezTo>
                <a:lnTo>
                  <a:pt x="78295" y="83348"/>
                </a:lnTo>
                <a:lnTo>
                  <a:pt x="78295" y="88971"/>
                </a:lnTo>
                <a:lnTo>
                  <a:pt x="113883" y="124489"/>
                </a:lnTo>
                <a:lnTo>
                  <a:pt x="124489" y="113883"/>
                </a:lnTo>
                <a:lnTo>
                  <a:pt x="88971" y="78295"/>
                </a:lnTo>
                <a:close/>
                <a:moveTo>
                  <a:pt x="46265" y="78295"/>
                </a:moveTo>
                <a:cubicBezTo>
                  <a:pt x="28542" y="78295"/>
                  <a:pt x="14235" y="63988"/>
                  <a:pt x="14235" y="46265"/>
                </a:cubicBezTo>
                <a:cubicBezTo>
                  <a:pt x="14235" y="28542"/>
                  <a:pt x="28542" y="14235"/>
                  <a:pt x="46265" y="14235"/>
                </a:cubicBezTo>
                <a:cubicBezTo>
                  <a:pt x="63988" y="14235"/>
                  <a:pt x="78295" y="28542"/>
                  <a:pt x="78295" y="46265"/>
                </a:cubicBezTo>
                <a:cubicBezTo>
                  <a:pt x="78295" y="63988"/>
                  <a:pt x="63988" y="78295"/>
                  <a:pt x="46265" y="78295"/>
                </a:cubicBez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54" name="!!text-5fx" descr="規則式比對"/>
          <p:cNvSpPr txBox="1"/>
          <p:nvPr/>
        </p:nvSpPr>
        <p:spPr>
          <a:xfrm>
            <a:off x="1996078" y="2374125"/>
            <a:ext cx="891656" cy="24360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25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規則式比對</a:t>
            </a:r>
            <a:endParaRPr lang="zh-TW" sz="1325"/>
          </a:p>
        </p:txBody>
      </p:sp>
      <p:sp>
        <p:nvSpPr>
          <p:cNvPr id="55" name="!!rect-5g3"/>
          <p:cNvSpPr/>
          <p:nvPr/>
        </p:nvSpPr>
        <p:spPr>
          <a:xfrm>
            <a:off x="1607839" y="2808694"/>
            <a:ext cx="1203541" cy="28470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706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56" name="!!rect-5gd"/>
          <p:cNvSpPr/>
          <p:nvPr/>
        </p:nvSpPr>
        <p:spPr>
          <a:xfrm>
            <a:off x="1607839" y="2808694"/>
            <a:ext cx="1203541" cy="284709"/>
          </a:xfrm>
          <a:prstGeom prst="roundRect">
            <a:avLst>
              <a:gd name="adj" fmla="val 50000"/>
            </a:avLst>
          </a:prstGeom>
          <a:solidFill>
            <a:srgbClr val="D64545">
              <a:alpha val="10000"/>
            </a:srgbClr>
          </a:solidFill>
          <a:ln w="12941" cap="flat">
            <a:solidFill>
              <a:srgbClr val="D64545"/>
            </a:solidFill>
            <a:prstDash val="solid"/>
            <a:miter lim="800000"/>
          </a:ln>
        </p:spPr>
      </p:sp>
      <p:sp>
        <p:nvSpPr>
          <p:cNvPr id="57" name="!!text-5ge" descr="聯絡方式"/>
          <p:cNvSpPr txBox="1"/>
          <p:nvPr/>
        </p:nvSpPr>
        <p:spPr>
          <a:xfrm>
            <a:off x="1924901" y="2837682"/>
            <a:ext cx="612124" cy="2061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21" b="1" kern="0" dirty="0">
                <a:solidFill>
                  <a:srgbClr val="D64545"/>
                </a:solidFill>
                <a:latin typeface="Noto Sans TC"/>
                <a:ea typeface="Noto Sans TC"/>
                <a:cs typeface="Noto Sans TC"/>
              </a:rPr>
              <a:t>聯絡方式</a:t>
            </a:r>
            <a:endParaRPr lang="zh-TW" sz="1121"/>
          </a:p>
        </p:txBody>
      </p:sp>
      <p:sp>
        <p:nvSpPr>
          <p:cNvPr id="58" name="!!rect-5gj"/>
          <p:cNvSpPr/>
          <p:nvPr/>
        </p:nvSpPr>
        <p:spPr>
          <a:xfrm>
            <a:off x="2889028" y="2808694"/>
            <a:ext cx="1203541" cy="28470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706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59" name="!!rect-5gt"/>
          <p:cNvSpPr/>
          <p:nvPr/>
        </p:nvSpPr>
        <p:spPr>
          <a:xfrm>
            <a:off x="2889028" y="2808694"/>
            <a:ext cx="1203541" cy="284709"/>
          </a:xfrm>
          <a:prstGeom prst="roundRect">
            <a:avLst>
              <a:gd name="adj" fmla="val 50000"/>
            </a:avLst>
          </a:prstGeom>
          <a:solidFill>
            <a:srgbClr val="D64545">
              <a:alpha val="10000"/>
            </a:srgbClr>
          </a:solidFill>
          <a:ln w="12941" cap="flat">
            <a:solidFill>
              <a:srgbClr val="D64545"/>
            </a:solidFill>
            <a:prstDash val="solid"/>
            <a:miter lim="800000"/>
          </a:ln>
        </p:spPr>
      </p:sp>
      <p:sp>
        <p:nvSpPr>
          <p:cNvPr id="60" name="!!text-5gu" descr="付款資訊"/>
          <p:cNvSpPr txBox="1"/>
          <p:nvPr/>
        </p:nvSpPr>
        <p:spPr>
          <a:xfrm>
            <a:off x="3206090" y="2837682"/>
            <a:ext cx="612124" cy="2061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21" b="1" kern="0" dirty="0">
                <a:solidFill>
                  <a:srgbClr val="D64545"/>
                </a:solidFill>
                <a:latin typeface="Noto Sans TC"/>
                <a:ea typeface="Noto Sans TC"/>
                <a:cs typeface="Noto Sans TC"/>
              </a:rPr>
              <a:t>付款資訊</a:t>
            </a:r>
            <a:endParaRPr lang="zh-TW" sz="1121"/>
          </a:p>
        </p:txBody>
      </p:sp>
      <p:sp>
        <p:nvSpPr>
          <p:cNvPr id="61" name="!!rect-5gz"/>
          <p:cNvSpPr/>
          <p:nvPr/>
        </p:nvSpPr>
        <p:spPr>
          <a:xfrm>
            <a:off x="4170216" y="2808694"/>
            <a:ext cx="1203541" cy="28470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706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62" name="!!rect-5ha"/>
          <p:cNvSpPr/>
          <p:nvPr/>
        </p:nvSpPr>
        <p:spPr>
          <a:xfrm>
            <a:off x="4170216" y="2808694"/>
            <a:ext cx="1203541" cy="284709"/>
          </a:xfrm>
          <a:prstGeom prst="roundRect">
            <a:avLst>
              <a:gd name="adj" fmla="val 50000"/>
            </a:avLst>
          </a:prstGeom>
          <a:solidFill>
            <a:srgbClr val="D64545">
              <a:alpha val="10000"/>
            </a:srgbClr>
          </a:solidFill>
          <a:ln w="12941" cap="flat">
            <a:solidFill>
              <a:srgbClr val="D64545"/>
            </a:solidFill>
            <a:prstDash val="solid"/>
            <a:miter lim="800000"/>
          </a:ln>
        </p:spPr>
      </p:sp>
      <p:sp>
        <p:nvSpPr>
          <p:cNvPr id="63" name="!!text-5hb" descr="平台外交易"/>
          <p:cNvSpPr txBox="1"/>
          <p:nvPr/>
        </p:nvSpPr>
        <p:spPr>
          <a:xfrm>
            <a:off x="4416101" y="2837682"/>
            <a:ext cx="754478" cy="2061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21" b="1" kern="0" dirty="0">
                <a:solidFill>
                  <a:srgbClr val="D64545"/>
                </a:solidFill>
                <a:latin typeface="Noto Sans TC"/>
                <a:ea typeface="Noto Sans TC"/>
                <a:cs typeface="Noto Sans TC"/>
              </a:rPr>
              <a:t>平台外交易</a:t>
            </a:r>
            <a:endParaRPr lang="zh-TW" sz="1121"/>
          </a:p>
        </p:txBody>
      </p:sp>
      <p:sp>
        <p:nvSpPr>
          <p:cNvPr id="64" name="!!rect-5hh"/>
          <p:cNvSpPr/>
          <p:nvPr/>
        </p:nvSpPr>
        <p:spPr>
          <a:xfrm>
            <a:off x="1607839" y="3209874"/>
            <a:ext cx="1203541" cy="28470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706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65" name="!!text-5hi" descr="可疑連結"/>
          <p:cNvSpPr txBox="1"/>
          <p:nvPr/>
        </p:nvSpPr>
        <p:spPr>
          <a:xfrm>
            <a:off x="1924901" y="3238863"/>
            <a:ext cx="612124" cy="2061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21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可疑連結</a:t>
            </a:r>
            <a:endParaRPr lang="zh-TW" sz="1121"/>
          </a:p>
        </p:txBody>
      </p:sp>
      <p:sp>
        <p:nvSpPr>
          <p:cNvPr id="66" name="!!rect-5hn"/>
          <p:cNvSpPr/>
          <p:nvPr/>
        </p:nvSpPr>
        <p:spPr>
          <a:xfrm>
            <a:off x="2889028" y="3209874"/>
            <a:ext cx="1203541" cy="28470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706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67" name="!!text-5ho" descr="索取驗證資料"/>
          <p:cNvSpPr txBox="1"/>
          <p:nvPr/>
        </p:nvSpPr>
        <p:spPr>
          <a:xfrm>
            <a:off x="3063735" y="3238863"/>
            <a:ext cx="896832" cy="2061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21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索取驗證資料</a:t>
            </a:r>
            <a:endParaRPr lang="zh-TW" sz="1121"/>
          </a:p>
        </p:txBody>
      </p:sp>
      <p:sp>
        <p:nvSpPr>
          <p:cNvPr id="68" name="!!rect-5hv"/>
          <p:cNvSpPr/>
          <p:nvPr/>
        </p:nvSpPr>
        <p:spPr>
          <a:xfrm>
            <a:off x="4170216" y="3209874"/>
            <a:ext cx="1203541" cy="28470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706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69" name="!!text-5hw" descr="詐騙話術"/>
          <p:cNvSpPr txBox="1"/>
          <p:nvPr/>
        </p:nvSpPr>
        <p:spPr>
          <a:xfrm>
            <a:off x="4487278" y="3238863"/>
            <a:ext cx="612124" cy="2061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21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詐騙話術</a:t>
            </a:r>
            <a:endParaRPr lang="zh-TW" sz="1121"/>
          </a:p>
        </p:txBody>
      </p:sp>
      <p:sp>
        <p:nvSpPr>
          <p:cNvPr id="70" name="!!circle-5i8"/>
          <p:cNvSpPr/>
          <p:nvPr/>
        </p:nvSpPr>
        <p:spPr>
          <a:xfrm>
            <a:off x="1426661" y="4258120"/>
            <a:ext cx="284709" cy="284709"/>
          </a:xfrm>
          <a:prstGeom prst="ellipse">
            <a:avLst/>
          </a:prstGeom>
          <a:solidFill>
            <a:srgbClr val="D64545">
              <a:alpha val="10000"/>
            </a:srgbClr>
          </a:solidFill>
          <a:ln>
            <a:noFill/>
          </a:ln>
        </p:spPr>
      </p:sp>
      <p:sp>
        <p:nvSpPr>
          <p:cNvPr id="71" name="!!path-5i9"/>
          <p:cNvSpPr/>
          <p:nvPr/>
        </p:nvSpPr>
        <p:spPr>
          <a:xfrm>
            <a:off x="1516810" y="4335224"/>
            <a:ext cx="104359" cy="130448"/>
          </a:xfrm>
          <a:custGeom>
            <a:avLst/>
            <a:gdLst/>
            <a:ahLst/>
            <a:cxnLst/>
            <a:rect l="l" t="t" r="r" b="b"/>
            <a:pathLst>
              <a:path w="104359" h="130448">
                <a:moveTo>
                  <a:pt x="52179" y="0"/>
                </a:moveTo>
                <a:lnTo>
                  <a:pt x="0" y="19567"/>
                </a:lnTo>
                <a:lnTo>
                  <a:pt x="0" y="59289"/>
                </a:lnTo>
                <a:cubicBezTo>
                  <a:pt x="0" y="92227"/>
                  <a:pt x="22241" y="122948"/>
                  <a:pt x="52179" y="130448"/>
                </a:cubicBezTo>
                <a:cubicBezTo>
                  <a:pt x="82117" y="122948"/>
                  <a:pt x="104359" y="92227"/>
                  <a:pt x="104359" y="59289"/>
                </a:cubicBezTo>
                <a:lnTo>
                  <a:pt x="104359" y="19567"/>
                </a:lnTo>
                <a:lnTo>
                  <a:pt x="52179" y="0"/>
                </a:lnTo>
                <a:close/>
                <a:moveTo>
                  <a:pt x="58702" y="97836"/>
                </a:moveTo>
                <a:lnTo>
                  <a:pt x="45657" y="97836"/>
                </a:lnTo>
                <a:lnTo>
                  <a:pt x="45657" y="84791"/>
                </a:lnTo>
                <a:lnTo>
                  <a:pt x="58702" y="84791"/>
                </a:lnTo>
                <a:lnTo>
                  <a:pt x="58702" y="97836"/>
                </a:lnTo>
                <a:close/>
                <a:moveTo>
                  <a:pt x="58702" y="71747"/>
                </a:moveTo>
                <a:lnTo>
                  <a:pt x="45657" y="71747"/>
                </a:lnTo>
                <a:lnTo>
                  <a:pt x="45657" y="32612"/>
                </a:lnTo>
                <a:lnTo>
                  <a:pt x="58702" y="32612"/>
                </a:lnTo>
                <a:lnTo>
                  <a:pt x="58702" y="71747"/>
                </a:lnTo>
                <a:close/>
              </a:path>
            </a:pathLst>
          </a:custGeom>
          <a:solidFill>
            <a:srgbClr val="D64545"/>
          </a:solidFill>
          <a:ln>
            <a:noFill/>
          </a:ln>
        </p:spPr>
      </p:sp>
      <p:sp>
        <p:nvSpPr>
          <p:cNvPr id="72" name="!!text-5ia" descr="收訊方看到防詐提醒"/>
          <p:cNvSpPr txBox="1"/>
          <p:nvPr/>
        </p:nvSpPr>
        <p:spPr>
          <a:xfrm>
            <a:off x="1814900" y="4272096"/>
            <a:ext cx="1444249" cy="22486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23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收訊方看到防詐提醒</a:t>
            </a:r>
            <a:endParaRPr lang="zh-TW" sz="1223"/>
          </a:p>
        </p:txBody>
      </p:sp>
      <p:sp>
        <p:nvSpPr>
          <p:cNvPr id="73" name="!!circle-5io"/>
          <p:cNvSpPr/>
          <p:nvPr/>
        </p:nvSpPr>
        <p:spPr>
          <a:xfrm>
            <a:off x="1426661" y="4672241"/>
            <a:ext cx="284709" cy="284709"/>
          </a:xfrm>
          <a:prstGeom prst="ellipse">
            <a:avLst/>
          </a:prstGeom>
          <a:solidFill>
            <a:srgbClr val="D64545">
              <a:alpha val="10000"/>
            </a:srgbClr>
          </a:solidFill>
          <a:ln>
            <a:noFill/>
          </a:ln>
        </p:spPr>
      </p:sp>
      <p:sp>
        <p:nvSpPr>
          <p:cNvPr id="74" name="!!path-5ip"/>
          <p:cNvSpPr/>
          <p:nvPr/>
        </p:nvSpPr>
        <p:spPr>
          <a:xfrm>
            <a:off x="1503765" y="4749346"/>
            <a:ext cx="130448" cy="130448"/>
          </a:xfrm>
          <a:custGeom>
            <a:avLst/>
            <a:gdLst/>
            <a:ahLst/>
            <a:cxnLst/>
            <a:rect l="l" t="t" r="r" b="b"/>
            <a:pathLst>
              <a:path w="130448" h="130448">
                <a:moveTo>
                  <a:pt x="117403" y="0"/>
                </a:moveTo>
                <a:lnTo>
                  <a:pt x="13045" y="0"/>
                </a:lnTo>
                <a:cubicBezTo>
                  <a:pt x="5870" y="0"/>
                  <a:pt x="0" y="5870"/>
                  <a:pt x="0" y="13045"/>
                </a:cubicBezTo>
                <a:lnTo>
                  <a:pt x="0" y="130448"/>
                </a:lnTo>
                <a:lnTo>
                  <a:pt x="26090" y="104359"/>
                </a:lnTo>
                <a:lnTo>
                  <a:pt x="117403" y="104359"/>
                </a:lnTo>
                <a:cubicBezTo>
                  <a:pt x="124578" y="104359"/>
                  <a:pt x="130448" y="98488"/>
                  <a:pt x="130448" y="91314"/>
                </a:cubicBezTo>
                <a:lnTo>
                  <a:pt x="130448" y="13045"/>
                </a:lnTo>
                <a:cubicBezTo>
                  <a:pt x="130448" y="5870"/>
                  <a:pt x="124578" y="0"/>
                  <a:pt x="117403" y="0"/>
                </a:cubicBezTo>
                <a:close/>
                <a:moveTo>
                  <a:pt x="117403" y="91314"/>
                </a:moveTo>
                <a:lnTo>
                  <a:pt x="26090" y="91314"/>
                </a:lnTo>
                <a:lnTo>
                  <a:pt x="13045" y="104359"/>
                </a:lnTo>
                <a:lnTo>
                  <a:pt x="13045" y="13045"/>
                </a:lnTo>
                <a:lnTo>
                  <a:pt x="117403" y="13045"/>
                </a:lnTo>
                <a:lnTo>
                  <a:pt x="117403" y="91314"/>
                </a:lnTo>
                <a:close/>
              </a:path>
            </a:pathLst>
          </a:custGeom>
          <a:solidFill>
            <a:srgbClr val="D64545"/>
          </a:solidFill>
          <a:ln>
            <a:noFill/>
          </a:ln>
        </p:spPr>
      </p:sp>
      <p:sp>
        <p:nvSpPr>
          <p:cNvPr id="75" name="!!text-5iq" descr="聊天室顯示高風險橫幅"/>
          <p:cNvSpPr txBox="1"/>
          <p:nvPr/>
        </p:nvSpPr>
        <p:spPr>
          <a:xfrm>
            <a:off x="1814900" y="4686218"/>
            <a:ext cx="1599545" cy="22486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23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聊天室顯示高風險橫幅</a:t>
            </a:r>
            <a:endParaRPr lang="zh-TW" sz="1223"/>
          </a:p>
        </p:txBody>
      </p:sp>
      <p:sp>
        <p:nvSpPr>
          <p:cNvPr id="76" name="!!circle-5j5"/>
          <p:cNvSpPr/>
          <p:nvPr/>
        </p:nvSpPr>
        <p:spPr>
          <a:xfrm>
            <a:off x="1426661" y="5086363"/>
            <a:ext cx="284709" cy="284709"/>
          </a:xfrm>
          <a:prstGeom prst="ellipse">
            <a:avLst/>
          </a:prstGeom>
          <a:solidFill>
            <a:srgbClr val="D64545">
              <a:alpha val="10000"/>
            </a:srgbClr>
          </a:solidFill>
          <a:ln>
            <a:noFill/>
          </a:ln>
        </p:spPr>
      </p:sp>
      <p:sp>
        <p:nvSpPr>
          <p:cNvPr id="77" name="!!path-5j6"/>
          <p:cNvSpPr/>
          <p:nvPr/>
        </p:nvSpPr>
        <p:spPr>
          <a:xfrm>
            <a:off x="1516810" y="5176512"/>
            <a:ext cx="104359" cy="104359"/>
          </a:xfrm>
          <a:custGeom>
            <a:avLst/>
            <a:gdLst/>
            <a:ahLst/>
            <a:cxnLst/>
            <a:rect l="l" t="t" r="r" b="b"/>
            <a:pathLst>
              <a:path w="104359" h="104359">
                <a:moveTo>
                  <a:pt x="52179" y="12393"/>
                </a:moveTo>
                <a:cubicBezTo>
                  <a:pt x="59745" y="12393"/>
                  <a:pt x="65876" y="18524"/>
                  <a:pt x="65876" y="26090"/>
                </a:cubicBezTo>
                <a:cubicBezTo>
                  <a:pt x="65876" y="33656"/>
                  <a:pt x="59745" y="39787"/>
                  <a:pt x="52179" y="39787"/>
                </a:cubicBezTo>
                <a:cubicBezTo>
                  <a:pt x="44613" y="39787"/>
                  <a:pt x="38482" y="33656"/>
                  <a:pt x="38482" y="26090"/>
                </a:cubicBezTo>
                <a:cubicBezTo>
                  <a:pt x="38482" y="18524"/>
                  <a:pt x="44613" y="12393"/>
                  <a:pt x="52179" y="12393"/>
                </a:cubicBezTo>
                <a:moveTo>
                  <a:pt x="52179" y="71094"/>
                </a:moveTo>
                <a:cubicBezTo>
                  <a:pt x="71551" y="71094"/>
                  <a:pt x="91966" y="80617"/>
                  <a:pt x="91966" y="84791"/>
                </a:cubicBezTo>
                <a:lnTo>
                  <a:pt x="91966" y="91966"/>
                </a:lnTo>
                <a:lnTo>
                  <a:pt x="12393" y="91966"/>
                </a:lnTo>
                <a:lnTo>
                  <a:pt x="12393" y="84791"/>
                </a:lnTo>
                <a:cubicBezTo>
                  <a:pt x="12393" y="80617"/>
                  <a:pt x="32808" y="71094"/>
                  <a:pt x="52179" y="71094"/>
                </a:cubicBezTo>
                <a:moveTo>
                  <a:pt x="52179" y="0"/>
                </a:moveTo>
                <a:cubicBezTo>
                  <a:pt x="37765" y="0"/>
                  <a:pt x="26090" y="11675"/>
                  <a:pt x="26090" y="26090"/>
                </a:cubicBezTo>
                <a:cubicBezTo>
                  <a:pt x="26090" y="40504"/>
                  <a:pt x="37765" y="52179"/>
                  <a:pt x="52179" y="52179"/>
                </a:cubicBezTo>
                <a:cubicBezTo>
                  <a:pt x="66594" y="52179"/>
                  <a:pt x="78269" y="40504"/>
                  <a:pt x="78269" y="26090"/>
                </a:cubicBezTo>
                <a:cubicBezTo>
                  <a:pt x="78269" y="11675"/>
                  <a:pt x="66594" y="0"/>
                  <a:pt x="52179" y="0"/>
                </a:cubicBezTo>
                <a:close/>
                <a:moveTo>
                  <a:pt x="52179" y="58702"/>
                </a:moveTo>
                <a:cubicBezTo>
                  <a:pt x="34764" y="58702"/>
                  <a:pt x="0" y="67442"/>
                  <a:pt x="0" y="84791"/>
                </a:cubicBezTo>
                <a:lnTo>
                  <a:pt x="0" y="104359"/>
                </a:lnTo>
                <a:lnTo>
                  <a:pt x="104359" y="104359"/>
                </a:lnTo>
                <a:lnTo>
                  <a:pt x="104359" y="84791"/>
                </a:lnTo>
                <a:cubicBezTo>
                  <a:pt x="104359" y="67442"/>
                  <a:pt x="69594" y="58702"/>
                  <a:pt x="52179" y="58702"/>
                </a:cubicBezTo>
                <a:close/>
              </a:path>
            </a:pathLst>
          </a:custGeom>
          <a:solidFill>
            <a:srgbClr val="D64545"/>
          </a:solidFill>
          <a:ln>
            <a:noFill/>
          </a:ln>
        </p:spPr>
      </p:sp>
      <p:sp>
        <p:nvSpPr>
          <p:cNvPr id="78" name="!!text-5j7" descr="24 小時內 3 則高風險訊息，通知管理員"/>
          <p:cNvSpPr txBox="1"/>
          <p:nvPr/>
        </p:nvSpPr>
        <p:spPr>
          <a:xfrm>
            <a:off x="1814900" y="5100339"/>
            <a:ext cx="2751528" cy="22486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23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24 小時內 3 則高風險訊息，通知管理員</a:t>
            </a:r>
            <a:endParaRPr lang="zh-TW" sz="1223"/>
          </a:p>
        </p:txBody>
      </p:sp>
      <p:sp>
        <p:nvSpPr>
          <p:cNvPr id="79" name="!!rect-8qy"/>
          <p:cNvSpPr/>
          <p:nvPr/>
        </p:nvSpPr>
        <p:spPr>
          <a:xfrm>
            <a:off x="8521700" y="660400"/>
            <a:ext cx="2933700" cy="6121400"/>
          </a:xfrm>
          <a:prstGeom prst="roundRect">
            <a:avLst>
              <a:gd name="adj" fmla="val 18020"/>
            </a:avLst>
          </a:prstGeom>
          <a:solidFill>
            <a:srgbClr val="0B1A26">
              <a:alpha val="30000"/>
            </a:srgbClr>
          </a:solidFill>
          <a:ln>
            <a:noFill/>
          </a:ln>
          <a:effectLst>
            <a:softEdge rad="474980"/>
          </a:effectLst>
        </p:spPr>
      </p:sp>
      <p:sp>
        <p:nvSpPr>
          <p:cNvPr id="80" name="!!rect-8qz"/>
          <p:cNvSpPr/>
          <p:nvPr/>
        </p:nvSpPr>
        <p:spPr>
          <a:xfrm>
            <a:off x="8591550" y="527050"/>
            <a:ext cx="2794000" cy="5829300"/>
          </a:xfrm>
          <a:prstGeom prst="roundRect">
            <a:avLst>
              <a:gd name="adj" fmla="val 16825"/>
            </a:avLst>
          </a:prstGeom>
          <a:solidFill>
            <a:srgbClr val="0B1A26">
              <a:alpha val="16000"/>
            </a:srgbClr>
          </a:solidFill>
          <a:ln>
            <a:noFill/>
          </a:ln>
          <a:effectLst>
            <a:softEdge rad="125730"/>
          </a:effectLst>
        </p:spPr>
      </p:sp>
      <p:sp>
        <p:nvSpPr>
          <p:cNvPr id="81" name="!!rect-8r0"/>
          <p:cNvSpPr/>
          <p:nvPr/>
        </p:nvSpPr>
        <p:spPr>
          <a:xfrm>
            <a:off x="8590280" y="1676400"/>
            <a:ext cx="31750" cy="2159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82" name="!!rect-8r1"/>
          <p:cNvSpPr/>
          <p:nvPr/>
        </p:nvSpPr>
        <p:spPr>
          <a:xfrm>
            <a:off x="8590280" y="2108200"/>
            <a:ext cx="31750" cy="4064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83" name="!!rect-8r2"/>
          <p:cNvSpPr/>
          <p:nvPr/>
        </p:nvSpPr>
        <p:spPr>
          <a:xfrm>
            <a:off x="8590280" y="2603500"/>
            <a:ext cx="31750" cy="4064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84" name="!!rect-8r3"/>
          <p:cNvSpPr/>
          <p:nvPr/>
        </p:nvSpPr>
        <p:spPr>
          <a:xfrm>
            <a:off x="11355070" y="2260600"/>
            <a:ext cx="31750" cy="6350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5DEE5"/>
              </a:gs>
              <a:gs pos="50000">
                <a:srgbClr val="A8B7C2"/>
              </a:gs>
              <a:gs pos="100000">
                <a:srgbClr val="C7D2DA"/>
              </a:gs>
            </a:gsLst>
            <a:lin ang="0" scaled="0"/>
          </a:gradFill>
          <a:ln>
            <a:noFill/>
          </a:ln>
        </p:spPr>
      </p:sp>
      <p:sp>
        <p:nvSpPr>
          <p:cNvPr id="85" name="!!rect-8r4"/>
          <p:cNvSpPr/>
          <p:nvPr/>
        </p:nvSpPr>
        <p:spPr>
          <a:xfrm>
            <a:off x="11357610" y="4114800"/>
            <a:ext cx="25400" cy="419100"/>
          </a:xfrm>
          <a:prstGeom prst="roundRect">
            <a:avLst>
              <a:gd name="adj" fmla="val 50000"/>
            </a:avLst>
          </a:prstGeom>
          <a:solidFill>
            <a:srgbClr val="8795A0"/>
          </a:solidFill>
          <a:ln>
            <a:noFill/>
          </a:ln>
        </p:spPr>
      </p:sp>
      <p:sp>
        <p:nvSpPr>
          <p:cNvPr id="86" name="!!rect-8r5"/>
          <p:cNvSpPr/>
          <p:nvPr/>
        </p:nvSpPr>
        <p:spPr>
          <a:xfrm>
            <a:off x="8610600" y="508000"/>
            <a:ext cx="2755900" cy="5753100"/>
          </a:xfrm>
          <a:prstGeom prst="roundRect">
            <a:avLst>
              <a:gd name="adj" fmla="val 16359"/>
            </a:avLst>
          </a:prstGeom>
          <a:gradFill rotWithShape="1">
            <a:gsLst>
              <a:gs pos="0">
                <a:srgbClr val="FBFCFD"/>
              </a:gs>
              <a:gs pos="18000">
                <a:srgbClr val="DDE5EB"/>
              </a:gs>
              <a:gs pos="46000">
                <a:srgbClr val="B4C2CC"/>
              </a:gs>
              <a:gs pos="62000">
                <a:srgbClr val="D3DCE3"/>
              </a:gs>
              <a:gs pos="84000">
                <a:srgbClr val="A9B8C3"/>
              </a:gs>
              <a:gs pos="100000">
                <a:srgbClr val="E8EEF2"/>
              </a:gs>
              <a:gs pos="100000">
                <a:srgbClr val="E8EEF2"/>
              </a:gs>
            </a:gsLst>
            <a:lin ang="3864255" scaled="0"/>
          </a:gradFill>
          <a:ln>
            <a:noFill/>
          </a:ln>
        </p:spPr>
      </p:sp>
      <p:sp>
        <p:nvSpPr>
          <p:cNvPr id="87" name="!!rect-8r6"/>
          <p:cNvSpPr/>
          <p:nvPr/>
        </p:nvSpPr>
        <p:spPr>
          <a:xfrm>
            <a:off x="8614410" y="511810"/>
            <a:ext cx="2748280" cy="5745480"/>
          </a:xfrm>
          <a:prstGeom prst="roundRect">
            <a:avLst>
              <a:gd name="adj" fmla="val 16266"/>
            </a:avLst>
          </a:prstGeom>
          <a:noFill/>
          <a:ln w="7620" cap="flat">
            <a:solidFill>
              <a:srgbClr val="7F8F9B">
                <a:alpha val="55000"/>
              </a:srgbClr>
            </a:solidFill>
            <a:prstDash val="solid"/>
            <a:miter lim="800000"/>
          </a:ln>
        </p:spPr>
      </p:sp>
      <p:sp>
        <p:nvSpPr>
          <p:cNvPr id="88" name="!!rect-8r7"/>
          <p:cNvSpPr/>
          <p:nvPr/>
        </p:nvSpPr>
        <p:spPr>
          <a:xfrm>
            <a:off x="8637270" y="534670"/>
            <a:ext cx="2702560" cy="5699760"/>
          </a:xfrm>
          <a:prstGeom prst="roundRect">
            <a:avLst>
              <a:gd name="adj" fmla="val 15695"/>
            </a:avLst>
          </a:prstGeom>
          <a:noFill/>
          <a:ln w="8890" cap="flat">
            <a:solidFill>
              <a:srgbClr val="FFFFFF">
                <a:alpha val="75000"/>
              </a:srgbClr>
            </a:solidFill>
            <a:prstDash val="solid"/>
            <a:miter lim="800000"/>
          </a:ln>
        </p:spPr>
      </p:sp>
      <p:sp>
        <p:nvSpPr>
          <p:cNvPr id="89" name="!!rect-8r8"/>
          <p:cNvSpPr/>
          <p:nvPr/>
        </p:nvSpPr>
        <p:spPr>
          <a:xfrm>
            <a:off x="8664575" y="561975"/>
            <a:ext cx="2647950" cy="5645150"/>
          </a:xfrm>
          <a:prstGeom prst="roundRect">
            <a:avLst>
              <a:gd name="adj" fmla="val 14988"/>
            </a:avLst>
          </a:prstGeom>
          <a:solidFill>
            <a:srgbClr val="050608"/>
          </a:solidFill>
          <a:ln>
            <a:noFill/>
          </a:ln>
        </p:spPr>
      </p:sp>
      <p:sp>
        <p:nvSpPr>
          <p:cNvPr id="90" name="!!rect-8ra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solidFill>
            <a:srgbClr val="F3F5F7"/>
          </a:solidFill>
          <a:ln>
            <a:noFill/>
          </a:ln>
        </p:spPr>
      </p:sp>
      <p:sp>
        <p:nvSpPr>
          <p:cNvPr id="91" name="!!rect-91o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solidFill>
            <a:srgbClr val="F3F5F7"/>
          </a:solidFill>
          <a:ln>
            <a:noFill/>
          </a:ln>
        </p:spPr>
      </p:sp>
      <p:sp>
        <p:nvSpPr>
          <p:cNvPr id="92" name="!!circle-91t"/>
          <p:cNvSpPr/>
          <p:nvPr/>
        </p:nvSpPr>
        <p:spPr>
          <a:xfrm>
            <a:off x="8813800" y="3346450"/>
            <a:ext cx="190500" cy="190500"/>
          </a:xfrm>
          <a:prstGeom prst="ellipse">
            <a:avLst/>
          </a:prstGeom>
          <a:solidFill>
            <a:srgbClr val="8FA0AB"/>
          </a:solidFill>
          <a:ln>
            <a:noFill/>
          </a:ln>
        </p:spPr>
      </p:sp>
      <p:sp>
        <p:nvSpPr>
          <p:cNvPr id="93" name="!!text-91u" descr="林"/>
          <p:cNvSpPr txBox="1"/>
          <p:nvPr/>
        </p:nvSpPr>
        <p:spPr>
          <a:xfrm>
            <a:off x="8864600" y="3373501"/>
            <a:ext cx="115570" cy="12872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00" b="1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林</a:t>
            </a:r>
            <a:endParaRPr lang="zh-TW" sz="700"/>
          </a:p>
        </p:txBody>
      </p:sp>
      <p:sp>
        <p:nvSpPr>
          <p:cNvPr id="94" name="!!rect-91w"/>
          <p:cNvSpPr/>
          <p:nvPr/>
        </p:nvSpPr>
        <p:spPr>
          <a:xfrm>
            <a:off x="9055100" y="3340100"/>
            <a:ext cx="1320800" cy="25400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95" name="!!text-91x" descr="請問《統計學概論》還在嗎？"/>
          <p:cNvSpPr txBox="1"/>
          <p:nvPr/>
        </p:nvSpPr>
        <p:spPr>
          <a:xfrm>
            <a:off x="9144000" y="3394710"/>
            <a:ext cx="1171575" cy="1379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0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請</a:t>
            </a:r>
            <a:r>
              <a:rPr lang="zh-TW" altLang="en-US" sz="750" kern="0" spc="-375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問</a:t>
            </a:r>
            <a:r>
              <a:rPr lang="zh-TW" altLang="en-US" sz="750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《統計學概論</a:t>
            </a:r>
            <a:r>
              <a:rPr lang="zh-TW" altLang="en-US" sz="750" kern="0" spc="-375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》</a:t>
            </a:r>
            <a:r>
              <a:rPr lang="zh-TW" altLang="en-US" sz="750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還在嗎？</a:t>
            </a:r>
            <a:endParaRPr lang="zh-TW" sz="750"/>
          </a:p>
        </p:txBody>
      </p:sp>
      <p:sp>
        <p:nvSpPr>
          <p:cNvPr id="96" name="!!rect-92f"/>
          <p:cNvSpPr/>
          <p:nvPr/>
        </p:nvSpPr>
        <p:spPr>
          <a:xfrm>
            <a:off x="9556750" y="3733800"/>
            <a:ext cx="1606550" cy="254000"/>
          </a:xfrm>
          <a:prstGeom prst="roundRect">
            <a:avLst>
              <a:gd name="adj" fmla="val 45000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97" name="!!text-92g" descr="在的，已存放在圖書館大廳書櫃。"/>
          <p:cNvSpPr txBox="1"/>
          <p:nvPr/>
        </p:nvSpPr>
        <p:spPr>
          <a:xfrm>
            <a:off x="9645650" y="3788410"/>
            <a:ext cx="1457325" cy="1379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0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在的，已存放在圖書館大廳書櫃。</a:t>
            </a:r>
            <a:endParaRPr lang="zh-TW" sz="750"/>
          </a:p>
        </p:txBody>
      </p:sp>
      <p:sp>
        <p:nvSpPr>
          <p:cNvPr id="98" name="!!circle-930"/>
          <p:cNvSpPr/>
          <p:nvPr/>
        </p:nvSpPr>
        <p:spPr>
          <a:xfrm>
            <a:off x="8813800" y="4324350"/>
            <a:ext cx="190500" cy="190500"/>
          </a:xfrm>
          <a:prstGeom prst="ellipse">
            <a:avLst/>
          </a:prstGeom>
          <a:solidFill>
            <a:srgbClr val="8FA0AB"/>
          </a:solidFill>
          <a:ln>
            <a:noFill/>
          </a:ln>
        </p:spPr>
      </p:sp>
      <p:sp>
        <p:nvSpPr>
          <p:cNvPr id="99" name="!!text-931" descr="林"/>
          <p:cNvSpPr txBox="1"/>
          <p:nvPr/>
        </p:nvSpPr>
        <p:spPr>
          <a:xfrm>
            <a:off x="8864600" y="4351401"/>
            <a:ext cx="115570" cy="12872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00" b="1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林</a:t>
            </a:r>
            <a:endParaRPr lang="zh-TW" sz="700"/>
          </a:p>
        </p:txBody>
      </p:sp>
      <p:sp>
        <p:nvSpPr>
          <p:cNvPr id="100" name="!!rect-933"/>
          <p:cNvSpPr/>
          <p:nvPr/>
        </p:nvSpPr>
        <p:spPr>
          <a:xfrm>
            <a:off x="9055100" y="4318000"/>
            <a:ext cx="1282319" cy="393700"/>
          </a:xfrm>
          <a:prstGeom prst="roundRect">
            <a:avLst>
              <a:gd name="adj" fmla="val 2903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01" name="!!text-934" descr="可以加 LINE 私下轉帳嗎？"/>
          <p:cNvSpPr txBox="1"/>
          <p:nvPr/>
        </p:nvSpPr>
        <p:spPr>
          <a:xfrm>
            <a:off x="9144000" y="4372610"/>
            <a:ext cx="1133094" cy="1379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0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可以加 LINE 私下轉帳嗎？</a:t>
            </a:r>
            <a:endParaRPr lang="zh-TW" sz="750"/>
          </a:p>
        </p:txBody>
      </p:sp>
      <p:sp>
        <p:nvSpPr>
          <p:cNvPr id="102" name="!!text-93i" descr="這樣比較便宜"/>
          <p:cNvSpPr txBox="1"/>
          <p:nvPr/>
        </p:nvSpPr>
        <p:spPr>
          <a:xfrm>
            <a:off x="9144000" y="4512310"/>
            <a:ext cx="600075" cy="1379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0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這樣比較便宜</a:t>
            </a:r>
            <a:endParaRPr lang="zh-TW" sz="750"/>
          </a:p>
        </p:txBody>
      </p:sp>
      <p:sp>
        <p:nvSpPr>
          <p:cNvPr id="103" name="!!path-93t"/>
          <p:cNvSpPr/>
          <p:nvPr/>
        </p:nvSpPr>
        <p:spPr>
          <a:xfrm>
            <a:off x="9082608" y="4833404"/>
            <a:ext cx="59233" cy="74041"/>
          </a:xfrm>
          <a:custGeom>
            <a:avLst/>
            <a:gdLst/>
            <a:ahLst/>
            <a:cxnLst/>
            <a:rect l="l" t="t" r="r" b="b"/>
            <a:pathLst>
              <a:path w="59233" h="74041">
                <a:moveTo>
                  <a:pt x="29616" y="0"/>
                </a:moveTo>
                <a:lnTo>
                  <a:pt x="0" y="11106"/>
                </a:lnTo>
                <a:lnTo>
                  <a:pt x="0" y="33652"/>
                </a:lnTo>
                <a:cubicBezTo>
                  <a:pt x="0" y="52347"/>
                  <a:pt x="12624" y="69784"/>
                  <a:pt x="29616" y="74041"/>
                </a:cubicBezTo>
                <a:cubicBezTo>
                  <a:pt x="46609" y="69784"/>
                  <a:pt x="59233" y="52347"/>
                  <a:pt x="59233" y="33652"/>
                </a:cubicBezTo>
                <a:lnTo>
                  <a:pt x="59233" y="11106"/>
                </a:lnTo>
                <a:lnTo>
                  <a:pt x="29616" y="0"/>
                </a:lnTo>
                <a:close/>
                <a:moveTo>
                  <a:pt x="33318" y="55531"/>
                </a:moveTo>
                <a:lnTo>
                  <a:pt x="25914" y="55531"/>
                </a:lnTo>
                <a:lnTo>
                  <a:pt x="25914" y="48127"/>
                </a:lnTo>
                <a:lnTo>
                  <a:pt x="33318" y="48127"/>
                </a:lnTo>
                <a:lnTo>
                  <a:pt x="33318" y="55531"/>
                </a:lnTo>
                <a:close/>
                <a:moveTo>
                  <a:pt x="33318" y="40723"/>
                </a:moveTo>
                <a:lnTo>
                  <a:pt x="25914" y="40723"/>
                </a:lnTo>
                <a:lnTo>
                  <a:pt x="25914" y="18510"/>
                </a:lnTo>
                <a:lnTo>
                  <a:pt x="33318" y="18510"/>
                </a:lnTo>
                <a:lnTo>
                  <a:pt x="33318" y="40723"/>
                </a:lnTo>
                <a:close/>
              </a:path>
            </a:pathLst>
          </a:custGeom>
          <a:solidFill>
            <a:srgbClr val="D64545"/>
          </a:solidFill>
          <a:ln>
            <a:noFill/>
          </a:ln>
        </p:spPr>
      </p:sp>
      <p:sp>
        <p:nvSpPr>
          <p:cNvPr id="104" name="!!text-93u" descr="請勿私下匯款或轉帳，站外付款不受平台保障"/>
          <p:cNvSpPr txBox="1"/>
          <p:nvPr/>
        </p:nvSpPr>
        <p:spPr>
          <a:xfrm>
            <a:off x="9182100" y="4813808"/>
            <a:ext cx="1546860" cy="11033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00" kern="0" dirty="0">
                <a:solidFill>
                  <a:srgbClr val="D64545"/>
                </a:solidFill>
                <a:latin typeface="Noto Sans TC Medium"/>
                <a:ea typeface="Noto Sans TC Medium"/>
                <a:cs typeface="Noto Sans TC Medium"/>
              </a:rPr>
              <a:t>請勿私下匯款或轉帳，站外付款不受平台保障</a:t>
            </a:r>
            <a:endParaRPr lang="zh-TW" sz="600"/>
          </a:p>
        </p:txBody>
      </p:sp>
      <p:sp>
        <p:nvSpPr>
          <p:cNvPr id="105" name="!!text-94f" descr="防詐須知・檢舉"/>
          <p:cNvSpPr txBox="1"/>
          <p:nvPr/>
        </p:nvSpPr>
        <p:spPr>
          <a:xfrm>
            <a:off x="9182100" y="4921758"/>
            <a:ext cx="556260" cy="11033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00" kern="0" dirty="0">
                <a:solidFill>
                  <a:srgbClr val="D64545"/>
                </a:solidFill>
                <a:latin typeface="Noto Sans TC SemiBold"/>
                <a:ea typeface="Noto Sans TC SemiBold"/>
                <a:cs typeface="Noto Sans TC SemiBold"/>
              </a:rPr>
              <a:t>防詐須知・檢舉</a:t>
            </a:r>
            <a:endParaRPr lang="zh-TW" sz="600"/>
          </a:p>
        </p:txBody>
      </p:sp>
      <p:sp>
        <p:nvSpPr>
          <p:cNvPr id="106" name="!!rect-94n"/>
          <p:cNvSpPr/>
          <p:nvPr/>
        </p:nvSpPr>
        <p:spPr>
          <a:xfrm>
            <a:off x="8712200" y="5524500"/>
            <a:ext cx="2552700" cy="635000"/>
          </a:xfrm>
          <a:custGeom>
            <a:avLst/>
            <a:gdLst/>
            <a:ahLst/>
            <a:cxnLst/>
            <a:rect l="l" t="t" r="r" b="b"/>
            <a:pathLst>
              <a:path w="2552700" h="635000">
                <a:moveTo>
                  <a:pt x="0" y="0"/>
                </a:moveTo>
                <a:lnTo>
                  <a:pt x="2552700" y="0"/>
                </a:lnTo>
                <a:lnTo>
                  <a:pt x="2552700" y="317500"/>
                </a:lnTo>
                <a:cubicBezTo>
                  <a:pt x="2552700" y="492850"/>
                  <a:pt x="2410550" y="635000"/>
                  <a:pt x="2235200" y="635000"/>
                </a:cubicBezTo>
                <a:lnTo>
                  <a:pt x="317500" y="635000"/>
                </a:lnTo>
                <a:cubicBezTo>
                  <a:pt x="142150" y="635000"/>
                  <a:pt x="0" y="492850"/>
                  <a:pt x="0" y="317500"/>
                </a:cubicBez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07" name="!!rect-94o"/>
          <p:cNvSpPr/>
          <p:nvPr/>
        </p:nvSpPr>
        <p:spPr>
          <a:xfrm>
            <a:off x="8813800" y="5588000"/>
            <a:ext cx="2019300" cy="304800"/>
          </a:xfrm>
          <a:prstGeom prst="roundRect">
            <a:avLst>
              <a:gd name="adj" fmla="val 50000"/>
            </a:avLst>
          </a:prstGeom>
          <a:solidFill>
            <a:srgbClr val="F3F5F7"/>
          </a:solidFill>
          <a:ln>
            <a:noFill/>
          </a:ln>
        </p:spPr>
      </p:sp>
      <p:sp>
        <p:nvSpPr>
          <p:cNvPr id="108" name="!!text-94p" descr="輸入訊息"/>
          <p:cNvSpPr txBox="1"/>
          <p:nvPr/>
        </p:nvSpPr>
        <p:spPr>
          <a:xfrm>
            <a:off x="8928100" y="5668010"/>
            <a:ext cx="409575" cy="1379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0" kern="0" dirty="0">
                <a:solidFill>
                  <a:srgbClr val="BDBDBD"/>
                </a:solidFill>
                <a:latin typeface="Noto Sans TC"/>
                <a:ea typeface="Noto Sans TC"/>
                <a:cs typeface="Noto Sans TC"/>
              </a:rPr>
              <a:t>輸入訊息</a:t>
            </a:r>
            <a:endParaRPr lang="zh-TW" sz="750"/>
          </a:p>
        </p:txBody>
      </p:sp>
      <p:sp>
        <p:nvSpPr>
          <p:cNvPr id="109" name="!!circle-94u"/>
          <p:cNvSpPr/>
          <p:nvPr/>
        </p:nvSpPr>
        <p:spPr>
          <a:xfrm>
            <a:off x="10871200" y="5600700"/>
            <a:ext cx="279400" cy="279400"/>
          </a:xfrm>
          <a:prstGeom prst="ellipse">
            <a:avLst/>
          </a:prstGeom>
          <a:solidFill>
            <a:srgbClr val="627D8D"/>
          </a:solidFill>
          <a:ln>
            <a:noFill/>
          </a:ln>
        </p:spPr>
      </p:sp>
      <p:sp>
        <p:nvSpPr>
          <p:cNvPr id="110" name="!!path-94v"/>
          <p:cNvSpPr/>
          <p:nvPr/>
        </p:nvSpPr>
        <p:spPr>
          <a:xfrm>
            <a:off x="10952696" y="5688019"/>
            <a:ext cx="122282" cy="104813"/>
          </a:xfrm>
          <a:custGeom>
            <a:avLst/>
            <a:gdLst/>
            <a:ahLst/>
            <a:cxnLst/>
            <a:rect l="l" t="t" r="r" b="b"/>
            <a:pathLst>
              <a:path w="122282" h="104813">
                <a:moveTo>
                  <a:pt x="58" y="104813"/>
                </a:moveTo>
                <a:lnTo>
                  <a:pt x="122282" y="52407"/>
                </a:lnTo>
                <a:lnTo>
                  <a:pt x="58" y="0"/>
                </a:lnTo>
                <a:lnTo>
                  <a:pt x="0" y="40761"/>
                </a:lnTo>
                <a:lnTo>
                  <a:pt x="87344" y="52407"/>
                </a:lnTo>
                <a:lnTo>
                  <a:pt x="0" y="6405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11" name="!!path-94x"/>
          <p:cNvSpPr/>
          <p:nvPr/>
        </p:nvSpPr>
        <p:spPr>
          <a:xfrm>
            <a:off x="8712200" y="609600"/>
            <a:ext cx="2552700" cy="730250"/>
          </a:xfrm>
          <a:custGeom>
            <a:avLst/>
            <a:gdLst/>
            <a:ahLst/>
            <a:cxnLst/>
            <a:rect l="l" t="t" r="r" b="b"/>
            <a:pathLst>
              <a:path w="2552700" h="730250">
                <a:moveTo>
                  <a:pt x="0" y="349250"/>
                </a:moveTo>
                <a:lnTo>
                  <a:pt x="6711" y="281115"/>
                </a:lnTo>
                <a:lnTo>
                  <a:pt x="26585" y="215598"/>
                </a:lnTo>
                <a:lnTo>
                  <a:pt x="58859" y="155217"/>
                </a:lnTo>
                <a:lnTo>
                  <a:pt x="102293" y="102293"/>
                </a:lnTo>
                <a:lnTo>
                  <a:pt x="155217" y="58859"/>
                </a:lnTo>
                <a:lnTo>
                  <a:pt x="215598" y="26585"/>
                </a:lnTo>
                <a:lnTo>
                  <a:pt x="281115" y="6711"/>
                </a:lnTo>
                <a:lnTo>
                  <a:pt x="349250" y="0"/>
                </a:lnTo>
                <a:lnTo>
                  <a:pt x="2203450" y="0"/>
                </a:lnTo>
                <a:lnTo>
                  <a:pt x="2271585" y="6711"/>
                </a:lnTo>
                <a:lnTo>
                  <a:pt x="2337102" y="26585"/>
                </a:lnTo>
                <a:lnTo>
                  <a:pt x="2397483" y="58859"/>
                </a:lnTo>
                <a:lnTo>
                  <a:pt x="2450407" y="102293"/>
                </a:lnTo>
                <a:lnTo>
                  <a:pt x="2493841" y="155217"/>
                </a:lnTo>
                <a:lnTo>
                  <a:pt x="2526115" y="215598"/>
                </a:lnTo>
                <a:lnTo>
                  <a:pt x="2545989" y="281115"/>
                </a:lnTo>
                <a:lnTo>
                  <a:pt x="2552700" y="349250"/>
                </a:lnTo>
                <a:lnTo>
                  <a:pt x="2552700" y="577850"/>
                </a:lnTo>
                <a:lnTo>
                  <a:pt x="2551642" y="602192"/>
                </a:lnTo>
                <a:lnTo>
                  <a:pt x="2548467" y="624417"/>
                </a:lnTo>
                <a:lnTo>
                  <a:pt x="2543175" y="644525"/>
                </a:lnTo>
                <a:lnTo>
                  <a:pt x="2535767" y="662517"/>
                </a:lnTo>
                <a:lnTo>
                  <a:pt x="2526242" y="678392"/>
                </a:lnTo>
                <a:lnTo>
                  <a:pt x="2514600" y="692150"/>
                </a:lnTo>
                <a:lnTo>
                  <a:pt x="2500842" y="703792"/>
                </a:lnTo>
                <a:lnTo>
                  <a:pt x="2484967" y="713317"/>
                </a:lnTo>
                <a:lnTo>
                  <a:pt x="2466975" y="720725"/>
                </a:lnTo>
                <a:lnTo>
                  <a:pt x="2446867" y="726017"/>
                </a:lnTo>
                <a:lnTo>
                  <a:pt x="2424642" y="729192"/>
                </a:lnTo>
                <a:lnTo>
                  <a:pt x="2400300" y="730250"/>
                </a:lnTo>
                <a:lnTo>
                  <a:pt x="152400" y="730250"/>
                </a:lnTo>
                <a:lnTo>
                  <a:pt x="128058" y="729192"/>
                </a:lnTo>
                <a:lnTo>
                  <a:pt x="105833" y="726017"/>
                </a:lnTo>
                <a:lnTo>
                  <a:pt x="85725" y="720725"/>
                </a:lnTo>
                <a:lnTo>
                  <a:pt x="67733" y="713317"/>
                </a:lnTo>
                <a:lnTo>
                  <a:pt x="51858" y="703792"/>
                </a:lnTo>
                <a:lnTo>
                  <a:pt x="38100" y="692150"/>
                </a:lnTo>
                <a:lnTo>
                  <a:pt x="26458" y="678392"/>
                </a:lnTo>
                <a:lnTo>
                  <a:pt x="16933" y="662517"/>
                </a:lnTo>
                <a:lnTo>
                  <a:pt x="9525" y="644525"/>
                </a:lnTo>
                <a:lnTo>
                  <a:pt x="4233" y="624417"/>
                </a:lnTo>
                <a:lnTo>
                  <a:pt x="1058" y="602192"/>
                </a:lnTo>
                <a:lnTo>
                  <a:pt x="0" y="577850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112" name="!!text-94y" descr="2:25"/>
          <p:cNvSpPr txBox="1"/>
          <p:nvPr/>
        </p:nvSpPr>
        <p:spPr>
          <a:xfrm>
            <a:off x="9020597" y="714883"/>
            <a:ext cx="253790" cy="1563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50" kern="0" dirty="0">
                <a:solidFill>
                  <a:srgbClr val="FFFFFF"/>
                </a:solidFill>
                <a:latin typeface="Noto Sans TC SemiBold"/>
                <a:ea typeface="Noto Sans TC SemiBold"/>
                <a:cs typeface="Noto Sans TC SemiBold"/>
              </a:rPr>
              <a:t>2:25</a:t>
            </a:r>
            <a:endParaRPr lang="zh-TW" sz="850"/>
          </a:p>
        </p:txBody>
      </p:sp>
      <p:sp>
        <p:nvSpPr>
          <p:cNvPr id="113" name="!!rect-953"/>
          <p:cNvSpPr/>
          <p:nvPr/>
        </p:nvSpPr>
        <p:spPr>
          <a:xfrm>
            <a:off x="10579100" y="808990"/>
            <a:ext cx="21590" cy="2667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14" name="!!rect-954"/>
          <p:cNvSpPr/>
          <p:nvPr/>
        </p:nvSpPr>
        <p:spPr>
          <a:xfrm>
            <a:off x="10612120" y="792480"/>
            <a:ext cx="21590" cy="4318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15" name="!!rect-955"/>
          <p:cNvSpPr/>
          <p:nvPr/>
        </p:nvSpPr>
        <p:spPr>
          <a:xfrm>
            <a:off x="10645140" y="775970"/>
            <a:ext cx="21590" cy="5969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16" name="!!rect-956"/>
          <p:cNvSpPr/>
          <p:nvPr/>
        </p:nvSpPr>
        <p:spPr>
          <a:xfrm>
            <a:off x="10678160" y="759460"/>
            <a:ext cx="21590" cy="7620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17" name="!!path-957"/>
          <p:cNvSpPr/>
          <p:nvPr/>
        </p:nvSpPr>
        <p:spPr>
          <a:xfrm>
            <a:off x="10763250" y="763570"/>
            <a:ext cx="95250" cy="70820"/>
          </a:xfrm>
          <a:custGeom>
            <a:avLst/>
            <a:gdLst/>
            <a:ahLst/>
            <a:cxnLst/>
            <a:rect l="l" t="t" r="r" b="b"/>
            <a:pathLst>
              <a:path w="95250" h="70820">
                <a:moveTo>
                  <a:pt x="47625" y="70820"/>
                </a:moveTo>
                <a:lnTo>
                  <a:pt x="31115" y="51135"/>
                </a:lnTo>
                <a:cubicBezTo>
                  <a:pt x="40714" y="43262"/>
                  <a:pt x="54536" y="43262"/>
                  <a:pt x="64135" y="51135"/>
                </a:cubicBezTo>
                <a:close/>
                <a:moveTo>
                  <a:pt x="0" y="23830"/>
                </a:moveTo>
                <a:cubicBezTo>
                  <a:pt x="27279" y="0"/>
                  <a:pt x="67971" y="0"/>
                  <a:pt x="95250" y="23830"/>
                </a:cubicBezTo>
                <a:lnTo>
                  <a:pt x="83820" y="37165"/>
                </a:lnTo>
                <a:cubicBezTo>
                  <a:pt x="63051" y="19153"/>
                  <a:pt x="32199" y="19153"/>
                  <a:pt x="11430" y="37165"/>
                </a:cubicBezTo>
                <a:close/>
                <a:moveTo>
                  <a:pt x="16510" y="43515"/>
                </a:moveTo>
                <a:cubicBezTo>
                  <a:pt x="34385" y="28089"/>
                  <a:pt x="60865" y="28089"/>
                  <a:pt x="78740" y="43515"/>
                </a:cubicBezTo>
                <a:lnTo>
                  <a:pt x="67310" y="56850"/>
                </a:lnTo>
                <a:cubicBezTo>
                  <a:pt x="55947" y="47238"/>
                  <a:pt x="39303" y="47238"/>
                  <a:pt x="27940" y="5685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18" name="!!rect-958"/>
          <p:cNvSpPr/>
          <p:nvPr/>
        </p:nvSpPr>
        <p:spPr>
          <a:xfrm>
            <a:off x="10902950" y="760730"/>
            <a:ext cx="161925" cy="78740"/>
          </a:xfrm>
          <a:prstGeom prst="roundRect">
            <a:avLst>
              <a:gd name="adj" fmla="val 32258"/>
            </a:avLst>
          </a:prstGeom>
          <a:noFill/>
          <a:ln w="6985" cap="flat">
            <a:solidFill>
              <a:srgbClr val="FFFFFF">
                <a:alpha val="38000"/>
              </a:srgbClr>
            </a:solidFill>
            <a:prstDash val="solid"/>
            <a:miter lim="800000"/>
          </a:ln>
        </p:spPr>
      </p:sp>
      <p:sp>
        <p:nvSpPr>
          <p:cNvPr id="119" name="!!rect-959"/>
          <p:cNvSpPr/>
          <p:nvPr/>
        </p:nvSpPr>
        <p:spPr>
          <a:xfrm>
            <a:off x="10916285" y="774065"/>
            <a:ext cx="110909" cy="52070"/>
          </a:xfrm>
          <a:prstGeom prst="roundRect">
            <a:avLst>
              <a:gd name="adj" fmla="val 26829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20" name="!!path-95a"/>
          <p:cNvSpPr/>
          <p:nvPr/>
        </p:nvSpPr>
        <p:spPr>
          <a:xfrm>
            <a:off x="11074400" y="786130"/>
            <a:ext cx="10345" cy="27940"/>
          </a:xfrm>
          <a:custGeom>
            <a:avLst/>
            <a:gdLst/>
            <a:ahLst/>
            <a:cxnLst/>
            <a:rect l="l" t="t" r="r" b="b"/>
            <a:pathLst>
              <a:path w="10345" h="27940">
                <a:moveTo>
                  <a:pt x="0" y="0"/>
                </a:moveTo>
                <a:lnTo>
                  <a:pt x="0" y="27940"/>
                </a:lnTo>
                <a:cubicBezTo>
                  <a:pt x="6146" y="26066"/>
                  <a:pt x="10345" y="20395"/>
                  <a:pt x="10345" y="13970"/>
                </a:cubicBezTo>
                <a:cubicBezTo>
                  <a:pt x="10345" y="7545"/>
                  <a:pt x="6146" y="1874"/>
                  <a:pt x="0" y="0"/>
                </a:cubicBezTo>
                <a:close/>
              </a:path>
            </a:pathLst>
          </a:custGeom>
          <a:solidFill>
            <a:srgbClr val="FFFFFF">
              <a:alpha val="45000"/>
            </a:srgbClr>
          </a:solidFill>
          <a:ln>
            <a:noFill/>
          </a:ln>
        </p:spPr>
      </p:sp>
      <p:sp>
        <p:nvSpPr>
          <p:cNvPr id="121" name="!!path-95b"/>
          <p:cNvSpPr/>
          <p:nvPr/>
        </p:nvSpPr>
        <p:spPr>
          <a:xfrm>
            <a:off x="8845537" y="1109129"/>
            <a:ext cx="62258" cy="105791"/>
          </a:xfrm>
          <a:custGeom>
            <a:avLst/>
            <a:gdLst/>
            <a:ahLst/>
            <a:cxnLst/>
            <a:rect l="l" t="t" r="r" b="b"/>
            <a:pathLst>
              <a:path w="62258" h="105791">
                <a:moveTo>
                  <a:pt x="62258" y="9363"/>
                </a:moveTo>
                <a:lnTo>
                  <a:pt x="52896" y="0"/>
                </a:lnTo>
                <a:lnTo>
                  <a:pt x="0" y="52896"/>
                </a:lnTo>
                <a:lnTo>
                  <a:pt x="52896" y="105791"/>
                </a:lnTo>
                <a:lnTo>
                  <a:pt x="62258" y="96429"/>
                </a:lnTo>
                <a:lnTo>
                  <a:pt x="18725" y="5289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22" name="!!text-95c" descr="小林"/>
          <p:cNvSpPr txBox="1"/>
          <p:nvPr/>
        </p:nvSpPr>
        <p:spPr>
          <a:xfrm>
            <a:off x="9874250" y="1070737"/>
            <a:ext cx="262890" cy="16550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1" kern="0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小林</a:t>
            </a:r>
            <a:endParaRPr lang="zh-TW" sz="900"/>
          </a:p>
        </p:txBody>
      </p:sp>
      <p:sp>
        <p:nvSpPr>
          <p:cNvPr id="123" name="!!rect-95j"/>
          <p:cNvSpPr/>
          <p:nvPr/>
        </p:nvSpPr>
        <p:spPr>
          <a:xfrm>
            <a:off x="8712200" y="1339850"/>
            <a:ext cx="2552700" cy="495300"/>
          </a:xfrm>
          <a:prstGeom prst="rect">
            <a:avLst/>
          </a:prstGeom>
          <a:solidFill>
            <a:srgbClr val="D64545">
              <a:alpha val="8000"/>
            </a:srgbClr>
          </a:solidFill>
          <a:ln>
            <a:noFill/>
          </a:ln>
        </p:spPr>
      </p:sp>
      <p:sp>
        <p:nvSpPr>
          <p:cNvPr id="124" name="!!path-95k"/>
          <p:cNvSpPr/>
          <p:nvPr/>
        </p:nvSpPr>
        <p:spPr>
          <a:xfrm>
            <a:off x="8822258" y="1420279"/>
            <a:ext cx="84633" cy="105791"/>
          </a:xfrm>
          <a:custGeom>
            <a:avLst/>
            <a:gdLst/>
            <a:ahLst/>
            <a:cxnLst/>
            <a:rect l="l" t="t" r="r" b="b"/>
            <a:pathLst>
              <a:path w="84633" h="105791">
                <a:moveTo>
                  <a:pt x="42316" y="0"/>
                </a:moveTo>
                <a:lnTo>
                  <a:pt x="0" y="15869"/>
                </a:lnTo>
                <a:lnTo>
                  <a:pt x="0" y="48082"/>
                </a:lnTo>
                <a:cubicBezTo>
                  <a:pt x="0" y="74794"/>
                  <a:pt x="18037" y="99708"/>
                  <a:pt x="42316" y="105791"/>
                </a:cubicBezTo>
                <a:cubicBezTo>
                  <a:pt x="66595" y="99708"/>
                  <a:pt x="84633" y="74794"/>
                  <a:pt x="84633" y="48082"/>
                </a:cubicBezTo>
                <a:lnTo>
                  <a:pt x="84633" y="15869"/>
                </a:lnTo>
                <a:lnTo>
                  <a:pt x="42316" y="0"/>
                </a:lnTo>
                <a:close/>
                <a:moveTo>
                  <a:pt x="47606" y="79343"/>
                </a:moveTo>
                <a:lnTo>
                  <a:pt x="37027" y="79343"/>
                </a:lnTo>
                <a:lnTo>
                  <a:pt x="37027" y="68764"/>
                </a:lnTo>
                <a:lnTo>
                  <a:pt x="47606" y="68764"/>
                </a:lnTo>
                <a:lnTo>
                  <a:pt x="47606" y="79343"/>
                </a:lnTo>
                <a:close/>
                <a:moveTo>
                  <a:pt x="47606" y="58185"/>
                </a:moveTo>
                <a:lnTo>
                  <a:pt x="37027" y="58185"/>
                </a:lnTo>
                <a:lnTo>
                  <a:pt x="37027" y="26448"/>
                </a:lnTo>
                <a:lnTo>
                  <a:pt x="47606" y="26448"/>
                </a:lnTo>
                <a:lnTo>
                  <a:pt x="47606" y="58185"/>
                </a:lnTo>
                <a:close/>
              </a:path>
            </a:pathLst>
          </a:custGeom>
          <a:solidFill>
            <a:srgbClr val="D64545"/>
          </a:solidFill>
          <a:ln>
            <a:noFill/>
          </a:ln>
        </p:spPr>
      </p:sp>
      <p:sp>
        <p:nvSpPr>
          <p:cNvPr id="125" name="!!text-95l" descr="此聊天室有高風險訊息，請勿提供驗證碼或私下付款"/>
          <p:cNvSpPr txBox="1"/>
          <p:nvPr/>
        </p:nvSpPr>
        <p:spPr>
          <a:xfrm>
            <a:off x="8991600" y="1415542"/>
            <a:ext cx="1923415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kern="0" dirty="0">
                <a:solidFill>
                  <a:srgbClr val="151E27"/>
                </a:solidFill>
                <a:latin typeface="Noto Sans TC SemiBold"/>
                <a:ea typeface="Noto Sans TC SemiBold"/>
                <a:cs typeface="Noto Sans TC SemiBold"/>
              </a:rPr>
              <a:t>此聊天室有高風險訊息，請勿提供驗證碼或私下付款</a:t>
            </a:r>
            <a:endParaRPr lang="zh-TW" sz="650"/>
          </a:p>
        </p:txBody>
      </p:sp>
      <p:sp>
        <p:nvSpPr>
          <p:cNvPr id="126" name="!!text-969" descr="防詐須知"/>
          <p:cNvSpPr txBox="1"/>
          <p:nvPr/>
        </p:nvSpPr>
        <p:spPr>
          <a:xfrm>
            <a:off x="8991600" y="1625092"/>
            <a:ext cx="354965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b="1" kern="0" dirty="0">
                <a:solidFill>
                  <a:srgbClr val="D64545"/>
                </a:solidFill>
                <a:latin typeface="Noto Sans TC"/>
                <a:ea typeface="Noto Sans TC"/>
                <a:cs typeface="Noto Sans TC"/>
              </a:rPr>
              <a:t>防詐須知</a:t>
            </a:r>
            <a:endParaRPr lang="zh-TW" sz="650"/>
          </a:p>
        </p:txBody>
      </p:sp>
      <p:sp>
        <p:nvSpPr>
          <p:cNvPr id="127" name="!!text-96e" descr="檢舉"/>
          <p:cNvSpPr txBox="1"/>
          <p:nvPr/>
        </p:nvSpPr>
        <p:spPr>
          <a:xfrm>
            <a:off x="9461500" y="1625092"/>
            <a:ext cx="189865" cy="119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650" b="1" kern="0" dirty="0">
                <a:solidFill>
                  <a:srgbClr val="D64545"/>
                </a:solidFill>
                <a:latin typeface="Noto Sans TC"/>
                <a:ea typeface="Noto Sans TC"/>
                <a:cs typeface="Noto Sans TC"/>
              </a:rPr>
              <a:t>檢舉</a:t>
            </a:r>
            <a:endParaRPr lang="zh-TW" sz="650"/>
          </a:p>
        </p:txBody>
      </p:sp>
      <p:sp>
        <p:nvSpPr>
          <p:cNvPr id="128" name="!!rect-96h"/>
          <p:cNvSpPr/>
          <p:nvPr/>
        </p:nvSpPr>
        <p:spPr>
          <a:xfrm>
            <a:off x="9531350" y="6076950"/>
            <a:ext cx="914400" cy="31750"/>
          </a:xfrm>
          <a:prstGeom prst="roundRect">
            <a:avLst>
              <a:gd name="adj" fmla="val 50000"/>
            </a:avLst>
          </a:prstGeom>
          <a:solidFill>
            <a:srgbClr val="000000">
              <a:alpha val="90000"/>
            </a:srgbClr>
          </a:solidFill>
          <a:ln>
            <a:noFill/>
          </a:ln>
        </p:spPr>
      </p:sp>
      <p:sp>
        <p:nvSpPr>
          <p:cNvPr id="129" name="!!rect-96i"/>
          <p:cNvSpPr/>
          <p:nvPr/>
        </p:nvSpPr>
        <p:spPr>
          <a:xfrm>
            <a:off x="8712200" y="609600"/>
            <a:ext cx="2552700" cy="5549900"/>
          </a:xfrm>
          <a:custGeom>
            <a:avLst/>
            <a:gdLst/>
            <a:ahLst/>
            <a:cxnLst/>
            <a:rect l="l" t="t" r="r" b="b"/>
            <a:pathLst>
              <a:path w="2552700" h="5549900">
                <a:moveTo>
                  <a:pt x="349250" y="0"/>
                </a:moveTo>
                <a:lnTo>
                  <a:pt x="2203450" y="0"/>
                </a:lnTo>
                <a:cubicBezTo>
                  <a:pt x="2396335" y="0"/>
                  <a:pt x="2552700" y="156365"/>
                  <a:pt x="2552700" y="349250"/>
                </a:cubicBezTo>
                <a:lnTo>
                  <a:pt x="2552700" y="5200650"/>
                </a:lnTo>
                <a:cubicBezTo>
                  <a:pt x="2552700" y="5393535"/>
                  <a:pt x="2396335" y="5549900"/>
                  <a:pt x="2203450" y="5549900"/>
                </a:cubicBezTo>
                <a:lnTo>
                  <a:pt x="349250" y="5549900"/>
                </a:lnTo>
                <a:cubicBezTo>
                  <a:pt x="156365" y="5549900"/>
                  <a:pt x="0" y="5393535"/>
                  <a:pt x="0" y="5200650"/>
                </a:cubicBezTo>
                <a:lnTo>
                  <a:pt x="0" y="349250"/>
                </a:lnTo>
                <a:cubicBezTo>
                  <a:pt x="0" y="156365"/>
                  <a:pt x="156365" y="0"/>
                  <a:pt x="349250" y="0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10000"/>
                </a:srgbClr>
              </a:gs>
              <a:gs pos="30762">
                <a:srgbClr val="FFFFFF">
                  <a:alpha val="2000"/>
                </a:srgbClr>
              </a:gs>
              <a:gs pos="31723">
                <a:srgbClr val="FFFFFF">
                  <a:alpha val="0"/>
                </a:srgbClr>
              </a:gs>
              <a:gs pos="9613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4329186" scaled="0"/>
          </a:gradFill>
          <a:ln>
            <a:noFill/>
          </a:ln>
        </p:spPr>
      </p:sp>
      <p:sp>
        <p:nvSpPr>
          <p:cNvPr id="130" name="!!rect-96l"/>
          <p:cNvSpPr/>
          <p:nvPr/>
        </p:nvSpPr>
        <p:spPr>
          <a:xfrm>
            <a:off x="9728200" y="679450"/>
            <a:ext cx="520700" cy="23495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</p:spPr>
      </p:sp>
      <p:sp>
        <p:nvSpPr>
          <p:cNvPr id="131" name="!!circle-96m"/>
          <p:cNvSpPr/>
          <p:nvPr/>
        </p:nvSpPr>
        <p:spPr>
          <a:xfrm>
            <a:off x="10088880" y="757555"/>
            <a:ext cx="78740" cy="78740"/>
          </a:xfrm>
          <a:prstGeom prst="ellipse">
            <a:avLst/>
          </a:prstGeom>
          <a:solidFill>
            <a:srgbClr val="0A0F16"/>
          </a:solidFill>
          <a:ln>
            <a:noFill/>
          </a:ln>
        </p:spPr>
      </p:sp>
      <p:sp>
        <p:nvSpPr>
          <p:cNvPr id="132" name="!!circle-96n"/>
          <p:cNvSpPr/>
          <p:nvPr/>
        </p:nvSpPr>
        <p:spPr>
          <a:xfrm>
            <a:off x="10107930" y="776605"/>
            <a:ext cx="40640" cy="40640"/>
          </a:xfrm>
          <a:prstGeom prst="ellipse">
            <a:avLst/>
          </a:prstGeom>
          <a:solidFill>
            <a:srgbClr val="111B28"/>
          </a:solidFill>
          <a:ln>
            <a:noFill/>
          </a:ln>
        </p:spPr>
      </p:sp>
      <p:sp>
        <p:nvSpPr>
          <p:cNvPr id="133" name="!!circle-96o"/>
          <p:cNvSpPr/>
          <p:nvPr/>
        </p:nvSpPr>
        <p:spPr>
          <a:xfrm>
            <a:off x="10130155" y="781685"/>
            <a:ext cx="13970" cy="13970"/>
          </a:xfrm>
          <a:prstGeom prst="ellipse">
            <a:avLst/>
          </a:prstGeom>
          <a:solidFill>
            <a:srgbClr val="3A5070">
              <a:alpha val="80000"/>
            </a:srgbClr>
          </a:solidFill>
          <a:ln>
            <a:noFill/>
          </a:ln>
        </p:spPr>
      </p:sp>
      <p:sp>
        <p:nvSpPr>
          <p:cNvPr id="134" name="!!path-9ic"/>
          <p:cNvSpPr/>
          <p:nvPr/>
        </p:nvSpPr>
        <p:spPr>
          <a:xfrm>
            <a:off x="381000" y="306527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35" name="!!path-9id"/>
          <p:cNvSpPr/>
          <p:nvPr/>
        </p:nvSpPr>
        <p:spPr>
          <a:xfrm>
            <a:off x="381000" y="308153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36" name="!!path-9ie"/>
          <p:cNvSpPr/>
          <p:nvPr/>
        </p:nvSpPr>
        <p:spPr>
          <a:xfrm>
            <a:off x="381000" y="309778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37" name="!!path-9if"/>
          <p:cNvSpPr/>
          <p:nvPr/>
        </p:nvSpPr>
        <p:spPr>
          <a:xfrm>
            <a:off x="381000" y="311404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38" name="!!path-9ig"/>
          <p:cNvSpPr/>
          <p:nvPr/>
        </p:nvSpPr>
        <p:spPr>
          <a:xfrm>
            <a:off x="381000" y="313030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39" name="!!path-9ih"/>
          <p:cNvSpPr/>
          <p:nvPr/>
        </p:nvSpPr>
        <p:spPr>
          <a:xfrm>
            <a:off x="381000" y="314655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40" name="!!path-9ii"/>
          <p:cNvSpPr/>
          <p:nvPr/>
        </p:nvSpPr>
        <p:spPr>
          <a:xfrm>
            <a:off x="381000" y="316281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41" name="!!path-9ij"/>
          <p:cNvSpPr/>
          <p:nvPr/>
        </p:nvSpPr>
        <p:spPr>
          <a:xfrm>
            <a:off x="381000" y="317906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42" name="!!path-9ik"/>
          <p:cNvSpPr/>
          <p:nvPr/>
        </p:nvSpPr>
        <p:spPr>
          <a:xfrm>
            <a:off x="419608" y="269342"/>
            <a:ext cx="128422" cy="122936"/>
          </a:xfrm>
          <a:custGeom>
            <a:avLst/>
            <a:gdLst/>
            <a:ahLst/>
            <a:cxnLst/>
            <a:rect l="l" t="t" r="r" b="b"/>
            <a:pathLst>
              <a:path w="128422" h="122936">
                <a:moveTo>
                  <a:pt x="0" y="17678"/>
                </a:moveTo>
                <a:lnTo>
                  <a:pt x="8128" y="5080"/>
                </a:lnTo>
                <a:cubicBezTo>
                  <a:pt x="32512" y="0"/>
                  <a:pt x="73152" y="7112"/>
                  <a:pt x="101600" y="26416"/>
                </a:cubicBezTo>
                <a:cubicBezTo>
                  <a:pt x="116840" y="37186"/>
                  <a:pt x="124968" y="49784"/>
                  <a:pt x="128422" y="62992"/>
                </a:cubicBezTo>
                <a:lnTo>
                  <a:pt x="128422" y="122936"/>
                </a:lnTo>
                <a:lnTo>
                  <a:pt x="0" y="1229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43" name="!!path-9il"/>
          <p:cNvSpPr/>
          <p:nvPr/>
        </p:nvSpPr>
        <p:spPr>
          <a:xfrm>
            <a:off x="419608" y="269342"/>
            <a:ext cx="128422" cy="62992"/>
          </a:xfrm>
          <a:custGeom>
            <a:avLst/>
            <a:gdLst/>
            <a:ahLst/>
            <a:cxnLst/>
            <a:rect l="l" t="t" r="r" b="b"/>
            <a:pathLst>
              <a:path w="128422" h="62992" fill="none">
                <a:moveTo>
                  <a:pt x="128422" y="62992"/>
                </a:moveTo>
                <a:cubicBezTo>
                  <a:pt x="124968" y="49784"/>
                  <a:pt x="116840" y="37186"/>
                  <a:pt x="101600" y="26416"/>
                </a:cubicBezTo>
                <a:cubicBezTo>
                  <a:pt x="73152" y="7112"/>
                  <a:pt x="32512" y="0"/>
                  <a:pt x="8128" y="5080"/>
                </a:cubicBezTo>
                <a:lnTo>
                  <a:pt x="0" y="1767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44" name="!!path-9im"/>
          <p:cNvSpPr/>
          <p:nvPr/>
        </p:nvSpPr>
        <p:spPr>
          <a:xfrm>
            <a:off x="407010" y="281534"/>
            <a:ext cx="141021" cy="110744"/>
          </a:xfrm>
          <a:custGeom>
            <a:avLst/>
            <a:gdLst/>
            <a:ahLst/>
            <a:cxnLst/>
            <a:rect l="l" t="t" r="r" b="b"/>
            <a:pathLst>
              <a:path w="141021" h="110744">
                <a:moveTo>
                  <a:pt x="0" y="22352"/>
                </a:moveTo>
                <a:lnTo>
                  <a:pt x="6502" y="6502"/>
                </a:lnTo>
                <a:cubicBezTo>
                  <a:pt x="36982" y="0"/>
                  <a:pt x="79654" y="7112"/>
                  <a:pt x="110134" y="25400"/>
                </a:cubicBezTo>
                <a:cubicBezTo>
                  <a:pt x="126390" y="35154"/>
                  <a:pt x="136550" y="49784"/>
                  <a:pt x="141021" y="62992"/>
                </a:cubicBezTo>
                <a:lnTo>
                  <a:pt x="141021" y="110744"/>
                </a:lnTo>
                <a:lnTo>
                  <a:pt x="0" y="110744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45" name="!!path-9in"/>
          <p:cNvSpPr/>
          <p:nvPr/>
        </p:nvSpPr>
        <p:spPr>
          <a:xfrm>
            <a:off x="407010" y="281534"/>
            <a:ext cx="141021" cy="62992"/>
          </a:xfrm>
          <a:custGeom>
            <a:avLst/>
            <a:gdLst/>
            <a:ahLst/>
            <a:cxnLst/>
            <a:rect l="l" t="t" r="r" b="b"/>
            <a:pathLst>
              <a:path w="141021" h="62992" fill="none">
                <a:moveTo>
                  <a:pt x="141021" y="62992"/>
                </a:moveTo>
                <a:cubicBezTo>
                  <a:pt x="136550" y="49784"/>
                  <a:pt x="126390" y="35154"/>
                  <a:pt x="110134" y="25400"/>
                </a:cubicBezTo>
                <a:cubicBezTo>
                  <a:pt x="79654" y="7112"/>
                  <a:pt x="36982" y="0"/>
                  <a:pt x="6502" y="6502"/>
                </a:cubicBezTo>
                <a:lnTo>
                  <a:pt x="0" y="22352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46" name="!!path-9io"/>
          <p:cNvSpPr/>
          <p:nvPr/>
        </p:nvSpPr>
        <p:spPr>
          <a:xfrm>
            <a:off x="395834" y="294742"/>
            <a:ext cx="151790" cy="97536"/>
          </a:xfrm>
          <a:custGeom>
            <a:avLst/>
            <a:gdLst/>
            <a:ahLst/>
            <a:cxnLst/>
            <a:rect l="l" t="t" r="r" b="b"/>
            <a:pathLst>
              <a:path w="151790" h="97536">
                <a:moveTo>
                  <a:pt x="0" y="23165"/>
                </a:moveTo>
                <a:lnTo>
                  <a:pt x="3861" y="12598"/>
                </a:lnTo>
                <a:cubicBezTo>
                  <a:pt x="37998" y="0"/>
                  <a:pt x="84734" y="5080"/>
                  <a:pt x="117246" y="21946"/>
                </a:cubicBezTo>
                <a:cubicBezTo>
                  <a:pt x="135534" y="31496"/>
                  <a:pt x="146710" y="43688"/>
                  <a:pt x="151790" y="55270"/>
                </a:cubicBezTo>
                <a:lnTo>
                  <a:pt x="151790" y="97536"/>
                </a:lnTo>
                <a:lnTo>
                  <a:pt x="0" y="975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47" name="!!path-9ip"/>
          <p:cNvSpPr/>
          <p:nvPr/>
        </p:nvSpPr>
        <p:spPr>
          <a:xfrm>
            <a:off x="395834" y="294742"/>
            <a:ext cx="151790" cy="55270"/>
          </a:xfrm>
          <a:custGeom>
            <a:avLst/>
            <a:gdLst/>
            <a:ahLst/>
            <a:cxnLst/>
            <a:rect l="l" t="t" r="r" b="b"/>
            <a:pathLst>
              <a:path w="151790" h="55270" fill="none">
                <a:moveTo>
                  <a:pt x="151790" y="55270"/>
                </a:moveTo>
                <a:cubicBezTo>
                  <a:pt x="146710" y="43688"/>
                  <a:pt x="135534" y="31496"/>
                  <a:pt x="117246" y="21946"/>
                </a:cubicBezTo>
                <a:cubicBezTo>
                  <a:pt x="84734" y="5080"/>
                  <a:pt x="37998" y="0"/>
                  <a:pt x="3861" y="12598"/>
                </a:cubicBezTo>
                <a:lnTo>
                  <a:pt x="0" y="23165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48" name="!!path-9iq"/>
          <p:cNvSpPr/>
          <p:nvPr/>
        </p:nvSpPr>
        <p:spPr>
          <a:xfrm>
            <a:off x="548234" y="264262"/>
            <a:ext cx="120294" cy="128016"/>
          </a:xfrm>
          <a:custGeom>
            <a:avLst/>
            <a:gdLst/>
            <a:ahLst/>
            <a:cxnLst/>
            <a:rect l="l" t="t" r="r" b="b"/>
            <a:pathLst>
              <a:path w="120294" h="128016">
                <a:moveTo>
                  <a:pt x="120294" y="18288"/>
                </a:moveTo>
                <a:lnTo>
                  <a:pt x="113589" y="4470"/>
                </a:lnTo>
                <a:cubicBezTo>
                  <a:pt x="86766" y="0"/>
                  <a:pt x="44094" y="10160"/>
                  <a:pt x="17678" y="30480"/>
                </a:cubicBezTo>
                <a:cubicBezTo>
                  <a:pt x="6502" y="39624"/>
                  <a:pt x="1422" y="52832"/>
                  <a:pt x="0" y="67056"/>
                </a:cubicBezTo>
                <a:lnTo>
                  <a:pt x="0" y="128016"/>
                </a:lnTo>
                <a:lnTo>
                  <a:pt x="120294" y="12801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49" name="!!path-9ir"/>
          <p:cNvSpPr/>
          <p:nvPr/>
        </p:nvSpPr>
        <p:spPr>
          <a:xfrm>
            <a:off x="548234" y="264262"/>
            <a:ext cx="120294" cy="67056"/>
          </a:xfrm>
          <a:custGeom>
            <a:avLst/>
            <a:gdLst/>
            <a:ahLst/>
            <a:cxnLst/>
            <a:rect l="l" t="t" r="r" b="b"/>
            <a:pathLst>
              <a:path w="120294" h="67056" fill="none">
                <a:moveTo>
                  <a:pt x="0" y="67056"/>
                </a:moveTo>
                <a:cubicBezTo>
                  <a:pt x="1422" y="52832"/>
                  <a:pt x="6502" y="39624"/>
                  <a:pt x="17678" y="30480"/>
                </a:cubicBezTo>
                <a:cubicBezTo>
                  <a:pt x="44094" y="10160"/>
                  <a:pt x="86766" y="0"/>
                  <a:pt x="113589" y="4470"/>
                </a:cubicBezTo>
                <a:lnTo>
                  <a:pt x="120294" y="1828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50" name="!!path-9is"/>
          <p:cNvSpPr/>
          <p:nvPr/>
        </p:nvSpPr>
        <p:spPr>
          <a:xfrm>
            <a:off x="548437" y="279502"/>
            <a:ext cx="133299" cy="112776"/>
          </a:xfrm>
          <a:custGeom>
            <a:avLst/>
            <a:gdLst/>
            <a:ahLst/>
            <a:cxnLst/>
            <a:rect l="l" t="t" r="r" b="b"/>
            <a:pathLst>
              <a:path w="133299" h="112776">
                <a:moveTo>
                  <a:pt x="133299" y="19710"/>
                </a:moveTo>
                <a:lnTo>
                  <a:pt x="127203" y="3048"/>
                </a:lnTo>
                <a:cubicBezTo>
                  <a:pt x="94691" y="0"/>
                  <a:pt x="54051" y="11176"/>
                  <a:pt x="27635" y="30683"/>
                </a:cubicBezTo>
                <a:cubicBezTo>
                  <a:pt x="13411" y="41250"/>
                  <a:pt x="4267" y="53848"/>
                  <a:pt x="0" y="65024"/>
                </a:cubicBezTo>
                <a:lnTo>
                  <a:pt x="0" y="112776"/>
                </a:lnTo>
                <a:lnTo>
                  <a:pt x="133299" y="11277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51" name="!!path-9it"/>
          <p:cNvSpPr/>
          <p:nvPr/>
        </p:nvSpPr>
        <p:spPr>
          <a:xfrm>
            <a:off x="548437" y="279502"/>
            <a:ext cx="133299" cy="65024"/>
          </a:xfrm>
          <a:custGeom>
            <a:avLst/>
            <a:gdLst/>
            <a:ahLst/>
            <a:cxnLst/>
            <a:rect l="l" t="t" r="r" b="b"/>
            <a:pathLst>
              <a:path w="133299" h="65024" fill="none">
                <a:moveTo>
                  <a:pt x="0" y="65024"/>
                </a:moveTo>
                <a:cubicBezTo>
                  <a:pt x="4267" y="53848"/>
                  <a:pt x="13411" y="41250"/>
                  <a:pt x="27635" y="30683"/>
                </a:cubicBezTo>
                <a:cubicBezTo>
                  <a:pt x="54051" y="11176"/>
                  <a:pt x="94691" y="0"/>
                  <a:pt x="127203" y="3048"/>
                </a:cubicBezTo>
                <a:lnTo>
                  <a:pt x="133299" y="19710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52" name="!!path-9iu"/>
          <p:cNvSpPr/>
          <p:nvPr/>
        </p:nvSpPr>
        <p:spPr>
          <a:xfrm>
            <a:off x="548843" y="293726"/>
            <a:ext cx="142646" cy="98552"/>
          </a:xfrm>
          <a:custGeom>
            <a:avLst/>
            <a:gdLst/>
            <a:ahLst/>
            <a:cxnLst/>
            <a:rect l="l" t="t" r="r" b="b"/>
            <a:pathLst>
              <a:path w="142646" h="98552">
                <a:moveTo>
                  <a:pt x="142646" y="18898"/>
                </a:moveTo>
                <a:lnTo>
                  <a:pt x="139802" y="8738"/>
                </a:lnTo>
                <a:cubicBezTo>
                  <a:pt x="106477" y="0"/>
                  <a:pt x="63805" y="5080"/>
                  <a:pt x="35357" y="19304"/>
                </a:cubicBezTo>
                <a:cubicBezTo>
                  <a:pt x="17069" y="28448"/>
                  <a:pt x="5893" y="42672"/>
                  <a:pt x="0" y="56286"/>
                </a:cubicBezTo>
                <a:lnTo>
                  <a:pt x="0" y="98552"/>
                </a:lnTo>
                <a:lnTo>
                  <a:pt x="142646" y="98552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53" name="!!path-9iv"/>
          <p:cNvSpPr/>
          <p:nvPr/>
        </p:nvSpPr>
        <p:spPr>
          <a:xfrm>
            <a:off x="548843" y="293726"/>
            <a:ext cx="142646" cy="56286"/>
          </a:xfrm>
          <a:custGeom>
            <a:avLst/>
            <a:gdLst/>
            <a:ahLst/>
            <a:cxnLst/>
            <a:rect l="l" t="t" r="r" b="b"/>
            <a:pathLst>
              <a:path w="142646" h="56286" fill="none">
                <a:moveTo>
                  <a:pt x="0" y="56286"/>
                </a:moveTo>
                <a:cubicBezTo>
                  <a:pt x="5893" y="42672"/>
                  <a:pt x="17069" y="28448"/>
                  <a:pt x="35357" y="19304"/>
                </a:cubicBezTo>
                <a:cubicBezTo>
                  <a:pt x="63805" y="5080"/>
                  <a:pt x="106477" y="0"/>
                  <a:pt x="139802" y="8738"/>
                </a:cubicBezTo>
                <a:lnTo>
                  <a:pt x="142646" y="1889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54" name="!!path-9iw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627D8D"/>
              </a:gs>
              <a:gs pos="21794">
                <a:srgbClr val="627D8D"/>
              </a:gs>
              <a:gs pos="55376">
                <a:srgbClr val="627D8D"/>
              </a:gs>
              <a:gs pos="96421">
                <a:srgbClr val="98ABB7"/>
              </a:gs>
              <a:gs pos="100000">
                <a:srgbClr val="98ABB7"/>
              </a:gs>
            </a:gsLst>
            <a:lin ang="1983350" scaled="0"/>
          </a:gradFill>
          <a:ln>
            <a:noFill/>
          </a:ln>
        </p:spPr>
      </p:sp>
      <p:sp>
        <p:nvSpPr>
          <p:cNvPr id="155" name="!!path-9ix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0000"/>
                </a:srgbClr>
              </a:gs>
              <a:gs pos="4764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83333" t="79291" r="16667" b="20709"/>
            </a:path>
          </a:gradFill>
          <a:ln>
            <a:noFill/>
          </a:ln>
        </p:spPr>
      </p:sp>
      <p:sp>
        <p:nvSpPr>
          <p:cNvPr id="156" name="!!line-9iy"/>
          <p:cNvSpPr/>
          <p:nvPr/>
        </p:nvSpPr>
        <p:spPr>
          <a:xfrm>
            <a:off x="549046" y="363017"/>
            <a:ext cx="1" cy="153619"/>
          </a:xfrm>
          <a:custGeom>
            <a:avLst/>
            <a:gdLst/>
            <a:ahLst/>
            <a:cxnLst/>
            <a:rect l="l" t="t" r="r" b="b"/>
            <a:pathLst>
              <a:path w="1" h="153619">
                <a:moveTo>
                  <a:pt x="0" y="0"/>
                </a:moveTo>
                <a:lnTo>
                  <a:pt x="0" y="153619"/>
                </a:lnTo>
              </a:path>
            </a:pathLst>
          </a:custGeom>
          <a:solidFill>
            <a:srgbClr val="000000"/>
          </a:solidFill>
          <a:ln w="6909" cap="rnd">
            <a:solidFill>
              <a:srgbClr val="C9D3D9"/>
            </a:solidFill>
            <a:prstDash val="solid"/>
            <a:miter lim="800000"/>
          </a:ln>
        </p:spPr>
      </p:sp>
      <p:sp>
        <p:nvSpPr>
          <p:cNvPr id="157" name="!!path-9iz"/>
          <p:cNvSpPr/>
          <p:nvPr/>
        </p:nvSpPr>
        <p:spPr>
          <a:xfrm>
            <a:off x="657962" y="442062"/>
            <a:ext cx="25400" cy="37998"/>
          </a:xfrm>
          <a:custGeom>
            <a:avLst/>
            <a:gdLst/>
            <a:ahLst/>
            <a:cxnLst/>
            <a:rect l="l" t="t" r="r" b="b"/>
            <a:pathLst>
              <a:path w="25400" h="37998">
                <a:moveTo>
                  <a:pt x="0" y="2642"/>
                </a:moveTo>
                <a:lnTo>
                  <a:pt x="15240" y="0"/>
                </a:lnTo>
                <a:lnTo>
                  <a:pt x="25400" y="37186"/>
                </a:lnTo>
                <a:lnTo>
                  <a:pt x="7518" y="37998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 w="1016" cap="flat">
            <a:solidFill>
              <a:srgbClr val="FFFFFF">
                <a:alpha val="55000"/>
              </a:srgbClr>
            </a:solidFill>
            <a:prstDash val="solid"/>
            <a:round/>
          </a:ln>
        </p:spPr>
      </p:sp>
      <p:sp>
        <p:nvSpPr>
          <p:cNvPr id="158" name="!!text-9j0" descr="救「舊」我的書"/>
          <p:cNvSpPr txBox="1"/>
          <p:nvPr/>
        </p:nvSpPr>
        <p:spPr>
          <a:xfrm>
            <a:off x="805879" y="251460"/>
            <a:ext cx="1120140" cy="25745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400" b="1" kern="0" spc="-70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救</a:t>
            </a:r>
            <a:r>
              <a:rPr lang="zh-TW" altLang="en-US" sz="14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「舊</a:t>
            </a:r>
            <a:r>
              <a:rPr lang="zh-TW" altLang="en-US" sz="1400" b="1" kern="0" spc="-70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」</a:t>
            </a:r>
            <a:r>
              <a:rPr lang="zh-TW" altLang="en-US" sz="14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我的書</a:t>
            </a:r>
            <a:endParaRPr lang="zh-TW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fast" p14:dur="2500" advTm="900">
        <p159:morph option="byObject"/>
      </p:transition>
    </mc:Choice>
    <mc:Fallback>
      <p:transition spd="fast" advTm="900">
        <p:fade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142.1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rect-1q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7"/>
          </a:solidFill>
          <a:ln>
            <a:noFill/>
          </a:ln>
        </p:spPr>
      </p:sp>
      <p:sp>
        <p:nvSpPr>
          <p:cNvPr id="3" name="!!ellipse-1q2"/>
          <p:cNvSpPr/>
          <p:nvPr/>
        </p:nvSpPr>
        <p:spPr>
          <a:xfrm>
            <a:off x="-889000" y="-952500"/>
            <a:ext cx="13970000" cy="7874000"/>
          </a:xfrm>
          <a:prstGeom prst="ellipse">
            <a:avLst/>
          </a:prstGeom>
          <a:gradFill rotWithShape="1">
            <a:gsLst>
              <a:gs pos="0">
                <a:srgbClr val="FFFFFF">
                  <a:alpha val="95000"/>
                </a:srgbClr>
              </a:gs>
              <a:gs pos="40865">
                <a:srgbClr val="FFFFFF">
                  <a:alpha val="35000"/>
                </a:srgbClr>
              </a:gs>
              <a:gs pos="68108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!!rect-1q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P1"/>
            <a:srcRect/>
            <a:tile tx="203735" ty="192036" sx="16667" sy="16667" flip="none" algn="tl"/>
          </a:blipFill>
          <a:ln>
            <a:noFill/>
          </a:ln>
        </p:spPr>
      </p:sp>
      <p:sp>
        <p:nvSpPr>
          <p:cNvPr id="5" name="!!circle-1ql"/>
          <p:cNvSpPr/>
          <p:nvPr/>
        </p:nvSpPr>
        <p:spPr>
          <a:xfrm>
            <a:off x="3054636" y="-1867199"/>
            <a:ext cx="1943316" cy="1943316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" name="!!circle-1qu"/>
          <p:cNvSpPr/>
          <p:nvPr/>
        </p:nvSpPr>
        <p:spPr>
          <a:xfrm>
            <a:off x="2252823" y="-137414"/>
            <a:ext cx="2335771" cy="2335771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7" name="!!circle-1qz"/>
          <p:cNvSpPr/>
          <p:nvPr/>
        </p:nvSpPr>
        <p:spPr>
          <a:xfrm>
            <a:off x="9718259" y="5807691"/>
            <a:ext cx="1671714" cy="1671714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8" name="!!circle-1rd"/>
          <p:cNvSpPr/>
          <p:nvPr/>
        </p:nvSpPr>
        <p:spPr>
          <a:xfrm>
            <a:off x="-1763890" y="1933593"/>
            <a:ext cx="2084946" cy="2084946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9" name="!!circle-1ri"/>
          <p:cNvSpPr/>
          <p:nvPr/>
        </p:nvSpPr>
        <p:spPr>
          <a:xfrm>
            <a:off x="9292134" y="3915276"/>
            <a:ext cx="2223008" cy="2223008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0" name="!!rect-1sh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5F7">
                  <a:alpha val="0"/>
                </a:srgbClr>
              </a:gs>
              <a:gs pos="20428">
                <a:srgbClr val="F3F5F7">
                  <a:alpha val="0"/>
                </a:srgbClr>
              </a:gs>
              <a:gs pos="66730">
                <a:srgbClr val="F3F5F7"/>
              </a:gs>
              <a:gs pos="100000">
                <a:srgbClr val="F3F5F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1" name="!!circle-1sm"/>
          <p:cNvSpPr/>
          <p:nvPr/>
        </p:nvSpPr>
        <p:spPr>
          <a:xfrm>
            <a:off x="5547202" y="1218167"/>
            <a:ext cx="36055" cy="36055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12" name="!!circle-1sp"/>
          <p:cNvSpPr/>
          <p:nvPr/>
        </p:nvSpPr>
        <p:spPr>
          <a:xfrm>
            <a:off x="9315661" y="3109320"/>
            <a:ext cx="24295" cy="24295"/>
          </a:xfrm>
          <a:prstGeom prst="ellipse">
            <a:avLst/>
          </a:prstGeom>
          <a:solidFill>
            <a:srgbClr val="627D8D">
              <a:alpha val="18100"/>
            </a:srgbClr>
          </a:solidFill>
          <a:ln>
            <a:noFill/>
          </a:ln>
        </p:spPr>
      </p:sp>
      <p:sp>
        <p:nvSpPr>
          <p:cNvPr id="13" name="!!circle-1ss"/>
          <p:cNvSpPr/>
          <p:nvPr/>
        </p:nvSpPr>
        <p:spPr>
          <a:xfrm>
            <a:off x="3476541" y="6330962"/>
            <a:ext cx="25959" cy="25959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14" name="!!circle-1sv"/>
          <p:cNvSpPr/>
          <p:nvPr/>
        </p:nvSpPr>
        <p:spPr>
          <a:xfrm>
            <a:off x="2010406" y="1695077"/>
            <a:ext cx="35878" cy="35878"/>
          </a:xfrm>
          <a:prstGeom prst="ellipse">
            <a:avLst/>
          </a:prstGeom>
          <a:solidFill>
            <a:srgbClr val="627D8D">
              <a:alpha val="26800"/>
            </a:srgbClr>
          </a:solidFill>
          <a:ln>
            <a:noFill/>
          </a:ln>
        </p:spPr>
      </p:sp>
      <p:sp>
        <p:nvSpPr>
          <p:cNvPr id="15" name="!!circle-1sy"/>
          <p:cNvSpPr/>
          <p:nvPr/>
        </p:nvSpPr>
        <p:spPr>
          <a:xfrm>
            <a:off x="6876510" y="3580028"/>
            <a:ext cx="40234" cy="40234"/>
          </a:xfrm>
          <a:prstGeom prst="ellipse">
            <a:avLst/>
          </a:prstGeom>
          <a:solidFill>
            <a:srgbClr val="627D8D">
              <a:alpha val="31300"/>
            </a:srgbClr>
          </a:solidFill>
          <a:ln>
            <a:noFill/>
          </a:ln>
        </p:spPr>
      </p:sp>
      <p:sp>
        <p:nvSpPr>
          <p:cNvPr id="16" name="!!circle-1t4"/>
          <p:cNvSpPr/>
          <p:nvPr/>
        </p:nvSpPr>
        <p:spPr>
          <a:xfrm>
            <a:off x="1213654" y="4696905"/>
            <a:ext cx="29959" cy="29959"/>
          </a:xfrm>
          <a:prstGeom prst="ellipse">
            <a:avLst/>
          </a:prstGeom>
          <a:solidFill>
            <a:srgbClr val="627D8D">
              <a:alpha val="19400"/>
            </a:srgbClr>
          </a:solidFill>
          <a:ln>
            <a:noFill/>
          </a:ln>
        </p:spPr>
      </p:sp>
      <p:sp>
        <p:nvSpPr>
          <p:cNvPr id="17" name="!!circle-1t7"/>
          <p:cNvSpPr/>
          <p:nvPr/>
        </p:nvSpPr>
        <p:spPr>
          <a:xfrm>
            <a:off x="8433134" y="4379173"/>
            <a:ext cx="28702" cy="28702"/>
          </a:xfrm>
          <a:prstGeom prst="ellipse">
            <a:avLst/>
          </a:prstGeom>
          <a:solidFill>
            <a:srgbClr val="627D8D">
              <a:alpha val="17800"/>
            </a:srgbClr>
          </a:solidFill>
          <a:ln>
            <a:noFill/>
          </a:ln>
        </p:spPr>
      </p:sp>
      <p:sp>
        <p:nvSpPr>
          <p:cNvPr id="18" name="!!circle-1ta"/>
          <p:cNvSpPr/>
          <p:nvPr/>
        </p:nvSpPr>
        <p:spPr>
          <a:xfrm>
            <a:off x="10961733" y="1735302"/>
            <a:ext cx="24066" cy="24066"/>
          </a:xfrm>
          <a:prstGeom prst="ellipse">
            <a:avLst/>
          </a:prstGeom>
          <a:solidFill>
            <a:srgbClr val="627D8D">
              <a:alpha val="23900"/>
            </a:srgbClr>
          </a:solidFill>
          <a:ln>
            <a:noFill/>
          </a:ln>
        </p:spPr>
      </p:sp>
      <p:sp>
        <p:nvSpPr>
          <p:cNvPr id="19" name="!!circle-1td"/>
          <p:cNvSpPr/>
          <p:nvPr/>
        </p:nvSpPr>
        <p:spPr>
          <a:xfrm>
            <a:off x="8469816" y="5616518"/>
            <a:ext cx="35865" cy="35865"/>
          </a:xfrm>
          <a:prstGeom prst="ellipse">
            <a:avLst/>
          </a:prstGeom>
          <a:solidFill>
            <a:srgbClr val="627D8D">
              <a:alpha val="28200"/>
            </a:srgbClr>
          </a:solidFill>
          <a:ln>
            <a:noFill/>
          </a:ln>
        </p:spPr>
      </p:sp>
      <p:sp>
        <p:nvSpPr>
          <p:cNvPr id="20" name="!!circle-1tg"/>
          <p:cNvSpPr/>
          <p:nvPr/>
        </p:nvSpPr>
        <p:spPr>
          <a:xfrm>
            <a:off x="1524326" y="2719014"/>
            <a:ext cx="39218" cy="39218"/>
          </a:xfrm>
          <a:prstGeom prst="ellipse">
            <a:avLst/>
          </a:prstGeom>
          <a:solidFill>
            <a:srgbClr val="627D8D">
              <a:alpha val="29600"/>
            </a:srgbClr>
          </a:solidFill>
          <a:ln>
            <a:noFill/>
          </a:ln>
        </p:spPr>
      </p:sp>
      <p:sp>
        <p:nvSpPr>
          <p:cNvPr id="21" name="!!circle-1tj"/>
          <p:cNvSpPr/>
          <p:nvPr/>
        </p:nvSpPr>
        <p:spPr>
          <a:xfrm>
            <a:off x="7048955" y="5788013"/>
            <a:ext cx="49733" cy="49733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2" name="!!circle-1tm"/>
          <p:cNvSpPr/>
          <p:nvPr/>
        </p:nvSpPr>
        <p:spPr>
          <a:xfrm>
            <a:off x="6436194" y="1475300"/>
            <a:ext cx="41694" cy="41694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3" name="!!circle-1tp"/>
          <p:cNvSpPr/>
          <p:nvPr/>
        </p:nvSpPr>
        <p:spPr>
          <a:xfrm>
            <a:off x="6799592" y="4887249"/>
            <a:ext cx="31979" cy="31979"/>
          </a:xfrm>
          <a:prstGeom prst="ellipse">
            <a:avLst/>
          </a:prstGeom>
          <a:solidFill>
            <a:srgbClr val="627D8D">
              <a:alpha val="24100"/>
            </a:srgbClr>
          </a:solidFill>
          <a:ln>
            <a:noFill/>
          </a:ln>
        </p:spPr>
      </p:sp>
      <p:sp>
        <p:nvSpPr>
          <p:cNvPr id="24" name="!!circle-1ts"/>
          <p:cNvSpPr/>
          <p:nvPr/>
        </p:nvSpPr>
        <p:spPr>
          <a:xfrm>
            <a:off x="3914924" y="731382"/>
            <a:ext cx="18085" cy="18085"/>
          </a:xfrm>
          <a:prstGeom prst="ellipse">
            <a:avLst/>
          </a:prstGeom>
          <a:solidFill>
            <a:srgbClr val="627D8D">
              <a:alpha val="10500"/>
            </a:srgbClr>
          </a:solidFill>
          <a:ln>
            <a:noFill/>
          </a:ln>
        </p:spPr>
      </p:sp>
      <p:sp>
        <p:nvSpPr>
          <p:cNvPr id="25" name="!!circle-1ty"/>
          <p:cNvSpPr/>
          <p:nvPr/>
        </p:nvSpPr>
        <p:spPr>
          <a:xfrm>
            <a:off x="3483987" y="6081282"/>
            <a:ext cx="39243" cy="39243"/>
          </a:xfrm>
          <a:prstGeom prst="ellipse">
            <a:avLst/>
          </a:prstGeom>
          <a:solidFill>
            <a:srgbClr val="627D8D">
              <a:alpha val="27700"/>
            </a:srgbClr>
          </a:solidFill>
          <a:ln>
            <a:noFill/>
          </a:ln>
        </p:spPr>
      </p:sp>
      <p:sp>
        <p:nvSpPr>
          <p:cNvPr id="26" name="!!circle-1u1"/>
          <p:cNvSpPr/>
          <p:nvPr/>
        </p:nvSpPr>
        <p:spPr>
          <a:xfrm>
            <a:off x="1642271" y="6458847"/>
            <a:ext cx="34519" cy="34519"/>
          </a:xfrm>
          <a:prstGeom prst="ellipse">
            <a:avLst/>
          </a:prstGeom>
          <a:solidFill>
            <a:srgbClr val="627D8D">
              <a:alpha val="22500"/>
            </a:srgbClr>
          </a:solidFill>
          <a:ln>
            <a:noFill/>
          </a:ln>
        </p:spPr>
      </p:sp>
      <p:sp>
        <p:nvSpPr>
          <p:cNvPr id="27" name="!!circle-1u4"/>
          <p:cNvSpPr/>
          <p:nvPr/>
        </p:nvSpPr>
        <p:spPr>
          <a:xfrm>
            <a:off x="2715048" y="4869614"/>
            <a:ext cx="46228" cy="46228"/>
          </a:xfrm>
          <a:prstGeom prst="ellipse">
            <a:avLst/>
          </a:prstGeom>
          <a:solidFill>
            <a:srgbClr val="627D8D">
              <a:alpha val="26200"/>
            </a:srgbClr>
          </a:solidFill>
          <a:ln>
            <a:noFill/>
          </a:ln>
        </p:spPr>
      </p:sp>
      <p:sp>
        <p:nvSpPr>
          <p:cNvPr id="28" name="!!circle-1u7"/>
          <p:cNvSpPr/>
          <p:nvPr/>
        </p:nvSpPr>
        <p:spPr>
          <a:xfrm>
            <a:off x="7433116" y="4636149"/>
            <a:ext cx="49327" cy="49327"/>
          </a:xfrm>
          <a:prstGeom prst="ellipse">
            <a:avLst/>
          </a:prstGeom>
          <a:solidFill>
            <a:srgbClr val="627D8D">
              <a:alpha val="20800"/>
            </a:srgbClr>
          </a:solidFill>
          <a:ln>
            <a:noFill/>
          </a:ln>
        </p:spPr>
      </p:sp>
      <p:sp>
        <p:nvSpPr>
          <p:cNvPr id="29" name="!!circle-1ua"/>
          <p:cNvSpPr/>
          <p:nvPr/>
        </p:nvSpPr>
        <p:spPr>
          <a:xfrm>
            <a:off x="9697803" y="5282726"/>
            <a:ext cx="24054" cy="24054"/>
          </a:xfrm>
          <a:prstGeom prst="ellipse">
            <a:avLst/>
          </a:prstGeom>
          <a:solidFill>
            <a:srgbClr val="627D8D">
              <a:alpha val="22200"/>
            </a:srgbClr>
          </a:solidFill>
          <a:ln>
            <a:noFill/>
          </a:ln>
        </p:spPr>
      </p:sp>
      <p:sp>
        <p:nvSpPr>
          <p:cNvPr id="30" name="!!circle-1ud"/>
          <p:cNvSpPr/>
          <p:nvPr/>
        </p:nvSpPr>
        <p:spPr>
          <a:xfrm>
            <a:off x="2008989" y="1353697"/>
            <a:ext cx="32271" cy="32271"/>
          </a:xfrm>
          <a:prstGeom prst="ellipse">
            <a:avLst/>
          </a:prstGeom>
          <a:solidFill>
            <a:srgbClr val="627D8D">
              <a:alpha val="20500"/>
            </a:srgbClr>
          </a:solidFill>
          <a:ln>
            <a:noFill/>
          </a:ln>
        </p:spPr>
      </p:sp>
      <p:sp>
        <p:nvSpPr>
          <p:cNvPr id="31" name="!!circle-1uj"/>
          <p:cNvSpPr/>
          <p:nvPr/>
        </p:nvSpPr>
        <p:spPr>
          <a:xfrm>
            <a:off x="2061375" y="2274962"/>
            <a:ext cx="34252" cy="34252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32" name="!!circle-1um"/>
          <p:cNvSpPr/>
          <p:nvPr/>
        </p:nvSpPr>
        <p:spPr>
          <a:xfrm>
            <a:off x="9597787" y="4068751"/>
            <a:ext cx="44196" cy="44196"/>
          </a:xfrm>
          <a:prstGeom prst="ellipse">
            <a:avLst/>
          </a:prstGeom>
          <a:solidFill>
            <a:srgbClr val="627D8D">
              <a:alpha val="21700"/>
            </a:srgbClr>
          </a:solidFill>
          <a:ln>
            <a:noFill/>
          </a:ln>
        </p:spPr>
      </p:sp>
      <p:sp>
        <p:nvSpPr>
          <p:cNvPr id="33" name="!!circle-1up"/>
          <p:cNvSpPr/>
          <p:nvPr/>
        </p:nvSpPr>
        <p:spPr>
          <a:xfrm>
            <a:off x="6756300" y="1703240"/>
            <a:ext cx="35192" cy="35192"/>
          </a:xfrm>
          <a:prstGeom prst="ellipse">
            <a:avLst/>
          </a:prstGeom>
          <a:solidFill>
            <a:srgbClr val="627D8D">
              <a:alpha val="27100"/>
            </a:srgbClr>
          </a:solidFill>
          <a:ln>
            <a:noFill/>
          </a:ln>
        </p:spPr>
      </p:sp>
      <p:sp>
        <p:nvSpPr>
          <p:cNvPr id="34" name="!!circle-1us"/>
          <p:cNvSpPr/>
          <p:nvPr/>
        </p:nvSpPr>
        <p:spPr>
          <a:xfrm>
            <a:off x="10204671" y="5174648"/>
            <a:ext cx="43358" cy="43358"/>
          </a:xfrm>
          <a:prstGeom prst="ellipse">
            <a:avLst/>
          </a:prstGeom>
          <a:solidFill>
            <a:srgbClr val="627D8D">
              <a:alpha val="19500"/>
            </a:srgbClr>
          </a:solidFill>
          <a:ln>
            <a:noFill/>
          </a:ln>
        </p:spPr>
      </p:sp>
      <p:sp>
        <p:nvSpPr>
          <p:cNvPr id="35" name="!!circle-1uv"/>
          <p:cNvSpPr/>
          <p:nvPr/>
        </p:nvSpPr>
        <p:spPr>
          <a:xfrm>
            <a:off x="3211734" y="1951355"/>
            <a:ext cx="33528" cy="33528"/>
          </a:xfrm>
          <a:prstGeom prst="ellipse">
            <a:avLst/>
          </a:prstGeom>
          <a:solidFill>
            <a:srgbClr val="627D8D">
              <a:alpha val="28300"/>
            </a:srgbClr>
          </a:solidFill>
          <a:ln>
            <a:noFill/>
          </a:ln>
        </p:spPr>
      </p:sp>
      <p:sp>
        <p:nvSpPr>
          <p:cNvPr id="36" name="!!circle-1uy"/>
          <p:cNvSpPr/>
          <p:nvPr/>
        </p:nvSpPr>
        <p:spPr>
          <a:xfrm>
            <a:off x="6839714" y="2544024"/>
            <a:ext cx="28956" cy="28956"/>
          </a:xfrm>
          <a:prstGeom prst="ellipse">
            <a:avLst/>
          </a:prstGeom>
          <a:solidFill>
            <a:srgbClr val="627D8D">
              <a:alpha val="21800"/>
            </a:srgbClr>
          </a:solidFill>
          <a:ln>
            <a:noFill/>
          </a:ln>
        </p:spPr>
      </p:sp>
      <p:sp>
        <p:nvSpPr>
          <p:cNvPr id="37" name="!!circle-1v1"/>
          <p:cNvSpPr/>
          <p:nvPr/>
        </p:nvSpPr>
        <p:spPr>
          <a:xfrm>
            <a:off x="7022618" y="6206369"/>
            <a:ext cx="45555" cy="45555"/>
          </a:xfrm>
          <a:prstGeom prst="ellipse">
            <a:avLst/>
          </a:prstGeom>
          <a:solidFill>
            <a:srgbClr val="627D8D">
              <a:alpha val="20900"/>
            </a:srgbClr>
          </a:solidFill>
          <a:ln>
            <a:noFill/>
          </a:ln>
        </p:spPr>
      </p:sp>
      <p:sp>
        <p:nvSpPr>
          <p:cNvPr id="38" name="!!circle-1v4"/>
          <p:cNvSpPr/>
          <p:nvPr/>
        </p:nvSpPr>
        <p:spPr>
          <a:xfrm>
            <a:off x="11294014" y="3045982"/>
            <a:ext cx="39484" cy="39484"/>
          </a:xfrm>
          <a:prstGeom prst="ellipse">
            <a:avLst/>
          </a:prstGeom>
          <a:solidFill>
            <a:srgbClr val="627D8D">
              <a:alpha val="13600"/>
            </a:srgbClr>
          </a:solidFill>
          <a:ln>
            <a:noFill/>
          </a:ln>
        </p:spPr>
      </p:sp>
      <p:sp>
        <p:nvSpPr>
          <p:cNvPr id="39" name="!!circle-1v7"/>
          <p:cNvSpPr/>
          <p:nvPr/>
        </p:nvSpPr>
        <p:spPr>
          <a:xfrm>
            <a:off x="7481888" y="5562011"/>
            <a:ext cx="30455" cy="30455"/>
          </a:xfrm>
          <a:prstGeom prst="ellipse">
            <a:avLst/>
          </a:prstGeom>
          <a:solidFill>
            <a:srgbClr val="627D8D">
              <a:alpha val="16500"/>
            </a:srgbClr>
          </a:solidFill>
          <a:ln>
            <a:noFill/>
          </a:ln>
        </p:spPr>
      </p:sp>
      <p:sp>
        <p:nvSpPr>
          <p:cNvPr id="40" name="!!circle-1va"/>
          <p:cNvSpPr/>
          <p:nvPr/>
        </p:nvSpPr>
        <p:spPr>
          <a:xfrm>
            <a:off x="8988244" y="6323897"/>
            <a:ext cx="28257" cy="28257"/>
          </a:xfrm>
          <a:prstGeom prst="ellipse">
            <a:avLst/>
          </a:prstGeom>
          <a:solidFill>
            <a:srgbClr val="627D8D">
              <a:alpha val="15700"/>
            </a:srgbClr>
          </a:solidFill>
          <a:ln>
            <a:noFill/>
          </a:ln>
        </p:spPr>
      </p:sp>
      <p:sp>
        <p:nvSpPr>
          <p:cNvPr id="41" name="!!circle-1vd"/>
          <p:cNvSpPr/>
          <p:nvPr/>
        </p:nvSpPr>
        <p:spPr>
          <a:xfrm>
            <a:off x="11435187" y="4967842"/>
            <a:ext cx="45149" cy="45149"/>
          </a:xfrm>
          <a:prstGeom prst="ellipse">
            <a:avLst/>
          </a:prstGeom>
          <a:solidFill>
            <a:srgbClr val="627D8D">
              <a:alpha val="31200"/>
            </a:srgbClr>
          </a:solidFill>
          <a:ln>
            <a:noFill/>
          </a:ln>
        </p:spPr>
      </p:sp>
      <p:sp>
        <p:nvSpPr>
          <p:cNvPr id="42" name="!!circle-1vg"/>
          <p:cNvSpPr/>
          <p:nvPr/>
        </p:nvSpPr>
        <p:spPr>
          <a:xfrm>
            <a:off x="3472842" y="2920309"/>
            <a:ext cx="30696" cy="30696"/>
          </a:xfrm>
          <a:prstGeom prst="ellipse">
            <a:avLst/>
          </a:prstGeom>
          <a:solidFill>
            <a:srgbClr val="627D8D">
              <a:alpha val="25700"/>
            </a:srgbClr>
          </a:solidFill>
          <a:ln>
            <a:noFill/>
          </a:ln>
        </p:spPr>
      </p:sp>
      <p:sp>
        <p:nvSpPr>
          <p:cNvPr id="43" name="!!circle-1vj"/>
          <p:cNvSpPr/>
          <p:nvPr/>
        </p:nvSpPr>
        <p:spPr>
          <a:xfrm>
            <a:off x="8820865" y="3436935"/>
            <a:ext cx="37401" cy="37401"/>
          </a:xfrm>
          <a:prstGeom prst="ellipse">
            <a:avLst/>
          </a:prstGeom>
          <a:solidFill>
            <a:srgbClr val="627D8D">
              <a:alpha val="16000"/>
            </a:srgbClr>
          </a:solidFill>
          <a:ln>
            <a:noFill/>
          </a:ln>
        </p:spPr>
      </p:sp>
      <p:sp>
        <p:nvSpPr>
          <p:cNvPr id="44" name="!!circle-1vm"/>
          <p:cNvSpPr/>
          <p:nvPr/>
        </p:nvSpPr>
        <p:spPr>
          <a:xfrm>
            <a:off x="1822464" y="4326255"/>
            <a:ext cx="33096" cy="33096"/>
          </a:xfrm>
          <a:prstGeom prst="ellipse">
            <a:avLst/>
          </a:prstGeom>
          <a:solidFill>
            <a:srgbClr val="627D8D">
              <a:alpha val="22300"/>
            </a:srgbClr>
          </a:solidFill>
          <a:ln>
            <a:noFill/>
          </a:ln>
        </p:spPr>
      </p:sp>
      <p:sp>
        <p:nvSpPr>
          <p:cNvPr id="45" name="!!circle-1vp"/>
          <p:cNvSpPr/>
          <p:nvPr/>
        </p:nvSpPr>
        <p:spPr>
          <a:xfrm>
            <a:off x="11571689" y="447348"/>
            <a:ext cx="21145" cy="21145"/>
          </a:xfrm>
          <a:prstGeom prst="ellipse">
            <a:avLst/>
          </a:prstGeom>
          <a:solidFill>
            <a:srgbClr val="627D8D">
              <a:alpha val="16300"/>
            </a:srgbClr>
          </a:solidFill>
          <a:ln>
            <a:noFill/>
          </a:ln>
        </p:spPr>
      </p:sp>
      <p:sp>
        <p:nvSpPr>
          <p:cNvPr id="46" name="!!circle-1vs"/>
          <p:cNvSpPr/>
          <p:nvPr/>
        </p:nvSpPr>
        <p:spPr>
          <a:xfrm>
            <a:off x="11075396" y="5437792"/>
            <a:ext cx="35281" cy="35281"/>
          </a:xfrm>
          <a:prstGeom prst="ellipse">
            <a:avLst/>
          </a:prstGeom>
          <a:solidFill>
            <a:srgbClr val="627D8D">
              <a:alpha val="30000"/>
            </a:srgbClr>
          </a:solidFill>
          <a:ln>
            <a:noFill/>
          </a:ln>
        </p:spPr>
      </p:sp>
      <p:sp>
        <p:nvSpPr>
          <p:cNvPr id="47" name="!!path-9ic"/>
          <p:cNvSpPr/>
          <p:nvPr/>
        </p:nvSpPr>
        <p:spPr>
          <a:xfrm>
            <a:off x="381000" y="306527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48" name="!!path-9id"/>
          <p:cNvSpPr/>
          <p:nvPr/>
        </p:nvSpPr>
        <p:spPr>
          <a:xfrm>
            <a:off x="381000" y="308153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49" name="!!path-9ie"/>
          <p:cNvSpPr/>
          <p:nvPr/>
        </p:nvSpPr>
        <p:spPr>
          <a:xfrm>
            <a:off x="381000" y="309778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50" name="!!path-9if"/>
          <p:cNvSpPr/>
          <p:nvPr/>
        </p:nvSpPr>
        <p:spPr>
          <a:xfrm>
            <a:off x="381000" y="311404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51" name="!!path-9ig"/>
          <p:cNvSpPr/>
          <p:nvPr/>
        </p:nvSpPr>
        <p:spPr>
          <a:xfrm>
            <a:off x="381000" y="313030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52" name="!!path-9ih"/>
          <p:cNvSpPr/>
          <p:nvPr/>
        </p:nvSpPr>
        <p:spPr>
          <a:xfrm>
            <a:off x="381000" y="314655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53" name="!!path-9ii"/>
          <p:cNvSpPr/>
          <p:nvPr/>
        </p:nvSpPr>
        <p:spPr>
          <a:xfrm>
            <a:off x="381000" y="316281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54" name="!!path-9ij"/>
          <p:cNvSpPr/>
          <p:nvPr/>
        </p:nvSpPr>
        <p:spPr>
          <a:xfrm>
            <a:off x="381000" y="317906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55" name="!!path-9ik"/>
          <p:cNvSpPr/>
          <p:nvPr/>
        </p:nvSpPr>
        <p:spPr>
          <a:xfrm>
            <a:off x="419608" y="269342"/>
            <a:ext cx="128422" cy="122936"/>
          </a:xfrm>
          <a:custGeom>
            <a:avLst/>
            <a:gdLst/>
            <a:ahLst/>
            <a:cxnLst/>
            <a:rect l="l" t="t" r="r" b="b"/>
            <a:pathLst>
              <a:path w="128422" h="122936">
                <a:moveTo>
                  <a:pt x="0" y="17678"/>
                </a:moveTo>
                <a:lnTo>
                  <a:pt x="8128" y="5080"/>
                </a:lnTo>
                <a:cubicBezTo>
                  <a:pt x="32512" y="0"/>
                  <a:pt x="73152" y="7112"/>
                  <a:pt x="101600" y="26416"/>
                </a:cubicBezTo>
                <a:cubicBezTo>
                  <a:pt x="116840" y="37186"/>
                  <a:pt x="124968" y="49784"/>
                  <a:pt x="128422" y="62992"/>
                </a:cubicBezTo>
                <a:lnTo>
                  <a:pt x="128422" y="122936"/>
                </a:lnTo>
                <a:lnTo>
                  <a:pt x="0" y="1229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56" name="!!path-9il"/>
          <p:cNvSpPr/>
          <p:nvPr/>
        </p:nvSpPr>
        <p:spPr>
          <a:xfrm>
            <a:off x="419608" y="269342"/>
            <a:ext cx="128422" cy="62992"/>
          </a:xfrm>
          <a:custGeom>
            <a:avLst/>
            <a:gdLst/>
            <a:ahLst/>
            <a:cxnLst/>
            <a:rect l="l" t="t" r="r" b="b"/>
            <a:pathLst>
              <a:path w="128422" h="62992" fill="none">
                <a:moveTo>
                  <a:pt x="128422" y="62992"/>
                </a:moveTo>
                <a:cubicBezTo>
                  <a:pt x="124968" y="49784"/>
                  <a:pt x="116840" y="37186"/>
                  <a:pt x="101600" y="26416"/>
                </a:cubicBezTo>
                <a:cubicBezTo>
                  <a:pt x="73152" y="7112"/>
                  <a:pt x="32512" y="0"/>
                  <a:pt x="8128" y="5080"/>
                </a:cubicBezTo>
                <a:lnTo>
                  <a:pt x="0" y="1767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57" name="!!path-9im"/>
          <p:cNvSpPr/>
          <p:nvPr/>
        </p:nvSpPr>
        <p:spPr>
          <a:xfrm>
            <a:off x="407010" y="281534"/>
            <a:ext cx="141021" cy="110744"/>
          </a:xfrm>
          <a:custGeom>
            <a:avLst/>
            <a:gdLst/>
            <a:ahLst/>
            <a:cxnLst/>
            <a:rect l="l" t="t" r="r" b="b"/>
            <a:pathLst>
              <a:path w="141021" h="110744">
                <a:moveTo>
                  <a:pt x="0" y="22352"/>
                </a:moveTo>
                <a:lnTo>
                  <a:pt x="6502" y="6502"/>
                </a:lnTo>
                <a:cubicBezTo>
                  <a:pt x="36982" y="0"/>
                  <a:pt x="79654" y="7112"/>
                  <a:pt x="110134" y="25400"/>
                </a:cubicBezTo>
                <a:cubicBezTo>
                  <a:pt x="126390" y="35154"/>
                  <a:pt x="136550" y="49784"/>
                  <a:pt x="141021" y="62992"/>
                </a:cubicBezTo>
                <a:lnTo>
                  <a:pt x="141021" y="110744"/>
                </a:lnTo>
                <a:lnTo>
                  <a:pt x="0" y="110744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58" name="!!path-9in"/>
          <p:cNvSpPr/>
          <p:nvPr/>
        </p:nvSpPr>
        <p:spPr>
          <a:xfrm>
            <a:off x="407010" y="281534"/>
            <a:ext cx="141021" cy="62992"/>
          </a:xfrm>
          <a:custGeom>
            <a:avLst/>
            <a:gdLst/>
            <a:ahLst/>
            <a:cxnLst/>
            <a:rect l="l" t="t" r="r" b="b"/>
            <a:pathLst>
              <a:path w="141021" h="62992" fill="none">
                <a:moveTo>
                  <a:pt x="141021" y="62992"/>
                </a:moveTo>
                <a:cubicBezTo>
                  <a:pt x="136550" y="49784"/>
                  <a:pt x="126390" y="35154"/>
                  <a:pt x="110134" y="25400"/>
                </a:cubicBezTo>
                <a:cubicBezTo>
                  <a:pt x="79654" y="7112"/>
                  <a:pt x="36982" y="0"/>
                  <a:pt x="6502" y="6502"/>
                </a:cubicBezTo>
                <a:lnTo>
                  <a:pt x="0" y="22352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59" name="!!path-9io"/>
          <p:cNvSpPr/>
          <p:nvPr/>
        </p:nvSpPr>
        <p:spPr>
          <a:xfrm>
            <a:off x="395834" y="294742"/>
            <a:ext cx="151790" cy="97536"/>
          </a:xfrm>
          <a:custGeom>
            <a:avLst/>
            <a:gdLst/>
            <a:ahLst/>
            <a:cxnLst/>
            <a:rect l="l" t="t" r="r" b="b"/>
            <a:pathLst>
              <a:path w="151790" h="97536">
                <a:moveTo>
                  <a:pt x="0" y="23165"/>
                </a:moveTo>
                <a:lnTo>
                  <a:pt x="3861" y="12598"/>
                </a:lnTo>
                <a:cubicBezTo>
                  <a:pt x="37998" y="0"/>
                  <a:pt x="84734" y="5080"/>
                  <a:pt x="117246" y="21946"/>
                </a:cubicBezTo>
                <a:cubicBezTo>
                  <a:pt x="135534" y="31496"/>
                  <a:pt x="146710" y="43688"/>
                  <a:pt x="151790" y="55270"/>
                </a:cubicBezTo>
                <a:lnTo>
                  <a:pt x="151790" y="97536"/>
                </a:lnTo>
                <a:lnTo>
                  <a:pt x="0" y="975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60" name="!!path-9ip"/>
          <p:cNvSpPr/>
          <p:nvPr/>
        </p:nvSpPr>
        <p:spPr>
          <a:xfrm>
            <a:off x="395834" y="294742"/>
            <a:ext cx="151790" cy="55270"/>
          </a:xfrm>
          <a:custGeom>
            <a:avLst/>
            <a:gdLst/>
            <a:ahLst/>
            <a:cxnLst/>
            <a:rect l="l" t="t" r="r" b="b"/>
            <a:pathLst>
              <a:path w="151790" h="55270" fill="none">
                <a:moveTo>
                  <a:pt x="151790" y="55270"/>
                </a:moveTo>
                <a:cubicBezTo>
                  <a:pt x="146710" y="43688"/>
                  <a:pt x="135534" y="31496"/>
                  <a:pt x="117246" y="21946"/>
                </a:cubicBezTo>
                <a:cubicBezTo>
                  <a:pt x="84734" y="5080"/>
                  <a:pt x="37998" y="0"/>
                  <a:pt x="3861" y="12598"/>
                </a:cubicBezTo>
                <a:lnTo>
                  <a:pt x="0" y="23165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61" name="!!path-9iq"/>
          <p:cNvSpPr/>
          <p:nvPr/>
        </p:nvSpPr>
        <p:spPr>
          <a:xfrm>
            <a:off x="548234" y="264262"/>
            <a:ext cx="120294" cy="128016"/>
          </a:xfrm>
          <a:custGeom>
            <a:avLst/>
            <a:gdLst/>
            <a:ahLst/>
            <a:cxnLst/>
            <a:rect l="l" t="t" r="r" b="b"/>
            <a:pathLst>
              <a:path w="120294" h="128016">
                <a:moveTo>
                  <a:pt x="120294" y="18288"/>
                </a:moveTo>
                <a:lnTo>
                  <a:pt x="113589" y="4470"/>
                </a:lnTo>
                <a:cubicBezTo>
                  <a:pt x="86766" y="0"/>
                  <a:pt x="44094" y="10160"/>
                  <a:pt x="17678" y="30480"/>
                </a:cubicBezTo>
                <a:cubicBezTo>
                  <a:pt x="6502" y="39624"/>
                  <a:pt x="1422" y="52832"/>
                  <a:pt x="0" y="67056"/>
                </a:cubicBezTo>
                <a:lnTo>
                  <a:pt x="0" y="128016"/>
                </a:lnTo>
                <a:lnTo>
                  <a:pt x="120294" y="12801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62" name="!!path-9ir"/>
          <p:cNvSpPr/>
          <p:nvPr/>
        </p:nvSpPr>
        <p:spPr>
          <a:xfrm>
            <a:off x="548234" y="264262"/>
            <a:ext cx="120294" cy="67056"/>
          </a:xfrm>
          <a:custGeom>
            <a:avLst/>
            <a:gdLst/>
            <a:ahLst/>
            <a:cxnLst/>
            <a:rect l="l" t="t" r="r" b="b"/>
            <a:pathLst>
              <a:path w="120294" h="67056" fill="none">
                <a:moveTo>
                  <a:pt x="0" y="67056"/>
                </a:moveTo>
                <a:cubicBezTo>
                  <a:pt x="1422" y="52832"/>
                  <a:pt x="6502" y="39624"/>
                  <a:pt x="17678" y="30480"/>
                </a:cubicBezTo>
                <a:cubicBezTo>
                  <a:pt x="44094" y="10160"/>
                  <a:pt x="86766" y="0"/>
                  <a:pt x="113589" y="4470"/>
                </a:cubicBezTo>
                <a:lnTo>
                  <a:pt x="120294" y="1828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63" name="!!path-9is"/>
          <p:cNvSpPr/>
          <p:nvPr/>
        </p:nvSpPr>
        <p:spPr>
          <a:xfrm>
            <a:off x="548437" y="279502"/>
            <a:ext cx="133299" cy="112776"/>
          </a:xfrm>
          <a:custGeom>
            <a:avLst/>
            <a:gdLst/>
            <a:ahLst/>
            <a:cxnLst/>
            <a:rect l="l" t="t" r="r" b="b"/>
            <a:pathLst>
              <a:path w="133299" h="112776">
                <a:moveTo>
                  <a:pt x="133299" y="19710"/>
                </a:moveTo>
                <a:lnTo>
                  <a:pt x="127203" y="3048"/>
                </a:lnTo>
                <a:cubicBezTo>
                  <a:pt x="94691" y="0"/>
                  <a:pt x="54051" y="11176"/>
                  <a:pt x="27635" y="30683"/>
                </a:cubicBezTo>
                <a:cubicBezTo>
                  <a:pt x="13411" y="41250"/>
                  <a:pt x="4267" y="53848"/>
                  <a:pt x="0" y="65024"/>
                </a:cubicBezTo>
                <a:lnTo>
                  <a:pt x="0" y="112776"/>
                </a:lnTo>
                <a:lnTo>
                  <a:pt x="133299" y="11277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64" name="!!path-9it"/>
          <p:cNvSpPr/>
          <p:nvPr/>
        </p:nvSpPr>
        <p:spPr>
          <a:xfrm>
            <a:off x="548437" y="279502"/>
            <a:ext cx="133299" cy="65024"/>
          </a:xfrm>
          <a:custGeom>
            <a:avLst/>
            <a:gdLst/>
            <a:ahLst/>
            <a:cxnLst/>
            <a:rect l="l" t="t" r="r" b="b"/>
            <a:pathLst>
              <a:path w="133299" h="65024" fill="none">
                <a:moveTo>
                  <a:pt x="0" y="65024"/>
                </a:moveTo>
                <a:cubicBezTo>
                  <a:pt x="4267" y="53848"/>
                  <a:pt x="13411" y="41250"/>
                  <a:pt x="27635" y="30683"/>
                </a:cubicBezTo>
                <a:cubicBezTo>
                  <a:pt x="54051" y="11176"/>
                  <a:pt x="94691" y="0"/>
                  <a:pt x="127203" y="3048"/>
                </a:cubicBezTo>
                <a:lnTo>
                  <a:pt x="133299" y="19710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65" name="!!path-9iu"/>
          <p:cNvSpPr/>
          <p:nvPr/>
        </p:nvSpPr>
        <p:spPr>
          <a:xfrm>
            <a:off x="548843" y="293726"/>
            <a:ext cx="142646" cy="98552"/>
          </a:xfrm>
          <a:custGeom>
            <a:avLst/>
            <a:gdLst/>
            <a:ahLst/>
            <a:cxnLst/>
            <a:rect l="l" t="t" r="r" b="b"/>
            <a:pathLst>
              <a:path w="142646" h="98552">
                <a:moveTo>
                  <a:pt x="142646" y="18898"/>
                </a:moveTo>
                <a:lnTo>
                  <a:pt x="139802" y="8738"/>
                </a:lnTo>
                <a:cubicBezTo>
                  <a:pt x="106477" y="0"/>
                  <a:pt x="63805" y="5080"/>
                  <a:pt x="35357" y="19304"/>
                </a:cubicBezTo>
                <a:cubicBezTo>
                  <a:pt x="17069" y="28448"/>
                  <a:pt x="5893" y="42672"/>
                  <a:pt x="0" y="56286"/>
                </a:cubicBezTo>
                <a:lnTo>
                  <a:pt x="0" y="98552"/>
                </a:lnTo>
                <a:lnTo>
                  <a:pt x="142646" y="98552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66" name="!!path-9iv"/>
          <p:cNvSpPr/>
          <p:nvPr/>
        </p:nvSpPr>
        <p:spPr>
          <a:xfrm>
            <a:off x="548843" y="293726"/>
            <a:ext cx="142646" cy="56286"/>
          </a:xfrm>
          <a:custGeom>
            <a:avLst/>
            <a:gdLst/>
            <a:ahLst/>
            <a:cxnLst/>
            <a:rect l="l" t="t" r="r" b="b"/>
            <a:pathLst>
              <a:path w="142646" h="56286" fill="none">
                <a:moveTo>
                  <a:pt x="0" y="56286"/>
                </a:moveTo>
                <a:cubicBezTo>
                  <a:pt x="5893" y="42672"/>
                  <a:pt x="17069" y="28448"/>
                  <a:pt x="35357" y="19304"/>
                </a:cubicBezTo>
                <a:cubicBezTo>
                  <a:pt x="63805" y="5080"/>
                  <a:pt x="106477" y="0"/>
                  <a:pt x="139802" y="8738"/>
                </a:cubicBezTo>
                <a:lnTo>
                  <a:pt x="142646" y="1889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67" name="!!path-9iw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627D8D"/>
              </a:gs>
              <a:gs pos="21794">
                <a:srgbClr val="627D8D"/>
              </a:gs>
              <a:gs pos="55376">
                <a:srgbClr val="627D8D"/>
              </a:gs>
              <a:gs pos="96421">
                <a:srgbClr val="98ABB7"/>
              </a:gs>
              <a:gs pos="100000">
                <a:srgbClr val="98ABB7"/>
              </a:gs>
            </a:gsLst>
            <a:lin ang="1983350" scaled="0"/>
          </a:gradFill>
          <a:ln>
            <a:noFill/>
          </a:ln>
        </p:spPr>
      </p:sp>
      <p:sp>
        <p:nvSpPr>
          <p:cNvPr id="68" name="!!path-9ix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0000"/>
                </a:srgbClr>
              </a:gs>
              <a:gs pos="4764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83333" t="79291" r="16667" b="20709"/>
            </a:path>
          </a:gradFill>
          <a:ln>
            <a:noFill/>
          </a:ln>
        </p:spPr>
      </p:sp>
      <p:sp>
        <p:nvSpPr>
          <p:cNvPr id="69" name="!!line-9iy"/>
          <p:cNvSpPr/>
          <p:nvPr/>
        </p:nvSpPr>
        <p:spPr>
          <a:xfrm>
            <a:off x="549046" y="363017"/>
            <a:ext cx="1" cy="153619"/>
          </a:xfrm>
          <a:custGeom>
            <a:avLst/>
            <a:gdLst/>
            <a:ahLst/>
            <a:cxnLst/>
            <a:rect l="l" t="t" r="r" b="b"/>
            <a:pathLst>
              <a:path w="1" h="153619">
                <a:moveTo>
                  <a:pt x="0" y="0"/>
                </a:moveTo>
                <a:lnTo>
                  <a:pt x="0" y="153619"/>
                </a:lnTo>
              </a:path>
            </a:pathLst>
          </a:custGeom>
          <a:solidFill>
            <a:srgbClr val="000000"/>
          </a:solidFill>
          <a:ln w="6909" cap="rnd">
            <a:solidFill>
              <a:srgbClr val="C9D3D9"/>
            </a:solidFill>
            <a:prstDash val="solid"/>
            <a:miter lim="800000"/>
          </a:ln>
        </p:spPr>
      </p:sp>
      <p:sp>
        <p:nvSpPr>
          <p:cNvPr id="70" name="!!path-9iz"/>
          <p:cNvSpPr/>
          <p:nvPr/>
        </p:nvSpPr>
        <p:spPr>
          <a:xfrm>
            <a:off x="657962" y="442062"/>
            <a:ext cx="25400" cy="37998"/>
          </a:xfrm>
          <a:custGeom>
            <a:avLst/>
            <a:gdLst/>
            <a:ahLst/>
            <a:cxnLst/>
            <a:rect l="l" t="t" r="r" b="b"/>
            <a:pathLst>
              <a:path w="25400" h="37998">
                <a:moveTo>
                  <a:pt x="0" y="2642"/>
                </a:moveTo>
                <a:lnTo>
                  <a:pt x="15240" y="0"/>
                </a:lnTo>
                <a:lnTo>
                  <a:pt x="25400" y="37186"/>
                </a:lnTo>
                <a:lnTo>
                  <a:pt x="7518" y="37998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 w="1016" cap="flat">
            <a:solidFill>
              <a:srgbClr val="FFFFFF">
                <a:alpha val="55000"/>
              </a:srgbClr>
            </a:solidFill>
            <a:prstDash val="solid"/>
            <a:round/>
          </a:ln>
        </p:spPr>
      </p:sp>
      <p:sp>
        <p:nvSpPr>
          <p:cNvPr id="71" name="!!text-9j0" descr="救「舊」我的書"/>
          <p:cNvSpPr txBox="1"/>
          <p:nvPr/>
        </p:nvSpPr>
        <p:spPr>
          <a:xfrm>
            <a:off x="805879" y="251460"/>
            <a:ext cx="1120140" cy="25745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400" b="1" kern="0" spc="-70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救</a:t>
            </a:r>
            <a:r>
              <a:rPr lang="zh-TW" altLang="en-US" sz="14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「舊</a:t>
            </a:r>
            <a:r>
              <a:rPr lang="zh-TW" altLang="en-US" sz="1400" b="1" kern="0" spc="-70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」</a:t>
            </a:r>
            <a:r>
              <a:rPr lang="zh-TW" altLang="en-US" sz="14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我的書</a:t>
            </a:r>
            <a:endParaRPr lang="zh-TW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fast" p14:dur="1400" advTm="0">
        <p159:morph option="byObject"/>
      </p:transition>
    </mc:Choice>
    <mc:Fallback>
      <p:transition spd="fast" advTm="0">
        <p:fade/>
      </p:transition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143.3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rect-1q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7"/>
          </a:solidFill>
          <a:ln>
            <a:noFill/>
          </a:ln>
        </p:spPr>
      </p:sp>
      <p:sp>
        <p:nvSpPr>
          <p:cNvPr id="3" name="!!ellipse-1q2"/>
          <p:cNvSpPr/>
          <p:nvPr/>
        </p:nvSpPr>
        <p:spPr>
          <a:xfrm>
            <a:off x="-889000" y="-952500"/>
            <a:ext cx="13970000" cy="7874000"/>
          </a:xfrm>
          <a:prstGeom prst="ellipse">
            <a:avLst/>
          </a:prstGeom>
          <a:gradFill rotWithShape="1">
            <a:gsLst>
              <a:gs pos="0">
                <a:srgbClr val="FFFFFF">
                  <a:alpha val="95000"/>
                </a:srgbClr>
              </a:gs>
              <a:gs pos="40865">
                <a:srgbClr val="FFFFFF">
                  <a:alpha val="35000"/>
                </a:srgbClr>
              </a:gs>
              <a:gs pos="68108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!!rect-1q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P1"/>
            <a:srcRect/>
            <a:tile tx="159717" ty="192767" sx="16667" sy="16667" flip="none" algn="tl"/>
          </a:blipFill>
          <a:ln>
            <a:noFill/>
          </a:ln>
        </p:spPr>
      </p:sp>
      <p:sp>
        <p:nvSpPr>
          <p:cNvPr id="5" name="!!circle-1ql"/>
          <p:cNvSpPr/>
          <p:nvPr/>
        </p:nvSpPr>
        <p:spPr>
          <a:xfrm>
            <a:off x="2932364" y="-1865160"/>
            <a:ext cx="1943316" cy="1943316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" name="!!circle-1qu"/>
          <p:cNvSpPr/>
          <p:nvPr/>
        </p:nvSpPr>
        <p:spPr>
          <a:xfrm>
            <a:off x="2130552" y="-135376"/>
            <a:ext cx="2335771" cy="2335771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7" name="!!circle-1qz"/>
          <p:cNvSpPr/>
          <p:nvPr/>
        </p:nvSpPr>
        <p:spPr>
          <a:xfrm>
            <a:off x="9595987" y="5809729"/>
            <a:ext cx="1671714" cy="1671714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8" name="!!circle-1rd"/>
          <p:cNvSpPr/>
          <p:nvPr/>
        </p:nvSpPr>
        <p:spPr>
          <a:xfrm>
            <a:off x="-1886161" y="1935632"/>
            <a:ext cx="2084946" cy="2084946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9" name="!!circle-1ri"/>
          <p:cNvSpPr/>
          <p:nvPr/>
        </p:nvSpPr>
        <p:spPr>
          <a:xfrm>
            <a:off x="9169862" y="3917315"/>
            <a:ext cx="2223008" cy="2223008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0" name="!!rect-1sh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5F7">
                  <a:alpha val="0"/>
                </a:srgbClr>
              </a:gs>
              <a:gs pos="20428">
                <a:srgbClr val="F3F5F7">
                  <a:alpha val="0"/>
                </a:srgbClr>
              </a:gs>
              <a:gs pos="66730">
                <a:srgbClr val="F3F5F7"/>
              </a:gs>
              <a:gs pos="100000">
                <a:srgbClr val="F3F5F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1" name="!!circle-1sm"/>
          <p:cNvSpPr/>
          <p:nvPr/>
        </p:nvSpPr>
        <p:spPr>
          <a:xfrm>
            <a:off x="5546413" y="1215454"/>
            <a:ext cx="36055" cy="36055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12" name="!!circle-1sp"/>
          <p:cNvSpPr/>
          <p:nvPr/>
        </p:nvSpPr>
        <p:spPr>
          <a:xfrm>
            <a:off x="9315740" y="3106444"/>
            <a:ext cx="24295" cy="24295"/>
          </a:xfrm>
          <a:prstGeom prst="ellipse">
            <a:avLst/>
          </a:prstGeom>
          <a:solidFill>
            <a:srgbClr val="627D8D">
              <a:alpha val="18100"/>
            </a:srgbClr>
          </a:solidFill>
          <a:ln>
            <a:noFill/>
          </a:ln>
        </p:spPr>
      </p:sp>
      <p:sp>
        <p:nvSpPr>
          <p:cNvPr id="13" name="!!circle-1ss"/>
          <p:cNvSpPr/>
          <p:nvPr/>
        </p:nvSpPr>
        <p:spPr>
          <a:xfrm>
            <a:off x="3475723" y="6328556"/>
            <a:ext cx="25959" cy="25959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14" name="!!circle-1sv"/>
          <p:cNvSpPr/>
          <p:nvPr/>
        </p:nvSpPr>
        <p:spPr>
          <a:xfrm>
            <a:off x="2011354" y="1693205"/>
            <a:ext cx="35878" cy="35878"/>
          </a:xfrm>
          <a:prstGeom prst="ellipse">
            <a:avLst/>
          </a:prstGeom>
          <a:solidFill>
            <a:srgbClr val="627D8D">
              <a:alpha val="26800"/>
            </a:srgbClr>
          </a:solidFill>
          <a:ln>
            <a:noFill/>
          </a:ln>
        </p:spPr>
      </p:sp>
      <p:sp>
        <p:nvSpPr>
          <p:cNvPr id="15" name="!!circle-1sy"/>
          <p:cNvSpPr/>
          <p:nvPr/>
        </p:nvSpPr>
        <p:spPr>
          <a:xfrm>
            <a:off x="6877477" y="3575633"/>
            <a:ext cx="40234" cy="40234"/>
          </a:xfrm>
          <a:prstGeom prst="ellipse">
            <a:avLst/>
          </a:prstGeom>
          <a:solidFill>
            <a:srgbClr val="627D8D">
              <a:alpha val="31300"/>
            </a:srgbClr>
          </a:solidFill>
          <a:ln>
            <a:noFill/>
          </a:ln>
        </p:spPr>
      </p:sp>
      <p:sp>
        <p:nvSpPr>
          <p:cNvPr id="16" name="!!circle-1t4"/>
          <p:cNvSpPr/>
          <p:nvPr/>
        </p:nvSpPr>
        <p:spPr>
          <a:xfrm>
            <a:off x="1214678" y="4693224"/>
            <a:ext cx="29959" cy="29959"/>
          </a:xfrm>
          <a:prstGeom prst="ellipse">
            <a:avLst/>
          </a:prstGeom>
          <a:solidFill>
            <a:srgbClr val="627D8D">
              <a:alpha val="19400"/>
            </a:srgbClr>
          </a:solidFill>
          <a:ln>
            <a:noFill/>
          </a:ln>
        </p:spPr>
      </p:sp>
      <p:sp>
        <p:nvSpPr>
          <p:cNvPr id="17" name="!!circle-1t7"/>
          <p:cNvSpPr/>
          <p:nvPr/>
        </p:nvSpPr>
        <p:spPr>
          <a:xfrm>
            <a:off x="8432293" y="4377006"/>
            <a:ext cx="28702" cy="28702"/>
          </a:xfrm>
          <a:prstGeom prst="ellipse">
            <a:avLst/>
          </a:prstGeom>
          <a:solidFill>
            <a:srgbClr val="627D8D">
              <a:alpha val="17800"/>
            </a:srgbClr>
          </a:solidFill>
          <a:ln>
            <a:noFill/>
          </a:ln>
        </p:spPr>
      </p:sp>
      <p:sp>
        <p:nvSpPr>
          <p:cNvPr id="18" name="!!circle-1ta"/>
          <p:cNvSpPr/>
          <p:nvPr/>
        </p:nvSpPr>
        <p:spPr>
          <a:xfrm>
            <a:off x="10960686" y="1732226"/>
            <a:ext cx="24066" cy="24066"/>
          </a:xfrm>
          <a:prstGeom prst="ellipse">
            <a:avLst/>
          </a:prstGeom>
          <a:solidFill>
            <a:srgbClr val="627D8D">
              <a:alpha val="23900"/>
            </a:srgbClr>
          </a:solidFill>
          <a:ln>
            <a:noFill/>
          </a:ln>
        </p:spPr>
      </p:sp>
      <p:sp>
        <p:nvSpPr>
          <p:cNvPr id="19" name="!!circle-1td"/>
          <p:cNvSpPr/>
          <p:nvPr/>
        </p:nvSpPr>
        <p:spPr>
          <a:xfrm>
            <a:off x="8470779" y="5611981"/>
            <a:ext cx="35865" cy="35865"/>
          </a:xfrm>
          <a:prstGeom prst="ellipse">
            <a:avLst/>
          </a:prstGeom>
          <a:solidFill>
            <a:srgbClr val="627D8D">
              <a:alpha val="28200"/>
            </a:srgbClr>
          </a:solidFill>
          <a:ln>
            <a:noFill/>
          </a:ln>
        </p:spPr>
      </p:sp>
      <p:sp>
        <p:nvSpPr>
          <p:cNvPr id="20" name="!!circle-1tg"/>
          <p:cNvSpPr/>
          <p:nvPr/>
        </p:nvSpPr>
        <p:spPr>
          <a:xfrm>
            <a:off x="1525102" y="2713075"/>
            <a:ext cx="39218" cy="39218"/>
          </a:xfrm>
          <a:prstGeom prst="ellipse">
            <a:avLst/>
          </a:prstGeom>
          <a:solidFill>
            <a:srgbClr val="627D8D">
              <a:alpha val="29600"/>
            </a:srgbClr>
          </a:solidFill>
          <a:ln>
            <a:noFill/>
          </a:ln>
        </p:spPr>
      </p:sp>
      <p:sp>
        <p:nvSpPr>
          <p:cNvPr id="21" name="!!circle-1tj"/>
          <p:cNvSpPr/>
          <p:nvPr/>
        </p:nvSpPr>
        <p:spPr>
          <a:xfrm>
            <a:off x="7047821" y="5782726"/>
            <a:ext cx="49733" cy="49733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2" name="!!circle-1tm"/>
          <p:cNvSpPr/>
          <p:nvPr/>
        </p:nvSpPr>
        <p:spPr>
          <a:xfrm>
            <a:off x="6437288" y="1470303"/>
            <a:ext cx="41694" cy="41694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3" name="!!circle-1tp"/>
          <p:cNvSpPr/>
          <p:nvPr/>
        </p:nvSpPr>
        <p:spPr>
          <a:xfrm>
            <a:off x="6799711" y="4882329"/>
            <a:ext cx="31979" cy="31979"/>
          </a:xfrm>
          <a:prstGeom prst="ellipse">
            <a:avLst/>
          </a:prstGeom>
          <a:solidFill>
            <a:srgbClr val="627D8D">
              <a:alpha val="24100"/>
            </a:srgbClr>
          </a:solidFill>
          <a:ln>
            <a:noFill/>
          </a:ln>
        </p:spPr>
      </p:sp>
      <p:sp>
        <p:nvSpPr>
          <p:cNvPr id="24" name="!!circle-1ts"/>
          <p:cNvSpPr/>
          <p:nvPr/>
        </p:nvSpPr>
        <p:spPr>
          <a:xfrm>
            <a:off x="3915689" y="725522"/>
            <a:ext cx="18085" cy="18085"/>
          </a:xfrm>
          <a:prstGeom prst="ellipse">
            <a:avLst/>
          </a:prstGeom>
          <a:solidFill>
            <a:srgbClr val="627D8D">
              <a:alpha val="10500"/>
            </a:srgbClr>
          </a:solidFill>
          <a:ln>
            <a:noFill/>
          </a:ln>
        </p:spPr>
      </p:sp>
      <p:sp>
        <p:nvSpPr>
          <p:cNvPr id="25" name="!!circle-1ty"/>
          <p:cNvSpPr/>
          <p:nvPr/>
        </p:nvSpPr>
        <p:spPr>
          <a:xfrm>
            <a:off x="3484744" y="6076886"/>
            <a:ext cx="39243" cy="39243"/>
          </a:xfrm>
          <a:prstGeom prst="ellipse">
            <a:avLst/>
          </a:prstGeom>
          <a:solidFill>
            <a:srgbClr val="627D8D">
              <a:alpha val="27700"/>
            </a:srgbClr>
          </a:solidFill>
          <a:ln>
            <a:noFill/>
          </a:ln>
        </p:spPr>
      </p:sp>
      <p:sp>
        <p:nvSpPr>
          <p:cNvPr id="26" name="!!circle-1u1"/>
          <p:cNvSpPr/>
          <p:nvPr/>
        </p:nvSpPr>
        <p:spPr>
          <a:xfrm>
            <a:off x="1642033" y="6456578"/>
            <a:ext cx="34519" cy="34519"/>
          </a:xfrm>
          <a:prstGeom prst="ellipse">
            <a:avLst/>
          </a:prstGeom>
          <a:solidFill>
            <a:srgbClr val="627D8D">
              <a:alpha val="22500"/>
            </a:srgbClr>
          </a:solidFill>
          <a:ln>
            <a:noFill/>
          </a:ln>
        </p:spPr>
      </p:sp>
      <p:sp>
        <p:nvSpPr>
          <p:cNvPr id="27" name="!!circle-1u4"/>
          <p:cNvSpPr/>
          <p:nvPr/>
        </p:nvSpPr>
        <p:spPr>
          <a:xfrm>
            <a:off x="2716173" y="4865062"/>
            <a:ext cx="46228" cy="46228"/>
          </a:xfrm>
          <a:prstGeom prst="ellipse">
            <a:avLst/>
          </a:prstGeom>
          <a:solidFill>
            <a:srgbClr val="627D8D">
              <a:alpha val="26200"/>
            </a:srgbClr>
          </a:solidFill>
          <a:ln>
            <a:noFill/>
          </a:ln>
        </p:spPr>
      </p:sp>
      <p:sp>
        <p:nvSpPr>
          <p:cNvPr id="28" name="!!circle-1u7"/>
          <p:cNvSpPr/>
          <p:nvPr/>
        </p:nvSpPr>
        <p:spPr>
          <a:xfrm>
            <a:off x="7433309" y="4633565"/>
            <a:ext cx="49327" cy="49327"/>
          </a:xfrm>
          <a:prstGeom prst="ellipse">
            <a:avLst/>
          </a:prstGeom>
          <a:solidFill>
            <a:srgbClr val="627D8D">
              <a:alpha val="20800"/>
            </a:srgbClr>
          </a:solidFill>
          <a:ln>
            <a:noFill/>
          </a:ln>
        </p:spPr>
      </p:sp>
      <p:sp>
        <p:nvSpPr>
          <p:cNvPr id="29" name="!!circle-1ua"/>
          <p:cNvSpPr/>
          <p:nvPr/>
        </p:nvSpPr>
        <p:spPr>
          <a:xfrm>
            <a:off x="9697862" y="5279004"/>
            <a:ext cx="24054" cy="24054"/>
          </a:xfrm>
          <a:prstGeom prst="ellipse">
            <a:avLst/>
          </a:prstGeom>
          <a:solidFill>
            <a:srgbClr val="627D8D">
              <a:alpha val="22200"/>
            </a:srgbClr>
          </a:solidFill>
          <a:ln>
            <a:noFill/>
          </a:ln>
        </p:spPr>
      </p:sp>
      <p:sp>
        <p:nvSpPr>
          <p:cNvPr id="30" name="!!circle-1ud"/>
          <p:cNvSpPr/>
          <p:nvPr/>
        </p:nvSpPr>
        <p:spPr>
          <a:xfrm>
            <a:off x="2007849" y="1351383"/>
            <a:ext cx="32271" cy="32271"/>
          </a:xfrm>
          <a:prstGeom prst="ellipse">
            <a:avLst/>
          </a:prstGeom>
          <a:solidFill>
            <a:srgbClr val="627D8D">
              <a:alpha val="20500"/>
            </a:srgbClr>
          </a:solidFill>
          <a:ln>
            <a:noFill/>
          </a:ln>
        </p:spPr>
      </p:sp>
      <p:sp>
        <p:nvSpPr>
          <p:cNvPr id="31" name="!!circle-1uj"/>
          <p:cNvSpPr/>
          <p:nvPr/>
        </p:nvSpPr>
        <p:spPr>
          <a:xfrm>
            <a:off x="2061054" y="2271742"/>
            <a:ext cx="34252" cy="34252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32" name="!!circle-1um"/>
          <p:cNvSpPr/>
          <p:nvPr/>
        </p:nvSpPr>
        <p:spPr>
          <a:xfrm>
            <a:off x="9597585" y="4063557"/>
            <a:ext cx="44196" cy="44196"/>
          </a:xfrm>
          <a:prstGeom prst="ellipse">
            <a:avLst/>
          </a:prstGeom>
          <a:solidFill>
            <a:srgbClr val="627D8D">
              <a:alpha val="21700"/>
            </a:srgbClr>
          </a:solidFill>
          <a:ln>
            <a:noFill/>
          </a:ln>
        </p:spPr>
      </p:sp>
      <p:sp>
        <p:nvSpPr>
          <p:cNvPr id="33" name="!!circle-1up"/>
          <p:cNvSpPr/>
          <p:nvPr/>
        </p:nvSpPr>
        <p:spPr>
          <a:xfrm>
            <a:off x="6755732" y="1701343"/>
            <a:ext cx="35192" cy="35192"/>
          </a:xfrm>
          <a:prstGeom prst="ellipse">
            <a:avLst/>
          </a:prstGeom>
          <a:solidFill>
            <a:srgbClr val="627D8D">
              <a:alpha val="27100"/>
            </a:srgbClr>
          </a:solidFill>
          <a:ln>
            <a:noFill/>
          </a:ln>
        </p:spPr>
      </p:sp>
      <p:sp>
        <p:nvSpPr>
          <p:cNvPr id="34" name="!!circle-1us"/>
          <p:cNvSpPr/>
          <p:nvPr/>
        </p:nvSpPr>
        <p:spPr>
          <a:xfrm>
            <a:off x="10205635" y="5171479"/>
            <a:ext cx="43358" cy="43358"/>
          </a:xfrm>
          <a:prstGeom prst="ellipse">
            <a:avLst/>
          </a:prstGeom>
          <a:solidFill>
            <a:srgbClr val="627D8D">
              <a:alpha val="19500"/>
            </a:srgbClr>
          </a:solidFill>
          <a:ln>
            <a:noFill/>
          </a:ln>
        </p:spPr>
      </p:sp>
      <p:sp>
        <p:nvSpPr>
          <p:cNvPr id="35" name="!!circle-1uv"/>
          <p:cNvSpPr/>
          <p:nvPr/>
        </p:nvSpPr>
        <p:spPr>
          <a:xfrm>
            <a:off x="3212823" y="1947970"/>
            <a:ext cx="33528" cy="33528"/>
          </a:xfrm>
          <a:prstGeom prst="ellipse">
            <a:avLst/>
          </a:prstGeom>
          <a:solidFill>
            <a:srgbClr val="627D8D">
              <a:alpha val="28300"/>
            </a:srgbClr>
          </a:solidFill>
          <a:ln>
            <a:noFill/>
          </a:ln>
        </p:spPr>
      </p:sp>
      <p:sp>
        <p:nvSpPr>
          <p:cNvPr id="36" name="!!circle-1uy"/>
          <p:cNvSpPr/>
          <p:nvPr/>
        </p:nvSpPr>
        <p:spPr>
          <a:xfrm>
            <a:off x="6840596" y="2541148"/>
            <a:ext cx="28956" cy="28956"/>
          </a:xfrm>
          <a:prstGeom prst="ellipse">
            <a:avLst/>
          </a:prstGeom>
          <a:solidFill>
            <a:srgbClr val="627D8D">
              <a:alpha val="21800"/>
            </a:srgbClr>
          </a:solidFill>
          <a:ln>
            <a:noFill/>
          </a:ln>
        </p:spPr>
      </p:sp>
      <p:sp>
        <p:nvSpPr>
          <p:cNvPr id="37" name="!!circle-1v1"/>
          <p:cNvSpPr/>
          <p:nvPr/>
        </p:nvSpPr>
        <p:spPr>
          <a:xfrm>
            <a:off x="7023072" y="6202834"/>
            <a:ext cx="45555" cy="45555"/>
          </a:xfrm>
          <a:prstGeom prst="ellipse">
            <a:avLst/>
          </a:prstGeom>
          <a:solidFill>
            <a:srgbClr val="627D8D">
              <a:alpha val="20900"/>
            </a:srgbClr>
          </a:solidFill>
          <a:ln>
            <a:noFill/>
          </a:ln>
        </p:spPr>
      </p:sp>
      <p:sp>
        <p:nvSpPr>
          <p:cNvPr id="38" name="!!circle-1v4"/>
          <p:cNvSpPr/>
          <p:nvPr/>
        </p:nvSpPr>
        <p:spPr>
          <a:xfrm>
            <a:off x="11293764" y="3041270"/>
            <a:ext cx="39484" cy="39484"/>
          </a:xfrm>
          <a:prstGeom prst="ellipse">
            <a:avLst/>
          </a:prstGeom>
          <a:solidFill>
            <a:srgbClr val="627D8D">
              <a:alpha val="13600"/>
            </a:srgbClr>
          </a:solidFill>
          <a:ln>
            <a:noFill/>
          </a:ln>
        </p:spPr>
      </p:sp>
      <p:sp>
        <p:nvSpPr>
          <p:cNvPr id="39" name="!!circle-1v7"/>
          <p:cNvSpPr/>
          <p:nvPr/>
        </p:nvSpPr>
        <p:spPr>
          <a:xfrm>
            <a:off x="7482309" y="5560065"/>
            <a:ext cx="30455" cy="30455"/>
          </a:xfrm>
          <a:prstGeom prst="ellipse">
            <a:avLst/>
          </a:prstGeom>
          <a:solidFill>
            <a:srgbClr val="627D8D">
              <a:alpha val="16500"/>
            </a:srgbClr>
          </a:solidFill>
          <a:ln>
            <a:noFill/>
          </a:ln>
        </p:spPr>
      </p:sp>
      <p:sp>
        <p:nvSpPr>
          <p:cNvPr id="40" name="!!circle-1va"/>
          <p:cNvSpPr/>
          <p:nvPr/>
        </p:nvSpPr>
        <p:spPr>
          <a:xfrm>
            <a:off x="8988750" y="6322057"/>
            <a:ext cx="28257" cy="28257"/>
          </a:xfrm>
          <a:prstGeom prst="ellipse">
            <a:avLst/>
          </a:prstGeom>
          <a:solidFill>
            <a:srgbClr val="627D8D">
              <a:alpha val="15700"/>
            </a:srgbClr>
          </a:solidFill>
          <a:ln>
            <a:noFill/>
          </a:ln>
        </p:spPr>
      </p:sp>
      <p:sp>
        <p:nvSpPr>
          <p:cNvPr id="41" name="!!circle-1vd"/>
          <p:cNvSpPr/>
          <p:nvPr/>
        </p:nvSpPr>
        <p:spPr>
          <a:xfrm>
            <a:off x="11436286" y="4965272"/>
            <a:ext cx="45149" cy="45149"/>
          </a:xfrm>
          <a:prstGeom prst="ellipse">
            <a:avLst/>
          </a:prstGeom>
          <a:solidFill>
            <a:srgbClr val="627D8D">
              <a:alpha val="31200"/>
            </a:srgbClr>
          </a:solidFill>
          <a:ln>
            <a:noFill/>
          </a:ln>
        </p:spPr>
      </p:sp>
      <p:sp>
        <p:nvSpPr>
          <p:cNvPr id="42" name="!!circle-1vg"/>
          <p:cNvSpPr/>
          <p:nvPr/>
        </p:nvSpPr>
        <p:spPr>
          <a:xfrm>
            <a:off x="3473126" y="2915290"/>
            <a:ext cx="30696" cy="30696"/>
          </a:xfrm>
          <a:prstGeom prst="ellipse">
            <a:avLst/>
          </a:prstGeom>
          <a:solidFill>
            <a:srgbClr val="627D8D">
              <a:alpha val="25700"/>
            </a:srgbClr>
          </a:solidFill>
          <a:ln>
            <a:noFill/>
          </a:ln>
        </p:spPr>
      </p:sp>
      <p:sp>
        <p:nvSpPr>
          <p:cNvPr id="43" name="!!circle-1vj"/>
          <p:cNvSpPr/>
          <p:nvPr/>
        </p:nvSpPr>
        <p:spPr>
          <a:xfrm>
            <a:off x="8820825" y="3431586"/>
            <a:ext cx="37401" cy="37401"/>
          </a:xfrm>
          <a:prstGeom prst="ellipse">
            <a:avLst/>
          </a:prstGeom>
          <a:solidFill>
            <a:srgbClr val="627D8D">
              <a:alpha val="16000"/>
            </a:srgbClr>
          </a:solidFill>
          <a:ln>
            <a:noFill/>
          </a:ln>
        </p:spPr>
      </p:sp>
      <p:sp>
        <p:nvSpPr>
          <p:cNvPr id="44" name="!!circle-1vm"/>
          <p:cNvSpPr/>
          <p:nvPr/>
        </p:nvSpPr>
        <p:spPr>
          <a:xfrm>
            <a:off x="1823355" y="4322195"/>
            <a:ext cx="33096" cy="33096"/>
          </a:xfrm>
          <a:prstGeom prst="ellipse">
            <a:avLst/>
          </a:prstGeom>
          <a:solidFill>
            <a:srgbClr val="627D8D">
              <a:alpha val="22300"/>
            </a:srgbClr>
          </a:solidFill>
          <a:ln>
            <a:noFill/>
          </a:ln>
        </p:spPr>
      </p:sp>
      <p:sp>
        <p:nvSpPr>
          <p:cNvPr id="45" name="!!circle-1vp"/>
          <p:cNvSpPr/>
          <p:nvPr/>
        </p:nvSpPr>
        <p:spPr>
          <a:xfrm>
            <a:off x="11571443" y="443414"/>
            <a:ext cx="21145" cy="21145"/>
          </a:xfrm>
          <a:prstGeom prst="ellipse">
            <a:avLst/>
          </a:prstGeom>
          <a:solidFill>
            <a:srgbClr val="627D8D">
              <a:alpha val="16300"/>
            </a:srgbClr>
          </a:solidFill>
          <a:ln>
            <a:noFill/>
          </a:ln>
        </p:spPr>
      </p:sp>
      <p:sp>
        <p:nvSpPr>
          <p:cNvPr id="46" name="!!circle-1vs"/>
          <p:cNvSpPr/>
          <p:nvPr/>
        </p:nvSpPr>
        <p:spPr>
          <a:xfrm>
            <a:off x="11075380" y="5434982"/>
            <a:ext cx="35281" cy="35281"/>
          </a:xfrm>
          <a:prstGeom prst="ellipse">
            <a:avLst/>
          </a:prstGeom>
          <a:solidFill>
            <a:srgbClr val="627D8D">
              <a:alpha val="30000"/>
            </a:srgbClr>
          </a:solidFill>
          <a:ln>
            <a:noFill/>
          </a:ln>
        </p:spPr>
      </p:sp>
      <p:sp>
        <p:nvSpPr>
          <p:cNvPr id="47" name="!!text-5jx" descr="系統架構"/>
          <p:cNvSpPr txBox="1"/>
          <p:nvPr/>
        </p:nvSpPr>
        <p:spPr>
          <a:xfrm>
            <a:off x="705815" y="632588"/>
            <a:ext cx="710894" cy="22089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01" b="1" kern="0" spc="144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系統架</a:t>
            </a:r>
            <a:r>
              <a:rPr lang="zh-TW" altLang="en-US" sz="1201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構</a:t>
            </a:r>
            <a:endParaRPr lang="zh-TW" sz="1201"/>
          </a:p>
        </p:txBody>
      </p:sp>
      <p:sp>
        <p:nvSpPr>
          <p:cNvPr id="48" name="!!text-5k7" descr="從手機到書櫃，一套系統串起"/>
          <p:cNvSpPr txBox="1"/>
          <p:nvPr/>
        </p:nvSpPr>
        <p:spPr>
          <a:xfrm>
            <a:off x="705815" y="901589"/>
            <a:ext cx="5867166" cy="66268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3604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從手機到書</a:t>
            </a:r>
            <a:r>
              <a:rPr lang="zh-TW" altLang="en-US" sz="3604" kern="0" spc="-1081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櫃</a:t>
            </a:r>
            <a:r>
              <a:rPr lang="zh-TW" altLang="en-US" sz="3604" kern="0" spc="-649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，</a:t>
            </a:r>
            <a:r>
              <a:rPr lang="zh-TW" altLang="en-US" sz="3604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一套系統串起</a:t>
            </a:r>
            <a:endParaRPr lang="zh-TW" sz="3604"/>
          </a:p>
        </p:txBody>
      </p:sp>
      <p:sp>
        <p:nvSpPr>
          <p:cNvPr id="49" name="!!text-5kp" descr="App 與書櫃經 Cloudflare、NGINX 連到 Node.js 服務，資料存於 MariaDB。"/>
          <p:cNvSpPr txBox="1"/>
          <p:nvPr/>
        </p:nvSpPr>
        <p:spPr>
          <a:xfrm>
            <a:off x="705815" y="1618076"/>
            <a:ext cx="6536490" cy="2761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502" kern="0" dirty="0">
                <a:solidFill>
                  <a:srgbClr val="3F4A54"/>
                </a:solidFill>
                <a:latin typeface="Noto Sans TC Medium"/>
                <a:ea typeface="Noto Sans TC Medium"/>
                <a:cs typeface="Noto Sans TC Medium"/>
              </a:rPr>
              <a:t>App 與書櫃經 Cloudfla</a:t>
            </a:r>
            <a:r>
              <a:rPr lang="zh-TW" altLang="en-US" sz="1502" kern="0" spc="-23" dirty="0">
                <a:solidFill>
                  <a:srgbClr val="3F4A54"/>
                </a:solidFill>
                <a:latin typeface="Noto Sans TC Medium"/>
                <a:ea typeface="Noto Sans TC Medium"/>
                <a:cs typeface="Noto Sans TC Medium"/>
              </a:rPr>
              <a:t>r</a:t>
            </a:r>
            <a:r>
              <a:rPr lang="zh-TW" altLang="en-US" sz="1502" kern="0" dirty="0">
                <a:solidFill>
                  <a:srgbClr val="3F4A54"/>
                </a:solidFill>
                <a:latin typeface="Noto Sans TC Medium"/>
                <a:ea typeface="Noto Sans TC Medium"/>
                <a:cs typeface="Noto Sans TC Medium"/>
              </a:rPr>
              <a:t>e、NGINX 連到 Node</a:t>
            </a:r>
            <a:r>
              <a:rPr lang="zh-TW" altLang="en-US" sz="1502" kern="0" spc="44" dirty="0">
                <a:solidFill>
                  <a:srgbClr val="3F4A54"/>
                </a:solidFill>
                <a:latin typeface="Noto Sans TC Medium"/>
                <a:ea typeface="Noto Sans TC Medium"/>
                <a:cs typeface="Noto Sans TC Medium"/>
              </a:rPr>
              <a:t>.</a:t>
            </a:r>
            <a:r>
              <a:rPr lang="zh-TW" altLang="en-US" sz="1502" kern="0" dirty="0">
                <a:solidFill>
                  <a:srgbClr val="3F4A54"/>
                </a:solidFill>
                <a:latin typeface="Noto Sans TC Medium"/>
                <a:ea typeface="Noto Sans TC Medium"/>
                <a:cs typeface="Noto Sans TC Medium"/>
              </a:rPr>
              <a:t>js 服務，資料存於 MariaDB。</a:t>
            </a:r>
            <a:endParaRPr lang="zh-TW" sz="1502"/>
          </a:p>
        </p:txBody>
      </p:sp>
      <p:sp>
        <p:nvSpPr>
          <p:cNvPr id="50" name="!!rect-5nv"/>
          <p:cNvSpPr/>
          <p:nvPr/>
        </p:nvSpPr>
        <p:spPr>
          <a:xfrm>
            <a:off x="1519428" y="5004740"/>
            <a:ext cx="5847842" cy="813613"/>
          </a:xfrm>
          <a:prstGeom prst="roundRect">
            <a:avLst>
              <a:gd name="adj" fmla="val 22917"/>
            </a:avLst>
          </a:prstGeom>
          <a:solidFill>
            <a:srgbClr val="0B1A26">
              <a:alpha val="12000"/>
            </a:srgbClr>
          </a:solidFill>
          <a:ln>
            <a:noFill/>
          </a:ln>
          <a:effectLst>
            <a:softEdge rad="223744"/>
          </a:effectLst>
        </p:spPr>
      </p:sp>
      <p:sp>
        <p:nvSpPr>
          <p:cNvPr id="51" name="!!rect-5nw"/>
          <p:cNvSpPr/>
          <p:nvPr/>
        </p:nvSpPr>
        <p:spPr>
          <a:xfrm>
            <a:off x="1582991" y="5017453"/>
            <a:ext cx="5720715" cy="635635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6356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52" name="!!circle-5nx"/>
          <p:cNvSpPr/>
          <p:nvPr/>
        </p:nvSpPr>
        <p:spPr>
          <a:xfrm>
            <a:off x="1748256" y="5157292"/>
            <a:ext cx="355956" cy="355956"/>
          </a:xfrm>
          <a:prstGeom prst="ellipse">
            <a:avLst/>
          </a:prstGeom>
          <a:solidFill>
            <a:srgbClr val="627D8D">
              <a:alpha val="12000"/>
            </a:srgbClr>
          </a:solidFill>
          <a:ln>
            <a:noFill/>
          </a:ln>
        </p:spPr>
      </p:sp>
      <p:sp>
        <p:nvSpPr>
          <p:cNvPr id="53" name="!!path-5ny"/>
          <p:cNvSpPr/>
          <p:nvPr/>
        </p:nvSpPr>
        <p:spPr>
          <a:xfrm>
            <a:off x="1844657" y="5270003"/>
            <a:ext cx="163104" cy="130483"/>
          </a:xfrm>
          <a:custGeom>
            <a:avLst/>
            <a:gdLst/>
            <a:ahLst/>
            <a:cxnLst/>
            <a:rect l="l" t="t" r="r" b="b"/>
            <a:pathLst>
              <a:path w="163104" h="130483">
                <a:moveTo>
                  <a:pt x="0" y="130483"/>
                </a:moveTo>
                <a:lnTo>
                  <a:pt x="163104" y="130483"/>
                </a:lnTo>
                <a:lnTo>
                  <a:pt x="163104" y="97862"/>
                </a:lnTo>
                <a:lnTo>
                  <a:pt x="0" y="97862"/>
                </a:lnTo>
                <a:lnTo>
                  <a:pt x="0" y="130483"/>
                </a:lnTo>
                <a:close/>
                <a:moveTo>
                  <a:pt x="16310" y="106018"/>
                </a:moveTo>
                <a:lnTo>
                  <a:pt x="32621" y="106018"/>
                </a:lnTo>
                <a:lnTo>
                  <a:pt x="32621" y="122328"/>
                </a:lnTo>
                <a:lnTo>
                  <a:pt x="16310" y="122328"/>
                </a:lnTo>
                <a:lnTo>
                  <a:pt x="16310" y="106018"/>
                </a:lnTo>
                <a:close/>
                <a:moveTo>
                  <a:pt x="0" y="0"/>
                </a:moveTo>
                <a:lnTo>
                  <a:pt x="0" y="32621"/>
                </a:lnTo>
                <a:lnTo>
                  <a:pt x="163104" y="32621"/>
                </a:lnTo>
                <a:lnTo>
                  <a:pt x="163104" y="0"/>
                </a:lnTo>
                <a:lnTo>
                  <a:pt x="0" y="0"/>
                </a:lnTo>
                <a:close/>
                <a:moveTo>
                  <a:pt x="32621" y="24466"/>
                </a:moveTo>
                <a:lnTo>
                  <a:pt x="16310" y="24466"/>
                </a:lnTo>
                <a:lnTo>
                  <a:pt x="16310" y="8155"/>
                </a:lnTo>
                <a:lnTo>
                  <a:pt x="32621" y="8155"/>
                </a:lnTo>
                <a:lnTo>
                  <a:pt x="32621" y="24466"/>
                </a:lnTo>
                <a:close/>
                <a:moveTo>
                  <a:pt x="0" y="81552"/>
                </a:moveTo>
                <a:lnTo>
                  <a:pt x="163104" y="81552"/>
                </a:lnTo>
                <a:lnTo>
                  <a:pt x="163104" y="48931"/>
                </a:lnTo>
                <a:lnTo>
                  <a:pt x="0" y="48931"/>
                </a:lnTo>
                <a:lnTo>
                  <a:pt x="0" y="81552"/>
                </a:lnTo>
                <a:close/>
                <a:moveTo>
                  <a:pt x="16310" y="57086"/>
                </a:moveTo>
                <a:lnTo>
                  <a:pt x="32621" y="57086"/>
                </a:lnTo>
                <a:lnTo>
                  <a:pt x="32621" y="73397"/>
                </a:lnTo>
                <a:lnTo>
                  <a:pt x="16310" y="73397"/>
                </a:lnTo>
                <a:lnTo>
                  <a:pt x="16310" y="57086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54" name="!!text-5nz" descr="MariaDB"/>
          <p:cNvSpPr txBox="1"/>
          <p:nvPr/>
        </p:nvSpPr>
        <p:spPr>
          <a:xfrm>
            <a:off x="2218626" y="5105424"/>
            <a:ext cx="738900" cy="23930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01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MariaDB</a:t>
            </a:r>
            <a:endParaRPr lang="zh-TW" sz="1301"/>
          </a:p>
        </p:txBody>
      </p:sp>
      <p:sp>
        <p:nvSpPr>
          <p:cNvPr id="55" name="!!text-5o7" descr="關聯式資料庫・Prisma ORM 存取"/>
          <p:cNvSpPr txBox="1"/>
          <p:nvPr/>
        </p:nvSpPr>
        <p:spPr>
          <a:xfrm>
            <a:off x="2218626" y="5351034"/>
            <a:ext cx="2124165" cy="20248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01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關聯式資料庫・Prisma ORM 存取</a:t>
            </a:r>
            <a:endParaRPr lang="zh-TW" sz="1101"/>
          </a:p>
        </p:txBody>
      </p:sp>
      <p:sp>
        <p:nvSpPr>
          <p:cNvPr id="56" name="!!rect-5ou"/>
          <p:cNvSpPr/>
          <p:nvPr/>
        </p:nvSpPr>
        <p:spPr>
          <a:xfrm>
            <a:off x="1519428" y="4114851"/>
            <a:ext cx="2860358" cy="813613"/>
          </a:xfrm>
          <a:prstGeom prst="roundRect">
            <a:avLst>
              <a:gd name="adj" fmla="val 22917"/>
            </a:avLst>
          </a:prstGeom>
          <a:solidFill>
            <a:srgbClr val="0B1A26">
              <a:alpha val="12000"/>
            </a:srgbClr>
          </a:solidFill>
          <a:ln>
            <a:noFill/>
          </a:ln>
          <a:effectLst>
            <a:softEdge rad="223744"/>
          </a:effectLst>
        </p:spPr>
      </p:sp>
      <p:sp>
        <p:nvSpPr>
          <p:cNvPr id="57" name="!!rect-5ov"/>
          <p:cNvSpPr/>
          <p:nvPr/>
        </p:nvSpPr>
        <p:spPr>
          <a:xfrm>
            <a:off x="1582991" y="4127564"/>
            <a:ext cx="2733231" cy="635635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6356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58" name="!!circle-5ow"/>
          <p:cNvSpPr/>
          <p:nvPr/>
        </p:nvSpPr>
        <p:spPr>
          <a:xfrm>
            <a:off x="1748256" y="4267403"/>
            <a:ext cx="355956" cy="355956"/>
          </a:xfrm>
          <a:prstGeom prst="ellipse">
            <a:avLst/>
          </a:prstGeom>
          <a:solidFill>
            <a:srgbClr val="627D8D">
              <a:alpha val="12000"/>
            </a:srgbClr>
          </a:solidFill>
          <a:ln>
            <a:noFill/>
          </a:ln>
        </p:spPr>
      </p:sp>
      <p:sp>
        <p:nvSpPr>
          <p:cNvPr id="59" name="!!path-5ox"/>
          <p:cNvSpPr/>
          <p:nvPr/>
        </p:nvSpPr>
        <p:spPr>
          <a:xfrm>
            <a:off x="1884780" y="4371959"/>
            <a:ext cx="82694" cy="146794"/>
          </a:xfrm>
          <a:custGeom>
            <a:avLst/>
            <a:gdLst/>
            <a:ahLst/>
            <a:cxnLst/>
            <a:rect l="l" t="t" r="r" b="b"/>
            <a:pathLst>
              <a:path w="82694" h="146794">
                <a:moveTo>
                  <a:pt x="33273" y="146794"/>
                </a:moveTo>
                <a:lnTo>
                  <a:pt x="25118" y="146794"/>
                </a:lnTo>
                <a:lnTo>
                  <a:pt x="33273" y="89707"/>
                </a:lnTo>
                <a:lnTo>
                  <a:pt x="4730" y="89707"/>
                </a:lnTo>
                <a:cubicBezTo>
                  <a:pt x="0" y="89707"/>
                  <a:pt x="82" y="87098"/>
                  <a:pt x="1631" y="84325"/>
                </a:cubicBezTo>
                <a:cubicBezTo>
                  <a:pt x="3181" y="81552"/>
                  <a:pt x="2039" y="83672"/>
                  <a:pt x="2202" y="83346"/>
                </a:cubicBezTo>
                <a:cubicBezTo>
                  <a:pt x="12722" y="64752"/>
                  <a:pt x="28543" y="37025"/>
                  <a:pt x="49584" y="0"/>
                </a:cubicBezTo>
                <a:lnTo>
                  <a:pt x="57739" y="0"/>
                </a:lnTo>
                <a:lnTo>
                  <a:pt x="49584" y="57086"/>
                </a:lnTo>
                <a:lnTo>
                  <a:pt x="78127" y="57086"/>
                </a:lnTo>
                <a:cubicBezTo>
                  <a:pt x="82123" y="57086"/>
                  <a:pt x="82694" y="59778"/>
                  <a:pt x="81960" y="61246"/>
                </a:cubicBezTo>
                <a:lnTo>
                  <a:pt x="81389" y="62469"/>
                </a:lnTo>
                <a:cubicBezTo>
                  <a:pt x="49257" y="118658"/>
                  <a:pt x="33273" y="146794"/>
                  <a:pt x="33273" y="146794"/>
                </a:cubicBez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60" name="!!text-5oy" descr="Socket.IO"/>
          <p:cNvSpPr txBox="1"/>
          <p:nvPr/>
        </p:nvSpPr>
        <p:spPr>
          <a:xfrm>
            <a:off x="2218626" y="4215535"/>
            <a:ext cx="833597" cy="23930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01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Soc</a:t>
            </a:r>
            <a:r>
              <a:rPr lang="zh-TW" altLang="en-US" sz="1301" b="1" kern="0" spc="-44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k</a:t>
            </a:r>
            <a:r>
              <a:rPr lang="zh-TW" altLang="en-US" sz="1301" b="1" kern="0" spc="-22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e</a:t>
            </a:r>
            <a:r>
              <a:rPr lang="zh-TW" altLang="en-US" sz="1301" b="1" kern="0" spc="-17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t</a:t>
            </a:r>
            <a:r>
              <a:rPr lang="zh-TW" altLang="en-US" sz="1301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.IO</a:t>
            </a:r>
            <a:endParaRPr lang="zh-TW" sz="1301"/>
          </a:p>
        </p:txBody>
      </p:sp>
      <p:sp>
        <p:nvSpPr>
          <p:cNvPr id="61" name="!!text-5p8" descr="聊天與書櫃狀態即時推送"/>
          <p:cNvSpPr txBox="1"/>
          <p:nvPr/>
        </p:nvSpPr>
        <p:spPr>
          <a:xfrm>
            <a:off x="2218626" y="4461145"/>
            <a:ext cx="1580189" cy="20248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01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聊天與書櫃狀態即時推送</a:t>
            </a:r>
            <a:endParaRPr lang="zh-TW" sz="1101"/>
          </a:p>
        </p:txBody>
      </p:sp>
      <p:sp>
        <p:nvSpPr>
          <p:cNvPr id="62" name="!!rect-5po"/>
          <p:cNvSpPr/>
          <p:nvPr/>
        </p:nvSpPr>
        <p:spPr>
          <a:xfrm>
            <a:off x="4506912" y="4115029"/>
            <a:ext cx="2860358" cy="813613"/>
          </a:xfrm>
          <a:prstGeom prst="roundRect">
            <a:avLst>
              <a:gd name="adj" fmla="val 22917"/>
            </a:avLst>
          </a:prstGeom>
          <a:solidFill>
            <a:srgbClr val="0B1A26">
              <a:alpha val="12000"/>
            </a:srgbClr>
          </a:solidFill>
          <a:ln>
            <a:noFill/>
          </a:ln>
          <a:effectLst>
            <a:softEdge rad="223744"/>
          </a:effectLst>
        </p:spPr>
      </p:sp>
      <p:sp>
        <p:nvSpPr>
          <p:cNvPr id="63" name="!!rect-5pp"/>
          <p:cNvSpPr/>
          <p:nvPr/>
        </p:nvSpPr>
        <p:spPr>
          <a:xfrm>
            <a:off x="4570476" y="4127742"/>
            <a:ext cx="2733231" cy="635635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6356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64" name="!!circle-5pq"/>
          <p:cNvSpPr/>
          <p:nvPr/>
        </p:nvSpPr>
        <p:spPr>
          <a:xfrm>
            <a:off x="4735741" y="4267581"/>
            <a:ext cx="355956" cy="355956"/>
          </a:xfrm>
          <a:prstGeom prst="ellipse">
            <a:avLst/>
          </a:prstGeom>
          <a:solidFill>
            <a:srgbClr val="627D8D">
              <a:alpha val="12000"/>
            </a:srgbClr>
          </a:solidFill>
          <a:ln>
            <a:noFill/>
          </a:ln>
        </p:spPr>
      </p:sp>
      <p:sp>
        <p:nvSpPr>
          <p:cNvPr id="65" name="!!path-5pr"/>
          <p:cNvSpPr/>
          <p:nvPr/>
        </p:nvSpPr>
        <p:spPr>
          <a:xfrm>
            <a:off x="4832141" y="4396602"/>
            <a:ext cx="163104" cy="97862"/>
          </a:xfrm>
          <a:custGeom>
            <a:avLst/>
            <a:gdLst/>
            <a:ahLst/>
            <a:cxnLst/>
            <a:rect l="l" t="t" r="r" b="b"/>
            <a:pathLst>
              <a:path w="163104" h="97862">
                <a:moveTo>
                  <a:pt x="60348" y="86445"/>
                </a:moveTo>
                <a:lnTo>
                  <a:pt x="22835" y="48931"/>
                </a:lnTo>
                <a:lnTo>
                  <a:pt x="60348" y="11417"/>
                </a:lnTo>
                <a:lnTo>
                  <a:pt x="48931" y="0"/>
                </a:lnTo>
                <a:lnTo>
                  <a:pt x="0" y="48931"/>
                </a:lnTo>
                <a:lnTo>
                  <a:pt x="48931" y="97862"/>
                </a:lnTo>
                <a:lnTo>
                  <a:pt x="60348" y="86445"/>
                </a:lnTo>
                <a:close/>
                <a:moveTo>
                  <a:pt x="102755" y="86445"/>
                </a:moveTo>
                <a:lnTo>
                  <a:pt x="140269" y="48931"/>
                </a:lnTo>
                <a:lnTo>
                  <a:pt x="102755" y="11417"/>
                </a:lnTo>
                <a:lnTo>
                  <a:pt x="114173" y="0"/>
                </a:lnTo>
                <a:lnTo>
                  <a:pt x="163104" y="48931"/>
                </a:lnTo>
                <a:lnTo>
                  <a:pt x="114173" y="97862"/>
                </a:lnTo>
                <a:lnTo>
                  <a:pt x="102755" y="86445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66" name="!!text-5ps" descr="Node.js・Express"/>
          <p:cNvSpPr txBox="1"/>
          <p:nvPr/>
        </p:nvSpPr>
        <p:spPr>
          <a:xfrm>
            <a:off x="5206111" y="4215714"/>
            <a:ext cx="1457308" cy="23930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01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Node</a:t>
            </a:r>
            <a:r>
              <a:rPr lang="zh-TW" altLang="en-US" sz="1301" b="1" kern="0" spc="42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.</a:t>
            </a:r>
            <a:r>
              <a:rPr lang="zh-TW" altLang="en-US" sz="1301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js・</a:t>
            </a:r>
            <a:r>
              <a:rPr lang="zh-TW" altLang="en-US" sz="1301" b="1" kern="0" spc="-68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E</a:t>
            </a:r>
            <a:r>
              <a:rPr lang="zh-TW" altLang="en-US" sz="1301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xp</a:t>
            </a:r>
            <a:r>
              <a:rPr lang="zh-TW" altLang="en-US" sz="1301" b="1" kern="0" spc="-22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r</a:t>
            </a:r>
            <a:r>
              <a:rPr lang="zh-TW" altLang="en-US" sz="1301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ess</a:t>
            </a:r>
            <a:endParaRPr lang="zh-TW" sz="1301"/>
          </a:p>
        </p:txBody>
      </p:sp>
      <p:sp>
        <p:nvSpPr>
          <p:cNvPr id="67" name="!!text-5q8" descr="RESTful API 與排程作業"/>
          <p:cNvSpPr txBox="1"/>
          <p:nvPr/>
        </p:nvSpPr>
        <p:spPr>
          <a:xfrm>
            <a:off x="5206111" y="4461323"/>
            <a:ext cx="1520058" cy="20248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01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RE</a:t>
            </a:r>
            <a:r>
              <a:rPr lang="zh-TW" altLang="en-US" sz="1101" kern="0" spc="-28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S</a:t>
            </a:r>
            <a:r>
              <a:rPr lang="zh-TW" altLang="en-US" sz="1101" kern="0" spc="-24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T</a:t>
            </a:r>
            <a:r>
              <a:rPr lang="zh-TW" altLang="en-US" sz="1101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ful API 與排程作業</a:t>
            </a:r>
            <a:endParaRPr lang="zh-TW" sz="1101"/>
          </a:p>
        </p:txBody>
      </p:sp>
      <p:sp>
        <p:nvSpPr>
          <p:cNvPr id="68" name="!!rect-5qs"/>
          <p:cNvSpPr/>
          <p:nvPr/>
        </p:nvSpPr>
        <p:spPr>
          <a:xfrm>
            <a:off x="1519428" y="3243925"/>
            <a:ext cx="5847842" cy="813613"/>
          </a:xfrm>
          <a:prstGeom prst="roundRect">
            <a:avLst>
              <a:gd name="adj" fmla="val 22917"/>
            </a:avLst>
          </a:prstGeom>
          <a:solidFill>
            <a:srgbClr val="0B1A26">
              <a:alpha val="11813"/>
            </a:srgbClr>
          </a:solidFill>
          <a:ln>
            <a:noFill/>
          </a:ln>
          <a:effectLst>
            <a:softEdge rad="223744"/>
          </a:effectLst>
        </p:spPr>
      </p:sp>
      <p:sp>
        <p:nvSpPr>
          <p:cNvPr id="69" name="!!rect-5qt"/>
          <p:cNvSpPr/>
          <p:nvPr/>
        </p:nvSpPr>
        <p:spPr>
          <a:xfrm>
            <a:off x="1582991" y="3256638"/>
            <a:ext cx="5720715" cy="635635"/>
          </a:xfrm>
          <a:prstGeom prst="roundRect">
            <a:avLst>
              <a:gd name="adj" fmla="val 22000"/>
            </a:avLst>
          </a:prstGeom>
          <a:solidFill>
            <a:srgbClr val="FFFFFF">
              <a:alpha val="98444"/>
            </a:srgbClr>
          </a:solidFill>
          <a:ln w="6356" cap="flat">
            <a:solidFill>
              <a:srgbClr val="E3E7EA">
                <a:alpha val="98444"/>
              </a:srgbClr>
            </a:solidFill>
            <a:prstDash val="solid"/>
            <a:miter lim="800000"/>
          </a:ln>
        </p:spPr>
      </p:sp>
      <p:sp>
        <p:nvSpPr>
          <p:cNvPr id="70" name="!!circle-5qu"/>
          <p:cNvSpPr/>
          <p:nvPr/>
        </p:nvSpPr>
        <p:spPr>
          <a:xfrm>
            <a:off x="1748256" y="3396477"/>
            <a:ext cx="355956" cy="355956"/>
          </a:xfrm>
          <a:prstGeom prst="ellipse">
            <a:avLst/>
          </a:prstGeom>
          <a:solidFill>
            <a:srgbClr val="627D8D">
              <a:alpha val="11813"/>
            </a:srgbClr>
          </a:solidFill>
          <a:ln>
            <a:noFill/>
          </a:ln>
        </p:spPr>
      </p:sp>
      <p:sp>
        <p:nvSpPr>
          <p:cNvPr id="71" name="!!path-5qv"/>
          <p:cNvSpPr/>
          <p:nvPr/>
        </p:nvSpPr>
        <p:spPr>
          <a:xfrm>
            <a:off x="1828346" y="3509188"/>
            <a:ext cx="195725" cy="130483"/>
          </a:xfrm>
          <a:custGeom>
            <a:avLst/>
            <a:gdLst/>
            <a:ahLst/>
            <a:cxnLst/>
            <a:rect l="l" t="t" r="r" b="b"/>
            <a:pathLst>
              <a:path w="195725" h="130483">
                <a:moveTo>
                  <a:pt x="157803" y="49257"/>
                </a:moveTo>
                <a:cubicBezTo>
                  <a:pt x="152258" y="21122"/>
                  <a:pt x="127547" y="0"/>
                  <a:pt x="97862" y="0"/>
                </a:cubicBezTo>
                <a:cubicBezTo>
                  <a:pt x="74294" y="0"/>
                  <a:pt x="53824" y="13375"/>
                  <a:pt x="43630" y="32947"/>
                </a:cubicBezTo>
                <a:cubicBezTo>
                  <a:pt x="19083" y="35557"/>
                  <a:pt x="0" y="56352"/>
                  <a:pt x="0" y="81552"/>
                </a:cubicBezTo>
                <a:cubicBezTo>
                  <a:pt x="0" y="108546"/>
                  <a:pt x="21937" y="130483"/>
                  <a:pt x="48931" y="130483"/>
                </a:cubicBezTo>
                <a:lnTo>
                  <a:pt x="154949" y="130483"/>
                </a:lnTo>
                <a:cubicBezTo>
                  <a:pt x="177457" y="130483"/>
                  <a:pt x="195725" y="112216"/>
                  <a:pt x="195725" y="89707"/>
                </a:cubicBezTo>
                <a:cubicBezTo>
                  <a:pt x="195725" y="68177"/>
                  <a:pt x="179007" y="50725"/>
                  <a:pt x="157803" y="49257"/>
                </a:cubicBezTo>
                <a:close/>
              </a:path>
            </a:pathLst>
          </a:custGeom>
          <a:solidFill>
            <a:srgbClr val="627D8D">
              <a:alpha val="98444"/>
            </a:srgbClr>
          </a:solidFill>
          <a:ln>
            <a:noFill/>
          </a:ln>
        </p:spPr>
      </p:sp>
      <p:sp>
        <p:nvSpPr>
          <p:cNvPr id="72" name="!!text-5qw" descr="Cloudflare・NGINX"/>
          <p:cNvSpPr txBox="1"/>
          <p:nvPr/>
        </p:nvSpPr>
        <p:spPr>
          <a:xfrm>
            <a:off x="2218626" y="3344610"/>
            <a:ext cx="1591338" cy="23930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01" b="1" kern="0" dirty="0">
                <a:solidFill>
                  <a:srgbClr val="151E27">
                    <a:alpha val="98444"/>
                  </a:srgbClr>
                </a:solidFill>
                <a:latin typeface="Noto Sans TC"/>
                <a:ea typeface="Noto Sans TC"/>
                <a:cs typeface="Noto Sans TC"/>
              </a:rPr>
              <a:t>Cloudfla</a:t>
            </a:r>
            <a:r>
              <a:rPr lang="zh-TW" altLang="en-US" sz="1301" b="1" kern="0" spc="-22" dirty="0">
                <a:solidFill>
                  <a:srgbClr val="151E27">
                    <a:alpha val="98444"/>
                  </a:srgbClr>
                </a:solidFill>
                <a:latin typeface="Noto Sans TC"/>
                <a:ea typeface="Noto Sans TC"/>
                <a:cs typeface="Noto Sans TC"/>
              </a:rPr>
              <a:t>r</a:t>
            </a:r>
            <a:r>
              <a:rPr lang="zh-TW" altLang="en-US" sz="1301" b="1" kern="0" dirty="0">
                <a:solidFill>
                  <a:srgbClr val="151E27">
                    <a:alpha val="98444"/>
                  </a:srgbClr>
                </a:solidFill>
                <a:latin typeface="Noto Sans TC"/>
                <a:ea typeface="Noto Sans TC"/>
                <a:cs typeface="Noto Sans TC"/>
              </a:rPr>
              <a:t>e・NGINX</a:t>
            </a:r>
            <a:endParaRPr lang="zh-TW" sz="1301"/>
          </a:p>
        </p:txBody>
      </p:sp>
      <p:sp>
        <p:nvSpPr>
          <p:cNvPr id="73" name="!!text-5rd" descr="DNS、WAF 與反向代理"/>
          <p:cNvSpPr txBox="1"/>
          <p:nvPr/>
        </p:nvSpPr>
        <p:spPr>
          <a:xfrm>
            <a:off x="2218626" y="3590219"/>
            <a:ext cx="1477966" cy="20248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01" kern="0" dirty="0">
                <a:solidFill>
                  <a:srgbClr val="5B6770">
                    <a:alpha val="98444"/>
                  </a:srgbClr>
                </a:solidFill>
                <a:latin typeface="Noto Sans TC"/>
                <a:ea typeface="Noto Sans TC"/>
                <a:cs typeface="Noto Sans TC"/>
              </a:rPr>
              <a:t>DNS、WAF 與反向代理</a:t>
            </a:r>
            <a:endParaRPr lang="zh-TW" sz="1101"/>
          </a:p>
        </p:txBody>
      </p:sp>
      <p:sp>
        <p:nvSpPr>
          <p:cNvPr id="74" name="!!path-9ic"/>
          <p:cNvSpPr/>
          <p:nvPr/>
        </p:nvSpPr>
        <p:spPr>
          <a:xfrm>
            <a:off x="381000" y="306527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5" name="!!path-9id"/>
          <p:cNvSpPr/>
          <p:nvPr/>
        </p:nvSpPr>
        <p:spPr>
          <a:xfrm>
            <a:off x="381000" y="308153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6" name="!!path-9ie"/>
          <p:cNvSpPr/>
          <p:nvPr/>
        </p:nvSpPr>
        <p:spPr>
          <a:xfrm>
            <a:off x="381000" y="309778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7" name="!!path-9if"/>
          <p:cNvSpPr/>
          <p:nvPr/>
        </p:nvSpPr>
        <p:spPr>
          <a:xfrm>
            <a:off x="381000" y="311404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8" name="!!path-9ig"/>
          <p:cNvSpPr/>
          <p:nvPr/>
        </p:nvSpPr>
        <p:spPr>
          <a:xfrm>
            <a:off x="381000" y="313030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9" name="!!path-9ih"/>
          <p:cNvSpPr/>
          <p:nvPr/>
        </p:nvSpPr>
        <p:spPr>
          <a:xfrm>
            <a:off x="381000" y="314655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80" name="!!path-9ii"/>
          <p:cNvSpPr/>
          <p:nvPr/>
        </p:nvSpPr>
        <p:spPr>
          <a:xfrm>
            <a:off x="381000" y="316281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81" name="!!path-9ij"/>
          <p:cNvSpPr/>
          <p:nvPr/>
        </p:nvSpPr>
        <p:spPr>
          <a:xfrm>
            <a:off x="381000" y="317906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82" name="!!path-9ik"/>
          <p:cNvSpPr/>
          <p:nvPr/>
        </p:nvSpPr>
        <p:spPr>
          <a:xfrm>
            <a:off x="419608" y="269342"/>
            <a:ext cx="128422" cy="122936"/>
          </a:xfrm>
          <a:custGeom>
            <a:avLst/>
            <a:gdLst/>
            <a:ahLst/>
            <a:cxnLst/>
            <a:rect l="l" t="t" r="r" b="b"/>
            <a:pathLst>
              <a:path w="128422" h="122936">
                <a:moveTo>
                  <a:pt x="0" y="17678"/>
                </a:moveTo>
                <a:lnTo>
                  <a:pt x="8128" y="5080"/>
                </a:lnTo>
                <a:cubicBezTo>
                  <a:pt x="32512" y="0"/>
                  <a:pt x="73152" y="7112"/>
                  <a:pt x="101600" y="26416"/>
                </a:cubicBezTo>
                <a:cubicBezTo>
                  <a:pt x="116840" y="37186"/>
                  <a:pt x="124968" y="49784"/>
                  <a:pt x="128422" y="62992"/>
                </a:cubicBezTo>
                <a:lnTo>
                  <a:pt x="128422" y="122936"/>
                </a:lnTo>
                <a:lnTo>
                  <a:pt x="0" y="1229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83" name="!!path-9il"/>
          <p:cNvSpPr/>
          <p:nvPr/>
        </p:nvSpPr>
        <p:spPr>
          <a:xfrm>
            <a:off x="419608" y="269342"/>
            <a:ext cx="128422" cy="62992"/>
          </a:xfrm>
          <a:custGeom>
            <a:avLst/>
            <a:gdLst/>
            <a:ahLst/>
            <a:cxnLst/>
            <a:rect l="l" t="t" r="r" b="b"/>
            <a:pathLst>
              <a:path w="128422" h="62992" fill="none">
                <a:moveTo>
                  <a:pt x="128422" y="62992"/>
                </a:moveTo>
                <a:cubicBezTo>
                  <a:pt x="124968" y="49784"/>
                  <a:pt x="116840" y="37186"/>
                  <a:pt x="101600" y="26416"/>
                </a:cubicBezTo>
                <a:cubicBezTo>
                  <a:pt x="73152" y="7112"/>
                  <a:pt x="32512" y="0"/>
                  <a:pt x="8128" y="5080"/>
                </a:cubicBezTo>
                <a:lnTo>
                  <a:pt x="0" y="1767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84" name="!!path-9im"/>
          <p:cNvSpPr/>
          <p:nvPr/>
        </p:nvSpPr>
        <p:spPr>
          <a:xfrm>
            <a:off x="407010" y="281534"/>
            <a:ext cx="141021" cy="110744"/>
          </a:xfrm>
          <a:custGeom>
            <a:avLst/>
            <a:gdLst/>
            <a:ahLst/>
            <a:cxnLst/>
            <a:rect l="l" t="t" r="r" b="b"/>
            <a:pathLst>
              <a:path w="141021" h="110744">
                <a:moveTo>
                  <a:pt x="0" y="22352"/>
                </a:moveTo>
                <a:lnTo>
                  <a:pt x="6502" y="6502"/>
                </a:lnTo>
                <a:cubicBezTo>
                  <a:pt x="36982" y="0"/>
                  <a:pt x="79654" y="7112"/>
                  <a:pt x="110134" y="25400"/>
                </a:cubicBezTo>
                <a:cubicBezTo>
                  <a:pt x="126390" y="35154"/>
                  <a:pt x="136550" y="49784"/>
                  <a:pt x="141021" y="62992"/>
                </a:cubicBezTo>
                <a:lnTo>
                  <a:pt x="141021" y="110744"/>
                </a:lnTo>
                <a:lnTo>
                  <a:pt x="0" y="110744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85" name="!!path-9in"/>
          <p:cNvSpPr/>
          <p:nvPr/>
        </p:nvSpPr>
        <p:spPr>
          <a:xfrm>
            <a:off x="407010" y="281534"/>
            <a:ext cx="141021" cy="62992"/>
          </a:xfrm>
          <a:custGeom>
            <a:avLst/>
            <a:gdLst/>
            <a:ahLst/>
            <a:cxnLst/>
            <a:rect l="l" t="t" r="r" b="b"/>
            <a:pathLst>
              <a:path w="141021" h="62992" fill="none">
                <a:moveTo>
                  <a:pt x="141021" y="62992"/>
                </a:moveTo>
                <a:cubicBezTo>
                  <a:pt x="136550" y="49784"/>
                  <a:pt x="126390" y="35154"/>
                  <a:pt x="110134" y="25400"/>
                </a:cubicBezTo>
                <a:cubicBezTo>
                  <a:pt x="79654" y="7112"/>
                  <a:pt x="36982" y="0"/>
                  <a:pt x="6502" y="6502"/>
                </a:cubicBezTo>
                <a:lnTo>
                  <a:pt x="0" y="22352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86" name="!!path-9io"/>
          <p:cNvSpPr/>
          <p:nvPr/>
        </p:nvSpPr>
        <p:spPr>
          <a:xfrm>
            <a:off x="395834" y="294742"/>
            <a:ext cx="151790" cy="97536"/>
          </a:xfrm>
          <a:custGeom>
            <a:avLst/>
            <a:gdLst/>
            <a:ahLst/>
            <a:cxnLst/>
            <a:rect l="l" t="t" r="r" b="b"/>
            <a:pathLst>
              <a:path w="151790" h="97536">
                <a:moveTo>
                  <a:pt x="0" y="23165"/>
                </a:moveTo>
                <a:lnTo>
                  <a:pt x="3861" y="12598"/>
                </a:lnTo>
                <a:cubicBezTo>
                  <a:pt x="37998" y="0"/>
                  <a:pt x="84734" y="5080"/>
                  <a:pt x="117246" y="21946"/>
                </a:cubicBezTo>
                <a:cubicBezTo>
                  <a:pt x="135534" y="31496"/>
                  <a:pt x="146710" y="43688"/>
                  <a:pt x="151790" y="55270"/>
                </a:cubicBezTo>
                <a:lnTo>
                  <a:pt x="151790" y="97536"/>
                </a:lnTo>
                <a:lnTo>
                  <a:pt x="0" y="975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87" name="!!path-9ip"/>
          <p:cNvSpPr/>
          <p:nvPr/>
        </p:nvSpPr>
        <p:spPr>
          <a:xfrm>
            <a:off x="395834" y="294742"/>
            <a:ext cx="151790" cy="55270"/>
          </a:xfrm>
          <a:custGeom>
            <a:avLst/>
            <a:gdLst/>
            <a:ahLst/>
            <a:cxnLst/>
            <a:rect l="l" t="t" r="r" b="b"/>
            <a:pathLst>
              <a:path w="151790" h="55270" fill="none">
                <a:moveTo>
                  <a:pt x="151790" y="55270"/>
                </a:moveTo>
                <a:cubicBezTo>
                  <a:pt x="146710" y="43688"/>
                  <a:pt x="135534" y="31496"/>
                  <a:pt x="117246" y="21946"/>
                </a:cubicBezTo>
                <a:cubicBezTo>
                  <a:pt x="84734" y="5080"/>
                  <a:pt x="37998" y="0"/>
                  <a:pt x="3861" y="12598"/>
                </a:cubicBezTo>
                <a:lnTo>
                  <a:pt x="0" y="23165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88" name="!!path-9iq"/>
          <p:cNvSpPr/>
          <p:nvPr/>
        </p:nvSpPr>
        <p:spPr>
          <a:xfrm>
            <a:off x="548234" y="264262"/>
            <a:ext cx="120294" cy="128016"/>
          </a:xfrm>
          <a:custGeom>
            <a:avLst/>
            <a:gdLst/>
            <a:ahLst/>
            <a:cxnLst/>
            <a:rect l="l" t="t" r="r" b="b"/>
            <a:pathLst>
              <a:path w="120294" h="128016">
                <a:moveTo>
                  <a:pt x="120294" y="18288"/>
                </a:moveTo>
                <a:lnTo>
                  <a:pt x="113589" y="4470"/>
                </a:lnTo>
                <a:cubicBezTo>
                  <a:pt x="86766" y="0"/>
                  <a:pt x="44094" y="10160"/>
                  <a:pt x="17678" y="30480"/>
                </a:cubicBezTo>
                <a:cubicBezTo>
                  <a:pt x="6502" y="39624"/>
                  <a:pt x="1422" y="52832"/>
                  <a:pt x="0" y="67056"/>
                </a:cubicBezTo>
                <a:lnTo>
                  <a:pt x="0" y="128016"/>
                </a:lnTo>
                <a:lnTo>
                  <a:pt x="120294" y="12801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89" name="!!path-9ir"/>
          <p:cNvSpPr/>
          <p:nvPr/>
        </p:nvSpPr>
        <p:spPr>
          <a:xfrm>
            <a:off x="548234" y="264262"/>
            <a:ext cx="120294" cy="67056"/>
          </a:xfrm>
          <a:custGeom>
            <a:avLst/>
            <a:gdLst/>
            <a:ahLst/>
            <a:cxnLst/>
            <a:rect l="l" t="t" r="r" b="b"/>
            <a:pathLst>
              <a:path w="120294" h="67056" fill="none">
                <a:moveTo>
                  <a:pt x="0" y="67056"/>
                </a:moveTo>
                <a:cubicBezTo>
                  <a:pt x="1422" y="52832"/>
                  <a:pt x="6502" y="39624"/>
                  <a:pt x="17678" y="30480"/>
                </a:cubicBezTo>
                <a:cubicBezTo>
                  <a:pt x="44094" y="10160"/>
                  <a:pt x="86766" y="0"/>
                  <a:pt x="113589" y="4470"/>
                </a:cubicBezTo>
                <a:lnTo>
                  <a:pt x="120294" y="1828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90" name="!!path-9is"/>
          <p:cNvSpPr/>
          <p:nvPr/>
        </p:nvSpPr>
        <p:spPr>
          <a:xfrm>
            <a:off x="548437" y="279502"/>
            <a:ext cx="133299" cy="112776"/>
          </a:xfrm>
          <a:custGeom>
            <a:avLst/>
            <a:gdLst/>
            <a:ahLst/>
            <a:cxnLst/>
            <a:rect l="l" t="t" r="r" b="b"/>
            <a:pathLst>
              <a:path w="133299" h="112776">
                <a:moveTo>
                  <a:pt x="133299" y="19710"/>
                </a:moveTo>
                <a:lnTo>
                  <a:pt x="127203" y="3048"/>
                </a:lnTo>
                <a:cubicBezTo>
                  <a:pt x="94691" y="0"/>
                  <a:pt x="54051" y="11176"/>
                  <a:pt x="27635" y="30683"/>
                </a:cubicBezTo>
                <a:cubicBezTo>
                  <a:pt x="13411" y="41250"/>
                  <a:pt x="4267" y="53848"/>
                  <a:pt x="0" y="65024"/>
                </a:cubicBezTo>
                <a:lnTo>
                  <a:pt x="0" y="112776"/>
                </a:lnTo>
                <a:lnTo>
                  <a:pt x="133299" y="11277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91" name="!!path-9it"/>
          <p:cNvSpPr/>
          <p:nvPr/>
        </p:nvSpPr>
        <p:spPr>
          <a:xfrm>
            <a:off x="548437" y="279502"/>
            <a:ext cx="133299" cy="65024"/>
          </a:xfrm>
          <a:custGeom>
            <a:avLst/>
            <a:gdLst/>
            <a:ahLst/>
            <a:cxnLst/>
            <a:rect l="l" t="t" r="r" b="b"/>
            <a:pathLst>
              <a:path w="133299" h="65024" fill="none">
                <a:moveTo>
                  <a:pt x="0" y="65024"/>
                </a:moveTo>
                <a:cubicBezTo>
                  <a:pt x="4267" y="53848"/>
                  <a:pt x="13411" y="41250"/>
                  <a:pt x="27635" y="30683"/>
                </a:cubicBezTo>
                <a:cubicBezTo>
                  <a:pt x="54051" y="11176"/>
                  <a:pt x="94691" y="0"/>
                  <a:pt x="127203" y="3048"/>
                </a:cubicBezTo>
                <a:lnTo>
                  <a:pt x="133299" y="19710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92" name="!!path-9iu"/>
          <p:cNvSpPr/>
          <p:nvPr/>
        </p:nvSpPr>
        <p:spPr>
          <a:xfrm>
            <a:off x="548843" y="293726"/>
            <a:ext cx="142646" cy="98552"/>
          </a:xfrm>
          <a:custGeom>
            <a:avLst/>
            <a:gdLst/>
            <a:ahLst/>
            <a:cxnLst/>
            <a:rect l="l" t="t" r="r" b="b"/>
            <a:pathLst>
              <a:path w="142646" h="98552">
                <a:moveTo>
                  <a:pt x="142646" y="18898"/>
                </a:moveTo>
                <a:lnTo>
                  <a:pt x="139802" y="8738"/>
                </a:lnTo>
                <a:cubicBezTo>
                  <a:pt x="106477" y="0"/>
                  <a:pt x="63805" y="5080"/>
                  <a:pt x="35357" y="19304"/>
                </a:cubicBezTo>
                <a:cubicBezTo>
                  <a:pt x="17069" y="28448"/>
                  <a:pt x="5893" y="42672"/>
                  <a:pt x="0" y="56286"/>
                </a:cubicBezTo>
                <a:lnTo>
                  <a:pt x="0" y="98552"/>
                </a:lnTo>
                <a:lnTo>
                  <a:pt x="142646" y="98552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93" name="!!path-9iv"/>
          <p:cNvSpPr/>
          <p:nvPr/>
        </p:nvSpPr>
        <p:spPr>
          <a:xfrm>
            <a:off x="548843" y="293726"/>
            <a:ext cx="142646" cy="56286"/>
          </a:xfrm>
          <a:custGeom>
            <a:avLst/>
            <a:gdLst/>
            <a:ahLst/>
            <a:cxnLst/>
            <a:rect l="l" t="t" r="r" b="b"/>
            <a:pathLst>
              <a:path w="142646" h="56286" fill="none">
                <a:moveTo>
                  <a:pt x="0" y="56286"/>
                </a:moveTo>
                <a:cubicBezTo>
                  <a:pt x="5893" y="42672"/>
                  <a:pt x="17069" y="28448"/>
                  <a:pt x="35357" y="19304"/>
                </a:cubicBezTo>
                <a:cubicBezTo>
                  <a:pt x="63805" y="5080"/>
                  <a:pt x="106477" y="0"/>
                  <a:pt x="139802" y="8738"/>
                </a:cubicBezTo>
                <a:lnTo>
                  <a:pt x="142646" y="1889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94" name="!!path-9iw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627D8D"/>
              </a:gs>
              <a:gs pos="21794">
                <a:srgbClr val="627D8D"/>
              </a:gs>
              <a:gs pos="55376">
                <a:srgbClr val="627D8D"/>
              </a:gs>
              <a:gs pos="96421">
                <a:srgbClr val="98ABB7"/>
              </a:gs>
              <a:gs pos="100000">
                <a:srgbClr val="98ABB7"/>
              </a:gs>
            </a:gsLst>
            <a:lin ang="1983350" scaled="0"/>
          </a:gradFill>
          <a:ln>
            <a:noFill/>
          </a:ln>
        </p:spPr>
      </p:sp>
      <p:sp>
        <p:nvSpPr>
          <p:cNvPr id="95" name="!!path-9ix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0000"/>
                </a:srgbClr>
              </a:gs>
              <a:gs pos="4764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83333" t="79291" r="16667" b="20709"/>
            </a:path>
          </a:gradFill>
          <a:ln>
            <a:noFill/>
          </a:ln>
        </p:spPr>
      </p:sp>
      <p:sp>
        <p:nvSpPr>
          <p:cNvPr id="96" name="!!line-9iy"/>
          <p:cNvSpPr/>
          <p:nvPr/>
        </p:nvSpPr>
        <p:spPr>
          <a:xfrm>
            <a:off x="549046" y="363017"/>
            <a:ext cx="1" cy="153619"/>
          </a:xfrm>
          <a:custGeom>
            <a:avLst/>
            <a:gdLst/>
            <a:ahLst/>
            <a:cxnLst/>
            <a:rect l="l" t="t" r="r" b="b"/>
            <a:pathLst>
              <a:path w="1" h="153619">
                <a:moveTo>
                  <a:pt x="0" y="0"/>
                </a:moveTo>
                <a:lnTo>
                  <a:pt x="0" y="153619"/>
                </a:lnTo>
              </a:path>
            </a:pathLst>
          </a:custGeom>
          <a:solidFill>
            <a:srgbClr val="000000"/>
          </a:solidFill>
          <a:ln w="6909" cap="rnd">
            <a:solidFill>
              <a:srgbClr val="C9D3D9"/>
            </a:solidFill>
            <a:prstDash val="solid"/>
            <a:miter lim="800000"/>
          </a:ln>
        </p:spPr>
      </p:sp>
      <p:sp>
        <p:nvSpPr>
          <p:cNvPr id="97" name="!!path-9iz"/>
          <p:cNvSpPr/>
          <p:nvPr/>
        </p:nvSpPr>
        <p:spPr>
          <a:xfrm>
            <a:off x="657962" y="442062"/>
            <a:ext cx="25400" cy="37998"/>
          </a:xfrm>
          <a:custGeom>
            <a:avLst/>
            <a:gdLst/>
            <a:ahLst/>
            <a:cxnLst/>
            <a:rect l="l" t="t" r="r" b="b"/>
            <a:pathLst>
              <a:path w="25400" h="37998">
                <a:moveTo>
                  <a:pt x="0" y="2642"/>
                </a:moveTo>
                <a:lnTo>
                  <a:pt x="15240" y="0"/>
                </a:lnTo>
                <a:lnTo>
                  <a:pt x="25400" y="37186"/>
                </a:lnTo>
                <a:lnTo>
                  <a:pt x="7518" y="37998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 w="1016" cap="flat">
            <a:solidFill>
              <a:srgbClr val="FFFFFF">
                <a:alpha val="55000"/>
              </a:srgbClr>
            </a:solidFill>
            <a:prstDash val="solid"/>
            <a:round/>
          </a:ln>
        </p:spPr>
      </p:sp>
      <p:sp>
        <p:nvSpPr>
          <p:cNvPr id="98" name="!!text-9j0" descr="救「舊」我的書"/>
          <p:cNvSpPr txBox="1"/>
          <p:nvPr/>
        </p:nvSpPr>
        <p:spPr>
          <a:xfrm>
            <a:off x="805879" y="251460"/>
            <a:ext cx="1120140" cy="25745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400" b="1" kern="0" spc="-70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救</a:t>
            </a:r>
            <a:r>
              <a:rPr lang="zh-TW" altLang="en-US" sz="14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「舊</a:t>
            </a:r>
            <a:r>
              <a:rPr lang="zh-TW" altLang="en-US" sz="1400" b="1" kern="0" spc="-70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」</a:t>
            </a:r>
            <a:r>
              <a:rPr lang="zh-TW" altLang="en-US" sz="14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我的書</a:t>
            </a:r>
            <a:endParaRPr lang="zh-TW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fast" p14:dur="1200" advTm="0">
        <p159:morph option="byObject"/>
      </p:transition>
    </mc:Choice>
    <mc:Fallback>
      <p:transition spd="fast" advTm="0">
        <p:fade/>
      </p:transition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145.5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rect-1q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7"/>
          </a:solidFill>
          <a:ln>
            <a:noFill/>
          </a:ln>
        </p:spPr>
      </p:sp>
      <p:sp>
        <p:nvSpPr>
          <p:cNvPr id="3" name="!!ellipse-1q2"/>
          <p:cNvSpPr/>
          <p:nvPr/>
        </p:nvSpPr>
        <p:spPr>
          <a:xfrm>
            <a:off x="-889000" y="-952500"/>
            <a:ext cx="13970000" cy="7874000"/>
          </a:xfrm>
          <a:prstGeom prst="ellipse">
            <a:avLst/>
          </a:prstGeom>
          <a:gradFill rotWithShape="1">
            <a:gsLst>
              <a:gs pos="0">
                <a:srgbClr val="FFFFFF">
                  <a:alpha val="95000"/>
                </a:srgbClr>
              </a:gs>
              <a:gs pos="40865">
                <a:srgbClr val="FFFFFF">
                  <a:alpha val="35000"/>
                </a:srgbClr>
              </a:gs>
              <a:gs pos="68108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!!rect-1q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P1"/>
            <a:srcRect/>
            <a:tile tx="74296" ty="192621" sx="16667" sy="16667" flip="none" algn="tl"/>
          </a:blipFill>
          <a:ln>
            <a:noFill/>
          </a:ln>
        </p:spPr>
      </p:sp>
      <p:sp>
        <p:nvSpPr>
          <p:cNvPr id="5" name="!!circle-1ql"/>
          <p:cNvSpPr/>
          <p:nvPr/>
        </p:nvSpPr>
        <p:spPr>
          <a:xfrm>
            <a:off x="2695089" y="-1865560"/>
            <a:ext cx="1943316" cy="1943316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" name="!!circle-1qu"/>
          <p:cNvSpPr/>
          <p:nvPr/>
        </p:nvSpPr>
        <p:spPr>
          <a:xfrm>
            <a:off x="1893276" y="-135776"/>
            <a:ext cx="2335771" cy="2335771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7" name="!!circle-1qz"/>
          <p:cNvSpPr/>
          <p:nvPr/>
        </p:nvSpPr>
        <p:spPr>
          <a:xfrm>
            <a:off x="9358712" y="5809329"/>
            <a:ext cx="1671714" cy="1671714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8" name="!!circle-1ri"/>
          <p:cNvSpPr/>
          <p:nvPr/>
        </p:nvSpPr>
        <p:spPr>
          <a:xfrm>
            <a:off x="8932587" y="3916915"/>
            <a:ext cx="2223008" cy="2223008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9" name="!!rect-1sh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5F7">
                  <a:alpha val="0"/>
                </a:srgbClr>
              </a:gs>
              <a:gs pos="20428">
                <a:srgbClr val="F3F5F7">
                  <a:alpha val="0"/>
                </a:srgbClr>
              </a:gs>
              <a:gs pos="66730">
                <a:srgbClr val="F3F5F7"/>
              </a:gs>
              <a:gs pos="100000">
                <a:srgbClr val="F3F5F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0" name="!!circle-1sm"/>
          <p:cNvSpPr/>
          <p:nvPr/>
        </p:nvSpPr>
        <p:spPr>
          <a:xfrm>
            <a:off x="5545029" y="1210701"/>
            <a:ext cx="36055" cy="36055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11" name="!!circle-1sp"/>
          <p:cNvSpPr/>
          <p:nvPr/>
        </p:nvSpPr>
        <p:spPr>
          <a:xfrm>
            <a:off x="9315880" y="3101406"/>
            <a:ext cx="24295" cy="24295"/>
          </a:xfrm>
          <a:prstGeom prst="ellipse">
            <a:avLst/>
          </a:prstGeom>
          <a:solidFill>
            <a:srgbClr val="627D8D">
              <a:alpha val="18100"/>
            </a:srgbClr>
          </a:solidFill>
          <a:ln>
            <a:noFill/>
          </a:ln>
        </p:spPr>
      </p:sp>
      <p:sp>
        <p:nvSpPr>
          <p:cNvPr id="12" name="!!circle-1ss"/>
          <p:cNvSpPr/>
          <p:nvPr/>
        </p:nvSpPr>
        <p:spPr>
          <a:xfrm>
            <a:off x="3474290" y="6324342"/>
            <a:ext cx="25959" cy="25959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13" name="!!circle-1sv"/>
          <p:cNvSpPr/>
          <p:nvPr/>
        </p:nvSpPr>
        <p:spPr>
          <a:xfrm>
            <a:off x="2013014" y="1689926"/>
            <a:ext cx="35878" cy="35878"/>
          </a:xfrm>
          <a:prstGeom prst="ellipse">
            <a:avLst/>
          </a:prstGeom>
          <a:solidFill>
            <a:srgbClr val="627D8D">
              <a:alpha val="26800"/>
            </a:srgbClr>
          </a:solidFill>
          <a:ln>
            <a:noFill/>
          </a:ln>
        </p:spPr>
      </p:sp>
      <p:sp>
        <p:nvSpPr>
          <p:cNvPr id="14" name="!!circle-1sy"/>
          <p:cNvSpPr/>
          <p:nvPr/>
        </p:nvSpPr>
        <p:spPr>
          <a:xfrm>
            <a:off x="6879170" y="3567932"/>
            <a:ext cx="40234" cy="40234"/>
          </a:xfrm>
          <a:prstGeom prst="ellipse">
            <a:avLst/>
          </a:prstGeom>
          <a:solidFill>
            <a:srgbClr val="627D8D">
              <a:alpha val="31300"/>
            </a:srgbClr>
          </a:solidFill>
          <a:ln>
            <a:noFill/>
          </a:ln>
        </p:spPr>
      </p:sp>
      <p:sp>
        <p:nvSpPr>
          <p:cNvPr id="15" name="!!circle-1t4"/>
          <p:cNvSpPr/>
          <p:nvPr/>
        </p:nvSpPr>
        <p:spPr>
          <a:xfrm>
            <a:off x="1216472" y="4686775"/>
            <a:ext cx="29959" cy="29959"/>
          </a:xfrm>
          <a:prstGeom prst="ellipse">
            <a:avLst/>
          </a:prstGeom>
          <a:solidFill>
            <a:srgbClr val="627D8D">
              <a:alpha val="19400"/>
            </a:srgbClr>
          </a:solidFill>
          <a:ln>
            <a:noFill/>
          </a:ln>
        </p:spPr>
      </p:sp>
      <p:sp>
        <p:nvSpPr>
          <p:cNvPr id="16" name="!!circle-1t7"/>
          <p:cNvSpPr/>
          <p:nvPr/>
        </p:nvSpPr>
        <p:spPr>
          <a:xfrm>
            <a:off x="8430818" y="4373210"/>
            <a:ext cx="28702" cy="28702"/>
          </a:xfrm>
          <a:prstGeom prst="ellipse">
            <a:avLst/>
          </a:prstGeom>
          <a:solidFill>
            <a:srgbClr val="627D8D">
              <a:alpha val="17800"/>
            </a:srgbClr>
          </a:solidFill>
          <a:ln>
            <a:noFill/>
          </a:ln>
        </p:spPr>
      </p:sp>
      <p:sp>
        <p:nvSpPr>
          <p:cNvPr id="17" name="!!circle-1ta"/>
          <p:cNvSpPr/>
          <p:nvPr/>
        </p:nvSpPr>
        <p:spPr>
          <a:xfrm>
            <a:off x="10958851" y="1726838"/>
            <a:ext cx="24066" cy="24066"/>
          </a:xfrm>
          <a:prstGeom prst="ellipse">
            <a:avLst/>
          </a:prstGeom>
          <a:solidFill>
            <a:srgbClr val="627D8D">
              <a:alpha val="23900"/>
            </a:srgbClr>
          </a:solidFill>
          <a:ln>
            <a:noFill/>
          </a:ln>
        </p:spPr>
      </p:sp>
      <p:sp>
        <p:nvSpPr>
          <p:cNvPr id="18" name="!!circle-1td"/>
          <p:cNvSpPr/>
          <p:nvPr/>
        </p:nvSpPr>
        <p:spPr>
          <a:xfrm>
            <a:off x="8472467" y="5604032"/>
            <a:ext cx="35865" cy="35865"/>
          </a:xfrm>
          <a:prstGeom prst="ellipse">
            <a:avLst/>
          </a:prstGeom>
          <a:solidFill>
            <a:srgbClr val="627D8D">
              <a:alpha val="28200"/>
            </a:srgbClr>
          </a:solidFill>
          <a:ln>
            <a:noFill/>
          </a:ln>
        </p:spPr>
      </p:sp>
      <p:sp>
        <p:nvSpPr>
          <p:cNvPr id="19" name="!!circle-1tg"/>
          <p:cNvSpPr/>
          <p:nvPr/>
        </p:nvSpPr>
        <p:spPr>
          <a:xfrm>
            <a:off x="1526460" y="2702673"/>
            <a:ext cx="39218" cy="39218"/>
          </a:xfrm>
          <a:prstGeom prst="ellipse">
            <a:avLst/>
          </a:prstGeom>
          <a:solidFill>
            <a:srgbClr val="627D8D">
              <a:alpha val="29600"/>
            </a:srgbClr>
          </a:solidFill>
          <a:ln>
            <a:noFill/>
          </a:ln>
        </p:spPr>
      </p:sp>
      <p:sp>
        <p:nvSpPr>
          <p:cNvPr id="20" name="!!circle-1tj"/>
          <p:cNvSpPr/>
          <p:nvPr/>
        </p:nvSpPr>
        <p:spPr>
          <a:xfrm>
            <a:off x="7045833" y="5773465"/>
            <a:ext cx="49733" cy="49733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1" name="!!circle-1tm"/>
          <p:cNvSpPr/>
          <p:nvPr/>
        </p:nvSpPr>
        <p:spPr>
          <a:xfrm>
            <a:off x="6439206" y="1461549"/>
            <a:ext cx="41694" cy="41694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2" name="!!circle-1tp"/>
          <p:cNvSpPr/>
          <p:nvPr/>
        </p:nvSpPr>
        <p:spPr>
          <a:xfrm>
            <a:off x="6799919" y="4873711"/>
            <a:ext cx="31979" cy="31979"/>
          </a:xfrm>
          <a:prstGeom prst="ellipse">
            <a:avLst/>
          </a:prstGeom>
          <a:solidFill>
            <a:srgbClr val="627D8D">
              <a:alpha val="24100"/>
            </a:srgbClr>
          </a:solidFill>
          <a:ln>
            <a:noFill/>
          </a:ln>
        </p:spPr>
      </p:sp>
      <p:sp>
        <p:nvSpPr>
          <p:cNvPr id="23" name="!!circle-1ts"/>
          <p:cNvSpPr/>
          <p:nvPr/>
        </p:nvSpPr>
        <p:spPr>
          <a:xfrm>
            <a:off x="3917030" y="715257"/>
            <a:ext cx="18085" cy="18085"/>
          </a:xfrm>
          <a:prstGeom prst="ellipse">
            <a:avLst/>
          </a:prstGeom>
          <a:solidFill>
            <a:srgbClr val="627D8D">
              <a:alpha val="10500"/>
            </a:srgbClr>
          </a:solidFill>
          <a:ln>
            <a:noFill/>
          </a:ln>
        </p:spPr>
      </p:sp>
      <p:sp>
        <p:nvSpPr>
          <p:cNvPr id="24" name="!!circle-1ty"/>
          <p:cNvSpPr/>
          <p:nvPr/>
        </p:nvSpPr>
        <p:spPr>
          <a:xfrm>
            <a:off x="3486071" y="6069186"/>
            <a:ext cx="39243" cy="39243"/>
          </a:xfrm>
          <a:prstGeom prst="ellipse">
            <a:avLst/>
          </a:prstGeom>
          <a:solidFill>
            <a:srgbClr val="627D8D">
              <a:alpha val="27700"/>
            </a:srgbClr>
          </a:solidFill>
          <a:ln>
            <a:noFill/>
          </a:ln>
        </p:spPr>
      </p:sp>
      <p:sp>
        <p:nvSpPr>
          <p:cNvPr id="25" name="!!circle-1u1"/>
          <p:cNvSpPr/>
          <p:nvPr/>
        </p:nvSpPr>
        <p:spPr>
          <a:xfrm>
            <a:off x="1641616" y="6452605"/>
            <a:ext cx="34519" cy="34519"/>
          </a:xfrm>
          <a:prstGeom prst="ellipse">
            <a:avLst/>
          </a:prstGeom>
          <a:solidFill>
            <a:srgbClr val="627D8D">
              <a:alpha val="22500"/>
            </a:srgbClr>
          </a:solidFill>
          <a:ln>
            <a:noFill/>
          </a:ln>
        </p:spPr>
      </p:sp>
      <p:sp>
        <p:nvSpPr>
          <p:cNvPr id="26" name="!!circle-1u4"/>
          <p:cNvSpPr/>
          <p:nvPr/>
        </p:nvSpPr>
        <p:spPr>
          <a:xfrm>
            <a:off x="2718144" y="4857088"/>
            <a:ext cx="46228" cy="46228"/>
          </a:xfrm>
          <a:prstGeom prst="ellipse">
            <a:avLst/>
          </a:prstGeom>
          <a:solidFill>
            <a:srgbClr val="627D8D">
              <a:alpha val="26200"/>
            </a:srgbClr>
          </a:solidFill>
          <a:ln>
            <a:noFill/>
          </a:ln>
        </p:spPr>
      </p:sp>
      <p:sp>
        <p:nvSpPr>
          <p:cNvPr id="27" name="!!circle-1u7"/>
          <p:cNvSpPr/>
          <p:nvPr/>
        </p:nvSpPr>
        <p:spPr>
          <a:xfrm>
            <a:off x="7433647" y="4629037"/>
            <a:ext cx="49327" cy="49327"/>
          </a:xfrm>
          <a:prstGeom prst="ellipse">
            <a:avLst/>
          </a:prstGeom>
          <a:solidFill>
            <a:srgbClr val="627D8D">
              <a:alpha val="20800"/>
            </a:srgbClr>
          </a:solidFill>
          <a:ln>
            <a:noFill/>
          </a:ln>
        </p:spPr>
      </p:sp>
      <p:sp>
        <p:nvSpPr>
          <p:cNvPr id="28" name="!!circle-1ua"/>
          <p:cNvSpPr/>
          <p:nvPr/>
        </p:nvSpPr>
        <p:spPr>
          <a:xfrm>
            <a:off x="9697965" y="5272483"/>
            <a:ext cx="24054" cy="24054"/>
          </a:xfrm>
          <a:prstGeom prst="ellipse">
            <a:avLst/>
          </a:prstGeom>
          <a:solidFill>
            <a:srgbClr val="627D8D">
              <a:alpha val="22200"/>
            </a:srgbClr>
          </a:solidFill>
          <a:ln>
            <a:noFill/>
          </a:ln>
        </p:spPr>
      </p:sp>
      <p:sp>
        <p:nvSpPr>
          <p:cNvPr id="29" name="!!circle-1ud"/>
          <p:cNvSpPr/>
          <p:nvPr/>
        </p:nvSpPr>
        <p:spPr>
          <a:xfrm>
            <a:off x="2005852" y="1347330"/>
            <a:ext cx="32271" cy="32271"/>
          </a:xfrm>
          <a:prstGeom prst="ellipse">
            <a:avLst/>
          </a:prstGeom>
          <a:solidFill>
            <a:srgbClr val="627D8D">
              <a:alpha val="20500"/>
            </a:srgbClr>
          </a:solidFill>
          <a:ln>
            <a:noFill/>
          </a:ln>
        </p:spPr>
      </p:sp>
      <p:sp>
        <p:nvSpPr>
          <p:cNvPr id="30" name="!!circle-1uj"/>
          <p:cNvSpPr/>
          <p:nvPr/>
        </p:nvSpPr>
        <p:spPr>
          <a:xfrm>
            <a:off x="2060491" y="2266101"/>
            <a:ext cx="34252" cy="34252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31" name="!!circle-1um"/>
          <p:cNvSpPr/>
          <p:nvPr/>
        </p:nvSpPr>
        <p:spPr>
          <a:xfrm>
            <a:off x="9597232" y="4054458"/>
            <a:ext cx="44196" cy="44196"/>
          </a:xfrm>
          <a:prstGeom prst="ellipse">
            <a:avLst/>
          </a:prstGeom>
          <a:solidFill>
            <a:srgbClr val="627D8D">
              <a:alpha val="21700"/>
            </a:srgbClr>
          </a:solidFill>
          <a:ln>
            <a:noFill/>
          </a:ln>
        </p:spPr>
      </p:sp>
      <p:sp>
        <p:nvSpPr>
          <p:cNvPr id="32" name="!!circle-1up"/>
          <p:cNvSpPr/>
          <p:nvPr/>
        </p:nvSpPr>
        <p:spPr>
          <a:xfrm>
            <a:off x="6754736" y="1698019"/>
            <a:ext cx="35192" cy="35192"/>
          </a:xfrm>
          <a:prstGeom prst="ellipse">
            <a:avLst/>
          </a:prstGeom>
          <a:solidFill>
            <a:srgbClr val="627D8D">
              <a:alpha val="27100"/>
            </a:srgbClr>
          </a:solidFill>
          <a:ln>
            <a:noFill/>
          </a:ln>
        </p:spPr>
      </p:sp>
      <p:sp>
        <p:nvSpPr>
          <p:cNvPr id="33" name="!!circle-1us"/>
          <p:cNvSpPr/>
          <p:nvPr/>
        </p:nvSpPr>
        <p:spPr>
          <a:xfrm>
            <a:off x="10207325" y="5165930"/>
            <a:ext cx="43358" cy="43358"/>
          </a:xfrm>
          <a:prstGeom prst="ellipse">
            <a:avLst/>
          </a:prstGeom>
          <a:solidFill>
            <a:srgbClr val="627D8D">
              <a:alpha val="19500"/>
            </a:srgbClr>
          </a:solidFill>
          <a:ln>
            <a:noFill/>
          </a:ln>
        </p:spPr>
      </p:sp>
      <p:sp>
        <p:nvSpPr>
          <p:cNvPr id="34" name="!!circle-1uv"/>
          <p:cNvSpPr/>
          <p:nvPr/>
        </p:nvSpPr>
        <p:spPr>
          <a:xfrm>
            <a:off x="3214731" y="1942042"/>
            <a:ext cx="33528" cy="33528"/>
          </a:xfrm>
          <a:prstGeom prst="ellipse">
            <a:avLst/>
          </a:prstGeom>
          <a:solidFill>
            <a:srgbClr val="627D8D">
              <a:alpha val="28300"/>
            </a:srgbClr>
          </a:solidFill>
          <a:ln>
            <a:noFill/>
          </a:ln>
        </p:spPr>
      </p:sp>
      <p:sp>
        <p:nvSpPr>
          <p:cNvPr id="35" name="!!circle-1uy"/>
          <p:cNvSpPr/>
          <p:nvPr/>
        </p:nvSpPr>
        <p:spPr>
          <a:xfrm>
            <a:off x="6842140" y="2536110"/>
            <a:ext cx="28956" cy="28956"/>
          </a:xfrm>
          <a:prstGeom prst="ellipse">
            <a:avLst/>
          </a:prstGeom>
          <a:solidFill>
            <a:srgbClr val="627D8D">
              <a:alpha val="21800"/>
            </a:srgbClr>
          </a:solidFill>
          <a:ln>
            <a:noFill/>
          </a:ln>
        </p:spPr>
      </p:sp>
      <p:sp>
        <p:nvSpPr>
          <p:cNvPr id="36" name="!!circle-1v1"/>
          <p:cNvSpPr/>
          <p:nvPr/>
        </p:nvSpPr>
        <p:spPr>
          <a:xfrm>
            <a:off x="7023866" y="6196642"/>
            <a:ext cx="45555" cy="45555"/>
          </a:xfrm>
          <a:prstGeom prst="ellipse">
            <a:avLst/>
          </a:prstGeom>
          <a:solidFill>
            <a:srgbClr val="627D8D">
              <a:alpha val="20900"/>
            </a:srgbClr>
          </a:solidFill>
          <a:ln>
            <a:noFill/>
          </a:ln>
        </p:spPr>
      </p:sp>
      <p:sp>
        <p:nvSpPr>
          <p:cNvPr id="37" name="!!circle-1v4"/>
          <p:cNvSpPr/>
          <p:nvPr/>
        </p:nvSpPr>
        <p:spPr>
          <a:xfrm>
            <a:off x="11293325" y="3033016"/>
            <a:ext cx="39484" cy="39484"/>
          </a:xfrm>
          <a:prstGeom prst="ellipse">
            <a:avLst/>
          </a:prstGeom>
          <a:solidFill>
            <a:srgbClr val="627D8D">
              <a:alpha val="13600"/>
            </a:srgbClr>
          </a:solidFill>
          <a:ln>
            <a:noFill/>
          </a:ln>
        </p:spPr>
      </p:sp>
      <p:sp>
        <p:nvSpPr>
          <p:cNvPr id="38" name="!!circle-1v7"/>
          <p:cNvSpPr/>
          <p:nvPr/>
        </p:nvSpPr>
        <p:spPr>
          <a:xfrm>
            <a:off x="7483046" y="5556657"/>
            <a:ext cx="30455" cy="30455"/>
          </a:xfrm>
          <a:prstGeom prst="ellipse">
            <a:avLst/>
          </a:prstGeom>
          <a:solidFill>
            <a:srgbClr val="627D8D">
              <a:alpha val="16500"/>
            </a:srgbClr>
          </a:solidFill>
          <a:ln>
            <a:noFill/>
          </a:ln>
        </p:spPr>
      </p:sp>
      <p:sp>
        <p:nvSpPr>
          <p:cNvPr id="39" name="!!circle-1va"/>
          <p:cNvSpPr/>
          <p:nvPr/>
        </p:nvSpPr>
        <p:spPr>
          <a:xfrm>
            <a:off x="8989635" y="6318835"/>
            <a:ext cx="28257" cy="28257"/>
          </a:xfrm>
          <a:prstGeom prst="ellipse">
            <a:avLst/>
          </a:prstGeom>
          <a:solidFill>
            <a:srgbClr val="627D8D">
              <a:alpha val="15700"/>
            </a:srgbClr>
          </a:solidFill>
          <a:ln>
            <a:noFill/>
          </a:ln>
        </p:spPr>
      </p:sp>
      <p:sp>
        <p:nvSpPr>
          <p:cNvPr id="40" name="!!circle-1vd"/>
          <p:cNvSpPr/>
          <p:nvPr/>
        </p:nvSpPr>
        <p:spPr>
          <a:xfrm>
            <a:off x="11438210" y="4960771"/>
            <a:ext cx="45149" cy="45149"/>
          </a:xfrm>
          <a:prstGeom prst="ellipse">
            <a:avLst/>
          </a:prstGeom>
          <a:solidFill>
            <a:srgbClr val="627D8D">
              <a:alpha val="31200"/>
            </a:srgbClr>
          </a:solidFill>
          <a:ln>
            <a:noFill/>
          </a:ln>
        </p:spPr>
      </p:sp>
      <p:sp>
        <p:nvSpPr>
          <p:cNvPr id="41" name="!!circle-1vg"/>
          <p:cNvSpPr/>
          <p:nvPr/>
        </p:nvSpPr>
        <p:spPr>
          <a:xfrm>
            <a:off x="3473623" y="2906499"/>
            <a:ext cx="30696" cy="30696"/>
          </a:xfrm>
          <a:prstGeom prst="ellipse">
            <a:avLst/>
          </a:prstGeom>
          <a:solidFill>
            <a:srgbClr val="627D8D">
              <a:alpha val="25700"/>
            </a:srgbClr>
          </a:solidFill>
          <a:ln>
            <a:noFill/>
          </a:ln>
        </p:spPr>
      </p:sp>
      <p:sp>
        <p:nvSpPr>
          <p:cNvPr id="42" name="!!circle-1vj"/>
          <p:cNvSpPr/>
          <p:nvPr/>
        </p:nvSpPr>
        <p:spPr>
          <a:xfrm>
            <a:off x="8820755" y="3422217"/>
            <a:ext cx="37401" cy="37401"/>
          </a:xfrm>
          <a:prstGeom prst="ellipse">
            <a:avLst/>
          </a:prstGeom>
          <a:solidFill>
            <a:srgbClr val="627D8D">
              <a:alpha val="16000"/>
            </a:srgbClr>
          </a:solidFill>
          <a:ln>
            <a:noFill/>
          </a:ln>
        </p:spPr>
      </p:sp>
      <p:sp>
        <p:nvSpPr>
          <p:cNvPr id="43" name="!!circle-1vm"/>
          <p:cNvSpPr/>
          <p:nvPr/>
        </p:nvSpPr>
        <p:spPr>
          <a:xfrm>
            <a:off x="1824915" y="4315082"/>
            <a:ext cx="33096" cy="33096"/>
          </a:xfrm>
          <a:prstGeom prst="ellipse">
            <a:avLst/>
          </a:prstGeom>
          <a:solidFill>
            <a:srgbClr val="627D8D">
              <a:alpha val="22300"/>
            </a:srgbClr>
          </a:solidFill>
          <a:ln>
            <a:noFill/>
          </a:ln>
        </p:spPr>
      </p:sp>
      <p:sp>
        <p:nvSpPr>
          <p:cNvPr id="44" name="!!circle-1vp"/>
          <p:cNvSpPr/>
          <p:nvPr/>
        </p:nvSpPr>
        <p:spPr>
          <a:xfrm>
            <a:off x="11571011" y="436522"/>
            <a:ext cx="21145" cy="21145"/>
          </a:xfrm>
          <a:prstGeom prst="ellipse">
            <a:avLst/>
          </a:prstGeom>
          <a:solidFill>
            <a:srgbClr val="627D8D">
              <a:alpha val="16300"/>
            </a:srgbClr>
          </a:solidFill>
          <a:ln>
            <a:noFill/>
          </a:ln>
        </p:spPr>
      </p:sp>
      <p:sp>
        <p:nvSpPr>
          <p:cNvPr id="45" name="!!circle-1vs"/>
          <p:cNvSpPr/>
          <p:nvPr/>
        </p:nvSpPr>
        <p:spPr>
          <a:xfrm>
            <a:off x="11075353" y="5430061"/>
            <a:ext cx="35281" cy="35281"/>
          </a:xfrm>
          <a:prstGeom prst="ellipse">
            <a:avLst/>
          </a:prstGeom>
          <a:solidFill>
            <a:srgbClr val="627D8D">
              <a:alpha val="30000"/>
            </a:srgbClr>
          </a:solidFill>
          <a:ln>
            <a:noFill/>
          </a:ln>
        </p:spPr>
      </p:sp>
      <p:sp>
        <p:nvSpPr>
          <p:cNvPr id="46" name="!!text-5jx" descr="系統架構"/>
          <p:cNvSpPr txBox="1"/>
          <p:nvPr/>
        </p:nvSpPr>
        <p:spPr>
          <a:xfrm>
            <a:off x="673507" y="612020"/>
            <a:ext cx="715155" cy="2222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08" b="1" kern="0" spc="145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系統架</a:t>
            </a:r>
            <a:r>
              <a:rPr lang="zh-TW" altLang="en-US" sz="1208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構</a:t>
            </a:r>
            <a:endParaRPr lang="zh-TW" sz="1208"/>
          </a:p>
        </p:txBody>
      </p:sp>
      <p:sp>
        <p:nvSpPr>
          <p:cNvPr id="47" name="!!text-5k7" descr="從手機到書櫃，一套系統串起"/>
          <p:cNvSpPr txBox="1"/>
          <p:nvPr/>
        </p:nvSpPr>
        <p:spPr>
          <a:xfrm>
            <a:off x="673507" y="882633"/>
            <a:ext cx="5902333" cy="6666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3625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從手機到書</a:t>
            </a:r>
            <a:r>
              <a:rPr lang="zh-TW" altLang="en-US" sz="3625" kern="0" spc="-1088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櫃</a:t>
            </a:r>
            <a:r>
              <a:rPr lang="zh-TW" altLang="en-US" sz="3625" kern="0" spc="-653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，</a:t>
            </a:r>
            <a:r>
              <a:rPr lang="zh-TW" altLang="en-US" sz="3625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一套系統串起</a:t>
            </a:r>
            <a:endParaRPr lang="zh-TW" sz="3625"/>
          </a:p>
        </p:txBody>
      </p:sp>
      <p:sp>
        <p:nvSpPr>
          <p:cNvPr id="48" name="!!text-5kp" descr="App 與書櫃經 Cloudflare、NGINX 連到 Node.js 服務，資料存於 MariaDB。"/>
          <p:cNvSpPr txBox="1"/>
          <p:nvPr/>
        </p:nvSpPr>
        <p:spPr>
          <a:xfrm>
            <a:off x="673507" y="1603416"/>
            <a:ext cx="6575669" cy="2777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511" kern="0" dirty="0">
                <a:solidFill>
                  <a:srgbClr val="3F4A54"/>
                </a:solidFill>
                <a:latin typeface="Noto Sans TC Medium"/>
                <a:ea typeface="Noto Sans TC Medium"/>
                <a:cs typeface="Noto Sans TC Medium"/>
              </a:rPr>
              <a:t>App 與書櫃經 Cloudfla</a:t>
            </a:r>
            <a:r>
              <a:rPr lang="zh-TW" altLang="en-US" sz="1511" kern="0" spc="-23" dirty="0">
                <a:solidFill>
                  <a:srgbClr val="3F4A54"/>
                </a:solidFill>
                <a:latin typeface="Noto Sans TC Medium"/>
                <a:ea typeface="Noto Sans TC Medium"/>
                <a:cs typeface="Noto Sans TC Medium"/>
              </a:rPr>
              <a:t>r</a:t>
            </a:r>
            <a:r>
              <a:rPr lang="zh-TW" altLang="en-US" sz="1511" kern="0" dirty="0">
                <a:solidFill>
                  <a:srgbClr val="3F4A54"/>
                </a:solidFill>
                <a:latin typeface="Noto Sans TC Medium"/>
                <a:ea typeface="Noto Sans TC Medium"/>
                <a:cs typeface="Noto Sans TC Medium"/>
              </a:rPr>
              <a:t>e、NGINX 連到 Node</a:t>
            </a:r>
            <a:r>
              <a:rPr lang="zh-TW" altLang="en-US" sz="1511" kern="0" spc="44" dirty="0">
                <a:solidFill>
                  <a:srgbClr val="3F4A54"/>
                </a:solidFill>
                <a:latin typeface="Noto Sans TC Medium"/>
                <a:ea typeface="Noto Sans TC Medium"/>
                <a:cs typeface="Noto Sans TC Medium"/>
              </a:rPr>
              <a:t>.</a:t>
            </a:r>
            <a:r>
              <a:rPr lang="zh-TW" altLang="en-US" sz="1511" kern="0" dirty="0">
                <a:solidFill>
                  <a:srgbClr val="3F4A54"/>
                </a:solidFill>
                <a:latin typeface="Noto Sans TC Medium"/>
                <a:ea typeface="Noto Sans TC Medium"/>
                <a:cs typeface="Noto Sans TC Medium"/>
              </a:rPr>
              <a:t>js 服務，資料存於 MariaDB。</a:t>
            </a:r>
            <a:endParaRPr lang="zh-TW" sz="1511"/>
          </a:p>
        </p:txBody>
      </p:sp>
      <p:sp>
        <p:nvSpPr>
          <p:cNvPr id="49" name="!!path-5m6"/>
          <p:cNvSpPr/>
          <p:nvPr/>
        </p:nvSpPr>
        <p:spPr>
          <a:xfrm>
            <a:off x="2930747" y="2976944"/>
            <a:ext cx="1" cy="255778"/>
          </a:xfrm>
          <a:custGeom>
            <a:avLst/>
            <a:gdLst/>
            <a:ahLst/>
            <a:cxnLst/>
            <a:rect l="l" t="t" r="r" b="b"/>
            <a:pathLst>
              <a:path w="1" h="255778" fill="none">
                <a:moveTo>
                  <a:pt x="0" y="0"/>
                </a:moveTo>
                <a:lnTo>
                  <a:pt x="0" y="255778"/>
                </a:lnTo>
              </a:path>
            </a:pathLst>
          </a:custGeom>
          <a:noFill/>
          <a:ln w="19183" cap="rnd">
            <a:solidFill>
              <a:srgbClr val="627D8D">
                <a:alpha val="55000"/>
              </a:srgbClr>
            </a:solidFill>
            <a:prstDash val="solid"/>
            <a:round/>
          </a:ln>
        </p:spPr>
      </p:sp>
      <p:sp>
        <p:nvSpPr>
          <p:cNvPr id="50" name="!!circle-5m9"/>
          <p:cNvSpPr/>
          <p:nvPr/>
        </p:nvSpPr>
        <p:spPr>
          <a:xfrm>
            <a:off x="2879592" y="3160251"/>
            <a:ext cx="102311" cy="102311"/>
          </a:xfrm>
          <a:prstGeom prst="ellipse">
            <a:avLst/>
          </a:prstGeom>
          <a:gradFill rotWithShape="1">
            <a:gsLst>
              <a:gs pos="0">
                <a:srgbClr val="FFFFFF">
                  <a:alpha val="37500"/>
                </a:srgbClr>
              </a:gs>
              <a:gs pos="24749">
                <a:srgbClr val="627D8D">
                  <a:alpha val="3375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1" name="!!circle-5mc"/>
          <p:cNvSpPr/>
          <p:nvPr/>
        </p:nvSpPr>
        <p:spPr>
          <a:xfrm>
            <a:off x="2879592" y="3032362"/>
            <a:ext cx="102311" cy="102311"/>
          </a:xfrm>
          <a:prstGeom prst="ellipse">
            <a:avLst/>
          </a:prstGeom>
          <a:gradFill rotWithShape="1">
            <a:gsLst>
              <a:gs pos="0">
                <a:srgbClr val="FFFFFF">
                  <a:alpha val="90000"/>
                </a:srgbClr>
              </a:gs>
              <a:gs pos="24749">
                <a:srgbClr val="627D8D">
                  <a:alpha val="810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2" name="!!path-5mf"/>
          <p:cNvSpPr/>
          <p:nvPr/>
        </p:nvSpPr>
        <p:spPr>
          <a:xfrm>
            <a:off x="5936139" y="2976944"/>
            <a:ext cx="1" cy="255778"/>
          </a:xfrm>
          <a:custGeom>
            <a:avLst/>
            <a:gdLst/>
            <a:ahLst/>
            <a:cxnLst/>
            <a:rect l="l" t="t" r="r" b="b"/>
            <a:pathLst>
              <a:path w="1" h="255778" fill="none">
                <a:moveTo>
                  <a:pt x="0" y="0"/>
                </a:moveTo>
                <a:lnTo>
                  <a:pt x="0" y="255778"/>
                </a:lnTo>
              </a:path>
            </a:pathLst>
          </a:custGeom>
          <a:noFill/>
          <a:ln w="19183" cap="rnd">
            <a:solidFill>
              <a:srgbClr val="627D8D">
                <a:alpha val="55000"/>
              </a:srgbClr>
            </a:solidFill>
            <a:prstDash val="solid"/>
            <a:round/>
          </a:ln>
        </p:spPr>
      </p:sp>
      <p:sp>
        <p:nvSpPr>
          <p:cNvPr id="53" name="!!circle-5mi"/>
          <p:cNvSpPr/>
          <p:nvPr/>
        </p:nvSpPr>
        <p:spPr>
          <a:xfrm>
            <a:off x="5884983" y="3149594"/>
            <a:ext cx="102311" cy="102311"/>
          </a:xfrm>
          <a:prstGeom prst="ellipse">
            <a:avLst/>
          </a:prstGeom>
          <a:gradFill rotWithShape="1">
            <a:gsLst>
              <a:gs pos="0">
                <a:srgbClr val="FFFFFF">
                  <a:alpha val="56250"/>
                </a:srgbClr>
              </a:gs>
              <a:gs pos="24749">
                <a:srgbClr val="627D8D">
                  <a:alpha val="50625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4" name="!!circle-5ml"/>
          <p:cNvSpPr/>
          <p:nvPr/>
        </p:nvSpPr>
        <p:spPr>
          <a:xfrm>
            <a:off x="5884983" y="3021705"/>
            <a:ext cx="102311" cy="102311"/>
          </a:xfrm>
          <a:prstGeom prst="ellipse">
            <a:avLst/>
          </a:prstGeom>
          <a:gradFill rotWithShape="1">
            <a:gsLst>
              <a:gs pos="0">
                <a:srgbClr val="FFFFFF">
                  <a:alpha val="90000"/>
                </a:srgbClr>
              </a:gs>
              <a:gs pos="24749">
                <a:srgbClr val="627D8D">
                  <a:alpha val="810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5" name="!!path-5mo"/>
          <p:cNvSpPr/>
          <p:nvPr/>
        </p:nvSpPr>
        <p:spPr>
          <a:xfrm>
            <a:off x="2930747" y="3872167"/>
            <a:ext cx="1" cy="255778"/>
          </a:xfrm>
          <a:custGeom>
            <a:avLst/>
            <a:gdLst/>
            <a:ahLst/>
            <a:cxnLst/>
            <a:rect l="l" t="t" r="r" b="b"/>
            <a:pathLst>
              <a:path w="1" h="255778" fill="none">
                <a:moveTo>
                  <a:pt x="0" y="0"/>
                </a:moveTo>
                <a:lnTo>
                  <a:pt x="0" y="255778"/>
                </a:lnTo>
              </a:path>
            </a:pathLst>
          </a:custGeom>
          <a:noFill/>
          <a:ln w="19183" cap="rnd">
            <a:solidFill>
              <a:srgbClr val="627D8D">
                <a:alpha val="55000"/>
              </a:srgbClr>
            </a:solidFill>
            <a:prstDash val="solid"/>
            <a:round/>
          </a:ln>
        </p:spPr>
      </p:sp>
      <p:sp>
        <p:nvSpPr>
          <p:cNvPr id="56" name="!!circle-5mr"/>
          <p:cNvSpPr/>
          <p:nvPr/>
        </p:nvSpPr>
        <p:spPr>
          <a:xfrm>
            <a:off x="2879592" y="4034159"/>
            <a:ext cx="102311" cy="102311"/>
          </a:xfrm>
          <a:prstGeom prst="ellipse">
            <a:avLst/>
          </a:prstGeom>
          <a:gradFill rotWithShape="1">
            <a:gsLst>
              <a:gs pos="0">
                <a:srgbClr val="FFFFFF">
                  <a:alpha val="75000"/>
                </a:srgbClr>
              </a:gs>
              <a:gs pos="24749">
                <a:srgbClr val="627D8D">
                  <a:alpha val="67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7" name="!!circle-5mu"/>
          <p:cNvSpPr/>
          <p:nvPr/>
        </p:nvSpPr>
        <p:spPr>
          <a:xfrm>
            <a:off x="2879592" y="3906270"/>
            <a:ext cx="102311" cy="102311"/>
          </a:xfrm>
          <a:prstGeom prst="ellipse">
            <a:avLst/>
          </a:prstGeom>
          <a:gradFill rotWithShape="1">
            <a:gsLst>
              <a:gs pos="0">
                <a:srgbClr val="FFFFFF">
                  <a:alpha val="90000"/>
                </a:srgbClr>
              </a:gs>
              <a:gs pos="24749">
                <a:srgbClr val="627D8D">
                  <a:alpha val="810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8" name="!!path-5mx"/>
          <p:cNvSpPr/>
          <p:nvPr/>
        </p:nvSpPr>
        <p:spPr>
          <a:xfrm>
            <a:off x="5936139" y="3872167"/>
            <a:ext cx="1" cy="255778"/>
          </a:xfrm>
          <a:custGeom>
            <a:avLst/>
            <a:gdLst/>
            <a:ahLst/>
            <a:cxnLst/>
            <a:rect l="l" t="t" r="r" b="b"/>
            <a:pathLst>
              <a:path w="1" h="255778" fill="none">
                <a:moveTo>
                  <a:pt x="0" y="0"/>
                </a:moveTo>
                <a:lnTo>
                  <a:pt x="0" y="255778"/>
                </a:lnTo>
              </a:path>
            </a:pathLst>
          </a:custGeom>
          <a:noFill/>
          <a:ln w="19183" cap="rnd">
            <a:solidFill>
              <a:srgbClr val="627D8D">
                <a:alpha val="55000"/>
              </a:srgbClr>
            </a:solidFill>
            <a:prstDash val="solid"/>
            <a:round/>
          </a:ln>
        </p:spPr>
      </p:sp>
      <p:sp>
        <p:nvSpPr>
          <p:cNvPr id="59" name="!!circle-5n0"/>
          <p:cNvSpPr/>
          <p:nvPr/>
        </p:nvSpPr>
        <p:spPr>
          <a:xfrm>
            <a:off x="5884983" y="4023502"/>
            <a:ext cx="102311" cy="102311"/>
          </a:xfrm>
          <a:prstGeom prst="ellipse">
            <a:avLst/>
          </a:prstGeom>
          <a:gradFill rotWithShape="1">
            <a:gsLst>
              <a:gs pos="0">
                <a:srgbClr val="FFFFFF">
                  <a:alpha val="90000"/>
                </a:srgbClr>
              </a:gs>
              <a:gs pos="24749">
                <a:srgbClr val="627D8D">
                  <a:alpha val="810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0" name="!!circle-5n3"/>
          <p:cNvSpPr/>
          <p:nvPr/>
        </p:nvSpPr>
        <p:spPr>
          <a:xfrm>
            <a:off x="5884983" y="3895613"/>
            <a:ext cx="102311" cy="102311"/>
          </a:xfrm>
          <a:prstGeom prst="ellipse">
            <a:avLst/>
          </a:prstGeom>
          <a:gradFill rotWithShape="1">
            <a:gsLst>
              <a:gs pos="0">
                <a:srgbClr val="FFFFFF">
                  <a:alpha val="90000"/>
                </a:srgbClr>
              </a:gs>
              <a:gs pos="24749">
                <a:srgbClr val="627D8D">
                  <a:alpha val="810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1" name="!!path-5n6"/>
          <p:cNvSpPr/>
          <p:nvPr/>
        </p:nvSpPr>
        <p:spPr>
          <a:xfrm>
            <a:off x="2930747" y="4767389"/>
            <a:ext cx="1" cy="255778"/>
          </a:xfrm>
          <a:custGeom>
            <a:avLst/>
            <a:gdLst/>
            <a:ahLst/>
            <a:cxnLst/>
            <a:rect l="l" t="t" r="r" b="b"/>
            <a:pathLst>
              <a:path w="1" h="255778" fill="none">
                <a:moveTo>
                  <a:pt x="0" y="0"/>
                </a:moveTo>
                <a:lnTo>
                  <a:pt x="0" y="255778"/>
                </a:lnTo>
              </a:path>
            </a:pathLst>
          </a:custGeom>
          <a:noFill/>
          <a:ln w="19183" cap="rnd">
            <a:solidFill>
              <a:srgbClr val="627D8D">
                <a:alpha val="55000"/>
              </a:srgbClr>
            </a:solidFill>
            <a:prstDash val="solid"/>
            <a:round/>
          </a:ln>
        </p:spPr>
      </p:sp>
      <p:sp>
        <p:nvSpPr>
          <p:cNvPr id="62" name="!!circle-5n9"/>
          <p:cNvSpPr/>
          <p:nvPr/>
        </p:nvSpPr>
        <p:spPr>
          <a:xfrm>
            <a:off x="2879592" y="4908067"/>
            <a:ext cx="102311" cy="102311"/>
          </a:xfrm>
          <a:prstGeom prst="ellipse">
            <a:avLst/>
          </a:prstGeom>
          <a:gradFill rotWithShape="1">
            <a:gsLst>
              <a:gs pos="0">
                <a:srgbClr val="FFFFFF">
                  <a:alpha val="90000"/>
                </a:srgbClr>
              </a:gs>
              <a:gs pos="24749">
                <a:srgbClr val="627D8D">
                  <a:alpha val="810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3" name="!!circle-5nc"/>
          <p:cNvSpPr/>
          <p:nvPr/>
        </p:nvSpPr>
        <p:spPr>
          <a:xfrm>
            <a:off x="2879592" y="4780178"/>
            <a:ext cx="102311" cy="102311"/>
          </a:xfrm>
          <a:prstGeom prst="ellipse">
            <a:avLst/>
          </a:prstGeom>
          <a:gradFill rotWithShape="1">
            <a:gsLst>
              <a:gs pos="0">
                <a:srgbClr val="FFFFFF">
                  <a:alpha val="90000"/>
                </a:srgbClr>
              </a:gs>
              <a:gs pos="24749">
                <a:srgbClr val="627D8D">
                  <a:alpha val="810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4" name="!!path-5nf"/>
          <p:cNvSpPr/>
          <p:nvPr/>
        </p:nvSpPr>
        <p:spPr>
          <a:xfrm>
            <a:off x="5936139" y="4767389"/>
            <a:ext cx="1" cy="255778"/>
          </a:xfrm>
          <a:custGeom>
            <a:avLst/>
            <a:gdLst/>
            <a:ahLst/>
            <a:cxnLst/>
            <a:rect l="l" t="t" r="r" b="b"/>
            <a:pathLst>
              <a:path w="1" h="255778" fill="none">
                <a:moveTo>
                  <a:pt x="0" y="0"/>
                </a:moveTo>
                <a:lnTo>
                  <a:pt x="0" y="255778"/>
                </a:lnTo>
              </a:path>
            </a:pathLst>
          </a:custGeom>
          <a:noFill/>
          <a:ln w="19183" cap="rnd">
            <a:solidFill>
              <a:srgbClr val="627D8D">
                <a:alpha val="55000"/>
              </a:srgbClr>
            </a:solidFill>
            <a:prstDash val="solid"/>
            <a:round/>
          </a:ln>
        </p:spPr>
      </p:sp>
      <p:sp>
        <p:nvSpPr>
          <p:cNvPr id="65" name="!!circle-5ni"/>
          <p:cNvSpPr/>
          <p:nvPr/>
        </p:nvSpPr>
        <p:spPr>
          <a:xfrm>
            <a:off x="5884983" y="4897410"/>
            <a:ext cx="102311" cy="102311"/>
          </a:xfrm>
          <a:prstGeom prst="ellipse">
            <a:avLst/>
          </a:prstGeom>
          <a:gradFill rotWithShape="1">
            <a:gsLst>
              <a:gs pos="0">
                <a:srgbClr val="FFFFFF">
                  <a:alpha val="90000"/>
                </a:srgbClr>
              </a:gs>
              <a:gs pos="24749">
                <a:srgbClr val="627D8D">
                  <a:alpha val="810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6" name="!!circle-5nl"/>
          <p:cNvSpPr/>
          <p:nvPr/>
        </p:nvSpPr>
        <p:spPr>
          <a:xfrm>
            <a:off x="5884983" y="4769521"/>
            <a:ext cx="102311" cy="102311"/>
          </a:xfrm>
          <a:prstGeom prst="ellipse">
            <a:avLst/>
          </a:prstGeom>
          <a:gradFill rotWithShape="1">
            <a:gsLst>
              <a:gs pos="0">
                <a:srgbClr val="FFFFFF">
                  <a:alpha val="90000"/>
                </a:srgbClr>
              </a:gs>
              <a:gs pos="24749">
                <a:srgbClr val="627D8D">
                  <a:alpha val="810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7" name="!!path-5no"/>
          <p:cNvSpPr/>
          <p:nvPr/>
        </p:nvSpPr>
        <p:spPr>
          <a:xfrm>
            <a:off x="7310945" y="2657221"/>
            <a:ext cx="1534668" cy="1790446"/>
          </a:xfrm>
          <a:custGeom>
            <a:avLst/>
            <a:gdLst/>
            <a:ahLst/>
            <a:cxnLst/>
            <a:rect l="l" t="t" r="r" b="b"/>
            <a:pathLst>
              <a:path w="1534668" h="1790446" fill="none">
                <a:moveTo>
                  <a:pt x="0" y="1790446"/>
                </a:moveTo>
                <a:lnTo>
                  <a:pt x="1151001" y="1790446"/>
                </a:lnTo>
                <a:lnTo>
                  <a:pt x="1151001" y="0"/>
                </a:lnTo>
                <a:lnTo>
                  <a:pt x="1534668" y="0"/>
                </a:lnTo>
                <a:moveTo>
                  <a:pt x="1151001" y="895223"/>
                </a:moveTo>
                <a:lnTo>
                  <a:pt x="1534668" y="895223"/>
                </a:lnTo>
                <a:moveTo>
                  <a:pt x="1151001" y="1790446"/>
                </a:moveTo>
                <a:lnTo>
                  <a:pt x="1534668" y="1790446"/>
                </a:lnTo>
              </a:path>
            </a:pathLst>
          </a:custGeom>
          <a:noFill/>
          <a:ln w="19183" cap="rnd">
            <a:solidFill>
              <a:srgbClr val="627D8D">
                <a:alpha val="55000"/>
              </a:srgbClr>
            </a:solidFill>
            <a:prstDash val="solid"/>
            <a:round/>
          </a:ln>
        </p:spPr>
      </p:sp>
      <p:sp>
        <p:nvSpPr>
          <p:cNvPr id="68" name="!!rect-5nv"/>
          <p:cNvSpPr/>
          <p:nvPr/>
        </p:nvSpPr>
        <p:spPr>
          <a:xfrm>
            <a:off x="1491996" y="5010379"/>
            <a:ext cx="5882894" cy="818490"/>
          </a:xfrm>
          <a:prstGeom prst="roundRect">
            <a:avLst>
              <a:gd name="adj" fmla="val 22917"/>
            </a:avLst>
          </a:prstGeom>
          <a:solidFill>
            <a:srgbClr val="0B1A26">
              <a:alpha val="12000"/>
            </a:srgbClr>
          </a:solidFill>
          <a:ln>
            <a:noFill/>
          </a:ln>
          <a:effectLst>
            <a:softEdge rad="225085"/>
          </a:effectLst>
        </p:spPr>
      </p:sp>
      <p:sp>
        <p:nvSpPr>
          <p:cNvPr id="69" name="!!rect-5nw"/>
          <p:cNvSpPr/>
          <p:nvPr/>
        </p:nvSpPr>
        <p:spPr>
          <a:xfrm>
            <a:off x="1555941" y="5023167"/>
            <a:ext cx="5755005" cy="639445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6394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70" name="!!circle-5nx"/>
          <p:cNvSpPr/>
          <p:nvPr/>
        </p:nvSpPr>
        <p:spPr>
          <a:xfrm>
            <a:off x="1722196" y="5163845"/>
            <a:ext cx="358089" cy="358089"/>
          </a:xfrm>
          <a:prstGeom prst="ellipse">
            <a:avLst/>
          </a:prstGeom>
          <a:solidFill>
            <a:srgbClr val="627D8D">
              <a:alpha val="12000"/>
            </a:srgbClr>
          </a:solidFill>
          <a:ln>
            <a:noFill/>
          </a:ln>
        </p:spPr>
      </p:sp>
      <p:sp>
        <p:nvSpPr>
          <p:cNvPr id="71" name="!!path-5ny"/>
          <p:cNvSpPr/>
          <p:nvPr/>
        </p:nvSpPr>
        <p:spPr>
          <a:xfrm>
            <a:off x="1819175" y="5277232"/>
            <a:ext cx="164082" cy="131265"/>
          </a:xfrm>
          <a:custGeom>
            <a:avLst/>
            <a:gdLst/>
            <a:ahLst/>
            <a:cxnLst/>
            <a:rect l="l" t="t" r="r" b="b"/>
            <a:pathLst>
              <a:path w="164082" h="131265">
                <a:moveTo>
                  <a:pt x="0" y="131265"/>
                </a:moveTo>
                <a:lnTo>
                  <a:pt x="164082" y="131265"/>
                </a:lnTo>
                <a:lnTo>
                  <a:pt x="164082" y="98449"/>
                </a:lnTo>
                <a:lnTo>
                  <a:pt x="0" y="98449"/>
                </a:lnTo>
                <a:lnTo>
                  <a:pt x="0" y="131265"/>
                </a:lnTo>
                <a:close/>
                <a:moveTo>
                  <a:pt x="16408" y="106653"/>
                </a:moveTo>
                <a:lnTo>
                  <a:pt x="32816" y="106653"/>
                </a:lnTo>
                <a:lnTo>
                  <a:pt x="32816" y="123061"/>
                </a:lnTo>
                <a:lnTo>
                  <a:pt x="16408" y="123061"/>
                </a:lnTo>
                <a:lnTo>
                  <a:pt x="16408" y="106653"/>
                </a:lnTo>
                <a:close/>
                <a:moveTo>
                  <a:pt x="0" y="0"/>
                </a:moveTo>
                <a:lnTo>
                  <a:pt x="0" y="32816"/>
                </a:lnTo>
                <a:lnTo>
                  <a:pt x="164082" y="32816"/>
                </a:lnTo>
                <a:lnTo>
                  <a:pt x="164082" y="0"/>
                </a:lnTo>
                <a:lnTo>
                  <a:pt x="0" y="0"/>
                </a:lnTo>
                <a:close/>
                <a:moveTo>
                  <a:pt x="32816" y="24612"/>
                </a:moveTo>
                <a:lnTo>
                  <a:pt x="16408" y="24612"/>
                </a:lnTo>
                <a:lnTo>
                  <a:pt x="16408" y="8204"/>
                </a:lnTo>
                <a:lnTo>
                  <a:pt x="32816" y="8204"/>
                </a:lnTo>
                <a:lnTo>
                  <a:pt x="32816" y="24612"/>
                </a:lnTo>
                <a:close/>
                <a:moveTo>
                  <a:pt x="0" y="82041"/>
                </a:moveTo>
                <a:lnTo>
                  <a:pt x="164082" y="82041"/>
                </a:lnTo>
                <a:lnTo>
                  <a:pt x="164082" y="49224"/>
                </a:lnTo>
                <a:lnTo>
                  <a:pt x="0" y="49224"/>
                </a:lnTo>
                <a:lnTo>
                  <a:pt x="0" y="82041"/>
                </a:lnTo>
                <a:close/>
                <a:moveTo>
                  <a:pt x="16408" y="57429"/>
                </a:moveTo>
                <a:lnTo>
                  <a:pt x="32816" y="57429"/>
                </a:lnTo>
                <a:lnTo>
                  <a:pt x="32816" y="73837"/>
                </a:lnTo>
                <a:lnTo>
                  <a:pt x="16408" y="73837"/>
                </a:lnTo>
                <a:lnTo>
                  <a:pt x="16408" y="57429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72" name="!!text-5nz" descr="MariaDB"/>
          <p:cNvSpPr txBox="1"/>
          <p:nvPr/>
        </p:nvSpPr>
        <p:spPr>
          <a:xfrm>
            <a:off x="2195386" y="5111667"/>
            <a:ext cx="743329" cy="24073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09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MariaDB</a:t>
            </a:r>
            <a:endParaRPr lang="zh-TW" sz="1309"/>
          </a:p>
        </p:txBody>
      </p:sp>
      <p:sp>
        <p:nvSpPr>
          <p:cNvPr id="73" name="!!text-5o7" descr="關聯式資料庫・Prisma ORM 存取"/>
          <p:cNvSpPr txBox="1"/>
          <p:nvPr/>
        </p:nvSpPr>
        <p:spPr>
          <a:xfrm>
            <a:off x="2195386" y="5358748"/>
            <a:ext cx="2136897" cy="20370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08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關聯式資料庫・Prisma ORM 存取</a:t>
            </a:r>
            <a:endParaRPr lang="zh-TW" sz="1108"/>
          </a:p>
        </p:txBody>
      </p:sp>
      <p:sp>
        <p:nvSpPr>
          <p:cNvPr id="74" name="!!rect-5ou"/>
          <p:cNvSpPr/>
          <p:nvPr/>
        </p:nvSpPr>
        <p:spPr>
          <a:xfrm>
            <a:off x="1491996" y="4115156"/>
            <a:ext cx="2877502" cy="818490"/>
          </a:xfrm>
          <a:prstGeom prst="roundRect">
            <a:avLst>
              <a:gd name="adj" fmla="val 22917"/>
            </a:avLst>
          </a:prstGeom>
          <a:solidFill>
            <a:srgbClr val="0B1A26">
              <a:alpha val="12000"/>
            </a:srgbClr>
          </a:solidFill>
          <a:ln>
            <a:noFill/>
          </a:ln>
          <a:effectLst>
            <a:softEdge rad="225085"/>
          </a:effectLst>
        </p:spPr>
      </p:sp>
      <p:sp>
        <p:nvSpPr>
          <p:cNvPr id="75" name="!!rect-5ov"/>
          <p:cNvSpPr/>
          <p:nvPr/>
        </p:nvSpPr>
        <p:spPr>
          <a:xfrm>
            <a:off x="1555941" y="4127944"/>
            <a:ext cx="2749613" cy="639445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6394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76" name="!!circle-5ow"/>
          <p:cNvSpPr/>
          <p:nvPr/>
        </p:nvSpPr>
        <p:spPr>
          <a:xfrm>
            <a:off x="1722196" y="4268622"/>
            <a:ext cx="358089" cy="358089"/>
          </a:xfrm>
          <a:prstGeom prst="ellipse">
            <a:avLst/>
          </a:prstGeom>
          <a:solidFill>
            <a:srgbClr val="627D8D">
              <a:alpha val="12000"/>
            </a:srgbClr>
          </a:solidFill>
          <a:ln>
            <a:noFill/>
          </a:ln>
        </p:spPr>
      </p:sp>
      <p:sp>
        <p:nvSpPr>
          <p:cNvPr id="77" name="!!path-5ox"/>
          <p:cNvSpPr/>
          <p:nvPr/>
        </p:nvSpPr>
        <p:spPr>
          <a:xfrm>
            <a:off x="1859539" y="4373805"/>
            <a:ext cx="83189" cy="147673"/>
          </a:xfrm>
          <a:custGeom>
            <a:avLst/>
            <a:gdLst/>
            <a:ahLst/>
            <a:cxnLst/>
            <a:rect l="l" t="t" r="r" b="b"/>
            <a:pathLst>
              <a:path w="83189" h="147673">
                <a:moveTo>
                  <a:pt x="33473" y="147673"/>
                </a:moveTo>
                <a:lnTo>
                  <a:pt x="25269" y="147673"/>
                </a:lnTo>
                <a:lnTo>
                  <a:pt x="33473" y="90245"/>
                </a:lnTo>
                <a:lnTo>
                  <a:pt x="4758" y="90245"/>
                </a:lnTo>
                <a:cubicBezTo>
                  <a:pt x="0" y="90245"/>
                  <a:pt x="82" y="87620"/>
                  <a:pt x="1641" y="84830"/>
                </a:cubicBezTo>
                <a:cubicBezTo>
                  <a:pt x="3200" y="82041"/>
                  <a:pt x="2051" y="84174"/>
                  <a:pt x="2215" y="83846"/>
                </a:cubicBezTo>
                <a:cubicBezTo>
                  <a:pt x="12798" y="65140"/>
                  <a:pt x="28714" y="37247"/>
                  <a:pt x="49881" y="0"/>
                </a:cubicBezTo>
                <a:lnTo>
                  <a:pt x="58085" y="0"/>
                </a:lnTo>
                <a:lnTo>
                  <a:pt x="49881" y="57429"/>
                </a:lnTo>
                <a:lnTo>
                  <a:pt x="78595" y="57429"/>
                </a:lnTo>
                <a:cubicBezTo>
                  <a:pt x="82615" y="57429"/>
                  <a:pt x="83189" y="60136"/>
                  <a:pt x="82451" y="61613"/>
                </a:cubicBezTo>
                <a:lnTo>
                  <a:pt x="81877" y="62843"/>
                </a:lnTo>
                <a:cubicBezTo>
                  <a:pt x="49553" y="119369"/>
                  <a:pt x="33473" y="147673"/>
                  <a:pt x="33473" y="147673"/>
                </a:cubicBez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78" name="!!text-5oy" descr="Socket.IO"/>
          <p:cNvSpPr txBox="1"/>
          <p:nvPr/>
        </p:nvSpPr>
        <p:spPr>
          <a:xfrm>
            <a:off x="2195386" y="4216444"/>
            <a:ext cx="838594" cy="24073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09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Soc</a:t>
            </a:r>
            <a:r>
              <a:rPr lang="zh-TW" altLang="en-US" sz="1309" b="1" kern="0" spc="-45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k</a:t>
            </a:r>
            <a:r>
              <a:rPr lang="zh-TW" altLang="en-US" sz="1309" b="1" kern="0" spc="-22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e</a:t>
            </a:r>
            <a:r>
              <a:rPr lang="zh-TW" altLang="en-US" sz="1309" b="1" kern="0" spc="-17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t</a:t>
            </a:r>
            <a:r>
              <a:rPr lang="zh-TW" altLang="en-US" sz="1309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.IO</a:t>
            </a:r>
            <a:endParaRPr lang="zh-TW" sz="1309"/>
          </a:p>
        </p:txBody>
      </p:sp>
      <p:sp>
        <p:nvSpPr>
          <p:cNvPr id="79" name="!!text-5p8" descr="聊天與書櫃狀態即時推送"/>
          <p:cNvSpPr txBox="1"/>
          <p:nvPr/>
        </p:nvSpPr>
        <p:spPr>
          <a:xfrm>
            <a:off x="2195386" y="4463525"/>
            <a:ext cx="1589660" cy="20370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08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聊天與書櫃狀態即時推送</a:t>
            </a:r>
            <a:endParaRPr lang="zh-TW" sz="1108"/>
          </a:p>
        </p:txBody>
      </p:sp>
      <p:sp>
        <p:nvSpPr>
          <p:cNvPr id="80" name="!!rect-5po"/>
          <p:cNvSpPr/>
          <p:nvPr/>
        </p:nvSpPr>
        <p:spPr>
          <a:xfrm>
            <a:off x="4497388" y="4115156"/>
            <a:ext cx="2877502" cy="818490"/>
          </a:xfrm>
          <a:prstGeom prst="roundRect">
            <a:avLst>
              <a:gd name="adj" fmla="val 22917"/>
            </a:avLst>
          </a:prstGeom>
          <a:solidFill>
            <a:srgbClr val="0B1A26">
              <a:alpha val="12000"/>
            </a:srgbClr>
          </a:solidFill>
          <a:ln>
            <a:noFill/>
          </a:ln>
          <a:effectLst>
            <a:softEdge rad="225085"/>
          </a:effectLst>
        </p:spPr>
      </p:sp>
      <p:sp>
        <p:nvSpPr>
          <p:cNvPr id="81" name="!!rect-5pp"/>
          <p:cNvSpPr/>
          <p:nvPr/>
        </p:nvSpPr>
        <p:spPr>
          <a:xfrm>
            <a:off x="4561332" y="4127944"/>
            <a:ext cx="2749613" cy="639445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6394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82" name="!!circle-5pq"/>
          <p:cNvSpPr/>
          <p:nvPr/>
        </p:nvSpPr>
        <p:spPr>
          <a:xfrm>
            <a:off x="4727588" y="4268622"/>
            <a:ext cx="358089" cy="358089"/>
          </a:xfrm>
          <a:prstGeom prst="ellipse">
            <a:avLst/>
          </a:prstGeom>
          <a:solidFill>
            <a:srgbClr val="627D8D">
              <a:alpha val="12000"/>
            </a:srgbClr>
          </a:solidFill>
          <a:ln>
            <a:noFill/>
          </a:ln>
        </p:spPr>
      </p:sp>
      <p:sp>
        <p:nvSpPr>
          <p:cNvPr id="83" name="!!path-5pr"/>
          <p:cNvSpPr/>
          <p:nvPr/>
        </p:nvSpPr>
        <p:spPr>
          <a:xfrm>
            <a:off x="4824566" y="4398417"/>
            <a:ext cx="164082" cy="98449"/>
          </a:xfrm>
          <a:custGeom>
            <a:avLst/>
            <a:gdLst/>
            <a:ahLst/>
            <a:cxnLst/>
            <a:rect l="l" t="t" r="r" b="b"/>
            <a:pathLst>
              <a:path w="164082" h="98449">
                <a:moveTo>
                  <a:pt x="60710" y="86963"/>
                </a:moveTo>
                <a:lnTo>
                  <a:pt x="22971" y="49224"/>
                </a:lnTo>
                <a:lnTo>
                  <a:pt x="60710" y="11486"/>
                </a:lnTo>
                <a:lnTo>
                  <a:pt x="49224" y="0"/>
                </a:lnTo>
                <a:lnTo>
                  <a:pt x="0" y="49224"/>
                </a:lnTo>
                <a:lnTo>
                  <a:pt x="49224" y="98449"/>
                </a:lnTo>
                <a:lnTo>
                  <a:pt x="60710" y="86963"/>
                </a:lnTo>
                <a:close/>
                <a:moveTo>
                  <a:pt x="103371" y="86963"/>
                </a:moveTo>
                <a:lnTo>
                  <a:pt x="141110" y="49224"/>
                </a:lnTo>
                <a:lnTo>
                  <a:pt x="103371" y="11486"/>
                </a:lnTo>
                <a:lnTo>
                  <a:pt x="114857" y="0"/>
                </a:lnTo>
                <a:lnTo>
                  <a:pt x="164082" y="49224"/>
                </a:lnTo>
                <a:lnTo>
                  <a:pt x="114857" y="98449"/>
                </a:lnTo>
                <a:lnTo>
                  <a:pt x="103371" y="86963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84" name="!!text-5ps" descr="Node.js・Express"/>
          <p:cNvSpPr txBox="1"/>
          <p:nvPr/>
        </p:nvSpPr>
        <p:spPr>
          <a:xfrm>
            <a:off x="5200777" y="4216444"/>
            <a:ext cx="1466043" cy="24073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09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Node</a:t>
            </a:r>
            <a:r>
              <a:rPr lang="zh-TW" altLang="en-US" sz="1309" b="1" kern="0" spc="42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.</a:t>
            </a:r>
            <a:r>
              <a:rPr lang="zh-TW" altLang="en-US" sz="1309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js・</a:t>
            </a:r>
            <a:r>
              <a:rPr lang="zh-TW" altLang="en-US" sz="1309" b="1" kern="0" spc="-68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E</a:t>
            </a:r>
            <a:r>
              <a:rPr lang="zh-TW" altLang="en-US" sz="1309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xp</a:t>
            </a:r>
            <a:r>
              <a:rPr lang="zh-TW" altLang="en-US" sz="1309" b="1" kern="0" spc="-22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r</a:t>
            </a:r>
            <a:r>
              <a:rPr lang="zh-TW" altLang="en-US" sz="1309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ess</a:t>
            </a:r>
            <a:endParaRPr lang="zh-TW" sz="1309"/>
          </a:p>
        </p:txBody>
      </p:sp>
      <p:sp>
        <p:nvSpPr>
          <p:cNvPr id="85" name="!!text-5q8" descr="RESTful API 與排程作業"/>
          <p:cNvSpPr txBox="1"/>
          <p:nvPr/>
        </p:nvSpPr>
        <p:spPr>
          <a:xfrm>
            <a:off x="5200777" y="4463525"/>
            <a:ext cx="1529169" cy="20370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08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RE</a:t>
            </a:r>
            <a:r>
              <a:rPr lang="zh-TW" altLang="en-US" sz="1108" kern="0" spc="-28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S</a:t>
            </a:r>
            <a:r>
              <a:rPr lang="zh-TW" altLang="en-US" sz="1108" kern="0" spc="-24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T</a:t>
            </a:r>
            <a:r>
              <a:rPr lang="zh-TW" altLang="en-US" sz="1108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ful API 與排程作業</a:t>
            </a:r>
            <a:endParaRPr lang="zh-TW" sz="1108"/>
          </a:p>
        </p:txBody>
      </p:sp>
      <p:sp>
        <p:nvSpPr>
          <p:cNvPr id="86" name="!!rect-5qs"/>
          <p:cNvSpPr/>
          <p:nvPr/>
        </p:nvSpPr>
        <p:spPr>
          <a:xfrm>
            <a:off x="1491996" y="3219933"/>
            <a:ext cx="5882894" cy="818490"/>
          </a:xfrm>
          <a:prstGeom prst="roundRect">
            <a:avLst>
              <a:gd name="adj" fmla="val 22917"/>
            </a:avLst>
          </a:prstGeom>
          <a:solidFill>
            <a:srgbClr val="0B1A26">
              <a:alpha val="12000"/>
            </a:srgbClr>
          </a:solidFill>
          <a:ln>
            <a:noFill/>
          </a:ln>
          <a:effectLst>
            <a:softEdge rad="225085"/>
          </a:effectLst>
        </p:spPr>
      </p:sp>
      <p:sp>
        <p:nvSpPr>
          <p:cNvPr id="87" name="!!rect-5qt"/>
          <p:cNvSpPr/>
          <p:nvPr/>
        </p:nvSpPr>
        <p:spPr>
          <a:xfrm>
            <a:off x="1555941" y="3232722"/>
            <a:ext cx="5755005" cy="639445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6394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88" name="!!circle-5qu"/>
          <p:cNvSpPr/>
          <p:nvPr/>
        </p:nvSpPr>
        <p:spPr>
          <a:xfrm>
            <a:off x="1722196" y="3373399"/>
            <a:ext cx="358089" cy="358089"/>
          </a:xfrm>
          <a:prstGeom prst="ellipse">
            <a:avLst/>
          </a:prstGeom>
          <a:solidFill>
            <a:srgbClr val="627D8D">
              <a:alpha val="12000"/>
            </a:srgbClr>
          </a:solidFill>
          <a:ln>
            <a:noFill/>
          </a:ln>
        </p:spPr>
      </p:sp>
      <p:sp>
        <p:nvSpPr>
          <p:cNvPr id="89" name="!!path-5qv"/>
          <p:cNvSpPr/>
          <p:nvPr/>
        </p:nvSpPr>
        <p:spPr>
          <a:xfrm>
            <a:off x="1802766" y="3486786"/>
            <a:ext cx="196898" cy="131265"/>
          </a:xfrm>
          <a:custGeom>
            <a:avLst/>
            <a:gdLst/>
            <a:ahLst/>
            <a:cxnLst/>
            <a:rect l="l" t="t" r="r" b="b"/>
            <a:pathLst>
              <a:path w="196898" h="131265">
                <a:moveTo>
                  <a:pt x="158749" y="49553"/>
                </a:moveTo>
                <a:cubicBezTo>
                  <a:pt x="153170" y="21249"/>
                  <a:pt x="128312" y="0"/>
                  <a:pt x="98449" y="0"/>
                </a:cubicBezTo>
                <a:cubicBezTo>
                  <a:pt x="74739" y="0"/>
                  <a:pt x="54147" y="13455"/>
                  <a:pt x="43892" y="33144"/>
                </a:cubicBezTo>
                <a:cubicBezTo>
                  <a:pt x="19198" y="35770"/>
                  <a:pt x="0" y="56690"/>
                  <a:pt x="0" y="82041"/>
                </a:cubicBezTo>
                <a:cubicBezTo>
                  <a:pt x="0" y="109196"/>
                  <a:pt x="22069" y="131265"/>
                  <a:pt x="49224" y="131265"/>
                </a:cubicBezTo>
                <a:lnTo>
                  <a:pt x="155878" y="131265"/>
                </a:lnTo>
                <a:cubicBezTo>
                  <a:pt x="178521" y="131265"/>
                  <a:pt x="196898" y="112888"/>
                  <a:pt x="196898" y="90245"/>
                </a:cubicBezTo>
                <a:cubicBezTo>
                  <a:pt x="196898" y="68586"/>
                  <a:pt x="180080" y="51029"/>
                  <a:pt x="158749" y="49553"/>
                </a:cubicBez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90" name="!!text-5qw" descr="Cloudflare・NGINX"/>
          <p:cNvSpPr txBox="1"/>
          <p:nvPr/>
        </p:nvSpPr>
        <p:spPr>
          <a:xfrm>
            <a:off x="2195386" y="3321221"/>
            <a:ext cx="1600876" cy="24073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09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Cloudfla</a:t>
            </a:r>
            <a:r>
              <a:rPr lang="zh-TW" altLang="en-US" sz="1309" b="1" kern="0" spc="-22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r</a:t>
            </a:r>
            <a:r>
              <a:rPr lang="zh-TW" altLang="en-US" sz="1309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e・NGINX</a:t>
            </a:r>
            <a:endParaRPr lang="zh-TW" sz="1309"/>
          </a:p>
        </p:txBody>
      </p:sp>
      <p:sp>
        <p:nvSpPr>
          <p:cNvPr id="91" name="!!text-5rd" descr="DNS、WAF 與反向代理"/>
          <p:cNvSpPr txBox="1"/>
          <p:nvPr/>
        </p:nvSpPr>
        <p:spPr>
          <a:xfrm>
            <a:off x="2195386" y="3568302"/>
            <a:ext cx="1486825" cy="20370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08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DNS、WAF 與反向代理</a:t>
            </a:r>
            <a:endParaRPr lang="zh-TW" sz="1108"/>
          </a:p>
        </p:txBody>
      </p:sp>
      <p:sp>
        <p:nvSpPr>
          <p:cNvPr id="92" name="!!rect-5ru"/>
          <p:cNvSpPr/>
          <p:nvPr/>
        </p:nvSpPr>
        <p:spPr>
          <a:xfrm>
            <a:off x="1491996" y="2324710"/>
            <a:ext cx="2877502" cy="818490"/>
          </a:xfrm>
          <a:prstGeom prst="roundRect">
            <a:avLst>
              <a:gd name="adj" fmla="val 22917"/>
            </a:avLst>
          </a:prstGeom>
          <a:solidFill>
            <a:srgbClr val="0B1A26">
              <a:alpha val="12000"/>
            </a:srgbClr>
          </a:solidFill>
          <a:ln>
            <a:noFill/>
          </a:ln>
          <a:effectLst>
            <a:softEdge rad="225085"/>
          </a:effectLst>
        </p:spPr>
      </p:sp>
      <p:sp>
        <p:nvSpPr>
          <p:cNvPr id="93" name="!!rect-5rv"/>
          <p:cNvSpPr/>
          <p:nvPr/>
        </p:nvSpPr>
        <p:spPr>
          <a:xfrm>
            <a:off x="1555941" y="2337499"/>
            <a:ext cx="2749613" cy="639445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6394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94" name="!!circle-5rw"/>
          <p:cNvSpPr/>
          <p:nvPr/>
        </p:nvSpPr>
        <p:spPr>
          <a:xfrm>
            <a:off x="1722196" y="2478176"/>
            <a:ext cx="358089" cy="358089"/>
          </a:xfrm>
          <a:prstGeom prst="ellipse">
            <a:avLst/>
          </a:prstGeom>
          <a:solidFill>
            <a:srgbClr val="627D8D">
              <a:alpha val="12000"/>
            </a:srgbClr>
          </a:solidFill>
          <a:ln>
            <a:noFill/>
          </a:ln>
        </p:spPr>
      </p:sp>
      <p:sp>
        <p:nvSpPr>
          <p:cNvPr id="95" name="!!path-5rx"/>
          <p:cNvSpPr/>
          <p:nvPr/>
        </p:nvSpPr>
        <p:spPr>
          <a:xfrm>
            <a:off x="1843787" y="2566951"/>
            <a:ext cx="114857" cy="180490"/>
          </a:xfrm>
          <a:custGeom>
            <a:avLst/>
            <a:gdLst/>
            <a:ahLst/>
            <a:cxnLst/>
            <a:rect l="l" t="t" r="r" b="b"/>
            <a:pathLst>
              <a:path w="114857" h="180490">
                <a:moveTo>
                  <a:pt x="98449" y="82"/>
                </a:moveTo>
                <a:lnTo>
                  <a:pt x="16408" y="0"/>
                </a:lnTo>
                <a:cubicBezTo>
                  <a:pt x="7384" y="0"/>
                  <a:pt x="0" y="7384"/>
                  <a:pt x="0" y="16408"/>
                </a:cubicBezTo>
                <a:lnTo>
                  <a:pt x="0" y="164082"/>
                </a:lnTo>
                <a:cubicBezTo>
                  <a:pt x="0" y="173106"/>
                  <a:pt x="7384" y="180490"/>
                  <a:pt x="16408" y="180490"/>
                </a:cubicBezTo>
                <a:lnTo>
                  <a:pt x="98449" y="180490"/>
                </a:lnTo>
                <a:cubicBezTo>
                  <a:pt x="107473" y="180490"/>
                  <a:pt x="114857" y="173106"/>
                  <a:pt x="114857" y="164082"/>
                </a:cubicBezTo>
                <a:lnTo>
                  <a:pt x="114857" y="16408"/>
                </a:lnTo>
                <a:cubicBezTo>
                  <a:pt x="114857" y="7384"/>
                  <a:pt x="107473" y="82"/>
                  <a:pt x="98449" y="82"/>
                </a:cubicBezTo>
                <a:close/>
                <a:moveTo>
                  <a:pt x="98449" y="147673"/>
                </a:moveTo>
                <a:lnTo>
                  <a:pt x="16408" y="147673"/>
                </a:lnTo>
                <a:lnTo>
                  <a:pt x="16408" y="32816"/>
                </a:lnTo>
                <a:lnTo>
                  <a:pt x="98449" y="32816"/>
                </a:lnTo>
                <a:lnTo>
                  <a:pt x="98449" y="147673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96" name="!!text-5ry" descr="Flutter App"/>
          <p:cNvSpPr txBox="1"/>
          <p:nvPr/>
        </p:nvSpPr>
        <p:spPr>
          <a:xfrm>
            <a:off x="2195386" y="2425998"/>
            <a:ext cx="964283" cy="24073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09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Flu</a:t>
            </a:r>
            <a:r>
              <a:rPr lang="zh-TW" altLang="en-US" sz="1309" b="1" kern="0" spc="-37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t</a:t>
            </a:r>
            <a:r>
              <a:rPr lang="zh-TW" altLang="en-US" sz="1309" b="1" kern="0" spc="-33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t</a:t>
            </a:r>
            <a:r>
              <a:rPr lang="zh-TW" altLang="en-US" sz="1309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er App</a:t>
            </a:r>
            <a:endParaRPr lang="zh-TW" sz="1309"/>
          </a:p>
        </p:txBody>
      </p:sp>
      <p:sp>
        <p:nvSpPr>
          <p:cNvPr id="97" name="!!text-5s9" descr="跨平台行動應用"/>
          <p:cNvSpPr txBox="1"/>
          <p:nvPr/>
        </p:nvSpPr>
        <p:spPr>
          <a:xfrm>
            <a:off x="2195386" y="2673079"/>
            <a:ext cx="1026949" cy="20370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08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跨平台行動應用</a:t>
            </a:r>
            <a:endParaRPr lang="zh-TW" sz="1108"/>
          </a:p>
        </p:txBody>
      </p:sp>
      <p:sp>
        <p:nvSpPr>
          <p:cNvPr id="98" name="!!rect-5sl"/>
          <p:cNvSpPr/>
          <p:nvPr/>
        </p:nvSpPr>
        <p:spPr>
          <a:xfrm>
            <a:off x="4497388" y="2324710"/>
            <a:ext cx="2877502" cy="818490"/>
          </a:xfrm>
          <a:prstGeom prst="roundRect">
            <a:avLst>
              <a:gd name="adj" fmla="val 22917"/>
            </a:avLst>
          </a:prstGeom>
          <a:solidFill>
            <a:srgbClr val="0B1A26">
              <a:alpha val="12000"/>
            </a:srgbClr>
          </a:solidFill>
          <a:ln>
            <a:noFill/>
          </a:ln>
          <a:effectLst>
            <a:softEdge rad="225085"/>
          </a:effectLst>
        </p:spPr>
      </p:sp>
      <p:sp>
        <p:nvSpPr>
          <p:cNvPr id="99" name="!!rect-5sm"/>
          <p:cNvSpPr/>
          <p:nvPr/>
        </p:nvSpPr>
        <p:spPr>
          <a:xfrm>
            <a:off x="4561332" y="2337499"/>
            <a:ext cx="2749613" cy="639445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6394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100" name="!!circle-5sn"/>
          <p:cNvSpPr/>
          <p:nvPr/>
        </p:nvSpPr>
        <p:spPr>
          <a:xfrm>
            <a:off x="4727588" y="2478176"/>
            <a:ext cx="358089" cy="358089"/>
          </a:xfrm>
          <a:prstGeom prst="ellipse">
            <a:avLst/>
          </a:prstGeom>
          <a:solidFill>
            <a:srgbClr val="627D8D">
              <a:alpha val="12000"/>
            </a:srgbClr>
          </a:solidFill>
          <a:ln>
            <a:noFill/>
          </a:ln>
        </p:spPr>
      </p:sp>
      <p:sp>
        <p:nvSpPr>
          <p:cNvPr id="101" name="!!path-5so"/>
          <p:cNvSpPr/>
          <p:nvPr/>
        </p:nvSpPr>
        <p:spPr>
          <a:xfrm>
            <a:off x="4832770" y="2583359"/>
            <a:ext cx="147673" cy="147673"/>
          </a:xfrm>
          <a:custGeom>
            <a:avLst/>
            <a:gdLst/>
            <a:ahLst/>
            <a:cxnLst/>
            <a:rect l="l" t="t" r="r" b="b"/>
            <a:pathLst>
              <a:path w="147673" h="147673">
                <a:moveTo>
                  <a:pt x="98449" y="49224"/>
                </a:moveTo>
                <a:lnTo>
                  <a:pt x="49224" y="49224"/>
                </a:lnTo>
                <a:lnTo>
                  <a:pt x="49224" y="98449"/>
                </a:lnTo>
                <a:lnTo>
                  <a:pt x="98449" y="98449"/>
                </a:lnTo>
                <a:lnTo>
                  <a:pt x="98449" y="49224"/>
                </a:lnTo>
                <a:close/>
                <a:moveTo>
                  <a:pt x="82041" y="82041"/>
                </a:moveTo>
                <a:lnTo>
                  <a:pt x="65633" y="82041"/>
                </a:lnTo>
                <a:lnTo>
                  <a:pt x="65633" y="65633"/>
                </a:lnTo>
                <a:lnTo>
                  <a:pt x="82041" y="65633"/>
                </a:lnTo>
                <a:lnTo>
                  <a:pt x="82041" y="82041"/>
                </a:lnTo>
                <a:close/>
                <a:moveTo>
                  <a:pt x="147673" y="65633"/>
                </a:moveTo>
                <a:lnTo>
                  <a:pt x="147673" y="49224"/>
                </a:lnTo>
                <a:lnTo>
                  <a:pt x="131265" y="49224"/>
                </a:lnTo>
                <a:lnTo>
                  <a:pt x="131265" y="32816"/>
                </a:lnTo>
                <a:cubicBezTo>
                  <a:pt x="131265" y="23792"/>
                  <a:pt x="123882" y="16408"/>
                  <a:pt x="114857" y="16408"/>
                </a:cubicBezTo>
                <a:lnTo>
                  <a:pt x="98449" y="16408"/>
                </a:lnTo>
                <a:lnTo>
                  <a:pt x="98449" y="0"/>
                </a:lnTo>
                <a:lnTo>
                  <a:pt x="82041" y="0"/>
                </a:lnTo>
                <a:lnTo>
                  <a:pt x="82041" y="16408"/>
                </a:lnTo>
                <a:lnTo>
                  <a:pt x="65633" y="16408"/>
                </a:lnTo>
                <a:lnTo>
                  <a:pt x="65633" y="0"/>
                </a:lnTo>
                <a:lnTo>
                  <a:pt x="49224" y="0"/>
                </a:lnTo>
                <a:lnTo>
                  <a:pt x="49224" y="16408"/>
                </a:lnTo>
                <a:lnTo>
                  <a:pt x="32816" y="16408"/>
                </a:lnTo>
                <a:cubicBezTo>
                  <a:pt x="23792" y="16408"/>
                  <a:pt x="16408" y="23792"/>
                  <a:pt x="16408" y="32816"/>
                </a:cubicBezTo>
                <a:lnTo>
                  <a:pt x="16408" y="49224"/>
                </a:lnTo>
                <a:lnTo>
                  <a:pt x="0" y="49224"/>
                </a:lnTo>
                <a:lnTo>
                  <a:pt x="0" y="65633"/>
                </a:lnTo>
                <a:lnTo>
                  <a:pt x="16408" y="65633"/>
                </a:lnTo>
                <a:lnTo>
                  <a:pt x="16408" y="82041"/>
                </a:lnTo>
                <a:lnTo>
                  <a:pt x="0" y="82041"/>
                </a:lnTo>
                <a:lnTo>
                  <a:pt x="0" y="98449"/>
                </a:lnTo>
                <a:lnTo>
                  <a:pt x="16408" y="98449"/>
                </a:lnTo>
                <a:lnTo>
                  <a:pt x="16408" y="114857"/>
                </a:lnTo>
                <a:cubicBezTo>
                  <a:pt x="16408" y="123882"/>
                  <a:pt x="23792" y="131265"/>
                  <a:pt x="32816" y="131265"/>
                </a:cubicBezTo>
                <a:lnTo>
                  <a:pt x="49224" y="131265"/>
                </a:lnTo>
                <a:lnTo>
                  <a:pt x="49224" y="147673"/>
                </a:lnTo>
                <a:lnTo>
                  <a:pt x="65633" y="147673"/>
                </a:lnTo>
                <a:lnTo>
                  <a:pt x="65633" y="131265"/>
                </a:lnTo>
                <a:lnTo>
                  <a:pt x="82041" y="131265"/>
                </a:lnTo>
                <a:lnTo>
                  <a:pt x="82041" y="147673"/>
                </a:lnTo>
                <a:lnTo>
                  <a:pt x="98449" y="147673"/>
                </a:lnTo>
                <a:lnTo>
                  <a:pt x="98449" y="131265"/>
                </a:lnTo>
                <a:lnTo>
                  <a:pt x="114857" y="131265"/>
                </a:lnTo>
                <a:cubicBezTo>
                  <a:pt x="123882" y="131265"/>
                  <a:pt x="131265" y="123882"/>
                  <a:pt x="131265" y="114857"/>
                </a:cubicBezTo>
                <a:lnTo>
                  <a:pt x="131265" y="98449"/>
                </a:lnTo>
                <a:lnTo>
                  <a:pt x="147673" y="98449"/>
                </a:lnTo>
                <a:lnTo>
                  <a:pt x="147673" y="82041"/>
                </a:lnTo>
                <a:lnTo>
                  <a:pt x="131265" y="82041"/>
                </a:lnTo>
                <a:lnTo>
                  <a:pt x="131265" y="65633"/>
                </a:lnTo>
                <a:lnTo>
                  <a:pt x="147673" y="65633"/>
                </a:lnTo>
                <a:close/>
                <a:moveTo>
                  <a:pt x="114857" y="114857"/>
                </a:moveTo>
                <a:lnTo>
                  <a:pt x="32816" y="114857"/>
                </a:lnTo>
                <a:lnTo>
                  <a:pt x="32816" y="32816"/>
                </a:lnTo>
                <a:lnTo>
                  <a:pt x="114857" y="32816"/>
                </a:lnTo>
                <a:lnTo>
                  <a:pt x="114857" y="114857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102" name="!!text-5sp" descr="ESP32 智慧書櫃"/>
          <p:cNvSpPr txBox="1"/>
          <p:nvPr/>
        </p:nvSpPr>
        <p:spPr>
          <a:xfrm>
            <a:off x="5200777" y="2425998"/>
            <a:ext cx="1265705" cy="24073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09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ESP32 智慧書櫃</a:t>
            </a:r>
            <a:endParaRPr lang="zh-TW" sz="1309"/>
          </a:p>
        </p:txBody>
      </p:sp>
      <p:sp>
        <p:nvSpPr>
          <p:cNvPr id="103" name="!!text-5sz" descr="HTTPS 定時查詢狀態"/>
          <p:cNvSpPr txBox="1"/>
          <p:nvPr/>
        </p:nvSpPr>
        <p:spPr>
          <a:xfrm>
            <a:off x="5200777" y="2673079"/>
            <a:ext cx="1359652" cy="20370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08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HTT</a:t>
            </a:r>
            <a:r>
              <a:rPr lang="zh-TW" altLang="en-US" sz="1108" kern="0" spc="-16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P</a:t>
            </a:r>
            <a:r>
              <a:rPr lang="zh-TW" altLang="en-US" sz="1108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S 定時查詢狀態</a:t>
            </a:r>
            <a:endParaRPr lang="zh-TW" sz="1108"/>
          </a:p>
        </p:txBody>
      </p:sp>
      <p:sp>
        <p:nvSpPr>
          <p:cNvPr id="104" name="!!text-5tf" descr="外部服務"/>
          <p:cNvSpPr txBox="1"/>
          <p:nvPr/>
        </p:nvSpPr>
        <p:spPr>
          <a:xfrm>
            <a:off x="8845613" y="1993221"/>
            <a:ext cx="715155" cy="2222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08" b="1" kern="0" spc="145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外部服</a:t>
            </a:r>
            <a:r>
              <a:rPr lang="zh-TW" altLang="en-US" sz="1208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務</a:t>
            </a:r>
            <a:endParaRPr lang="zh-TW" sz="1208"/>
          </a:p>
        </p:txBody>
      </p:sp>
      <p:sp>
        <p:nvSpPr>
          <p:cNvPr id="105" name="!!rect-5to"/>
          <p:cNvSpPr/>
          <p:nvPr/>
        </p:nvSpPr>
        <p:spPr>
          <a:xfrm>
            <a:off x="8781669" y="2324710"/>
            <a:ext cx="2557780" cy="818490"/>
          </a:xfrm>
          <a:prstGeom prst="roundRect">
            <a:avLst>
              <a:gd name="adj" fmla="val 22917"/>
            </a:avLst>
          </a:prstGeom>
          <a:solidFill>
            <a:srgbClr val="0B1A26">
              <a:alpha val="12000"/>
            </a:srgbClr>
          </a:solidFill>
          <a:ln>
            <a:noFill/>
          </a:ln>
          <a:effectLst>
            <a:softEdge rad="225085"/>
          </a:effectLst>
        </p:spPr>
      </p:sp>
      <p:sp>
        <p:nvSpPr>
          <p:cNvPr id="106" name="!!rect-5tp"/>
          <p:cNvSpPr/>
          <p:nvPr/>
        </p:nvSpPr>
        <p:spPr>
          <a:xfrm>
            <a:off x="8845613" y="2337499"/>
            <a:ext cx="2429891" cy="639445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6394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107" name="!!circle-5tq"/>
          <p:cNvSpPr/>
          <p:nvPr/>
        </p:nvSpPr>
        <p:spPr>
          <a:xfrm>
            <a:off x="9011869" y="2478176"/>
            <a:ext cx="358089" cy="358089"/>
          </a:xfrm>
          <a:prstGeom prst="ellipse">
            <a:avLst/>
          </a:prstGeom>
          <a:solidFill>
            <a:srgbClr val="627D8D">
              <a:alpha val="12000"/>
            </a:srgbClr>
          </a:solidFill>
          <a:ln>
            <a:noFill/>
          </a:ln>
        </p:spPr>
      </p:sp>
      <p:sp>
        <p:nvSpPr>
          <p:cNvPr id="108" name="!!path-5tr"/>
          <p:cNvSpPr/>
          <p:nvPr/>
        </p:nvSpPr>
        <p:spPr>
          <a:xfrm>
            <a:off x="9100643" y="2566951"/>
            <a:ext cx="180490" cy="180490"/>
          </a:xfrm>
          <a:custGeom>
            <a:avLst/>
            <a:gdLst/>
            <a:ahLst/>
            <a:cxnLst/>
            <a:rect l="l" t="t" r="r" b="b"/>
            <a:pathLst>
              <a:path w="180490" h="180490">
                <a:moveTo>
                  <a:pt x="147673" y="65633"/>
                </a:moveTo>
                <a:lnTo>
                  <a:pt x="157929" y="43071"/>
                </a:lnTo>
                <a:lnTo>
                  <a:pt x="180490" y="32816"/>
                </a:lnTo>
                <a:lnTo>
                  <a:pt x="157929" y="22561"/>
                </a:lnTo>
                <a:lnTo>
                  <a:pt x="147673" y="0"/>
                </a:lnTo>
                <a:lnTo>
                  <a:pt x="137418" y="22561"/>
                </a:lnTo>
                <a:lnTo>
                  <a:pt x="114857" y="32816"/>
                </a:lnTo>
                <a:lnTo>
                  <a:pt x="137418" y="43071"/>
                </a:lnTo>
                <a:lnTo>
                  <a:pt x="147673" y="65633"/>
                </a:lnTo>
                <a:close/>
                <a:moveTo>
                  <a:pt x="86143" y="69735"/>
                </a:moveTo>
                <a:lnTo>
                  <a:pt x="65633" y="24612"/>
                </a:lnTo>
                <a:lnTo>
                  <a:pt x="45122" y="69735"/>
                </a:lnTo>
                <a:lnTo>
                  <a:pt x="0" y="90245"/>
                </a:lnTo>
                <a:lnTo>
                  <a:pt x="45122" y="110755"/>
                </a:lnTo>
                <a:lnTo>
                  <a:pt x="65633" y="155878"/>
                </a:lnTo>
                <a:lnTo>
                  <a:pt x="86143" y="110755"/>
                </a:lnTo>
                <a:lnTo>
                  <a:pt x="131265" y="90245"/>
                </a:lnTo>
                <a:lnTo>
                  <a:pt x="86143" y="69735"/>
                </a:lnTo>
                <a:close/>
                <a:moveTo>
                  <a:pt x="147673" y="114857"/>
                </a:moveTo>
                <a:lnTo>
                  <a:pt x="137418" y="137418"/>
                </a:lnTo>
                <a:lnTo>
                  <a:pt x="114857" y="147673"/>
                </a:lnTo>
                <a:lnTo>
                  <a:pt x="137418" y="157929"/>
                </a:lnTo>
                <a:lnTo>
                  <a:pt x="147673" y="180490"/>
                </a:lnTo>
                <a:lnTo>
                  <a:pt x="157929" y="157929"/>
                </a:lnTo>
                <a:lnTo>
                  <a:pt x="180490" y="147673"/>
                </a:lnTo>
                <a:lnTo>
                  <a:pt x="157929" y="137418"/>
                </a:lnTo>
                <a:lnTo>
                  <a:pt x="147673" y="114857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109" name="!!text-5ts" descr="OpenAI"/>
          <p:cNvSpPr txBox="1"/>
          <p:nvPr/>
        </p:nvSpPr>
        <p:spPr>
          <a:xfrm>
            <a:off x="9485058" y="2425998"/>
            <a:ext cx="649561" cy="24073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09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OpenAI</a:t>
            </a:r>
            <a:endParaRPr lang="zh-TW" sz="1309"/>
          </a:p>
        </p:txBody>
      </p:sp>
      <p:sp>
        <p:nvSpPr>
          <p:cNvPr id="110" name="!!text-5tz" descr="AI 功能"/>
          <p:cNvSpPr txBox="1"/>
          <p:nvPr/>
        </p:nvSpPr>
        <p:spPr>
          <a:xfrm>
            <a:off x="9485058" y="2673079"/>
            <a:ext cx="481822" cy="20370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08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AI 功能</a:t>
            </a:r>
            <a:endParaRPr lang="zh-TW" sz="1108"/>
          </a:p>
        </p:txBody>
      </p:sp>
      <p:sp>
        <p:nvSpPr>
          <p:cNvPr id="111" name="!!rect-5u8"/>
          <p:cNvSpPr/>
          <p:nvPr/>
        </p:nvSpPr>
        <p:spPr>
          <a:xfrm>
            <a:off x="8781669" y="3219933"/>
            <a:ext cx="2557780" cy="818490"/>
          </a:xfrm>
          <a:prstGeom prst="roundRect">
            <a:avLst>
              <a:gd name="adj" fmla="val 22917"/>
            </a:avLst>
          </a:prstGeom>
          <a:solidFill>
            <a:srgbClr val="0B1A26">
              <a:alpha val="12000"/>
            </a:srgbClr>
          </a:solidFill>
          <a:ln>
            <a:noFill/>
          </a:ln>
          <a:effectLst>
            <a:softEdge rad="225085"/>
          </a:effectLst>
        </p:spPr>
      </p:sp>
      <p:sp>
        <p:nvSpPr>
          <p:cNvPr id="112" name="!!rect-5u9"/>
          <p:cNvSpPr/>
          <p:nvPr/>
        </p:nvSpPr>
        <p:spPr>
          <a:xfrm>
            <a:off x="8845613" y="3232722"/>
            <a:ext cx="2429891" cy="639445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6394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113" name="!!circle-5ua"/>
          <p:cNvSpPr/>
          <p:nvPr/>
        </p:nvSpPr>
        <p:spPr>
          <a:xfrm>
            <a:off x="9011869" y="3373399"/>
            <a:ext cx="358089" cy="358089"/>
          </a:xfrm>
          <a:prstGeom prst="ellipse">
            <a:avLst/>
          </a:prstGeom>
          <a:solidFill>
            <a:srgbClr val="627D8D">
              <a:alpha val="12000"/>
            </a:srgbClr>
          </a:solidFill>
          <a:ln>
            <a:noFill/>
          </a:ln>
        </p:spPr>
      </p:sp>
      <p:sp>
        <p:nvSpPr>
          <p:cNvPr id="114" name="!!path-5ub"/>
          <p:cNvSpPr/>
          <p:nvPr/>
        </p:nvSpPr>
        <p:spPr>
          <a:xfrm>
            <a:off x="9125255" y="3474480"/>
            <a:ext cx="131265" cy="159980"/>
          </a:xfrm>
          <a:custGeom>
            <a:avLst/>
            <a:gdLst/>
            <a:ahLst/>
            <a:cxnLst/>
            <a:rect l="l" t="t" r="r" b="b"/>
            <a:pathLst>
              <a:path w="131265" h="159980">
                <a:moveTo>
                  <a:pt x="65633" y="159980"/>
                </a:moveTo>
                <a:cubicBezTo>
                  <a:pt x="74657" y="159980"/>
                  <a:pt x="82041" y="152596"/>
                  <a:pt x="82041" y="143571"/>
                </a:cubicBezTo>
                <a:lnTo>
                  <a:pt x="49224" y="143571"/>
                </a:lnTo>
                <a:cubicBezTo>
                  <a:pt x="49224" y="152596"/>
                  <a:pt x="56526" y="159980"/>
                  <a:pt x="65633" y="159980"/>
                </a:cubicBezTo>
                <a:close/>
                <a:moveTo>
                  <a:pt x="114857" y="110755"/>
                </a:moveTo>
                <a:lnTo>
                  <a:pt x="114857" y="69735"/>
                </a:lnTo>
                <a:cubicBezTo>
                  <a:pt x="114857" y="44548"/>
                  <a:pt x="101402" y="23464"/>
                  <a:pt x="77939" y="17885"/>
                </a:cubicBezTo>
                <a:lnTo>
                  <a:pt x="77939" y="12306"/>
                </a:lnTo>
                <a:cubicBezTo>
                  <a:pt x="77939" y="5497"/>
                  <a:pt x="72442" y="0"/>
                  <a:pt x="65633" y="0"/>
                </a:cubicBezTo>
                <a:cubicBezTo>
                  <a:pt x="58823" y="0"/>
                  <a:pt x="53327" y="5497"/>
                  <a:pt x="53327" y="12306"/>
                </a:cubicBezTo>
                <a:lnTo>
                  <a:pt x="53327" y="17885"/>
                </a:lnTo>
                <a:cubicBezTo>
                  <a:pt x="29781" y="23464"/>
                  <a:pt x="16408" y="44466"/>
                  <a:pt x="16408" y="69735"/>
                </a:cubicBezTo>
                <a:lnTo>
                  <a:pt x="16408" y="110755"/>
                </a:lnTo>
                <a:lnTo>
                  <a:pt x="0" y="127163"/>
                </a:lnTo>
                <a:lnTo>
                  <a:pt x="0" y="135367"/>
                </a:lnTo>
                <a:lnTo>
                  <a:pt x="131265" y="135367"/>
                </a:lnTo>
                <a:lnTo>
                  <a:pt x="131265" y="127163"/>
                </a:lnTo>
                <a:lnTo>
                  <a:pt x="114857" y="110755"/>
                </a:lnTo>
                <a:close/>
                <a:moveTo>
                  <a:pt x="98449" y="118959"/>
                </a:moveTo>
                <a:lnTo>
                  <a:pt x="32816" y="118959"/>
                </a:lnTo>
                <a:lnTo>
                  <a:pt x="32816" y="69735"/>
                </a:lnTo>
                <a:cubicBezTo>
                  <a:pt x="32816" y="49389"/>
                  <a:pt x="45204" y="32816"/>
                  <a:pt x="65633" y="32816"/>
                </a:cubicBezTo>
                <a:cubicBezTo>
                  <a:pt x="86061" y="32816"/>
                  <a:pt x="98449" y="49389"/>
                  <a:pt x="98449" y="69735"/>
                </a:cubicBezTo>
                <a:lnTo>
                  <a:pt x="98449" y="118959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115" name="!!text-5uc" descr="Firebase"/>
          <p:cNvSpPr txBox="1"/>
          <p:nvPr/>
        </p:nvSpPr>
        <p:spPr>
          <a:xfrm>
            <a:off x="9485058" y="3321221"/>
            <a:ext cx="744992" cy="24073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09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Fi</a:t>
            </a:r>
            <a:r>
              <a:rPr lang="zh-TW" altLang="en-US" sz="1309" b="1" kern="0" spc="-22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r</a:t>
            </a:r>
            <a:r>
              <a:rPr lang="zh-TW" altLang="en-US" sz="1309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e</a:t>
            </a:r>
            <a:r>
              <a:rPr lang="zh-TW" altLang="en-US" sz="1309" b="1" kern="0" spc="-26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b</a:t>
            </a:r>
            <a:r>
              <a:rPr lang="zh-TW" altLang="en-US" sz="1309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ase</a:t>
            </a:r>
            <a:endParaRPr lang="zh-TW" sz="1309"/>
          </a:p>
        </p:txBody>
      </p:sp>
      <p:sp>
        <p:nvSpPr>
          <p:cNvPr id="116" name="!!text-5ul" descr="推播與登入驗證"/>
          <p:cNvSpPr txBox="1"/>
          <p:nvPr/>
        </p:nvSpPr>
        <p:spPr>
          <a:xfrm>
            <a:off x="9485058" y="3568302"/>
            <a:ext cx="1026949" cy="20370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08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推播與登入驗證</a:t>
            </a:r>
            <a:endParaRPr lang="zh-TW" sz="1108"/>
          </a:p>
        </p:txBody>
      </p:sp>
      <p:sp>
        <p:nvSpPr>
          <p:cNvPr id="117" name="!!rect-5ux"/>
          <p:cNvSpPr/>
          <p:nvPr/>
        </p:nvSpPr>
        <p:spPr>
          <a:xfrm>
            <a:off x="8781669" y="4115156"/>
            <a:ext cx="2557780" cy="818490"/>
          </a:xfrm>
          <a:prstGeom prst="roundRect">
            <a:avLst>
              <a:gd name="adj" fmla="val 22917"/>
            </a:avLst>
          </a:prstGeom>
          <a:solidFill>
            <a:srgbClr val="0B1A26">
              <a:alpha val="12000"/>
            </a:srgbClr>
          </a:solidFill>
          <a:ln>
            <a:noFill/>
          </a:ln>
          <a:effectLst>
            <a:softEdge rad="225085"/>
          </a:effectLst>
        </p:spPr>
      </p:sp>
      <p:sp>
        <p:nvSpPr>
          <p:cNvPr id="118" name="!!rect-5uy"/>
          <p:cNvSpPr/>
          <p:nvPr/>
        </p:nvSpPr>
        <p:spPr>
          <a:xfrm>
            <a:off x="8845613" y="4127944"/>
            <a:ext cx="2429891" cy="639445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6394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119" name="!!circle-5uz"/>
          <p:cNvSpPr/>
          <p:nvPr/>
        </p:nvSpPr>
        <p:spPr>
          <a:xfrm>
            <a:off x="9011869" y="4268622"/>
            <a:ext cx="358089" cy="358089"/>
          </a:xfrm>
          <a:prstGeom prst="ellipse">
            <a:avLst/>
          </a:prstGeom>
          <a:solidFill>
            <a:srgbClr val="627D8D">
              <a:alpha val="12000"/>
            </a:srgbClr>
          </a:solidFill>
          <a:ln>
            <a:noFill/>
          </a:ln>
        </p:spPr>
      </p:sp>
      <p:sp>
        <p:nvSpPr>
          <p:cNvPr id="120" name="!!path-5v0"/>
          <p:cNvSpPr/>
          <p:nvPr/>
        </p:nvSpPr>
        <p:spPr>
          <a:xfrm>
            <a:off x="9100643" y="4386111"/>
            <a:ext cx="180490" cy="139469"/>
          </a:xfrm>
          <a:custGeom>
            <a:avLst/>
            <a:gdLst/>
            <a:ahLst/>
            <a:cxnLst/>
            <a:rect l="l" t="t" r="r" b="b"/>
            <a:pathLst>
              <a:path w="180490" h="139469">
                <a:moveTo>
                  <a:pt x="164082" y="4102"/>
                </a:moveTo>
                <a:cubicBezTo>
                  <a:pt x="154975" y="1231"/>
                  <a:pt x="144966" y="0"/>
                  <a:pt x="135367" y="0"/>
                </a:cubicBezTo>
                <a:cubicBezTo>
                  <a:pt x="119369" y="0"/>
                  <a:pt x="102141" y="3282"/>
                  <a:pt x="90245" y="12306"/>
                </a:cubicBezTo>
                <a:cubicBezTo>
                  <a:pt x="78349" y="3282"/>
                  <a:pt x="61120" y="0"/>
                  <a:pt x="45122" y="0"/>
                </a:cubicBezTo>
                <a:cubicBezTo>
                  <a:pt x="29124" y="0"/>
                  <a:pt x="11896" y="3282"/>
                  <a:pt x="0" y="12306"/>
                </a:cubicBezTo>
                <a:lnTo>
                  <a:pt x="0" y="132496"/>
                </a:lnTo>
                <a:cubicBezTo>
                  <a:pt x="0" y="134547"/>
                  <a:pt x="2051" y="136598"/>
                  <a:pt x="4102" y="136598"/>
                </a:cubicBezTo>
                <a:cubicBezTo>
                  <a:pt x="4922" y="136598"/>
                  <a:pt x="5333" y="136188"/>
                  <a:pt x="6153" y="136188"/>
                </a:cubicBezTo>
                <a:cubicBezTo>
                  <a:pt x="17229" y="130855"/>
                  <a:pt x="33227" y="127163"/>
                  <a:pt x="45122" y="127163"/>
                </a:cubicBezTo>
                <a:cubicBezTo>
                  <a:pt x="61120" y="127163"/>
                  <a:pt x="78349" y="130445"/>
                  <a:pt x="90245" y="139469"/>
                </a:cubicBezTo>
                <a:cubicBezTo>
                  <a:pt x="101320" y="132496"/>
                  <a:pt x="121420" y="127163"/>
                  <a:pt x="135367" y="127163"/>
                </a:cubicBezTo>
                <a:cubicBezTo>
                  <a:pt x="148904" y="127163"/>
                  <a:pt x="162851" y="129624"/>
                  <a:pt x="174337" y="135778"/>
                </a:cubicBezTo>
                <a:cubicBezTo>
                  <a:pt x="175157" y="136188"/>
                  <a:pt x="175567" y="136188"/>
                  <a:pt x="176388" y="136188"/>
                </a:cubicBezTo>
                <a:cubicBezTo>
                  <a:pt x="178439" y="136188"/>
                  <a:pt x="180490" y="134137"/>
                  <a:pt x="180490" y="132086"/>
                </a:cubicBezTo>
                <a:lnTo>
                  <a:pt x="180490" y="12306"/>
                </a:lnTo>
                <a:cubicBezTo>
                  <a:pt x="175567" y="8614"/>
                  <a:pt x="170235" y="6153"/>
                  <a:pt x="164082" y="4102"/>
                </a:cubicBezTo>
                <a:close/>
                <a:moveTo>
                  <a:pt x="164082" y="114857"/>
                </a:moveTo>
                <a:cubicBezTo>
                  <a:pt x="155057" y="111986"/>
                  <a:pt x="145212" y="110755"/>
                  <a:pt x="135367" y="110755"/>
                </a:cubicBezTo>
                <a:cubicBezTo>
                  <a:pt x="121420" y="110755"/>
                  <a:pt x="101320" y="116088"/>
                  <a:pt x="90245" y="123061"/>
                </a:cubicBezTo>
                <a:lnTo>
                  <a:pt x="90245" y="28714"/>
                </a:lnTo>
                <a:cubicBezTo>
                  <a:pt x="101320" y="21741"/>
                  <a:pt x="121420" y="16408"/>
                  <a:pt x="135367" y="16408"/>
                </a:cubicBezTo>
                <a:cubicBezTo>
                  <a:pt x="145212" y="16408"/>
                  <a:pt x="155057" y="17639"/>
                  <a:pt x="164082" y="20510"/>
                </a:cubicBezTo>
                <a:lnTo>
                  <a:pt x="164082" y="114857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121" name="!!text-5v1" descr="Google Books"/>
          <p:cNvSpPr txBox="1"/>
          <p:nvPr/>
        </p:nvSpPr>
        <p:spPr>
          <a:xfrm>
            <a:off x="9485058" y="4216444"/>
            <a:ext cx="1167281" cy="24073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09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Google Books</a:t>
            </a:r>
            <a:endParaRPr lang="zh-TW" sz="1309"/>
          </a:p>
        </p:txBody>
      </p:sp>
      <p:sp>
        <p:nvSpPr>
          <p:cNvPr id="122" name="!!text-5vd" descr="書目資料"/>
          <p:cNvSpPr txBox="1"/>
          <p:nvPr/>
        </p:nvSpPr>
        <p:spPr>
          <a:xfrm>
            <a:off x="9485058" y="4463525"/>
            <a:ext cx="604915" cy="20370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08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書目資料</a:t>
            </a:r>
            <a:endParaRPr lang="zh-TW" sz="1108"/>
          </a:p>
        </p:txBody>
      </p:sp>
      <p:sp>
        <p:nvSpPr>
          <p:cNvPr id="123" name="!!path-9ic"/>
          <p:cNvSpPr/>
          <p:nvPr/>
        </p:nvSpPr>
        <p:spPr>
          <a:xfrm>
            <a:off x="381000" y="306527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24" name="!!path-9id"/>
          <p:cNvSpPr/>
          <p:nvPr/>
        </p:nvSpPr>
        <p:spPr>
          <a:xfrm>
            <a:off x="381000" y="308153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25" name="!!path-9ie"/>
          <p:cNvSpPr/>
          <p:nvPr/>
        </p:nvSpPr>
        <p:spPr>
          <a:xfrm>
            <a:off x="381000" y="309778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26" name="!!path-9if"/>
          <p:cNvSpPr/>
          <p:nvPr/>
        </p:nvSpPr>
        <p:spPr>
          <a:xfrm>
            <a:off x="381000" y="311404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27" name="!!path-9ig"/>
          <p:cNvSpPr/>
          <p:nvPr/>
        </p:nvSpPr>
        <p:spPr>
          <a:xfrm>
            <a:off x="381000" y="313030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28" name="!!path-9ih"/>
          <p:cNvSpPr/>
          <p:nvPr/>
        </p:nvSpPr>
        <p:spPr>
          <a:xfrm>
            <a:off x="381000" y="314655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29" name="!!path-9ii"/>
          <p:cNvSpPr/>
          <p:nvPr/>
        </p:nvSpPr>
        <p:spPr>
          <a:xfrm>
            <a:off x="381000" y="316281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30" name="!!path-9ij"/>
          <p:cNvSpPr/>
          <p:nvPr/>
        </p:nvSpPr>
        <p:spPr>
          <a:xfrm>
            <a:off x="381000" y="317906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31" name="!!path-9ik"/>
          <p:cNvSpPr/>
          <p:nvPr/>
        </p:nvSpPr>
        <p:spPr>
          <a:xfrm>
            <a:off x="419608" y="269342"/>
            <a:ext cx="128422" cy="122936"/>
          </a:xfrm>
          <a:custGeom>
            <a:avLst/>
            <a:gdLst/>
            <a:ahLst/>
            <a:cxnLst/>
            <a:rect l="l" t="t" r="r" b="b"/>
            <a:pathLst>
              <a:path w="128422" h="122936">
                <a:moveTo>
                  <a:pt x="0" y="17678"/>
                </a:moveTo>
                <a:lnTo>
                  <a:pt x="8128" y="5080"/>
                </a:lnTo>
                <a:cubicBezTo>
                  <a:pt x="32512" y="0"/>
                  <a:pt x="73152" y="7112"/>
                  <a:pt x="101600" y="26416"/>
                </a:cubicBezTo>
                <a:cubicBezTo>
                  <a:pt x="116840" y="37186"/>
                  <a:pt x="124968" y="49784"/>
                  <a:pt x="128422" y="62992"/>
                </a:cubicBezTo>
                <a:lnTo>
                  <a:pt x="128422" y="122936"/>
                </a:lnTo>
                <a:lnTo>
                  <a:pt x="0" y="1229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32" name="!!path-9il"/>
          <p:cNvSpPr/>
          <p:nvPr/>
        </p:nvSpPr>
        <p:spPr>
          <a:xfrm>
            <a:off x="419608" y="269342"/>
            <a:ext cx="128422" cy="62992"/>
          </a:xfrm>
          <a:custGeom>
            <a:avLst/>
            <a:gdLst/>
            <a:ahLst/>
            <a:cxnLst/>
            <a:rect l="l" t="t" r="r" b="b"/>
            <a:pathLst>
              <a:path w="128422" h="62992" fill="none">
                <a:moveTo>
                  <a:pt x="128422" y="62992"/>
                </a:moveTo>
                <a:cubicBezTo>
                  <a:pt x="124968" y="49784"/>
                  <a:pt x="116840" y="37186"/>
                  <a:pt x="101600" y="26416"/>
                </a:cubicBezTo>
                <a:cubicBezTo>
                  <a:pt x="73152" y="7112"/>
                  <a:pt x="32512" y="0"/>
                  <a:pt x="8128" y="5080"/>
                </a:cubicBezTo>
                <a:lnTo>
                  <a:pt x="0" y="1767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33" name="!!path-9im"/>
          <p:cNvSpPr/>
          <p:nvPr/>
        </p:nvSpPr>
        <p:spPr>
          <a:xfrm>
            <a:off x="407010" y="281534"/>
            <a:ext cx="141021" cy="110744"/>
          </a:xfrm>
          <a:custGeom>
            <a:avLst/>
            <a:gdLst/>
            <a:ahLst/>
            <a:cxnLst/>
            <a:rect l="l" t="t" r="r" b="b"/>
            <a:pathLst>
              <a:path w="141021" h="110744">
                <a:moveTo>
                  <a:pt x="0" y="22352"/>
                </a:moveTo>
                <a:lnTo>
                  <a:pt x="6502" y="6502"/>
                </a:lnTo>
                <a:cubicBezTo>
                  <a:pt x="36982" y="0"/>
                  <a:pt x="79654" y="7112"/>
                  <a:pt x="110134" y="25400"/>
                </a:cubicBezTo>
                <a:cubicBezTo>
                  <a:pt x="126390" y="35154"/>
                  <a:pt x="136550" y="49784"/>
                  <a:pt x="141021" y="62992"/>
                </a:cubicBezTo>
                <a:lnTo>
                  <a:pt x="141021" y="110744"/>
                </a:lnTo>
                <a:lnTo>
                  <a:pt x="0" y="110744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34" name="!!path-9in"/>
          <p:cNvSpPr/>
          <p:nvPr/>
        </p:nvSpPr>
        <p:spPr>
          <a:xfrm>
            <a:off x="407010" y="281534"/>
            <a:ext cx="141021" cy="62992"/>
          </a:xfrm>
          <a:custGeom>
            <a:avLst/>
            <a:gdLst/>
            <a:ahLst/>
            <a:cxnLst/>
            <a:rect l="l" t="t" r="r" b="b"/>
            <a:pathLst>
              <a:path w="141021" h="62992" fill="none">
                <a:moveTo>
                  <a:pt x="141021" y="62992"/>
                </a:moveTo>
                <a:cubicBezTo>
                  <a:pt x="136550" y="49784"/>
                  <a:pt x="126390" y="35154"/>
                  <a:pt x="110134" y="25400"/>
                </a:cubicBezTo>
                <a:cubicBezTo>
                  <a:pt x="79654" y="7112"/>
                  <a:pt x="36982" y="0"/>
                  <a:pt x="6502" y="6502"/>
                </a:cubicBezTo>
                <a:lnTo>
                  <a:pt x="0" y="22352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35" name="!!path-9io"/>
          <p:cNvSpPr/>
          <p:nvPr/>
        </p:nvSpPr>
        <p:spPr>
          <a:xfrm>
            <a:off x="395834" y="294742"/>
            <a:ext cx="151790" cy="97536"/>
          </a:xfrm>
          <a:custGeom>
            <a:avLst/>
            <a:gdLst/>
            <a:ahLst/>
            <a:cxnLst/>
            <a:rect l="l" t="t" r="r" b="b"/>
            <a:pathLst>
              <a:path w="151790" h="97536">
                <a:moveTo>
                  <a:pt x="0" y="23165"/>
                </a:moveTo>
                <a:lnTo>
                  <a:pt x="3861" y="12598"/>
                </a:lnTo>
                <a:cubicBezTo>
                  <a:pt x="37998" y="0"/>
                  <a:pt x="84734" y="5080"/>
                  <a:pt x="117246" y="21946"/>
                </a:cubicBezTo>
                <a:cubicBezTo>
                  <a:pt x="135534" y="31496"/>
                  <a:pt x="146710" y="43688"/>
                  <a:pt x="151790" y="55270"/>
                </a:cubicBezTo>
                <a:lnTo>
                  <a:pt x="151790" y="97536"/>
                </a:lnTo>
                <a:lnTo>
                  <a:pt x="0" y="975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36" name="!!path-9ip"/>
          <p:cNvSpPr/>
          <p:nvPr/>
        </p:nvSpPr>
        <p:spPr>
          <a:xfrm>
            <a:off x="395834" y="294742"/>
            <a:ext cx="151790" cy="55270"/>
          </a:xfrm>
          <a:custGeom>
            <a:avLst/>
            <a:gdLst/>
            <a:ahLst/>
            <a:cxnLst/>
            <a:rect l="l" t="t" r="r" b="b"/>
            <a:pathLst>
              <a:path w="151790" h="55270" fill="none">
                <a:moveTo>
                  <a:pt x="151790" y="55270"/>
                </a:moveTo>
                <a:cubicBezTo>
                  <a:pt x="146710" y="43688"/>
                  <a:pt x="135534" y="31496"/>
                  <a:pt x="117246" y="21946"/>
                </a:cubicBezTo>
                <a:cubicBezTo>
                  <a:pt x="84734" y="5080"/>
                  <a:pt x="37998" y="0"/>
                  <a:pt x="3861" y="12598"/>
                </a:cubicBezTo>
                <a:lnTo>
                  <a:pt x="0" y="23165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37" name="!!path-9iq"/>
          <p:cNvSpPr/>
          <p:nvPr/>
        </p:nvSpPr>
        <p:spPr>
          <a:xfrm>
            <a:off x="548234" y="264262"/>
            <a:ext cx="120294" cy="128016"/>
          </a:xfrm>
          <a:custGeom>
            <a:avLst/>
            <a:gdLst/>
            <a:ahLst/>
            <a:cxnLst/>
            <a:rect l="l" t="t" r="r" b="b"/>
            <a:pathLst>
              <a:path w="120294" h="128016">
                <a:moveTo>
                  <a:pt x="120294" y="18288"/>
                </a:moveTo>
                <a:lnTo>
                  <a:pt x="113589" y="4470"/>
                </a:lnTo>
                <a:cubicBezTo>
                  <a:pt x="86766" y="0"/>
                  <a:pt x="44094" y="10160"/>
                  <a:pt x="17678" y="30480"/>
                </a:cubicBezTo>
                <a:cubicBezTo>
                  <a:pt x="6502" y="39624"/>
                  <a:pt x="1422" y="52832"/>
                  <a:pt x="0" y="67056"/>
                </a:cubicBezTo>
                <a:lnTo>
                  <a:pt x="0" y="128016"/>
                </a:lnTo>
                <a:lnTo>
                  <a:pt x="120294" y="12801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38" name="!!path-9ir"/>
          <p:cNvSpPr/>
          <p:nvPr/>
        </p:nvSpPr>
        <p:spPr>
          <a:xfrm>
            <a:off x="548234" y="264262"/>
            <a:ext cx="120294" cy="67056"/>
          </a:xfrm>
          <a:custGeom>
            <a:avLst/>
            <a:gdLst/>
            <a:ahLst/>
            <a:cxnLst/>
            <a:rect l="l" t="t" r="r" b="b"/>
            <a:pathLst>
              <a:path w="120294" h="67056" fill="none">
                <a:moveTo>
                  <a:pt x="0" y="67056"/>
                </a:moveTo>
                <a:cubicBezTo>
                  <a:pt x="1422" y="52832"/>
                  <a:pt x="6502" y="39624"/>
                  <a:pt x="17678" y="30480"/>
                </a:cubicBezTo>
                <a:cubicBezTo>
                  <a:pt x="44094" y="10160"/>
                  <a:pt x="86766" y="0"/>
                  <a:pt x="113589" y="4470"/>
                </a:cubicBezTo>
                <a:lnTo>
                  <a:pt x="120294" y="1828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39" name="!!path-9is"/>
          <p:cNvSpPr/>
          <p:nvPr/>
        </p:nvSpPr>
        <p:spPr>
          <a:xfrm>
            <a:off x="548437" y="279502"/>
            <a:ext cx="133299" cy="112776"/>
          </a:xfrm>
          <a:custGeom>
            <a:avLst/>
            <a:gdLst/>
            <a:ahLst/>
            <a:cxnLst/>
            <a:rect l="l" t="t" r="r" b="b"/>
            <a:pathLst>
              <a:path w="133299" h="112776">
                <a:moveTo>
                  <a:pt x="133299" y="19710"/>
                </a:moveTo>
                <a:lnTo>
                  <a:pt x="127203" y="3048"/>
                </a:lnTo>
                <a:cubicBezTo>
                  <a:pt x="94691" y="0"/>
                  <a:pt x="54051" y="11176"/>
                  <a:pt x="27635" y="30683"/>
                </a:cubicBezTo>
                <a:cubicBezTo>
                  <a:pt x="13411" y="41250"/>
                  <a:pt x="4267" y="53848"/>
                  <a:pt x="0" y="65024"/>
                </a:cubicBezTo>
                <a:lnTo>
                  <a:pt x="0" y="112776"/>
                </a:lnTo>
                <a:lnTo>
                  <a:pt x="133299" y="11277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40" name="!!path-9it"/>
          <p:cNvSpPr/>
          <p:nvPr/>
        </p:nvSpPr>
        <p:spPr>
          <a:xfrm>
            <a:off x="548437" y="279502"/>
            <a:ext cx="133299" cy="65024"/>
          </a:xfrm>
          <a:custGeom>
            <a:avLst/>
            <a:gdLst/>
            <a:ahLst/>
            <a:cxnLst/>
            <a:rect l="l" t="t" r="r" b="b"/>
            <a:pathLst>
              <a:path w="133299" h="65024" fill="none">
                <a:moveTo>
                  <a:pt x="0" y="65024"/>
                </a:moveTo>
                <a:cubicBezTo>
                  <a:pt x="4267" y="53848"/>
                  <a:pt x="13411" y="41250"/>
                  <a:pt x="27635" y="30683"/>
                </a:cubicBezTo>
                <a:cubicBezTo>
                  <a:pt x="54051" y="11176"/>
                  <a:pt x="94691" y="0"/>
                  <a:pt x="127203" y="3048"/>
                </a:cubicBezTo>
                <a:lnTo>
                  <a:pt x="133299" y="19710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41" name="!!path-9iu"/>
          <p:cNvSpPr/>
          <p:nvPr/>
        </p:nvSpPr>
        <p:spPr>
          <a:xfrm>
            <a:off x="548843" y="293726"/>
            <a:ext cx="142646" cy="98552"/>
          </a:xfrm>
          <a:custGeom>
            <a:avLst/>
            <a:gdLst/>
            <a:ahLst/>
            <a:cxnLst/>
            <a:rect l="l" t="t" r="r" b="b"/>
            <a:pathLst>
              <a:path w="142646" h="98552">
                <a:moveTo>
                  <a:pt x="142646" y="18898"/>
                </a:moveTo>
                <a:lnTo>
                  <a:pt x="139802" y="8738"/>
                </a:lnTo>
                <a:cubicBezTo>
                  <a:pt x="106477" y="0"/>
                  <a:pt x="63805" y="5080"/>
                  <a:pt x="35357" y="19304"/>
                </a:cubicBezTo>
                <a:cubicBezTo>
                  <a:pt x="17069" y="28448"/>
                  <a:pt x="5893" y="42672"/>
                  <a:pt x="0" y="56286"/>
                </a:cubicBezTo>
                <a:lnTo>
                  <a:pt x="0" y="98552"/>
                </a:lnTo>
                <a:lnTo>
                  <a:pt x="142646" y="98552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42" name="!!path-9iv"/>
          <p:cNvSpPr/>
          <p:nvPr/>
        </p:nvSpPr>
        <p:spPr>
          <a:xfrm>
            <a:off x="548843" y="293726"/>
            <a:ext cx="142646" cy="56286"/>
          </a:xfrm>
          <a:custGeom>
            <a:avLst/>
            <a:gdLst/>
            <a:ahLst/>
            <a:cxnLst/>
            <a:rect l="l" t="t" r="r" b="b"/>
            <a:pathLst>
              <a:path w="142646" h="56286" fill="none">
                <a:moveTo>
                  <a:pt x="0" y="56286"/>
                </a:moveTo>
                <a:cubicBezTo>
                  <a:pt x="5893" y="42672"/>
                  <a:pt x="17069" y="28448"/>
                  <a:pt x="35357" y="19304"/>
                </a:cubicBezTo>
                <a:cubicBezTo>
                  <a:pt x="63805" y="5080"/>
                  <a:pt x="106477" y="0"/>
                  <a:pt x="139802" y="8738"/>
                </a:cubicBezTo>
                <a:lnTo>
                  <a:pt x="142646" y="1889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43" name="!!path-9iw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627D8D"/>
              </a:gs>
              <a:gs pos="21794">
                <a:srgbClr val="627D8D"/>
              </a:gs>
              <a:gs pos="55376">
                <a:srgbClr val="627D8D"/>
              </a:gs>
              <a:gs pos="96421">
                <a:srgbClr val="98ABB7"/>
              </a:gs>
              <a:gs pos="100000">
                <a:srgbClr val="98ABB7"/>
              </a:gs>
            </a:gsLst>
            <a:lin ang="1983350" scaled="0"/>
          </a:gradFill>
          <a:ln>
            <a:noFill/>
          </a:ln>
        </p:spPr>
      </p:sp>
      <p:sp>
        <p:nvSpPr>
          <p:cNvPr id="144" name="!!path-9ix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0000"/>
                </a:srgbClr>
              </a:gs>
              <a:gs pos="4764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83333" t="79291" r="16667" b="20709"/>
            </a:path>
          </a:gradFill>
          <a:ln>
            <a:noFill/>
          </a:ln>
        </p:spPr>
      </p:sp>
      <p:sp>
        <p:nvSpPr>
          <p:cNvPr id="145" name="!!line-9iy"/>
          <p:cNvSpPr/>
          <p:nvPr/>
        </p:nvSpPr>
        <p:spPr>
          <a:xfrm>
            <a:off x="549046" y="363017"/>
            <a:ext cx="1" cy="153619"/>
          </a:xfrm>
          <a:custGeom>
            <a:avLst/>
            <a:gdLst/>
            <a:ahLst/>
            <a:cxnLst/>
            <a:rect l="l" t="t" r="r" b="b"/>
            <a:pathLst>
              <a:path w="1" h="153619">
                <a:moveTo>
                  <a:pt x="0" y="0"/>
                </a:moveTo>
                <a:lnTo>
                  <a:pt x="0" y="153619"/>
                </a:lnTo>
              </a:path>
            </a:pathLst>
          </a:custGeom>
          <a:solidFill>
            <a:srgbClr val="000000"/>
          </a:solidFill>
          <a:ln w="6909" cap="rnd">
            <a:solidFill>
              <a:srgbClr val="C9D3D9"/>
            </a:solidFill>
            <a:prstDash val="solid"/>
            <a:miter lim="800000"/>
          </a:ln>
        </p:spPr>
      </p:sp>
      <p:sp>
        <p:nvSpPr>
          <p:cNvPr id="146" name="!!path-9iz"/>
          <p:cNvSpPr/>
          <p:nvPr/>
        </p:nvSpPr>
        <p:spPr>
          <a:xfrm>
            <a:off x="657962" y="442062"/>
            <a:ext cx="25400" cy="37998"/>
          </a:xfrm>
          <a:custGeom>
            <a:avLst/>
            <a:gdLst/>
            <a:ahLst/>
            <a:cxnLst/>
            <a:rect l="l" t="t" r="r" b="b"/>
            <a:pathLst>
              <a:path w="25400" h="37998">
                <a:moveTo>
                  <a:pt x="0" y="2642"/>
                </a:moveTo>
                <a:lnTo>
                  <a:pt x="15240" y="0"/>
                </a:lnTo>
                <a:lnTo>
                  <a:pt x="25400" y="37186"/>
                </a:lnTo>
                <a:lnTo>
                  <a:pt x="7518" y="37998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 w="1016" cap="flat">
            <a:solidFill>
              <a:srgbClr val="FFFFFF">
                <a:alpha val="55000"/>
              </a:srgbClr>
            </a:solidFill>
            <a:prstDash val="solid"/>
            <a:round/>
          </a:ln>
        </p:spPr>
      </p:sp>
      <p:sp>
        <p:nvSpPr>
          <p:cNvPr id="147" name="!!text-9j0" descr="救「舊」我的書"/>
          <p:cNvSpPr txBox="1"/>
          <p:nvPr/>
        </p:nvSpPr>
        <p:spPr>
          <a:xfrm>
            <a:off x="805879" y="251460"/>
            <a:ext cx="1120140" cy="25745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400" b="1" kern="0" spc="-70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救</a:t>
            </a:r>
            <a:r>
              <a:rPr lang="zh-TW" altLang="en-US" sz="14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「舊</a:t>
            </a:r>
            <a:r>
              <a:rPr lang="zh-TW" altLang="en-US" sz="1400" b="1" kern="0" spc="-70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」</a:t>
            </a:r>
            <a:r>
              <a:rPr lang="zh-TW" altLang="en-US" sz="14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我的書</a:t>
            </a:r>
            <a:endParaRPr lang="zh-TW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fast" p14:dur="2200" advTm="0">
        <p159:morph option="byObject"/>
      </p:transition>
    </mc:Choice>
    <mc:Fallback>
      <p:transition spd="fast" advTm="0">
        <p:fade/>
      </p:transition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147.3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rect-1q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7"/>
          </a:solidFill>
          <a:ln>
            <a:noFill/>
          </a:ln>
        </p:spPr>
      </p:sp>
      <p:sp>
        <p:nvSpPr>
          <p:cNvPr id="3" name="!!ellipse-1q2"/>
          <p:cNvSpPr/>
          <p:nvPr/>
        </p:nvSpPr>
        <p:spPr>
          <a:xfrm>
            <a:off x="-889000" y="-952500"/>
            <a:ext cx="13970000" cy="7874000"/>
          </a:xfrm>
          <a:prstGeom prst="ellipse">
            <a:avLst/>
          </a:prstGeom>
          <a:gradFill rotWithShape="1">
            <a:gsLst>
              <a:gs pos="0">
                <a:srgbClr val="FFFFFF">
                  <a:alpha val="95000"/>
                </a:srgbClr>
              </a:gs>
              <a:gs pos="40865">
                <a:srgbClr val="FFFFFF">
                  <a:alpha val="35000"/>
                </a:srgbClr>
              </a:gs>
              <a:gs pos="68108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!!rect-1q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P1"/>
            <a:srcRect/>
            <a:tile tx="194414" ty="192462" sx="16667" sy="16667" flip="none" algn="tl"/>
          </a:blipFill>
          <a:ln>
            <a:noFill/>
          </a:ln>
        </p:spPr>
      </p:sp>
      <p:sp>
        <p:nvSpPr>
          <p:cNvPr id="5" name="!!circle-1ql"/>
          <p:cNvSpPr/>
          <p:nvPr/>
        </p:nvSpPr>
        <p:spPr>
          <a:xfrm>
            <a:off x="2429031" y="-1866017"/>
            <a:ext cx="1943316" cy="1943316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" name="!!circle-1qu"/>
          <p:cNvSpPr/>
          <p:nvPr/>
        </p:nvSpPr>
        <p:spPr>
          <a:xfrm>
            <a:off x="1627218" y="-136233"/>
            <a:ext cx="2335771" cy="2335771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7" name="!!circle-1qz"/>
          <p:cNvSpPr/>
          <p:nvPr/>
        </p:nvSpPr>
        <p:spPr>
          <a:xfrm>
            <a:off x="9092653" y="5808872"/>
            <a:ext cx="1671714" cy="1671714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8" name="!!circle-1ri"/>
          <p:cNvSpPr/>
          <p:nvPr/>
        </p:nvSpPr>
        <p:spPr>
          <a:xfrm>
            <a:off x="8666529" y="3916458"/>
            <a:ext cx="2223008" cy="2223008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9" name="!!rect-1sh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5F7">
                  <a:alpha val="0"/>
                </a:srgbClr>
              </a:gs>
              <a:gs pos="20428">
                <a:srgbClr val="F3F5F7">
                  <a:alpha val="0"/>
                </a:srgbClr>
              </a:gs>
              <a:gs pos="66730">
                <a:srgbClr val="F3F5F7"/>
              </a:gs>
              <a:gs pos="100000">
                <a:srgbClr val="F3F5F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0" name="!!circle-1sm"/>
          <p:cNvSpPr/>
          <p:nvPr/>
        </p:nvSpPr>
        <p:spPr>
          <a:xfrm>
            <a:off x="5543961" y="1207029"/>
            <a:ext cx="36055" cy="36055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11" name="!!circle-1sp"/>
          <p:cNvSpPr/>
          <p:nvPr/>
        </p:nvSpPr>
        <p:spPr>
          <a:xfrm>
            <a:off x="9315988" y="3097514"/>
            <a:ext cx="24295" cy="24295"/>
          </a:xfrm>
          <a:prstGeom prst="ellipse">
            <a:avLst/>
          </a:prstGeom>
          <a:solidFill>
            <a:srgbClr val="627D8D">
              <a:alpha val="18100"/>
            </a:srgbClr>
          </a:solidFill>
          <a:ln>
            <a:noFill/>
          </a:ln>
        </p:spPr>
      </p:sp>
      <p:sp>
        <p:nvSpPr>
          <p:cNvPr id="12" name="!!circle-1ss"/>
          <p:cNvSpPr/>
          <p:nvPr/>
        </p:nvSpPr>
        <p:spPr>
          <a:xfrm>
            <a:off x="3473183" y="6321087"/>
            <a:ext cx="25959" cy="25959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13" name="!!circle-1sv"/>
          <p:cNvSpPr/>
          <p:nvPr/>
        </p:nvSpPr>
        <p:spPr>
          <a:xfrm>
            <a:off x="2014296" y="1687393"/>
            <a:ext cx="35878" cy="35878"/>
          </a:xfrm>
          <a:prstGeom prst="ellipse">
            <a:avLst/>
          </a:prstGeom>
          <a:solidFill>
            <a:srgbClr val="627D8D">
              <a:alpha val="26800"/>
            </a:srgbClr>
          </a:solidFill>
          <a:ln>
            <a:noFill/>
          </a:ln>
        </p:spPr>
      </p:sp>
      <p:sp>
        <p:nvSpPr>
          <p:cNvPr id="14" name="!!circle-1sy"/>
          <p:cNvSpPr/>
          <p:nvPr/>
        </p:nvSpPr>
        <p:spPr>
          <a:xfrm>
            <a:off x="6880478" y="3561984"/>
            <a:ext cx="40234" cy="40234"/>
          </a:xfrm>
          <a:prstGeom prst="ellipse">
            <a:avLst/>
          </a:prstGeom>
          <a:solidFill>
            <a:srgbClr val="627D8D">
              <a:alpha val="31300"/>
            </a:srgbClr>
          </a:solidFill>
          <a:ln>
            <a:noFill/>
          </a:ln>
        </p:spPr>
      </p:sp>
      <p:sp>
        <p:nvSpPr>
          <p:cNvPr id="15" name="!!circle-1t4"/>
          <p:cNvSpPr/>
          <p:nvPr/>
        </p:nvSpPr>
        <p:spPr>
          <a:xfrm>
            <a:off x="1217857" y="4681794"/>
            <a:ext cx="29959" cy="29959"/>
          </a:xfrm>
          <a:prstGeom prst="ellipse">
            <a:avLst/>
          </a:prstGeom>
          <a:solidFill>
            <a:srgbClr val="627D8D">
              <a:alpha val="19400"/>
            </a:srgbClr>
          </a:solidFill>
          <a:ln>
            <a:noFill/>
          </a:ln>
        </p:spPr>
      </p:sp>
      <p:sp>
        <p:nvSpPr>
          <p:cNvPr id="16" name="!!circle-1t7"/>
          <p:cNvSpPr/>
          <p:nvPr/>
        </p:nvSpPr>
        <p:spPr>
          <a:xfrm>
            <a:off x="8429680" y="4370278"/>
            <a:ext cx="28702" cy="28702"/>
          </a:xfrm>
          <a:prstGeom prst="ellipse">
            <a:avLst/>
          </a:prstGeom>
          <a:solidFill>
            <a:srgbClr val="627D8D">
              <a:alpha val="17800"/>
            </a:srgbClr>
          </a:solidFill>
          <a:ln>
            <a:noFill/>
          </a:ln>
        </p:spPr>
      </p:sp>
      <p:sp>
        <p:nvSpPr>
          <p:cNvPr id="17" name="!!circle-1ta"/>
          <p:cNvSpPr/>
          <p:nvPr/>
        </p:nvSpPr>
        <p:spPr>
          <a:xfrm>
            <a:off x="10957434" y="1722676"/>
            <a:ext cx="24066" cy="24066"/>
          </a:xfrm>
          <a:prstGeom prst="ellipse">
            <a:avLst/>
          </a:prstGeom>
          <a:solidFill>
            <a:srgbClr val="627D8D">
              <a:alpha val="23900"/>
            </a:srgbClr>
          </a:solidFill>
          <a:ln>
            <a:noFill/>
          </a:ln>
        </p:spPr>
      </p:sp>
      <p:sp>
        <p:nvSpPr>
          <p:cNvPr id="18" name="!!circle-1td"/>
          <p:cNvSpPr/>
          <p:nvPr/>
        </p:nvSpPr>
        <p:spPr>
          <a:xfrm>
            <a:off x="8473771" y="5597892"/>
            <a:ext cx="35865" cy="35865"/>
          </a:xfrm>
          <a:prstGeom prst="ellipse">
            <a:avLst/>
          </a:prstGeom>
          <a:solidFill>
            <a:srgbClr val="627D8D">
              <a:alpha val="28200"/>
            </a:srgbClr>
          </a:solidFill>
          <a:ln>
            <a:noFill/>
          </a:ln>
        </p:spPr>
      </p:sp>
      <p:sp>
        <p:nvSpPr>
          <p:cNvPr id="19" name="!!circle-1tg"/>
          <p:cNvSpPr/>
          <p:nvPr/>
        </p:nvSpPr>
        <p:spPr>
          <a:xfrm>
            <a:off x="1527510" y="2694636"/>
            <a:ext cx="39218" cy="39218"/>
          </a:xfrm>
          <a:prstGeom prst="ellipse">
            <a:avLst/>
          </a:prstGeom>
          <a:solidFill>
            <a:srgbClr val="627D8D">
              <a:alpha val="29600"/>
            </a:srgbClr>
          </a:solidFill>
          <a:ln>
            <a:noFill/>
          </a:ln>
        </p:spPr>
      </p:sp>
      <p:sp>
        <p:nvSpPr>
          <p:cNvPr id="20" name="!!circle-1tj"/>
          <p:cNvSpPr/>
          <p:nvPr/>
        </p:nvSpPr>
        <p:spPr>
          <a:xfrm>
            <a:off x="7044298" y="5766310"/>
            <a:ext cx="49733" cy="49733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1" name="!!circle-1tm"/>
          <p:cNvSpPr/>
          <p:nvPr/>
        </p:nvSpPr>
        <p:spPr>
          <a:xfrm>
            <a:off x="6440687" y="1454787"/>
            <a:ext cx="41694" cy="41694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2" name="!!circle-1tp"/>
          <p:cNvSpPr/>
          <p:nvPr/>
        </p:nvSpPr>
        <p:spPr>
          <a:xfrm>
            <a:off x="6800079" y="4867053"/>
            <a:ext cx="31979" cy="31979"/>
          </a:xfrm>
          <a:prstGeom prst="ellipse">
            <a:avLst/>
          </a:prstGeom>
          <a:solidFill>
            <a:srgbClr val="627D8D">
              <a:alpha val="24100"/>
            </a:srgbClr>
          </a:solidFill>
          <a:ln>
            <a:noFill/>
          </a:ln>
        </p:spPr>
      </p:sp>
      <p:sp>
        <p:nvSpPr>
          <p:cNvPr id="23" name="!!circle-1ts"/>
          <p:cNvSpPr/>
          <p:nvPr/>
        </p:nvSpPr>
        <p:spPr>
          <a:xfrm>
            <a:off x="3918065" y="707326"/>
            <a:ext cx="18085" cy="18085"/>
          </a:xfrm>
          <a:prstGeom prst="ellipse">
            <a:avLst/>
          </a:prstGeom>
          <a:solidFill>
            <a:srgbClr val="627D8D">
              <a:alpha val="10500"/>
            </a:srgbClr>
          </a:solidFill>
          <a:ln>
            <a:noFill/>
          </a:ln>
        </p:spPr>
      </p:sp>
      <p:sp>
        <p:nvSpPr>
          <p:cNvPr id="24" name="!!circle-1ty"/>
          <p:cNvSpPr/>
          <p:nvPr/>
        </p:nvSpPr>
        <p:spPr>
          <a:xfrm>
            <a:off x="3487097" y="6063237"/>
            <a:ext cx="39243" cy="39243"/>
          </a:xfrm>
          <a:prstGeom prst="ellipse">
            <a:avLst/>
          </a:prstGeom>
          <a:solidFill>
            <a:srgbClr val="627D8D">
              <a:alpha val="27700"/>
            </a:srgbClr>
          </a:solidFill>
          <a:ln>
            <a:noFill/>
          </a:ln>
        </p:spPr>
      </p:sp>
      <p:sp>
        <p:nvSpPr>
          <p:cNvPr id="25" name="!!circle-1u1"/>
          <p:cNvSpPr/>
          <p:nvPr/>
        </p:nvSpPr>
        <p:spPr>
          <a:xfrm>
            <a:off x="1641293" y="6449535"/>
            <a:ext cx="34519" cy="34519"/>
          </a:xfrm>
          <a:prstGeom prst="ellipse">
            <a:avLst/>
          </a:prstGeom>
          <a:solidFill>
            <a:srgbClr val="627D8D">
              <a:alpha val="22500"/>
            </a:srgbClr>
          </a:solidFill>
          <a:ln>
            <a:noFill/>
          </a:ln>
        </p:spPr>
      </p:sp>
      <p:sp>
        <p:nvSpPr>
          <p:cNvPr id="26" name="!!circle-1u4"/>
          <p:cNvSpPr/>
          <p:nvPr/>
        </p:nvSpPr>
        <p:spPr>
          <a:xfrm>
            <a:off x="2719667" y="4850927"/>
            <a:ext cx="46228" cy="46228"/>
          </a:xfrm>
          <a:prstGeom prst="ellipse">
            <a:avLst/>
          </a:prstGeom>
          <a:solidFill>
            <a:srgbClr val="627D8D">
              <a:alpha val="26200"/>
            </a:srgbClr>
          </a:solidFill>
          <a:ln>
            <a:noFill/>
          </a:ln>
        </p:spPr>
      </p:sp>
      <p:sp>
        <p:nvSpPr>
          <p:cNvPr id="27" name="!!circle-1u7"/>
          <p:cNvSpPr/>
          <p:nvPr/>
        </p:nvSpPr>
        <p:spPr>
          <a:xfrm>
            <a:off x="7433908" y="4625539"/>
            <a:ext cx="49327" cy="49327"/>
          </a:xfrm>
          <a:prstGeom prst="ellipse">
            <a:avLst/>
          </a:prstGeom>
          <a:solidFill>
            <a:srgbClr val="627D8D">
              <a:alpha val="20800"/>
            </a:srgbClr>
          </a:solidFill>
          <a:ln>
            <a:noFill/>
          </a:ln>
        </p:spPr>
      </p:sp>
      <p:sp>
        <p:nvSpPr>
          <p:cNvPr id="28" name="!!circle-1ua"/>
          <p:cNvSpPr/>
          <p:nvPr/>
        </p:nvSpPr>
        <p:spPr>
          <a:xfrm>
            <a:off x="9698045" y="5267445"/>
            <a:ext cx="24054" cy="24054"/>
          </a:xfrm>
          <a:prstGeom prst="ellipse">
            <a:avLst/>
          </a:prstGeom>
          <a:solidFill>
            <a:srgbClr val="627D8D">
              <a:alpha val="22200"/>
            </a:srgbClr>
          </a:solidFill>
          <a:ln>
            <a:noFill/>
          </a:ln>
        </p:spPr>
      </p:sp>
      <p:sp>
        <p:nvSpPr>
          <p:cNvPr id="29" name="!!circle-1ud"/>
          <p:cNvSpPr/>
          <p:nvPr/>
        </p:nvSpPr>
        <p:spPr>
          <a:xfrm>
            <a:off x="2004309" y="1344198"/>
            <a:ext cx="32271" cy="32271"/>
          </a:xfrm>
          <a:prstGeom prst="ellipse">
            <a:avLst/>
          </a:prstGeom>
          <a:solidFill>
            <a:srgbClr val="627D8D">
              <a:alpha val="20500"/>
            </a:srgbClr>
          </a:solidFill>
          <a:ln>
            <a:noFill/>
          </a:ln>
        </p:spPr>
      </p:sp>
      <p:sp>
        <p:nvSpPr>
          <p:cNvPr id="30" name="!!circle-1uj"/>
          <p:cNvSpPr/>
          <p:nvPr/>
        </p:nvSpPr>
        <p:spPr>
          <a:xfrm>
            <a:off x="2060057" y="2261743"/>
            <a:ext cx="34252" cy="34252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31" name="!!circle-1um"/>
          <p:cNvSpPr/>
          <p:nvPr/>
        </p:nvSpPr>
        <p:spPr>
          <a:xfrm>
            <a:off x="9596960" y="4047429"/>
            <a:ext cx="44196" cy="44196"/>
          </a:xfrm>
          <a:prstGeom prst="ellipse">
            <a:avLst/>
          </a:prstGeom>
          <a:solidFill>
            <a:srgbClr val="627D8D">
              <a:alpha val="21700"/>
            </a:srgbClr>
          </a:solidFill>
          <a:ln>
            <a:noFill/>
          </a:ln>
        </p:spPr>
      </p:sp>
      <p:sp>
        <p:nvSpPr>
          <p:cNvPr id="32" name="!!circle-1up"/>
          <p:cNvSpPr/>
          <p:nvPr/>
        </p:nvSpPr>
        <p:spPr>
          <a:xfrm>
            <a:off x="6753966" y="1695452"/>
            <a:ext cx="35192" cy="35192"/>
          </a:xfrm>
          <a:prstGeom prst="ellipse">
            <a:avLst/>
          </a:prstGeom>
          <a:solidFill>
            <a:srgbClr val="627D8D">
              <a:alpha val="27100"/>
            </a:srgbClr>
          </a:solidFill>
          <a:ln>
            <a:noFill/>
          </a:ln>
        </p:spPr>
      </p:sp>
      <p:sp>
        <p:nvSpPr>
          <p:cNvPr id="33" name="!!circle-1us"/>
          <p:cNvSpPr/>
          <p:nvPr/>
        </p:nvSpPr>
        <p:spPr>
          <a:xfrm>
            <a:off x="10208630" y="5161642"/>
            <a:ext cx="43358" cy="43358"/>
          </a:xfrm>
          <a:prstGeom prst="ellipse">
            <a:avLst/>
          </a:prstGeom>
          <a:solidFill>
            <a:srgbClr val="627D8D">
              <a:alpha val="19500"/>
            </a:srgbClr>
          </a:solidFill>
          <a:ln>
            <a:noFill/>
          </a:ln>
        </p:spPr>
      </p:sp>
      <p:sp>
        <p:nvSpPr>
          <p:cNvPr id="34" name="!!circle-1uv"/>
          <p:cNvSpPr/>
          <p:nvPr/>
        </p:nvSpPr>
        <p:spPr>
          <a:xfrm>
            <a:off x="3216204" y="1937462"/>
            <a:ext cx="33528" cy="33528"/>
          </a:xfrm>
          <a:prstGeom prst="ellipse">
            <a:avLst/>
          </a:prstGeom>
          <a:solidFill>
            <a:srgbClr val="627D8D">
              <a:alpha val="28300"/>
            </a:srgbClr>
          </a:solidFill>
          <a:ln>
            <a:noFill/>
          </a:ln>
        </p:spPr>
      </p:sp>
      <p:sp>
        <p:nvSpPr>
          <p:cNvPr id="35" name="!!circle-1uy"/>
          <p:cNvSpPr/>
          <p:nvPr/>
        </p:nvSpPr>
        <p:spPr>
          <a:xfrm>
            <a:off x="6843333" y="2532218"/>
            <a:ext cx="28956" cy="28956"/>
          </a:xfrm>
          <a:prstGeom prst="ellipse">
            <a:avLst/>
          </a:prstGeom>
          <a:solidFill>
            <a:srgbClr val="627D8D">
              <a:alpha val="21800"/>
            </a:srgbClr>
          </a:solidFill>
          <a:ln>
            <a:noFill/>
          </a:ln>
        </p:spPr>
      </p:sp>
      <p:sp>
        <p:nvSpPr>
          <p:cNvPr id="36" name="!!circle-1v1"/>
          <p:cNvSpPr/>
          <p:nvPr/>
        </p:nvSpPr>
        <p:spPr>
          <a:xfrm>
            <a:off x="7024480" y="6191859"/>
            <a:ext cx="45555" cy="45555"/>
          </a:xfrm>
          <a:prstGeom prst="ellipse">
            <a:avLst/>
          </a:prstGeom>
          <a:solidFill>
            <a:srgbClr val="627D8D">
              <a:alpha val="20900"/>
            </a:srgbClr>
          </a:solidFill>
          <a:ln>
            <a:noFill/>
          </a:ln>
        </p:spPr>
      </p:sp>
      <p:sp>
        <p:nvSpPr>
          <p:cNvPr id="37" name="!!circle-1v4"/>
          <p:cNvSpPr/>
          <p:nvPr/>
        </p:nvSpPr>
        <p:spPr>
          <a:xfrm>
            <a:off x="11292985" y="3026639"/>
            <a:ext cx="39484" cy="39484"/>
          </a:xfrm>
          <a:prstGeom prst="ellipse">
            <a:avLst/>
          </a:prstGeom>
          <a:solidFill>
            <a:srgbClr val="627D8D">
              <a:alpha val="13600"/>
            </a:srgbClr>
          </a:solidFill>
          <a:ln>
            <a:noFill/>
          </a:ln>
        </p:spPr>
      </p:sp>
      <p:sp>
        <p:nvSpPr>
          <p:cNvPr id="38" name="!!circle-1v7"/>
          <p:cNvSpPr/>
          <p:nvPr/>
        </p:nvSpPr>
        <p:spPr>
          <a:xfrm>
            <a:off x="7483616" y="5554024"/>
            <a:ext cx="30455" cy="30455"/>
          </a:xfrm>
          <a:prstGeom prst="ellipse">
            <a:avLst/>
          </a:prstGeom>
          <a:solidFill>
            <a:srgbClr val="627D8D">
              <a:alpha val="16500"/>
            </a:srgbClr>
          </a:solidFill>
          <a:ln>
            <a:noFill/>
          </a:ln>
        </p:spPr>
      </p:sp>
      <p:sp>
        <p:nvSpPr>
          <p:cNvPr id="39" name="!!circle-1va"/>
          <p:cNvSpPr/>
          <p:nvPr/>
        </p:nvSpPr>
        <p:spPr>
          <a:xfrm>
            <a:off x="8990320" y="6316346"/>
            <a:ext cx="28257" cy="28257"/>
          </a:xfrm>
          <a:prstGeom prst="ellipse">
            <a:avLst/>
          </a:prstGeom>
          <a:solidFill>
            <a:srgbClr val="627D8D">
              <a:alpha val="15700"/>
            </a:srgbClr>
          </a:solidFill>
          <a:ln>
            <a:noFill/>
          </a:ln>
        </p:spPr>
      </p:sp>
      <p:sp>
        <p:nvSpPr>
          <p:cNvPr id="40" name="!!circle-1vd"/>
          <p:cNvSpPr/>
          <p:nvPr/>
        </p:nvSpPr>
        <p:spPr>
          <a:xfrm>
            <a:off x="11439697" y="4957294"/>
            <a:ext cx="45149" cy="45149"/>
          </a:xfrm>
          <a:prstGeom prst="ellipse">
            <a:avLst/>
          </a:prstGeom>
          <a:solidFill>
            <a:srgbClr val="627D8D">
              <a:alpha val="31200"/>
            </a:srgbClr>
          </a:solidFill>
          <a:ln>
            <a:noFill/>
          </a:ln>
        </p:spPr>
      </p:sp>
      <p:sp>
        <p:nvSpPr>
          <p:cNvPr id="41" name="!!circle-1vg"/>
          <p:cNvSpPr/>
          <p:nvPr/>
        </p:nvSpPr>
        <p:spPr>
          <a:xfrm>
            <a:off x="3474008" y="2899707"/>
            <a:ext cx="30696" cy="30696"/>
          </a:xfrm>
          <a:prstGeom prst="ellipse">
            <a:avLst/>
          </a:prstGeom>
          <a:solidFill>
            <a:srgbClr val="627D8D">
              <a:alpha val="25700"/>
            </a:srgbClr>
          </a:solidFill>
          <a:ln>
            <a:noFill/>
          </a:ln>
        </p:spPr>
      </p:sp>
      <p:sp>
        <p:nvSpPr>
          <p:cNvPr id="42" name="!!circle-1vj"/>
          <p:cNvSpPr/>
          <p:nvPr/>
        </p:nvSpPr>
        <p:spPr>
          <a:xfrm>
            <a:off x="8820701" y="3414979"/>
            <a:ext cx="37401" cy="37401"/>
          </a:xfrm>
          <a:prstGeom prst="ellipse">
            <a:avLst/>
          </a:prstGeom>
          <a:solidFill>
            <a:srgbClr val="627D8D">
              <a:alpha val="16000"/>
            </a:srgbClr>
          </a:solidFill>
          <a:ln>
            <a:noFill/>
          </a:ln>
        </p:spPr>
      </p:sp>
      <p:sp>
        <p:nvSpPr>
          <p:cNvPr id="43" name="!!circle-1vm"/>
          <p:cNvSpPr/>
          <p:nvPr/>
        </p:nvSpPr>
        <p:spPr>
          <a:xfrm>
            <a:off x="1826120" y="4309587"/>
            <a:ext cx="33096" cy="33096"/>
          </a:xfrm>
          <a:prstGeom prst="ellipse">
            <a:avLst/>
          </a:prstGeom>
          <a:solidFill>
            <a:srgbClr val="627D8D">
              <a:alpha val="22300"/>
            </a:srgbClr>
          </a:solidFill>
          <a:ln>
            <a:noFill/>
          </a:ln>
        </p:spPr>
      </p:sp>
      <p:sp>
        <p:nvSpPr>
          <p:cNvPr id="44" name="!!circle-1vp"/>
          <p:cNvSpPr/>
          <p:nvPr/>
        </p:nvSpPr>
        <p:spPr>
          <a:xfrm>
            <a:off x="11570678" y="431198"/>
            <a:ext cx="21145" cy="21145"/>
          </a:xfrm>
          <a:prstGeom prst="ellipse">
            <a:avLst/>
          </a:prstGeom>
          <a:solidFill>
            <a:srgbClr val="627D8D">
              <a:alpha val="16300"/>
            </a:srgbClr>
          </a:solidFill>
          <a:ln>
            <a:noFill/>
          </a:ln>
        </p:spPr>
      </p:sp>
      <p:sp>
        <p:nvSpPr>
          <p:cNvPr id="45" name="!!circle-1vs"/>
          <p:cNvSpPr/>
          <p:nvPr/>
        </p:nvSpPr>
        <p:spPr>
          <a:xfrm>
            <a:off x="11075331" y="5426260"/>
            <a:ext cx="35281" cy="35281"/>
          </a:xfrm>
          <a:prstGeom prst="ellipse">
            <a:avLst/>
          </a:prstGeom>
          <a:solidFill>
            <a:srgbClr val="627D8D">
              <a:alpha val="30000"/>
            </a:srgbClr>
          </a:solidFill>
          <a:ln>
            <a:noFill/>
          </a:ln>
        </p:spPr>
      </p:sp>
      <p:sp>
        <p:nvSpPr>
          <p:cNvPr id="46" name="!!text-5jx" descr="系統架構"/>
          <p:cNvSpPr txBox="1"/>
          <p:nvPr/>
        </p:nvSpPr>
        <p:spPr>
          <a:xfrm>
            <a:off x="635812" y="588024"/>
            <a:ext cx="720127" cy="22376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17" b="1" kern="0" spc="146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系統架</a:t>
            </a:r>
            <a:r>
              <a:rPr lang="zh-TW" altLang="en-US" sz="1217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構</a:t>
            </a:r>
            <a:endParaRPr lang="zh-TW" sz="1217"/>
          </a:p>
        </p:txBody>
      </p:sp>
      <p:sp>
        <p:nvSpPr>
          <p:cNvPr id="47" name="!!text-5k7" descr="從手機到書櫃，一套系統串起"/>
          <p:cNvSpPr txBox="1"/>
          <p:nvPr/>
        </p:nvSpPr>
        <p:spPr>
          <a:xfrm>
            <a:off x="635812" y="860518"/>
            <a:ext cx="5943363" cy="67129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3650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從手機到書</a:t>
            </a:r>
            <a:r>
              <a:rPr lang="zh-TW" altLang="en-US" sz="3650" kern="0" spc="-1095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櫃</a:t>
            </a:r>
            <a:r>
              <a:rPr lang="zh-TW" altLang="en-US" sz="3650" kern="0" spc="-657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，</a:t>
            </a:r>
            <a:r>
              <a:rPr lang="zh-TW" altLang="en-US" sz="3650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一套系統串起</a:t>
            </a:r>
            <a:endParaRPr lang="zh-TW" sz="3650"/>
          </a:p>
        </p:txBody>
      </p:sp>
      <p:sp>
        <p:nvSpPr>
          <p:cNvPr id="48" name="!!text-5kp" descr="App 與書櫃經 Cloudflare、NGINX 連到 Node.js 服務，資料存於 MariaDB。"/>
          <p:cNvSpPr txBox="1"/>
          <p:nvPr/>
        </p:nvSpPr>
        <p:spPr>
          <a:xfrm>
            <a:off x="635812" y="1586311"/>
            <a:ext cx="6621379" cy="27970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521" kern="0" dirty="0">
                <a:solidFill>
                  <a:srgbClr val="3F4A54"/>
                </a:solidFill>
                <a:latin typeface="Noto Sans TC Medium"/>
                <a:ea typeface="Noto Sans TC Medium"/>
                <a:cs typeface="Noto Sans TC Medium"/>
              </a:rPr>
              <a:t>App 與書櫃經 Cloudfla</a:t>
            </a:r>
            <a:r>
              <a:rPr lang="zh-TW" altLang="en-US" sz="1521" kern="0" spc="-23" dirty="0">
                <a:solidFill>
                  <a:srgbClr val="3F4A54"/>
                </a:solidFill>
                <a:latin typeface="Noto Sans TC Medium"/>
                <a:ea typeface="Noto Sans TC Medium"/>
                <a:cs typeface="Noto Sans TC Medium"/>
              </a:rPr>
              <a:t>r</a:t>
            </a:r>
            <a:r>
              <a:rPr lang="zh-TW" altLang="en-US" sz="1521" kern="0" dirty="0">
                <a:solidFill>
                  <a:srgbClr val="3F4A54"/>
                </a:solidFill>
                <a:latin typeface="Noto Sans TC Medium"/>
                <a:ea typeface="Noto Sans TC Medium"/>
                <a:cs typeface="Noto Sans TC Medium"/>
              </a:rPr>
              <a:t>e、NGINX 連到 Node</a:t>
            </a:r>
            <a:r>
              <a:rPr lang="zh-TW" altLang="en-US" sz="1521" kern="0" spc="44" dirty="0">
                <a:solidFill>
                  <a:srgbClr val="3F4A54"/>
                </a:solidFill>
                <a:latin typeface="Noto Sans TC Medium"/>
                <a:ea typeface="Noto Sans TC Medium"/>
                <a:cs typeface="Noto Sans TC Medium"/>
              </a:rPr>
              <a:t>.</a:t>
            </a:r>
            <a:r>
              <a:rPr lang="zh-TW" altLang="en-US" sz="1521" kern="0" dirty="0">
                <a:solidFill>
                  <a:srgbClr val="3F4A54"/>
                </a:solidFill>
                <a:latin typeface="Noto Sans TC Medium"/>
                <a:ea typeface="Noto Sans TC Medium"/>
                <a:cs typeface="Noto Sans TC Medium"/>
              </a:rPr>
              <a:t>js 服務，資料存於 MariaDB。</a:t>
            </a:r>
            <a:endParaRPr lang="zh-TW" sz="1521"/>
          </a:p>
        </p:txBody>
      </p:sp>
      <p:sp>
        <p:nvSpPr>
          <p:cNvPr id="49" name="!!path-5m6"/>
          <p:cNvSpPr/>
          <p:nvPr/>
        </p:nvSpPr>
        <p:spPr>
          <a:xfrm>
            <a:off x="2908744" y="2969387"/>
            <a:ext cx="1" cy="257556"/>
          </a:xfrm>
          <a:custGeom>
            <a:avLst/>
            <a:gdLst/>
            <a:ahLst/>
            <a:cxnLst/>
            <a:rect l="l" t="t" r="r" b="b"/>
            <a:pathLst>
              <a:path w="1" h="257556" fill="none">
                <a:moveTo>
                  <a:pt x="0" y="0"/>
                </a:moveTo>
                <a:lnTo>
                  <a:pt x="0" y="257556"/>
                </a:lnTo>
              </a:path>
            </a:pathLst>
          </a:custGeom>
          <a:noFill/>
          <a:ln w="19317" cap="rnd">
            <a:solidFill>
              <a:srgbClr val="627D8D">
                <a:alpha val="55000"/>
              </a:srgbClr>
            </a:solidFill>
            <a:prstDash val="solid"/>
            <a:round/>
          </a:ln>
        </p:spPr>
      </p:sp>
      <p:sp>
        <p:nvSpPr>
          <p:cNvPr id="50" name="!!circle-5m9"/>
          <p:cNvSpPr/>
          <p:nvPr/>
        </p:nvSpPr>
        <p:spPr>
          <a:xfrm>
            <a:off x="2857233" y="3025191"/>
            <a:ext cx="103022" cy="103022"/>
          </a:xfrm>
          <a:prstGeom prst="ellipse">
            <a:avLst/>
          </a:prstGeom>
          <a:gradFill rotWithShape="1">
            <a:gsLst>
              <a:gs pos="0">
                <a:srgbClr val="FFFFFF">
                  <a:alpha val="90000"/>
                </a:srgbClr>
              </a:gs>
              <a:gs pos="24749">
                <a:srgbClr val="627D8D">
                  <a:alpha val="810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1" name="!!circle-5mc"/>
          <p:cNvSpPr/>
          <p:nvPr/>
        </p:nvSpPr>
        <p:spPr>
          <a:xfrm>
            <a:off x="2857233" y="3153969"/>
            <a:ext cx="103022" cy="103022"/>
          </a:xfrm>
          <a:prstGeom prst="ellipse">
            <a:avLst/>
          </a:prstGeom>
          <a:gradFill rotWithShape="1">
            <a:gsLst>
              <a:gs pos="0">
                <a:srgbClr val="FFFFFF">
                  <a:alpha val="37499"/>
                </a:srgbClr>
              </a:gs>
              <a:gs pos="24749">
                <a:srgbClr val="627D8D">
                  <a:alpha val="33749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2" name="!!path-5mf"/>
          <p:cNvSpPr/>
          <p:nvPr/>
        </p:nvSpPr>
        <p:spPr>
          <a:xfrm>
            <a:off x="5935027" y="2969387"/>
            <a:ext cx="1" cy="257556"/>
          </a:xfrm>
          <a:custGeom>
            <a:avLst/>
            <a:gdLst/>
            <a:ahLst/>
            <a:cxnLst/>
            <a:rect l="l" t="t" r="r" b="b"/>
            <a:pathLst>
              <a:path w="1" h="257556" fill="none">
                <a:moveTo>
                  <a:pt x="0" y="0"/>
                </a:moveTo>
                <a:lnTo>
                  <a:pt x="0" y="257556"/>
                </a:lnTo>
              </a:path>
            </a:pathLst>
          </a:custGeom>
          <a:noFill/>
          <a:ln w="19317" cap="rnd">
            <a:solidFill>
              <a:srgbClr val="627D8D">
                <a:alpha val="55000"/>
              </a:srgbClr>
            </a:solidFill>
            <a:prstDash val="solid"/>
            <a:round/>
          </a:ln>
        </p:spPr>
      </p:sp>
      <p:sp>
        <p:nvSpPr>
          <p:cNvPr id="53" name="!!circle-5mi"/>
          <p:cNvSpPr/>
          <p:nvPr/>
        </p:nvSpPr>
        <p:spPr>
          <a:xfrm>
            <a:off x="5883516" y="3014460"/>
            <a:ext cx="103022" cy="103022"/>
          </a:xfrm>
          <a:prstGeom prst="ellipse">
            <a:avLst/>
          </a:prstGeom>
          <a:gradFill rotWithShape="1">
            <a:gsLst>
              <a:gs pos="0">
                <a:srgbClr val="FFFFFF">
                  <a:alpha val="90000"/>
                </a:srgbClr>
              </a:gs>
              <a:gs pos="24749">
                <a:srgbClr val="627D8D">
                  <a:alpha val="810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4" name="!!circle-5ml"/>
          <p:cNvSpPr/>
          <p:nvPr/>
        </p:nvSpPr>
        <p:spPr>
          <a:xfrm>
            <a:off x="5883516" y="3143238"/>
            <a:ext cx="103022" cy="103022"/>
          </a:xfrm>
          <a:prstGeom prst="ellipse">
            <a:avLst/>
          </a:prstGeom>
          <a:gradFill rotWithShape="1">
            <a:gsLst>
              <a:gs pos="0">
                <a:srgbClr val="FFFFFF">
                  <a:alpha val="56249"/>
                </a:srgbClr>
              </a:gs>
              <a:gs pos="24749">
                <a:srgbClr val="627D8D">
                  <a:alpha val="50624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5" name="!!path-5mo"/>
          <p:cNvSpPr/>
          <p:nvPr/>
        </p:nvSpPr>
        <p:spPr>
          <a:xfrm>
            <a:off x="2908744" y="3870833"/>
            <a:ext cx="1" cy="257556"/>
          </a:xfrm>
          <a:custGeom>
            <a:avLst/>
            <a:gdLst/>
            <a:ahLst/>
            <a:cxnLst/>
            <a:rect l="l" t="t" r="r" b="b"/>
            <a:pathLst>
              <a:path w="1" h="257556" fill="none">
                <a:moveTo>
                  <a:pt x="0" y="0"/>
                </a:moveTo>
                <a:lnTo>
                  <a:pt x="0" y="257556"/>
                </a:lnTo>
              </a:path>
            </a:pathLst>
          </a:custGeom>
          <a:noFill/>
          <a:ln w="19317" cap="rnd">
            <a:solidFill>
              <a:srgbClr val="627D8D">
                <a:alpha val="55000"/>
              </a:srgbClr>
            </a:solidFill>
            <a:prstDash val="solid"/>
            <a:round/>
          </a:ln>
        </p:spPr>
      </p:sp>
      <p:sp>
        <p:nvSpPr>
          <p:cNvPr id="56" name="!!circle-5mr"/>
          <p:cNvSpPr/>
          <p:nvPr/>
        </p:nvSpPr>
        <p:spPr>
          <a:xfrm>
            <a:off x="2857233" y="3905174"/>
            <a:ext cx="103022" cy="103022"/>
          </a:xfrm>
          <a:prstGeom prst="ellipse">
            <a:avLst/>
          </a:prstGeom>
          <a:gradFill rotWithShape="1">
            <a:gsLst>
              <a:gs pos="0">
                <a:srgbClr val="FFFFFF">
                  <a:alpha val="90000"/>
                </a:srgbClr>
              </a:gs>
              <a:gs pos="24749">
                <a:srgbClr val="627D8D">
                  <a:alpha val="810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7" name="!!circle-5mu"/>
          <p:cNvSpPr/>
          <p:nvPr/>
        </p:nvSpPr>
        <p:spPr>
          <a:xfrm>
            <a:off x="2857233" y="4033952"/>
            <a:ext cx="103022" cy="103022"/>
          </a:xfrm>
          <a:prstGeom prst="ellipse">
            <a:avLst/>
          </a:prstGeom>
          <a:gradFill rotWithShape="1">
            <a:gsLst>
              <a:gs pos="0">
                <a:srgbClr val="FFFFFF">
                  <a:alpha val="74999"/>
                </a:srgbClr>
              </a:gs>
              <a:gs pos="24749">
                <a:srgbClr val="627D8D">
                  <a:alpha val="67499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8" name="!!path-5mx"/>
          <p:cNvSpPr/>
          <p:nvPr/>
        </p:nvSpPr>
        <p:spPr>
          <a:xfrm>
            <a:off x="5935027" y="3870833"/>
            <a:ext cx="1" cy="257556"/>
          </a:xfrm>
          <a:custGeom>
            <a:avLst/>
            <a:gdLst/>
            <a:ahLst/>
            <a:cxnLst/>
            <a:rect l="l" t="t" r="r" b="b"/>
            <a:pathLst>
              <a:path w="1" h="257556" fill="none">
                <a:moveTo>
                  <a:pt x="0" y="0"/>
                </a:moveTo>
                <a:lnTo>
                  <a:pt x="0" y="257556"/>
                </a:lnTo>
              </a:path>
            </a:pathLst>
          </a:custGeom>
          <a:noFill/>
          <a:ln w="19317" cap="rnd">
            <a:solidFill>
              <a:srgbClr val="627D8D">
                <a:alpha val="55000"/>
              </a:srgbClr>
            </a:solidFill>
            <a:prstDash val="solid"/>
            <a:round/>
          </a:ln>
        </p:spPr>
      </p:sp>
      <p:sp>
        <p:nvSpPr>
          <p:cNvPr id="59" name="!!circle-5n0"/>
          <p:cNvSpPr/>
          <p:nvPr/>
        </p:nvSpPr>
        <p:spPr>
          <a:xfrm>
            <a:off x="5883516" y="3894443"/>
            <a:ext cx="103022" cy="103022"/>
          </a:xfrm>
          <a:prstGeom prst="ellipse">
            <a:avLst/>
          </a:prstGeom>
          <a:gradFill rotWithShape="1">
            <a:gsLst>
              <a:gs pos="0">
                <a:srgbClr val="FFFFFF">
                  <a:alpha val="90000"/>
                </a:srgbClr>
              </a:gs>
              <a:gs pos="24749">
                <a:srgbClr val="627D8D">
                  <a:alpha val="810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0" name="!!circle-5n3"/>
          <p:cNvSpPr/>
          <p:nvPr/>
        </p:nvSpPr>
        <p:spPr>
          <a:xfrm>
            <a:off x="5883516" y="4023221"/>
            <a:ext cx="103022" cy="103022"/>
          </a:xfrm>
          <a:prstGeom prst="ellipse">
            <a:avLst/>
          </a:prstGeom>
          <a:gradFill rotWithShape="1">
            <a:gsLst>
              <a:gs pos="0">
                <a:srgbClr val="FFFFFF">
                  <a:alpha val="90000"/>
                </a:srgbClr>
              </a:gs>
              <a:gs pos="24749">
                <a:srgbClr val="627D8D">
                  <a:alpha val="810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1" name="!!path-5n6"/>
          <p:cNvSpPr/>
          <p:nvPr/>
        </p:nvSpPr>
        <p:spPr>
          <a:xfrm>
            <a:off x="2908744" y="4772279"/>
            <a:ext cx="1" cy="257556"/>
          </a:xfrm>
          <a:custGeom>
            <a:avLst/>
            <a:gdLst/>
            <a:ahLst/>
            <a:cxnLst/>
            <a:rect l="l" t="t" r="r" b="b"/>
            <a:pathLst>
              <a:path w="1" h="257556" fill="none">
                <a:moveTo>
                  <a:pt x="0" y="0"/>
                </a:moveTo>
                <a:lnTo>
                  <a:pt x="0" y="257556"/>
                </a:lnTo>
              </a:path>
            </a:pathLst>
          </a:custGeom>
          <a:noFill/>
          <a:ln w="19317" cap="rnd">
            <a:solidFill>
              <a:srgbClr val="627D8D">
                <a:alpha val="55000"/>
              </a:srgbClr>
            </a:solidFill>
            <a:prstDash val="solid"/>
            <a:round/>
          </a:ln>
        </p:spPr>
      </p:sp>
      <p:sp>
        <p:nvSpPr>
          <p:cNvPr id="62" name="!!circle-5n9"/>
          <p:cNvSpPr/>
          <p:nvPr/>
        </p:nvSpPr>
        <p:spPr>
          <a:xfrm>
            <a:off x="2857233" y="4785158"/>
            <a:ext cx="103022" cy="103022"/>
          </a:xfrm>
          <a:prstGeom prst="ellipse">
            <a:avLst/>
          </a:prstGeom>
          <a:gradFill rotWithShape="1">
            <a:gsLst>
              <a:gs pos="0">
                <a:srgbClr val="FFFFFF">
                  <a:alpha val="90000"/>
                </a:srgbClr>
              </a:gs>
              <a:gs pos="24749">
                <a:srgbClr val="627D8D">
                  <a:alpha val="810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3" name="!!circle-5nc"/>
          <p:cNvSpPr/>
          <p:nvPr/>
        </p:nvSpPr>
        <p:spPr>
          <a:xfrm>
            <a:off x="2857233" y="4913936"/>
            <a:ext cx="103022" cy="103022"/>
          </a:xfrm>
          <a:prstGeom prst="ellipse">
            <a:avLst/>
          </a:prstGeom>
          <a:gradFill rotWithShape="1">
            <a:gsLst>
              <a:gs pos="0">
                <a:srgbClr val="FFFFFF">
                  <a:alpha val="90000"/>
                </a:srgbClr>
              </a:gs>
              <a:gs pos="24749">
                <a:srgbClr val="627D8D">
                  <a:alpha val="810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4" name="!!path-5nf"/>
          <p:cNvSpPr/>
          <p:nvPr/>
        </p:nvSpPr>
        <p:spPr>
          <a:xfrm>
            <a:off x="5935027" y="4772279"/>
            <a:ext cx="1" cy="257556"/>
          </a:xfrm>
          <a:custGeom>
            <a:avLst/>
            <a:gdLst/>
            <a:ahLst/>
            <a:cxnLst/>
            <a:rect l="l" t="t" r="r" b="b"/>
            <a:pathLst>
              <a:path w="1" h="257556" fill="none">
                <a:moveTo>
                  <a:pt x="0" y="0"/>
                </a:moveTo>
                <a:lnTo>
                  <a:pt x="0" y="257556"/>
                </a:lnTo>
              </a:path>
            </a:pathLst>
          </a:custGeom>
          <a:noFill/>
          <a:ln w="19317" cap="rnd">
            <a:solidFill>
              <a:srgbClr val="627D8D">
                <a:alpha val="55000"/>
              </a:srgbClr>
            </a:solidFill>
            <a:prstDash val="solid"/>
            <a:round/>
          </a:ln>
        </p:spPr>
      </p:sp>
      <p:sp>
        <p:nvSpPr>
          <p:cNvPr id="65" name="!!circle-5ni"/>
          <p:cNvSpPr/>
          <p:nvPr/>
        </p:nvSpPr>
        <p:spPr>
          <a:xfrm>
            <a:off x="5883516" y="4774426"/>
            <a:ext cx="103022" cy="103022"/>
          </a:xfrm>
          <a:prstGeom prst="ellipse">
            <a:avLst/>
          </a:prstGeom>
          <a:gradFill rotWithShape="1">
            <a:gsLst>
              <a:gs pos="0">
                <a:srgbClr val="FFFFFF">
                  <a:alpha val="90000"/>
                </a:srgbClr>
              </a:gs>
              <a:gs pos="24749">
                <a:srgbClr val="627D8D">
                  <a:alpha val="810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6" name="!!circle-5nl"/>
          <p:cNvSpPr/>
          <p:nvPr/>
        </p:nvSpPr>
        <p:spPr>
          <a:xfrm>
            <a:off x="5883516" y="4903204"/>
            <a:ext cx="103022" cy="103022"/>
          </a:xfrm>
          <a:prstGeom prst="ellipse">
            <a:avLst/>
          </a:prstGeom>
          <a:gradFill rotWithShape="1">
            <a:gsLst>
              <a:gs pos="0">
                <a:srgbClr val="FFFFFF">
                  <a:alpha val="90000"/>
                </a:srgbClr>
              </a:gs>
              <a:gs pos="24749">
                <a:srgbClr val="627D8D">
                  <a:alpha val="810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7" name="!!path-5no"/>
          <p:cNvSpPr/>
          <p:nvPr/>
        </p:nvSpPr>
        <p:spPr>
          <a:xfrm>
            <a:off x="7319391" y="2647442"/>
            <a:ext cx="1545336" cy="1802892"/>
          </a:xfrm>
          <a:custGeom>
            <a:avLst/>
            <a:gdLst/>
            <a:ahLst/>
            <a:cxnLst/>
            <a:rect l="l" t="t" r="r" b="b"/>
            <a:pathLst>
              <a:path w="1545336" h="1802892" fill="none">
                <a:moveTo>
                  <a:pt x="0" y="1802892"/>
                </a:moveTo>
                <a:lnTo>
                  <a:pt x="1159002" y="1802892"/>
                </a:lnTo>
                <a:lnTo>
                  <a:pt x="1159002" y="0"/>
                </a:lnTo>
                <a:lnTo>
                  <a:pt x="1545336" y="0"/>
                </a:lnTo>
                <a:moveTo>
                  <a:pt x="1159002" y="901446"/>
                </a:moveTo>
                <a:lnTo>
                  <a:pt x="1545336" y="901446"/>
                </a:lnTo>
                <a:moveTo>
                  <a:pt x="1159002" y="1802892"/>
                </a:moveTo>
                <a:lnTo>
                  <a:pt x="1545336" y="1802892"/>
                </a:lnTo>
              </a:path>
            </a:pathLst>
          </a:custGeom>
          <a:noFill/>
          <a:ln w="19317" cap="rnd">
            <a:solidFill>
              <a:srgbClr val="627D8D">
                <a:alpha val="55000"/>
              </a:srgbClr>
            </a:solidFill>
            <a:prstDash val="solid"/>
            <a:round/>
          </a:ln>
        </p:spPr>
      </p:sp>
      <p:sp>
        <p:nvSpPr>
          <p:cNvPr id="68" name="!!rect-5nv"/>
          <p:cNvSpPr/>
          <p:nvPr/>
        </p:nvSpPr>
        <p:spPr>
          <a:xfrm>
            <a:off x="1459992" y="5016957"/>
            <a:ext cx="5923788" cy="824179"/>
          </a:xfrm>
          <a:prstGeom prst="roundRect">
            <a:avLst>
              <a:gd name="adj" fmla="val 22917"/>
            </a:avLst>
          </a:prstGeom>
          <a:solidFill>
            <a:srgbClr val="0B1A26">
              <a:alpha val="12000"/>
            </a:srgbClr>
          </a:solidFill>
          <a:ln>
            <a:noFill/>
          </a:ln>
          <a:effectLst>
            <a:softEdge rad="226649"/>
          </a:effectLst>
        </p:spPr>
      </p:sp>
      <p:sp>
        <p:nvSpPr>
          <p:cNvPr id="69" name="!!rect-5nw"/>
          <p:cNvSpPr/>
          <p:nvPr/>
        </p:nvSpPr>
        <p:spPr>
          <a:xfrm>
            <a:off x="1524381" y="5029835"/>
            <a:ext cx="5795010" cy="64389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6439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70" name="!!circle-5nx"/>
          <p:cNvSpPr/>
          <p:nvPr/>
        </p:nvSpPr>
        <p:spPr>
          <a:xfrm>
            <a:off x="1691792" y="5171491"/>
            <a:ext cx="360578" cy="360578"/>
          </a:xfrm>
          <a:prstGeom prst="ellipse">
            <a:avLst/>
          </a:prstGeom>
          <a:solidFill>
            <a:srgbClr val="627D8D">
              <a:alpha val="12000"/>
            </a:srgbClr>
          </a:solidFill>
          <a:ln>
            <a:noFill/>
          </a:ln>
        </p:spPr>
      </p:sp>
      <p:sp>
        <p:nvSpPr>
          <p:cNvPr id="71" name="!!path-5ny"/>
          <p:cNvSpPr/>
          <p:nvPr/>
        </p:nvSpPr>
        <p:spPr>
          <a:xfrm>
            <a:off x="1789445" y="5285665"/>
            <a:ext cx="165222" cy="132178"/>
          </a:xfrm>
          <a:custGeom>
            <a:avLst/>
            <a:gdLst/>
            <a:ahLst/>
            <a:cxnLst/>
            <a:rect l="l" t="t" r="r" b="b"/>
            <a:pathLst>
              <a:path w="165222" h="132178">
                <a:moveTo>
                  <a:pt x="0" y="132178"/>
                </a:moveTo>
                <a:lnTo>
                  <a:pt x="165222" y="132178"/>
                </a:lnTo>
                <a:lnTo>
                  <a:pt x="165222" y="99133"/>
                </a:lnTo>
                <a:lnTo>
                  <a:pt x="0" y="99133"/>
                </a:lnTo>
                <a:lnTo>
                  <a:pt x="0" y="132178"/>
                </a:lnTo>
                <a:close/>
                <a:moveTo>
                  <a:pt x="16522" y="107394"/>
                </a:moveTo>
                <a:lnTo>
                  <a:pt x="33044" y="107394"/>
                </a:lnTo>
                <a:lnTo>
                  <a:pt x="33044" y="123917"/>
                </a:lnTo>
                <a:lnTo>
                  <a:pt x="16522" y="123917"/>
                </a:lnTo>
                <a:lnTo>
                  <a:pt x="16522" y="107394"/>
                </a:lnTo>
                <a:close/>
                <a:moveTo>
                  <a:pt x="0" y="0"/>
                </a:moveTo>
                <a:lnTo>
                  <a:pt x="0" y="33044"/>
                </a:lnTo>
                <a:lnTo>
                  <a:pt x="165222" y="33044"/>
                </a:lnTo>
                <a:lnTo>
                  <a:pt x="165222" y="0"/>
                </a:lnTo>
                <a:lnTo>
                  <a:pt x="0" y="0"/>
                </a:lnTo>
                <a:close/>
                <a:moveTo>
                  <a:pt x="33044" y="24783"/>
                </a:moveTo>
                <a:lnTo>
                  <a:pt x="16522" y="24783"/>
                </a:lnTo>
                <a:lnTo>
                  <a:pt x="16522" y="8261"/>
                </a:lnTo>
                <a:lnTo>
                  <a:pt x="33044" y="8261"/>
                </a:lnTo>
                <a:lnTo>
                  <a:pt x="33044" y="24783"/>
                </a:lnTo>
                <a:close/>
                <a:moveTo>
                  <a:pt x="0" y="82611"/>
                </a:moveTo>
                <a:lnTo>
                  <a:pt x="165222" y="82611"/>
                </a:lnTo>
                <a:lnTo>
                  <a:pt x="165222" y="49567"/>
                </a:lnTo>
                <a:lnTo>
                  <a:pt x="0" y="49567"/>
                </a:lnTo>
                <a:lnTo>
                  <a:pt x="0" y="82611"/>
                </a:lnTo>
                <a:close/>
                <a:moveTo>
                  <a:pt x="16522" y="57828"/>
                </a:moveTo>
                <a:lnTo>
                  <a:pt x="33044" y="57828"/>
                </a:lnTo>
                <a:lnTo>
                  <a:pt x="33044" y="74350"/>
                </a:lnTo>
                <a:lnTo>
                  <a:pt x="16522" y="74350"/>
                </a:lnTo>
                <a:lnTo>
                  <a:pt x="16522" y="57828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72" name="!!text-5nz" descr="MariaDB"/>
          <p:cNvSpPr txBox="1"/>
          <p:nvPr/>
        </p:nvSpPr>
        <p:spPr>
          <a:xfrm>
            <a:off x="2168271" y="5118949"/>
            <a:ext cx="748496" cy="2424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18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MariaDB</a:t>
            </a:r>
            <a:endParaRPr lang="zh-TW" sz="1318"/>
          </a:p>
        </p:txBody>
      </p:sp>
      <p:sp>
        <p:nvSpPr>
          <p:cNvPr id="73" name="!!text-5o7" descr="關聯式資料庫・Prisma ORM 存取"/>
          <p:cNvSpPr txBox="1"/>
          <p:nvPr/>
        </p:nvSpPr>
        <p:spPr>
          <a:xfrm>
            <a:off x="2168271" y="5367749"/>
            <a:ext cx="2151752" cy="20511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15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關聯式資料庫・Prisma ORM 存取</a:t>
            </a:r>
            <a:endParaRPr lang="zh-TW" sz="1115"/>
          </a:p>
        </p:txBody>
      </p:sp>
      <p:sp>
        <p:nvSpPr>
          <p:cNvPr id="74" name="!!rect-5ou"/>
          <p:cNvSpPr/>
          <p:nvPr/>
        </p:nvSpPr>
        <p:spPr>
          <a:xfrm>
            <a:off x="1459992" y="4115511"/>
            <a:ext cx="2897505" cy="824179"/>
          </a:xfrm>
          <a:prstGeom prst="roundRect">
            <a:avLst>
              <a:gd name="adj" fmla="val 22917"/>
            </a:avLst>
          </a:prstGeom>
          <a:solidFill>
            <a:srgbClr val="0B1A26">
              <a:alpha val="12000"/>
            </a:srgbClr>
          </a:solidFill>
          <a:ln>
            <a:noFill/>
          </a:ln>
          <a:effectLst>
            <a:softEdge rad="226649"/>
          </a:effectLst>
        </p:spPr>
      </p:sp>
      <p:sp>
        <p:nvSpPr>
          <p:cNvPr id="75" name="!!rect-5ov"/>
          <p:cNvSpPr/>
          <p:nvPr/>
        </p:nvSpPr>
        <p:spPr>
          <a:xfrm>
            <a:off x="1524381" y="4128389"/>
            <a:ext cx="2768727" cy="64389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6439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76" name="!!circle-5ow"/>
          <p:cNvSpPr/>
          <p:nvPr/>
        </p:nvSpPr>
        <p:spPr>
          <a:xfrm>
            <a:off x="1691792" y="4270045"/>
            <a:ext cx="360578" cy="360578"/>
          </a:xfrm>
          <a:prstGeom prst="ellipse">
            <a:avLst/>
          </a:prstGeom>
          <a:solidFill>
            <a:srgbClr val="627D8D">
              <a:alpha val="12000"/>
            </a:srgbClr>
          </a:solidFill>
          <a:ln>
            <a:noFill/>
          </a:ln>
        </p:spPr>
      </p:sp>
      <p:sp>
        <p:nvSpPr>
          <p:cNvPr id="77" name="!!path-5ox"/>
          <p:cNvSpPr/>
          <p:nvPr/>
        </p:nvSpPr>
        <p:spPr>
          <a:xfrm>
            <a:off x="1830089" y="4375958"/>
            <a:ext cx="83768" cy="148700"/>
          </a:xfrm>
          <a:custGeom>
            <a:avLst/>
            <a:gdLst/>
            <a:ahLst/>
            <a:cxnLst/>
            <a:rect l="l" t="t" r="r" b="b"/>
            <a:pathLst>
              <a:path w="83768" h="148700">
                <a:moveTo>
                  <a:pt x="33705" y="148700"/>
                </a:moveTo>
                <a:lnTo>
                  <a:pt x="25444" y="148700"/>
                </a:lnTo>
                <a:lnTo>
                  <a:pt x="33705" y="90872"/>
                </a:lnTo>
                <a:lnTo>
                  <a:pt x="4791" y="90872"/>
                </a:lnTo>
                <a:cubicBezTo>
                  <a:pt x="0" y="90872"/>
                  <a:pt x="83" y="88229"/>
                  <a:pt x="1652" y="85420"/>
                </a:cubicBezTo>
                <a:cubicBezTo>
                  <a:pt x="3222" y="82611"/>
                  <a:pt x="2065" y="84759"/>
                  <a:pt x="2230" y="84429"/>
                </a:cubicBezTo>
                <a:cubicBezTo>
                  <a:pt x="12887" y="65593"/>
                  <a:pt x="28914" y="37505"/>
                  <a:pt x="50228" y="0"/>
                </a:cubicBezTo>
                <a:lnTo>
                  <a:pt x="58489" y="0"/>
                </a:lnTo>
                <a:lnTo>
                  <a:pt x="50228" y="57828"/>
                </a:lnTo>
                <a:lnTo>
                  <a:pt x="79141" y="57828"/>
                </a:lnTo>
                <a:cubicBezTo>
                  <a:pt x="83189" y="57828"/>
                  <a:pt x="83768" y="60554"/>
                  <a:pt x="83024" y="62041"/>
                </a:cubicBezTo>
                <a:lnTo>
                  <a:pt x="82446" y="63280"/>
                </a:lnTo>
                <a:cubicBezTo>
                  <a:pt x="49897" y="120199"/>
                  <a:pt x="33705" y="148700"/>
                  <a:pt x="33705" y="148700"/>
                </a:cubicBez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78" name="!!text-5oy" descr="Socket.IO"/>
          <p:cNvSpPr txBox="1"/>
          <p:nvPr/>
        </p:nvSpPr>
        <p:spPr>
          <a:xfrm>
            <a:off x="2168271" y="4217503"/>
            <a:ext cx="844423" cy="2424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18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Soc</a:t>
            </a:r>
            <a:r>
              <a:rPr lang="zh-TW" altLang="en-US" sz="1318" b="1" kern="0" spc="-45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k</a:t>
            </a:r>
            <a:r>
              <a:rPr lang="zh-TW" altLang="en-US" sz="1318" b="1" kern="0" spc="-22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e</a:t>
            </a:r>
            <a:r>
              <a:rPr lang="zh-TW" altLang="en-US" sz="1318" b="1" kern="0" spc="-17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t</a:t>
            </a:r>
            <a:r>
              <a:rPr lang="zh-TW" altLang="en-US" sz="1318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.IO</a:t>
            </a:r>
            <a:endParaRPr lang="zh-TW" sz="1318"/>
          </a:p>
        </p:txBody>
      </p:sp>
      <p:sp>
        <p:nvSpPr>
          <p:cNvPr id="79" name="!!text-5p8" descr="聊天與書櫃狀態即時推送"/>
          <p:cNvSpPr txBox="1"/>
          <p:nvPr/>
        </p:nvSpPr>
        <p:spPr>
          <a:xfrm>
            <a:off x="2168271" y="4466302"/>
            <a:ext cx="1600711" cy="20511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15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聊天與書櫃狀態即時推送</a:t>
            </a:r>
            <a:endParaRPr lang="zh-TW" sz="1115"/>
          </a:p>
        </p:txBody>
      </p:sp>
      <p:sp>
        <p:nvSpPr>
          <p:cNvPr id="80" name="!!rect-5po"/>
          <p:cNvSpPr/>
          <p:nvPr/>
        </p:nvSpPr>
        <p:spPr>
          <a:xfrm>
            <a:off x="4486275" y="4115511"/>
            <a:ext cx="2897505" cy="824179"/>
          </a:xfrm>
          <a:prstGeom prst="roundRect">
            <a:avLst>
              <a:gd name="adj" fmla="val 22917"/>
            </a:avLst>
          </a:prstGeom>
          <a:solidFill>
            <a:srgbClr val="0B1A26">
              <a:alpha val="12000"/>
            </a:srgbClr>
          </a:solidFill>
          <a:ln>
            <a:noFill/>
          </a:ln>
          <a:effectLst>
            <a:softEdge rad="226649"/>
          </a:effectLst>
        </p:spPr>
      </p:sp>
      <p:sp>
        <p:nvSpPr>
          <p:cNvPr id="81" name="!!rect-5pp"/>
          <p:cNvSpPr/>
          <p:nvPr/>
        </p:nvSpPr>
        <p:spPr>
          <a:xfrm>
            <a:off x="4550664" y="4128389"/>
            <a:ext cx="2768727" cy="64389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6439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82" name="!!circle-5pq"/>
          <p:cNvSpPr/>
          <p:nvPr/>
        </p:nvSpPr>
        <p:spPr>
          <a:xfrm>
            <a:off x="4718075" y="4270045"/>
            <a:ext cx="360578" cy="360578"/>
          </a:xfrm>
          <a:prstGeom prst="ellipse">
            <a:avLst/>
          </a:prstGeom>
          <a:solidFill>
            <a:srgbClr val="627D8D">
              <a:alpha val="12000"/>
            </a:srgbClr>
          </a:solidFill>
          <a:ln>
            <a:noFill/>
          </a:ln>
        </p:spPr>
      </p:sp>
      <p:sp>
        <p:nvSpPr>
          <p:cNvPr id="83" name="!!path-5pr"/>
          <p:cNvSpPr/>
          <p:nvPr/>
        </p:nvSpPr>
        <p:spPr>
          <a:xfrm>
            <a:off x="4815728" y="4400741"/>
            <a:ext cx="165222" cy="99133"/>
          </a:xfrm>
          <a:custGeom>
            <a:avLst/>
            <a:gdLst/>
            <a:ahLst/>
            <a:cxnLst/>
            <a:rect l="l" t="t" r="r" b="b"/>
            <a:pathLst>
              <a:path w="165222" h="99133">
                <a:moveTo>
                  <a:pt x="61132" y="87568"/>
                </a:moveTo>
                <a:lnTo>
                  <a:pt x="23131" y="49567"/>
                </a:lnTo>
                <a:lnTo>
                  <a:pt x="61132" y="11566"/>
                </a:lnTo>
                <a:lnTo>
                  <a:pt x="49567" y="0"/>
                </a:lnTo>
                <a:lnTo>
                  <a:pt x="0" y="49567"/>
                </a:lnTo>
                <a:lnTo>
                  <a:pt x="49567" y="99133"/>
                </a:lnTo>
                <a:lnTo>
                  <a:pt x="61132" y="87568"/>
                </a:lnTo>
                <a:close/>
                <a:moveTo>
                  <a:pt x="104090" y="87568"/>
                </a:moveTo>
                <a:lnTo>
                  <a:pt x="142091" y="49567"/>
                </a:lnTo>
                <a:lnTo>
                  <a:pt x="104090" y="11566"/>
                </a:lnTo>
                <a:lnTo>
                  <a:pt x="115656" y="0"/>
                </a:lnTo>
                <a:lnTo>
                  <a:pt x="165222" y="49567"/>
                </a:lnTo>
                <a:lnTo>
                  <a:pt x="115656" y="99133"/>
                </a:lnTo>
                <a:lnTo>
                  <a:pt x="104090" y="87568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84" name="!!text-5ps" descr="Node.js・Express"/>
          <p:cNvSpPr txBox="1"/>
          <p:nvPr/>
        </p:nvSpPr>
        <p:spPr>
          <a:xfrm>
            <a:off x="5194554" y="4217503"/>
            <a:ext cx="1476234" cy="2424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18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Node</a:t>
            </a:r>
            <a:r>
              <a:rPr lang="zh-TW" altLang="en-US" sz="1318" b="1" kern="0" spc="42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.</a:t>
            </a:r>
            <a:r>
              <a:rPr lang="zh-TW" altLang="en-US" sz="1318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js・</a:t>
            </a:r>
            <a:r>
              <a:rPr lang="zh-TW" altLang="en-US" sz="1318" b="1" kern="0" spc="-69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E</a:t>
            </a:r>
            <a:r>
              <a:rPr lang="zh-TW" altLang="en-US" sz="1318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xp</a:t>
            </a:r>
            <a:r>
              <a:rPr lang="zh-TW" altLang="en-US" sz="1318" b="1" kern="0" spc="-22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r</a:t>
            </a:r>
            <a:r>
              <a:rPr lang="zh-TW" altLang="en-US" sz="1318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ess</a:t>
            </a:r>
            <a:endParaRPr lang="zh-TW" sz="1318"/>
          </a:p>
        </p:txBody>
      </p:sp>
      <p:sp>
        <p:nvSpPr>
          <p:cNvPr id="85" name="!!text-5q8" descr="RESTful API 與排程作業"/>
          <p:cNvSpPr txBox="1"/>
          <p:nvPr/>
        </p:nvSpPr>
        <p:spPr>
          <a:xfrm>
            <a:off x="5194554" y="4466302"/>
            <a:ext cx="1539799" cy="20511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15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RE</a:t>
            </a:r>
            <a:r>
              <a:rPr lang="zh-TW" altLang="en-US" sz="1115" kern="0" spc="-28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S</a:t>
            </a:r>
            <a:r>
              <a:rPr lang="zh-TW" altLang="en-US" sz="1115" kern="0" spc="-25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T</a:t>
            </a:r>
            <a:r>
              <a:rPr lang="zh-TW" altLang="en-US" sz="1115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ful API 與排程作業</a:t>
            </a:r>
            <a:endParaRPr lang="zh-TW" sz="1115"/>
          </a:p>
        </p:txBody>
      </p:sp>
      <p:sp>
        <p:nvSpPr>
          <p:cNvPr id="86" name="!!rect-5qs"/>
          <p:cNvSpPr/>
          <p:nvPr/>
        </p:nvSpPr>
        <p:spPr>
          <a:xfrm>
            <a:off x="1459992" y="3214065"/>
            <a:ext cx="5923788" cy="824179"/>
          </a:xfrm>
          <a:prstGeom prst="roundRect">
            <a:avLst>
              <a:gd name="adj" fmla="val 22917"/>
            </a:avLst>
          </a:prstGeom>
          <a:solidFill>
            <a:srgbClr val="0B1A26">
              <a:alpha val="12000"/>
            </a:srgbClr>
          </a:solidFill>
          <a:ln>
            <a:noFill/>
          </a:ln>
          <a:effectLst>
            <a:softEdge rad="226649"/>
          </a:effectLst>
        </p:spPr>
      </p:sp>
      <p:sp>
        <p:nvSpPr>
          <p:cNvPr id="87" name="!!rect-5qt"/>
          <p:cNvSpPr/>
          <p:nvPr/>
        </p:nvSpPr>
        <p:spPr>
          <a:xfrm>
            <a:off x="1524381" y="3226943"/>
            <a:ext cx="5795010" cy="64389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6439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88" name="!!circle-5qu"/>
          <p:cNvSpPr/>
          <p:nvPr/>
        </p:nvSpPr>
        <p:spPr>
          <a:xfrm>
            <a:off x="1691792" y="3368599"/>
            <a:ext cx="360578" cy="360578"/>
          </a:xfrm>
          <a:prstGeom prst="ellipse">
            <a:avLst/>
          </a:prstGeom>
          <a:solidFill>
            <a:srgbClr val="627D8D">
              <a:alpha val="12000"/>
            </a:srgbClr>
          </a:solidFill>
          <a:ln>
            <a:noFill/>
          </a:ln>
        </p:spPr>
      </p:sp>
      <p:sp>
        <p:nvSpPr>
          <p:cNvPr id="89" name="!!path-5qv"/>
          <p:cNvSpPr/>
          <p:nvPr/>
        </p:nvSpPr>
        <p:spPr>
          <a:xfrm>
            <a:off x="1772922" y="3482773"/>
            <a:ext cx="198267" cy="132178"/>
          </a:xfrm>
          <a:custGeom>
            <a:avLst/>
            <a:gdLst/>
            <a:ahLst/>
            <a:cxnLst/>
            <a:rect l="l" t="t" r="r" b="b"/>
            <a:pathLst>
              <a:path w="198267" h="132178">
                <a:moveTo>
                  <a:pt x="159852" y="49897"/>
                </a:moveTo>
                <a:cubicBezTo>
                  <a:pt x="154235" y="21396"/>
                  <a:pt x="129204" y="0"/>
                  <a:pt x="99133" y="0"/>
                </a:cubicBezTo>
                <a:cubicBezTo>
                  <a:pt x="75259" y="0"/>
                  <a:pt x="54523" y="13548"/>
                  <a:pt x="44197" y="33375"/>
                </a:cubicBezTo>
                <a:cubicBezTo>
                  <a:pt x="19331" y="36018"/>
                  <a:pt x="0" y="57084"/>
                  <a:pt x="0" y="82611"/>
                </a:cubicBezTo>
                <a:cubicBezTo>
                  <a:pt x="0" y="109955"/>
                  <a:pt x="22222" y="132178"/>
                  <a:pt x="49567" y="132178"/>
                </a:cubicBezTo>
                <a:lnTo>
                  <a:pt x="156961" y="132178"/>
                </a:lnTo>
                <a:cubicBezTo>
                  <a:pt x="179762" y="132178"/>
                  <a:pt x="198267" y="113673"/>
                  <a:pt x="198267" y="90872"/>
                </a:cubicBezTo>
                <a:cubicBezTo>
                  <a:pt x="198267" y="69063"/>
                  <a:pt x="181331" y="51384"/>
                  <a:pt x="159852" y="49897"/>
                </a:cubicBez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90" name="!!text-5qw" descr="Cloudflare・NGINX"/>
          <p:cNvSpPr txBox="1"/>
          <p:nvPr/>
        </p:nvSpPr>
        <p:spPr>
          <a:xfrm>
            <a:off x="2168271" y="3316057"/>
            <a:ext cx="1612004" cy="2424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18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Cloudfla</a:t>
            </a:r>
            <a:r>
              <a:rPr lang="zh-TW" altLang="en-US" sz="1318" b="1" kern="0" spc="-22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r</a:t>
            </a:r>
            <a:r>
              <a:rPr lang="zh-TW" altLang="en-US" sz="1318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e・NGINX</a:t>
            </a:r>
            <a:endParaRPr lang="zh-TW" sz="1318"/>
          </a:p>
        </p:txBody>
      </p:sp>
      <p:sp>
        <p:nvSpPr>
          <p:cNvPr id="91" name="!!text-5rd" descr="DNS、WAF 與反向代理"/>
          <p:cNvSpPr txBox="1"/>
          <p:nvPr/>
        </p:nvSpPr>
        <p:spPr>
          <a:xfrm>
            <a:off x="2168271" y="3564856"/>
            <a:ext cx="1497160" cy="20511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15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DNS、WAF 與反向代理</a:t>
            </a:r>
            <a:endParaRPr lang="zh-TW" sz="1115"/>
          </a:p>
        </p:txBody>
      </p:sp>
      <p:sp>
        <p:nvSpPr>
          <p:cNvPr id="92" name="!!rect-5ru"/>
          <p:cNvSpPr/>
          <p:nvPr/>
        </p:nvSpPr>
        <p:spPr>
          <a:xfrm>
            <a:off x="1459992" y="2312619"/>
            <a:ext cx="2897505" cy="824179"/>
          </a:xfrm>
          <a:prstGeom prst="roundRect">
            <a:avLst>
              <a:gd name="adj" fmla="val 22917"/>
            </a:avLst>
          </a:prstGeom>
          <a:solidFill>
            <a:srgbClr val="0B1A26">
              <a:alpha val="12000"/>
            </a:srgbClr>
          </a:solidFill>
          <a:ln>
            <a:noFill/>
          </a:ln>
          <a:effectLst>
            <a:softEdge rad="226649"/>
          </a:effectLst>
        </p:spPr>
      </p:sp>
      <p:sp>
        <p:nvSpPr>
          <p:cNvPr id="93" name="!!rect-5rv"/>
          <p:cNvSpPr/>
          <p:nvPr/>
        </p:nvSpPr>
        <p:spPr>
          <a:xfrm>
            <a:off x="1524381" y="2325497"/>
            <a:ext cx="2768727" cy="64389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6439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94" name="!!circle-5rw"/>
          <p:cNvSpPr/>
          <p:nvPr/>
        </p:nvSpPr>
        <p:spPr>
          <a:xfrm>
            <a:off x="1691792" y="2467153"/>
            <a:ext cx="360578" cy="360578"/>
          </a:xfrm>
          <a:prstGeom prst="ellipse">
            <a:avLst/>
          </a:prstGeom>
          <a:solidFill>
            <a:srgbClr val="627D8D">
              <a:alpha val="12000"/>
            </a:srgbClr>
          </a:solidFill>
          <a:ln>
            <a:noFill/>
          </a:ln>
        </p:spPr>
      </p:sp>
      <p:sp>
        <p:nvSpPr>
          <p:cNvPr id="95" name="!!path-5rx"/>
          <p:cNvSpPr/>
          <p:nvPr/>
        </p:nvSpPr>
        <p:spPr>
          <a:xfrm>
            <a:off x="1814228" y="2556544"/>
            <a:ext cx="115656" cy="181744"/>
          </a:xfrm>
          <a:custGeom>
            <a:avLst/>
            <a:gdLst/>
            <a:ahLst/>
            <a:cxnLst/>
            <a:rect l="l" t="t" r="r" b="b"/>
            <a:pathLst>
              <a:path w="115656" h="181744">
                <a:moveTo>
                  <a:pt x="99133" y="83"/>
                </a:moveTo>
                <a:lnTo>
                  <a:pt x="16522" y="0"/>
                </a:lnTo>
                <a:cubicBezTo>
                  <a:pt x="7435" y="0"/>
                  <a:pt x="0" y="7435"/>
                  <a:pt x="0" y="16522"/>
                </a:cubicBezTo>
                <a:lnTo>
                  <a:pt x="0" y="165222"/>
                </a:lnTo>
                <a:cubicBezTo>
                  <a:pt x="0" y="174309"/>
                  <a:pt x="7435" y="181744"/>
                  <a:pt x="16522" y="181744"/>
                </a:cubicBezTo>
                <a:lnTo>
                  <a:pt x="99133" y="181744"/>
                </a:lnTo>
                <a:cubicBezTo>
                  <a:pt x="108221" y="181744"/>
                  <a:pt x="115656" y="174309"/>
                  <a:pt x="115656" y="165222"/>
                </a:cubicBezTo>
                <a:lnTo>
                  <a:pt x="115656" y="16522"/>
                </a:lnTo>
                <a:cubicBezTo>
                  <a:pt x="115656" y="7435"/>
                  <a:pt x="108221" y="83"/>
                  <a:pt x="99133" y="83"/>
                </a:cubicBezTo>
                <a:close/>
                <a:moveTo>
                  <a:pt x="99133" y="148700"/>
                </a:moveTo>
                <a:lnTo>
                  <a:pt x="16522" y="148700"/>
                </a:lnTo>
                <a:lnTo>
                  <a:pt x="16522" y="33044"/>
                </a:lnTo>
                <a:lnTo>
                  <a:pt x="99133" y="33044"/>
                </a:lnTo>
                <a:lnTo>
                  <a:pt x="99133" y="148700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96" name="!!text-5ry" descr="Flutter App"/>
          <p:cNvSpPr txBox="1"/>
          <p:nvPr/>
        </p:nvSpPr>
        <p:spPr>
          <a:xfrm>
            <a:off x="2168271" y="2414611"/>
            <a:ext cx="970986" cy="2424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18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Flu</a:t>
            </a:r>
            <a:r>
              <a:rPr lang="zh-TW" altLang="en-US" sz="1318" b="1" kern="0" spc="-37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t</a:t>
            </a:r>
            <a:r>
              <a:rPr lang="zh-TW" altLang="en-US" sz="1318" b="1" kern="0" spc="-33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t</a:t>
            </a:r>
            <a:r>
              <a:rPr lang="zh-TW" altLang="en-US" sz="1318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er App</a:t>
            </a:r>
            <a:endParaRPr lang="zh-TW" sz="1318"/>
          </a:p>
        </p:txBody>
      </p:sp>
      <p:sp>
        <p:nvSpPr>
          <p:cNvPr id="97" name="!!text-5s9" descr="跨平台行動應用"/>
          <p:cNvSpPr txBox="1"/>
          <p:nvPr/>
        </p:nvSpPr>
        <p:spPr>
          <a:xfrm>
            <a:off x="2168271" y="2663410"/>
            <a:ext cx="1034087" cy="20511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15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跨平台行動應用</a:t>
            </a:r>
            <a:endParaRPr lang="zh-TW" sz="1115"/>
          </a:p>
        </p:txBody>
      </p:sp>
      <p:sp>
        <p:nvSpPr>
          <p:cNvPr id="98" name="!!rect-5sl"/>
          <p:cNvSpPr/>
          <p:nvPr/>
        </p:nvSpPr>
        <p:spPr>
          <a:xfrm>
            <a:off x="4486275" y="2312619"/>
            <a:ext cx="2897505" cy="824179"/>
          </a:xfrm>
          <a:prstGeom prst="roundRect">
            <a:avLst>
              <a:gd name="adj" fmla="val 22917"/>
            </a:avLst>
          </a:prstGeom>
          <a:solidFill>
            <a:srgbClr val="0B1A26">
              <a:alpha val="12000"/>
            </a:srgbClr>
          </a:solidFill>
          <a:ln>
            <a:noFill/>
          </a:ln>
          <a:effectLst>
            <a:softEdge rad="226649"/>
          </a:effectLst>
        </p:spPr>
      </p:sp>
      <p:sp>
        <p:nvSpPr>
          <p:cNvPr id="99" name="!!rect-5sm"/>
          <p:cNvSpPr/>
          <p:nvPr/>
        </p:nvSpPr>
        <p:spPr>
          <a:xfrm>
            <a:off x="4550664" y="2325497"/>
            <a:ext cx="2768727" cy="64389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6439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100" name="!!circle-5sn"/>
          <p:cNvSpPr/>
          <p:nvPr/>
        </p:nvSpPr>
        <p:spPr>
          <a:xfrm>
            <a:off x="4718075" y="2467153"/>
            <a:ext cx="360578" cy="360578"/>
          </a:xfrm>
          <a:prstGeom prst="ellipse">
            <a:avLst/>
          </a:prstGeom>
          <a:solidFill>
            <a:srgbClr val="627D8D">
              <a:alpha val="12000"/>
            </a:srgbClr>
          </a:solidFill>
          <a:ln>
            <a:noFill/>
          </a:ln>
        </p:spPr>
      </p:sp>
      <p:sp>
        <p:nvSpPr>
          <p:cNvPr id="101" name="!!path-5so"/>
          <p:cNvSpPr/>
          <p:nvPr/>
        </p:nvSpPr>
        <p:spPr>
          <a:xfrm>
            <a:off x="4823989" y="2573066"/>
            <a:ext cx="148700" cy="148700"/>
          </a:xfrm>
          <a:custGeom>
            <a:avLst/>
            <a:gdLst/>
            <a:ahLst/>
            <a:cxnLst/>
            <a:rect l="l" t="t" r="r" b="b"/>
            <a:pathLst>
              <a:path w="148700" h="148700">
                <a:moveTo>
                  <a:pt x="99133" y="49567"/>
                </a:moveTo>
                <a:lnTo>
                  <a:pt x="49567" y="49567"/>
                </a:lnTo>
                <a:lnTo>
                  <a:pt x="49567" y="99133"/>
                </a:lnTo>
                <a:lnTo>
                  <a:pt x="99133" y="99133"/>
                </a:lnTo>
                <a:lnTo>
                  <a:pt x="99133" y="49567"/>
                </a:lnTo>
                <a:close/>
                <a:moveTo>
                  <a:pt x="82611" y="82611"/>
                </a:moveTo>
                <a:lnTo>
                  <a:pt x="66089" y="82611"/>
                </a:lnTo>
                <a:lnTo>
                  <a:pt x="66089" y="66089"/>
                </a:lnTo>
                <a:lnTo>
                  <a:pt x="82611" y="66089"/>
                </a:lnTo>
                <a:lnTo>
                  <a:pt x="82611" y="82611"/>
                </a:lnTo>
                <a:close/>
                <a:moveTo>
                  <a:pt x="148700" y="66089"/>
                </a:moveTo>
                <a:lnTo>
                  <a:pt x="148700" y="49567"/>
                </a:lnTo>
                <a:lnTo>
                  <a:pt x="132178" y="49567"/>
                </a:lnTo>
                <a:lnTo>
                  <a:pt x="132178" y="33044"/>
                </a:lnTo>
                <a:cubicBezTo>
                  <a:pt x="132178" y="23957"/>
                  <a:pt x="124743" y="16522"/>
                  <a:pt x="115656" y="16522"/>
                </a:cubicBezTo>
                <a:lnTo>
                  <a:pt x="99133" y="16522"/>
                </a:lnTo>
                <a:lnTo>
                  <a:pt x="99133" y="0"/>
                </a:lnTo>
                <a:lnTo>
                  <a:pt x="82611" y="0"/>
                </a:lnTo>
                <a:lnTo>
                  <a:pt x="82611" y="16522"/>
                </a:lnTo>
                <a:lnTo>
                  <a:pt x="66089" y="16522"/>
                </a:lnTo>
                <a:lnTo>
                  <a:pt x="66089" y="0"/>
                </a:lnTo>
                <a:lnTo>
                  <a:pt x="49567" y="0"/>
                </a:lnTo>
                <a:lnTo>
                  <a:pt x="49567" y="16522"/>
                </a:lnTo>
                <a:lnTo>
                  <a:pt x="33044" y="16522"/>
                </a:lnTo>
                <a:cubicBezTo>
                  <a:pt x="23957" y="16522"/>
                  <a:pt x="16522" y="23957"/>
                  <a:pt x="16522" y="33044"/>
                </a:cubicBezTo>
                <a:lnTo>
                  <a:pt x="16522" y="49567"/>
                </a:lnTo>
                <a:lnTo>
                  <a:pt x="0" y="49567"/>
                </a:lnTo>
                <a:lnTo>
                  <a:pt x="0" y="66089"/>
                </a:lnTo>
                <a:lnTo>
                  <a:pt x="16522" y="66089"/>
                </a:lnTo>
                <a:lnTo>
                  <a:pt x="16522" y="82611"/>
                </a:lnTo>
                <a:lnTo>
                  <a:pt x="0" y="82611"/>
                </a:lnTo>
                <a:lnTo>
                  <a:pt x="0" y="99133"/>
                </a:lnTo>
                <a:lnTo>
                  <a:pt x="16522" y="99133"/>
                </a:lnTo>
                <a:lnTo>
                  <a:pt x="16522" y="115656"/>
                </a:lnTo>
                <a:cubicBezTo>
                  <a:pt x="16522" y="124743"/>
                  <a:pt x="23957" y="132178"/>
                  <a:pt x="33044" y="132178"/>
                </a:cubicBezTo>
                <a:lnTo>
                  <a:pt x="49567" y="132178"/>
                </a:lnTo>
                <a:lnTo>
                  <a:pt x="49567" y="148700"/>
                </a:lnTo>
                <a:lnTo>
                  <a:pt x="66089" y="148700"/>
                </a:lnTo>
                <a:lnTo>
                  <a:pt x="66089" y="132178"/>
                </a:lnTo>
                <a:lnTo>
                  <a:pt x="82611" y="132178"/>
                </a:lnTo>
                <a:lnTo>
                  <a:pt x="82611" y="148700"/>
                </a:lnTo>
                <a:lnTo>
                  <a:pt x="99133" y="148700"/>
                </a:lnTo>
                <a:lnTo>
                  <a:pt x="99133" y="132178"/>
                </a:lnTo>
                <a:lnTo>
                  <a:pt x="115656" y="132178"/>
                </a:lnTo>
                <a:cubicBezTo>
                  <a:pt x="124743" y="132178"/>
                  <a:pt x="132178" y="124743"/>
                  <a:pt x="132178" y="115656"/>
                </a:cubicBezTo>
                <a:lnTo>
                  <a:pt x="132178" y="99133"/>
                </a:lnTo>
                <a:lnTo>
                  <a:pt x="148700" y="99133"/>
                </a:lnTo>
                <a:lnTo>
                  <a:pt x="148700" y="82611"/>
                </a:lnTo>
                <a:lnTo>
                  <a:pt x="132178" y="82611"/>
                </a:lnTo>
                <a:lnTo>
                  <a:pt x="132178" y="66089"/>
                </a:lnTo>
                <a:lnTo>
                  <a:pt x="148700" y="66089"/>
                </a:lnTo>
                <a:close/>
                <a:moveTo>
                  <a:pt x="115656" y="115656"/>
                </a:moveTo>
                <a:lnTo>
                  <a:pt x="33044" y="115656"/>
                </a:lnTo>
                <a:lnTo>
                  <a:pt x="33044" y="33044"/>
                </a:lnTo>
                <a:lnTo>
                  <a:pt x="115656" y="33044"/>
                </a:lnTo>
                <a:lnTo>
                  <a:pt x="115656" y="115656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102" name="!!text-5sp" descr="ESP32 智慧書櫃"/>
          <p:cNvSpPr txBox="1"/>
          <p:nvPr/>
        </p:nvSpPr>
        <p:spPr>
          <a:xfrm>
            <a:off x="5194554" y="2414611"/>
            <a:ext cx="1274503" cy="2424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18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ESP32 智慧書櫃</a:t>
            </a:r>
            <a:endParaRPr lang="zh-TW" sz="1318"/>
          </a:p>
        </p:txBody>
      </p:sp>
      <p:sp>
        <p:nvSpPr>
          <p:cNvPr id="103" name="!!text-5sz" descr="HTTPS 定時查詢狀態"/>
          <p:cNvSpPr txBox="1"/>
          <p:nvPr/>
        </p:nvSpPr>
        <p:spPr>
          <a:xfrm>
            <a:off x="5194554" y="2663410"/>
            <a:ext cx="1369103" cy="20511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15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HTT</a:t>
            </a:r>
            <a:r>
              <a:rPr lang="zh-TW" altLang="en-US" sz="1115" kern="0" spc="-16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P</a:t>
            </a:r>
            <a:r>
              <a:rPr lang="zh-TW" altLang="en-US" sz="1115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S 定時查詢狀態</a:t>
            </a:r>
            <a:endParaRPr lang="zh-TW" sz="1115"/>
          </a:p>
        </p:txBody>
      </p:sp>
      <p:sp>
        <p:nvSpPr>
          <p:cNvPr id="104" name="!!text-5tf" descr="外部服務"/>
          <p:cNvSpPr txBox="1"/>
          <p:nvPr/>
        </p:nvSpPr>
        <p:spPr>
          <a:xfrm>
            <a:off x="8864727" y="1978826"/>
            <a:ext cx="720127" cy="22376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17" b="1" kern="0" spc="146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外部服</a:t>
            </a:r>
            <a:r>
              <a:rPr lang="zh-TW" altLang="en-US" sz="1217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務</a:t>
            </a:r>
            <a:endParaRPr lang="zh-TW" sz="1217"/>
          </a:p>
        </p:txBody>
      </p:sp>
      <p:sp>
        <p:nvSpPr>
          <p:cNvPr id="105" name="!!rect-5to"/>
          <p:cNvSpPr/>
          <p:nvPr/>
        </p:nvSpPr>
        <p:spPr>
          <a:xfrm>
            <a:off x="8800338" y="2312619"/>
            <a:ext cx="2575560" cy="824179"/>
          </a:xfrm>
          <a:prstGeom prst="roundRect">
            <a:avLst>
              <a:gd name="adj" fmla="val 22917"/>
            </a:avLst>
          </a:prstGeom>
          <a:solidFill>
            <a:srgbClr val="0B1A26">
              <a:alpha val="12000"/>
            </a:srgbClr>
          </a:solidFill>
          <a:ln>
            <a:noFill/>
          </a:ln>
          <a:effectLst>
            <a:softEdge rad="226649"/>
          </a:effectLst>
        </p:spPr>
      </p:sp>
      <p:sp>
        <p:nvSpPr>
          <p:cNvPr id="106" name="!!rect-5tp"/>
          <p:cNvSpPr/>
          <p:nvPr/>
        </p:nvSpPr>
        <p:spPr>
          <a:xfrm>
            <a:off x="8864727" y="2325497"/>
            <a:ext cx="2446782" cy="64389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6439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107" name="!!circle-5tq"/>
          <p:cNvSpPr/>
          <p:nvPr/>
        </p:nvSpPr>
        <p:spPr>
          <a:xfrm>
            <a:off x="9032139" y="2467153"/>
            <a:ext cx="360578" cy="360578"/>
          </a:xfrm>
          <a:prstGeom prst="ellipse">
            <a:avLst/>
          </a:prstGeom>
          <a:solidFill>
            <a:srgbClr val="627D8D">
              <a:alpha val="12000"/>
            </a:srgbClr>
          </a:solidFill>
          <a:ln>
            <a:noFill/>
          </a:ln>
        </p:spPr>
      </p:sp>
      <p:sp>
        <p:nvSpPr>
          <p:cNvPr id="108" name="!!path-5tr"/>
          <p:cNvSpPr/>
          <p:nvPr/>
        </p:nvSpPr>
        <p:spPr>
          <a:xfrm>
            <a:off x="9121530" y="2556544"/>
            <a:ext cx="181744" cy="181744"/>
          </a:xfrm>
          <a:custGeom>
            <a:avLst/>
            <a:gdLst/>
            <a:ahLst/>
            <a:cxnLst/>
            <a:rect l="l" t="t" r="r" b="b"/>
            <a:pathLst>
              <a:path w="181744" h="181744">
                <a:moveTo>
                  <a:pt x="148700" y="66089"/>
                </a:moveTo>
                <a:lnTo>
                  <a:pt x="159026" y="43371"/>
                </a:lnTo>
                <a:lnTo>
                  <a:pt x="181744" y="33044"/>
                </a:lnTo>
                <a:lnTo>
                  <a:pt x="159026" y="22718"/>
                </a:lnTo>
                <a:lnTo>
                  <a:pt x="148700" y="0"/>
                </a:lnTo>
                <a:lnTo>
                  <a:pt x="138374" y="22718"/>
                </a:lnTo>
                <a:lnTo>
                  <a:pt x="115656" y="33044"/>
                </a:lnTo>
                <a:lnTo>
                  <a:pt x="138374" y="43371"/>
                </a:lnTo>
                <a:lnTo>
                  <a:pt x="148700" y="66089"/>
                </a:lnTo>
                <a:close/>
                <a:moveTo>
                  <a:pt x="86742" y="70219"/>
                </a:moveTo>
                <a:lnTo>
                  <a:pt x="66089" y="24783"/>
                </a:lnTo>
                <a:lnTo>
                  <a:pt x="45436" y="70219"/>
                </a:lnTo>
                <a:lnTo>
                  <a:pt x="0" y="90872"/>
                </a:lnTo>
                <a:lnTo>
                  <a:pt x="45436" y="111525"/>
                </a:lnTo>
                <a:lnTo>
                  <a:pt x="66089" y="156961"/>
                </a:lnTo>
                <a:lnTo>
                  <a:pt x="86742" y="111525"/>
                </a:lnTo>
                <a:lnTo>
                  <a:pt x="132178" y="90872"/>
                </a:lnTo>
                <a:lnTo>
                  <a:pt x="86742" y="70219"/>
                </a:lnTo>
                <a:close/>
                <a:moveTo>
                  <a:pt x="148700" y="115656"/>
                </a:moveTo>
                <a:lnTo>
                  <a:pt x="138374" y="138374"/>
                </a:lnTo>
                <a:lnTo>
                  <a:pt x="115656" y="148700"/>
                </a:lnTo>
                <a:lnTo>
                  <a:pt x="138374" y="159026"/>
                </a:lnTo>
                <a:lnTo>
                  <a:pt x="148700" y="181744"/>
                </a:lnTo>
                <a:lnTo>
                  <a:pt x="159026" y="159026"/>
                </a:lnTo>
                <a:lnTo>
                  <a:pt x="181744" y="148700"/>
                </a:lnTo>
                <a:lnTo>
                  <a:pt x="159026" y="138374"/>
                </a:lnTo>
                <a:lnTo>
                  <a:pt x="148700" y="115656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109" name="!!text-5ts" descr="OpenAI"/>
          <p:cNvSpPr txBox="1"/>
          <p:nvPr/>
        </p:nvSpPr>
        <p:spPr>
          <a:xfrm>
            <a:off x="9508617" y="2414611"/>
            <a:ext cx="654076" cy="2424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18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OpenAI</a:t>
            </a:r>
            <a:endParaRPr lang="zh-TW" sz="1318"/>
          </a:p>
        </p:txBody>
      </p:sp>
      <p:sp>
        <p:nvSpPr>
          <p:cNvPr id="110" name="!!text-5tz" descr="AI 功能"/>
          <p:cNvSpPr txBox="1"/>
          <p:nvPr/>
        </p:nvSpPr>
        <p:spPr>
          <a:xfrm>
            <a:off x="9508617" y="2663410"/>
            <a:ext cx="485171" cy="20511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15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AI 功能</a:t>
            </a:r>
            <a:endParaRPr lang="zh-TW" sz="1115"/>
          </a:p>
        </p:txBody>
      </p:sp>
      <p:sp>
        <p:nvSpPr>
          <p:cNvPr id="111" name="!!rect-5u8"/>
          <p:cNvSpPr/>
          <p:nvPr/>
        </p:nvSpPr>
        <p:spPr>
          <a:xfrm>
            <a:off x="8800338" y="3214065"/>
            <a:ext cx="2575560" cy="824179"/>
          </a:xfrm>
          <a:prstGeom prst="roundRect">
            <a:avLst>
              <a:gd name="adj" fmla="val 22917"/>
            </a:avLst>
          </a:prstGeom>
          <a:solidFill>
            <a:srgbClr val="0B1A26">
              <a:alpha val="12000"/>
            </a:srgbClr>
          </a:solidFill>
          <a:ln>
            <a:noFill/>
          </a:ln>
          <a:effectLst>
            <a:softEdge rad="226649"/>
          </a:effectLst>
        </p:spPr>
      </p:sp>
      <p:sp>
        <p:nvSpPr>
          <p:cNvPr id="112" name="!!rect-5u9"/>
          <p:cNvSpPr/>
          <p:nvPr/>
        </p:nvSpPr>
        <p:spPr>
          <a:xfrm>
            <a:off x="8864727" y="3226943"/>
            <a:ext cx="2446782" cy="64389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6439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113" name="!!circle-5ua"/>
          <p:cNvSpPr/>
          <p:nvPr/>
        </p:nvSpPr>
        <p:spPr>
          <a:xfrm>
            <a:off x="9032139" y="3368599"/>
            <a:ext cx="360578" cy="360578"/>
          </a:xfrm>
          <a:prstGeom prst="ellipse">
            <a:avLst/>
          </a:prstGeom>
          <a:solidFill>
            <a:srgbClr val="627D8D">
              <a:alpha val="12000"/>
            </a:srgbClr>
          </a:solidFill>
          <a:ln>
            <a:noFill/>
          </a:ln>
        </p:spPr>
      </p:sp>
      <p:sp>
        <p:nvSpPr>
          <p:cNvPr id="114" name="!!path-5ub"/>
          <p:cNvSpPr/>
          <p:nvPr/>
        </p:nvSpPr>
        <p:spPr>
          <a:xfrm>
            <a:off x="9146313" y="3470382"/>
            <a:ext cx="132178" cy="161092"/>
          </a:xfrm>
          <a:custGeom>
            <a:avLst/>
            <a:gdLst/>
            <a:ahLst/>
            <a:cxnLst/>
            <a:rect l="l" t="t" r="r" b="b"/>
            <a:pathLst>
              <a:path w="132178" h="161092">
                <a:moveTo>
                  <a:pt x="66089" y="161092"/>
                </a:moveTo>
                <a:cubicBezTo>
                  <a:pt x="75176" y="161092"/>
                  <a:pt x="82611" y="153657"/>
                  <a:pt x="82611" y="144569"/>
                </a:cubicBezTo>
                <a:lnTo>
                  <a:pt x="49567" y="144569"/>
                </a:lnTo>
                <a:cubicBezTo>
                  <a:pt x="49567" y="153657"/>
                  <a:pt x="56919" y="161092"/>
                  <a:pt x="66089" y="161092"/>
                </a:cubicBezTo>
                <a:close/>
                <a:moveTo>
                  <a:pt x="115656" y="111525"/>
                </a:moveTo>
                <a:lnTo>
                  <a:pt x="115656" y="70219"/>
                </a:lnTo>
                <a:cubicBezTo>
                  <a:pt x="115656" y="44858"/>
                  <a:pt x="102107" y="23627"/>
                  <a:pt x="78481" y="18009"/>
                </a:cubicBezTo>
                <a:lnTo>
                  <a:pt x="78481" y="12392"/>
                </a:lnTo>
                <a:cubicBezTo>
                  <a:pt x="78481" y="5535"/>
                  <a:pt x="72946" y="0"/>
                  <a:pt x="66089" y="0"/>
                </a:cubicBezTo>
                <a:cubicBezTo>
                  <a:pt x="59232" y="0"/>
                  <a:pt x="53697" y="5535"/>
                  <a:pt x="53697" y="12392"/>
                </a:cubicBezTo>
                <a:lnTo>
                  <a:pt x="53697" y="18009"/>
                </a:lnTo>
                <a:cubicBezTo>
                  <a:pt x="29988" y="23627"/>
                  <a:pt x="16522" y="44775"/>
                  <a:pt x="16522" y="70219"/>
                </a:cubicBezTo>
                <a:lnTo>
                  <a:pt x="16522" y="111525"/>
                </a:lnTo>
                <a:lnTo>
                  <a:pt x="0" y="128047"/>
                </a:lnTo>
                <a:lnTo>
                  <a:pt x="0" y="136308"/>
                </a:lnTo>
                <a:lnTo>
                  <a:pt x="132178" y="136308"/>
                </a:lnTo>
                <a:lnTo>
                  <a:pt x="132178" y="128047"/>
                </a:lnTo>
                <a:lnTo>
                  <a:pt x="115656" y="111525"/>
                </a:lnTo>
                <a:close/>
                <a:moveTo>
                  <a:pt x="99133" y="119786"/>
                </a:moveTo>
                <a:lnTo>
                  <a:pt x="33044" y="119786"/>
                </a:lnTo>
                <a:lnTo>
                  <a:pt x="33044" y="70219"/>
                </a:lnTo>
                <a:cubicBezTo>
                  <a:pt x="33044" y="49732"/>
                  <a:pt x="45519" y="33044"/>
                  <a:pt x="66089" y="33044"/>
                </a:cubicBezTo>
                <a:cubicBezTo>
                  <a:pt x="86659" y="33044"/>
                  <a:pt x="99133" y="49732"/>
                  <a:pt x="99133" y="70219"/>
                </a:cubicBezTo>
                <a:lnTo>
                  <a:pt x="99133" y="119786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115" name="!!text-5uc" descr="Firebase"/>
          <p:cNvSpPr txBox="1"/>
          <p:nvPr/>
        </p:nvSpPr>
        <p:spPr>
          <a:xfrm>
            <a:off x="9508617" y="3316057"/>
            <a:ext cx="750171" cy="2424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18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Fi</a:t>
            </a:r>
            <a:r>
              <a:rPr lang="zh-TW" altLang="en-US" sz="1318" b="1" kern="0" spc="-22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r</a:t>
            </a:r>
            <a:r>
              <a:rPr lang="zh-TW" altLang="en-US" sz="1318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e</a:t>
            </a:r>
            <a:r>
              <a:rPr lang="zh-TW" altLang="en-US" sz="1318" b="1" kern="0" spc="-26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b</a:t>
            </a:r>
            <a:r>
              <a:rPr lang="zh-TW" altLang="en-US" sz="1318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ase</a:t>
            </a:r>
            <a:endParaRPr lang="zh-TW" sz="1318"/>
          </a:p>
        </p:txBody>
      </p:sp>
      <p:sp>
        <p:nvSpPr>
          <p:cNvPr id="116" name="!!text-5ul" descr="推播與登入驗證"/>
          <p:cNvSpPr txBox="1"/>
          <p:nvPr/>
        </p:nvSpPr>
        <p:spPr>
          <a:xfrm>
            <a:off x="9508617" y="3564856"/>
            <a:ext cx="1034087" cy="20511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15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推播與登入驗證</a:t>
            </a:r>
            <a:endParaRPr lang="zh-TW" sz="1115"/>
          </a:p>
        </p:txBody>
      </p:sp>
      <p:sp>
        <p:nvSpPr>
          <p:cNvPr id="117" name="!!rect-5ux"/>
          <p:cNvSpPr/>
          <p:nvPr/>
        </p:nvSpPr>
        <p:spPr>
          <a:xfrm>
            <a:off x="8800338" y="4115511"/>
            <a:ext cx="2575560" cy="824179"/>
          </a:xfrm>
          <a:prstGeom prst="roundRect">
            <a:avLst>
              <a:gd name="adj" fmla="val 22917"/>
            </a:avLst>
          </a:prstGeom>
          <a:solidFill>
            <a:srgbClr val="0B1A26">
              <a:alpha val="12000"/>
            </a:srgbClr>
          </a:solidFill>
          <a:ln>
            <a:noFill/>
          </a:ln>
          <a:effectLst>
            <a:softEdge rad="226649"/>
          </a:effectLst>
        </p:spPr>
      </p:sp>
      <p:sp>
        <p:nvSpPr>
          <p:cNvPr id="118" name="!!rect-5uy"/>
          <p:cNvSpPr/>
          <p:nvPr/>
        </p:nvSpPr>
        <p:spPr>
          <a:xfrm>
            <a:off x="8864727" y="4128389"/>
            <a:ext cx="2446782" cy="64389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6439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119" name="!!circle-5uz"/>
          <p:cNvSpPr/>
          <p:nvPr/>
        </p:nvSpPr>
        <p:spPr>
          <a:xfrm>
            <a:off x="9032139" y="4270045"/>
            <a:ext cx="360578" cy="360578"/>
          </a:xfrm>
          <a:prstGeom prst="ellipse">
            <a:avLst/>
          </a:prstGeom>
          <a:solidFill>
            <a:srgbClr val="627D8D">
              <a:alpha val="12000"/>
            </a:srgbClr>
          </a:solidFill>
          <a:ln>
            <a:noFill/>
          </a:ln>
        </p:spPr>
      </p:sp>
      <p:sp>
        <p:nvSpPr>
          <p:cNvPr id="120" name="!!path-5v0"/>
          <p:cNvSpPr/>
          <p:nvPr/>
        </p:nvSpPr>
        <p:spPr>
          <a:xfrm>
            <a:off x="9121530" y="4388350"/>
            <a:ext cx="181744" cy="140439"/>
          </a:xfrm>
          <a:custGeom>
            <a:avLst/>
            <a:gdLst/>
            <a:ahLst/>
            <a:cxnLst/>
            <a:rect l="l" t="t" r="r" b="b"/>
            <a:pathLst>
              <a:path w="181744" h="140439">
                <a:moveTo>
                  <a:pt x="165222" y="4131"/>
                </a:moveTo>
                <a:cubicBezTo>
                  <a:pt x="156052" y="1239"/>
                  <a:pt x="145974" y="0"/>
                  <a:pt x="136308" y="0"/>
                </a:cubicBezTo>
                <a:cubicBezTo>
                  <a:pt x="120199" y="0"/>
                  <a:pt x="102851" y="3304"/>
                  <a:pt x="90872" y="12392"/>
                </a:cubicBezTo>
                <a:cubicBezTo>
                  <a:pt x="78894" y="3304"/>
                  <a:pt x="61545" y="0"/>
                  <a:pt x="45436" y="0"/>
                </a:cubicBezTo>
                <a:cubicBezTo>
                  <a:pt x="29327" y="0"/>
                  <a:pt x="11979" y="3304"/>
                  <a:pt x="0" y="12392"/>
                </a:cubicBezTo>
                <a:lnTo>
                  <a:pt x="0" y="133417"/>
                </a:lnTo>
                <a:cubicBezTo>
                  <a:pt x="0" y="135482"/>
                  <a:pt x="2065" y="137547"/>
                  <a:pt x="4131" y="137547"/>
                </a:cubicBezTo>
                <a:cubicBezTo>
                  <a:pt x="4957" y="137547"/>
                  <a:pt x="5370" y="137134"/>
                  <a:pt x="6196" y="137134"/>
                </a:cubicBezTo>
                <a:cubicBezTo>
                  <a:pt x="17348" y="131765"/>
                  <a:pt x="33457" y="128047"/>
                  <a:pt x="45436" y="128047"/>
                </a:cubicBezTo>
                <a:cubicBezTo>
                  <a:pt x="61545" y="128047"/>
                  <a:pt x="78894" y="131352"/>
                  <a:pt x="90872" y="140439"/>
                </a:cubicBezTo>
                <a:cubicBezTo>
                  <a:pt x="102025" y="133417"/>
                  <a:pt x="122264" y="128047"/>
                  <a:pt x="136308" y="128047"/>
                </a:cubicBezTo>
                <a:cubicBezTo>
                  <a:pt x="149939" y="128047"/>
                  <a:pt x="163983" y="130526"/>
                  <a:pt x="175549" y="136721"/>
                </a:cubicBezTo>
                <a:cubicBezTo>
                  <a:pt x="176375" y="137134"/>
                  <a:pt x="176788" y="137134"/>
                  <a:pt x="177614" y="137134"/>
                </a:cubicBezTo>
                <a:cubicBezTo>
                  <a:pt x="179679" y="137134"/>
                  <a:pt x="181744" y="135069"/>
                  <a:pt x="181744" y="133004"/>
                </a:cubicBezTo>
                <a:lnTo>
                  <a:pt x="181744" y="12392"/>
                </a:lnTo>
                <a:cubicBezTo>
                  <a:pt x="176788" y="8674"/>
                  <a:pt x="171418" y="6196"/>
                  <a:pt x="165222" y="4131"/>
                </a:cubicBezTo>
                <a:close/>
                <a:moveTo>
                  <a:pt x="165222" y="115656"/>
                </a:moveTo>
                <a:cubicBezTo>
                  <a:pt x="156135" y="112764"/>
                  <a:pt x="146222" y="111525"/>
                  <a:pt x="136308" y="111525"/>
                </a:cubicBezTo>
                <a:cubicBezTo>
                  <a:pt x="122264" y="111525"/>
                  <a:pt x="102025" y="116895"/>
                  <a:pt x="90872" y="123917"/>
                </a:cubicBezTo>
                <a:lnTo>
                  <a:pt x="90872" y="28914"/>
                </a:lnTo>
                <a:cubicBezTo>
                  <a:pt x="102025" y="21892"/>
                  <a:pt x="122264" y="16522"/>
                  <a:pt x="136308" y="16522"/>
                </a:cubicBezTo>
                <a:cubicBezTo>
                  <a:pt x="146222" y="16522"/>
                  <a:pt x="156135" y="17761"/>
                  <a:pt x="165222" y="20653"/>
                </a:cubicBezTo>
                <a:lnTo>
                  <a:pt x="165222" y="115656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121" name="!!text-5v1" descr="Google Books"/>
          <p:cNvSpPr txBox="1"/>
          <p:nvPr/>
        </p:nvSpPr>
        <p:spPr>
          <a:xfrm>
            <a:off x="9508617" y="4217503"/>
            <a:ext cx="1175396" cy="2424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18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Google Books</a:t>
            </a:r>
            <a:endParaRPr lang="zh-TW" sz="1318"/>
          </a:p>
        </p:txBody>
      </p:sp>
      <p:sp>
        <p:nvSpPr>
          <p:cNvPr id="122" name="!!text-5vd" descr="書目資料"/>
          <p:cNvSpPr txBox="1"/>
          <p:nvPr/>
        </p:nvSpPr>
        <p:spPr>
          <a:xfrm>
            <a:off x="9508617" y="4466302"/>
            <a:ext cx="609120" cy="20511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15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書目資料</a:t>
            </a:r>
            <a:endParaRPr lang="zh-TW" sz="1115"/>
          </a:p>
        </p:txBody>
      </p:sp>
      <p:sp>
        <p:nvSpPr>
          <p:cNvPr id="123" name="!!path-9ic"/>
          <p:cNvSpPr/>
          <p:nvPr/>
        </p:nvSpPr>
        <p:spPr>
          <a:xfrm>
            <a:off x="381000" y="306527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24" name="!!path-9id"/>
          <p:cNvSpPr/>
          <p:nvPr/>
        </p:nvSpPr>
        <p:spPr>
          <a:xfrm>
            <a:off x="381000" y="308153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25" name="!!path-9ie"/>
          <p:cNvSpPr/>
          <p:nvPr/>
        </p:nvSpPr>
        <p:spPr>
          <a:xfrm>
            <a:off x="381000" y="309778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26" name="!!path-9if"/>
          <p:cNvSpPr/>
          <p:nvPr/>
        </p:nvSpPr>
        <p:spPr>
          <a:xfrm>
            <a:off x="381000" y="311404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27" name="!!path-9ig"/>
          <p:cNvSpPr/>
          <p:nvPr/>
        </p:nvSpPr>
        <p:spPr>
          <a:xfrm>
            <a:off x="381000" y="313030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28" name="!!path-9ih"/>
          <p:cNvSpPr/>
          <p:nvPr/>
        </p:nvSpPr>
        <p:spPr>
          <a:xfrm>
            <a:off x="381000" y="314655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29" name="!!path-9ii"/>
          <p:cNvSpPr/>
          <p:nvPr/>
        </p:nvSpPr>
        <p:spPr>
          <a:xfrm>
            <a:off x="381000" y="316281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30" name="!!path-9ij"/>
          <p:cNvSpPr/>
          <p:nvPr/>
        </p:nvSpPr>
        <p:spPr>
          <a:xfrm>
            <a:off x="381000" y="317906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31" name="!!path-9ik"/>
          <p:cNvSpPr/>
          <p:nvPr/>
        </p:nvSpPr>
        <p:spPr>
          <a:xfrm>
            <a:off x="419608" y="269342"/>
            <a:ext cx="128422" cy="122936"/>
          </a:xfrm>
          <a:custGeom>
            <a:avLst/>
            <a:gdLst/>
            <a:ahLst/>
            <a:cxnLst/>
            <a:rect l="l" t="t" r="r" b="b"/>
            <a:pathLst>
              <a:path w="128422" h="122936">
                <a:moveTo>
                  <a:pt x="0" y="17678"/>
                </a:moveTo>
                <a:lnTo>
                  <a:pt x="8128" y="5080"/>
                </a:lnTo>
                <a:cubicBezTo>
                  <a:pt x="32512" y="0"/>
                  <a:pt x="73152" y="7112"/>
                  <a:pt x="101600" y="26416"/>
                </a:cubicBezTo>
                <a:cubicBezTo>
                  <a:pt x="116840" y="37186"/>
                  <a:pt x="124968" y="49784"/>
                  <a:pt x="128422" y="62992"/>
                </a:cubicBezTo>
                <a:lnTo>
                  <a:pt x="128422" y="122936"/>
                </a:lnTo>
                <a:lnTo>
                  <a:pt x="0" y="1229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32" name="!!path-9il"/>
          <p:cNvSpPr/>
          <p:nvPr/>
        </p:nvSpPr>
        <p:spPr>
          <a:xfrm>
            <a:off x="419608" y="269342"/>
            <a:ext cx="128422" cy="62992"/>
          </a:xfrm>
          <a:custGeom>
            <a:avLst/>
            <a:gdLst/>
            <a:ahLst/>
            <a:cxnLst/>
            <a:rect l="l" t="t" r="r" b="b"/>
            <a:pathLst>
              <a:path w="128422" h="62992" fill="none">
                <a:moveTo>
                  <a:pt x="128422" y="62992"/>
                </a:moveTo>
                <a:cubicBezTo>
                  <a:pt x="124968" y="49784"/>
                  <a:pt x="116840" y="37186"/>
                  <a:pt x="101600" y="26416"/>
                </a:cubicBezTo>
                <a:cubicBezTo>
                  <a:pt x="73152" y="7112"/>
                  <a:pt x="32512" y="0"/>
                  <a:pt x="8128" y="5080"/>
                </a:cubicBezTo>
                <a:lnTo>
                  <a:pt x="0" y="1767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33" name="!!path-9im"/>
          <p:cNvSpPr/>
          <p:nvPr/>
        </p:nvSpPr>
        <p:spPr>
          <a:xfrm>
            <a:off x="407010" y="281534"/>
            <a:ext cx="141021" cy="110744"/>
          </a:xfrm>
          <a:custGeom>
            <a:avLst/>
            <a:gdLst/>
            <a:ahLst/>
            <a:cxnLst/>
            <a:rect l="l" t="t" r="r" b="b"/>
            <a:pathLst>
              <a:path w="141021" h="110744">
                <a:moveTo>
                  <a:pt x="0" y="22352"/>
                </a:moveTo>
                <a:lnTo>
                  <a:pt x="6502" y="6502"/>
                </a:lnTo>
                <a:cubicBezTo>
                  <a:pt x="36982" y="0"/>
                  <a:pt x="79654" y="7112"/>
                  <a:pt x="110134" y="25400"/>
                </a:cubicBezTo>
                <a:cubicBezTo>
                  <a:pt x="126390" y="35154"/>
                  <a:pt x="136550" y="49784"/>
                  <a:pt x="141021" y="62992"/>
                </a:cubicBezTo>
                <a:lnTo>
                  <a:pt x="141021" y="110744"/>
                </a:lnTo>
                <a:lnTo>
                  <a:pt x="0" y="110744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34" name="!!path-9in"/>
          <p:cNvSpPr/>
          <p:nvPr/>
        </p:nvSpPr>
        <p:spPr>
          <a:xfrm>
            <a:off x="407010" y="281534"/>
            <a:ext cx="141021" cy="62992"/>
          </a:xfrm>
          <a:custGeom>
            <a:avLst/>
            <a:gdLst/>
            <a:ahLst/>
            <a:cxnLst/>
            <a:rect l="l" t="t" r="r" b="b"/>
            <a:pathLst>
              <a:path w="141021" h="62992" fill="none">
                <a:moveTo>
                  <a:pt x="141021" y="62992"/>
                </a:moveTo>
                <a:cubicBezTo>
                  <a:pt x="136550" y="49784"/>
                  <a:pt x="126390" y="35154"/>
                  <a:pt x="110134" y="25400"/>
                </a:cubicBezTo>
                <a:cubicBezTo>
                  <a:pt x="79654" y="7112"/>
                  <a:pt x="36982" y="0"/>
                  <a:pt x="6502" y="6502"/>
                </a:cubicBezTo>
                <a:lnTo>
                  <a:pt x="0" y="22352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35" name="!!path-9io"/>
          <p:cNvSpPr/>
          <p:nvPr/>
        </p:nvSpPr>
        <p:spPr>
          <a:xfrm>
            <a:off x="395834" y="294742"/>
            <a:ext cx="151790" cy="97536"/>
          </a:xfrm>
          <a:custGeom>
            <a:avLst/>
            <a:gdLst/>
            <a:ahLst/>
            <a:cxnLst/>
            <a:rect l="l" t="t" r="r" b="b"/>
            <a:pathLst>
              <a:path w="151790" h="97536">
                <a:moveTo>
                  <a:pt x="0" y="23165"/>
                </a:moveTo>
                <a:lnTo>
                  <a:pt x="3861" y="12598"/>
                </a:lnTo>
                <a:cubicBezTo>
                  <a:pt x="37998" y="0"/>
                  <a:pt x="84734" y="5080"/>
                  <a:pt x="117246" y="21946"/>
                </a:cubicBezTo>
                <a:cubicBezTo>
                  <a:pt x="135534" y="31496"/>
                  <a:pt x="146710" y="43688"/>
                  <a:pt x="151790" y="55270"/>
                </a:cubicBezTo>
                <a:lnTo>
                  <a:pt x="151790" y="97536"/>
                </a:lnTo>
                <a:lnTo>
                  <a:pt x="0" y="975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36" name="!!path-9ip"/>
          <p:cNvSpPr/>
          <p:nvPr/>
        </p:nvSpPr>
        <p:spPr>
          <a:xfrm>
            <a:off x="395834" y="294742"/>
            <a:ext cx="151790" cy="55270"/>
          </a:xfrm>
          <a:custGeom>
            <a:avLst/>
            <a:gdLst/>
            <a:ahLst/>
            <a:cxnLst/>
            <a:rect l="l" t="t" r="r" b="b"/>
            <a:pathLst>
              <a:path w="151790" h="55270" fill="none">
                <a:moveTo>
                  <a:pt x="151790" y="55270"/>
                </a:moveTo>
                <a:cubicBezTo>
                  <a:pt x="146710" y="43688"/>
                  <a:pt x="135534" y="31496"/>
                  <a:pt x="117246" y="21946"/>
                </a:cubicBezTo>
                <a:cubicBezTo>
                  <a:pt x="84734" y="5080"/>
                  <a:pt x="37998" y="0"/>
                  <a:pt x="3861" y="12598"/>
                </a:cubicBezTo>
                <a:lnTo>
                  <a:pt x="0" y="23165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37" name="!!path-9iq"/>
          <p:cNvSpPr/>
          <p:nvPr/>
        </p:nvSpPr>
        <p:spPr>
          <a:xfrm>
            <a:off x="548234" y="264262"/>
            <a:ext cx="120294" cy="128016"/>
          </a:xfrm>
          <a:custGeom>
            <a:avLst/>
            <a:gdLst/>
            <a:ahLst/>
            <a:cxnLst/>
            <a:rect l="l" t="t" r="r" b="b"/>
            <a:pathLst>
              <a:path w="120294" h="128016">
                <a:moveTo>
                  <a:pt x="120294" y="18288"/>
                </a:moveTo>
                <a:lnTo>
                  <a:pt x="113589" y="4470"/>
                </a:lnTo>
                <a:cubicBezTo>
                  <a:pt x="86766" y="0"/>
                  <a:pt x="44094" y="10160"/>
                  <a:pt x="17678" y="30480"/>
                </a:cubicBezTo>
                <a:cubicBezTo>
                  <a:pt x="6502" y="39624"/>
                  <a:pt x="1422" y="52832"/>
                  <a:pt x="0" y="67056"/>
                </a:cubicBezTo>
                <a:lnTo>
                  <a:pt x="0" y="128016"/>
                </a:lnTo>
                <a:lnTo>
                  <a:pt x="120294" y="12801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38" name="!!path-9ir"/>
          <p:cNvSpPr/>
          <p:nvPr/>
        </p:nvSpPr>
        <p:spPr>
          <a:xfrm>
            <a:off x="548234" y="264262"/>
            <a:ext cx="120294" cy="67056"/>
          </a:xfrm>
          <a:custGeom>
            <a:avLst/>
            <a:gdLst/>
            <a:ahLst/>
            <a:cxnLst/>
            <a:rect l="l" t="t" r="r" b="b"/>
            <a:pathLst>
              <a:path w="120294" h="67056" fill="none">
                <a:moveTo>
                  <a:pt x="0" y="67056"/>
                </a:moveTo>
                <a:cubicBezTo>
                  <a:pt x="1422" y="52832"/>
                  <a:pt x="6502" y="39624"/>
                  <a:pt x="17678" y="30480"/>
                </a:cubicBezTo>
                <a:cubicBezTo>
                  <a:pt x="44094" y="10160"/>
                  <a:pt x="86766" y="0"/>
                  <a:pt x="113589" y="4470"/>
                </a:cubicBezTo>
                <a:lnTo>
                  <a:pt x="120294" y="1828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39" name="!!path-9is"/>
          <p:cNvSpPr/>
          <p:nvPr/>
        </p:nvSpPr>
        <p:spPr>
          <a:xfrm>
            <a:off x="548437" y="279502"/>
            <a:ext cx="133299" cy="112776"/>
          </a:xfrm>
          <a:custGeom>
            <a:avLst/>
            <a:gdLst/>
            <a:ahLst/>
            <a:cxnLst/>
            <a:rect l="l" t="t" r="r" b="b"/>
            <a:pathLst>
              <a:path w="133299" h="112776">
                <a:moveTo>
                  <a:pt x="133299" y="19710"/>
                </a:moveTo>
                <a:lnTo>
                  <a:pt x="127203" y="3048"/>
                </a:lnTo>
                <a:cubicBezTo>
                  <a:pt x="94691" y="0"/>
                  <a:pt x="54051" y="11176"/>
                  <a:pt x="27635" y="30683"/>
                </a:cubicBezTo>
                <a:cubicBezTo>
                  <a:pt x="13411" y="41250"/>
                  <a:pt x="4267" y="53848"/>
                  <a:pt x="0" y="65024"/>
                </a:cubicBezTo>
                <a:lnTo>
                  <a:pt x="0" y="112776"/>
                </a:lnTo>
                <a:lnTo>
                  <a:pt x="133299" y="11277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40" name="!!path-9it"/>
          <p:cNvSpPr/>
          <p:nvPr/>
        </p:nvSpPr>
        <p:spPr>
          <a:xfrm>
            <a:off x="548437" y="279502"/>
            <a:ext cx="133299" cy="65024"/>
          </a:xfrm>
          <a:custGeom>
            <a:avLst/>
            <a:gdLst/>
            <a:ahLst/>
            <a:cxnLst/>
            <a:rect l="l" t="t" r="r" b="b"/>
            <a:pathLst>
              <a:path w="133299" h="65024" fill="none">
                <a:moveTo>
                  <a:pt x="0" y="65024"/>
                </a:moveTo>
                <a:cubicBezTo>
                  <a:pt x="4267" y="53848"/>
                  <a:pt x="13411" y="41250"/>
                  <a:pt x="27635" y="30683"/>
                </a:cubicBezTo>
                <a:cubicBezTo>
                  <a:pt x="54051" y="11176"/>
                  <a:pt x="94691" y="0"/>
                  <a:pt x="127203" y="3048"/>
                </a:cubicBezTo>
                <a:lnTo>
                  <a:pt x="133299" y="19710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41" name="!!path-9iu"/>
          <p:cNvSpPr/>
          <p:nvPr/>
        </p:nvSpPr>
        <p:spPr>
          <a:xfrm>
            <a:off x="548843" y="293726"/>
            <a:ext cx="142646" cy="98552"/>
          </a:xfrm>
          <a:custGeom>
            <a:avLst/>
            <a:gdLst/>
            <a:ahLst/>
            <a:cxnLst/>
            <a:rect l="l" t="t" r="r" b="b"/>
            <a:pathLst>
              <a:path w="142646" h="98552">
                <a:moveTo>
                  <a:pt x="142646" y="18898"/>
                </a:moveTo>
                <a:lnTo>
                  <a:pt x="139802" y="8738"/>
                </a:lnTo>
                <a:cubicBezTo>
                  <a:pt x="106477" y="0"/>
                  <a:pt x="63805" y="5080"/>
                  <a:pt x="35357" y="19304"/>
                </a:cubicBezTo>
                <a:cubicBezTo>
                  <a:pt x="17069" y="28448"/>
                  <a:pt x="5893" y="42672"/>
                  <a:pt x="0" y="56286"/>
                </a:cubicBezTo>
                <a:lnTo>
                  <a:pt x="0" y="98552"/>
                </a:lnTo>
                <a:lnTo>
                  <a:pt x="142646" y="98552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42" name="!!path-9iv"/>
          <p:cNvSpPr/>
          <p:nvPr/>
        </p:nvSpPr>
        <p:spPr>
          <a:xfrm>
            <a:off x="548843" y="293726"/>
            <a:ext cx="142646" cy="56286"/>
          </a:xfrm>
          <a:custGeom>
            <a:avLst/>
            <a:gdLst/>
            <a:ahLst/>
            <a:cxnLst/>
            <a:rect l="l" t="t" r="r" b="b"/>
            <a:pathLst>
              <a:path w="142646" h="56286" fill="none">
                <a:moveTo>
                  <a:pt x="0" y="56286"/>
                </a:moveTo>
                <a:cubicBezTo>
                  <a:pt x="5893" y="42672"/>
                  <a:pt x="17069" y="28448"/>
                  <a:pt x="35357" y="19304"/>
                </a:cubicBezTo>
                <a:cubicBezTo>
                  <a:pt x="63805" y="5080"/>
                  <a:pt x="106477" y="0"/>
                  <a:pt x="139802" y="8738"/>
                </a:cubicBezTo>
                <a:lnTo>
                  <a:pt x="142646" y="1889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43" name="!!path-9iw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627D8D"/>
              </a:gs>
              <a:gs pos="21794">
                <a:srgbClr val="627D8D"/>
              </a:gs>
              <a:gs pos="55376">
                <a:srgbClr val="627D8D"/>
              </a:gs>
              <a:gs pos="96421">
                <a:srgbClr val="98ABB7"/>
              </a:gs>
              <a:gs pos="100000">
                <a:srgbClr val="98ABB7"/>
              </a:gs>
            </a:gsLst>
            <a:lin ang="1983350" scaled="0"/>
          </a:gradFill>
          <a:ln>
            <a:noFill/>
          </a:ln>
        </p:spPr>
      </p:sp>
      <p:sp>
        <p:nvSpPr>
          <p:cNvPr id="144" name="!!path-9ix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0000"/>
                </a:srgbClr>
              </a:gs>
              <a:gs pos="4764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83333" t="79291" r="16667" b="20709"/>
            </a:path>
          </a:gradFill>
          <a:ln>
            <a:noFill/>
          </a:ln>
        </p:spPr>
      </p:sp>
      <p:sp>
        <p:nvSpPr>
          <p:cNvPr id="145" name="!!line-9iy"/>
          <p:cNvSpPr/>
          <p:nvPr/>
        </p:nvSpPr>
        <p:spPr>
          <a:xfrm>
            <a:off x="549046" y="363017"/>
            <a:ext cx="1" cy="153619"/>
          </a:xfrm>
          <a:custGeom>
            <a:avLst/>
            <a:gdLst/>
            <a:ahLst/>
            <a:cxnLst/>
            <a:rect l="l" t="t" r="r" b="b"/>
            <a:pathLst>
              <a:path w="1" h="153619">
                <a:moveTo>
                  <a:pt x="0" y="0"/>
                </a:moveTo>
                <a:lnTo>
                  <a:pt x="0" y="153619"/>
                </a:lnTo>
              </a:path>
            </a:pathLst>
          </a:custGeom>
          <a:solidFill>
            <a:srgbClr val="000000"/>
          </a:solidFill>
          <a:ln w="6909" cap="rnd">
            <a:solidFill>
              <a:srgbClr val="C9D3D9"/>
            </a:solidFill>
            <a:prstDash val="solid"/>
            <a:miter lim="800000"/>
          </a:ln>
        </p:spPr>
      </p:sp>
      <p:sp>
        <p:nvSpPr>
          <p:cNvPr id="146" name="!!path-9iz"/>
          <p:cNvSpPr/>
          <p:nvPr/>
        </p:nvSpPr>
        <p:spPr>
          <a:xfrm>
            <a:off x="657962" y="442062"/>
            <a:ext cx="25400" cy="37998"/>
          </a:xfrm>
          <a:custGeom>
            <a:avLst/>
            <a:gdLst/>
            <a:ahLst/>
            <a:cxnLst/>
            <a:rect l="l" t="t" r="r" b="b"/>
            <a:pathLst>
              <a:path w="25400" h="37998">
                <a:moveTo>
                  <a:pt x="0" y="2642"/>
                </a:moveTo>
                <a:lnTo>
                  <a:pt x="15240" y="0"/>
                </a:lnTo>
                <a:lnTo>
                  <a:pt x="25400" y="37186"/>
                </a:lnTo>
                <a:lnTo>
                  <a:pt x="7518" y="37998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 w="1016" cap="flat">
            <a:solidFill>
              <a:srgbClr val="FFFFFF">
                <a:alpha val="55000"/>
              </a:srgbClr>
            </a:solidFill>
            <a:prstDash val="solid"/>
            <a:round/>
          </a:ln>
        </p:spPr>
      </p:sp>
      <p:sp>
        <p:nvSpPr>
          <p:cNvPr id="147" name="!!text-9j0" descr="救「舊」我的書"/>
          <p:cNvSpPr txBox="1"/>
          <p:nvPr/>
        </p:nvSpPr>
        <p:spPr>
          <a:xfrm>
            <a:off x="805879" y="251460"/>
            <a:ext cx="1120140" cy="25745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400" b="1" kern="0" spc="-70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救</a:t>
            </a:r>
            <a:r>
              <a:rPr lang="zh-TW" altLang="en-US" sz="14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「舊</a:t>
            </a:r>
            <a:r>
              <a:rPr lang="zh-TW" altLang="en-US" sz="1400" b="1" kern="0" spc="-70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」</a:t>
            </a:r>
            <a:r>
              <a:rPr lang="zh-TW" altLang="en-US" sz="14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我的書</a:t>
            </a:r>
            <a:endParaRPr lang="zh-TW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fast" p14:dur="1800" advTm="0">
        <p159:morph option="byObject"/>
      </p:transition>
    </mc:Choice>
    <mc:Fallback>
      <p:transition spd="fast" advTm="0">
        <p:fade/>
      </p:transition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149.0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rect-1q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7"/>
          </a:solidFill>
          <a:ln>
            <a:noFill/>
          </a:ln>
        </p:spPr>
      </p:sp>
      <p:sp>
        <p:nvSpPr>
          <p:cNvPr id="3" name="!!ellipse-1q2"/>
          <p:cNvSpPr/>
          <p:nvPr/>
        </p:nvSpPr>
        <p:spPr>
          <a:xfrm>
            <a:off x="-889000" y="-952500"/>
            <a:ext cx="13970000" cy="7874000"/>
          </a:xfrm>
          <a:prstGeom prst="ellipse">
            <a:avLst/>
          </a:prstGeom>
          <a:gradFill rotWithShape="1">
            <a:gsLst>
              <a:gs pos="0">
                <a:srgbClr val="FFFFFF">
                  <a:alpha val="95000"/>
                </a:srgbClr>
              </a:gs>
              <a:gs pos="40865">
                <a:srgbClr val="FFFFFF">
                  <a:alpha val="35000"/>
                </a:srgbClr>
              </a:gs>
              <a:gs pos="68108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!!rect-1q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P1"/>
            <a:srcRect/>
            <a:tile tx="130575" ty="192348" sx="16667" sy="16667" flip="none" algn="tl"/>
          </a:blipFill>
          <a:ln>
            <a:noFill/>
          </a:ln>
        </p:spPr>
      </p:sp>
      <p:sp>
        <p:nvSpPr>
          <p:cNvPr id="5" name="!!circle-1ql"/>
          <p:cNvSpPr/>
          <p:nvPr/>
        </p:nvSpPr>
        <p:spPr>
          <a:xfrm>
            <a:off x="2251689" y="-1866316"/>
            <a:ext cx="1943316" cy="1943316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" name="!!circle-1qu"/>
          <p:cNvSpPr/>
          <p:nvPr/>
        </p:nvSpPr>
        <p:spPr>
          <a:xfrm>
            <a:off x="1449877" y="-136531"/>
            <a:ext cx="2335771" cy="2335771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7" name="!!circle-1qz"/>
          <p:cNvSpPr/>
          <p:nvPr/>
        </p:nvSpPr>
        <p:spPr>
          <a:xfrm>
            <a:off x="8915312" y="5808574"/>
            <a:ext cx="1671714" cy="1671714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8" name="!!circle-1ri"/>
          <p:cNvSpPr/>
          <p:nvPr/>
        </p:nvSpPr>
        <p:spPr>
          <a:xfrm>
            <a:off x="8489188" y="3916159"/>
            <a:ext cx="2223008" cy="2223008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9" name="!!rect-1sh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5F7">
                  <a:alpha val="0"/>
                </a:srgbClr>
              </a:gs>
              <a:gs pos="20428">
                <a:srgbClr val="F3F5F7">
                  <a:alpha val="0"/>
                </a:srgbClr>
              </a:gs>
              <a:gs pos="66730">
                <a:srgbClr val="F3F5F7"/>
              </a:gs>
              <a:gs pos="100000">
                <a:srgbClr val="F3F5F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0" name="!!circle-1sm"/>
          <p:cNvSpPr/>
          <p:nvPr/>
        </p:nvSpPr>
        <p:spPr>
          <a:xfrm>
            <a:off x="5543005" y="1203743"/>
            <a:ext cx="36055" cy="36055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11" name="!!circle-1sp"/>
          <p:cNvSpPr/>
          <p:nvPr/>
        </p:nvSpPr>
        <p:spPr>
          <a:xfrm>
            <a:off x="9316084" y="3094032"/>
            <a:ext cx="24295" cy="24295"/>
          </a:xfrm>
          <a:prstGeom prst="ellipse">
            <a:avLst/>
          </a:prstGeom>
          <a:solidFill>
            <a:srgbClr val="627D8D">
              <a:alpha val="18100"/>
            </a:srgbClr>
          </a:solidFill>
          <a:ln>
            <a:noFill/>
          </a:ln>
        </p:spPr>
      </p:sp>
      <p:sp>
        <p:nvSpPr>
          <p:cNvPr id="12" name="!!circle-1ss"/>
          <p:cNvSpPr/>
          <p:nvPr/>
        </p:nvSpPr>
        <p:spPr>
          <a:xfrm>
            <a:off x="3472193" y="6318174"/>
            <a:ext cx="25959" cy="25959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13" name="!!circle-1sv"/>
          <p:cNvSpPr/>
          <p:nvPr/>
        </p:nvSpPr>
        <p:spPr>
          <a:xfrm>
            <a:off x="2015444" y="1685126"/>
            <a:ext cx="35878" cy="35878"/>
          </a:xfrm>
          <a:prstGeom prst="ellipse">
            <a:avLst/>
          </a:prstGeom>
          <a:solidFill>
            <a:srgbClr val="627D8D">
              <a:alpha val="26800"/>
            </a:srgbClr>
          </a:solidFill>
          <a:ln>
            <a:noFill/>
          </a:ln>
        </p:spPr>
      </p:sp>
      <p:sp>
        <p:nvSpPr>
          <p:cNvPr id="14" name="!!circle-1sy"/>
          <p:cNvSpPr/>
          <p:nvPr/>
        </p:nvSpPr>
        <p:spPr>
          <a:xfrm>
            <a:off x="6881649" y="3556661"/>
            <a:ext cx="40234" cy="40234"/>
          </a:xfrm>
          <a:prstGeom prst="ellipse">
            <a:avLst/>
          </a:prstGeom>
          <a:solidFill>
            <a:srgbClr val="627D8D">
              <a:alpha val="31300"/>
            </a:srgbClr>
          </a:solidFill>
          <a:ln>
            <a:noFill/>
          </a:ln>
        </p:spPr>
      </p:sp>
      <p:sp>
        <p:nvSpPr>
          <p:cNvPr id="15" name="!!circle-1t4"/>
          <p:cNvSpPr/>
          <p:nvPr/>
        </p:nvSpPr>
        <p:spPr>
          <a:xfrm>
            <a:off x="1219097" y="4677337"/>
            <a:ext cx="29959" cy="29959"/>
          </a:xfrm>
          <a:prstGeom prst="ellipse">
            <a:avLst/>
          </a:prstGeom>
          <a:solidFill>
            <a:srgbClr val="627D8D">
              <a:alpha val="19400"/>
            </a:srgbClr>
          </a:solidFill>
          <a:ln>
            <a:noFill/>
          </a:ln>
        </p:spPr>
      </p:sp>
      <p:sp>
        <p:nvSpPr>
          <p:cNvPr id="16" name="!!circle-1t7"/>
          <p:cNvSpPr/>
          <p:nvPr/>
        </p:nvSpPr>
        <p:spPr>
          <a:xfrm>
            <a:off x="8428661" y="4367654"/>
            <a:ext cx="28702" cy="28702"/>
          </a:xfrm>
          <a:prstGeom prst="ellipse">
            <a:avLst/>
          </a:prstGeom>
          <a:solidFill>
            <a:srgbClr val="627D8D">
              <a:alpha val="17800"/>
            </a:srgbClr>
          </a:solidFill>
          <a:ln>
            <a:noFill/>
          </a:ln>
        </p:spPr>
      </p:sp>
      <p:sp>
        <p:nvSpPr>
          <p:cNvPr id="17" name="!!circle-1ta"/>
          <p:cNvSpPr/>
          <p:nvPr/>
        </p:nvSpPr>
        <p:spPr>
          <a:xfrm>
            <a:off x="10956166" y="1718952"/>
            <a:ext cx="24066" cy="24066"/>
          </a:xfrm>
          <a:prstGeom prst="ellipse">
            <a:avLst/>
          </a:prstGeom>
          <a:solidFill>
            <a:srgbClr val="627D8D">
              <a:alpha val="23900"/>
            </a:srgbClr>
          </a:solidFill>
          <a:ln>
            <a:noFill/>
          </a:ln>
        </p:spPr>
      </p:sp>
      <p:sp>
        <p:nvSpPr>
          <p:cNvPr id="18" name="!!circle-1td"/>
          <p:cNvSpPr/>
          <p:nvPr/>
        </p:nvSpPr>
        <p:spPr>
          <a:xfrm>
            <a:off x="8474938" y="5592398"/>
            <a:ext cx="35865" cy="35865"/>
          </a:xfrm>
          <a:prstGeom prst="ellipse">
            <a:avLst/>
          </a:prstGeom>
          <a:solidFill>
            <a:srgbClr val="627D8D">
              <a:alpha val="28200"/>
            </a:srgbClr>
          </a:solidFill>
          <a:ln>
            <a:noFill/>
          </a:ln>
        </p:spPr>
      </p:sp>
      <p:sp>
        <p:nvSpPr>
          <p:cNvPr id="19" name="!!circle-1tg"/>
          <p:cNvSpPr/>
          <p:nvPr/>
        </p:nvSpPr>
        <p:spPr>
          <a:xfrm>
            <a:off x="1528449" y="2687445"/>
            <a:ext cx="39218" cy="39218"/>
          </a:xfrm>
          <a:prstGeom prst="ellipse">
            <a:avLst/>
          </a:prstGeom>
          <a:solidFill>
            <a:srgbClr val="627D8D">
              <a:alpha val="29600"/>
            </a:srgbClr>
          </a:solidFill>
          <a:ln>
            <a:noFill/>
          </a:ln>
        </p:spPr>
      </p:sp>
      <p:sp>
        <p:nvSpPr>
          <p:cNvPr id="20" name="!!circle-1tj"/>
          <p:cNvSpPr/>
          <p:nvPr/>
        </p:nvSpPr>
        <p:spPr>
          <a:xfrm>
            <a:off x="7042925" y="5759909"/>
            <a:ext cx="49733" cy="49733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1" name="!!circle-1tm"/>
          <p:cNvSpPr/>
          <p:nvPr/>
        </p:nvSpPr>
        <p:spPr>
          <a:xfrm>
            <a:off x="6442012" y="1448736"/>
            <a:ext cx="41694" cy="41694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2" name="!!circle-1tp"/>
          <p:cNvSpPr/>
          <p:nvPr/>
        </p:nvSpPr>
        <p:spPr>
          <a:xfrm>
            <a:off x="6800223" y="4861096"/>
            <a:ext cx="31979" cy="31979"/>
          </a:xfrm>
          <a:prstGeom prst="ellipse">
            <a:avLst/>
          </a:prstGeom>
          <a:solidFill>
            <a:srgbClr val="627D8D">
              <a:alpha val="24100"/>
            </a:srgbClr>
          </a:solidFill>
          <a:ln>
            <a:noFill/>
          </a:ln>
        </p:spPr>
      </p:sp>
      <p:sp>
        <p:nvSpPr>
          <p:cNvPr id="23" name="!!circle-1ts"/>
          <p:cNvSpPr/>
          <p:nvPr/>
        </p:nvSpPr>
        <p:spPr>
          <a:xfrm>
            <a:off x="3918991" y="700231"/>
            <a:ext cx="18085" cy="18085"/>
          </a:xfrm>
          <a:prstGeom prst="ellipse">
            <a:avLst/>
          </a:prstGeom>
          <a:solidFill>
            <a:srgbClr val="627D8D">
              <a:alpha val="10500"/>
            </a:srgbClr>
          </a:solidFill>
          <a:ln>
            <a:noFill/>
          </a:ln>
        </p:spPr>
      </p:sp>
      <p:sp>
        <p:nvSpPr>
          <p:cNvPr id="24" name="!!circle-1ty"/>
          <p:cNvSpPr/>
          <p:nvPr/>
        </p:nvSpPr>
        <p:spPr>
          <a:xfrm>
            <a:off x="3488014" y="6057914"/>
            <a:ext cx="39243" cy="39243"/>
          </a:xfrm>
          <a:prstGeom prst="ellipse">
            <a:avLst/>
          </a:prstGeom>
          <a:solidFill>
            <a:srgbClr val="627D8D">
              <a:alpha val="27700"/>
            </a:srgbClr>
          </a:solidFill>
          <a:ln>
            <a:noFill/>
          </a:ln>
        </p:spPr>
      </p:sp>
      <p:sp>
        <p:nvSpPr>
          <p:cNvPr id="25" name="!!circle-1u1"/>
          <p:cNvSpPr/>
          <p:nvPr/>
        </p:nvSpPr>
        <p:spPr>
          <a:xfrm>
            <a:off x="1641005" y="6446788"/>
            <a:ext cx="34519" cy="34519"/>
          </a:xfrm>
          <a:prstGeom prst="ellipse">
            <a:avLst/>
          </a:prstGeom>
          <a:solidFill>
            <a:srgbClr val="627D8D">
              <a:alpha val="22500"/>
            </a:srgbClr>
          </a:solidFill>
          <a:ln>
            <a:noFill/>
          </a:ln>
        </p:spPr>
      </p:sp>
      <p:sp>
        <p:nvSpPr>
          <p:cNvPr id="26" name="!!circle-1u4"/>
          <p:cNvSpPr/>
          <p:nvPr/>
        </p:nvSpPr>
        <p:spPr>
          <a:xfrm>
            <a:off x="2721029" y="4845415"/>
            <a:ext cx="46228" cy="46228"/>
          </a:xfrm>
          <a:prstGeom prst="ellipse">
            <a:avLst/>
          </a:prstGeom>
          <a:solidFill>
            <a:srgbClr val="627D8D">
              <a:alpha val="26200"/>
            </a:srgbClr>
          </a:solidFill>
          <a:ln>
            <a:noFill/>
          </a:ln>
        </p:spPr>
      </p:sp>
      <p:sp>
        <p:nvSpPr>
          <p:cNvPr id="27" name="!!circle-1u7"/>
          <p:cNvSpPr/>
          <p:nvPr/>
        </p:nvSpPr>
        <p:spPr>
          <a:xfrm>
            <a:off x="7434141" y="4622410"/>
            <a:ext cx="49327" cy="49327"/>
          </a:xfrm>
          <a:prstGeom prst="ellipse">
            <a:avLst/>
          </a:prstGeom>
          <a:solidFill>
            <a:srgbClr val="627D8D">
              <a:alpha val="20800"/>
            </a:srgbClr>
          </a:solidFill>
          <a:ln>
            <a:noFill/>
          </a:ln>
        </p:spPr>
      </p:sp>
      <p:sp>
        <p:nvSpPr>
          <p:cNvPr id="28" name="!!circle-1ua"/>
          <p:cNvSpPr/>
          <p:nvPr/>
        </p:nvSpPr>
        <p:spPr>
          <a:xfrm>
            <a:off x="9698116" y="5262937"/>
            <a:ext cx="24054" cy="24054"/>
          </a:xfrm>
          <a:prstGeom prst="ellipse">
            <a:avLst/>
          </a:prstGeom>
          <a:solidFill>
            <a:srgbClr val="627D8D">
              <a:alpha val="22200"/>
            </a:srgbClr>
          </a:solidFill>
          <a:ln>
            <a:noFill/>
          </a:ln>
        </p:spPr>
      </p:sp>
      <p:sp>
        <p:nvSpPr>
          <p:cNvPr id="29" name="!!circle-1ud"/>
          <p:cNvSpPr/>
          <p:nvPr/>
        </p:nvSpPr>
        <p:spPr>
          <a:xfrm>
            <a:off x="2002928" y="1341396"/>
            <a:ext cx="32271" cy="32271"/>
          </a:xfrm>
          <a:prstGeom prst="ellipse">
            <a:avLst/>
          </a:prstGeom>
          <a:solidFill>
            <a:srgbClr val="627D8D">
              <a:alpha val="20500"/>
            </a:srgbClr>
          </a:solidFill>
          <a:ln>
            <a:noFill/>
          </a:ln>
        </p:spPr>
      </p:sp>
      <p:sp>
        <p:nvSpPr>
          <p:cNvPr id="30" name="!!circle-1uj"/>
          <p:cNvSpPr/>
          <p:nvPr/>
        </p:nvSpPr>
        <p:spPr>
          <a:xfrm>
            <a:off x="2059668" y="2257844"/>
            <a:ext cx="34252" cy="34252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31" name="!!circle-1um"/>
          <p:cNvSpPr/>
          <p:nvPr/>
        </p:nvSpPr>
        <p:spPr>
          <a:xfrm>
            <a:off x="9596715" y="4041140"/>
            <a:ext cx="44196" cy="44196"/>
          </a:xfrm>
          <a:prstGeom prst="ellipse">
            <a:avLst/>
          </a:prstGeom>
          <a:solidFill>
            <a:srgbClr val="627D8D">
              <a:alpha val="21700"/>
            </a:srgbClr>
          </a:solidFill>
          <a:ln>
            <a:noFill/>
          </a:ln>
        </p:spPr>
      </p:sp>
      <p:sp>
        <p:nvSpPr>
          <p:cNvPr id="32" name="!!circle-1up"/>
          <p:cNvSpPr/>
          <p:nvPr/>
        </p:nvSpPr>
        <p:spPr>
          <a:xfrm>
            <a:off x="6753277" y="1693154"/>
            <a:ext cx="35192" cy="35192"/>
          </a:xfrm>
          <a:prstGeom prst="ellipse">
            <a:avLst/>
          </a:prstGeom>
          <a:solidFill>
            <a:srgbClr val="627D8D">
              <a:alpha val="27100"/>
            </a:srgbClr>
          </a:solidFill>
          <a:ln>
            <a:noFill/>
          </a:ln>
        </p:spPr>
      </p:sp>
      <p:sp>
        <p:nvSpPr>
          <p:cNvPr id="33" name="!!circle-1us"/>
          <p:cNvSpPr/>
          <p:nvPr/>
        </p:nvSpPr>
        <p:spPr>
          <a:xfrm>
            <a:off x="10209798" y="5157806"/>
            <a:ext cx="43358" cy="43358"/>
          </a:xfrm>
          <a:prstGeom prst="ellipse">
            <a:avLst/>
          </a:prstGeom>
          <a:solidFill>
            <a:srgbClr val="627D8D">
              <a:alpha val="19500"/>
            </a:srgbClr>
          </a:solidFill>
          <a:ln>
            <a:noFill/>
          </a:ln>
        </p:spPr>
      </p:sp>
      <p:sp>
        <p:nvSpPr>
          <p:cNvPr id="34" name="!!circle-1uv"/>
          <p:cNvSpPr/>
          <p:nvPr/>
        </p:nvSpPr>
        <p:spPr>
          <a:xfrm>
            <a:off x="3217523" y="1933364"/>
            <a:ext cx="33528" cy="33528"/>
          </a:xfrm>
          <a:prstGeom prst="ellipse">
            <a:avLst/>
          </a:prstGeom>
          <a:solidFill>
            <a:srgbClr val="627D8D">
              <a:alpha val="28300"/>
            </a:srgbClr>
          </a:solidFill>
          <a:ln>
            <a:noFill/>
          </a:ln>
        </p:spPr>
      </p:sp>
      <p:sp>
        <p:nvSpPr>
          <p:cNvPr id="35" name="!!circle-1uy"/>
          <p:cNvSpPr/>
          <p:nvPr/>
        </p:nvSpPr>
        <p:spPr>
          <a:xfrm>
            <a:off x="6844401" y="2528736"/>
            <a:ext cx="28956" cy="28956"/>
          </a:xfrm>
          <a:prstGeom prst="ellipse">
            <a:avLst/>
          </a:prstGeom>
          <a:solidFill>
            <a:srgbClr val="627D8D">
              <a:alpha val="21800"/>
            </a:srgbClr>
          </a:solidFill>
          <a:ln>
            <a:noFill/>
          </a:ln>
        </p:spPr>
      </p:sp>
      <p:sp>
        <p:nvSpPr>
          <p:cNvPr id="36" name="!!circle-1v1"/>
          <p:cNvSpPr/>
          <p:nvPr/>
        </p:nvSpPr>
        <p:spPr>
          <a:xfrm>
            <a:off x="7025030" y="6187579"/>
            <a:ext cx="45555" cy="45555"/>
          </a:xfrm>
          <a:prstGeom prst="ellipse">
            <a:avLst/>
          </a:prstGeom>
          <a:solidFill>
            <a:srgbClr val="627D8D">
              <a:alpha val="20900"/>
            </a:srgbClr>
          </a:solidFill>
          <a:ln>
            <a:noFill/>
          </a:ln>
        </p:spPr>
      </p:sp>
      <p:sp>
        <p:nvSpPr>
          <p:cNvPr id="37" name="!!circle-1v4"/>
          <p:cNvSpPr/>
          <p:nvPr/>
        </p:nvSpPr>
        <p:spPr>
          <a:xfrm>
            <a:off x="11292682" y="3020933"/>
            <a:ext cx="39484" cy="39484"/>
          </a:xfrm>
          <a:prstGeom prst="ellipse">
            <a:avLst/>
          </a:prstGeom>
          <a:solidFill>
            <a:srgbClr val="627D8D">
              <a:alpha val="13600"/>
            </a:srgbClr>
          </a:solidFill>
          <a:ln>
            <a:noFill/>
          </a:ln>
        </p:spPr>
      </p:sp>
      <p:sp>
        <p:nvSpPr>
          <p:cNvPr id="38" name="!!circle-1v7"/>
          <p:cNvSpPr/>
          <p:nvPr/>
        </p:nvSpPr>
        <p:spPr>
          <a:xfrm>
            <a:off x="7484126" y="5551669"/>
            <a:ext cx="30455" cy="30455"/>
          </a:xfrm>
          <a:prstGeom prst="ellipse">
            <a:avLst/>
          </a:prstGeom>
          <a:solidFill>
            <a:srgbClr val="627D8D">
              <a:alpha val="16500"/>
            </a:srgbClr>
          </a:solidFill>
          <a:ln>
            <a:noFill/>
          </a:ln>
        </p:spPr>
      </p:sp>
      <p:sp>
        <p:nvSpPr>
          <p:cNvPr id="39" name="!!circle-1va"/>
          <p:cNvSpPr/>
          <p:nvPr/>
        </p:nvSpPr>
        <p:spPr>
          <a:xfrm>
            <a:off x="8990932" y="6314119"/>
            <a:ext cx="28257" cy="28257"/>
          </a:xfrm>
          <a:prstGeom prst="ellipse">
            <a:avLst/>
          </a:prstGeom>
          <a:solidFill>
            <a:srgbClr val="627D8D">
              <a:alpha val="15700"/>
            </a:srgbClr>
          </a:solidFill>
          <a:ln>
            <a:noFill/>
          </a:ln>
        </p:spPr>
      </p:sp>
      <p:sp>
        <p:nvSpPr>
          <p:cNvPr id="40" name="!!circle-1vd"/>
          <p:cNvSpPr/>
          <p:nvPr/>
        </p:nvSpPr>
        <p:spPr>
          <a:xfrm>
            <a:off x="11441027" y="4954182"/>
            <a:ext cx="45149" cy="45149"/>
          </a:xfrm>
          <a:prstGeom prst="ellipse">
            <a:avLst/>
          </a:prstGeom>
          <a:solidFill>
            <a:srgbClr val="627D8D">
              <a:alpha val="31200"/>
            </a:srgbClr>
          </a:solidFill>
          <a:ln>
            <a:noFill/>
          </a:ln>
        </p:spPr>
      </p:sp>
      <p:sp>
        <p:nvSpPr>
          <p:cNvPr id="41" name="!!circle-1vg"/>
          <p:cNvSpPr/>
          <p:nvPr/>
        </p:nvSpPr>
        <p:spPr>
          <a:xfrm>
            <a:off x="3474352" y="2893630"/>
            <a:ext cx="30696" cy="30696"/>
          </a:xfrm>
          <a:prstGeom prst="ellipse">
            <a:avLst/>
          </a:prstGeom>
          <a:solidFill>
            <a:srgbClr val="627D8D">
              <a:alpha val="25700"/>
            </a:srgbClr>
          </a:solidFill>
          <a:ln>
            <a:noFill/>
          </a:ln>
        </p:spPr>
      </p:sp>
      <p:sp>
        <p:nvSpPr>
          <p:cNvPr id="42" name="!!circle-1vj"/>
          <p:cNvSpPr/>
          <p:nvPr/>
        </p:nvSpPr>
        <p:spPr>
          <a:xfrm>
            <a:off x="8820653" y="3408503"/>
            <a:ext cx="37401" cy="37401"/>
          </a:xfrm>
          <a:prstGeom prst="ellipse">
            <a:avLst/>
          </a:prstGeom>
          <a:solidFill>
            <a:srgbClr val="627D8D">
              <a:alpha val="16000"/>
            </a:srgbClr>
          </a:solidFill>
          <a:ln>
            <a:noFill/>
          </a:ln>
        </p:spPr>
      </p:sp>
      <p:sp>
        <p:nvSpPr>
          <p:cNvPr id="43" name="!!circle-1vm"/>
          <p:cNvSpPr/>
          <p:nvPr/>
        </p:nvSpPr>
        <p:spPr>
          <a:xfrm>
            <a:off x="1827198" y="4304671"/>
            <a:ext cx="33096" cy="33096"/>
          </a:xfrm>
          <a:prstGeom prst="ellipse">
            <a:avLst/>
          </a:prstGeom>
          <a:solidFill>
            <a:srgbClr val="627D8D">
              <a:alpha val="22300"/>
            </a:srgbClr>
          </a:solidFill>
          <a:ln>
            <a:noFill/>
          </a:ln>
        </p:spPr>
      </p:sp>
      <p:sp>
        <p:nvSpPr>
          <p:cNvPr id="44" name="!!circle-1vp"/>
          <p:cNvSpPr/>
          <p:nvPr/>
        </p:nvSpPr>
        <p:spPr>
          <a:xfrm>
            <a:off x="11570380" y="426434"/>
            <a:ext cx="21145" cy="21145"/>
          </a:xfrm>
          <a:prstGeom prst="ellipse">
            <a:avLst/>
          </a:prstGeom>
          <a:solidFill>
            <a:srgbClr val="627D8D">
              <a:alpha val="16300"/>
            </a:srgbClr>
          </a:solidFill>
          <a:ln>
            <a:noFill/>
          </a:ln>
        </p:spPr>
      </p:sp>
      <p:sp>
        <p:nvSpPr>
          <p:cNvPr id="45" name="!!circle-1vs"/>
          <p:cNvSpPr/>
          <p:nvPr/>
        </p:nvSpPr>
        <p:spPr>
          <a:xfrm>
            <a:off x="11075312" y="5422858"/>
            <a:ext cx="35281" cy="35281"/>
          </a:xfrm>
          <a:prstGeom prst="ellipse">
            <a:avLst/>
          </a:prstGeom>
          <a:solidFill>
            <a:srgbClr val="627D8D">
              <a:alpha val="30000"/>
            </a:srgbClr>
          </a:solidFill>
          <a:ln>
            <a:noFill/>
          </a:ln>
        </p:spPr>
      </p:sp>
      <p:sp>
        <p:nvSpPr>
          <p:cNvPr id="46" name="!!text-5jx" descr="系統架構"/>
          <p:cNvSpPr txBox="1"/>
          <p:nvPr/>
        </p:nvSpPr>
        <p:spPr>
          <a:xfrm>
            <a:off x="608889" y="570884"/>
            <a:ext cx="723678" cy="22486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23" b="1" kern="0" spc="147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系統架</a:t>
            </a:r>
            <a:r>
              <a:rPr lang="zh-TW" altLang="en-US" sz="1223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構</a:t>
            </a:r>
            <a:endParaRPr lang="zh-TW" sz="1223"/>
          </a:p>
        </p:txBody>
      </p:sp>
      <p:sp>
        <p:nvSpPr>
          <p:cNvPr id="47" name="!!text-5k7" descr="從手機到書櫃，一套系統串起"/>
          <p:cNvSpPr txBox="1"/>
          <p:nvPr/>
        </p:nvSpPr>
        <p:spPr>
          <a:xfrm>
            <a:off x="608889" y="844722"/>
            <a:ext cx="5972669" cy="67460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3668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從手機到書</a:t>
            </a:r>
            <a:r>
              <a:rPr lang="zh-TW" altLang="en-US" sz="3668" kern="0" spc="-1101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櫃</a:t>
            </a:r>
            <a:r>
              <a:rPr lang="zh-TW" altLang="en-US" sz="3668" kern="0" spc="-66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，</a:t>
            </a:r>
            <a:r>
              <a:rPr lang="zh-TW" altLang="en-US" sz="3668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一套系統串起</a:t>
            </a:r>
            <a:endParaRPr lang="zh-TW" sz="3668"/>
          </a:p>
        </p:txBody>
      </p:sp>
      <p:sp>
        <p:nvSpPr>
          <p:cNvPr id="48" name="!!text-5kp" descr="App 與書櫃經 Cloudflare、NGINX 連到 Node.js 服務，資料存於 MariaDB。"/>
          <p:cNvSpPr txBox="1"/>
          <p:nvPr/>
        </p:nvSpPr>
        <p:spPr>
          <a:xfrm>
            <a:off x="608889" y="1574094"/>
            <a:ext cx="6654029" cy="28108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529" kern="0" dirty="0">
                <a:solidFill>
                  <a:srgbClr val="3F4A54"/>
                </a:solidFill>
                <a:latin typeface="Noto Sans TC Medium"/>
                <a:ea typeface="Noto Sans TC Medium"/>
                <a:cs typeface="Noto Sans TC Medium"/>
              </a:rPr>
              <a:t>App 與書櫃經 Cloudfla</a:t>
            </a:r>
            <a:r>
              <a:rPr lang="zh-TW" altLang="en-US" sz="1529" kern="0" spc="-23" dirty="0">
                <a:solidFill>
                  <a:srgbClr val="3F4A54"/>
                </a:solidFill>
                <a:latin typeface="Noto Sans TC Medium"/>
                <a:ea typeface="Noto Sans TC Medium"/>
                <a:cs typeface="Noto Sans TC Medium"/>
              </a:rPr>
              <a:t>r</a:t>
            </a:r>
            <a:r>
              <a:rPr lang="zh-TW" altLang="en-US" sz="1529" kern="0" dirty="0">
                <a:solidFill>
                  <a:srgbClr val="3F4A54"/>
                </a:solidFill>
                <a:latin typeface="Noto Sans TC Medium"/>
                <a:ea typeface="Noto Sans TC Medium"/>
                <a:cs typeface="Noto Sans TC Medium"/>
              </a:rPr>
              <a:t>e、NGINX 連到 Node</a:t>
            </a:r>
            <a:r>
              <a:rPr lang="zh-TW" altLang="en-US" sz="1529" kern="0" spc="44" dirty="0">
                <a:solidFill>
                  <a:srgbClr val="3F4A54"/>
                </a:solidFill>
                <a:latin typeface="Noto Sans TC Medium"/>
                <a:ea typeface="Noto Sans TC Medium"/>
                <a:cs typeface="Noto Sans TC Medium"/>
              </a:rPr>
              <a:t>.</a:t>
            </a:r>
            <a:r>
              <a:rPr lang="zh-TW" altLang="en-US" sz="1529" kern="0" dirty="0">
                <a:solidFill>
                  <a:srgbClr val="3F4A54"/>
                </a:solidFill>
                <a:latin typeface="Noto Sans TC Medium"/>
                <a:ea typeface="Noto Sans TC Medium"/>
                <a:cs typeface="Noto Sans TC Medium"/>
              </a:rPr>
              <a:t>js 服務，資料存於 MariaDB。</a:t>
            </a:r>
            <a:endParaRPr lang="zh-TW" sz="1529"/>
          </a:p>
        </p:txBody>
      </p:sp>
      <p:sp>
        <p:nvSpPr>
          <p:cNvPr id="49" name="!!path-5m6"/>
          <p:cNvSpPr/>
          <p:nvPr/>
        </p:nvSpPr>
        <p:spPr>
          <a:xfrm>
            <a:off x="2893028" y="2963989"/>
            <a:ext cx="1" cy="258826"/>
          </a:xfrm>
          <a:custGeom>
            <a:avLst/>
            <a:gdLst/>
            <a:ahLst/>
            <a:cxnLst/>
            <a:rect l="l" t="t" r="r" b="b"/>
            <a:pathLst>
              <a:path w="1" h="258826" fill="none">
                <a:moveTo>
                  <a:pt x="0" y="0"/>
                </a:moveTo>
                <a:lnTo>
                  <a:pt x="0" y="258826"/>
                </a:lnTo>
              </a:path>
            </a:pathLst>
          </a:custGeom>
          <a:noFill/>
          <a:ln w="19412" cap="rnd">
            <a:solidFill>
              <a:srgbClr val="627D8D">
                <a:alpha val="55000"/>
              </a:srgbClr>
            </a:solidFill>
            <a:prstDash val="solid"/>
            <a:round/>
          </a:ln>
        </p:spPr>
      </p:sp>
      <p:sp>
        <p:nvSpPr>
          <p:cNvPr id="50" name="!!circle-5m9"/>
          <p:cNvSpPr/>
          <p:nvPr/>
        </p:nvSpPr>
        <p:spPr>
          <a:xfrm>
            <a:off x="2841263" y="3127913"/>
            <a:ext cx="103530" cy="103530"/>
          </a:xfrm>
          <a:prstGeom prst="ellipse">
            <a:avLst/>
          </a:prstGeom>
          <a:gradFill rotWithShape="1">
            <a:gsLst>
              <a:gs pos="0">
                <a:srgbClr val="FFFFFF">
                  <a:alpha val="75000"/>
                </a:srgbClr>
              </a:gs>
              <a:gs pos="24749">
                <a:srgbClr val="627D8D">
                  <a:alpha val="67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1" name="!!circle-5mc"/>
          <p:cNvSpPr/>
          <p:nvPr/>
        </p:nvSpPr>
        <p:spPr>
          <a:xfrm>
            <a:off x="2841263" y="2998500"/>
            <a:ext cx="103530" cy="103530"/>
          </a:xfrm>
          <a:prstGeom prst="ellipse">
            <a:avLst/>
          </a:prstGeom>
          <a:gradFill rotWithShape="1">
            <a:gsLst>
              <a:gs pos="0">
                <a:srgbClr val="FFFFFF">
                  <a:alpha val="90000"/>
                </a:srgbClr>
              </a:gs>
              <a:gs pos="24749">
                <a:srgbClr val="627D8D">
                  <a:alpha val="810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2" name="!!path-5mf"/>
          <p:cNvSpPr/>
          <p:nvPr/>
        </p:nvSpPr>
        <p:spPr>
          <a:xfrm>
            <a:off x="5934234" y="2963989"/>
            <a:ext cx="1" cy="258826"/>
          </a:xfrm>
          <a:custGeom>
            <a:avLst/>
            <a:gdLst/>
            <a:ahLst/>
            <a:cxnLst/>
            <a:rect l="l" t="t" r="r" b="b"/>
            <a:pathLst>
              <a:path w="1" h="258826" fill="none">
                <a:moveTo>
                  <a:pt x="0" y="0"/>
                </a:moveTo>
                <a:lnTo>
                  <a:pt x="0" y="258826"/>
                </a:lnTo>
              </a:path>
            </a:pathLst>
          </a:custGeom>
          <a:noFill/>
          <a:ln w="19412" cap="rnd">
            <a:solidFill>
              <a:srgbClr val="627D8D">
                <a:alpha val="55000"/>
              </a:srgbClr>
            </a:solidFill>
            <a:prstDash val="solid"/>
            <a:round/>
          </a:ln>
        </p:spPr>
      </p:sp>
      <p:sp>
        <p:nvSpPr>
          <p:cNvPr id="53" name="!!circle-5mi"/>
          <p:cNvSpPr/>
          <p:nvPr/>
        </p:nvSpPr>
        <p:spPr>
          <a:xfrm>
            <a:off x="5882469" y="3117128"/>
            <a:ext cx="103530" cy="103530"/>
          </a:xfrm>
          <a:prstGeom prst="ellipse">
            <a:avLst/>
          </a:prstGeom>
          <a:gradFill rotWithShape="1">
            <a:gsLst>
              <a:gs pos="0">
                <a:srgbClr val="FFFFFF">
                  <a:alpha val="90000"/>
                </a:srgbClr>
              </a:gs>
              <a:gs pos="24749">
                <a:srgbClr val="627D8D">
                  <a:alpha val="810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4" name="!!circle-5ml"/>
          <p:cNvSpPr/>
          <p:nvPr/>
        </p:nvSpPr>
        <p:spPr>
          <a:xfrm>
            <a:off x="5882469" y="2987715"/>
            <a:ext cx="103530" cy="103530"/>
          </a:xfrm>
          <a:prstGeom prst="ellipse">
            <a:avLst/>
          </a:prstGeom>
          <a:gradFill rotWithShape="1">
            <a:gsLst>
              <a:gs pos="0">
                <a:srgbClr val="FFFFFF">
                  <a:alpha val="90000"/>
                </a:srgbClr>
              </a:gs>
              <a:gs pos="24749">
                <a:srgbClr val="627D8D">
                  <a:alpha val="810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5" name="!!path-5mo"/>
          <p:cNvSpPr/>
          <p:nvPr/>
        </p:nvSpPr>
        <p:spPr>
          <a:xfrm>
            <a:off x="2893028" y="3869880"/>
            <a:ext cx="1" cy="258826"/>
          </a:xfrm>
          <a:custGeom>
            <a:avLst/>
            <a:gdLst/>
            <a:ahLst/>
            <a:cxnLst/>
            <a:rect l="l" t="t" r="r" b="b"/>
            <a:pathLst>
              <a:path w="1" h="258826" fill="none">
                <a:moveTo>
                  <a:pt x="0" y="0"/>
                </a:moveTo>
                <a:lnTo>
                  <a:pt x="0" y="258826"/>
                </a:lnTo>
              </a:path>
            </a:pathLst>
          </a:custGeom>
          <a:noFill/>
          <a:ln w="19412" cap="rnd">
            <a:solidFill>
              <a:srgbClr val="627D8D">
                <a:alpha val="55000"/>
              </a:srgbClr>
            </a:solidFill>
            <a:prstDash val="solid"/>
            <a:round/>
          </a:ln>
        </p:spPr>
      </p:sp>
      <p:sp>
        <p:nvSpPr>
          <p:cNvPr id="56" name="!!circle-5mr"/>
          <p:cNvSpPr/>
          <p:nvPr/>
        </p:nvSpPr>
        <p:spPr>
          <a:xfrm>
            <a:off x="2841263" y="4012235"/>
            <a:ext cx="103530" cy="103530"/>
          </a:xfrm>
          <a:prstGeom prst="ellipse">
            <a:avLst/>
          </a:prstGeom>
          <a:gradFill rotWithShape="1">
            <a:gsLst>
              <a:gs pos="0">
                <a:srgbClr val="FFFFFF">
                  <a:alpha val="90000"/>
                </a:srgbClr>
              </a:gs>
              <a:gs pos="24749">
                <a:srgbClr val="627D8D">
                  <a:alpha val="810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7" name="!!circle-5mu"/>
          <p:cNvSpPr/>
          <p:nvPr/>
        </p:nvSpPr>
        <p:spPr>
          <a:xfrm>
            <a:off x="2841263" y="3882822"/>
            <a:ext cx="103530" cy="103530"/>
          </a:xfrm>
          <a:prstGeom prst="ellipse">
            <a:avLst/>
          </a:prstGeom>
          <a:gradFill rotWithShape="1">
            <a:gsLst>
              <a:gs pos="0">
                <a:srgbClr val="FFFFFF">
                  <a:alpha val="90000"/>
                </a:srgbClr>
              </a:gs>
              <a:gs pos="24749">
                <a:srgbClr val="627D8D">
                  <a:alpha val="810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8" name="!!path-5mx"/>
          <p:cNvSpPr/>
          <p:nvPr/>
        </p:nvSpPr>
        <p:spPr>
          <a:xfrm>
            <a:off x="5934234" y="3869880"/>
            <a:ext cx="1" cy="258826"/>
          </a:xfrm>
          <a:custGeom>
            <a:avLst/>
            <a:gdLst/>
            <a:ahLst/>
            <a:cxnLst/>
            <a:rect l="l" t="t" r="r" b="b"/>
            <a:pathLst>
              <a:path w="1" h="258826" fill="none">
                <a:moveTo>
                  <a:pt x="0" y="0"/>
                </a:moveTo>
                <a:lnTo>
                  <a:pt x="0" y="258826"/>
                </a:lnTo>
              </a:path>
            </a:pathLst>
          </a:custGeom>
          <a:noFill/>
          <a:ln w="19412" cap="rnd">
            <a:solidFill>
              <a:srgbClr val="627D8D">
                <a:alpha val="55000"/>
              </a:srgbClr>
            </a:solidFill>
            <a:prstDash val="solid"/>
            <a:round/>
          </a:ln>
        </p:spPr>
      </p:sp>
      <p:sp>
        <p:nvSpPr>
          <p:cNvPr id="59" name="!!circle-5n0"/>
          <p:cNvSpPr/>
          <p:nvPr/>
        </p:nvSpPr>
        <p:spPr>
          <a:xfrm>
            <a:off x="5882469" y="4001450"/>
            <a:ext cx="103530" cy="103530"/>
          </a:xfrm>
          <a:prstGeom prst="ellipse">
            <a:avLst/>
          </a:prstGeom>
          <a:gradFill rotWithShape="1">
            <a:gsLst>
              <a:gs pos="0">
                <a:srgbClr val="FFFFFF">
                  <a:alpha val="90000"/>
                </a:srgbClr>
              </a:gs>
              <a:gs pos="24749">
                <a:srgbClr val="627D8D">
                  <a:alpha val="810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0" name="!!circle-5n3"/>
          <p:cNvSpPr/>
          <p:nvPr/>
        </p:nvSpPr>
        <p:spPr>
          <a:xfrm>
            <a:off x="5882469" y="3872037"/>
            <a:ext cx="103530" cy="103530"/>
          </a:xfrm>
          <a:prstGeom prst="ellipse">
            <a:avLst/>
          </a:prstGeom>
          <a:gradFill rotWithShape="1">
            <a:gsLst>
              <a:gs pos="0">
                <a:srgbClr val="FFFFFF">
                  <a:alpha val="90000"/>
                </a:srgbClr>
              </a:gs>
              <a:gs pos="24749">
                <a:srgbClr val="627D8D">
                  <a:alpha val="810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1" name="!!path-5n6"/>
          <p:cNvSpPr/>
          <p:nvPr/>
        </p:nvSpPr>
        <p:spPr>
          <a:xfrm>
            <a:off x="2893028" y="4775772"/>
            <a:ext cx="1" cy="258826"/>
          </a:xfrm>
          <a:custGeom>
            <a:avLst/>
            <a:gdLst/>
            <a:ahLst/>
            <a:cxnLst/>
            <a:rect l="l" t="t" r="r" b="b"/>
            <a:pathLst>
              <a:path w="1" h="258826" fill="none">
                <a:moveTo>
                  <a:pt x="0" y="0"/>
                </a:moveTo>
                <a:lnTo>
                  <a:pt x="0" y="258826"/>
                </a:lnTo>
              </a:path>
            </a:pathLst>
          </a:custGeom>
          <a:noFill/>
          <a:ln w="19412" cap="rnd">
            <a:solidFill>
              <a:srgbClr val="627D8D">
                <a:alpha val="55000"/>
              </a:srgbClr>
            </a:solidFill>
            <a:prstDash val="solid"/>
            <a:round/>
          </a:ln>
        </p:spPr>
      </p:sp>
      <p:sp>
        <p:nvSpPr>
          <p:cNvPr id="62" name="!!circle-5n9"/>
          <p:cNvSpPr/>
          <p:nvPr/>
        </p:nvSpPr>
        <p:spPr>
          <a:xfrm>
            <a:off x="2841263" y="4896557"/>
            <a:ext cx="103530" cy="103530"/>
          </a:xfrm>
          <a:prstGeom prst="ellipse">
            <a:avLst/>
          </a:prstGeom>
          <a:gradFill rotWithShape="1">
            <a:gsLst>
              <a:gs pos="0">
                <a:srgbClr val="FFFFFF">
                  <a:alpha val="90000"/>
                </a:srgbClr>
              </a:gs>
              <a:gs pos="24749">
                <a:srgbClr val="627D8D">
                  <a:alpha val="810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3" name="!!circle-5nc"/>
          <p:cNvSpPr/>
          <p:nvPr/>
        </p:nvSpPr>
        <p:spPr>
          <a:xfrm>
            <a:off x="2841263" y="4767144"/>
            <a:ext cx="103530" cy="103530"/>
          </a:xfrm>
          <a:prstGeom prst="ellipse">
            <a:avLst/>
          </a:prstGeom>
          <a:gradFill rotWithShape="1">
            <a:gsLst>
              <a:gs pos="0">
                <a:srgbClr val="FFFFFF">
                  <a:alpha val="90000"/>
                </a:srgbClr>
              </a:gs>
              <a:gs pos="24749">
                <a:srgbClr val="627D8D">
                  <a:alpha val="810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4" name="!!path-5nf"/>
          <p:cNvSpPr/>
          <p:nvPr/>
        </p:nvSpPr>
        <p:spPr>
          <a:xfrm>
            <a:off x="5934234" y="4775772"/>
            <a:ext cx="1" cy="258826"/>
          </a:xfrm>
          <a:custGeom>
            <a:avLst/>
            <a:gdLst/>
            <a:ahLst/>
            <a:cxnLst/>
            <a:rect l="l" t="t" r="r" b="b"/>
            <a:pathLst>
              <a:path w="1" h="258826" fill="none">
                <a:moveTo>
                  <a:pt x="0" y="0"/>
                </a:moveTo>
                <a:lnTo>
                  <a:pt x="0" y="258826"/>
                </a:lnTo>
              </a:path>
            </a:pathLst>
          </a:custGeom>
          <a:noFill/>
          <a:ln w="19412" cap="rnd">
            <a:solidFill>
              <a:srgbClr val="627D8D">
                <a:alpha val="55000"/>
              </a:srgbClr>
            </a:solidFill>
            <a:prstDash val="solid"/>
            <a:round/>
          </a:ln>
        </p:spPr>
      </p:sp>
      <p:sp>
        <p:nvSpPr>
          <p:cNvPr id="65" name="!!circle-5ni"/>
          <p:cNvSpPr/>
          <p:nvPr/>
        </p:nvSpPr>
        <p:spPr>
          <a:xfrm>
            <a:off x="5882469" y="4885773"/>
            <a:ext cx="103530" cy="103530"/>
          </a:xfrm>
          <a:prstGeom prst="ellipse">
            <a:avLst/>
          </a:prstGeom>
          <a:gradFill rotWithShape="1">
            <a:gsLst>
              <a:gs pos="0">
                <a:srgbClr val="FFFFFF">
                  <a:alpha val="90000"/>
                </a:srgbClr>
              </a:gs>
              <a:gs pos="24749">
                <a:srgbClr val="627D8D">
                  <a:alpha val="810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6" name="!!circle-5nl"/>
          <p:cNvSpPr/>
          <p:nvPr/>
        </p:nvSpPr>
        <p:spPr>
          <a:xfrm>
            <a:off x="5882469" y="4756360"/>
            <a:ext cx="103530" cy="103530"/>
          </a:xfrm>
          <a:prstGeom prst="ellipse">
            <a:avLst/>
          </a:prstGeom>
          <a:gradFill rotWithShape="1">
            <a:gsLst>
              <a:gs pos="0">
                <a:srgbClr val="FFFFFF">
                  <a:alpha val="75000"/>
                </a:srgbClr>
              </a:gs>
              <a:gs pos="24749">
                <a:srgbClr val="627D8D">
                  <a:alpha val="67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7" name="!!path-5no"/>
          <p:cNvSpPr/>
          <p:nvPr/>
        </p:nvSpPr>
        <p:spPr>
          <a:xfrm>
            <a:off x="7325424" y="2640457"/>
            <a:ext cx="1552956" cy="1811782"/>
          </a:xfrm>
          <a:custGeom>
            <a:avLst/>
            <a:gdLst/>
            <a:ahLst/>
            <a:cxnLst/>
            <a:rect l="l" t="t" r="r" b="b"/>
            <a:pathLst>
              <a:path w="1552956" h="1811782" fill="none">
                <a:moveTo>
                  <a:pt x="0" y="1811782"/>
                </a:moveTo>
                <a:lnTo>
                  <a:pt x="1164717" y="1811782"/>
                </a:lnTo>
                <a:lnTo>
                  <a:pt x="1164717" y="0"/>
                </a:lnTo>
                <a:lnTo>
                  <a:pt x="1552956" y="0"/>
                </a:lnTo>
                <a:moveTo>
                  <a:pt x="1164717" y="905891"/>
                </a:moveTo>
                <a:lnTo>
                  <a:pt x="1552956" y="905891"/>
                </a:lnTo>
                <a:moveTo>
                  <a:pt x="1164717" y="1811782"/>
                </a:moveTo>
                <a:lnTo>
                  <a:pt x="1552956" y="1811782"/>
                </a:lnTo>
              </a:path>
            </a:pathLst>
          </a:custGeom>
          <a:noFill/>
          <a:ln w="19412" cap="rnd">
            <a:solidFill>
              <a:srgbClr val="627D8D">
                <a:alpha val="55000"/>
              </a:srgbClr>
            </a:solidFill>
            <a:prstDash val="solid"/>
            <a:round/>
          </a:ln>
        </p:spPr>
      </p:sp>
      <p:sp>
        <p:nvSpPr>
          <p:cNvPr id="68" name="!!rect-5nv"/>
          <p:cNvSpPr/>
          <p:nvPr/>
        </p:nvSpPr>
        <p:spPr>
          <a:xfrm>
            <a:off x="1437132" y="5021656"/>
            <a:ext cx="5952998" cy="828243"/>
          </a:xfrm>
          <a:prstGeom prst="roundRect">
            <a:avLst>
              <a:gd name="adj" fmla="val 22917"/>
            </a:avLst>
          </a:prstGeom>
          <a:solidFill>
            <a:srgbClr val="0B1A26">
              <a:alpha val="12000"/>
            </a:srgbClr>
          </a:solidFill>
          <a:ln>
            <a:noFill/>
          </a:ln>
          <a:effectLst>
            <a:softEdge rad="227767"/>
          </a:effectLst>
        </p:spPr>
      </p:sp>
      <p:sp>
        <p:nvSpPr>
          <p:cNvPr id="69" name="!!rect-5nw"/>
          <p:cNvSpPr/>
          <p:nvPr/>
        </p:nvSpPr>
        <p:spPr>
          <a:xfrm>
            <a:off x="1501838" y="5034598"/>
            <a:ext cx="5823585" cy="647065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6471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70" name="!!circle-5nx"/>
          <p:cNvSpPr/>
          <p:nvPr/>
        </p:nvSpPr>
        <p:spPr>
          <a:xfrm>
            <a:off x="1670075" y="5176952"/>
            <a:ext cx="362356" cy="362356"/>
          </a:xfrm>
          <a:prstGeom prst="ellipse">
            <a:avLst/>
          </a:prstGeom>
          <a:solidFill>
            <a:srgbClr val="627D8D">
              <a:alpha val="12000"/>
            </a:srgbClr>
          </a:solidFill>
          <a:ln>
            <a:noFill/>
          </a:ln>
        </p:spPr>
      </p:sp>
      <p:sp>
        <p:nvSpPr>
          <p:cNvPr id="71" name="!!path-5ny"/>
          <p:cNvSpPr/>
          <p:nvPr/>
        </p:nvSpPr>
        <p:spPr>
          <a:xfrm>
            <a:off x="1768209" y="5291689"/>
            <a:ext cx="166037" cy="132830"/>
          </a:xfrm>
          <a:custGeom>
            <a:avLst/>
            <a:gdLst/>
            <a:ahLst/>
            <a:cxnLst/>
            <a:rect l="l" t="t" r="r" b="b"/>
            <a:pathLst>
              <a:path w="166037" h="132830">
                <a:moveTo>
                  <a:pt x="0" y="132830"/>
                </a:moveTo>
                <a:lnTo>
                  <a:pt x="166037" y="132830"/>
                </a:lnTo>
                <a:lnTo>
                  <a:pt x="166037" y="99622"/>
                </a:lnTo>
                <a:lnTo>
                  <a:pt x="0" y="99622"/>
                </a:lnTo>
                <a:lnTo>
                  <a:pt x="0" y="132830"/>
                </a:lnTo>
                <a:close/>
                <a:moveTo>
                  <a:pt x="16604" y="107924"/>
                </a:moveTo>
                <a:lnTo>
                  <a:pt x="33207" y="107924"/>
                </a:lnTo>
                <a:lnTo>
                  <a:pt x="33207" y="124528"/>
                </a:lnTo>
                <a:lnTo>
                  <a:pt x="16604" y="124528"/>
                </a:lnTo>
                <a:lnTo>
                  <a:pt x="16604" y="107924"/>
                </a:lnTo>
                <a:close/>
                <a:moveTo>
                  <a:pt x="0" y="0"/>
                </a:moveTo>
                <a:lnTo>
                  <a:pt x="0" y="33207"/>
                </a:lnTo>
                <a:lnTo>
                  <a:pt x="166037" y="33207"/>
                </a:lnTo>
                <a:lnTo>
                  <a:pt x="166037" y="0"/>
                </a:lnTo>
                <a:lnTo>
                  <a:pt x="0" y="0"/>
                </a:lnTo>
                <a:close/>
                <a:moveTo>
                  <a:pt x="33207" y="24906"/>
                </a:moveTo>
                <a:lnTo>
                  <a:pt x="16604" y="24906"/>
                </a:lnTo>
                <a:lnTo>
                  <a:pt x="16604" y="8302"/>
                </a:lnTo>
                <a:lnTo>
                  <a:pt x="33207" y="8302"/>
                </a:lnTo>
                <a:lnTo>
                  <a:pt x="33207" y="24906"/>
                </a:lnTo>
                <a:close/>
                <a:moveTo>
                  <a:pt x="0" y="83018"/>
                </a:moveTo>
                <a:lnTo>
                  <a:pt x="166037" y="83018"/>
                </a:lnTo>
                <a:lnTo>
                  <a:pt x="166037" y="49811"/>
                </a:lnTo>
                <a:lnTo>
                  <a:pt x="0" y="49811"/>
                </a:lnTo>
                <a:lnTo>
                  <a:pt x="0" y="83018"/>
                </a:lnTo>
                <a:close/>
                <a:moveTo>
                  <a:pt x="16604" y="58113"/>
                </a:moveTo>
                <a:lnTo>
                  <a:pt x="33207" y="58113"/>
                </a:lnTo>
                <a:lnTo>
                  <a:pt x="33207" y="74717"/>
                </a:lnTo>
                <a:lnTo>
                  <a:pt x="16604" y="74717"/>
                </a:lnTo>
                <a:lnTo>
                  <a:pt x="16604" y="58113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72" name="!!text-5nz" descr="MariaDB"/>
          <p:cNvSpPr txBox="1"/>
          <p:nvPr/>
        </p:nvSpPr>
        <p:spPr>
          <a:xfrm>
            <a:off x="2148903" y="5124151"/>
            <a:ext cx="752187" cy="24360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25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MariaDB</a:t>
            </a:r>
            <a:endParaRPr lang="zh-TW" sz="1325"/>
          </a:p>
        </p:txBody>
      </p:sp>
      <p:sp>
        <p:nvSpPr>
          <p:cNvPr id="73" name="!!text-5o7" descr="關聯式資料庫・Prisma ORM 存取"/>
          <p:cNvSpPr txBox="1"/>
          <p:nvPr/>
        </p:nvSpPr>
        <p:spPr>
          <a:xfrm>
            <a:off x="2148903" y="5374177"/>
            <a:ext cx="2162362" cy="2061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21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關聯式資料庫・Prisma ORM 存取</a:t>
            </a:r>
            <a:endParaRPr lang="zh-TW" sz="1121"/>
          </a:p>
        </p:txBody>
      </p:sp>
      <p:sp>
        <p:nvSpPr>
          <p:cNvPr id="74" name="!!rect-5ou"/>
          <p:cNvSpPr/>
          <p:nvPr/>
        </p:nvSpPr>
        <p:spPr>
          <a:xfrm>
            <a:off x="1437132" y="4115765"/>
            <a:ext cx="2911793" cy="828243"/>
          </a:xfrm>
          <a:prstGeom prst="roundRect">
            <a:avLst>
              <a:gd name="adj" fmla="val 22917"/>
            </a:avLst>
          </a:prstGeom>
          <a:solidFill>
            <a:srgbClr val="0B1A26">
              <a:alpha val="12000"/>
            </a:srgbClr>
          </a:solidFill>
          <a:ln>
            <a:noFill/>
          </a:ln>
          <a:effectLst>
            <a:softEdge rad="227767"/>
          </a:effectLst>
        </p:spPr>
      </p:sp>
      <p:sp>
        <p:nvSpPr>
          <p:cNvPr id="75" name="!!rect-5ov"/>
          <p:cNvSpPr/>
          <p:nvPr/>
        </p:nvSpPr>
        <p:spPr>
          <a:xfrm>
            <a:off x="1501838" y="4128707"/>
            <a:ext cx="2782380" cy="647065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6471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76" name="!!circle-5ow"/>
          <p:cNvSpPr/>
          <p:nvPr/>
        </p:nvSpPr>
        <p:spPr>
          <a:xfrm>
            <a:off x="1670075" y="4271061"/>
            <a:ext cx="362356" cy="362356"/>
          </a:xfrm>
          <a:prstGeom prst="ellipse">
            <a:avLst/>
          </a:prstGeom>
          <a:solidFill>
            <a:srgbClr val="627D8D">
              <a:alpha val="12000"/>
            </a:srgbClr>
          </a:solidFill>
          <a:ln>
            <a:noFill/>
          </a:ln>
        </p:spPr>
      </p:sp>
      <p:sp>
        <p:nvSpPr>
          <p:cNvPr id="77" name="!!path-5ox"/>
          <p:cNvSpPr/>
          <p:nvPr/>
        </p:nvSpPr>
        <p:spPr>
          <a:xfrm>
            <a:off x="1809054" y="4377496"/>
            <a:ext cx="84181" cy="149433"/>
          </a:xfrm>
          <a:custGeom>
            <a:avLst/>
            <a:gdLst/>
            <a:ahLst/>
            <a:cxnLst/>
            <a:rect l="l" t="t" r="r" b="b"/>
            <a:pathLst>
              <a:path w="84181" h="149433">
                <a:moveTo>
                  <a:pt x="33872" y="149433"/>
                </a:moveTo>
                <a:lnTo>
                  <a:pt x="25570" y="149433"/>
                </a:lnTo>
                <a:lnTo>
                  <a:pt x="33872" y="91320"/>
                </a:lnTo>
                <a:lnTo>
                  <a:pt x="4815" y="91320"/>
                </a:lnTo>
                <a:cubicBezTo>
                  <a:pt x="0" y="91320"/>
                  <a:pt x="83" y="88664"/>
                  <a:pt x="1660" y="85841"/>
                </a:cubicBezTo>
                <a:cubicBezTo>
                  <a:pt x="3238" y="83018"/>
                  <a:pt x="2075" y="85177"/>
                  <a:pt x="2241" y="84845"/>
                </a:cubicBezTo>
                <a:cubicBezTo>
                  <a:pt x="12951" y="65917"/>
                  <a:pt x="29056" y="37690"/>
                  <a:pt x="50475" y="0"/>
                </a:cubicBezTo>
                <a:lnTo>
                  <a:pt x="58777" y="0"/>
                </a:lnTo>
                <a:lnTo>
                  <a:pt x="50475" y="58113"/>
                </a:lnTo>
                <a:lnTo>
                  <a:pt x="79532" y="58113"/>
                </a:lnTo>
                <a:cubicBezTo>
                  <a:pt x="83600" y="58113"/>
                  <a:pt x="84181" y="60853"/>
                  <a:pt x="83434" y="62347"/>
                </a:cubicBezTo>
                <a:lnTo>
                  <a:pt x="82852" y="63592"/>
                </a:lnTo>
                <a:cubicBezTo>
                  <a:pt x="50143" y="120792"/>
                  <a:pt x="33872" y="149433"/>
                  <a:pt x="33872" y="149433"/>
                </a:cubicBez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78" name="!!text-5oy" descr="Socket.IO"/>
          <p:cNvSpPr txBox="1"/>
          <p:nvPr/>
        </p:nvSpPr>
        <p:spPr>
          <a:xfrm>
            <a:off x="2148903" y="4218260"/>
            <a:ext cx="848587" cy="24360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25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Soc</a:t>
            </a:r>
            <a:r>
              <a:rPr lang="zh-TW" altLang="en-US" sz="1325" b="1" kern="0" spc="-45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k</a:t>
            </a:r>
            <a:r>
              <a:rPr lang="zh-TW" altLang="en-US" sz="1325" b="1" kern="0" spc="-23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e</a:t>
            </a:r>
            <a:r>
              <a:rPr lang="zh-TW" altLang="en-US" sz="1325" b="1" kern="0" spc="-17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t</a:t>
            </a:r>
            <a:r>
              <a:rPr lang="zh-TW" altLang="en-US" sz="1325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.IO</a:t>
            </a:r>
            <a:endParaRPr lang="zh-TW" sz="1325"/>
          </a:p>
        </p:txBody>
      </p:sp>
      <p:sp>
        <p:nvSpPr>
          <p:cNvPr id="79" name="!!text-5p8" descr="聊天與書櫃狀態即時推送"/>
          <p:cNvSpPr txBox="1"/>
          <p:nvPr/>
        </p:nvSpPr>
        <p:spPr>
          <a:xfrm>
            <a:off x="2148903" y="4468286"/>
            <a:ext cx="1608604" cy="2061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21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聊天與書櫃狀態即時推送</a:t>
            </a:r>
            <a:endParaRPr lang="zh-TW" sz="1121"/>
          </a:p>
        </p:txBody>
      </p:sp>
      <p:sp>
        <p:nvSpPr>
          <p:cNvPr id="80" name="!!rect-5po"/>
          <p:cNvSpPr/>
          <p:nvPr/>
        </p:nvSpPr>
        <p:spPr>
          <a:xfrm>
            <a:off x="4478337" y="4115765"/>
            <a:ext cx="2911793" cy="828243"/>
          </a:xfrm>
          <a:prstGeom prst="roundRect">
            <a:avLst>
              <a:gd name="adj" fmla="val 22917"/>
            </a:avLst>
          </a:prstGeom>
          <a:solidFill>
            <a:srgbClr val="0B1A26">
              <a:alpha val="12000"/>
            </a:srgbClr>
          </a:solidFill>
          <a:ln>
            <a:noFill/>
          </a:ln>
          <a:effectLst>
            <a:softEdge rad="227767"/>
          </a:effectLst>
        </p:spPr>
      </p:sp>
      <p:sp>
        <p:nvSpPr>
          <p:cNvPr id="81" name="!!rect-5pp"/>
          <p:cNvSpPr/>
          <p:nvPr/>
        </p:nvSpPr>
        <p:spPr>
          <a:xfrm>
            <a:off x="4543044" y="4128707"/>
            <a:ext cx="2782380" cy="647065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6471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82" name="!!circle-5pq"/>
          <p:cNvSpPr/>
          <p:nvPr/>
        </p:nvSpPr>
        <p:spPr>
          <a:xfrm>
            <a:off x="4711281" y="4271061"/>
            <a:ext cx="362356" cy="362356"/>
          </a:xfrm>
          <a:prstGeom prst="ellipse">
            <a:avLst/>
          </a:prstGeom>
          <a:solidFill>
            <a:srgbClr val="627D8D">
              <a:alpha val="12000"/>
            </a:srgbClr>
          </a:solidFill>
          <a:ln>
            <a:noFill/>
          </a:ln>
        </p:spPr>
      </p:sp>
      <p:sp>
        <p:nvSpPr>
          <p:cNvPr id="83" name="!!path-5pr"/>
          <p:cNvSpPr/>
          <p:nvPr/>
        </p:nvSpPr>
        <p:spPr>
          <a:xfrm>
            <a:off x="4809415" y="4402402"/>
            <a:ext cx="166037" cy="99622"/>
          </a:xfrm>
          <a:custGeom>
            <a:avLst/>
            <a:gdLst/>
            <a:ahLst/>
            <a:cxnLst/>
            <a:rect l="l" t="t" r="r" b="b"/>
            <a:pathLst>
              <a:path w="166037" h="99622">
                <a:moveTo>
                  <a:pt x="61434" y="88000"/>
                </a:moveTo>
                <a:lnTo>
                  <a:pt x="23245" y="49811"/>
                </a:lnTo>
                <a:lnTo>
                  <a:pt x="61434" y="11623"/>
                </a:lnTo>
                <a:lnTo>
                  <a:pt x="49811" y="0"/>
                </a:lnTo>
                <a:lnTo>
                  <a:pt x="0" y="49811"/>
                </a:lnTo>
                <a:lnTo>
                  <a:pt x="49811" y="99622"/>
                </a:lnTo>
                <a:lnTo>
                  <a:pt x="61434" y="88000"/>
                </a:lnTo>
                <a:close/>
                <a:moveTo>
                  <a:pt x="104603" y="88000"/>
                </a:moveTo>
                <a:lnTo>
                  <a:pt x="142792" y="49811"/>
                </a:lnTo>
                <a:lnTo>
                  <a:pt x="104603" y="11623"/>
                </a:lnTo>
                <a:lnTo>
                  <a:pt x="116226" y="0"/>
                </a:lnTo>
                <a:lnTo>
                  <a:pt x="166037" y="49811"/>
                </a:lnTo>
                <a:lnTo>
                  <a:pt x="116226" y="99622"/>
                </a:lnTo>
                <a:lnTo>
                  <a:pt x="104603" y="88000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84" name="!!text-5ps" descr="Node.js・Express"/>
          <p:cNvSpPr txBox="1"/>
          <p:nvPr/>
        </p:nvSpPr>
        <p:spPr>
          <a:xfrm>
            <a:off x="5190109" y="4218260"/>
            <a:ext cx="1483513" cy="24360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25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Node</a:t>
            </a:r>
            <a:r>
              <a:rPr lang="zh-TW" altLang="en-US" sz="1325" b="1" kern="0" spc="42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.</a:t>
            </a:r>
            <a:r>
              <a:rPr lang="zh-TW" altLang="en-US" sz="1325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js・</a:t>
            </a:r>
            <a:r>
              <a:rPr lang="zh-TW" altLang="en-US" sz="1325" b="1" kern="0" spc="-69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E</a:t>
            </a:r>
            <a:r>
              <a:rPr lang="zh-TW" altLang="en-US" sz="1325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xp</a:t>
            </a:r>
            <a:r>
              <a:rPr lang="zh-TW" altLang="en-US" sz="1325" b="1" kern="0" spc="-23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r</a:t>
            </a:r>
            <a:r>
              <a:rPr lang="zh-TW" altLang="en-US" sz="1325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ess</a:t>
            </a:r>
            <a:endParaRPr lang="zh-TW" sz="1325"/>
          </a:p>
        </p:txBody>
      </p:sp>
      <p:sp>
        <p:nvSpPr>
          <p:cNvPr id="85" name="!!text-5q8" descr="RESTful API 與排程作業"/>
          <p:cNvSpPr txBox="1"/>
          <p:nvPr/>
        </p:nvSpPr>
        <p:spPr>
          <a:xfrm>
            <a:off x="5190109" y="4468286"/>
            <a:ext cx="1547391" cy="2061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21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RE</a:t>
            </a:r>
            <a:r>
              <a:rPr lang="zh-TW" altLang="en-US" sz="1121" kern="0" spc="-28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S</a:t>
            </a:r>
            <a:r>
              <a:rPr lang="zh-TW" altLang="en-US" sz="1121" kern="0" spc="-25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T</a:t>
            </a:r>
            <a:r>
              <a:rPr lang="zh-TW" altLang="en-US" sz="1121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ful API 與排程作業</a:t>
            </a:r>
            <a:endParaRPr lang="zh-TW" sz="1121"/>
          </a:p>
        </p:txBody>
      </p:sp>
      <p:sp>
        <p:nvSpPr>
          <p:cNvPr id="86" name="!!rect-5qs"/>
          <p:cNvSpPr/>
          <p:nvPr/>
        </p:nvSpPr>
        <p:spPr>
          <a:xfrm>
            <a:off x="1437132" y="3209874"/>
            <a:ext cx="5952998" cy="828243"/>
          </a:xfrm>
          <a:prstGeom prst="roundRect">
            <a:avLst>
              <a:gd name="adj" fmla="val 22917"/>
            </a:avLst>
          </a:prstGeom>
          <a:solidFill>
            <a:srgbClr val="0B1A26">
              <a:alpha val="12000"/>
            </a:srgbClr>
          </a:solidFill>
          <a:ln>
            <a:noFill/>
          </a:ln>
          <a:effectLst>
            <a:softEdge rad="227767"/>
          </a:effectLst>
        </p:spPr>
      </p:sp>
      <p:sp>
        <p:nvSpPr>
          <p:cNvPr id="87" name="!!rect-5qt"/>
          <p:cNvSpPr/>
          <p:nvPr/>
        </p:nvSpPr>
        <p:spPr>
          <a:xfrm>
            <a:off x="1501838" y="3222815"/>
            <a:ext cx="5823585" cy="647065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6471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88" name="!!circle-5qu"/>
          <p:cNvSpPr/>
          <p:nvPr/>
        </p:nvSpPr>
        <p:spPr>
          <a:xfrm>
            <a:off x="1670075" y="3365170"/>
            <a:ext cx="362356" cy="362356"/>
          </a:xfrm>
          <a:prstGeom prst="ellipse">
            <a:avLst/>
          </a:prstGeom>
          <a:solidFill>
            <a:srgbClr val="627D8D">
              <a:alpha val="12000"/>
            </a:srgbClr>
          </a:solidFill>
          <a:ln>
            <a:noFill/>
          </a:ln>
        </p:spPr>
      </p:sp>
      <p:sp>
        <p:nvSpPr>
          <p:cNvPr id="89" name="!!path-5qv"/>
          <p:cNvSpPr/>
          <p:nvPr/>
        </p:nvSpPr>
        <p:spPr>
          <a:xfrm>
            <a:off x="1751605" y="3479907"/>
            <a:ext cx="199244" cy="132830"/>
          </a:xfrm>
          <a:custGeom>
            <a:avLst/>
            <a:gdLst/>
            <a:ahLst/>
            <a:cxnLst/>
            <a:rect l="l" t="t" r="r" b="b"/>
            <a:pathLst>
              <a:path w="199244" h="132830">
                <a:moveTo>
                  <a:pt x="160641" y="50143"/>
                </a:moveTo>
                <a:cubicBezTo>
                  <a:pt x="154995" y="21502"/>
                  <a:pt x="129841" y="0"/>
                  <a:pt x="99622" y="0"/>
                </a:cubicBezTo>
                <a:cubicBezTo>
                  <a:pt x="75630" y="0"/>
                  <a:pt x="54792" y="13615"/>
                  <a:pt x="44415" y="33539"/>
                </a:cubicBezTo>
                <a:cubicBezTo>
                  <a:pt x="19426" y="36196"/>
                  <a:pt x="0" y="57366"/>
                  <a:pt x="0" y="83018"/>
                </a:cubicBezTo>
                <a:cubicBezTo>
                  <a:pt x="0" y="110498"/>
                  <a:pt x="22332" y="132830"/>
                  <a:pt x="49811" y="132830"/>
                </a:cubicBezTo>
                <a:lnTo>
                  <a:pt x="157735" y="132830"/>
                </a:lnTo>
                <a:cubicBezTo>
                  <a:pt x="180648" y="132830"/>
                  <a:pt x="199244" y="114233"/>
                  <a:pt x="199244" y="91320"/>
                </a:cubicBezTo>
                <a:cubicBezTo>
                  <a:pt x="199244" y="69403"/>
                  <a:pt x="182225" y="51637"/>
                  <a:pt x="160641" y="50143"/>
                </a:cubicBez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90" name="!!text-5qw" descr="Cloudflare・NGINX"/>
          <p:cNvSpPr txBox="1"/>
          <p:nvPr/>
        </p:nvSpPr>
        <p:spPr>
          <a:xfrm>
            <a:off x="2148903" y="3312369"/>
            <a:ext cx="1619953" cy="24360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25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Cloudfla</a:t>
            </a:r>
            <a:r>
              <a:rPr lang="zh-TW" altLang="en-US" sz="1325" b="1" kern="0" spc="-23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r</a:t>
            </a:r>
            <a:r>
              <a:rPr lang="zh-TW" altLang="en-US" sz="1325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e・NGINX</a:t>
            </a:r>
            <a:endParaRPr lang="zh-TW" sz="1325"/>
          </a:p>
        </p:txBody>
      </p:sp>
      <p:sp>
        <p:nvSpPr>
          <p:cNvPr id="91" name="!!text-5rd" descr="DNS、WAF 與反向代理"/>
          <p:cNvSpPr txBox="1"/>
          <p:nvPr/>
        </p:nvSpPr>
        <p:spPr>
          <a:xfrm>
            <a:off x="2148903" y="3562395"/>
            <a:ext cx="1504543" cy="2061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21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DNS、WAF 與反向代理</a:t>
            </a:r>
            <a:endParaRPr lang="zh-TW" sz="1121"/>
          </a:p>
        </p:txBody>
      </p:sp>
      <p:sp>
        <p:nvSpPr>
          <p:cNvPr id="92" name="!!rect-5ru"/>
          <p:cNvSpPr/>
          <p:nvPr/>
        </p:nvSpPr>
        <p:spPr>
          <a:xfrm>
            <a:off x="1437132" y="2303983"/>
            <a:ext cx="2911793" cy="828243"/>
          </a:xfrm>
          <a:prstGeom prst="roundRect">
            <a:avLst>
              <a:gd name="adj" fmla="val 22917"/>
            </a:avLst>
          </a:prstGeom>
          <a:solidFill>
            <a:srgbClr val="0B1A26">
              <a:alpha val="12000"/>
            </a:srgbClr>
          </a:solidFill>
          <a:ln>
            <a:noFill/>
          </a:ln>
          <a:effectLst>
            <a:softEdge rad="227767"/>
          </a:effectLst>
        </p:spPr>
      </p:sp>
      <p:sp>
        <p:nvSpPr>
          <p:cNvPr id="93" name="!!rect-5rv"/>
          <p:cNvSpPr/>
          <p:nvPr/>
        </p:nvSpPr>
        <p:spPr>
          <a:xfrm>
            <a:off x="1501838" y="2316924"/>
            <a:ext cx="2782380" cy="647065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6471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94" name="!!circle-5rw"/>
          <p:cNvSpPr/>
          <p:nvPr/>
        </p:nvSpPr>
        <p:spPr>
          <a:xfrm>
            <a:off x="1670075" y="2459279"/>
            <a:ext cx="362356" cy="362356"/>
          </a:xfrm>
          <a:prstGeom prst="ellipse">
            <a:avLst/>
          </a:prstGeom>
          <a:solidFill>
            <a:srgbClr val="627D8D">
              <a:alpha val="12000"/>
            </a:srgbClr>
          </a:solidFill>
          <a:ln>
            <a:noFill/>
          </a:ln>
        </p:spPr>
      </p:sp>
      <p:sp>
        <p:nvSpPr>
          <p:cNvPr id="95" name="!!path-5rx"/>
          <p:cNvSpPr/>
          <p:nvPr/>
        </p:nvSpPr>
        <p:spPr>
          <a:xfrm>
            <a:off x="1793115" y="2549111"/>
            <a:ext cx="116226" cy="182641"/>
          </a:xfrm>
          <a:custGeom>
            <a:avLst/>
            <a:gdLst/>
            <a:ahLst/>
            <a:cxnLst/>
            <a:rect l="l" t="t" r="r" b="b"/>
            <a:pathLst>
              <a:path w="116226" h="182641">
                <a:moveTo>
                  <a:pt x="99622" y="83"/>
                </a:moveTo>
                <a:lnTo>
                  <a:pt x="16604" y="0"/>
                </a:lnTo>
                <a:cubicBezTo>
                  <a:pt x="7472" y="0"/>
                  <a:pt x="0" y="7472"/>
                  <a:pt x="0" y="16604"/>
                </a:cubicBezTo>
                <a:lnTo>
                  <a:pt x="0" y="166037"/>
                </a:lnTo>
                <a:cubicBezTo>
                  <a:pt x="0" y="175169"/>
                  <a:pt x="7472" y="182641"/>
                  <a:pt x="16604" y="182641"/>
                </a:cubicBezTo>
                <a:lnTo>
                  <a:pt x="99622" y="182641"/>
                </a:lnTo>
                <a:cubicBezTo>
                  <a:pt x="108754" y="182641"/>
                  <a:pt x="116226" y="175169"/>
                  <a:pt x="116226" y="166037"/>
                </a:cubicBezTo>
                <a:lnTo>
                  <a:pt x="116226" y="16604"/>
                </a:lnTo>
                <a:cubicBezTo>
                  <a:pt x="116226" y="7472"/>
                  <a:pt x="108754" y="83"/>
                  <a:pt x="99622" y="83"/>
                </a:cubicBezTo>
                <a:close/>
                <a:moveTo>
                  <a:pt x="99622" y="149433"/>
                </a:moveTo>
                <a:lnTo>
                  <a:pt x="16604" y="149433"/>
                </a:lnTo>
                <a:lnTo>
                  <a:pt x="16604" y="33207"/>
                </a:lnTo>
                <a:lnTo>
                  <a:pt x="99622" y="33207"/>
                </a:lnTo>
                <a:lnTo>
                  <a:pt x="99622" y="149433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96" name="!!text-5ry" descr="Flutter App"/>
          <p:cNvSpPr txBox="1"/>
          <p:nvPr/>
        </p:nvSpPr>
        <p:spPr>
          <a:xfrm>
            <a:off x="2148903" y="2406478"/>
            <a:ext cx="975774" cy="24360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25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Flu</a:t>
            </a:r>
            <a:r>
              <a:rPr lang="zh-TW" altLang="en-US" sz="1325" b="1" kern="0" spc="-37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t</a:t>
            </a:r>
            <a:r>
              <a:rPr lang="zh-TW" altLang="en-US" sz="1325" b="1" kern="0" spc="-33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t</a:t>
            </a:r>
            <a:r>
              <a:rPr lang="zh-TW" altLang="en-US" sz="1325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er App</a:t>
            </a:r>
            <a:endParaRPr lang="zh-TW" sz="1325"/>
          </a:p>
        </p:txBody>
      </p:sp>
      <p:sp>
        <p:nvSpPr>
          <p:cNvPr id="97" name="!!text-5s9" descr="跨平台行動應用"/>
          <p:cNvSpPr txBox="1"/>
          <p:nvPr/>
        </p:nvSpPr>
        <p:spPr>
          <a:xfrm>
            <a:off x="2148903" y="2656504"/>
            <a:ext cx="1039187" cy="2061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21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跨平台行動應用</a:t>
            </a:r>
            <a:endParaRPr lang="zh-TW" sz="1121"/>
          </a:p>
        </p:txBody>
      </p:sp>
      <p:sp>
        <p:nvSpPr>
          <p:cNvPr id="98" name="!!rect-5sl"/>
          <p:cNvSpPr/>
          <p:nvPr/>
        </p:nvSpPr>
        <p:spPr>
          <a:xfrm>
            <a:off x="4478337" y="2303983"/>
            <a:ext cx="2911793" cy="828243"/>
          </a:xfrm>
          <a:prstGeom prst="roundRect">
            <a:avLst>
              <a:gd name="adj" fmla="val 22917"/>
            </a:avLst>
          </a:prstGeom>
          <a:solidFill>
            <a:srgbClr val="0B1A26">
              <a:alpha val="12000"/>
            </a:srgbClr>
          </a:solidFill>
          <a:ln>
            <a:noFill/>
          </a:ln>
          <a:effectLst>
            <a:softEdge rad="227767"/>
          </a:effectLst>
        </p:spPr>
      </p:sp>
      <p:sp>
        <p:nvSpPr>
          <p:cNvPr id="99" name="!!rect-5sm"/>
          <p:cNvSpPr/>
          <p:nvPr/>
        </p:nvSpPr>
        <p:spPr>
          <a:xfrm>
            <a:off x="4543044" y="2316924"/>
            <a:ext cx="2782380" cy="647065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6471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100" name="!!circle-5sn"/>
          <p:cNvSpPr/>
          <p:nvPr/>
        </p:nvSpPr>
        <p:spPr>
          <a:xfrm>
            <a:off x="4711281" y="2459279"/>
            <a:ext cx="362356" cy="362356"/>
          </a:xfrm>
          <a:prstGeom prst="ellipse">
            <a:avLst/>
          </a:prstGeom>
          <a:solidFill>
            <a:srgbClr val="627D8D">
              <a:alpha val="12000"/>
            </a:srgbClr>
          </a:solidFill>
          <a:ln>
            <a:noFill/>
          </a:ln>
        </p:spPr>
      </p:sp>
      <p:sp>
        <p:nvSpPr>
          <p:cNvPr id="101" name="!!path-5so"/>
          <p:cNvSpPr/>
          <p:nvPr/>
        </p:nvSpPr>
        <p:spPr>
          <a:xfrm>
            <a:off x="4817716" y="2565714"/>
            <a:ext cx="149433" cy="149433"/>
          </a:xfrm>
          <a:custGeom>
            <a:avLst/>
            <a:gdLst/>
            <a:ahLst/>
            <a:cxnLst/>
            <a:rect l="l" t="t" r="r" b="b"/>
            <a:pathLst>
              <a:path w="149433" h="149433">
                <a:moveTo>
                  <a:pt x="99622" y="49811"/>
                </a:moveTo>
                <a:lnTo>
                  <a:pt x="49811" y="49811"/>
                </a:lnTo>
                <a:lnTo>
                  <a:pt x="49811" y="99622"/>
                </a:lnTo>
                <a:lnTo>
                  <a:pt x="99622" y="99622"/>
                </a:lnTo>
                <a:lnTo>
                  <a:pt x="99622" y="49811"/>
                </a:lnTo>
                <a:close/>
                <a:moveTo>
                  <a:pt x="83018" y="83018"/>
                </a:moveTo>
                <a:lnTo>
                  <a:pt x="66415" y="83018"/>
                </a:lnTo>
                <a:lnTo>
                  <a:pt x="66415" y="66415"/>
                </a:lnTo>
                <a:lnTo>
                  <a:pt x="83018" y="66415"/>
                </a:lnTo>
                <a:lnTo>
                  <a:pt x="83018" y="83018"/>
                </a:lnTo>
                <a:close/>
                <a:moveTo>
                  <a:pt x="149433" y="66415"/>
                </a:moveTo>
                <a:lnTo>
                  <a:pt x="149433" y="49811"/>
                </a:lnTo>
                <a:lnTo>
                  <a:pt x="132830" y="49811"/>
                </a:lnTo>
                <a:lnTo>
                  <a:pt x="132830" y="33207"/>
                </a:lnTo>
                <a:cubicBezTo>
                  <a:pt x="132830" y="24075"/>
                  <a:pt x="125358" y="16604"/>
                  <a:pt x="116226" y="16604"/>
                </a:cubicBezTo>
                <a:lnTo>
                  <a:pt x="99622" y="16604"/>
                </a:lnTo>
                <a:lnTo>
                  <a:pt x="99622" y="0"/>
                </a:lnTo>
                <a:lnTo>
                  <a:pt x="83018" y="0"/>
                </a:lnTo>
                <a:lnTo>
                  <a:pt x="83018" y="16604"/>
                </a:lnTo>
                <a:lnTo>
                  <a:pt x="66415" y="16604"/>
                </a:lnTo>
                <a:lnTo>
                  <a:pt x="66415" y="0"/>
                </a:lnTo>
                <a:lnTo>
                  <a:pt x="49811" y="0"/>
                </a:lnTo>
                <a:lnTo>
                  <a:pt x="49811" y="16604"/>
                </a:lnTo>
                <a:lnTo>
                  <a:pt x="33207" y="16604"/>
                </a:lnTo>
                <a:cubicBezTo>
                  <a:pt x="24075" y="16604"/>
                  <a:pt x="16604" y="24075"/>
                  <a:pt x="16604" y="33207"/>
                </a:cubicBezTo>
                <a:lnTo>
                  <a:pt x="16604" y="49811"/>
                </a:lnTo>
                <a:lnTo>
                  <a:pt x="0" y="49811"/>
                </a:lnTo>
                <a:lnTo>
                  <a:pt x="0" y="66415"/>
                </a:lnTo>
                <a:lnTo>
                  <a:pt x="16604" y="66415"/>
                </a:lnTo>
                <a:lnTo>
                  <a:pt x="16604" y="83018"/>
                </a:lnTo>
                <a:lnTo>
                  <a:pt x="0" y="83018"/>
                </a:lnTo>
                <a:lnTo>
                  <a:pt x="0" y="99622"/>
                </a:lnTo>
                <a:lnTo>
                  <a:pt x="16604" y="99622"/>
                </a:lnTo>
                <a:lnTo>
                  <a:pt x="16604" y="116226"/>
                </a:lnTo>
                <a:cubicBezTo>
                  <a:pt x="16604" y="125358"/>
                  <a:pt x="24075" y="132830"/>
                  <a:pt x="33207" y="132830"/>
                </a:cubicBezTo>
                <a:lnTo>
                  <a:pt x="49811" y="132830"/>
                </a:lnTo>
                <a:lnTo>
                  <a:pt x="49811" y="149433"/>
                </a:lnTo>
                <a:lnTo>
                  <a:pt x="66415" y="149433"/>
                </a:lnTo>
                <a:lnTo>
                  <a:pt x="66415" y="132830"/>
                </a:lnTo>
                <a:lnTo>
                  <a:pt x="83018" y="132830"/>
                </a:lnTo>
                <a:lnTo>
                  <a:pt x="83018" y="149433"/>
                </a:lnTo>
                <a:lnTo>
                  <a:pt x="99622" y="149433"/>
                </a:lnTo>
                <a:lnTo>
                  <a:pt x="99622" y="132830"/>
                </a:lnTo>
                <a:lnTo>
                  <a:pt x="116226" y="132830"/>
                </a:lnTo>
                <a:cubicBezTo>
                  <a:pt x="125358" y="132830"/>
                  <a:pt x="132830" y="125358"/>
                  <a:pt x="132830" y="116226"/>
                </a:cubicBezTo>
                <a:lnTo>
                  <a:pt x="132830" y="99622"/>
                </a:lnTo>
                <a:lnTo>
                  <a:pt x="149433" y="99622"/>
                </a:lnTo>
                <a:lnTo>
                  <a:pt x="149433" y="83018"/>
                </a:lnTo>
                <a:lnTo>
                  <a:pt x="132830" y="83018"/>
                </a:lnTo>
                <a:lnTo>
                  <a:pt x="132830" y="66415"/>
                </a:lnTo>
                <a:lnTo>
                  <a:pt x="149433" y="66415"/>
                </a:lnTo>
                <a:close/>
                <a:moveTo>
                  <a:pt x="116226" y="116226"/>
                </a:moveTo>
                <a:lnTo>
                  <a:pt x="33207" y="116226"/>
                </a:lnTo>
                <a:lnTo>
                  <a:pt x="33207" y="33207"/>
                </a:lnTo>
                <a:lnTo>
                  <a:pt x="116226" y="33207"/>
                </a:lnTo>
                <a:lnTo>
                  <a:pt x="116226" y="116226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102" name="!!text-5sp" descr="ESP32 智慧書櫃"/>
          <p:cNvSpPr txBox="1"/>
          <p:nvPr/>
        </p:nvSpPr>
        <p:spPr>
          <a:xfrm>
            <a:off x="5190109" y="2406478"/>
            <a:ext cx="1280788" cy="24360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25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ESP32 智慧書櫃</a:t>
            </a:r>
            <a:endParaRPr lang="zh-TW" sz="1325"/>
          </a:p>
        </p:txBody>
      </p:sp>
      <p:sp>
        <p:nvSpPr>
          <p:cNvPr id="103" name="!!text-5sz" descr="HTTPS 定時查詢狀態"/>
          <p:cNvSpPr txBox="1"/>
          <p:nvPr/>
        </p:nvSpPr>
        <p:spPr>
          <a:xfrm>
            <a:off x="5190109" y="2656504"/>
            <a:ext cx="1375854" cy="2061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21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HTT</a:t>
            </a:r>
            <a:r>
              <a:rPr lang="zh-TW" altLang="en-US" sz="1121" kern="0" spc="-16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P</a:t>
            </a:r>
            <a:r>
              <a:rPr lang="zh-TW" altLang="en-US" sz="1121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S 定時查詢狀態</a:t>
            </a:r>
            <a:endParaRPr lang="zh-TW" sz="1121"/>
          </a:p>
        </p:txBody>
      </p:sp>
      <p:sp>
        <p:nvSpPr>
          <p:cNvPr id="104" name="!!text-5tf" descr="外部服務"/>
          <p:cNvSpPr txBox="1"/>
          <p:nvPr/>
        </p:nvSpPr>
        <p:spPr>
          <a:xfrm>
            <a:off x="8878380" y="1968545"/>
            <a:ext cx="723678" cy="22486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23" b="1" kern="0" spc="147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外部服</a:t>
            </a:r>
            <a:r>
              <a:rPr lang="zh-TW" altLang="en-US" sz="1223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務</a:t>
            </a:r>
            <a:endParaRPr lang="zh-TW" sz="1223"/>
          </a:p>
        </p:txBody>
      </p:sp>
      <p:sp>
        <p:nvSpPr>
          <p:cNvPr id="105" name="!!rect-5to"/>
          <p:cNvSpPr/>
          <p:nvPr/>
        </p:nvSpPr>
        <p:spPr>
          <a:xfrm>
            <a:off x="8813673" y="2303983"/>
            <a:ext cx="2588260" cy="828243"/>
          </a:xfrm>
          <a:prstGeom prst="roundRect">
            <a:avLst>
              <a:gd name="adj" fmla="val 22917"/>
            </a:avLst>
          </a:prstGeom>
          <a:solidFill>
            <a:srgbClr val="0B1A26">
              <a:alpha val="12000"/>
            </a:srgbClr>
          </a:solidFill>
          <a:ln>
            <a:noFill/>
          </a:ln>
          <a:effectLst>
            <a:softEdge rad="227767"/>
          </a:effectLst>
        </p:spPr>
      </p:sp>
      <p:sp>
        <p:nvSpPr>
          <p:cNvPr id="106" name="!!rect-5tp"/>
          <p:cNvSpPr/>
          <p:nvPr/>
        </p:nvSpPr>
        <p:spPr>
          <a:xfrm>
            <a:off x="8878380" y="2316924"/>
            <a:ext cx="2458847" cy="647065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6471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107" name="!!circle-5tq"/>
          <p:cNvSpPr/>
          <p:nvPr/>
        </p:nvSpPr>
        <p:spPr>
          <a:xfrm>
            <a:off x="9046617" y="2459279"/>
            <a:ext cx="362356" cy="362356"/>
          </a:xfrm>
          <a:prstGeom prst="ellipse">
            <a:avLst/>
          </a:prstGeom>
          <a:solidFill>
            <a:srgbClr val="627D8D">
              <a:alpha val="12000"/>
            </a:srgbClr>
          </a:solidFill>
          <a:ln>
            <a:noFill/>
          </a:ln>
        </p:spPr>
      </p:sp>
      <p:sp>
        <p:nvSpPr>
          <p:cNvPr id="108" name="!!path-5tr"/>
          <p:cNvSpPr/>
          <p:nvPr/>
        </p:nvSpPr>
        <p:spPr>
          <a:xfrm>
            <a:off x="9136448" y="2549111"/>
            <a:ext cx="182641" cy="182641"/>
          </a:xfrm>
          <a:custGeom>
            <a:avLst/>
            <a:gdLst/>
            <a:ahLst/>
            <a:cxnLst/>
            <a:rect l="l" t="t" r="r" b="b"/>
            <a:pathLst>
              <a:path w="182641" h="182641">
                <a:moveTo>
                  <a:pt x="149433" y="66415"/>
                </a:moveTo>
                <a:lnTo>
                  <a:pt x="159811" y="43585"/>
                </a:lnTo>
                <a:lnTo>
                  <a:pt x="182641" y="33207"/>
                </a:lnTo>
                <a:lnTo>
                  <a:pt x="159811" y="22830"/>
                </a:lnTo>
                <a:lnTo>
                  <a:pt x="149433" y="0"/>
                </a:lnTo>
                <a:lnTo>
                  <a:pt x="139056" y="22830"/>
                </a:lnTo>
                <a:lnTo>
                  <a:pt x="116226" y="33207"/>
                </a:lnTo>
                <a:lnTo>
                  <a:pt x="139056" y="43585"/>
                </a:lnTo>
                <a:lnTo>
                  <a:pt x="149433" y="66415"/>
                </a:lnTo>
                <a:close/>
                <a:moveTo>
                  <a:pt x="87169" y="70566"/>
                </a:moveTo>
                <a:lnTo>
                  <a:pt x="66415" y="24906"/>
                </a:lnTo>
                <a:lnTo>
                  <a:pt x="45660" y="70566"/>
                </a:lnTo>
                <a:lnTo>
                  <a:pt x="0" y="91320"/>
                </a:lnTo>
                <a:lnTo>
                  <a:pt x="45660" y="112075"/>
                </a:lnTo>
                <a:lnTo>
                  <a:pt x="66415" y="157735"/>
                </a:lnTo>
                <a:lnTo>
                  <a:pt x="87169" y="112075"/>
                </a:lnTo>
                <a:lnTo>
                  <a:pt x="132830" y="91320"/>
                </a:lnTo>
                <a:lnTo>
                  <a:pt x="87169" y="70566"/>
                </a:lnTo>
                <a:close/>
                <a:moveTo>
                  <a:pt x="149433" y="116226"/>
                </a:moveTo>
                <a:lnTo>
                  <a:pt x="139056" y="139056"/>
                </a:lnTo>
                <a:lnTo>
                  <a:pt x="116226" y="149433"/>
                </a:lnTo>
                <a:lnTo>
                  <a:pt x="139056" y="159811"/>
                </a:lnTo>
                <a:lnTo>
                  <a:pt x="149433" y="182641"/>
                </a:lnTo>
                <a:lnTo>
                  <a:pt x="159811" y="159811"/>
                </a:lnTo>
                <a:lnTo>
                  <a:pt x="182641" y="149433"/>
                </a:lnTo>
                <a:lnTo>
                  <a:pt x="159811" y="139056"/>
                </a:lnTo>
                <a:lnTo>
                  <a:pt x="149433" y="116226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109" name="!!text-5ts" descr="OpenAI"/>
          <p:cNvSpPr txBox="1"/>
          <p:nvPr/>
        </p:nvSpPr>
        <p:spPr>
          <a:xfrm>
            <a:off x="9525445" y="2406478"/>
            <a:ext cx="657302" cy="24360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25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OpenAI</a:t>
            </a:r>
            <a:endParaRPr lang="zh-TW" sz="1325"/>
          </a:p>
        </p:txBody>
      </p:sp>
      <p:sp>
        <p:nvSpPr>
          <p:cNvPr id="110" name="!!text-5tz" descr="AI 功能"/>
          <p:cNvSpPr txBox="1"/>
          <p:nvPr/>
        </p:nvSpPr>
        <p:spPr>
          <a:xfrm>
            <a:off x="9525445" y="2656504"/>
            <a:ext cx="487564" cy="2061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21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AI 功能</a:t>
            </a:r>
            <a:endParaRPr lang="zh-TW" sz="1121"/>
          </a:p>
        </p:txBody>
      </p:sp>
      <p:sp>
        <p:nvSpPr>
          <p:cNvPr id="111" name="!!rect-5u8"/>
          <p:cNvSpPr/>
          <p:nvPr/>
        </p:nvSpPr>
        <p:spPr>
          <a:xfrm>
            <a:off x="8813673" y="3209874"/>
            <a:ext cx="2588260" cy="828243"/>
          </a:xfrm>
          <a:prstGeom prst="roundRect">
            <a:avLst>
              <a:gd name="adj" fmla="val 22917"/>
            </a:avLst>
          </a:prstGeom>
          <a:solidFill>
            <a:srgbClr val="0B1A26">
              <a:alpha val="12000"/>
            </a:srgbClr>
          </a:solidFill>
          <a:ln>
            <a:noFill/>
          </a:ln>
          <a:effectLst>
            <a:softEdge rad="227767"/>
          </a:effectLst>
        </p:spPr>
      </p:sp>
      <p:sp>
        <p:nvSpPr>
          <p:cNvPr id="112" name="!!rect-5u9"/>
          <p:cNvSpPr/>
          <p:nvPr/>
        </p:nvSpPr>
        <p:spPr>
          <a:xfrm>
            <a:off x="8878380" y="3222815"/>
            <a:ext cx="2458847" cy="647065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6471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113" name="!!circle-5ua"/>
          <p:cNvSpPr/>
          <p:nvPr/>
        </p:nvSpPr>
        <p:spPr>
          <a:xfrm>
            <a:off x="9046617" y="3365170"/>
            <a:ext cx="362356" cy="362356"/>
          </a:xfrm>
          <a:prstGeom prst="ellipse">
            <a:avLst/>
          </a:prstGeom>
          <a:solidFill>
            <a:srgbClr val="627D8D">
              <a:alpha val="12000"/>
            </a:srgbClr>
          </a:solidFill>
          <a:ln>
            <a:noFill/>
          </a:ln>
        </p:spPr>
      </p:sp>
      <p:sp>
        <p:nvSpPr>
          <p:cNvPr id="114" name="!!path-5ub"/>
          <p:cNvSpPr/>
          <p:nvPr/>
        </p:nvSpPr>
        <p:spPr>
          <a:xfrm>
            <a:off x="9161354" y="3467454"/>
            <a:ext cx="132830" cy="161886"/>
          </a:xfrm>
          <a:custGeom>
            <a:avLst/>
            <a:gdLst/>
            <a:ahLst/>
            <a:cxnLst/>
            <a:rect l="l" t="t" r="r" b="b"/>
            <a:pathLst>
              <a:path w="132830" h="161886">
                <a:moveTo>
                  <a:pt x="66415" y="161886"/>
                </a:moveTo>
                <a:cubicBezTo>
                  <a:pt x="75547" y="161886"/>
                  <a:pt x="83018" y="154414"/>
                  <a:pt x="83018" y="145282"/>
                </a:cubicBezTo>
                <a:lnTo>
                  <a:pt x="49811" y="145282"/>
                </a:lnTo>
                <a:cubicBezTo>
                  <a:pt x="49811" y="154414"/>
                  <a:pt x="57200" y="161886"/>
                  <a:pt x="66415" y="161886"/>
                </a:cubicBezTo>
                <a:close/>
                <a:moveTo>
                  <a:pt x="116226" y="112075"/>
                </a:moveTo>
                <a:lnTo>
                  <a:pt x="116226" y="70566"/>
                </a:lnTo>
                <a:cubicBezTo>
                  <a:pt x="116226" y="45079"/>
                  <a:pt x="102611" y="23743"/>
                  <a:pt x="78868" y="18098"/>
                </a:cubicBezTo>
                <a:lnTo>
                  <a:pt x="78868" y="12453"/>
                </a:lnTo>
                <a:cubicBezTo>
                  <a:pt x="78868" y="5562"/>
                  <a:pt x="73305" y="0"/>
                  <a:pt x="66415" y="0"/>
                </a:cubicBezTo>
                <a:cubicBezTo>
                  <a:pt x="59524" y="0"/>
                  <a:pt x="53962" y="5562"/>
                  <a:pt x="53962" y="12453"/>
                </a:cubicBezTo>
                <a:lnTo>
                  <a:pt x="53962" y="18098"/>
                </a:lnTo>
                <a:cubicBezTo>
                  <a:pt x="30136" y="23743"/>
                  <a:pt x="16604" y="44996"/>
                  <a:pt x="16604" y="70566"/>
                </a:cubicBezTo>
                <a:lnTo>
                  <a:pt x="16604" y="112075"/>
                </a:lnTo>
                <a:lnTo>
                  <a:pt x="0" y="128679"/>
                </a:lnTo>
                <a:lnTo>
                  <a:pt x="0" y="136980"/>
                </a:lnTo>
                <a:lnTo>
                  <a:pt x="132830" y="136980"/>
                </a:lnTo>
                <a:lnTo>
                  <a:pt x="132830" y="128679"/>
                </a:lnTo>
                <a:lnTo>
                  <a:pt x="116226" y="112075"/>
                </a:lnTo>
                <a:close/>
                <a:moveTo>
                  <a:pt x="99622" y="120377"/>
                </a:moveTo>
                <a:lnTo>
                  <a:pt x="33207" y="120377"/>
                </a:lnTo>
                <a:lnTo>
                  <a:pt x="33207" y="70566"/>
                </a:lnTo>
                <a:cubicBezTo>
                  <a:pt x="33207" y="49977"/>
                  <a:pt x="45743" y="33207"/>
                  <a:pt x="66415" y="33207"/>
                </a:cubicBezTo>
                <a:cubicBezTo>
                  <a:pt x="87086" y="33207"/>
                  <a:pt x="99622" y="49977"/>
                  <a:pt x="99622" y="70566"/>
                </a:cubicBezTo>
                <a:lnTo>
                  <a:pt x="99622" y="120377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115" name="!!text-5uc" descr="Firebase"/>
          <p:cNvSpPr txBox="1"/>
          <p:nvPr/>
        </p:nvSpPr>
        <p:spPr>
          <a:xfrm>
            <a:off x="9525445" y="3312369"/>
            <a:ext cx="753870" cy="24360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25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Fi</a:t>
            </a:r>
            <a:r>
              <a:rPr lang="zh-TW" altLang="en-US" sz="1325" b="1" kern="0" spc="-23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r</a:t>
            </a:r>
            <a:r>
              <a:rPr lang="zh-TW" altLang="en-US" sz="1325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e</a:t>
            </a:r>
            <a:r>
              <a:rPr lang="zh-TW" altLang="en-US" sz="1325" b="1" kern="0" spc="-26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b</a:t>
            </a:r>
            <a:r>
              <a:rPr lang="zh-TW" altLang="en-US" sz="1325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ase</a:t>
            </a:r>
            <a:endParaRPr lang="zh-TW" sz="1325"/>
          </a:p>
        </p:txBody>
      </p:sp>
      <p:sp>
        <p:nvSpPr>
          <p:cNvPr id="116" name="!!text-5ul" descr="推播與登入驗證"/>
          <p:cNvSpPr txBox="1"/>
          <p:nvPr/>
        </p:nvSpPr>
        <p:spPr>
          <a:xfrm>
            <a:off x="9525445" y="3562395"/>
            <a:ext cx="1039187" cy="2061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21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推播與登入驗證</a:t>
            </a:r>
            <a:endParaRPr lang="zh-TW" sz="1121"/>
          </a:p>
        </p:txBody>
      </p:sp>
      <p:sp>
        <p:nvSpPr>
          <p:cNvPr id="117" name="!!rect-5ux"/>
          <p:cNvSpPr/>
          <p:nvPr/>
        </p:nvSpPr>
        <p:spPr>
          <a:xfrm>
            <a:off x="8813673" y="4115765"/>
            <a:ext cx="2588260" cy="828243"/>
          </a:xfrm>
          <a:prstGeom prst="roundRect">
            <a:avLst>
              <a:gd name="adj" fmla="val 22917"/>
            </a:avLst>
          </a:prstGeom>
          <a:solidFill>
            <a:srgbClr val="0B1A26">
              <a:alpha val="12000"/>
            </a:srgbClr>
          </a:solidFill>
          <a:ln>
            <a:noFill/>
          </a:ln>
          <a:effectLst>
            <a:softEdge rad="227767"/>
          </a:effectLst>
        </p:spPr>
      </p:sp>
      <p:sp>
        <p:nvSpPr>
          <p:cNvPr id="118" name="!!rect-5uy"/>
          <p:cNvSpPr/>
          <p:nvPr/>
        </p:nvSpPr>
        <p:spPr>
          <a:xfrm>
            <a:off x="8878380" y="4128707"/>
            <a:ext cx="2458847" cy="647065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6471" cap="flat">
            <a:solidFill>
              <a:srgbClr val="E3E7EA"/>
            </a:solidFill>
            <a:prstDash val="solid"/>
            <a:miter lim="800000"/>
          </a:ln>
        </p:spPr>
      </p:sp>
      <p:sp>
        <p:nvSpPr>
          <p:cNvPr id="119" name="!!circle-5uz"/>
          <p:cNvSpPr/>
          <p:nvPr/>
        </p:nvSpPr>
        <p:spPr>
          <a:xfrm>
            <a:off x="9046617" y="4271061"/>
            <a:ext cx="362356" cy="362356"/>
          </a:xfrm>
          <a:prstGeom prst="ellipse">
            <a:avLst/>
          </a:prstGeom>
          <a:solidFill>
            <a:srgbClr val="627D8D">
              <a:alpha val="12000"/>
            </a:srgbClr>
          </a:solidFill>
          <a:ln>
            <a:noFill/>
          </a:ln>
        </p:spPr>
      </p:sp>
      <p:sp>
        <p:nvSpPr>
          <p:cNvPr id="120" name="!!path-5v0"/>
          <p:cNvSpPr/>
          <p:nvPr/>
        </p:nvSpPr>
        <p:spPr>
          <a:xfrm>
            <a:off x="9136448" y="4389949"/>
            <a:ext cx="182641" cy="141131"/>
          </a:xfrm>
          <a:custGeom>
            <a:avLst/>
            <a:gdLst/>
            <a:ahLst/>
            <a:cxnLst/>
            <a:rect l="l" t="t" r="r" b="b"/>
            <a:pathLst>
              <a:path w="182641" h="141131">
                <a:moveTo>
                  <a:pt x="166037" y="4151"/>
                </a:moveTo>
                <a:cubicBezTo>
                  <a:pt x="156822" y="1245"/>
                  <a:pt x="146694" y="0"/>
                  <a:pt x="136980" y="0"/>
                </a:cubicBezTo>
                <a:cubicBezTo>
                  <a:pt x="120792" y="0"/>
                  <a:pt x="103358" y="3321"/>
                  <a:pt x="91320" y="12453"/>
                </a:cubicBezTo>
                <a:cubicBezTo>
                  <a:pt x="79283" y="3321"/>
                  <a:pt x="61849" y="0"/>
                  <a:pt x="45660" y="0"/>
                </a:cubicBezTo>
                <a:cubicBezTo>
                  <a:pt x="29472" y="0"/>
                  <a:pt x="12038" y="3321"/>
                  <a:pt x="0" y="12453"/>
                </a:cubicBezTo>
                <a:lnTo>
                  <a:pt x="0" y="134075"/>
                </a:lnTo>
                <a:cubicBezTo>
                  <a:pt x="0" y="136150"/>
                  <a:pt x="2075" y="138226"/>
                  <a:pt x="4151" y="138226"/>
                </a:cubicBezTo>
                <a:cubicBezTo>
                  <a:pt x="4981" y="138226"/>
                  <a:pt x="5396" y="137811"/>
                  <a:pt x="6226" y="137811"/>
                </a:cubicBezTo>
                <a:cubicBezTo>
                  <a:pt x="17434" y="132414"/>
                  <a:pt x="33622" y="128679"/>
                  <a:pt x="45660" y="128679"/>
                </a:cubicBezTo>
                <a:cubicBezTo>
                  <a:pt x="61849" y="128679"/>
                  <a:pt x="79283" y="131999"/>
                  <a:pt x="91320" y="141131"/>
                </a:cubicBezTo>
                <a:cubicBezTo>
                  <a:pt x="102528" y="134075"/>
                  <a:pt x="122867" y="128679"/>
                  <a:pt x="136980" y="128679"/>
                </a:cubicBezTo>
                <a:cubicBezTo>
                  <a:pt x="150678" y="128679"/>
                  <a:pt x="164792" y="131169"/>
                  <a:pt x="176414" y="137396"/>
                </a:cubicBezTo>
                <a:cubicBezTo>
                  <a:pt x="177244" y="137811"/>
                  <a:pt x="177659" y="137811"/>
                  <a:pt x="178490" y="137811"/>
                </a:cubicBezTo>
                <a:cubicBezTo>
                  <a:pt x="180565" y="137811"/>
                  <a:pt x="182641" y="135735"/>
                  <a:pt x="182641" y="133660"/>
                </a:cubicBezTo>
                <a:lnTo>
                  <a:pt x="182641" y="12453"/>
                </a:lnTo>
                <a:cubicBezTo>
                  <a:pt x="177659" y="8717"/>
                  <a:pt x="172263" y="6226"/>
                  <a:pt x="166037" y="4151"/>
                </a:cubicBezTo>
                <a:close/>
                <a:moveTo>
                  <a:pt x="166037" y="116226"/>
                </a:moveTo>
                <a:cubicBezTo>
                  <a:pt x="156905" y="113320"/>
                  <a:pt x="146943" y="112075"/>
                  <a:pt x="136980" y="112075"/>
                </a:cubicBezTo>
                <a:cubicBezTo>
                  <a:pt x="122867" y="112075"/>
                  <a:pt x="102528" y="117471"/>
                  <a:pt x="91320" y="124528"/>
                </a:cubicBezTo>
                <a:lnTo>
                  <a:pt x="91320" y="29056"/>
                </a:lnTo>
                <a:cubicBezTo>
                  <a:pt x="102528" y="22000"/>
                  <a:pt x="122867" y="16604"/>
                  <a:pt x="136980" y="16604"/>
                </a:cubicBezTo>
                <a:cubicBezTo>
                  <a:pt x="146943" y="16604"/>
                  <a:pt x="156905" y="17849"/>
                  <a:pt x="166037" y="20755"/>
                </a:cubicBezTo>
                <a:lnTo>
                  <a:pt x="166037" y="116226"/>
                </a:lnTo>
                <a:close/>
              </a:path>
            </a:pathLst>
          </a:custGeom>
          <a:solidFill>
            <a:srgbClr val="627D8D"/>
          </a:solidFill>
          <a:ln>
            <a:noFill/>
          </a:ln>
        </p:spPr>
      </p:sp>
      <p:sp>
        <p:nvSpPr>
          <p:cNvPr id="121" name="!!text-5v1" descr="Google Books"/>
          <p:cNvSpPr txBox="1"/>
          <p:nvPr/>
        </p:nvSpPr>
        <p:spPr>
          <a:xfrm>
            <a:off x="9525445" y="4218260"/>
            <a:ext cx="1181191" cy="24360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25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Google Books</a:t>
            </a:r>
            <a:endParaRPr lang="zh-TW" sz="1325"/>
          </a:p>
        </p:txBody>
      </p:sp>
      <p:sp>
        <p:nvSpPr>
          <p:cNvPr id="122" name="!!text-5vd" descr="書目資料"/>
          <p:cNvSpPr txBox="1"/>
          <p:nvPr/>
        </p:nvSpPr>
        <p:spPr>
          <a:xfrm>
            <a:off x="9525445" y="4468286"/>
            <a:ext cx="612124" cy="2061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21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書目資料</a:t>
            </a:r>
            <a:endParaRPr lang="zh-TW" sz="1121"/>
          </a:p>
        </p:txBody>
      </p:sp>
      <p:sp>
        <p:nvSpPr>
          <p:cNvPr id="123" name="!!path-9ic"/>
          <p:cNvSpPr/>
          <p:nvPr/>
        </p:nvSpPr>
        <p:spPr>
          <a:xfrm>
            <a:off x="381000" y="306527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24" name="!!path-9id"/>
          <p:cNvSpPr/>
          <p:nvPr/>
        </p:nvSpPr>
        <p:spPr>
          <a:xfrm>
            <a:off x="381000" y="308153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25" name="!!path-9ie"/>
          <p:cNvSpPr/>
          <p:nvPr/>
        </p:nvSpPr>
        <p:spPr>
          <a:xfrm>
            <a:off x="381000" y="309778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26" name="!!path-9if"/>
          <p:cNvSpPr/>
          <p:nvPr/>
        </p:nvSpPr>
        <p:spPr>
          <a:xfrm>
            <a:off x="381000" y="311404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27" name="!!path-9ig"/>
          <p:cNvSpPr/>
          <p:nvPr/>
        </p:nvSpPr>
        <p:spPr>
          <a:xfrm>
            <a:off x="381000" y="313030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28" name="!!path-9ih"/>
          <p:cNvSpPr/>
          <p:nvPr/>
        </p:nvSpPr>
        <p:spPr>
          <a:xfrm>
            <a:off x="381000" y="314655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29" name="!!path-9ii"/>
          <p:cNvSpPr/>
          <p:nvPr/>
        </p:nvSpPr>
        <p:spPr>
          <a:xfrm>
            <a:off x="381000" y="316281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30" name="!!path-9ij"/>
          <p:cNvSpPr/>
          <p:nvPr/>
        </p:nvSpPr>
        <p:spPr>
          <a:xfrm>
            <a:off x="381000" y="317906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131" name="!!path-9ik"/>
          <p:cNvSpPr/>
          <p:nvPr/>
        </p:nvSpPr>
        <p:spPr>
          <a:xfrm>
            <a:off x="419608" y="269342"/>
            <a:ext cx="128422" cy="122936"/>
          </a:xfrm>
          <a:custGeom>
            <a:avLst/>
            <a:gdLst/>
            <a:ahLst/>
            <a:cxnLst/>
            <a:rect l="l" t="t" r="r" b="b"/>
            <a:pathLst>
              <a:path w="128422" h="122936">
                <a:moveTo>
                  <a:pt x="0" y="17678"/>
                </a:moveTo>
                <a:lnTo>
                  <a:pt x="8128" y="5080"/>
                </a:lnTo>
                <a:cubicBezTo>
                  <a:pt x="32512" y="0"/>
                  <a:pt x="73152" y="7112"/>
                  <a:pt x="101600" y="26416"/>
                </a:cubicBezTo>
                <a:cubicBezTo>
                  <a:pt x="116840" y="37186"/>
                  <a:pt x="124968" y="49784"/>
                  <a:pt x="128422" y="62992"/>
                </a:cubicBezTo>
                <a:lnTo>
                  <a:pt x="128422" y="122936"/>
                </a:lnTo>
                <a:lnTo>
                  <a:pt x="0" y="1229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32" name="!!path-9il"/>
          <p:cNvSpPr/>
          <p:nvPr/>
        </p:nvSpPr>
        <p:spPr>
          <a:xfrm>
            <a:off x="419608" y="269342"/>
            <a:ext cx="128422" cy="62992"/>
          </a:xfrm>
          <a:custGeom>
            <a:avLst/>
            <a:gdLst/>
            <a:ahLst/>
            <a:cxnLst/>
            <a:rect l="l" t="t" r="r" b="b"/>
            <a:pathLst>
              <a:path w="128422" h="62992" fill="none">
                <a:moveTo>
                  <a:pt x="128422" y="62992"/>
                </a:moveTo>
                <a:cubicBezTo>
                  <a:pt x="124968" y="49784"/>
                  <a:pt x="116840" y="37186"/>
                  <a:pt x="101600" y="26416"/>
                </a:cubicBezTo>
                <a:cubicBezTo>
                  <a:pt x="73152" y="7112"/>
                  <a:pt x="32512" y="0"/>
                  <a:pt x="8128" y="5080"/>
                </a:cubicBezTo>
                <a:lnTo>
                  <a:pt x="0" y="1767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33" name="!!path-9im"/>
          <p:cNvSpPr/>
          <p:nvPr/>
        </p:nvSpPr>
        <p:spPr>
          <a:xfrm>
            <a:off x="407010" y="281534"/>
            <a:ext cx="141021" cy="110744"/>
          </a:xfrm>
          <a:custGeom>
            <a:avLst/>
            <a:gdLst/>
            <a:ahLst/>
            <a:cxnLst/>
            <a:rect l="l" t="t" r="r" b="b"/>
            <a:pathLst>
              <a:path w="141021" h="110744">
                <a:moveTo>
                  <a:pt x="0" y="22352"/>
                </a:moveTo>
                <a:lnTo>
                  <a:pt x="6502" y="6502"/>
                </a:lnTo>
                <a:cubicBezTo>
                  <a:pt x="36982" y="0"/>
                  <a:pt x="79654" y="7112"/>
                  <a:pt x="110134" y="25400"/>
                </a:cubicBezTo>
                <a:cubicBezTo>
                  <a:pt x="126390" y="35154"/>
                  <a:pt x="136550" y="49784"/>
                  <a:pt x="141021" y="62992"/>
                </a:cubicBezTo>
                <a:lnTo>
                  <a:pt x="141021" y="110744"/>
                </a:lnTo>
                <a:lnTo>
                  <a:pt x="0" y="110744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34" name="!!path-9in"/>
          <p:cNvSpPr/>
          <p:nvPr/>
        </p:nvSpPr>
        <p:spPr>
          <a:xfrm>
            <a:off x="407010" y="281534"/>
            <a:ext cx="141021" cy="62992"/>
          </a:xfrm>
          <a:custGeom>
            <a:avLst/>
            <a:gdLst/>
            <a:ahLst/>
            <a:cxnLst/>
            <a:rect l="l" t="t" r="r" b="b"/>
            <a:pathLst>
              <a:path w="141021" h="62992" fill="none">
                <a:moveTo>
                  <a:pt x="141021" y="62992"/>
                </a:moveTo>
                <a:cubicBezTo>
                  <a:pt x="136550" y="49784"/>
                  <a:pt x="126390" y="35154"/>
                  <a:pt x="110134" y="25400"/>
                </a:cubicBezTo>
                <a:cubicBezTo>
                  <a:pt x="79654" y="7112"/>
                  <a:pt x="36982" y="0"/>
                  <a:pt x="6502" y="6502"/>
                </a:cubicBezTo>
                <a:lnTo>
                  <a:pt x="0" y="22352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35" name="!!path-9io"/>
          <p:cNvSpPr/>
          <p:nvPr/>
        </p:nvSpPr>
        <p:spPr>
          <a:xfrm>
            <a:off x="395834" y="294742"/>
            <a:ext cx="151790" cy="97536"/>
          </a:xfrm>
          <a:custGeom>
            <a:avLst/>
            <a:gdLst/>
            <a:ahLst/>
            <a:cxnLst/>
            <a:rect l="l" t="t" r="r" b="b"/>
            <a:pathLst>
              <a:path w="151790" h="97536">
                <a:moveTo>
                  <a:pt x="0" y="23165"/>
                </a:moveTo>
                <a:lnTo>
                  <a:pt x="3861" y="12598"/>
                </a:lnTo>
                <a:cubicBezTo>
                  <a:pt x="37998" y="0"/>
                  <a:pt x="84734" y="5080"/>
                  <a:pt x="117246" y="21946"/>
                </a:cubicBezTo>
                <a:cubicBezTo>
                  <a:pt x="135534" y="31496"/>
                  <a:pt x="146710" y="43688"/>
                  <a:pt x="151790" y="55270"/>
                </a:cubicBezTo>
                <a:lnTo>
                  <a:pt x="151790" y="97536"/>
                </a:lnTo>
                <a:lnTo>
                  <a:pt x="0" y="975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36" name="!!path-9ip"/>
          <p:cNvSpPr/>
          <p:nvPr/>
        </p:nvSpPr>
        <p:spPr>
          <a:xfrm>
            <a:off x="395834" y="294742"/>
            <a:ext cx="151790" cy="55270"/>
          </a:xfrm>
          <a:custGeom>
            <a:avLst/>
            <a:gdLst/>
            <a:ahLst/>
            <a:cxnLst/>
            <a:rect l="l" t="t" r="r" b="b"/>
            <a:pathLst>
              <a:path w="151790" h="55270" fill="none">
                <a:moveTo>
                  <a:pt x="151790" y="55270"/>
                </a:moveTo>
                <a:cubicBezTo>
                  <a:pt x="146710" y="43688"/>
                  <a:pt x="135534" y="31496"/>
                  <a:pt x="117246" y="21946"/>
                </a:cubicBezTo>
                <a:cubicBezTo>
                  <a:pt x="84734" y="5080"/>
                  <a:pt x="37998" y="0"/>
                  <a:pt x="3861" y="12598"/>
                </a:cubicBezTo>
                <a:lnTo>
                  <a:pt x="0" y="23165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37" name="!!path-9iq"/>
          <p:cNvSpPr/>
          <p:nvPr/>
        </p:nvSpPr>
        <p:spPr>
          <a:xfrm>
            <a:off x="548234" y="264262"/>
            <a:ext cx="120294" cy="128016"/>
          </a:xfrm>
          <a:custGeom>
            <a:avLst/>
            <a:gdLst/>
            <a:ahLst/>
            <a:cxnLst/>
            <a:rect l="l" t="t" r="r" b="b"/>
            <a:pathLst>
              <a:path w="120294" h="128016">
                <a:moveTo>
                  <a:pt x="120294" y="18288"/>
                </a:moveTo>
                <a:lnTo>
                  <a:pt x="113589" y="4470"/>
                </a:lnTo>
                <a:cubicBezTo>
                  <a:pt x="86766" y="0"/>
                  <a:pt x="44094" y="10160"/>
                  <a:pt x="17678" y="30480"/>
                </a:cubicBezTo>
                <a:cubicBezTo>
                  <a:pt x="6502" y="39624"/>
                  <a:pt x="1422" y="52832"/>
                  <a:pt x="0" y="67056"/>
                </a:cubicBezTo>
                <a:lnTo>
                  <a:pt x="0" y="128016"/>
                </a:lnTo>
                <a:lnTo>
                  <a:pt x="120294" y="12801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38" name="!!path-9ir"/>
          <p:cNvSpPr/>
          <p:nvPr/>
        </p:nvSpPr>
        <p:spPr>
          <a:xfrm>
            <a:off x="548234" y="264262"/>
            <a:ext cx="120294" cy="67056"/>
          </a:xfrm>
          <a:custGeom>
            <a:avLst/>
            <a:gdLst/>
            <a:ahLst/>
            <a:cxnLst/>
            <a:rect l="l" t="t" r="r" b="b"/>
            <a:pathLst>
              <a:path w="120294" h="67056" fill="none">
                <a:moveTo>
                  <a:pt x="0" y="67056"/>
                </a:moveTo>
                <a:cubicBezTo>
                  <a:pt x="1422" y="52832"/>
                  <a:pt x="6502" y="39624"/>
                  <a:pt x="17678" y="30480"/>
                </a:cubicBezTo>
                <a:cubicBezTo>
                  <a:pt x="44094" y="10160"/>
                  <a:pt x="86766" y="0"/>
                  <a:pt x="113589" y="4470"/>
                </a:cubicBezTo>
                <a:lnTo>
                  <a:pt x="120294" y="1828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39" name="!!path-9is"/>
          <p:cNvSpPr/>
          <p:nvPr/>
        </p:nvSpPr>
        <p:spPr>
          <a:xfrm>
            <a:off x="548437" y="279502"/>
            <a:ext cx="133299" cy="112776"/>
          </a:xfrm>
          <a:custGeom>
            <a:avLst/>
            <a:gdLst/>
            <a:ahLst/>
            <a:cxnLst/>
            <a:rect l="l" t="t" r="r" b="b"/>
            <a:pathLst>
              <a:path w="133299" h="112776">
                <a:moveTo>
                  <a:pt x="133299" y="19710"/>
                </a:moveTo>
                <a:lnTo>
                  <a:pt x="127203" y="3048"/>
                </a:lnTo>
                <a:cubicBezTo>
                  <a:pt x="94691" y="0"/>
                  <a:pt x="54051" y="11176"/>
                  <a:pt x="27635" y="30683"/>
                </a:cubicBezTo>
                <a:cubicBezTo>
                  <a:pt x="13411" y="41250"/>
                  <a:pt x="4267" y="53848"/>
                  <a:pt x="0" y="65024"/>
                </a:cubicBezTo>
                <a:lnTo>
                  <a:pt x="0" y="112776"/>
                </a:lnTo>
                <a:lnTo>
                  <a:pt x="133299" y="11277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40" name="!!path-9it"/>
          <p:cNvSpPr/>
          <p:nvPr/>
        </p:nvSpPr>
        <p:spPr>
          <a:xfrm>
            <a:off x="548437" y="279502"/>
            <a:ext cx="133299" cy="65024"/>
          </a:xfrm>
          <a:custGeom>
            <a:avLst/>
            <a:gdLst/>
            <a:ahLst/>
            <a:cxnLst/>
            <a:rect l="l" t="t" r="r" b="b"/>
            <a:pathLst>
              <a:path w="133299" h="65024" fill="none">
                <a:moveTo>
                  <a:pt x="0" y="65024"/>
                </a:moveTo>
                <a:cubicBezTo>
                  <a:pt x="4267" y="53848"/>
                  <a:pt x="13411" y="41250"/>
                  <a:pt x="27635" y="30683"/>
                </a:cubicBezTo>
                <a:cubicBezTo>
                  <a:pt x="54051" y="11176"/>
                  <a:pt x="94691" y="0"/>
                  <a:pt x="127203" y="3048"/>
                </a:cubicBezTo>
                <a:lnTo>
                  <a:pt x="133299" y="19710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41" name="!!path-9iu"/>
          <p:cNvSpPr/>
          <p:nvPr/>
        </p:nvSpPr>
        <p:spPr>
          <a:xfrm>
            <a:off x="548843" y="293726"/>
            <a:ext cx="142646" cy="98552"/>
          </a:xfrm>
          <a:custGeom>
            <a:avLst/>
            <a:gdLst/>
            <a:ahLst/>
            <a:cxnLst/>
            <a:rect l="l" t="t" r="r" b="b"/>
            <a:pathLst>
              <a:path w="142646" h="98552">
                <a:moveTo>
                  <a:pt x="142646" y="18898"/>
                </a:moveTo>
                <a:lnTo>
                  <a:pt x="139802" y="8738"/>
                </a:lnTo>
                <a:cubicBezTo>
                  <a:pt x="106477" y="0"/>
                  <a:pt x="63805" y="5080"/>
                  <a:pt x="35357" y="19304"/>
                </a:cubicBezTo>
                <a:cubicBezTo>
                  <a:pt x="17069" y="28448"/>
                  <a:pt x="5893" y="42672"/>
                  <a:pt x="0" y="56286"/>
                </a:cubicBezTo>
                <a:lnTo>
                  <a:pt x="0" y="98552"/>
                </a:lnTo>
                <a:lnTo>
                  <a:pt x="142646" y="98552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142" name="!!path-9iv"/>
          <p:cNvSpPr/>
          <p:nvPr/>
        </p:nvSpPr>
        <p:spPr>
          <a:xfrm>
            <a:off x="548843" y="293726"/>
            <a:ext cx="142646" cy="56286"/>
          </a:xfrm>
          <a:custGeom>
            <a:avLst/>
            <a:gdLst/>
            <a:ahLst/>
            <a:cxnLst/>
            <a:rect l="l" t="t" r="r" b="b"/>
            <a:pathLst>
              <a:path w="142646" h="56286" fill="none">
                <a:moveTo>
                  <a:pt x="0" y="56286"/>
                </a:moveTo>
                <a:cubicBezTo>
                  <a:pt x="5893" y="42672"/>
                  <a:pt x="17069" y="28448"/>
                  <a:pt x="35357" y="19304"/>
                </a:cubicBezTo>
                <a:cubicBezTo>
                  <a:pt x="63805" y="5080"/>
                  <a:pt x="106477" y="0"/>
                  <a:pt x="139802" y="8738"/>
                </a:cubicBezTo>
                <a:lnTo>
                  <a:pt x="142646" y="1889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143" name="!!path-9iw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627D8D"/>
              </a:gs>
              <a:gs pos="21794">
                <a:srgbClr val="627D8D"/>
              </a:gs>
              <a:gs pos="55376">
                <a:srgbClr val="627D8D"/>
              </a:gs>
              <a:gs pos="96421">
                <a:srgbClr val="98ABB7"/>
              </a:gs>
              <a:gs pos="100000">
                <a:srgbClr val="98ABB7"/>
              </a:gs>
            </a:gsLst>
            <a:lin ang="1983350" scaled="0"/>
          </a:gradFill>
          <a:ln>
            <a:noFill/>
          </a:ln>
        </p:spPr>
      </p:sp>
      <p:sp>
        <p:nvSpPr>
          <p:cNvPr id="144" name="!!path-9ix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0000"/>
                </a:srgbClr>
              </a:gs>
              <a:gs pos="4764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83333" t="79291" r="16667" b="20709"/>
            </a:path>
          </a:gradFill>
          <a:ln>
            <a:noFill/>
          </a:ln>
        </p:spPr>
      </p:sp>
      <p:sp>
        <p:nvSpPr>
          <p:cNvPr id="145" name="!!line-9iy"/>
          <p:cNvSpPr/>
          <p:nvPr/>
        </p:nvSpPr>
        <p:spPr>
          <a:xfrm>
            <a:off x="549046" y="363017"/>
            <a:ext cx="1" cy="153619"/>
          </a:xfrm>
          <a:custGeom>
            <a:avLst/>
            <a:gdLst/>
            <a:ahLst/>
            <a:cxnLst/>
            <a:rect l="l" t="t" r="r" b="b"/>
            <a:pathLst>
              <a:path w="1" h="153619">
                <a:moveTo>
                  <a:pt x="0" y="0"/>
                </a:moveTo>
                <a:lnTo>
                  <a:pt x="0" y="153619"/>
                </a:lnTo>
              </a:path>
            </a:pathLst>
          </a:custGeom>
          <a:solidFill>
            <a:srgbClr val="000000"/>
          </a:solidFill>
          <a:ln w="6909" cap="rnd">
            <a:solidFill>
              <a:srgbClr val="C9D3D9"/>
            </a:solidFill>
            <a:prstDash val="solid"/>
            <a:miter lim="800000"/>
          </a:ln>
        </p:spPr>
      </p:sp>
      <p:sp>
        <p:nvSpPr>
          <p:cNvPr id="146" name="!!path-9iz"/>
          <p:cNvSpPr/>
          <p:nvPr/>
        </p:nvSpPr>
        <p:spPr>
          <a:xfrm>
            <a:off x="657962" y="442062"/>
            <a:ext cx="25400" cy="37998"/>
          </a:xfrm>
          <a:custGeom>
            <a:avLst/>
            <a:gdLst/>
            <a:ahLst/>
            <a:cxnLst/>
            <a:rect l="l" t="t" r="r" b="b"/>
            <a:pathLst>
              <a:path w="25400" h="37998">
                <a:moveTo>
                  <a:pt x="0" y="2642"/>
                </a:moveTo>
                <a:lnTo>
                  <a:pt x="15240" y="0"/>
                </a:lnTo>
                <a:lnTo>
                  <a:pt x="25400" y="37186"/>
                </a:lnTo>
                <a:lnTo>
                  <a:pt x="7518" y="37998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 w="1016" cap="flat">
            <a:solidFill>
              <a:srgbClr val="FFFFFF">
                <a:alpha val="55000"/>
              </a:srgbClr>
            </a:solidFill>
            <a:prstDash val="solid"/>
            <a:round/>
          </a:ln>
        </p:spPr>
      </p:sp>
      <p:sp>
        <p:nvSpPr>
          <p:cNvPr id="147" name="!!text-9j0" descr="救「舊」我的書"/>
          <p:cNvSpPr txBox="1"/>
          <p:nvPr/>
        </p:nvSpPr>
        <p:spPr>
          <a:xfrm>
            <a:off x="805879" y="251460"/>
            <a:ext cx="1120140" cy="25745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400" b="1" kern="0" spc="-70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救</a:t>
            </a:r>
            <a:r>
              <a:rPr lang="zh-TW" altLang="en-US" sz="14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「舊</a:t>
            </a:r>
            <a:r>
              <a:rPr lang="zh-TW" altLang="en-US" sz="1400" b="1" kern="0" spc="-70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」</a:t>
            </a:r>
            <a:r>
              <a:rPr lang="zh-TW" altLang="en-US" sz="14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我的書</a:t>
            </a:r>
            <a:endParaRPr lang="zh-TW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fast" p14:dur="1700" advTm="800">
        <p159:morph option="byObject"/>
      </p:transition>
    </mc:Choice>
    <mc:Fallback>
      <p:transition spd="fast" advTm="800">
        <p:fade/>
      </p:transition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150.9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rect-1q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7"/>
          </a:solidFill>
          <a:ln>
            <a:noFill/>
          </a:ln>
        </p:spPr>
      </p:sp>
      <p:sp>
        <p:nvSpPr>
          <p:cNvPr id="3" name="!!ellipse-1q2"/>
          <p:cNvSpPr/>
          <p:nvPr/>
        </p:nvSpPr>
        <p:spPr>
          <a:xfrm>
            <a:off x="-889000" y="-952500"/>
            <a:ext cx="13970000" cy="7874000"/>
          </a:xfrm>
          <a:prstGeom prst="ellipse">
            <a:avLst/>
          </a:prstGeom>
          <a:gradFill rotWithShape="1">
            <a:gsLst>
              <a:gs pos="0">
                <a:srgbClr val="FFFFFF">
                  <a:alpha val="95000"/>
                </a:srgbClr>
              </a:gs>
              <a:gs pos="40865">
                <a:srgbClr val="FFFFFF">
                  <a:alpha val="35000"/>
                </a:srgbClr>
              </a:gs>
              <a:gs pos="68108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!!rect-1q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P1"/>
            <a:srcRect/>
            <a:tile tx="37379" ty="140958" sx="16667" sy="16667" flip="none" algn="tl"/>
          </a:blipFill>
          <a:ln>
            <a:noFill/>
          </a:ln>
        </p:spPr>
      </p:sp>
      <p:sp>
        <p:nvSpPr>
          <p:cNvPr id="5" name="!!circle-1qu"/>
          <p:cNvSpPr/>
          <p:nvPr/>
        </p:nvSpPr>
        <p:spPr>
          <a:xfrm>
            <a:off x="2990180" y="-279284"/>
            <a:ext cx="2335771" cy="2335771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" name="!!circle-1qz"/>
          <p:cNvSpPr/>
          <p:nvPr/>
        </p:nvSpPr>
        <p:spPr>
          <a:xfrm>
            <a:off x="10455615" y="5665821"/>
            <a:ext cx="1671714" cy="1671714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7" name="!!circle-1r8"/>
          <p:cNvSpPr/>
          <p:nvPr/>
        </p:nvSpPr>
        <p:spPr>
          <a:xfrm>
            <a:off x="-2109155" y="5666875"/>
            <a:ext cx="2785275" cy="2785275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8" name="!!circle-1rd"/>
          <p:cNvSpPr/>
          <p:nvPr/>
        </p:nvSpPr>
        <p:spPr>
          <a:xfrm>
            <a:off x="-1026533" y="1791724"/>
            <a:ext cx="2084946" cy="2084946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9" name="!!circle-1ri"/>
          <p:cNvSpPr/>
          <p:nvPr/>
        </p:nvSpPr>
        <p:spPr>
          <a:xfrm>
            <a:off x="10029490" y="3773406"/>
            <a:ext cx="2223008" cy="2223008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0" name="!!rect-1sh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5F7">
                  <a:alpha val="0"/>
                </a:srgbClr>
              </a:gs>
              <a:gs pos="20428">
                <a:srgbClr val="F3F5F7">
                  <a:alpha val="0"/>
                </a:srgbClr>
              </a:gs>
              <a:gs pos="66730">
                <a:srgbClr val="F3F5F7"/>
              </a:gs>
              <a:gs pos="100000">
                <a:srgbClr val="F3F5F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1" name="!!circle-1sm"/>
          <p:cNvSpPr/>
          <p:nvPr/>
        </p:nvSpPr>
        <p:spPr>
          <a:xfrm>
            <a:off x="5541998" y="1200284"/>
            <a:ext cx="36055" cy="36055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12" name="!!circle-1sp"/>
          <p:cNvSpPr/>
          <p:nvPr/>
        </p:nvSpPr>
        <p:spPr>
          <a:xfrm>
            <a:off x="9316186" y="3090365"/>
            <a:ext cx="24295" cy="24295"/>
          </a:xfrm>
          <a:prstGeom prst="ellipse">
            <a:avLst/>
          </a:prstGeom>
          <a:solidFill>
            <a:srgbClr val="627D8D">
              <a:alpha val="18100"/>
            </a:srgbClr>
          </a:solidFill>
          <a:ln>
            <a:noFill/>
          </a:ln>
        </p:spPr>
      </p:sp>
      <p:sp>
        <p:nvSpPr>
          <p:cNvPr id="13" name="!!circle-1ss"/>
          <p:cNvSpPr/>
          <p:nvPr/>
        </p:nvSpPr>
        <p:spPr>
          <a:xfrm>
            <a:off x="3471151" y="6315107"/>
            <a:ext cx="25959" cy="25959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14" name="!!circle-1sv"/>
          <p:cNvSpPr/>
          <p:nvPr/>
        </p:nvSpPr>
        <p:spPr>
          <a:xfrm>
            <a:off x="2016652" y="1682740"/>
            <a:ext cx="35878" cy="35878"/>
          </a:xfrm>
          <a:prstGeom prst="ellipse">
            <a:avLst/>
          </a:prstGeom>
          <a:solidFill>
            <a:srgbClr val="627D8D">
              <a:alpha val="26800"/>
            </a:srgbClr>
          </a:solidFill>
          <a:ln>
            <a:noFill/>
          </a:ln>
        </p:spPr>
      </p:sp>
      <p:sp>
        <p:nvSpPr>
          <p:cNvPr id="15" name="!!circle-1sy"/>
          <p:cNvSpPr/>
          <p:nvPr/>
        </p:nvSpPr>
        <p:spPr>
          <a:xfrm>
            <a:off x="6882881" y="3551057"/>
            <a:ext cx="40234" cy="40234"/>
          </a:xfrm>
          <a:prstGeom prst="ellipse">
            <a:avLst/>
          </a:prstGeom>
          <a:solidFill>
            <a:srgbClr val="627D8D">
              <a:alpha val="31300"/>
            </a:srgbClr>
          </a:solidFill>
          <a:ln>
            <a:noFill/>
          </a:ln>
        </p:spPr>
      </p:sp>
      <p:sp>
        <p:nvSpPr>
          <p:cNvPr id="16" name="!!circle-1t4"/>
          <p:cNvSpPr/>
          <p:nvPr/>
        </p:nvSpPr>
        <p:spPr>
          <a:xfrm>
            <a:off x="1220403" y="4672644"/>
            <a:ext cx="29959" cy="29959"/>
          </a:xfrm>
          <a:prstGeom prst="ellipse">
            <a:avLst/>
          </a:prstGeom>
          <a:solidFill>
            <a:srgbClr val="627D8D">
              <a:alpha val="19400"/>
            </a:srgbClr>
          </a:solidFill>
          <a:ln>
            <a:noFill/>
          </a:ln>
        </p:spPr>
      </p:sp>
      <p:sp>
        <p:nvSpPr>
          <p:cNvPr id="17" name="!!circle-1t7"/>
          <p:cNvSpPr/>
          <p:nvPr/>
        </p:nvSpPr>
        <p:spPr>
          <a:xfrm>
            <a:off x="8427588" y="4364891"/>
            <a:ext cx="28702" cy="28702"/>
          </a:xfrm>
          <a:prstGeom prst="ellipse">
            <a:avLst/>
          </a:prstGeom>
          <a:solidFill>
            <a:srgbClr val="627D8D">
              <a:alpha val="17800"/>
            </a:srgbClr>
          </a:solidFill>
          <a:ln>
            <a:noFill/>
          </a:ln>
        </p:spPr>
      </p:sp>
      <p:sp>
        <p:nvSpPr>
          <p:cNvPr id="18" name="!!circle-1ta"/>
          <p:cNvSpPr/>
          <p:nvPr/>
        </p:nvSpPr>
        <p:spPr>
          <a:xfrm>
            <a:off x="10954830" y="1715031"/>
            <a:ext cx="24066" cy="24066"/>
          </a:xfrm>
          <a:prstGeom prst="ellipse">
            <a:avLst/>
          </a:prstGeom>
          <a:solidFill>
            <a:srgbClr val="627D8D">
              <a:alpha val="23900"/>
            </a:srgbClr>
          </a:solidFill>
          <a:ln>
            <a:noFill/>
          </a:ln>
        </p:spPr>
      </p:sp>
      <p:sp>
        <p:nvSpPr>
          <p:cNvPr id="19" name="!!circle-1td"/>
          <p:cNvSpPr/>
          <p:nvPr/>
        </p:nvSpPr>
        <p:spPr>
          <a:xfrm>
            <a:off x="8476166" y="5586613"/>
            <a:ext cx="35865" cy="35865"/>
          </a:xfrm>
          <a:prstGeom prst="ellipse">
            <a:avLst/>
          </a:prstGeom>
          <a:solidFill>
            <a:srgbClr val="627D8D">
              <a:alpha val="28200"/>
            </a:srgbClr>
          </a:solidFill>
          <a:ln>
            <a:noFill/>
          </a:ln>
        </p:spPr>
      </p:sp>
      <p:sp>
        <p:nvSpPr>
          <p:cNvPr id="20" name="!!circle-1tg"/>
          <p:cNvSpPr/>
          <p:nvPr/>
        </p:nvSpPr>
        <p:spPr>
          <a:xfrm>
            <a:off x="1529438" y="2679875"/>
            <a:ext cx="39218" cy="39218"/>
          </a:xfrm>
          <a:prstGeom prst="ellipse">
            <a:avLst/>
          </a:prstGeom>
          <a:solidFill>
            <a:srgbClr val="627D8D">
              <a:alpha val="29600"/>
            </a:srgbClr>
          </a:solidFill>
          <a:ln>
            <a:noFill/>
          </a:ln>
        </p:spPr>
      </p:sp>
      <p:sp>
        <p:nvSpPr>
          <p:cNvPr id="21" name="!!circle-1tj"/>
          <p:cNvSpPr/>
          <p:nvPr/>
        </p:nvSpPr>
        <p:spPr>
          <a:xfrm>
            <a:off x="7041479" y="5753169"/>
            <a:ext cx="49733" cy="49733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2" name="!!circle-1tm"/>
          <p:cNvSpPr/>
          <p:nvPr/>
        </p:nvSpPr>
        <p:spPr>
          <a:xfrm>
            <a:off x="6443408" y="1442365"/>
            <a:ext cx="41694" cy="41694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3" name="!!circle-1tp"/>
          <p:cNvSpPr/>
          <p:nvPr/>
        </p:nvSpPr>
        <p:spPr>
          <a:xfrm>
            <a:off x="6800374" y="4854824"/>
            <a:ext cx="31979" cy="31979"/>
          </a:xfrm>
          <a:prstGeom prst="ellipse">
            <a:avLst/>
          </a:prstGeom>
          <a:solidFill>
            <a:srgbClr val="627D8D">
              <a:alpha val="24100"/>
            </a:srgbClr>
          </a:solidFill>
          <a:ln>
            <a:noFill/>
          </a:ln>
        </p:spPr>
      </p:sp>
      <p:sp>
        <p:nvSpPr>
          <p:cNvPr id="24" name="!!circle-1ts"/>
          <p:cNvSpPr/>
          <p:nvPr/>
        </p:nvSpPr>
        <p:spPr>
          <a:xfrm>
            <a:off x="3919967" y="692760"/>
            <a:ext cx="18085" cy="18085"/>
          </a:xfrm>
          <a:prstGeom prst="ellipse">
            <a:avLst/>
          </a:prstGeom>
          <a:solidFill>
            <a:srgbClr val="627D8D">
              <a:alpha val="10500"/>
            </a:srgbClr>
          </a:solidFill>
          <a:ln>
            <a:noFill/>
          </a:ln>
        </p:spPr>
      </p:sp>
      <p:sp>
        <p:nvSpPr>
          <p:cNvPr id="25" name="!!circle-1ty"/>
          <p:cNvSpPr/>
          <p:nvPr/>
        </p:nvSpPr>
        <p:spPr>
          <a:xfrm>
            <a:off x="3488980" y="6052310"/>
            <a:ext cx="39243" cy="39243"/>
          </a:xfrm>
          <a:prstGeom prst="ellipse">
            <a:avLst/>
          </a:prstGeom>
          <a:solidFill>
            <a:srgbClr val="627D8D">
              <a:alpha val="27700"/>
            </a:srgbClr>
          </a:solidFill>
          <a:ln>
            <a:noFill/>
          </a:ln>
        </p:spPr>
      </p:sp>
      <p:sp>
        <p:nvSpPr>
          <p:cNvPr id="26" name="!!circle-1u1"/>
          <p:cNvSpPr/>
          <p:nvPr/>
        </p:nvSpPr>
        <p:spPr>
          <a:xfrm>
            <a:off x="1640701" y="6443897"/>
            <a:ext cx="34519" cy="34519"/>
          </a:xfrm>
          <a:prstGeom prst="ellipse">
            <a:avLst/>
          </a:prstGeom>
          <a:solidFill>
            <a:srgbClr val="627D8D">
              <a:alpha val="22500"/>
            </a:srgbClr>
          </a:solidFill>
          <a:ln>
            <a:noFill/>
          </a:ln>
        </p:spPr>
      </p:sp>
      <p:sp>
        <p:nvSpPr>
          <p:cNvPr id="27" name="!!circle-1u4"/>
          <p:cNvSpPr/>
          <p:nvPr/>
        </p:nvSpPr>
        <p:spPr>
          <a:xfrm>
            <a:off x="2722463" y="4839612"/>
            <a:ext cx="46228" cy="46228"/>
          </a:xfrm>
          <a:prstGeom prst="ellipse">
            <a:avLst/>
          </a:prstGeom>
          <a:solidFill>
            <a:srgbClr val="627D8D">
              <a:alpha val="26200"/>
            </a:srgbClr>
          </a:solidFill>
          <a:ln>
            <a:noFill/>
          </a:ln>
        </p:spPr>
      </p:sp>
      <p:sp>
        <p:nvSpPr>
          <p:cNvPr id="28" name="!!circle-1u7"/>
          <p:cNvSpPr/>
          <p:nvPr/>
        </p:nvSpPr>
        <p:spPr>
          <a:xfrm>
            <a:off x="7434387" y="4619115"/>
            <a:ext cx="49327" cy="49327"/>
          </a:xfrm>
          <a:prstGeom prst="ellipse">
            <a:avLst/>
          </a:prstGeom>
          <a:solidFill>
            <a:srgbClr val="627D8D">
              <a:alpha val="20800"/>
            </a:srgbClr>
          </a:solidFill>
          <a:ln>
            <a:noFill/>
          </a:ln>
        </p:spPr>
      </p:sp>
      <p:sp>
        <p:nvSpPr>
          <p:cNvPr id="29" name="!!circle-1ua"/>
          <p:cNvSpPr/>
          <p:nvPr/>
        </p:nvSpPr>
        <p:spPr>
          <a:xfrm>
            <a:off x="9698191" y="5258192"/>
            <a:ext cx="24054" cy="24054"/>
          </a:xfrm>
          <a:prstGeom prst="ellipse">
            <a:avLst/>
          </a:prstGeom>
          <a:solidFill>
            <a:srgbClr val="627D8D">
              <a:alpha val="22200"/>
            </a:srgbClr>
          </a:solidFill>
          <a:ln>
            <a:noFill/>
          </a:ln>
        </p:spPr>
      </p:sp>
      <p:sp>
        <p:nvSpPr>
          <p:cNvPr id="30" name="!!circle-1ud"/>
          <p:cNvSpPr/>
          <p:nvPr/>
        </p:nvSpPr>
        <p:spPr>
          <a:xfrm>
            <a:off x="2001475" y="1338446"/>
            <a:ext cx="32271" cy="32271"/>
          </a:xfrm>
          <a:prstGeom prst="ellipse">
            <a:avLst/>
          </a:prstGeom>
          <a:solidFill>
            <a:srgbClr val="627D8D">
              <a:alpha val="20500"/>
            </a:srgbClr>
          </a:solidFill>
          <a:ln>
            <a:noFill/>
          </a:ln>
        </p:spPr>
      </p:sp>
      <p:sp>
        <p:nvSpPr>
          <p:cNvPr id="31" name="!!circle-1uj"/>
          <p:cNvSpPr/>
          <p:nvPr/>
        </p:nvSpPr>
        <p:spPr>
          <a:xfrm>
            <a:off x="2059258" y="2253739"/>
            <a:ext cx="34252" cy="34252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32" name="!!circle-1um"/>
          <p:cNvSpPr/>
          <p:nvPr/>
        </p:nvSpPr>
        <p:spPr>
          <a:xfrm>
            <a:off x="9596459" y="4034518"/>
            <a:ext cx="44196" cy="44196"/>
          </a:xfrm>
          <a:prstGeom prst="ellipse">
            <a:avLst/>
          </a:prstGeom>
          <a:solidFill>
            <a:srgbClr val="627D8D">
              <a:alpha val="21700"/>
            </a:srgbClr>
          </a:solidFill>
          <a:ln>
            <a:noFill/>
          </a:ln>
        </p:spPr>
      </p:sp>
      <p:sp>
        <p:nvSpPr>
          <p:cNvPr id="33" name="!!circle-1up"/>
          <p:cNvSpPr/>
          <p:nvPr/>
        </p:nvSpPr>
        <p:spPr>
          <a:xfrm>
            <a:off x="6752552" y="1690736"/>
            <a:ext cx="35192" cy="35192"/>
          </a:xfrm>
          <a:prstGeom prst="ellipse">
            <a:avLst/>
          </a:prstGeom>
          <a:solidFill>
            <a:srgbClr val="627D8D">
              <a:alpha val="27100"/>
            </a:srgbClr>
          </a:solidFill>
          <a:ln>
            <a:noFill/>
          </a:ln>
        </p:spPr>
      </p:sp>
      <p:sp>
        <p:nvSpPr>
          <p:cNvPr id="34" name="!!circle-1us"/>
          <p:cNvSpPr/>
          <p:nvPr/>
        </p:nvSpPr>
        <p:spPr>
          <a:xfrm>
            <a:off x="10211028" y="5153768"/>
            <a:ext cx="43358" cy="43358"/>
          </a:xfrm>
          <a:prstGeom prst="ellipse">
            <a:avLst/>
          </a:prstGeom>
          <a:solidFill>
            <a:srgbClr val="627D8D">
              <a:alpha val="19500"/>
            </a:srgbClr>
          </a:solidFill>
          <a:ln>
            <a:noFill/>
          </a:ln>
        </p:spPr>
      </p:sp>
      <p:sp>
        <p:nvSpPr>
          <p:cNvPr id="35" name="!!circle-1uv"/>
          <p:cNvSpPr/>
          <p:nvPr/>
        </p:nvSpPr>
        <p:spPr>
          <a:xfrm>
            <a:off x="3218912" y="1929049"/>
            <a:ext cx="33528" cy="33528"/>
          </a:xfrm>
          <a:prstGeom prst="ellipse">
            <a:avLst/>
          </a:prstGeom>
          <a:solidFill>
            <a:srgbClr val="627D8D">
              <a:alpha val="28300"/>
            </a:srgbClr>
          </a:solidFill>
          <a:ln>
            <a:noFill/>
          </a:ln>
        </p:spPr>
      </p:sp>
      <p:sp>
        <p:nvSpPr>
          <p:cNvPr id="36" name="!!circle-1uy"/>
          <p:cNvSpPr/>
          <p:nvPr/>
        </p:nvSpPr>
        <p:spPr>
          <a:xfrm>
            <a:off x="6845525" y="2525070"/>
            <a:ext cx="28956" cy="28956"/>
          </a:xfrm>
          <a:prstGeom prst="ellipse">
            <a:avLst/>
          </a:prstGeom>
          <a:solidFill>
            <a:srgbClr val="627D8D">
              <a:alpha val="21800"/>
            </a:srgbClr>
          </a:solidFill>
          <a:ln>
            <a:noFill/>
          </a:ln>
        </p:spPr>
      </p:sp>
      <p:sp>
        <p:nvSpPr>
          <p:cNvPr id="37" name="!!circle-1v1"/>
          <p:cNvSpPr/>
          <p:nvPr/>
        </p:nvSpPr>
        <p:spPr>
          <a:xfrm>
            <a:off x="7025608" y="6183072"/>
            <a:ext cx="45555" cy="45555"/>
          </a:xfrm>
          <a:prstGeom prst="ellipse">
            <a:avLst/>
          </a:prstGeom>
          <a:solidFill>
            <a:srgbClr val="627D8D">
              <a:alpha val="20900"/>
            </a:srgbClr>
          </a:solidFill>
          <a:ln>
            <a:noFill/>
          </a:ln>
        </p:spPr>
      </p:sp>
      <p:sp>
        <p:nvSpPr>
          <p:cNvPr id="38" name="!!circle-1v4"/>
          <p:cNvSpPr/>
          <p:nvPr/>
        </p:nvSpPr>
        <p:spPr>
          <a:xfrm>
            <a:off x="11292363" y="3014926"/>
            <a:ext cx="39484" cy="39484"/>
          </a:xfrm>
          <a:prstGeom prst="ellipse">
            <a:avLst/>
          </a:prstGeom>
          <a:solidFill>
            <a:srgbClr val="627D8D">
              <a:alpha val="13600"/>
            </a:srgbClr>
          </a:solidFill>
          <a:ln>
            <a:noFill/>
          </a:ln>
        </p:spPr>
      </p:sp>
      <p:sp>
        <p:nvSpPr>
          <p:cNvPr id="39" name="!!circle-1v7"/>
          <p:cNvSpPr/>
          <p:nvPr/>
        </p:nvSpPr>
        <p:spPr>
          <a:xfrm>
            <a:off x="7484663" y="5549189"/>
            <a:ext cx="30455" cy="30455"/>
          </a:xfrm>
          <a:prstGeom prst="ellipse">
            <a:avLst/>
          </a:prstGeom>
          <a:solidFill>
            <a:srgbClr val="627D8D">
              <a:alpha val="16500"/>
            </a:srgbClr>
          </a:solidFill>
          <a:ln>
            <a:noFill/>
          </a:ln>
        </p:spPr>
      </p:sp>
      <p:sp>
        <p:nvSpPr>
          <p:cNvPr id="40" name="!!circle-1va"/>
          <p:cNvSpPr/>
          <p:nvPr/>
        </p:nvSpPr>
        <p:spPr>
          <a:xfrm>
            <a:off x="8991577" y="6311774"/>
            <a:ext cx="28257" cy="28257"/>
          </a:xfrm>
          <a:prstGeom prst="ellipse">
            <a:avLst/>
          </a:prstGeom>
          <a:solidFill>
            <a:srgbClr val="627D8D">
              <a:alpha val="15700"/>
            </a:srgbClr>
          </a:solidFill>
          <a:ln>
            <a:noFill/>
          </a:ln>
        </p:spPr>
      </p:sp>
      <p:sp>
        <p:nvSpPr>
          <p:cNvPr id="41" name="!!circle-1vd"/>
          <p:cNvSpPr/>
          <p:nvPr/>
        </p:nvSpPr>
        <p:spPr>
          <a:xfrm>
            <a:off x="11442428" y="4950907"/>
            <a:ext cx="45149" cy="45149"/>
          </a:xfrm>
          <a:prstGeom prst="ellipse">
            <a:avLst/>
          </a:prstGeom>
          <a:solidFill>
            <a:srgbClr val="627D8D">
              <a:alpha val="31200"/>
            </a:srgbClr>
          </a:solidFill>
          <a:ln>
            <a:noFill/>
          </a:ln>
        </p:spPr>
      </p:sp>
      <p:sp>
        <p:nvSpPr>
          <p:cNvPr id="42" name="!!circle-1vg"/>
          <p:cNvSpPr/>
          <p:nvPr/>
        </p:nvSpPr>
        <p:spPr>
          <a:xfrm>
            <a:off x="3474714" y="2887232"/>
            <a:ext cx="30696" cy="30696"/>
          </a:xfrm>
          <a:prstGeom prst="ellipse">
            <a:avLst/>
          </a:prstGeom>
          <a:solidFill>
            <a:srgbClr val="627D8D">
              <a:alpha val="25700"/>
            </a:srgbClr>
          </a:solidFill>
          <a:ln>
            <a:noFill/>
          </a:ln>
        </p:spPr>
      </p:sp>
      <p:sp>
        <p:nvSpPr>
          <p:cNvPr id="43" name="!!circle-1vj"/>
          <p:cNvSpPr/>
          <p:nvPr/>
        </p:nvSpPr>
        <p:spPr>
          <a:xfrm>
            <a:off x="8820602" y="3401685"/>
            <a:ext cx="37401" cy="37401"/>
          </a:xfrm>
          <a:prstGeom prst="ellipse">
            <a:avLst/>
          </a:prstGeom>
          <a:solidFill>
            <a:srgbClr val="627D8D">
              <a:alpha val="16000"/>
            </a:srgbClr>
          </a:solidFill>
          <a:ln>
            <a:noFill/>
          </a:ln>
        </p:spPr>
      </p:sp>
      <p:sp>
        <p:nvSpPr>
          <p:cNvPr id="44" name="!!circle-1vm"/>
          <p:cNvSpPr/>
          <p:nvPr/>
        </p:nvSpPr>
        <p:spPr>
          <a:xfrm>
            <a:off x="1828333" y="4299494"/>
            <a:ext cx="33096" cy="33096"/>
          </a:xfrm>
          <a:prstGeom prst="ellipse">
            <a:avLst/>
          </a:prstGeom>
          <a:solidFill>
            <a:srgbClr val="627D8D">
              <a:alpha val="22300"/>
            </a:srgbClr>
          </a:solidFill>
          <a:ln>
            <a:noFill/>
          </a:ln>
        </p:spPr>
      </p:sp>
      <p:sp>
        <p:nvSpPr>
          <p:cNvPr id="45" name="!!circle-1vp"/>
          <p:cNvSpPr/>
          <p:nvPr/>
        </p:nvSpPr>
        <p:spPr>
          <a:xfrm>
            <a:off x="11570067" y="421418"/>
            <a:ext cx="21145" cy="21145"/>
          </a:xfrm>
          <a:prstGeom prst="ellipse">
            <a:avLst/>
          </a:prstGeom>
          <a:solidFill>
            <a:srgbClr val="627D8D">
              <a:alpha val="16300"/>
            </a:srgbClr>
          </a:solidFill>
          <a:ln>
            <a:noFill/>
          </a:ln>
        </p:spPr>
      </p:sp>
      <p:sp>
        <p:nvSpPr>
          <p:cNvPr id="46" name="!!circle-1vs"/>
          <p:cNvSpPr/>
          <p:nvPr/>
        </p:nvSpPr>
        <p:spPr>
          <a:xfrm>
            <a:off x="11075292" y="5419277"/>
            <a:ext cx="35281" cy="35281"/>
          </a:xfrm>
          <a:prstGeom prst="ellipse">
            <a:avLst/>
          </a:prstGeom>
          <a:solidFill>
            <a:srgbClr val="627D8D">
              <a:alpha val="30000"/>
            </a:srgbClr>
          </a:solidFill>
          <a:ln>
            <a:noFill/>
          </a:ln>
        </p:spPr>
      </p:sp>
      <p:sp>
        <p:nvSpPr>
          <p:cNvPr id="47" name="!!path-9ic"/>
          <p:cNvSpPr/>
          <p:nvPr/>
        </p:nvSpPr>
        <p:spPr>
          <a:xfrm>
            <a:off x="381000" y="306527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48" name="!!path-9id"/>
          <p:cNvSpPr/>
          <p:nvPr/>
        </p:nvSpPr>
        <p:spPr>
          <a:xfrm>
            <a:off x="381000" y="308153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49" name="!!path-9ie"/>
          <p:cNvSpPr/>
          <p:nvPr/>
        </p:nvSpPr>
        <p:spPr>
          <a:xfrm>
            <a:off x="381000" y="309778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50" name="!!path-9if"/>
          <p:cNvSpPr/>
          <p:nvPr/>
        </p:nvSpPr>
        <p:spPr>
          <a:xfrm>
            <a:off x="381000" y="311404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51" name="!!path-9ig"/>
          <p:cNvSpPr/>
          <p:nvPr/>
        </p:nvSpPr>
        <p:spPr>
          <a:xfrm>
            <a:off x="381000" y="313030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52" name="!!path-9ih"/>
          <p:cNvSpPr/>
          <p:nvPr/>
        </p:nvSpPr>
        <p:spPr>
          <a:xfrm>
            <a:off x="381000" y="314655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53" name="!!path-9ii"/>
          <p:cNvSpPr/>
          <p:nvPr/>
        </p:nvSpPr>
        <p:spPr>
          <a:xfrm>
            <a:off x="381000" y="316281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54" name="!!path-9ij"/>
          <p:cNvSpPr/>
          <p:nvPr/>
        </p:nvSpPr>
        <p:spPr>
          <a:xfrm>
            <a:off x="381000" y="317906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55" name="!!path-9ik"/>
          <p:cNvSpPr/>
          <p:nvPr/>
        </p:nvSpPr>
        <p:spPr>
          <a:xfrm>
            <a:off x="419608" y="269342"/>
            <a:ext cx="128422" cy="122936"/>
          </a:xfrm>
          <a:custGeom>
            <a:avLst/>
            <a:gdLst/>
            <a:ahLst/>
            <a:cxnLst/>
            <a:rect l="l" t="t" r="r" b="b"/>
            <a:pathLst>
              <a:path w="128422" h="122936">
                <a:moveTo>
                  <a:pt x="0" y="17678"/>
                </a:moveTo>
                <a:lnTo>
                  <a:pt x="8128" y="5080"/>
                </a:lnTo>
                <a:cubicBezTo>
                  <a:pt x="32512" y="0"/>
                  <a:pt x="73152" y="7112"/>
                  <a:pt x="101600" y="26416"/>
                </a:cubicBezTo>
                <a:cubicBezTo>
                  <a:pt x="116840" y="37186"/>
                  <a:pt x="124968" y="49784"/>
                  <a:pt x="128422" y="62992"/>
                </a:cubicBezTo>
                <a:lnTo>
                  <a:pt x="128422" y="122936"/>
                </a:lnTo>
                <a:lnTo>
                  <a:pt x="0" y="1229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56" name="!!path-9il"/>
          <p:cNvSpPr/>
          <p:nvPr/>
        </p:nvSpPr>
        <p:spPr>
          <a:xfrm>
            <a:off x="419608" y="269342"/>
            <a:ext cx="128422" cy="62992"/>
          </a:xfrm>
          <a:custGeom>
            <a:avLst/>
            <a:gdLst/>
            <a:ahLst/>
            <a:cxnLst/>
            <a:rect l="l" t="t" r="r" b="b"/>
            <a:pathLst>
              <a:path w="128422" h="62992" fill="none">
                <a:moveTo>
                  <a:pt x="128422" y="62992"/>
                </a:moveTo>
                <a:cubicBezTo>
                  <a:pt x="124968" y="49784"/>
                  <a:pt x="116840" y="37186"/>
                  <a:pt x="101600" y="26416"/>
                </a:cubicBezTo>
                <a:cubicBezTo>
                  <a:pt x="73152" y="7112"/>
                  <a:pt x="32512" y="0"/>
                  <a:pt x="8128" y="5080"/>
                </a:cubicBezTo>
                <a:lnTo>
                  <a:pt x="0" y="1767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57" name="!!path-9im"/>
          <p:cNvSpPr/>
          <p:nvPr/>
        </p:nvSpPr>
        <p:spPr>
          <a:xfrm>
            <a:off x="407010" y="281534"/>
            <a:ext cx="141021" cy="110744"/>
          </a:xfrm>
          <a:custGeom>
            <a:avLst/>
            <a:gdLst/>
            <a:ahLst/>
            <a:cxnLst/>
            <a:rect l="l" t="t" r="r" b="b"/>
            <a:pathLst>
              <a:path w="141021" h="110744">
                <a:moveTo>
                  <a:pt x="0" y="22352"/>
                </a:moveTo>
                <a:lnTo>
                  <a:pt x="6502" y="6502"/>
                </a:lnTo>
                <a:cubicBezTo>
                  <a:pt x="36982" y="0"/>
                  <a:pt x="79654" y="7112"/>
                  <a:pt x="110134" y="25400"/>
                </a:cubicBezTo>
                <a:cubicBezTo>
                  <a:pt x="126390" y="35154"/>
                  <a:pt x="136550" y="49784"/>
                  <a:pt x="141021" y="62992"/>
                </a:cubicBezTo>
                <a:lnTo>
                  <a:pt x="141021" y="110744"/>
                </a:lnTo>
                <a:lnTo>
                  <a:pt x="0" y="110744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58" name="!!path-9in"/>
          <p:cNvSpPr/>
          <p:nvPr/>
        </p:nvSpPr>
        <p:spPr>
          <a:xfrm>
            <a:off x="407010" y="281534"/>
            <a:ext cx="141021" cy="62992"/>
          </a:xfrm>
          <a:custGeom>
            <a:avLst/>
            <a:gdLst/>
            <a:ahLst/>
            <a:cxnLst/>
            <a:rect l="l" t="t" r="r" b="b"/>
            <a:pathLst>
              <a:path w="141021" h="62992" fill="none">
                <a:moveTo>
                  <a:pt x="141021" y="62992"/>
                </a:moveTo>
                <a:cubicBezTo>
                  <a:pt x="136550" y="49784"/>
                  <a:pt x="126390" y="35154"/>
                  <a:pt x="110134" y="25400"/>
                </a:cubicBezTo>
                <a:cubicBezTo>
                  <a:pt x="79654" y="7112"/>
                  <a:pt x="36982" y="0"/>
                  <a:pt x="6502" y="6502"/>
                </a:cubicBezTo>
                <a:lnTo>
                  <a:pt x="0" y="22352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59" name="!!path-9io"/>
          <p:cNvSpPr/>
          <p:nvPr/>
        </p:nvSpPr>
        <p:spPr>
          <a:xfrm>
            <a:off x="395834" y="294742"/>
            <a:ext cx="151790" cy="97536"/>
          </a:xfrm>
          <a:custGeom>
            <a:avLst/>
            <a:gdLst/>
            <a:ahLst/>
            <a:cxnLst/>
            <a:rect l="l" t="t" r="r" b="b"/>
            <a:pathLst>
              <a:path w="151790" h="97536">
                <a:moveTo>
                  <a:pt x="0" y="23165"/>
                </a:moveTo>
                <a:lnTo>
                  <a:pt x="3861" y="12598"/>
                </a:lnTo>
                <a:cubicBezTo>
                  <a:pt x="37998" y="0"/>
                  <a:pt x="84734" y="5080"/>
                  <a:pt x="117246" y="21946"/>
                </a:cubicBezTo>
                <a:cubicBezTo>
                  <a:pt x="135534" y="31496"/>
                  <a:pt x="146710" y="43688"/>
                  <a:pt x="151790" y="55270"/>
                </a:cubicBezTo>
                <a:lnTo>
                  <a:pt x="151790" y="97536"/>
                </a:lnTo>
                <a:lnTo>
                  <a:pt x="0" y="975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60" name="!!path-9ip"/>
          <p:cNvSpPr/>
          <p:nvPr/>
        </p:nvSpPr>
        <p:spPr>
          <a:xfrm>
            <a:off x="395834" y="294742"/>
            <a:ext cx="151790" cy="55270"/>
          </a:xfrm>
          <a:custGeom>
            <a:avLst/>
            <a:gdLst/>
            <a:ahLst/>
            <a:cxnLst/>
            <a:rect l="l" t="t" r="r" b="b"/>
            <a:pathLst>
              <a:path w="151790" h="55270" fill="none">
                <a:moveTo>
                  <a:pt x="151790" y="55270"/>
                </a:moveTo>
                <a:cubicBezTo>
                  <a:pt x="146710" y="43688"/>
                  <a:pt x="135534" y="31496"/>
                  <a:pt x="117246" y="21946"/>
                </a:cubicBezTo>
                <a:cubicBezTo>
                  <a:pt x="84734" y="5080"/>
                  <a:pt x="37998" y="0"/>
                  <a:pt x="3861" y="12598"/>
                </a:cubicBezTo>
                <a:lnTo>
                  <a:pt x="0" y="23165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61" name="!!path-9iq"/>
          <p:cNvSpPr/>
          <p:nvPr/>
        </p:nvSpPr>
        <p:spPr>
          <a:xfrm>
            <a:off x="548234" y="264262"/>
            <a:ext cx="120294" cy="128016"/>
          </a:xfrm>
          <a:custGeom>
            <a:avLst/>
            <a:gdLst/>
            <a:ahLst/>
            <a:cxnLst/>
            <a:rect l="l" t="t" r="r" b="b"/>
            <a:pathLst>
              <a:path w="120294" h="128016">
                <a:moveTo>
                  <a:pt x="120294" y="18288"/>
                </a:moveTo>
                <a:lnTo>
                  <a:pt x="113589" y="4470"/>
                </a:lnTo>
                <a:cubicBezTo>
                  <a:pt x="86766" y="0"/>
                  <a:pt x="44094" y="10160"/>
                  <a:pt x="17678" y="30480"/>
                </a:cubicBezTo>
                <a:cubicBezTo>
                  <a:pt x="6502" y="39624"/>
                  <a:pt x="1422" y="52832"/>
                  <a:pt x="0" y="67056"/>
                </a:cubicBezTo>
                <a:lnTo>
                  <a:pt x="0" y="128016"/>
                </a:lnTo>
                <a:lnTo>
                  <a:pt x="120294" y="12801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62" name="!!path-9ir"/>
          <p:cNvSpPr/>
          <p:nvPr/>
        </p:nvSpPr>
        <p:spPr>
          <a:xfrm>
            <a:off x="548234" y="264262"/>
            <a:ext cx="120294" cy="67056"/>
          </a:xfrm>
          <a:custGeom>
            <a:avLst/>
            <a:gdLst/>
            <a:ahLst/>
            <a:cxnLst/>
            <a:rect l="l" t="t" r="r" b="b"/>
            <a:pathLst>
              <a:path w="120294" h="67056" fill="none">
                <a:moveTo>
                  <a:pt x="0" y="67056"/>
                </a:moveTo>
                <a:cubicBezTo>
                  <a:pt x="1422" y="52832"/>
                  <a:pt x="6502" y="39624"/>
                  <a:pt x="17678" y="30480"/>
                </a:cubicBezTo>
                <a:cubicBezTo>
                  <a:pt x="44094" y="10160"/>
                  <a:pt x="86766" y="0"/>
                  <a:pt x="113589" y="4470"/>
                </a:cubicBezTo>
                <a:lnTo>
                  <a:pt x="120294" y="1828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63" name="!!path-9is"/>
          <p:cNvSpPr/>
          <p:nvPr/>
        </p:nvSpPr>
        <p:spPr>
          <a:xfrm>
            <a:off x="548437" y="279502"/>
            <a:ext cx="133299" cy="112776"/>
          </a:xfrm>
          <a:custGeom>
            <a:avLst/>
            <a:gdLst/>
            <a:ahLst/>
            <a:cxnLst/>
            <a:rect l="l" t="t" r="r" b="b"/>
            <a:pathLst>
              <a:path w="133299" h="112776">
                <a:moveTo>
                  <a:pt x="133299" y="19710"/>
                </a:moveTo>
                <a:lnTo>
                  <a:pt x="127203" y="3048"/>
                </a:lnTo>
                <a:cubicBezTo>
                  <a:pt x="94691" y="0"/>
                  <a:pt x="54051" y="11176"/>
                  <a:pt x="27635" y="30683"/>
                </a:cubicBezTo>
                <a:cubicBezTo>
                  <a:pt x="13411" y="41250"/>
                  <a:pt x="4267" y="53848"/>
                  <a:pt x="0" y="65024"/>
                </a:cubicBezTo>
                <a:lnTo>
                  <a:pt x="0" y="112776"/>
                </a:lnTo>
                <a:lnTo>
                  <a:pt x="133299" y="11277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64" name="!!path-9it"/>
          <p:cNvSpPr/>
          <p:nvPr/>
        </p:nvSpPr>
        <p:spPr>
          <a:xfrm>
            <a:off x="548437" y="279502"/>
            <a:ext cx="133299" cy="65024"/>
          </a:xfrm>
          <a:custGeom>
            <a:avLst/>
            <a:gdLst/>
            <a:ahLst/>
            <a:cxnLst/>
            <a:rect l="l" t="t" r="r" b="b"/>
            <a:pathLst>
              <a:path w="133299" h="65024" fill="none">
                <a:moveTo>
                  <a:pt x="0" y="65024"/>
                </a:moveTo>
                <a:cubicBezTo>
                  <a:pt x="4267" y="53848"/>
                  <a:pt x="13411" y="41250"/>
                  <a:pt x="27635" y="30683"/>
                </a:cubicBezTo>
                <a:cubicBezTo>
                  <a:pt x="54051" y="11176"/>
                  <a:pt x="94691" y="0"/>
                  <a:pt x="127203" y="3048"/>
                </a:cubicBezTo>
                <a:lnTo>
                  <a:pt x="133299" y="19710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65" name="!!path-9iu"/>
          <p:cNvSpPr/>
          <p:nvPr/>
        </p:nvSpPr>
        <p:spPr>
          <a:xfrm>
            <a:off x="548843" y="293726"/>
            <a:ext cx="142646" cy="98552"/>
          </a:xfrm>
          <a:custGeom>
            <a:avLst/>
            <a:gdLst/>
            <a:ahLst/>
            <a:cxnLst/>
            <a:rect l="l" t="t" r="r" b="b"/>
            <a:pathLst>
              <a:path w="142646" h="98552">
                <a:moveTo>
                  <a:pt x="142646" y="18898"/>
                </a:moveTo>
                <a:lnTo>
                  <a:pt x="139802" y="8738"/>
                </a:lnTo>
                <a:cubicBezTo>
                  <a:pt x="106477" y="0"/>
                  <a:pt x="63805" y="5080"/>
                  <a:pt x="35357" y="19304"/>
                </a:cubicBezTo>
                <a:cubicBezTo>
                  <a:pt x="17069" y="28448"/>
                  <a:pt x="5893" y="42672"/>
                  <a:pt x="0" y="56286"/>
                </a:cubicBezTo>
                <a:lnTo>
                  <a:pt x="0" y="98552"/>
                </a:lnTo>
                <a:lnTo>
                  <a:pt x="142646" y="98552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66" name="!!path-9iv"/>
          <p:cNvSpPr/>
          <p:nvPr/>
        </p:nvSpPr>
        <p:spPr>
          <a:xfrm>
            <a:off x="548843" y="293726"/>
            <a:ext cx="142646" cy="56286"/>
          </a:xfrm>
          <a:custGeom>
            <a:avLst/>
            <a:gdLst/>
            <a:ahLst/>
            <a:cxnLst/>
            <a:rect l="l" t="t" r="r" b="b"/>
            <a:pathLst>
              <a:path w="142646" h="56286" fill="none">
                <a:moveTo>
                  <a:pt x="0" y="56286"/>
                </a:moveTo>
                <a:cubicBezTo>
                  <a:pt x="5893" y="42672"/>
                  <a:pt x="17069" y="28448"/>
                  <a:pt x="35357" y="19304"/>
                </a:cubicBezTo>
                <a:cubicBezTo>
                  <a:pt x="63805" y="5080"/>
                  <a:pt x="106477" y="0"/>
                  <a:pt x="139802" y="8738"/>
                </a:cubicBezTo>
                <a:lnTo>
                  <a:pt x="142646" y="1889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67" name="!!path-9iw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627D8D"/>
              </a:gs>
              <a:gs pos="21794">
                <a:srgbClr val="627D8D"/>
              </a:gs>
              <a:gs pos="55376">
                <a:srgbClr val="627D8D"/>
              </a:gs>
              <a:gs pos="96421">
                <a:srgbClr val="98ABB7"/>
              </a:gs>
              <a:gs pos="100000">
                <a:srgbClr val="98ABB7"/>
              </a:gs>
            </a:gsLst>
            <a:lin ang="1983350" scaled="0"/>
          </a:gradFill>
          <a:ln>
            <a:noFill/>
          </a:ln>
        </p:spPr>
      </p:sp>
      <p:sp>
        <p:nvSpPr>
          <p:cNvPr id="68" name="!!path-9ix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0000"/>
                </a:srgbClr>
              </a:gs>
              <a:gs pos="4764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83333" t="79291" r="16667" b="20709"/>
            </a:path>
          </a:gradFill>
          <a:ln>
            <a:noFill/>
          </a:ln>
        </p:spPr>
      </p:sp>
      <p:sp>
        <p:nvSpPr>
          <p:cNvPr id="69" name="!!line-9iy"/>
          <p:cNvSpPr/>
          <p:nvPr/>
        </p:nvSpPr>
        <p:spPr>
          <a:xfrm>
            <a:off x="549046" y="363017"/>
            <a:ext cx="1" cy="153619"/>
          </a:xfrm>
          <a:custGeom>
            <a:avLst/>
            <a:gdLst/>
            <a:ahLst/>
            <a:cxnLst/>
            <a:rect l="l" t="t" r="r" b="b"/>
            <a:pathLst>
              <a:path w="1" h="153619">
                <a:moveTo>
                  <a:pt x="0" y="0"/>
                </a:moveTo>
                <a:lnTo>
                  <a:pt x="0" y="153619"/>
                </a:lnTo>
              </a:path>
            </a:pathLst>
          </a:custGeom>
          <a:solidFill>
            <a:srgbClr val="000000"/>
          </a:solidFill>
          <a:ln w="6909" cap="rnd">
            <a:solidFill>
              <a:srgbClr val="C9D3D9"/>
            </a:solidFill>
            <a:prstDash val="solid"/>
            <a:miter lim="800000"/>
          </a:ln>
        </p:spPr>
      </p:sp>
      <p:sp>
        <p:nvSpPr>
          <p:cNvPr id="70" name="!!path-9iz"/>
          <p:cNvSpPr/>
          <p:nvPr/>
        </p:nvSpPr>
        <p:spPr>
          <a:xfrm>
            <a:off x="657962" y="442062"/>
            <a:ext cx="25400" cy="37998"/>
          </a:xfrm>
          <a:custGeom>
            <a:avLst/>
            <a:gdLst/>
            <a:ahLst/>
            <a:cxnLst/>
            <a:rect l="l" t="t" r="r" b="b"/>
            <a:pathLst>
              <a:path w="25400" h="37998">
                <a:moveTo>
                  <a:pt x="0" y="2642"/>
                </a:moveTo>
                <a:lnTo>
                  <a:pt x="15240" y="0"/>
                </a:lnTo>
                <a:lnTo>
                  <a:pt x="25400" y="37186"/>
                </a:lnTo>
                <a:lnTo>
                  <a:pt x="7518" y="37998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 w="1016" cap="flat">
            <a:solidFill>
              <a:srgbClr val="FFFFFF">
                <a:alpha val="55000"/>
              </a:srgbClr>
            </a:solidFill>
            <a:prstDash val="solid"/>
            <a:round/>
          </a:ln>
        </p:spPr>
      </p:sp>
      <p:sp>
        <p:nvSpPr>
          <p:cNvPr id="71" name="!!text-9j0" descr="救「舊」我的書"/>
          <p:cNvSpPr txBox="1"/>
          <p:nvPr/>
        </p:nvSpPr>
        <p:spPr>
          <a:xfrm>
            <a:off x="805879" y="251460"/>
            <a:ext cx="1120140" cy="25745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400" b="1" kern="0" spc="-70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救</a:t>
            </a:r>
            <a:r>
              <a:rPr lang="zh-TW" altLang="en-US" sz="14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「舊</a:t>
            </a:r>
            <a:r>
              <a:rPr lang="zh-TW" altLang="en-US" sz="1400" b="1" kern="0" spc="-70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」</a:t>
            </a:r>
            <a:r>
              <a:rPr lang="zh-TW" altLang="en-US" sz="14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我的書</a:t>
            </a:r>
            <a:endParaRPr lang="zh-TW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fast" p14:dur="1100" advTm="100">
        <p159:morph option="byObject"/>
      </p:transition>
    </mc:Choice>
    <mc:Fallback>
      <p:transition spd="fast" advTm="100">
        <p:fade/>
      </p:transition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153.8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rect-1q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7"/>
          </a:solidFill>
          <a:ln>
            <a:noFill/>
          </a:ln>
        </p:spPr>
      </p:sp>
      <p:sp>
        <p:nvSpPr>
          <p:cNvPr id="3" name="!!ellipse-1q2"/>
          <p:cNvSpPr/>
          <p:nvPr/>
        </p:nvSpPr>
        <p:spPr>
          <a:xfrm>
            <a:off x="-889000" y="-952500"/>
            <a:ext cx="13970000" cy="7874000"/>
          </a:xfrm>
          <a:prstGeom prst="ellipse">
            <a:avLst/>
          </a:prstGeom>
          <a:gradFill rotWithShape="1">
            <a:gsLst>
              <a:gs pos="0">
                <a:srgbClr val="FFFFFF">
                  <a:alpha val="95000"/>
                </a:srgbClr>
              </a:gs>
              <a:gs pos="40865">
                <a:srgbClr val="FFFFFF">
                  <a:alpha val="35000"/>
                </a:srgbClr>
              </a:gs>
              <a:gs pos="68108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!!rect-1q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P1"/>
            <a:srcRect/>
            <a:tile tx="180251" ty="192627" sx="16667" sy="16667" flip="none" algn="tl"/>
          </a:blipFill>
          <a:ln>
            <a:noFill/>
          </a:ln>
        </p:spPr>
      </p:sp>
      <p:sp>
        <p:nvSpPr>
          <p:cNvPr id="5" name="!!circle-1qz"/>
          <p:cNvSpPr/>
          <p:nvPr/>
        </p:nvSpPr>
        <p:spPr>
          <a:xfrm>
            <a:off x="4255532" y="5809348"/>
            <a:ext cx="1671714" cy="1671714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" name="!!circle-1r0"/>
          <p:cNvSpPr/>
          <p:nvPr/>
        </p:nvSpPr>
        <p:spPr>
          <a:xfrm>
            <a:off x="8164230" y="4646714"/>
            <a:ext cx="1717408" cy="1717408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7" name="!!circle-1r6"/>
          <p:cNvSpPr/>
          <p:nvPr/>
        </p:nvSpPr>
        <p:spPr>
          <a:xfrm>
            <a:off x="10545493" y="4780084"/>
            <a:ext cx="2039137" cy="2039137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8" name="!!circle-1rb"/>
          <p:cNvSpPr/>
          <p:nvPr/>
        </p:nvSpPr>
        <p:spPr>
          <a:xfrm>
            <a:off x="8255946" y="-1281227"/>
            <a:ext cx="2338108" cy="2338108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9" name="!!circle-1ri"/>
          <p:cNvSpPr/>
          <p:nvPr/>
        </p:nvSpPr>
        <p:spPr>
          <a:xfrm>
            <a:off x="3829407" y="3916934"/>
            <a:ext cx="2223008" cy="2223008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0" name="!!rect-1sh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5F7">
                  <a:alpha val="0"/>
                </a:srgbClr>
              </a:gs>
              <a:gs pos="20428">
                <a:srgbClr val="F3F5F7">
                  <a:alpha val="0"/>
                </a:srgbClr>
              </a:gs>
              <a:gs pos="66730">
                <a:srgbClr val="F3F5F7"/>
              </a:gs>
              <a:gs pos="100000">
                <a:srgbClr val="F3F5F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1" name="!!circle-1sm"/>
          <p:cNvSpPr/>
          <p:nvPr/>
        </p:nvSpPr>
        <p:spPr>
          <a:xfrm>
            <a:off x="5540590" y="1195446"/>
            <a:ext cx="36055" cy="36055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12" name="!!circle-1sp"/>
          <p:cNvSpPr/>
          <p:nvPr/>
        </p:nvSpPr>
        <p:spPr>
          <a:xfrm>
            <a:off x="9316328" y="3085237"/>
            <a:ext cx="24295" cy="24295"/>
          </a:xfrm>
          <a:prstGeom prst="ellipse">
            <a:avLst/>
          </a:prstGeom>
          <a:solidFill>
            <a:srgbClr val="627D8D">
              <a:alpha val="18100"/>
            </a:srgbClr>
          </a:solidFill>
          <a:ln>
            <a:noFill/>
          </a:ln>
        </p:spPr>
      </p:sp>
      <p:sp>
        <p:nvSpPr>
          <p:cNvPr id="13" name="!!circle-1ss"/>
          <p:cNvSpPr/>
          <p:nvPr/>
        </p:nvSpPr>
        <p:spPr>
          <a:xfrm>
            <a:off x="3469692" y="6310817"/>
            <a:ext cx="25959" cy="25959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14" name="!!circle-1sv"/>
          <p:cNvSpPr/>
          <p:nvPr/>
        </p:nvSpPr>
        <p:spPr>
          <a:xfrm>
            <a:off x="2018342" y="1679401"/>
            <a:ext cx="35878" cy="35878"/>
          </a:xfrm>
          <a:prstGeom prst="ellipse">
            <a:avLst/>
          </a:prstGeom>
          <a:solidFill>
            <a:srgbClr val="627D8D">
              <a:alpha val="26800"/>
            </a:srgbClr>
          </a:solidFill>
          <a:ln>
            <a:noFill/>
          </a:ln>
        </p:spPr>
      </p:sp>
      <p:sp>
        <p:nvSpPr>
          <p:cNvPr id="15" name="!!circle-1sy"/>
          <p:cNvSpPr/>
          <p:nvPr/>
        </p:nvSpPr>
        <p:spPr>
          <a:xfrm>
            <a:off x="6884605" y="3543218"/>
            <a:ext cx="40234" cy="40234"/>
          </a:xfrm>
          <a:prstGeom prst="ellipse">
            <a:avLst/>
          </a:prstGeom>
          <a:solidFill>
            <a:srgbClr val="627D8D">
              <a:alpha val="31300"/>
            </a:srgbClr>
          </a:solidFill>
          <a:ln>
            <a:noFill/>
          </a:ln>
        </p:spPr>
      </p:sp>
      <p:sp>
        <p:nvSpPr>
          <p:cNvPr id="16" name="!!circle-1t4"/>
          <p:cNvSpPr/>
          <p:nvPr/>
        </p:nvSpPr>
        <p:spPr>
          <a:xfrm>
            <a:off x="1222229" y="4666079"/>
            <a:ext cx="29959" cy="29959"/>
          </a:xfrm>
          <a:prstGeom prst="ellipse">
            <a:avLst/>
          </a:prstGeom>
          <a:solidFill>
            <a:srgbClr val="627D8D">
              <a:alpha val="19400"/>
            </a:srgbClr>
          </a:solidFill>
          <a:ln>
            <a:noFill/>
          </a:ln>
        </p:spPr>
      </p:sp>
      <p:sp>
        <p:nvSpPr>
          <p:cNvPr id="17" name="!!circle-1t7"/>
          <p:cNvSpPr/>
          <p:nvPr/>
        </p:nvSpPr>
        <p:spPr>
          <a:xfrm>
            <a:off x="8426087" y="4361027"/>
            <a:ext cx="28702" cy="28702"/>
          </a:xfrm>
          <a:prstGeom prst="ellipse">
            <a:avLst/>
          </a:prstGeom>
          <a:solidFill>
            <a:srgbClr val="627D8D">
              <a:alpha val="17800"/>
            </a:srgbClr>
          </a:solidFill>
          <a:ln>
            <a:noFill/>
          </a:ln>
        </p:spPr>
      </p:sp>
      <p:sp>
        <p:nvSpPr>
          <p:cNvPr id="18" name="!!circle-1ta"/>
          <p:cNvSpPr/>
          <p:nvPr/>
        </p:nvSpPr>
        <p:spPr>
          <a:xfrm>
            <a:off x="10952963" y="1709546"/>
            <a:ext cx="24066" cy="24066"/>
          </a:xfrm>
          <a:prstGeom prst="ellipse">
            <a:avLst/>
          </a:prstGeom>
          <a:solidFill>
            <a:srgbClr val="627D8D">
              <a:alpha val="23900"/>
            </a:srgbClr>
          </a:solidFill>
          <a:ln>
            <a:noFill/>
          </a:ln>
        </p:spPr>
      </p:sp>
      <p:sp>
        <p:nvSpPr>
          <p:cNvPr id="19" name="!!circle-1td"/>
          <p:cNvSpPr/>
          <p:nvPr/>
        </p:nvSpPr>
        <p:spPr>
          <a:xfrm>
            <a:off x="8477885" y="5578522"/>
            <a:ext cx="35865" cy="35865"/>
          </a:xfrm>
          <a:prstGeom prst="ellipse">
            <a:avLst/>
          </a:prstGeom>
          <a:solidFill>
            <a:srgbClr val="627D8D">
              <a:alpha val="28200"/>
            </a:srgbClr>
          </a:solidFill>
          <a:ln>
            <a:noFill/>
          </a:ln>
        </p:spPr>
      </p:sp>
      <p:sp>
        <p:nvSpPr>
          <p:cNvPr id="20" name="!!circle-1tg"/>
          <p:cNvSpPr/>
          <p:nvPr/>
        </p:nvSpPr>
        <p:spPr>
          <a:xfrm>
            <a:off x="1530821" y="2669284"/>
            <a:ext cx="39218" cy="39218"/>
          </a:xfrm>
          <a:prstGeom prst="ellipse">
            <a:avLst/>
          </a:prstGeom>
          <a:solidFill>
            <a:srgbClr val="627D8D">
              <a:alpha val="29600"/>
            </a:srgbClr>
          </a:solidFill>
          <a:ln>
            <a:noFill/>
          </a:ln>
        </p:spPr>
      </p:sp>
      <p:sp>
        <p:nvSpPr>
          <p:cNvPr id="21" name="!!circle-1tj"/>
          <p:cNvSpPr/>
          <p:nvPr/>
        </p:nvSpPr>
        <p:spPr>
          <a:xfrm>
            <a:off x="7039456" y="5743740"/>
            <a:ext cx="49733" cy="49733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2" name="!!circle-1tm"/>
          <p:cNvSpPr/>
          <p:nvPr/>
        </p:nvSpPr>
        <p:spPr>
          <a:xfrm>
            <a:off x="6445360" y="1433453"/>
            <a:ext cx="41694" cy="41694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3" name="!!circle-1tp"/>
          <p:cNvSpPr/>
          <p:nvPr/>
        </p:nvSpPr>
        <p:spPr>
          <a:xfrm>
            <a:off x="6800586" y="4846050"/>
            <a:ext cx="31979" cy="31979"/>
          </a:xfrm>
          <a:prstGeom prst="ellipse">
            <a:avLst/>
          </a:prstGeom>
          <a:solidFill>
            <a:srgbClr val="627D8D">
              <a:alpha val="24100"/>
            </a:srgbClr>
          </a:solidFill>
          <a:ln>
            <a:noFill/>
          </a:ln>
        </p:spPr>
      </p:sp>
      <p:sp>
        <p:nvSpPr>
          <p:cNvPr id="24" name="!!circle-1ts"/>
          <p:cNvSpPr/>
          <p:nvPr/>
        </p:nvSpPr>
        <p:spPr>
          <a:xfrm>
            <a:off x="3921331" y="682310"/>
            <a:ext cx="18085" cy="18085"/>
          </a:xfrm>
          <a:prstGeom prst="ellipse">
            <a:avLst/>
          </a:prstGeom>
          <a:solidFill>
            <a:srgbClr val="627D8D">
              <a:alpha val="10500"/>
            </a:srgbClr>
          </a:solidFill>
          <a:ln>
            <a:noFill/>
          </a:ln>
        </p:spPr>
      </p:sp>
      <p:sp>
        <p:nvSpPr>
          <p:cNvPr id="25" name="!!circle-1ty"/>
          <p:cNvSpPr/>
          <p:nvPr/>
        </p:nvSpPr>
        <p:spPr>
          <a:xfrm>
            <a:off x="3490331" y="6044471"/>
            <a:ext cx="39243" cy="39243"/>
          </a:xfrm>
          <a:prstGeom prst="ellipse">
            <a:avLst/>
          </a:prstGeom>
          <a:solidFill>
            <a:srgbClr val="627D8D">
              <a:alpha val="27700"/>
            </a:srgbClr>
          </a:solidFill>
          <a:ln>
            <a:noFill/>
          </a:ln>
        </p:spPr>
      </p:sp>
      <p:sp>
        <p:nvSpPr>
          <p:cNvPr id="26" name="!!circle-1u1"/>
          <p:cNvSpPr/>
          <p:nvPr/>
        </p:nvSpPr>
        <p:spPr>
          <a:xfrm>
            <a:off x="1640276" y="6439851"/>
            <a:ext cx="34519" cy="34519"/>
          </a:xfrm>
          <a:prstGeom prst="ellipse">
            <a:avLst/>
          </a:prstGeom>
          <a:solidFill>
            <a:srgbClr val="627D8D">
              <a:alpha val="22500"/>
            </a:srgbClr>
          </a:solidFill>
          <a:ln>
            <a:noFill/>
          </a:ln>
        </p:spPr>
      </p:sp>
      <p:sp>
        <p:nvSpPr>
          <p:cNvPr id="27" name="!!circle-1u4"/>
          <p:cNvSpPr/>
          <p:nvPr/>
        </p:nvSpPr>
        <p:spPr>
          <a:xfrm>
            <a:off x="2724470" y="4831494"/>
            <a:ext cx="46228" cy="46228"/>
          </a:xfrm>
          <a:prstGeom prst="ellipse">
            <a:avLst/>
          </a:prstGeom>
          <a:solidFill>
            <a:srgbClr val="627D8D">
              <a:alpha val="26200"/>
            </a:srgbClr>
          </a:solidFill>
          <a:ln>
            <a:noFill/>
          </a:ln>
        </p:spPr>
      </p:sp>
      <p:sp>
        <p:nvSpPr>
          <p:cNvPr id="28" name="!!circle-1u7"/>
          <p:cNvSpPr/>
          <p:nvPr/>
        </p:nvSpPr>
        <p:spPr>
          <a:xfrm>
            <a:off x="7434731" y="4614506"/>
            <a:ext cx="49327" cy="49327"/>
          </a:xfrm>
          <a:prstGeom prst="ellipse">
            <a:avLst/>
          </a:prstGeom>
          <a:solidFill>
            <a:srgbClr val="627D8D">
              <a:alpha val="20800"/>
            </a:srgbClr>
          </a:solidFill>
          <a:ln>
            <a:noFill/>
          </a:ln>
        </p:spPr>
      </p:sp>
      <p:sp>
        <p:nvSpPr>
          <p:cNvPr id="29" name="!!circle-1ua"/>
          <p:cNvSpPr/>
          <p:nvPr/>
        </p:nvSpPr>
        <p:spPr>
          <a:xfrm>
            <a:off x="9698296" y="5251553"/>
            <a:ext cx="24054" cy="24054"/>
          </a:xfrm>
          <a:prstGeom prst="ellipse">
            <a:avLst/>
          </a:prstGeom>
          <a:solidFill>
            <a:srgbClr val="627D8D">
              <a:alpha val="22200"/>
            </a:srgbClr>
          </a:solidFill>
          <a:ln>
            <a:noFill/>
          </a:ln>
        </p:spPr>
      </p:sp>
      <p:sp>
        <p:nvSpPr>
          <p:cNvPr id="30" name="!!circle-1ud"/>
          <p:cNvSpPr/>
          <p:nvPr/>
        </p:nvSpPr>
        <p:spPr>
          <a:xfrm>
            <a:off x="1999442" y="1334319"/>
            <a:ext cx="32271" cy="32271"/>
          </a:xfrm>
          <a:prstGeom prst="ellipse">
            <a:avLst/>
          </a:prstGeom>
          <a:solidFill>
            <a:srgbClr val="627D8D">
              <a:alpha val="20500"/>
            </a:srgbClr>
          </a:solidFill>
          <a:ln>
            <a:noFill/>
          </a:ln>
        </p:spPr>
      </p:sp>
      <p:sp>
        <p:nvSpPr>
          <p:cNvPr id="31" name="!!circle-1uj"/>
          <p:cNvSpPr/>
          <p:nvPr/>
        </p:nvSpPr>
        <p:spPr>
          <a:xfrm>
            <a:off x="2058685" y="2247996"/>
            <a:ext cx="34252" cy="34252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32" name="!!circle-1um"/>
          <p:cNvSpPr/>
          <p:nvPr/>
        </p:nvSpPr>
        <p:spPr>
          <a:xfrm>
            <a:off x="9596099" y="4025255"/>
            <a:ext cx="44196" cy="44196"/>
          </a:xfrm>
          <a:prstGeom prst="ellipse">
            <a:avLst/>
          </a:prstGeom>
          <a:solidFill>
            <a:srgbClr val="627D8D">
              <a:alpha val="21700"/>
            </a:srgbClr>
          </a:solidFill>
          <a:ln>
            <a:noFill/>
          </a:ln>
        </p:spPr>
      </p:sp>
      <p:sp>
        <p:nvSpPr>
          <p:cNvPr id="33" name="!!circle-1up"/>
          <p:cNvSpPr/>
          <p:nvPr/>
        </p:nvSpPr>
        <p:spPr>
          <a:xfrm>
            <a:off x="6751538" y="1687352"/>
            <a:ext cx="35192" cy="35192"/>
          </a:xfrm>
          <a:prstGeom prst="ellipse">
            <a:avLst/>
          </a:prstGeom>
          <a:solidFill>
            <a:srgbClr val="627D8D">
              <a:alpha val="27100"/>
            </a:srgbClr>
          </a:solidFill>
          <a:ln>
            <a:noFill/>
          </a:ln>
        </p:spPr>
      </p:sp>
      <p:sp>
        <p:nvSpPr>
          <p:cNvPr id="34" name="!!circle-1us"/>
          <p:cNvSpPr/>
          <p:nvPr/>
        </p:nvSpPr>
        <p:spPr>
          <a:xfrm>
            <a:off x="10212748" y="5148118"/>
            <a:ext cx="43358" cy="43358"/>
          </a:xfrm>
          <a:prstGeom prst="ellipse">
            <a:avLst/>
          </a:prstGeom>
          <a:solidFill>
            <a:srgbClr val="627D8D">
              <a:alpha val="19500"/>
            </a:srgbClr>
          </a:solidFill>
          <a:ln>
            <a:noFill/>
          </a:ln>
        </p:spPr>
      </p:sp>
      <p:sp>
        <p:nvSpPr>
          <p:cNvPr id="35" name="!!circle-1uv"/>
          <p:cNvSpPr/>
          <p:nvPr/>
        </p:nvSpPr>
        <p:spPr>
          <a:xfrm>
            <a:off x="3220854" y="1923013"/>
            <a:ext cx="33528" cy="33528"/>
          </a:xfrm>
          <a:prstGeom prst="ellipse">
            <a:avLst/>
          </a:prstGeom>
          <a:solidFill>
            <a:srgbClr val="627D8D">
              <a:alpha val="28300"/>
            </a:srgbClr>
          </a:solidFill>
          <a:ln>
            <a:noFill/>
          </a:ln>
        </p:spPr>
      </p:sp>
      <p:sp>
        <p:nvSpPr>
          <p:cNvPr id="36" name="!!circle-1uy"/>
          <p:cNvSpPr/>
          <p:nvPr/>
        </p:nvSpPr>
        <p:spPr>
          <a:xfrm>
            <a:off x="6847097" y="2519941"/>
            <a:ext cx="28956" cy="28956"/>
          </a:xfrm>
          <a:prstGeom prst="ellipse">
            <a:avLst/>
          </a:prstGeom>
          <a:solidFill>
            <a:srgbClr val="627D8D">
              <a:alpha val="21800"/>
            </a:srgbClr>
          </a:solidFill>
          <a:ln>
            <a:noFill/>
          </a:ln>
        </p:spPr>
      </p:sp>
      <p:sp>
        <p:nvSpPr>
          <p:cNvPr id="37" name="!!circle-1v1"/>
          <p:cNvSpPr/>
          <p:nvPr/>
        </p:nvSpPr>
        <p:spPr>
          <a:xfrm>
            <a:off x="7026417" y="6176768"/>
            <a:ext cx="45555" cy="45555"/>
          </a:xfrm>
          <a:prstGeom prst="ellipse">
            <a:avLst/>
          </a:prstGeom>
          <a:solidFill>
            <a:srgbClr val="627D8D">
              <a:alpha val="20900"/>
            </a:srgbClr>
          </a:solidFill>
          <a:ln>
            <a:noFill/>
          </a:ln>
        </p:spPr>
      </p:sp>
      <p:sp>
        <p:nvSpPr>
          <p:cNvPr id="38" name="!!circle-1v4"/>
          <p:cNvSpPr/>
          <p:nvPr/>
        </p:nvSpPr>
        <p:spPr>
          <a:xfrm>
            <a:off x="11291916" y="3006523"/>
            <a:ext cx="39484" cy="39484"/>
          </a:xfrm>
          <a:prstGeom prst="ellipse">
            <a:avLst/>
          </a:prstGeom>
          <a:solidFill>
            <a:srgbClr val="627D8D">
              <a:alpha val="13600"/>
            </a:srgbClr>
          </a:solidFill>
          <a:ln>
            <a:noFill/>
          </a:ln>
        </p:spPr>
      </p:sp>
      <p:sp>
        <p:nvSpPr>
          <p:cNvPr id="39" name="!!circle-1v7"/>
          <p:cNvSpPr/>
          <p:nvPr/>
        </p:nvSpPr>
        <p:spPr>
          <a:xfrm>
            <a:off x="7485413" y="5545719"/>
            <a:ext cx="30455" cy="30455"/>
          </a:xfrm>
          <a:prstGeom prst="ellipse">
            <a:avLst/>
          </a:prstGeom>
          <a:solidFill>
            <a:srgbClr val="627D8D">
              <a:alpha val="16500"/>
            </a:srgbClr>
          </a:solidFill>
          <a:ln>
            <a:noFill/>
          </a:ln>
        </p:spPr>
      </p:sp>
      <p:sp>
        <p:nvSpPr>
          <p:cNvPr id="40" name="!!circle-1va"/>
          <p:cNvSpPr/>
          <p:nvPr/>
        </p:nvSpPr>
        <p:spPr>
          <a:xfrm>
            <a:off x="8992479" y="6308494"/>
            <a:ext cx="28257" cy="28257"/>
          </a:xfrm>
          <a:prstGeom prst="ellipse">
            <a:avLst/>
          </a:prstGeom>
          <a:solidFill>
            <a:srgbClr val="627D8D">
              <a:alpha val="15700"/>
            </a:srgbClr>
          </a:solidFill>
          <a:ln>
            <a:noFill/>
          </a:ln>
        </p:spPr>
      </p:sp>
      <p:sp>
        <p:nvSpPr>
          <p:cNvPr id="41" name="!!circle-1vd"/>
          <p:cNvSpPr/>
          <p:nvPr/>
        </p:nvSpPr>
        <p:spPr>
          <a:xfrm>
            <a:off x="11444387" y="4946324"/>
            <a:ext cx="45149" cy="45149"/>
          </a:xfrm>
          <a:prstGeom prst="ellipse">
            <a:avLst/>
          </a:prstGeom>
          <a:solidFill>
            <a:srgbClr val="627D8D">
              <a:alpha val="31200"/>
            </a:srgbClr>
          </a:solidFill>
          <a:ln>
            <a:noFill/>
          </a:ln>
        </p:spPr>
      </p:sp>
      <p:sp>
        <p:nvSpPr>
          <p:cNvPr id="42" name="!!circle-1vg"/>
          <p:cNvSpPr/>
          <p:nvPr/>
        </p:nvSpPr>
        <p:spPr>
          <a:xfrm>
            <a:off x="3475220" y="2878282"/>
            <a:ext cx="30696" cy="30696"/>
          </a:xfrm>
          <a:prstGeom prst="ellipse">
            <a:avLst/>
          </a:prstGeom>
          <a:solidFill>
            <a:srgbClr val="627D8D">
              <a:alpha val="25700"/>
            </a:srgbClr>
          </a:solidFill>
          <a:ln>
            <a:noFill/>
          </a:ln>
        </p:spPr>
      </p:sp>
      <p:sp>
        <p:nvSpPr>
          <p:cNvPr id="43" name="!!circle-1vj"/>
          <p:cNvSpPr/>
          <p:nvPr/>
        </p:nvSpPr>
        <p:spPr>
          <a:xfrm>
            <a:off x="8820530" y="3392147"/>
            <a:ext cx="37401" cy="37401"/>
          </a:xfrm>
          <a:prstGeom prst="ellipse">
            <a:avLst/>
          </a:prstGeom>
          <a:solidFill>
            <a:srgbClr val="627D8D">
              <a:alpha val="16000"/>
            </a:srgbClr>
          </a:solidFill>
          <a:ln>
            <a:noFill/>
          </a:ln>
        </p:spPr>
      </p:sp>
      <p:sp>
        <p:nvSpPr>
          <p:cNvPr id="44" name="!!circle-1vm"/>
          <p:cNvSpPr/>
          <p:nvPr/>
        </p:nvSpPr>
        <p:spPr>
          <a:xfrm>
            <a:off x="1829921" y="4292253"/>
            <a:ext cx="33096" cy="33096"/>
          </a:xfrm>
          <a:prstGeom prst="ellipse">
            <a:avLst/>
          </a:prstGeom>
          <a:solidFill>
            <a:srgbClr val="627D8D">
              <a:alpha val="22300"/>
            </a:srgbClr>
          </a:solidFill>
          <a:ln>
            <a:noFill/>
          </a:ln>
        </p:spPr>
      </p:sp>
      <p:sp>
        <p:nvSpPr>
          <p:cNvPr id="45" name="!!circle-1vp"/>
          <p:cNvSpPr/>
          <p:nvPr/>
        </p:nvSpPr>
        <p:spPr>
          <a:xfrm>
            <a:off x="11569628" y="414401"/>
            <a:ext cx="21145" cy="21145"/>
          </a:xfrm>
          <a:prstGeom prst="ellipse">
            <a:avLst/>
          </a:prstGeom>
          <a:solidFill>
            <a:srgbClr val="627D8D">
              <a:alpha val="16300"/>
            </a:srgbClr>
          </a:solidFill>
          <a:ln>
            <a:noFill/>
          </a:ln>
        </p:spPr>
      </p:sp>
      <p:sp>
        <p:nvSpPr>
          <p:cNvPr id="46" name="!!circle-1vs"/>
          <p:cNvSpPr/>
          <p:nvPr/>
        </p:nvSpPr>
        <p:spPr>
          <a:xfrm>
            <a:off x="11075264" y="5414267"/>
            <a:ext cx="35281" cy="35281"/>
          </a:xfrm>
          <a:prstGeom prst="ellipse">
            <a:avLst/>
          </a:prstGeom>
          <a:solidFill>
            <a:srgbClr val="627D8D">
              <a:alpha val="30000"/>
            </a:srgbClr>
          </a:solidFill>
          <a:ln>
            <a:noFill/>
          </a:ln>
        </p:spPr>
      </p:sp>
      <p:sp>
        <p:nvSpPr>
          <p:cNvPr id="47" name="!!text-5vp" descr="開發成果"/>
          <p:cNvSpPr txBox="1"/>
          <p:nvPr/>
        </p:nvSpPr>
        <p:spPr>
          <a:xfrm>
            <a:off x="673507" y="612020"/>
            <a:ext cx="715155" cy="2222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08" b="1" kern="0" spc="145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開發成</a:t>
            </a:r>
            <a:r>
              <a:rPr lang="zh-TW" altLang="en-US" sz="1208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果</a:t>
            </a:r>
            <a:endParaRPr lang="zh-TW" sz="1208"/>
          </a:p>
        </p:txBody>
      </p:sp>
      <p:sp>
        <p:nvSpPr>
          <p:cNvPr id="48" name="!!text-5vz" descr="完整實作，逐項驗證"/>
          <p:cNvSpPr txBox="1"/>
          <p:nvPr/>
        </p:nvSpPr>
        <p:spPr>
          <a:xfrm>
            <a:off x="673507" y="882633"/>
            <a:ext cx="4060732" cy="6666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3625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完整實</a:t>
            </a:r>
            <a:r>
              <a:rPr lang="zh-TW" altLang="en-US" sz="3625" kern="0" spc="-1088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作</a:t>
            </a:r>
            <a:r>
              <a:rPr lang="zh-TW" altLang="en-US" sz="3625" kern="0" spc="-653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，</a:t>
            </a:r>
            <a:r>
              <a:rPr lang="zh-TW" altLang="en-US" sz="3625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逐項驗證</a:t>
            </a:r>
            <a:endParaRPr lang="zh-TW" sz="3625"/>
          </a:p>
        </p:txBody>
      </p:sp>
      <p:sp>
        <p:nvSpPr>
          <p:cNvPr id="49" name="!!text-5wd" descr="後端 10 組測試群組與 App 測試全數通過。"/>
          <p:cNvSpPr txBox="1"/>
          <p:nvPr/>
        </p:nvSpPr>
        <p:spPr>
          <a:xfrm>
            <a:off x="673507" y="1603416"/>
            <a:ext cx="3687424" cy="2777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511" kern="0" dirty="0">
                <a:solidFill>
                  <a:srgbClr val="3F4A54"/>
                </a:solidFill>
                <a:latin typeface="Noto Sans TC Medium"/>
                <a:ea typeface="Noto Sans TC Medium"/>
                <a:cs typeface="Noto Sans TC Medium"/>
              </a:rPr>
              <a:t>後端 10 組測試群組與 App 測試全數通過。</a:t>
            </a:r>
            <a:endParaRPr lang="zh-TW" sz="1511"/>
          </a:p>
        </p:txBody>
      </p:sp>
      <p:sp>
        <p:nvSpPr>
          <p:cNvPr id="50" name="!!text-5xx" descr="2"/>
          <p:cNvSpPr txBox="1"/>
          <p:nvPr/>
        </p:nvSpPr>
        <p:spPr>
          <a:xfrm>
            <a:off x="1307836" y="2951366"/>
            <a:ext cx="794191" cy="13888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53" kern="0" dirty="0">
                <a:solidFill>
                  <a:srgbClr val="627D8D"/>
                </a:solidFill>
                <a:latin typeface="Noto Sans TC ExtraLight"/>
                <a:ea typeface="Noto Sans TC ExtraLight"/>
                <a:cs typeface="Noto Sans TC ExtraLight"/>
              </a:rPr>
              <a:t>2</a:t>
            </a:r>
            <a:endParaRPr lang="zh-TW" sz="7553"/>
          </a:p>
        </p:txBody>
      </p:sp>
      <p:sp>
        <p:nvSpPr>
          <p:cNvPr id="51" name="!!text-5z5" descr="9"/>
          <p:cNvSpPr txBox="1"/>
          <p:nvPr/>
        </p:nvSpPr>
        <p:spPr>
          <a:xfrm>
            <a:off x="1814276" y="2951366"/>
            <a:ext cx="794191" cy="13888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53" kern="0" dirty="0">
                <a:solidFill>
                  <a:srgbClr val="627D8D"/>
                </a:solidFill>
                <a:latin typeface="Noto Sans TC ExtraLight"/>
                <a:ea typeface="Noto Sans TC ExtraLight"/>
                <a:cs typeface="Noto Sans TC ExtraLight"/>
              </a:rPr>
              <a:t>9</a:t>
            </a:r>
            <a:endParaRPr lang="zh-TW" sz="7553"/>
          </a:p>
        </p:txBody>
      </p:sp>
      <p:sp>
        <p:nvSpPr>
          <p:cNvPr id="52" name="!!text-607" descr="6"/>
          <p:cNvSpPr txBox="1"/>
          <p:nvPr/>
        </p:nvSpPr>
        <p:spPr>
          <a:xfrm>
            <a:off x="2320717" y="2951366"/>
            <a:ext cx="794191" cy="13888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53" kern="0" dirty="0">
                <a:solidFill>
                  <a:srgbClr val="627D8D"/>
                </a:solidFill>
                <a:latin typeface="Noto Sans TC ExtraLight"/>
                <a:ea typeface="Noto Sans TC ExtraLight"/>
                <a:cs typeface="Noto Sans TC ExtraLight"/>
              </a:rPr>
              <a:t>6</a:t>
            </a:r>
            <a:endParaRPr lang="zh-TW" sz="7553"/>
          </a:p>
        </p:txBody>
      </p:sp>
      <p:sp>
        <p:nvSpPr>
          <p:cNvPr id="53" name="!!text-60d" descr="個 API 端點"/>
          <p:cNvSpPr txBox="1"/>
          <p:nvPr/>
        </p:nvSpPr>
        <p:spPr>
          <a:xfrm>
            <a:off x="1644210" y="4433855"/>
            <a:ext cx="896451" cy="24073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09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個 API 端點</a:t>
            </a:r>
            <a:endParaRPr lang="zh-TW" sz="1309"/>
          </a:p>
        </p:txBody>
      </p:sp>
      <p:sp>
        <p:nvSpPr>
          <p:cNvPr id="54" name="!!text-60o" descr="RESTful API"/>
          <p:cNvSpPr txBox="1"/>
          <p:nvPr/>
        </p:nvSpPr>
        <p:spPr>
          <a:xfrm>
            <a:off x="1691465" y="4719303"/>
            <a:ext cx="794267" cy="20370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08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RE</a:t>
            </a:r>
            <a:r>
              <a:rPr lang="zh-TW" altLang="en-US" sz="1108" kern="0" spc="-28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S</a:t>
            </a:r>
            <a:r>
              <a:rPr lang="zh-TW" altLang="en-US" sz="1108" kern="0" spc="-24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T</a:t>
            </a:r>
            <a:r>
              <a:rPr lang="zh-TW" altLang="en-US" sz="1108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ful API</a:t>
            </a:r>
            <a:endParaRPr lang="zh-TW" sz="1108"/>
          </a:p>
        </p:txBody>
      </p:sp>
      <p:sp>
        <p:nvSpPr>
          <p:cNvPr id="55" name="!!text-61t" descr="1"/>
          <p:cNvSpPr txBox="1"/>
          <p:nvPr/>
        </p:nvSpPr>
        <p:spPr>
          <a:xfrm>
            <a:off x="3624705" y="2951366"/>
            <a:ext cx="794191" cy="13888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53" kern="0" dirty="0">
                <a:solidFill>
                  <a:srgbClr val="627D8D"/>
                </a:solidFill>
                <a:latin typeface="Noto Sans TC ExtraLight"/>
                <a:ea typeface="Noto Sans TC ExtraLight"/>
                <a:cs typeface="Noto Sans TC ExtraLight"/>
              </a:rPr>
              <a:t>1</a:t>
            </a:r>
            <a:endParaRPr lang="zh-TW" sz="7553"/>
          </a:p>
        </p:txBody>
      </p:sp>
      <p:sp>
        <p:nvSpPr>
          <p:cNvPr id="56" name="!!text-61x" descr=","/>
          <p:cNvSpPr txBox="1"/>
          <p:nvPr/>
        </p:nvSpPr>
        <p:spPr>
          <a:xfrm>
            <a:off x="4131145" y="2951366"/>
            <a:ext cx="518910" cy="13888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53" kern="0" dirty="0">
                <a:solidFill>
                  <a:srgbClr val="627D8D"/>
                </a:solidFill>
                <a:latin typeface="Noto Sans TC ExtraLight"/>
                <a:ea typeface="Noto Sans TC ExtraLight"/>
                <a:cs typeface="Noto Sans TC ExtraLight"/>
              </a:rPr>
              <a:t>,</a:t>
            </a:r>
            <a:endParaRPr lang="zh-TW" sz="7553"/>
          </a:p>
        </p:txBody>
      </p:sp>
      <p:sp>
        <p:nvSpPr>
          <p:cNvPr id="57" name="!!text-62v" descr="4"/>
          <p:cNvSpPr txBox="1"/>
          <p:nvPr/>
        </p:nvSpPr>
        <p:spPr>
          <a:xfrm>
            <a:off x="4362305" y="2951366"/>
            <a:ext cx="794191" cy="13888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53" kern="0" dirty="0">
                <a:solidFill>
                  <a:srgbClr val="627D8D"/>
                </a:solidFill>
                <a:latin typeface="Noto Sans TC ExtraLight"/>
                <a:ea typeface="Noto Sans TC ExtraLight"/>
                <a:cs typeface="Noto Sans TC ExtraLight"/>
              </a:rPr>
              <a:t>4</a:t>
            </a:r>
            <a:endParaRPr lang="zh-TW" sz="7553"/>
          </a:p>
        </p:txBody>
      </p:sp>
      <p:sp>
        <p:nvSpPr>
          <p:cNvPr id="58" name="!!text-643" descr="9"/>
          <p:cNvSpPr txBox="1"/>
          <p:nvPr/>
        </p:nvSpPr>
        <p:spPr>
          <a:xfrm>
            <a:off x="4868745" y="2951366"/>
            <a:ext cx="794191" cy="13888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53" kern="0" dirty="0">
                <a:solidFill>
                  <a:srgbClr val="627D8D"/>
                </a:solidFill>
                <a:latin typeface="Noto Sans TC ExtraLight"/>
                <a:ea typeface="Noto Sans TC ExtraLight"/>
                <a:cs typeface="Noto Sans TC ExtraLight"/>
              </a:rPr>
              <a:t>9</a:t>
            </a:r>
            <a:endParaRPr lang="zh-TW" sz="7553"/>
          </a:p>
        </p:txBody>
      </p:sp>
      <p:sp>
        <p:nvSpPr>
          <p:cNvPr id="59" name="!!text-657" descr="7"/>
          <p:cNvSpPr txBox="1"/>
          <p:nvPr/>
        </p:nvSpPr>
        <p:spPr>
          <a:xfrm>
            <a:off x="5375186" y="2951366"/>
            <a:ext cx="794191" cy="13888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53" kern="0" dirty="0">
                <a:solidFill>
                  <a:srgbClr val="627D8D"/>
                </a:solidFill>
                <a:latin typeface="Noto Sans TC ExtraLight"/>
                <a:ea typeface="Noto Sans TC ExtraLight"/>
                <a:cs typeface="Noto Sans TC ExtraLight"/>
              </a:rPr>
              <a:t>7</a:t>
            </a:r>
            <a:endParaRPr lang="zh-TW" sz="7553"/>
          </a:p>
        </p:txBody>
      </p:sp>
      <p:sp>
        <p:nvSpPr>
          <p:cNvPr id="60" name="!!text-65d" descr="項後端測試"/>
          <p:cNvSpPr txBox="1"/>
          <p:nvPr/>
        </p:nvSpPr>
        <p:spPr>
          <a:xfrm>
            <a:off x="4337526" y="4433855"/>
            <a:ext cx="881155" cy="24073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09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項後端測試</a:t>
            </a:r>
            <a:endParaRPr lang="zh-TW" sz="1309"/>
          </a:p>
        </p:txBody>
      </p:sp>
      <p:sp>
        <p:nvSpPr>
          <p:cNvPr id="61" name="!!text-65n" descr="10 組測試群組全數通過"/>
          <p:cNvSpPr txBox="1"/>
          <p:nvPr/>
        </p:nvSpPr>
        <p:spPr>
          <a:xfrm>
            <a:off x="4026283" y="4719303"/>
            <a:ext cx="1495969" cy="20370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08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10 組測試群組全數通過</a:t>
            </a:r>
            <a:endParaRPr lang="zh-TW" sz="1108"/>
          </a:p>
        </p:txBody>
      </p:sp>
      <p:sp>
        <p:nvSpPr>
          <p:cNvPr id="62" name="!!text-66v" descr="2"/>
          <p:cNvSpPr txBox="1"/>
          <p:nvPr/>
        </p:nvSpPr>
        <p:spPr>
          <a:xfrm>
            <a:off x="6310374" y="2951366"/>
            <a:ext cx="794191" cy="13888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53" kern="0" dirty="0">
                <a:solidFill>
                  <a:srgbClr val="627D8D"/>
                </a:solidFill>
                <a:latin typeface="Noto Sans TC ExtraLight"/>
                <a:ea typeface="Noto Sans TC ExtraLight"/>
                <a:cs typeface="Noto Sans TC ExtraLight"/>
              </a:rPr>
              <a:t>2</a:t>
            </a:r>
            <a:endParaRPr lang="zh-TW" sz="7553"/>
          </a:p>
        </p:txBody>
      </p:sp>
      <p:sp>
        <p:nvSpPr>
          <p:cNvPr id="63" name="!!text-66z" descr=","/>
          <p:cNvSpPr txBox="1"/>
          <p:nvPr/>
        </p:nvSpPr>
        <p:spPr>
          <a:xfrm>
            <a:off x="6816814" y="2951366"/>
            <a:ext cx="518910" cy="13888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53" kern="0" dirty="0">
                <a:solidFill>
                  <a:srgbClr val="627D8D"/>
                </a:solidFill>
                <a:latin typeface="Noto Sans TC ExtraLight"/>
                <a:ea typeface="Noto Sans TC ExtraLight"/>
                <a:cs typeface="Noto Sans TC ExtraLight"/>
              </a:rPr>
              <a:t>,</a:t>
            </a:r>
            <a:endParaRPr lang="zh-TW" sz="7553"/>
          </a:p>
        </p:txBody>
      </p:sp>
      <p:sp>
        <p:nvSpPr>
          <p:cNvPr id="64" name="!!text-67z" descr="5"/>
          <p:cNvSpPr txBox="1"/>
          <p:nvPr/>
        </p:nvSpPr>
        <p:spPr>
          <a:xfrm>
            <a:off x="7047974" y="2951366"/>
            <a:ext cx="794191" cy="13888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53" kern="0" dirty="0">
                <a:solidFill>
                  <a:srgbClr val="627D8D"/>
                </a:solidFill>
                <a:latin typeface="Noto Sans TC ExtraLight"/>
                <a:ea typeface="Noto Sans TC ExtraLight"/>
                <a:cs typeface="Noto Sans TC ExtraLight"/>
              </a:rPr>
              <a:t>5</a:t>
            </a:r>
            <a:endParaRPr lang="zh-TW" sz="7553"/>
          </a:p>
        </p:txBody>
      </p:sp>
      <p:sp>
        <p:nvSpPr>
          <p:cNvPr id="65" name="!!text-68p" descr="0"/>
          <p:cNvSpPr txBox="1"/>
          <p:nvPr/>
        </p:nvSpPr>
        <p:spPr>
          <a:xfrm>
            <a:off x="7554414" y="2951366"/>
            <a:ext cx="794191" cy="13888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53" kern="0" dirty="0">
                <a:solidFill>
                  <a:srgbClr val="627D8D"/>
                </a:solidFill>
                <a:latin typeface="Noto Sans TC ExtraLight"/>
                <a:ea typeface="Noto Sans TC ExtraLight"/>
                <a:cs typeface="Noto Sans TC ExtraLight"/>
              </a:rPr>
              <a:t>0</a:t>
            </a:r>
            <a:endParaRPr lang="zh-TW" sz="7553"/>
          </a:p>
        </p:txBody>
      </p:sp>
      <p:sp>
        <p:nvSpPr>
          <p:cNvPr id="66" name="!!text-69n" descr="4"/>
          <p:cNvSpPr txBox="1"/>
          <p:nvPr/>
        </p:nvSpPr>
        <p:spPr>
          <a:xfrm>
            <a:off x="8060855" y="2951366"/>
            <a:ext cx="794191" cy="13888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53" kern="0" dirty="0">
                <a:solidFill>
                  <a:srgbClr val="627D8D"/>
                </a:solidFill>
                <a:latin typeface="Noto Sans TC ExtraLight"/>
                <a:ea typeface="Noto Sans TC ExtraLight"/>
                <a:cs typeface="Noto Sans TC ExtraLight"/>
              </a:rPr>
              <a:t>4</a:t>
            </a:r>
            <a:endParaRPr lang="zh-TW" sz="7553"/>
          </a:p>
        </p:txBody>
      </p:sp>
      <p:sp>
        <p:nvSpPr>
          <p:cNvPr id="67" name="!!text-69t" descr="項 App 測試"/>
          <p:cNvSpPr txBox="1"/>
          <p:nvPr/>
        </p:nvSpPr>
        <p:spPr>
          <a:xfrm>
            <a:off x="6991357" y="4433855"/>
            <a:ext cx="944831" cy="24073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09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項 App 測試</a:t>
            </a:r>
            <a:endParaRPr lang="zh-TW" sz="1309"/>
          </a:p>
        </p:txBody>
      </p:sp>
      <p:sp>
        <p:nvSpPr>
          <p:cNvPr id="68" name="!!text-6a4" descr="44 個測試檔全數通過"/>
          <p:cNvSpPr txBox="1"/>
          <p:nvPr/>
        </p:nvSpPr>
        <p:spPr>
          <a:xfrm>
            <a:off x="6782291" y="4719303"/>
            <a:ext cx="1355291" cy="20370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08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44 個測試檔全數通過</a:t>
            </a:r>
            <a:endParaRPr lang="zh-TW" sz="1108"/>
          </a:p>
        </p:txBody>
      </p:sp>
      <p:sp>
        <p:nvSpPr>
          <p:cNvPr id="69" name="!!text-6bh" descr="5"/>
          <p:cNvSpPr txBox="1"/>
          <p:nvPr/>
        </p:nvSpPr>
        <p:spPr>
          <a:xfrm>
            <a:off x="9871283" y="2951366"/>
            <a:ext cx="794191" cy="13888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553" kern="0" dirty="0">
                <a:solidFill>
                  <a:srgbClr val="627D8D"/>
                </a:solidFill>
                <a:latin typeface="Noto Sans TC ExtraLight"/>
                <a:ea typeface="Noto Sans TC ExtraLight"/>
                <a:cs typeface="Noto Sans TC ExtraLight"/>
              </a:rPr>
              <a:t>5</a:t>
            </a:r>
            <a:endParaRPr lang="zh-TW" sz="7553"/>
          </a:p>
        </p:txBody>
      </p:sp>
      <p:sp>
        <p:nvSpPr>
          <p:cNvPr id="70" name="!!text-6bn" descr="種介面語言"/>
          <p:cNvSpPr txBox="1"/>
          <p:nvPr/>
        </p:nvSpPr>
        <p:spPr>
          <a:xfrm>
            <a:off x="9708864" y="4433855"/>
            <a:ext cx="881155" cy="24073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09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種介面語言</a:t>
            </a:r>
            <a:endParaRPr lang="zh-TW" sz="1309"/>
          </a:p>
        </p:txBody>
      </p:sp>
      <p:sp>
        <p:nvSpPr>
          <p:cNvPr id="71" name="!!text-6bx" descr="繁中・簡中・英・日・韓"/>
          <p:cNvSpPr txBox="1"/>
          <p:nvPr/>
        </p:nvSpPr>
        <p:spPr>
          <a:xfrm>
            <a:off x="9350775" y="4719303"/>
            <a:ext cx="1589660" cy="20370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08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繁中・簡中・英・日・韓</a:t>
            </a:r>
            <a:endParaRPr lang="zh-TW" sz="1108"/>
          </a:p>
        </p:txBody>
      </p:sp>
      <p:sp>
        <p:nvSpPr>
          <p:cNvPr id="72" name="!!path-9ic"/>
          <p:cNvSpPr/>
          <p:nvPr/>
        </p:nvSpPr>
        <p:spPr>
          <a:xfrm>
            <a:off x="381000" y="306527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3" name="!!path-9id"/>
          <p:cNvSpPr/>
          <p:nvPr/>
        </p:nvSpPr>
        <p:spPr>
          <a:xfrm>
            <a:off x="381000" y="308153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4" name="!!path-9ie"/>
          <p:cNvSpPr/>
          <p:nvPr/>
        </p:nvSpPr>
        <p:spPr>
          <a:xfrm>
            <a:off x="381000" y="309778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5" name="!!path-9if"/>
          <p:cNvSpPr/>
          <p:nvPr/>
        </p:nvSpPr>
        <p:spPr>
          <a:xfrm>
            <a:off x="381000" y="311404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6" name="!!path-9ig"/>
          <p:cNvSpPr/>
          <p:nvPr/>
        </p:nvSpPr>
        <p:spPr>
          <a:xfrm>
            <a:off x="381000" y="313030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7" name="!!path-9ih"/>
          <p:cNvSpPr/>
          <p:nvPr/>
        </p:nvSpPr>
        <p:spPr>
          <a:xfrm>
            <a:off x="381000" y="314655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8" name="!!path-9ii"/>
          <p:cNvSpPr/>
          <p:nvPr/>
        </p:nvSpPr>
        <p:spPr>
          <a:xfrm>
            <a:off x="381000" y="316281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9" name="!!path-9ij"/>
          <p:cNvSpPr/>
          <p:nvPr/>
        </p:nvSpPr>
        <p:spPr>
          <a:xfrm>
            <a:off x="381000" y="317906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80" name="!!path-9ik"/>
          <p:cNvSpPr/>
          <p:nvPr/>
        </p:nvSpPr>
        <p:spPr>
          <a:xfrm>
            <a:off x="419608" y="269342"/>
            <a:ext cx="128422" cy="122936"/>
          </a:xfrm>
          <a:custGeom>
            <a:avLst/>
            <a:gdLst/>
            <a:ahLst/>
            <a:cxnLst/>
            <a:rect l="l" t="t" r="r" b="b"/>
            <a:pathLst>
              <a:path w="128422" h="122936">
                <a:moveTo>
                  <a:pt x="0" y="17678"/>
                </a:moveTo>
                <a:lnTo>
                  <a:pt x="8128" y="5080"/>
                </a:lnTo>
                <a:cubicBezTo>
                  <a:pt x="32512" y="0"/>
                  <a:pt x="73152" y="7112"/>
                  <a:pt x="101600" y="26416"/>
                </a:cubicBezTo>
                <a:cubicBezTo>
                  <a:pt x="116840" y="37186"/>
                  <a:pt x="124968" y="49784"/>
                  <a:pt x="128422" y="62992"/>
                </a:cubicBezTo>
                <a:lnTo>
                  <a:pt x="128422" y="122936"/>
                </a:lnTo>
                <a:lnTo>
                  <a:pt x="0" y="1229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81" name="!!path-9il"/>
          <p:cNvSpPr/>
          <p:nvPr/>
        </p:nvSpPr>
        <p:spPr>
          <a:xfrm>
            <a:off x="419608" y="269342"/>
            <a:ext cx="128422" cy="62992"/>
          </a:xfrm>
          <a:custGeom>
            <a:avLst/>
            <a:gdLst/>
            <a:ahLst/>
            <a:cxnLst/>
            <a:rect l="l" t="t" r="r" b="b"/>
            <a:pathLst>
              <a:path w="128422" h="62992" fill="none">
                <a:moveTo>
                  <a:pt x="128422" y="62992"/>
                </a:moveTo>
                <a:cubicBezTo>
                  <a:pt x="124968" y="49784"/>
                  <a:pt x="116840" y="37186"/>
                  <a:pt x="101600" y="26416"/>
                </a:cubicBezTo>
                <a:cubicBezTo>
                  <a:pt x="73152" y="7112"/>
                  <a:pt x="32512" y="0"/>
                  <a:pt x="8128" y="5080"/>
                </a:cubicBezTo>
                <a:lnTo>
                  <a:pt x="0" y="1767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82" name="!!path-9im"/>
          <p:cNvSpPr/>
          <p:nvPr/>
        </p:nvSpPr>
        <p:spPr>
          <a:xfrm>
            <a:off x="407010" y="281534"/>
            <a:ext cx="141021" cy="110744"/>
          </a:xfrm>
          <a:custGeom>
            <a:avLst/>
            <a:gdLst/>
            <a:ahLst/>
            <a:cxnLst/>
            <a:rect l="l" t="t" r="r" b="b"/>
            <a:pathLst>
              <a:path w="141021" h="110744">
                <a:moveTo>
                  <a:pt x="0" y="22352"/>
                </a:moveTo>
                <a:lnTo>
                  <a:pt x="6502" y="6502"/>
                </a:lnTo>
                <a:cubicBezTo>
                  <a:pt x="36982" y="0"/>
                  <a:pt x="79654" y="7112"/>
                  <a:pt x="110134" y="25400"/>
                </a:cubicBezTo>
                <a:cubicBezTo>
                  <a:pt x="126390" y="35154"/>
                  <a:pt x="136550" y="49784"/>
                  <a:pt x="141021" y="62992"/>
                </a:cubicBezTo>
                <a:lnTo>
                  <a:pt x="141021" y="110744"/>
                </a:lnTo>
                <a:lnTo>
                  <a:pt x="0" y="110744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83" name="!!path-9in"/>
          <p:cNvSpPr/>
          <p:nvPr/>
        </p:nvSpPr>
        <p:spPr>
          <a:xfrm>
            <a:off x="407010" y="281534"/>
            <a:ext cx="141021" cy="62992"/>
          </a:xfrm>
          <a:custGeom>
            <a:avLst/>
            <a:gdLst/>
            <a:ahLst/>
            <a:cxnLst/>
            <a:rect l="l" t="t" r="r" b="b"/>
            <a:pathLst>
              <a:path w="141021" h="62992" fill="none">
                <a:moveTo>
                  <a:pt x="141021" y="62992"/>
                </a:moveTo>
                <a:cubicBezTo>
                  <a:pt x="136550" y="49784"/>
                  <a:pt x="126390" y="35154"/>
                  <a:pt x="110134" y="25400"/>
                </a:cubicBezTo>
                <a:cubicBezTo>
                  <a:pt x="79654" y="7112"/>
                  <a:pt x="36982" y="0"/>
                  <a:pt x="6502" y="6502"/>
                </a:cubicBezTo>
                <a:lnTo>
                  <a:pt x="0" y="22352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84" name="!!path-9io"/>
          <p:cNvSpPr/>
          <p:nvPr/>
        </p:nvSpPr>
        <p:spPr>
          <a:xfrm>
            <a:off x="395834" y="294742"/>
            <a:ext cx="151790" cy="97536"/>
          </a:xfrm>
          <a:custGeom>
            <a:avLst/>
            <a:gdLst/>
            <a:ahLst/>
            <a:cxnLst/>
            <a:rect l="l" t="t" r="r" b="b"/>
            <a:pathLst>
              <a:path w="151790" h="97536">
                <a:moveTo>
                  <a:pt x="0" y="23165"/>
                </a:moveTo>
                <a:lnTo>
                  <a:pt x="3861" y="12598"/>
                </a:lnTo>
                <a:cubicBezTo>
                  <a:pt x="37998" y="0"/>
                  <a:pt x="84734" y="5080"/>
                  <a:pt x="117246" y="21946"/>
                </a:cubicBezTo>
                <a:cubicBezTo>
                  <a:pt x="135534" y="31496"/>
                  <a:pt x="146710" y="43688"/>
                  <a:pt x="151790" y="55270"/>
                </a:cubicBezTo>
                <a:lnTo>
                  <a:pt x="151790" y="97536"/>
                </a:lnTo>
                <a:lnTo>
                  <a:pt x="0" y="975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85" name="!!path-9ip"/>
          <p:cNvSpPr/>
          <p:nvPr/>
        </p:nvSpPr>
        <p:spPr>
          <a:xfrm>
            <a:off x="395834" y="294742"/>
            <a:ext cx="151790" cy="55270"/>
          </a:xfrm>
          <a:custGeom>
            <a:avLst/>
            <a:gdLst/>
            <a:ahLst/>
            <a:cxnLst/>
            <a:rect l="l" t="t" r="r" b="b"/>
            <a:pathLst>
              <a:path w="151790" h="55270" fill="none">
                <a:moveTo>
                  <a:pt x="151790" y="55270"/>
                </a:moveTo>
                <a:cubicBezTo>
                  <a:pt x="146710" y="43688"/>
                  <a:pt x="135534" y="31496"/>
                  <a:pt x="117246" y="21946"/>
                </a:cubicBezTo>
                <a:cubicBezTo>
                  <a:pt x="84734" y="5080"/>
                  <a:pt x="37998" y="0"/>
                  <a:pt x="3861" y="12598"/>
                </a:cubicBezTo>
                <a:lnTo>
                  <a:pt x="0" y="23165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86" name="!!path-9iq"/>
          <p:cNvSpPr/>
          <p:nvPr/>
        </p:nvSpPr>
        <p:spPr>
          <a:xfrm>
            <a:off x="548234" y="264262"/>
            <a:ext cx="120294" cy="128016"/>
          </a:xfrm>
          <a:custGeom>
            <a:avLst/>
            <a:gdLst/>
            <a:ahLst/>
            <a:cxnLst/>
            <a:rect l="l" t="t" r="r" b="b"/>
            <a:pathLst>
              <a:path w="120294" h="128016">
                <a:moveTo>
                  <a:pt x="120294" y="18288"/>
                </a:moveTo>
                <a:lnTo>
                  <a:pt x="113589" y="4470"/>
                </a:lnTo>
                <a:cubicBezTo>
                  <a:pt x="86766" y="0"/>
                  <a:pt x="44094" y="10160"/>
                  <a:pt x="17678" y="30480"/>
                </a:cubicBezTo>
                <a:cubicBezTo>
                  <a:pt x="6502" y="39624"/>
                  <a:pt x="1422" y="52832"/>
                  <a:pt x="0" y="67056"/>
                </a:cubicBezTo>
                <a:lnTo>
                  <a:pt x="0" y="128016"/>
                </a:lnTo>
                <a:lnTo>
                  <a:pt x="120294" y="12801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87" name="!!path-9ir"/>
          <p:cNvSpPr/>
          <p:nvPr/>
        </p:nvSpPr>
        <p:spPr>
          <a:xfrm>
            <a:off x="548234" y="264262"/>
            <a:ext cx="120294" cy="67056"/>
          </a:xfrm>
          <a:custGeom>
            <a:avLst/>
            <a:gdLst/>
            <a:ahLst/>
            <a:cxnLst/>
            <a:rect l="l" t="t" r="r" b="b"/>
            <a:pathLst>
              <a:path w="120294" h="67056" fill="none">
                <a:moveTo>
                  <a:pt x="0" y="67056"/>
                </a:moveTo>
                <a:cubicBezTo>
                  <a:pt x="1422" y="52832"/>
                  <a:pt x="6502" y="39624"/>
                  <a:pt x="17678" y="30480"/>
                </a:cubicBezTo>
                <a:cubicBezTo>
                  <a:pt x="44094" y="10160"/>
                  <a:pt x="86766" y="0"/>
                  <a:pt x="113589" y="4470"/>
                </a:cubicBezTo>
                <a:lnTo>
                  <a:pt x="120294" y="1828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88" name="!!path-9is"/>
          <p:cNvSpPr/>
          <p:nvPr/>
        </p:nvSpPr>
        <p:spPr>
          <a:xfrm>
            <a:off x="548437" y="279502"/>
            <a:ext cx="133299" cy="112776"/>
          </a:xfrm>
          <a:custGeom>
            <a:avLst/>
            <a:gdLst/>
            <a:ahLst/>
            <a:cxnLst/>
            <a:rect l="l" t="t" r="r" b="b"/>
            <a:pathLst>
              <a:path w="133299" h="112776">
                <a:moveTo>
                  <a:pt x="133299" y="19710"/>
                </a:moveTo>
                <a:lnTo>
                  <a:pt x="127203" y="3048"/>
                </a:lnTo>
                <a:cubicBezTo>
                  <a:pt x="94691" y="0"/>
                  <a:pt x="54051" y="11176"/>
                  <a:pt x="27635" y="30683"/>
                </a:cubicBezTo>
                <a:cubicBezTo>
                  <a:pt x="13411" y="41250"/>
                  <a:pt x="4267" y="53848"/>
                  <a:pt x="0" y="65024"/>
                </a:cubicBezTo>
                <a:lnTo>
                  <a:pt x="0" y="112776"/>
                </a:lnTo>
                <a:lnTo>
                  <a:pt x="133299" y="11277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89" name="!!path-9it"/>
          <p:cNvSpPr/>
          <p:nvPr/>
        </p:nvSpPr>
        <p:spPr>
          <a:xfrm>
            <a:off x="548437" y="279502"/>
            <a:ext cx="133299" cy="65024"/>
          </a:xfrm>
          <a:custGeom>
            <a:avLst/>
            <a:gdLst/>
            <a:ahLst/>
            <a:cxnLst/>
            <a:rect l="l" t="t" r="r" b="b"/>
            <a:pathLst>
              <a:path w="133299" h="65024" fill="none">
                <a:moveTo>
                  <a:pt x="0" y="65024"/>
                </a:moveTo>
                <a:cubicBezTo>
                  <a:pt x="4267" y="53848"/>
                  <a:pt x="13411" y="41250"/>
                  <a:pt x="27635" y="30683"/>
                </a:cubicBezTo>
                <a:cubicBezTo>
                  <a:pt x="54051" y="11176"/>
                  <a:pt x="94691" y="0"/>
                  <a:pt x="127203" y="3048"/>
                </a:cubicBezTo>
                <a:lnTo>
                  <a:pt x="133299" y="19710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90" name="!!path-9iu"/>
          <p:cNvSpPr/>
          <p:nvPr/>
        </p:nvSpPr>
        <p:spPr>
          <a:xfrm>
            <a:off x="548843" y="293726"/>
            <a:ext cx="142646" cy="98552"/>
          </a:xfrm>
          <a:custGeom>
            <a:avLst/>
            <a:gdLst/>
            <a:ahLst/>
            <a:cxnLst/>
            <a:rect l="l" t="t" r="r" b="b"/>
            <a:pathLst>
              <a:path w="142646" h="98552">
                <a:moveTo>
                  <a:pt x="142646" y="18898"/>
                </a:moveTo>
                <a:lnTo>
                  <a:pt x="139802" y="8738"/>
                </a:lnTo>
                <a:cubicBezTo>
                  <a:pt x="106477" y="0"/>
                  <a:pt x="63805" y="5080"/>
                  <a:pt x="35357" y="19304"/>
                </a:cubicBezTo>
                <a:cubicBezTo>
                  <a:pt x="17069" y="28448"/>
                  <a:pt x="5893" y="42672"/>
                  <a:pt x="0" y="56286"/>
                </a:cubicBezTo>
                <a:lnTo>
                  <a:pt x="0" y="98552"/>
                </a:lnTo>
                <a:lnTo>
                  <a:pt x="142646" y="98552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91" name="!!path-9iv"/>
          <p:cNvSpPr/>
          <p:nvPr/>
        </p:nvSpPr>
        <p:spPr>
          <a:xfrm>
            <a:off x="548843" y="293726"/>
            <a:ext cx="142646" cy="56286"/>
          </a:xfrm>
          <a:custGeom>
            <a:avLst/>
            <a:gdLst/>
            <a:ahLst/>
            <a:cxnLst/>
            <a:rect l="l" t="t" r="r" b="b"/>
            <a:pathLst>
              <a:path w="142646" h="56286" fill="none">
                <a:moveTo>
                  <a:pt x="0" y="56286"/>
                </a:moveTo>
                <a:cubicBezTo>
                  <a:pt x="5893" y="42672"/>
                  <a:pt x="17069" y="28448"/>
                  <a:pt x="35357" y="19304"/>
                </a:cubicBezTo>
                <a:cubicBezTo>
                  <a:pt x="63805" y="5080"/>
                  <a:pt x="106477" y="0"/>
                  <a:pt x="139802" y="8738"/>
                </a:cubicBezTo>
                <a:lnTo>
                  <a:pt x="142646" y="1889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92" name="!!path-9iw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627D8D"/>
              </a:gs>
              <a:gs pos="21794">
                <a:srgbClr val="627D8D"/>
              </a:gs>
              <a:gs pos="55376">
                <a:srgbClr val="627D8D"/>
              </a:gs>
              <a:gs pos="96421">
                <a:srgbClr val="98ABB7"/>
              </a:gs>
              <a:gs pos="100000">
                <a:srgbClr val="98ABB7"/>
              </a:gs>
            </a:gsLst>
            <a:lin ang="1983350" scaled="0"/>
          </a:gradFill>
          <a:ln>
            <a:noFill/>
          </a:ln>
        </p:spPr>
      </p:sp>
      <p:sp>
        <p:nvSpPr>
          <p:cNvPr id="93" name="!!path-9ix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0000"/>
                </a:srgbClr>
              </a:gs>
              <a:gs pos="4764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83333" t="79291" r="16667" b="20709"/>
            </a:path>
          </a:gradFill>
          <a:ln>
            <a:noFill/>
          </a:ln>
        </p:spPr>
      </p:sp>
      <p:sp>
        <p:nvSpPr>
          <p:cNvPr id="94" name="!!line-9iy"/>
          <p:cNvSpPr/>
          <p:nvPr/>
        </p:nvSpPr>
        <p:spPr>
          <a:xfrm>
            <a:off x="549046" y="363017"/>
            <a:ext cx="1" cy="153619"/>
          </a:xfrm>
          <a:custGeom>
            <a:avLst/>
            <a:gdLst/>
            <a:ahLst/>
            <a:cxnLst/>
            <a:rect l="l" t="t" r="r" b="b"/>
            <a:pathLst>
              <a:path w="1" h="153619">
                <a:moveTo>
                  <a:pt x="0" y="0"/>
                </a:moveTo>
                <a:lnTo>
                  <a:pt x="0" y="153619"/>
                </a:lnTo>
              </a:path>
            </a:pathLst>
          </a:custGeom>
          <a:solidFill>
            <a:srgbClr val="000000"/>
          </a:solidFill>
          <a:ln w="6909" cap="rnd">
            <a:solidFill>
              <a:srgbClr val="C9D3D9"/>
            </a:solidFill>
            <a:prstDash val="solid"/>
            <a:miter lim="800000"/>
          </a:ln>
        </p:spPr>
      </p:sp>
      <p:sp>
        <p:nvSpPr>
          <p:cNvPr id="95" name="!!path-9iz"/>
          <p:cNvSpPr/>
          <p:nvPr/>
        </p:nvSpPr>
        <p:spPr>
          <a:xfrm>
            <a:off x="657962" y="442062"/>
            <a:ext cx="25400" cy="37998"/>
          </a:xfrm>
          <a:custGeom>
            <a:avLst/>
            <a:gdLst/>
            <a:ahLst/>
            <a:cxnLst/>
            <a:rect l="l" t="t" r="r" b="b"/>
            <a:pathLst>
              <a:path w="25400" h="37998">
                <a:moveTo>
                  <a:pt x="0" y="2642"/>
                </a:moveTo>
                <a:lnTo>
                  <a:pt x="15240" y="0"/>
                </a:lnTo>
                <a:lnTo>
                  <a:pt x="25400" y="37186"/>
                </a:lnTo>
                <a:lnTo>
                  <a:pt x="7518" y="37998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 w="1016" cap="flat">
            <a:solidFill>
              <a:srgbClr val="FFFFFF">
                <a:alpha val="55000"/>
              </a:srgbClr>
            </a:solidFill>
            <a:prstDash val="solid"/>
            <a:round/>
          </a:ln>
        </p:spPr>
      </p:sp>
      <p:sp>
        <p:nvSpPr>
          <p:cNvPr id="96" name="!!text-9j0" descr="救「舊」我的書"/>
          <p:cNvSpPr txBox="1"/>
          <p:nvPr/>
        </p:nvSpPr>
        <p:spPr>
          <a:xfrm>
            <a:off x="805879" y="251460"/>
            <a:ext cx="1120140" cy="25745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400" b="1" kern="0" spc="-70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救</a:t>
            </a:r>
            <a:r>
              <a:rPr lang="zh-TW" altLang="en-US" sz="14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「舊</a:t>
            </a:r>
            <a:r>
              <a:rPr lang="zh-TW" altLang="en-US" sz="1400" b="1" kern="0" spc="-70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」</a:t>
            </a:r>
            <a:r>
              <a:rPr lang="zh-TW" altLang="en-US" sz="14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我的書</a:t>
            </a:r>
            <a:endParaRPr lang="zh-TW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fast" p14:dur="2800" advTm="0">
        <p159:morph option="byObject"/>
      </p:transition>
    </mc:Choice>
    <mc:Fallback>
      <p:transition spd="fast" advTm="0">
        <p:fade/>
      </p:transition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156.9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rect-1q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7"/>
          </a:solidFill>
          <a:ln>
            <a:noFill/>
          </a:ln>
        </p:spPr>
      </p:sp>
      <p:sp>
        <p:nvSpPr>
          <p:cNvPr id="3" name="!!ellipse-1q2"/>
          <p:cNvSpPr/>
          <p:nvPr/>
        </p:nvSpPr>
        <p:spPr>
          <a:xfrm>
            <a:off x="-889000" y="-952500"/>
            <a:ext cx="13970000" cy="7874000"/>
          </a:xfrm>
          <a:prstGeom prst="ellipse">
            <a:avLst/>
          </a:prstGeom>
          <a:gradFill rotWithShape="1">
            <a:gsLst>
              <a:gs pos="0">
                <a:srgbClr val="FFFFFF">
                  <a:alpha val="95000"/>
                </a:srgbClr>
              </a:gs>
              <a:gs pos="40865">
                <a:srgbClr val="FFFFFF">
                  <a:alpha val="35000"/>
                </a:srgbClr>
              </a:gs>
              <a:gs pos="68108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!!rect-1q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P1"/>
            <a:srcRect/>
            <a:tile tx="200592" ty="192335" sx="16667" sy="16667" flip="none" algn="tl"/>
          </a:blipFill>
          <a:ln>
            <a:noFill/>
          </a:ln>
        </p:spPr>
      </p:sp>
      <p:sp>
        <p:nvSpPr>
          <p:cNvPr id="5" name="!!circle-1qz"/>
          <p:cNvSpPr/>
          <p:nvPr/>
        </p:nvSpPr>
        <p:spPr>
          <a:xfrm>
            <a:off x="3712303" y="5808529"/>
            <a:ext cx="1671714" cy="1671714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" name="!!circle-1r0"/>
          <p:cNvSpPr/>
          <p:nvPr/>
        </p:nvSpPr>
        <p:spPr>
          <a:xfrm>
            <a:off x="7621001" y="4645895"/>
            <a:ext cx="1717408" cy="1717408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7" name="!!circle-1r6"/>
          <p:cNvSpPr/>
          <p:nvPr/>
        </p:nvSpPr>
        <p:spPr>
          <a:xfrm>
            <a:off x="10002264" y="4779264"/>
            <a:ext cx="2039137" cy="2039137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8" name="!!circle-1rb"/>
          <p:cNvSpPr/>
          <p:nvPr/>
        </p:nvSpPr>
        <p:spPr>
          <a:xfrm>
            <a:off x="7712717" y="-1282046"/>
            <a:ext cx="2338108" cy="2338108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9" name="!!circle-1ri"/>
          <p:cNvSpPr/>
          <p:nvPr/>
        </p:nvSpPr>
        <p:spPr>
          <a:xfrm>
            <a:off x="3286178" y="3916115"/>
            <a:ext cx="2223008" cy="2223008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0" name="!!rect-1sh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5F7">
                  <a:alpha val="0"/>
                </a:srgbClr>
              </a:gs>
              <a:gs pos="20428">
                <a:srgbClr val="F3F5F7">
                  <a:alpha val="0"/>
                </a:srgbClr>
              </a:gs>
              <a:gs pos="66730">
                <a:srgbClr val="F3F5F7"/>
              </a:gs>
              <a:gs pos="100000">
                <a:srgbClr val="F3F5F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1" name="!!circle-1sm"/>
          <p:cNvSpPr/>
          <p:nvPr/>
        </p:nvSpPr>
        <p:spPr>
          <a:xfrm>
            <a:off x="5539260" y="1190873"/>
            <a:ext cx="36055" cy="36055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12" name="!!circle-1sp"/>
          <p:cNvSpPr/>
          <p:nvPr/>
        </p:nvSpPr>
        <p:spPr>
          <a:xfrm>
            <a:off x="9316462" y="3080390"/>
            <a:ext cx="24295" cy="24295"/>
          </a:xfrm>
          <a:prstGeom prst="ellipse">
            <a:avLst/>
          </a:prstGeom>
          <a:solidFill>
            <a:srgbClr val="627D8D">
              <a:alpha val="18100"/>
            </a:srgbClr>
          </a:solidFill>
          <a:ln>
            <a:noFill/>
          </a:ln>
        </p:spPr>
      </p:sp>
      <p:sp>
        <p:nvSpPr>
          <p:cNvPr id="13" name="!!circle-1ss"/>
          <p:cNvSpPr/>
          <p:nvPr/>
        </p:nvSpPr>
        <p:spPr>
          <a:xfrm>
            <a:off x="3468314" y="6306763"/>
            <a:ext cx="25959" cy="25959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14" name="!!circle-1sv"/>
          <p:cNvSpPr/>
          <p:nvPr/>
        </p:nvSpPr>
        <p:spPr>
          <a:xfrm>
            <a:off x="2019939" y="1676246"/>
            <a:ext cx="35878" cy="35878"/>
          </a:xfrm>
          <a:prstGeom prst="ellipse">
            <a:avLst/>
          </a:prstGeom>
          <a:solidFill>
            <a:srgbClr val="627D8D">
              <a:alpha val="26800"/>
            </a:srgbClr>
          </a:solidFill>
          <a:ln>
            <a:noFill/>
          </a:ln>
        </p:spPr>
      </p:sp>
      <p:sp>
        <p:nvSpPr>
          <p:cNvPr id="15" name="!!circle-1sy"/>
          <p:cNvSpPr/>
          <p:nvPr/>
        </p:nvSpPr>
        <p:spPr>
          <a:xfrm>
            <a:off x="6886234" y="3535810"/>
            <a:ext cx="40234" cy="40234"/>
          </a:xfrm>
          <a:prstGeom prst="ellipse">
            <a:avLst/>
          </a:prstGeom>
          <a:solidFill>
            <a:srgbClr val="627D8D">
              <a:alpha val="31300"/>
            </a:srgbClr>
          </a:solidFill>
          <a:ln>
            <a:noFill/>
          </a:ln>
        </p:spPr>
      </p:sp>
      <p:sp>
        <p:nvSpPr>
          <p:cNvPr id="16" name="!!circle-1t4"/>
          <p:cNvSpPr/>
          <p:nvPr/>
        </p:nvSpPr>
        <p:spPr>
          <a:xfrm>
            <a:off x="1223955" y="4659876"/>
            <a:ext cx="29959" cy="29959"/>
          </a:xfrm>
          <a:prstGeom prst="ellipse">
            <a:avLst/>
          </a:prstGeom>
          <a:solidFill>
            <a:srgbClr val="627D8D">
              <a:alpha val="19400"/>
            </a:srgbClr>
          </a:solidFill>
          <a:ln>
            <a:noFill/>
          </a:ln>
        </p:spPr>
      </p:sp>
      <p:sp>
        <p:nvSpPr>
          <p:cNvPr id="17" name="!!circle-1t7"/>
          <p:cNvSpPr/>
          <p:nvPr/>
        </p:nvSpPr>
        <p:spPr>
          <a:xfrm>
            <a:off x="8424669" y="4357375"/>
            <a:ext cx="28702" cy="28702"/>
          </a:xfrm>
          <a:prstGeom prst="ellipse">
            <a:avLst/>
          </a:prstGeom>
          <a:solidFill>
            <a:srgbClr val="627D8D">
              <a:alpha val="17800"/>
            </a:srgbClr>
          </a:solidFill>
          <a:ln>
            <a:noFill/>
          </a:ln>
        </p:spPr>
      </p:sp>
      <p:sp>
        <p:nvSpPr>
          <p:cNvPr id="18" name="!!circle-1ta"/>
          <p:cNvSpPr/>
          <p:nvPr/>
        </p:nvSpPr>
        <p:spPr>
          <a:xfrm>
            <a:off x="10951198" y="1704362"/>
            <a:ext cx="24066" cy="24066"/>
          </a:xfrm>
          <a:prstGeom prst="ellipse">
            <a:avLst/>
          </a:prstGeom>
          <a:solidFill>
            <a:srgbClr val="627D8D">
              <a:alpha val="23900"/>
            </a:srgbClr>
          </a:solidFill>
          <a:ln>
            <a:noFill/>
          </a:ln>
        </p:spPr>
      </p:sp>
      <p:sp>
        <p:nvSpPr>
          <p:cNvPr id="19" name="!!circle-1td"/>
          <p:cNvSpPr/>
          <p:nvPr/>
        </p:nvSpPr>
        <p:spPr>
          <a:xfrm>
            <a:off x="8479509" y="5570875"/>
            <a:ext cx="35865" cy="35865"/>
          </a:xfrm>
          <a:prstGeom prst="ellipse">
            <a:avLst/>
          </a:prstGeom>
          <a:solidFill>
            <a:srgbClr val="627D8D">
              <a:alpha val="28200"/>
            </a:srgbClr>
          </a:solidFill>
          <a:ln>
            <a:noFill/>
          </a:ln>
        </p:spPr>
      </p:sp>
      <p:sp>
        <p:nvSpPr>
          <p:cNvPr id="20" name="!!circle-1tg"/>
          <p:cNvSpPr/>
          <p:nvPr/>
        </p:nvSpPr>
        <p:spPr>
          <a:xfrm>
            <a:off x="1532128" y="2659276"/>
            <a:ext cx="39218" cy="39218"/>
          </a:xfrm>
          <a:prstGeom prst="ellipse">
            <a:avLst/>
          </a:prstGeom>
          <a:solidFill>
            <a:srgbClr val="627D8D">
              <a:alpha val="29600"/>
            </a:srgbClr>
          </a:solidFill>
          <a:ln>
            <a:noFill/>
          </a:ln>
        </p:spPr>
      </p:sp>
      <p:sp>
        <p:nvSpPr>
          <p:cNvPr id="21" name="!!circle-1tj"/>
          <p:cNvSpPr/>
          <p:nvPr/>
        </p:nvSpPr>
        <p:spPr>
          <a:xfrm>
            <a:off x="7037544" y="5734831"/>
            <a:ext cx="49733" cy="49733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2" name="!!circle-1tm"/>
          <p:cNvSpPr/>
          <p:nvPr/>
        </p:nvSpPr>
        <p:spPr>
          <a:xfrm>
            <a:off x="6447204" y="1425032"/>
            <a:ext cx="41694" cy="41694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3" name="!!circle-1tp"/>
          <p:cNvSpPr/>
          <p:nvPr/>
        </p:nvSpPr>
        <p:spPr>
          <a:xfrm>
            <a:off x="6800786" y="4837759"/>
            <a:ext cx="31979" cy="31979"/>
          </a:xfrm>
          <a:prstGeom prst="ellipse">
            <a:avLst/>
          </a:prstGeom>
          <a:solidFill>
            <a:srgbClr val="627D8D">
              <a:alpha val="24100"/>
            </a:srgbClr>
          </a:solidFill>
          <a:ln>
            <a:noFill/>
          </a:ln>
        </p:spPr>
      </p:sp>
      <p:sp>
        <p:nvSpPr>
          <p:cNvPr id="24" name="!!circle-1ts"/>
          <p:cNvSpPr/>
          <p:nvPr/>
        </p:nvSpPr>
        <p:spPr>
          <a:xfrm>
            <a:off x="3922620" y="672434"/>
            <a:ext cx="18085" cy="18085"/>
          </a:xfrm>
          <a:prstGeom prst="ellipse">
            <a:avLst/>
          </a:prstGeom>
          <a:solidFill>
            <a:srgbClr val="627D8D">
              <a:alpha val="10500"/>
            </a:srgbClr>
          </a:solidFill>
          <a:ln>
            <a:noFill/>
          </a:ln>
        </p:spPr>
      </p:sp>
      <p:sp>
        <p:nvSpPr>
          <p:cNvPr id="25" name="!!circle-1ty"/>
          <p:cNvSpPr/>
          <p:nvPr/>
        </p:nvSpPr>
        <p:spPr>
          <a:xfrm>
            <a:off x="3491608" y="6037062"/>
            <a:ext cx="39243" cy="39243"/>
          </a:xfrm>
          <a:prstGeom prst="ellipse">
            <a:avLst/>
          </a:prstGeom>
          <a:solidFill>
            <a:srgbClr val="627D8D">
              <a:alpha val="27700"/>
            </a:srgbClr>
          </a:solidFill>
          <a:ln>
            <a:noFill/>
          </a:ln>
        </p:spPr>
      </p:sp>
      <p:sp>
        <p:nvSpPr>
          <p:cNvPr id="26" name="!!circle-1u1"/>
          <p:cNvSpPr/>
          <p:nvPr/>
        </p:nvSpPr>
        <p:spPr>
          <a:xfrm>
            <a:off x="1639874" y="6436028"/>
            <a:ext cx="34519" cy="34519"/>
          </a:xfrm>
          <a:prstGeom prst="ellipse">
            <a:avLst/>
          </a:prstGeom>
          <a:solidFill>
            <a:srgbClr val="627D8D">
              <a:alpha val="22500"/>
            </a:srgbClr>
          </a:solidFill>
          <a:ln>
            <a:noFill/>
          </a:ln>
        </p:spPr>
      </p:sp>
      <p:sp>
        <p:nvSpPr>
          <p:cNvPr id="27" name="!!circle-1u4"/>
          <p:cNvSpPr/>
          <p:nvPr/>
        </p:nvSpPr>
        <p:spPr>
          <a:xfrm>
            <a:off x="2726366" y="4823822"/>
            <a:ext cx="46228" cy="46228"/>
          </a:xfrm>
          <a:prstGeom prst="ellipse">
            <a:avLst/>
          </a:prstGeom>
          <a:solidFill>
            <a:srgbClr val="627D8D">
              <a:alpha val="26200"/>
            </a:srgbClr>
          </a:solidFill>
          <a:ln>
            <a:noFill/>
          </a:ln>
        </p:spPr>
      </p:sp>
      <p:sp>
        <p:nvSpPr>
          <p:cNvPr id="28" name="!!circle-1u7"/>
          <p:cNvSpPr/>
          <p:nvPr/>
        </p:nvSpPr>
        <p:spPr>
          <a:xfrm>
            <a:off x="7435056" y="4610150"/>
            <a:ext cx="49327" cy="49327"/>
          </a:xfrm>
          <a:prstGeom prst="ellipse">
            <a:avLst/>
          </a:prstGeom>
          <a:solidFill>
            <a:srgbClr val="627D8D">
              <a:alpha val="20800"/>
            </a:srgbClr>
          </a:solidFill>
          <a:ln>
            <a:noFill/>
          </a:ln>
        </p:spPr>
      </p:sp>
      <p:sp>
        <p:nvSpPr>
          <p:cNvPr id="29" name="!!circle-1ua"/>
          <p:cNvSpPr/>
          <p:nvPr/>
        </p:nvSpPr>
        <p:spPr>
          <a:xfrm>
            <a:off x="9698395" y="5245280"/>
            <a:ext cx="24054" cy="24054"/>
          </a:xfrm>
          <a:prstGeom prst="ellipse">
            <a:avLst/>
          </a:prstGeom>
          <a:solidFill>
            <a:srgbClr val="627D8D">
              <a:alpha val="22200"/>
            </a:srgbClr>
          </a:solidFill>
          <a:ln>
            <a:noFill/>
          </a:ln>
        </p:spPr>
      </p:sp>
      <p:sp>
        <p:nvSpPr>
          <p:cNvPr id="30" name="!!circle-1ud"/>
          <p:cNvSpPr/>
          <p:nvPr/>
        </p:nvSpPr>
        <p:spPr>
          <a:xfrm>
            <a:off x="1997521" y="1330419"/>
            <a:ext cx="32271" cy="32271"/>
          </a:xfrm>
          <a:prstGeom prst="ellipse">
            <a:avLst/>
          </a:prstGeom>
          <a:solidFill>
            <a:srgbClr val="627D8D">
              <a:alpha val="20500"/>
            </a:srgbClr>
          </a:solidFill>
          <a:ln>
            <a:noFill/>
          </a:ln>
        </p:spPr>
      </p:sp>
      <p:sp>
        <p:nvSpPr>
          <p:cNvPr id="31" name="!!circle-1uj"/>
          <p:cNvSpPr/>
          <p:nvPr/>
        </p:nvSpPr>
        <p:spPr>
          <a:xfrm>
            <a:off x="2058144" y="2242569"/>
            <a:ext cx="34252" cy="34252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32" name="!!circle-1um"/>
          <p:cNvSpPr/>
          <p:nvPr/>
        </p:nvSpPr>
        <p:spPr>
          <a:xfrm>
            <a:off x="9595759" y="4016502"/>
            <a:ext cx="44196" cy="44196"/>
          </a:xfrm>
          <a:prstGeom prst="ellipse">
            <a:avLst/>
          </a:prstGeom>
          <a:solidFill>
            <a:srgbClr val="627D8D">
              <a:alpha val="21700"/>
            </a:srgbClr>
          </a:solidFill>
          <a:ln>
            <a:noFill/>
          </a:ln>
        </p:spPr>
      </p:sp>
      <p:sp>
        <p:nvSpPr>
          <p:cNvPr id="33" name="!!circle-1up"/>
          <p:cNvSpPr/>
          <p:nvPr/>
        </p:nvSpPr>
        <p:spPr>
          <a:xfrm>
            <a:off x="6750580" y="1684155"/>
            <a:ext cx="35192" cy="35192"/>
          </a:xfrm>
          <a:prstGeom prst="ellipse">
            <a:avLst/>
          </a:prstGeom>
          <a:solidFill>
            <a:srgbClr val="627D8D">
              <a:alpha val="27100"/>
            </a:srgbClr>
          </a:solidFill>
          <a:ln>
            <a:noFill/>
          </a:ln>
        </p:spPr>
      </p:sp>
      <p:sp>
        <p:nvSpPr>
          <p:cNvPr id="34" name="!!circle-1us"/>
          <p:cNvSpPr/>
          <p:nvPr/>
        </p:nvSpPr>
        <p:spPr>
          <a:xfrm>
            <a:off x="10214374" y="5142778"/>
            <a:ext cx="43358" cy="43358"/>
          </a:xfrm>
          <a:prstGeom prst="ellipse">
            <a:avLst/>
          </a:prstGeom>
          <a:solidFill>
            <a:srgbClr val="627D8D">
              <a:alpha val="19500"/>
            </a:srgbClr>
          </a:solidFill>
          <a:ln>
            <a:noFill/>
          </a:ln>
        </p:spPr>
      </p:sp>
      <p:sp>
        <p:nvSpPr>
          <p:cNvPr id="35" name="!!circle-1uv"/>
          <p:cNvSpPr/>
          <p:nvPr/>
        </p:nvSpPr>
        <p:spPr>
          <a:xfrm>
            <a:off x="3222689" y="1917310"/>
            <a:ext cx="33528" cy="33528"/>
          </a:xfrm>
          <a:prstGeom prst="ellipse">
            <a:avLst/>
          </a:prstGeom>
          <a:solidFill>
            <a:srgbClr val="627D8D">
              <a:alpha val="28300"/>
            </a:srgbClr>
          </a:solidFill>
          <a:ln>
            <a:noFill/>
          </a:ln>
        </p:spPr>
      </p:sp>
      <p:sp>
        <p:nvSpPr>
          <p:cNvPr id="36" name="!!circle-1uy"/>
          <p:cNvSpPr/>
          <p:nvPr/>
        </p:nvSpPr>
        <p:spPr>
          <a:xfrm>
            <a:off x="6848583" y="2515094"/>
            <a:ext cx="28956" cy="28956"/>
          </a:xfrm>
          <a:prstGeom prst="ellipse">
            <a:avLst/>
          </a:prstGeom>
          <a:solidFill>
            <a:srgbClr val="627D8D">
              <a:alpha val="21800"/>
            </a:srgbClr>
          </a:solidFill>
          <a:ln>
            <a:noFill/>
          </a:ln>
        </p:spPr>
      </p:sp>
      <p:sp>
        <p:nvSpPr>
          <p:cNvPr id="37" name="!!circle-1v1"/>
          <p:cNvSpPr/>
          <p:nvPr/>
        </p:nvSpPr>
        <p:spPr>
          <a:xfrm>
            <a:off x="7027181" y="6170811"/>
            <a:ext cx="45555" cy="45555"/>
          </a:xfrm>
          <a:prstGeom prst="ellipse">
            <a:avLst/>
          </a:prstGeom>
          <a:solidFill>
            <a:srgbClr val="627D8D">
              <a:alpha val="20900"/>
            </a:srgbClr>
          </a:solidFill>
          <a:ln>
            <a:noFill/>
          </a:ln>
        </p:spPr>
      </p:sp>
      <p:sp>
        <p:nvSpPr>
          <p:cNvPr id="38" name="!!circle-1v4"/>
          <p:cNvSpPr/>
          <p:nvPr/>
        </p:nvSpPr>
        <p:spPr>
          <a:xfrm>
            <a:off x="11291493" y="2998581"/>
            <a:ext cx="39484" cy="39484"/>
          </a:xfrm>
          <a:prstGeom prst="ellipse">
            <a:avLst/>
          </a:prstGeom>
          <a:solidFill>
            <a:srgbClr val="627D8D">
              <a:alpha val="13600"/>
            </a:srgbClr>
          </a:solidFill>
          <a:ln>
            <a:noFill/>
          </a:ln>
        </p:spPr>
      </p:sp>
      <p:sp>
        <p:nvSpPr>
          <p:cNvPr id="39" name="!!circle-1v7"/>
          <p:cNvSpPr/>
          <p:nvPr/>
        </p:nvSpPr>
        <p:spPr>
          <a:xfrm>
            <a:off x="7486123" y="5542441"/>
            <a:ext cx="30455" cy="30455"/>
          </a:xfrm>
          <a:prstGeom prst="ellipse">
            <a:avLst/>
          </a:prstGeom>
          <a:solidFill>
            <a:srgbClr val="627D8D">
              <a:alpha val="16500"/>
            </a:srgbClr>
          </a:solidFill>
          <a:ln>
            <a:noFill/>
          </a:ln>
        </p:spPr>
      </p:sp>
      <p:sp>
        <p:nvSpPr>
          <p:cNvPr id="40" name="!!circle-1va"/>
          <p:cNvSpPr/>
          <p:nvPr/>
        </p:nvSpPr>
        <p:spPr>
          <a:xfrm>
            <a:off x="8993331" y="6305394"/>
            <a:ext cx="28257" cy="28257"/>
          </a:xfrm>
          <a:prstGeom prst="ellipse">
            <a:avLst/>
          </a:prstGeom>
          <a:solidFill>
            <a:srgbClr val="627D8D">
              <a:alpha val="15700"/>
            </a:srgbClr>
          </a:solidFill>
          <a:ln>
            <a:noFill/>
          </a:ln>
        </p:spPr>
      </p:sp>
      <p:sp>
        <p:nvSpPr>
          <p:cNvPr id="41" name="!!circle-1vd"/>
          <p:cNvSpPr/>
          <p:nvPr/>
        </p:nvSpPr>
        <p:spPr>
          <a:xfrm>
            <a:off x="11446239" y="4941994"/>
            <a:ext cx="45149" cy="45149"/>
          </a:xfrm>
          <a:prstGeom prst="ellipse">
            <a:avLst/>
          </a:prstGeom>
          <a:solidFill>
            <a:srgbClr val="627D8D">
              <a:alpha val="31200"/>
            </a:srgbClr>
          </a:solidFill>
          <a:ln>
            <a:noFill/>
          </a:ln>
        </p:spPr>
      </p:sp>
      <p:sp>
        <p:nvSpPr>
          <p:cNvPr id="42" name="!!circle-1vg"/>
          <p:cNvSpPr/>
          <p:nvPr/>
        </p:nvSpPr>
        <p:spPr>
          <a:xfrm>
            <a:off x="3475698" y="2869824"/>
            <a:ext cx="30696" cy="30696"/>
          </a:xfrm>
          <a:prstGeom prst="ellipse">
            <a:avLst/>
          </a:prstGeom>
          <a:solidFill>
            <a:srgbClr val="627D8D">
              <a:alpha val="25700"/>
            </a:srgbClr>
          </a:solidFill>
          <a:ln>
            <a:noFill/>
          </a:ln>
        </p:spPr>
      </p:sp>
      <p:sp>
        <p:nvSpPr>
          <p:cNvPr id="43" name="!!circle-1vj"/>
          <p:cNvSpPr/>
          <p:nvPr/>
        </p:nvSpPr>
        <p:spPr>
          <a:xfrm>
            <a:off x="8820463" y="3383133"/>
            <a:ext cx="37401" cy="37401"/>
          </a:xfrm>
          <a:prstGeom prst="ellipse">
            <a:avLst/>
          </a:prstGeom>
          <a:solidFill>
            <a:srgbClr val="627D8D">
              <a:alpha val="16000"/>
            </a:srgbClr>
          </a:solidFill>
          <a:ln>
            <a:noFill/>
          </a:ln>
        </p:spPr>
      </p:sp>
      <p:sp>
        <p:nvSpPr>
          <p:cNvPr id="44" name="!!circle-1vm"/>
          <p:cNvSpPr/>
          <p:nvPr/>
        </p:nvSpPr>
        <p:spPr>
          <a:xfrm>
            <a:off x="1831422" y="4285410"/>
            <a:ext cx="33096" cy="33096"/>
          </a:xfrm>
          <a:prstGeom prst="ellipse">
            <a:avLst/>
          </a:prstGeom>
          <a:solidFill>
            <a:srgbClr val="627D8D">
              <a:alpha val="22300"/>
            </a:srgbClr>
          </a:solidFill>
          <a:ln>
            <a:noFill/>
          </a:ln>
        </p:spPr>
      </p:sp>
      <p:sp>
        <p:nvSpPr>
          <p:cNvPr id="45" name="!!circle-1vp"/>
          <p:cNvSpPr/>
          <p:nvPr/>
        </p:nvSpPr>
        <p:spPr>
          <a:xfrm>
            <a:off x="11569213" y="407771"/>
            <a:ext cx="21145" cy="21145"/>
          </a:xfrm>
          <a:prstGeom prst="ellipse">
            <a:avLst/>
          </a:prstGeom>
          <a:solidFill>
            <a:srgbClr val="627D8D">
              <a:alpha val="16300"/>
            </a:srgbClr>
          </a:solidFill>
          <a:ln>
            <a:noFill/>
          </a:ln>
        </p:spPr>
      </p:sp>
      <p:sp>
        <p:nvSpPr>
          <p:cNvPr id="46" name="!!circle-1vs"/>
          <p:cNvSpPr/>
          <p:nvPr/>
        </p:nvSpPr>
        <p:spPr>
          <a:xfrm>
            <a:off x="11075237" y="5409532"/>
            <a:ext cx="35281" cy="35281"/>
          </a:xfrm>
          <a:prstGeom prst="ellipse">
            <a:avLst/>
          </a:prstGeom>
          <a:solidFill>
            <a:srgbClr val="627D8D">
              <a:alpha val="30000"/>
            </a:srgbClr>
          </a:solidFill>
          <a:ln>
            <a:noFill/>
          </a:ln>
        </p:spPr>
      </p:sp>
      <p:sp>
        <p:nvSpPr>
          <p:cNvPr id="47" name="!!text-5vp" descr="開發成果"/>
          <p:cNvSpPr txBox="1"/>
          <p:nvPr/>
        </p:nvSpPr>
        <p:spPr>
          <a:xfrm>
            <a:off x="603504" y="567456"/>
            <a:ext cx="724388" cy="22508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24" b="1" kern="0" spc="147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開發成</a:t>
            </a:r>
            <a:r>
              <a:rPr lang="zh-TW" altLang="en-US" sz="1224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果</a:t>
            </a:r>
            <a:endParaRPr lang="zh-TW" sz="1224"/>
          </a:p>
        </p:txBody>
      </p:sp>
      <p:sp>
        <p:nvSpPr>
          <p:cNvPr id="48" name="!!text-5vz" descr="完整實作，逐項驗證"/>
          <p:cNvSpPr txBox="1"/>
          <p:nvPr/>
        </p:nvSpPr>
        <p:spPr>
          <a:xfrm>
            <a:off x="603504" y="841563"/>
            <a:ext cx="4113154" cy="67526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3672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完整實</a:t>
            </a:r>
            <a:r>
              <a:rPr lang="zh-TW" altLang="en-US" sz="3672" kern="0" spc="-1102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作</a:t>
            </a:r>
            <a:r>
              <a:rPr lang="zh-TW" altLang="en-US" sz="3672" kern="0" spc="-661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，</a:t>
            </a:r>
            <a:r>
              <a:rPr lang="zh-TW" altLang="en-US" sz="3672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逐項驗證</a:t>
            </a:r>
            <a:endParaRPr lang="zh-TW" sz="3672"/>
          </a:p>
        </p:txBody>
      </p:sp>
      <p:sp>
        <p:nvSpPr>
          <p:cNvPr id="49" name="!!text-5wd" descr="後端 10 組測試群組與 App 測試全數通過。"/>
          <p:cNvSpPr txBox="1"/>
          <p:nvPr/>
        </p:nvSpPr>
        <p:spPr>
          <a:xfrm>
            <a:off x="603504" y="1571650"/>
            <a:ext cx="3735027" cy="28136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530" kern="0" dirty="0">
                <a:solidFill>
                  <a:srgbClr val="3F4A54"/>
                </a:solidFill>
                <a:latin typeface="Noto Sans TC Medium"/>
                <a:ea typeface="Noto Sans TC Medium"/>
                <a:cs typeface="Noto Sans TC Medium"/>
              </a:rPr>
              <a:t>後端 10 組測試群組與 App 測試全數通過。</a:t>
            </a:r>
            <a:endParaRPr lang="zh-TW" sz="1530"/>
          </a:p>
        </p:txBody>
      </p:sp>
      <p:sp>
        <p:nvSpPr>
          <p:cNvPr id="50" name="!!text-5xx" descr="2"/>
          <p:cNvSpPr txBox="1"/>
          <p:nvPr/>
        </p:nvSpPr>
        <p:spPr>
          <a:xfrm>
            <a:off x="1246023" y="2937002"/>
            <a:ext cx="804443" cy="140680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650" kern="0" dirty="0">
                <a:solidFill>
                  <a:srgbClr val="627D8D"/>
                </a:solidFill>
                <a:latin typeface="Noto Sans TC ExtraLight"/>
                <a:ea typeface="Noto Sans TC ExtraLight"/>
                <a:cs typeface="Noto Sans TC ExtraLight"/>
              </a:rPr>
              <a:t>2</a:t>
            </a:r>
            <a:endParaRPr lang="zh-TW" sz="7650"/>
          </a:p>
        </p:txBody>
      </p:sp>
      <p:sp>
        <p:nvSpPr>
          <p:cNvPr id="51" name="!!text-5z5" descr="9"/>
          <p:cNvSpPr txBox="1"/>
          <p:nvPr/>
        </p:nvSpPr>
        <p:spPr>
          <a:xfrm>
            <a:off x="1759001" y="2937002"/>
            <a:ext cx="804443" cy="140680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650" kern="0" dirty="0">
                <a:solidFill>
                  <a:srgbClr val="627D8D"/>
                </a:solidFill>
                <a:latin typeface="Noto Sans TC ExtraLight"/>
                <a:ea typeface="Noto Sans TC ExtraLight"/>
                <a:cs typeface="Noto Sans TC ExtraLight"/>
              </a:rPr>
              <a:t>9</a:t>
            </a:r>
            <a:endParaRPr lang="zh-TW" sz="7650"/>
          </a:p>
        </p:txBody>
      </p:sp>
      <p:sp>
        <p:nvSpPr>
          <p:cNvPr id="52" name="!!text-607" descr="6"/>
          <p:cNvSpPr txBox="1"/>
          <p:nvPr/>
        </p:nvSpPr>
        <p:spPr>
          <a:xfrm>
            <a:off x="2271979" y="2937002"/>
            <a:ext cx="804443" cy="140680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650" kern="0" dirty="0">
                <a:solidFill>
                  <a:srgbClr val="627D8D"/>
                </a:solidFill>
                <a:latin typeface="Noto Sans TC ExtraLight"/>
                <a:ea typeface="Noto Sans TC ExtraLight"/>
                <a:cs typeface="Noto Sans TC ExtraLight"/>
              </a:rPr>
              <a:t>6</a:t>
            </a:r>
            <a:endParaRPr lang="zh-TW" sz="7650"/>
          </a:p>
        </p:txBody>
      </p:sp>
      <p:sp>
        <p:nvSpPr>
          <p:cNvPr id="53" name="!!text-60d" descr="個 API 端點"/>
          <p:cNvSpPr txBox="1"/>
          <p:nvPr/>
        </p:nvSpPr>
        <p:spPr>
          <a:xfrm>
            <a:off x="1586739" y="4438630"/>
            <a:ext cx="908024" cy="24384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26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個 API 端點</a:t>
            </a:r>
            <a:endParaRPr lang="zh-TW" sz="1326"/>
          </a:p>
        </p:txBody>
      </p:sp>
      <p:sp>
        <p:nvSpPr>
          <p:cNvPr id="54" name="!!text-60o" descr="RESTful API"/>
          <p:cNvSpPr txBox="1"/>
          <p:nvPr/>
        </p:nvSpPr>
        <p:spPr>
          <a:xfrm>
            <a:off x="1634604" y="4727763"/>
            <a:ext cx="804521" cy="20633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22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RE</a:t>
            </a:r>
            <a:r>
              <a:rPr lang="zh-TW" altLang="en-US" sz="1122" kern="0" spc="-28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S</a:t>
            </a:r>
            <a:r>
              <a:rPr lang="zh-TW" altLang="en-US" sz="1122" kern="0" spc="-25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T</a:t>
            </a:r>
            <a:r>
              <a:rPr lang="zh-TW" altLang="en-US" sz="1122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ful API</a:t>
            </a:r>
            <a:endParaRPr lang="zh-TW" sz="1122"/>
          </a:p>
        </p:txBody>
      </p:sp>
      <p:sp>
        <p:nvSpPr>
          <p:cNvPr id="55" name="!!text-61t" descr="1"/>
          <p:cNvSpPr txBox="1"/>
          <p:nvPr/>
        </p:nvSpPr>
        <p:spPr>
          <a:xfrm>
            <a:off x="3592801" y="2937002"/>
            <a:ext cx="804443" cy="140680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650" kern="0" dirty="0">
                <a:solidFill>
                  <a:srgbClr val="627D8D"/>
                </a:solidFill>
                <a:latin typeface="Noto Sans TC ExtraLight"/>
                <a:ea typeface="Noto Sans TC ExtraLight"/>
                <a:cs typeface="Noto Sans TC ExtraLight"/>
              </a:rPr>
              <a:t>1</a:t>
            </a:r>
            <a:endParaRPr lang="zh-TW" sz="7650"/>
          </a:p>
        </p:txBody>
      </p:sp>
      <p:sp>
        <p:nvSpPr>
          <p:cNvPr id="56" name="!!text-61x" descr=","/>
          <p:cNvSpPr txBox="1"/>
          <p:nvPr/>
        </p:nvSpPr>
        <p:spPr>
          <a:xfrm>
            <a:off x="4105780" y="2937002"/>
            <a:ext cx="525609" cy="140680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650" kern="0" dirty="0">
                <a:solidFill>
                  <a:srgbClr val="627D8D"/>
                </a:solidFill>
                <a:latin typeface="Noto Sans TC ExtraLight"/>
                <a:ea typeface="Noto Sans TC ExtraLight"/>
                <a:cs typeface="Noto Sans TC ExtraLight"/>
              </a:rPr>
              <a:t>,</a:t>
            </a:r>
            <a:endParaRPr lang="zh-TW" sz="7650"/>
          </a:p>
        </p:txBody>
      </p:sp>
      <p:sp>
        <p:nvSpPr>
          <p:cNvPr id="57" name="!!text-62v" descr="4"/>
          <p:cNvSpPr txBox="1"/>
          <p:nvPr/>
        </p:nvSpPr>
        <p:spPr>
          <a:xfrm>
            <a:off x="4339923" y="2937002"/>
            <a:ext cx="804443" cy="140680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650" kern="0" dirty="0">
                <a:solidFill>
                  <a:srgbClr val="627D8D"/>
                </a:solidFill>
                <a:latin typeface="Noto Sans TC ExtraLight"/>
                <a:ea typeface="Noto Sans TC ExtraLight"/>
                <a:cs typeface="Noto Sans TC ExtraLight"/>
              </a:rPr>
              <a:t>4</a:t>
            </a:r>
            <a:endParaRPr lang="zh-TW" sz="7650"/>
          </a:p>
        </p:txBody>
      </p:sp>
      <p:sp>
        <p:nvSpPr>
          <p:cNvPr id="58" name="!!text-643" descr="9"/>
          <p:cNvSpPr txBox="1"/>
          <p:nvPr/>
        </p:nvSpPr>
        <p:spPr>
          <a:xfrm>
            <a:off x="4852902" y="2937002"/>
            <a:ext cx="804443" cy="140680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650" kern="0" dirty="0">
                <a:solidFill>
                  <a:srgbClr val="627D8D"/>
                </a:solidFill>
                <a:latin typeface="Noto Sans TC ExtraLight"/>
                <a:ea typeface="Noto Sans TC ExtraLight"/>
                <a:cs typeface="Noto Sans TC ExtraLight"/>
              </a:rPr>
              <a:t>9</a:t>
            </a:r>
            <a:endParaRPr lang="zh-TW" sz="7650"/>
          </a:p>
        </p:txBody>
      </p:sp>
      <p:sp>
        <p:nvSpPr>
          <p:cNvPr id="59" name="!!text-657" descr="7"/>
          <p:cNvSpPr txBox="1"/>
          <p:nvPr/>
        </p:nvSpPr>
        <p:spPr>
          <a:xfrm>
            <a:off x="5365880" y="2937002"/>
            <a:ext cx="804443" cy="140680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650" kern="0" dirty="0">
                <a:solidFill>
                  <a:srgbClr val="627D8D"/>
                </a:solidFill>
                <a:latin typeface="Noto Sans TC ExtraLight"/>
                <a:ea typeface="Noto Sans TC ExtraLight"/>
                <a:cs typeface="Noto Sans TC ExtraLight"/>
              </a:rPr>
              <a:t>7</a:t>
            </a:r>
            <a:endParaRPr lang="zh-TW" sz="7650"/>
          </a:p>
        </p:txBody>
      </p:sp>
      <p:sp>
        <p:nvSpPr>
          <p:cNvPr id="60" name="!!text-65d" descr="項後端測試"/>
          <p:cNvSpPr txBox="1"/>
          <p:nvPr/>
        </p:nvSpPr>
        <p:spPr>
          <a:xfrm>
            <a:off x="4314825" y="4438630"/>
            <a:ext cx="892531" cy="24384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26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項後端測試</a:t>
            </a:r>
            <a:endParaRPr lang="zh-TW" sz="1326"/>
          </a:p>
        </p:txBody>
      </p:sp>
      <p:sp>
        <p:nvSpPr>
          <p:cNvPr id="61" name="!!text-65n" descr="10 組測試群組全數通過"/>
          <p:cNvSpPr txBox="1"/>
          <p:nvPr/>
        </p:nvSpPr>
        <p:spPr>
          <a:xfrm>
            <a:off x="3999563" y="4727763"/>
            <a:ext cx="1515281" cy="20633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22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10 組測試群組全數通過</a:t>
            </a:r>
            <a:endParaRPr lang="zh-TW" sz="1122"/>
          </a:p>
        </p:txBody>
      </p:sp>
      <p:sp>
        <p:nvSpPr>
          <p:cNvPr id="62" name="!!text-66v" descr="2"/>
          <p:cNvSpPr txBox="1"/>
          <p:nvPr/>
        </p:nvSpPr>
        <p:spPr>
          <a:xfrm>
            <a:off x="6313141" y="2937002"/>
            <a:ext cx="804443" cy="140680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650" kern="0" dirty="0">
                <a:solidFill>
                  <a:srgbClr val="627D8D"/>
                </a:solidFill>
                <a:latin typeface="Noto Sans TC ExtraLight"/>
                <a:ea typeface="Noto Sans TC ExtraLight"/>
                <a:cs typeface="Noto Sans TC ExtraLight"/>
              </a:rPr>
              <a:t>2</a:t>
            </a:r>
            <a:endParaRPr lang="zh-TW" sz="7650"/>
          </a:p>
        </p:txBody>
      </p:sp>
      <p:sp>
        <p:nvSpPr>
          <p:cNvPr id="63" name="!!text-66z" descr=","/>
          <p:cNvSpPr txBox="1"/>
          <p:nvPr/>
        </p:nvSpPr>
        <p:spPr>
          <a:xfrm>
            <a:off x="6826120" y="2937002"/>
            <a:ext cx="525609" cy="140680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650" kern="0" dirty="0">
                <a:solidFill>
                  <a:srgbClr val="627D8D"/>
                </a:solidFill>
                <a:latin typeface="Noto Sans TC ExtraLight"/>
                <a:ea typeface="Noto Sans TC ExtraLight"/>
                <a:cs typeface="Noto Sans TC ExtraLight"/>
              </a:rPr>
              <a:t>,</a:t>
            </a:r>
            <a:endParaRPr lang="zh-TW" sz="7650"/>
          </a:p>
        </p:txBody>
      </p:sp>
      <p:sp>
        <p:nvSpPr>
          <p:cNvPr id="64" name="!!text-67z" descr="5"/>
          <p:cNvSpPr txBox="1"/>
          <p:nvPr/>
        </p:nvSpPr>
        <p:spPr>
          <a:xfrm>
            <a:off x="7060263" y="2937002"/>
            <a:ext cx="804443" cy="140680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650" kern="0" dirty="0">
                <a:solidFill>
                  <a:srgbClr val="627D8D"/>
                </a:solidFill>
                <a:latin typeface="Noto Sans TC ExtraLight"/>
                <a:ea typeface="Noto Sans TC ExtraLight"/>
                <a:cs typeface="Noto Sans TC ExtraLight"/>
              </a:rPr>
              <a:t>5</a:t>
            </a:r>
            <a:endParaRPr lang="zh-TW" sz="7650"/>
          </a:p>
        </p:txBody>
      </p:sp>
      <p:sp>
        <p:nvSpPr>
          <p:cNvPr id="65" name="!!text-68p" descr="0"/>
          <p:cNvSpPr txBox="1"/>
          <p:nvPr/>
        </p:nvSpPr>
        <p:spPr>
          <a:xfrm>
            <a:off x="7573242" y="2937002"/>
            <a:ext cx="804443" cy="140680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650" kern="0" dirty="0">
                <a:solidFill>
                  <a:srgbClr val="627D8D"/>
                </a:solidFill>
                <a:latin typeface="Noto Sans TC ExtraLight"/>
                <a:ea typeface="Noto Sans TC ExtraLight"/>
                <a:cs typeface="Noto Sans TC ExtraLight"/>
              </a:rPr>
              <a:t>0</a:t>
            </a:r>
            <a:endParaRPr lang="zh-TW" sz="7650"/>
          </a:p>
        </p:txBody>
      </p:sp>
      <p:sp>
        <p:nvSpPr>
          <p:cNvPr id="66" name="!!text-69n" descr="4"/>
          <p:cNvSpPr txBox="1"/>
          <p:nvPr/>
        </p:nvSpPr>
        <p:spPr>
          <a:xfrm>
            <a:off x="8086220" y="2937002"/>
            <a:ext cx="804443" cy="140680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650" kern="0" dirty="0">
                <a:solidFill>
                  <a:srgbClr val="627D8D"/>
                </a:solidFill>
                <a:latin typeface="Noto Sans TC ExtraLight"/>
                <a:ea typeface="Noto Sans TC ExtraLight"/>
                <a:cs typeface="Noto Sans TC ExtraLight"/>
              </a:rPr>
              <a:t>4</a:t>
            </a:r>
            <a:endParaRPr lang="zh-TW" sz="7650"/>
          </a:p>
        </p:txBody>
      </p:sp>
      <p:sp>
        <p:nvSpPr>
          <p:cNvPr id="67" name="!!text-69t" descr="項 App 測試"/>
          <p:cNvSpPr txBox="1"/>
          <p:nvPr/>
        </p:nvSpPr>
        <p:spPr>
          <a:xfrm>
            <a:off x="7002916" y="4438630"/>
            <a:ext cx="957029" cy="24384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26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項 App 測試</a:t>
            </a:r>
            <a:endParaRPr lang="zh-TW" sz="1326"/>
          </a:p>
        </p:txBody>
      </p:sp>
      <p:sp>
        <p:nvSpPr>
          <p:cNvPr id="68" name="!!text-6a4" descr="44 個測試檔全數通過"/>
          <p:cNvSpPr txBox="1"/>
          <p:nvPr/>
        </p:nvSpPr>
        <p:spPr>
          <a:xfrm>
            <a:off x="6791150" y="4727763"/>
            <a:ext cx="1372787" cy="20633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22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44 個測試檔全數通過</a:t>
            </a:r>
            <a:endParaRPr lang="zh-TW" sz="1122"/>
          </a:p>
        </p:txBody>
      </p:sp>
      <p:sp>
        <p:nvSpPr>
          <p:cNvPr id="69" name="!!text-6bh" descr="5"/>
          <p:cNvSpPr txBox="1"/>
          <p:nvPr/>
        </p:nvSpPr>
        <p:spPr>
          <a:xfrm>
            <a:off x="9920021" y="2937002"/>
            <a:ext cx="804443" cy="140680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7650" kern="0" dirty="0">
                <a:solidFill>
                  <a:srgbClr val="627D8D"/>
                </a:solidFill>
                <a:latin typeface="Noto Sans TC ExtraLight"/>
                <a:ea typeface="Noto Sans TC ExtraLight"/>
                <a:cs typeface="Noto Sans TC ExtraLight"/>
              </a:rPr>
              <a:t>5</a:t>
            </a:r>
            <a:endParaRPr lang="zh-TW" sz="7650"/>
          </a:p>
        </p:txBody>
      </p:sp>
      <p:sp>
        <p:nvSpPr>
          <p:cNvPr id="70" name="!!text-6bn" descr="種介面語言"/>
          <p:cNvSpPr txBox="1"/>
          <p:nvPr/>
        </p:nvSpPr>
        <p:spPr>
          <a:xfrm>
            <a:off x="9755505" y="4438630"/>
            <a:ext cx="892531" cy="24384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26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種介面語言</a:t>
            </a:r>
            <a:endParaRPr lang="zh-TW" sz="1326"/>
          </a:p>
        </p:txBody>
      </p:sp>
      <p:sp>
        <p:nvSpPr>
          <p:cNvPr id="71" name="!!text-6bx" descr="繁中・簡中・英・日・韓"/>
          <p:cNvSpPr txBox="1"/>
          <p:nvPr/>
        </p:nvSpPr>
        <p:spPr>
          <a:xfrm>
            <a:off x="9392793" y="4727763"/>
            <a:ext cx="1610182" cy="20633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22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繁中・簡中・英・日・韓</a:t>
            </a:r>
            <a:endParaRPr lang="zh-TW" sz="1122"/>
          </a:p>
        </p:txBody>
      </p:sp>
      <p:sp>
        <p:nvSpPr>
          <p:cNvPr id="72" name="!!path-9ic"/>
          <p:cNvSpPr/>
          <p:nvPr/>
        </p:nvSpPr>
        <p:spPr>
          <a:xfrm>
            <a:off x="381000" y="306527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3" name="!!path-9id"/>
          <p:cNvSpPr/>
          <p:nvPr/>
        </p:nvSpPr>
        <p:spPr>
          <a:xfrm>
            <a:off x="381000" y="308153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4" name="!!path-9ie"/>
          <p:cNvSpPr/>
          <p:nvPr/>
        </p:nvSpPr>
        <p:spPr>
          <a:xfrm>
            <a:off x="381000" y="309778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5" name="!!path-9if"/>
          <p:cNvSpPr/>
          <p:nvPr/>
        </p:nvSpPr>
        <p:spPr>
          <a:xfrm>
            <a:off x="381000" y="311404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6" name="!!path-9ig"/>
          <p:cNvSpPr/>
          <p:nvPr/>
        </p:nvSpPr>
        <p:spPr>
          <a:xfrm>
            <a:off x="381000" y="313030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7" name="!!path-9ih"/>
          <p:cNvSpPr/>
          <p:nvPr/>
        </p:nvSpPr>
        <p:spPr>
          <a:xfrm>
            <a:off x="381000" y="314655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8" name="!!path-9ii"/>
          <p:cNvSpPr/>
          <p:nvPr/>
        </p:nvSpPr>
        <p:spPr>
          <a:xfrm>
            <a:off x="381000" y="316281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9" name="!!path-9ij"/>
          <p:cNvSpPr/>
          <p:nvPr/>
        </p:nvSpPr>
        <p:spPr>
          <a:xfrm>
            <a:off x="381000" y="317906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80" name="!!path-9ik"/>
          <p:cNvSpPr/>
          <p:nvPr/>
        </p:nvSpPr>
        <p:spPr>
          <a:xfrm>
            <a:off x="419608" y="269342"/>
            <a:ext cx="128422" cy="122936"/>
          </a:xfrm>
          <a:custGeom>
            <a:avLst/>
            <a:gdLst/>
            <a:ahLst/>
            <a:cxnLst/>
            <a:rect l="l" t="t" r="r" b="b"/>
            <a:pathLst>
              <a:path w="128422" h="122936">
                <a:moveTo>
                  <a:pt x="0" y="17678"/>
                </a:moveTo>
                <a:lnTo>
                  <a:pt x="8128" y="5080"/>
                </a:lnTo>
                <a:cubicBezTo>
                  <a:pt x="32512" y="0"/>
                  <a:pt x="73152" y="7112"/>
                  <a:pt x="101600" y="26416"/>
                </a:cubicBezTo>
                <a:cubicBezTo>
                  <a:pt x="116840" y="37186"/>
                  <a:pt x="124968" y="49784"/>
                  <a:pt x="128422" y="62992"/>
                </a:cubicBezTo>
                <a:lnTo>
                  <a:pt x="128422" y="122936"/>
                </a:lnTo>
                <a:lnTo>
                  <a:pt x="0" y="1229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81" name="!!path-9il"/>
          <p:cNvSpPr/>
          <p:nvPr/>
        </p:nvSpPr>
        <p:spPr>
          <a:xfrm>
            <a:off x="419608" y="269342"/>
            <a:ext cx="128422" cy="62992"/>
          </a:xfrm>
          <a:custGeom>
            <a:avLst/>
            <a:gdLst/>
            <a:ahLst/>
            <a:cxnLst/>
            <a:rect l="l" t="t" r="r" b="b"/>
            <a:pathLst>
              <a:path w="128422" h="62992" fill="none">
                <a:moveTo>
                  <a:pt x="128422" y="62992"/>
                </a:moveTo>
                <a:cubicBezTo>
                  <a:pt x="124968" y="49784"/>
                  <a:pt x="116840" y="37186"/>
                  <a:pt x="101600" y="26416"/>
                </a:cubicBezTo>
                <a:cubicBezTo>
                  <a:pt x="73152" y="7112"/>
                  <a:pt x="32512" y="0"/>
                  <a:pt x="8128" y="5080"/>
                </a:cubicBezTo>
                <a:lnTo>
                  <a:pt x="0" y="1767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82" name="!!path-9im"/>
          <p:cNvSpPr/>
          <p:nvPr/>
        </p:nvSpPr>
        <p:spPr>
          <a:xfrm>
            <a:off x="407010" y="281534"/>
            <a:ext cx="141021" cy="110744"/>
          </a:xfrm>
          <a:custGeom>
            <a:avLst/>
            <a:gdLst/>
            <a:ahLst/>
            <a:cxnLst/>
            <a:rect l="l" t="t" r="r" b="b"/>
            <a:pathLst>
              <a:path w="141021" h="110744">
                <a:moveTo>
                  <a:pt x="0" y="22352"/>
                </a:moveTo>
                <a:lnTo>
                  <a:pt x="6502" y="6502"/>
                </a:lnTo>
                <a:cubicBezTo>
                  <a:pt x="36982" y="0"/>
                  <a:pt x="79654" y="7112"/>
                  <a:pt x="110134" y="25400"/>
                </a:cubicBezTo>
                <a:cubicBezTo>
                  <a:pt x="126390" y="35154"/>
                  <a:pt x="136550" y="49784"/>
                  <a:pt x="141021" y="62992"/>
                </a:cubicBezTo>
                <a:lnTo>
                  <a:pt x="141021" y="110744"/>
                </a:lnTo>
                <a:lnTo>
                  <a:pt x="0" y="110744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83" name="!!path-9in"/>
          <p:cNvSpPr/>
          <p:nvPr/>
        </p:nvSpPr>
        <p:spPr>
          <a:xfrm>
            <a:off x="407010" y="281534"/>
            <a:ext cx="141021" cy="62992"/>
          </a:xfrm>
          <a:custGeom>
            <a:avLst/>
            <a:gdLst/>
            <a:ahLst/>
            <a:cxnLst/>
            <a:rect l="l" t="t" r="r" b="b"/>
            <a:pathLst>
              <a:path w="141021" h="62992" fill="none">
                <a:moveTo>
                  <a:pt x="141021" y="62992"/>
                </a:moveTo>
                <a:cubicBezTo>
                  <a:pt x="136550" y="49784"/>
                  <a:pt x="126390" y="35154"/>
                  <a:pt x="110134" y="25400"/>
                </a:cubicBezTo>
                <a:cubicBezTo>
                  <a:pt x="79654" y="7112"/>
                  <a:pt x="36982" y="0"/>
                  <a:pt x="6502" y="6502"/>
                </a:cubicBezTo>
                <a:lnTo>
                  <a:pt x="0" y="22352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84" name="!!path-9io"/>
          <p:cNvSpPr/>
          <p:nvPr/>
        </p:nvSpPr>
        <p:spPr>
          <a:xfrm>
            <a:off x="395834" y="294742"/>
            <a:ext cx="151790" cy="97536"/>
          </a:xfrm>
          <a:custGeom>
            <a:avLst/>
            <a:gdLst/>
            <a:ahLst/>
            <a:cxnLst/>
            <a:rect l="l" t="t" r="r" b="b"/>
            <a:pathLst>
              <a:path w="151790" h="97536">
                <a:moveTo>
                  <a:pt x="0" y="23165"/>
                </a:moveTo>
                <a:lnTo>
                  <a:pt x="3861" y="12598"/>
                </a:lnTo>
                <a:cubicBezTo>
                  <a:pt x="37998" y="0"/>
                  <a:pt x="84734" y="5080"/>
                  <a:pt x="117246" y="21946"/>
                </a:cubicBezTo>
                <a:cubicBezTo>
                  <a:pt x="135534" y="31496"/>
                  <a:pt x="146710" y="43688"/>
                  <a:pt x="151790" y="55270"/>
                </a:cubicBezTo>
                <a:lnTo>
                  <a:pt x="151790" y="97536"/>
                </a:lnTo>
                <a:lnTo>
                  <a:pt x="0" y="975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85" name="!!path-9ip"/>
          <p:cNvSpPr/>
          <p:nvPr/>
        </p:nvSpPr>
        <p:spPr>
          <a:xfrm>
            <a:off x="395834" y="294742"/>
            <a:ext cx="151790" cy="55270"/>
          </a:xfrm>
          <a:custGeom>
            <a:avLst/>
            <a:gdLst/>
            <a:ahLst/>
            <a:cxnLst/>
            <a:rect l="l" t="t" r="r" b="b"/>
            <a:pathLst>
              <a:path w="151790" h="55270" fill="none">
                <a:moveTo>
                  <a:pt x="151790" y="55270"/>
                </a:moveTo>
                <a:cubicBezTo>
                  <a:pt x="146710" y="43688"/>
                  <a:pt x="135534" y="31496"/>
                  <a:pt x="117246" y="21946"/>
                </a:cubicBezTo>
                <a:cubicBezTo>
                  <a:pt x="84734" y="5080"/>
                  <a:pt x="37998" y="0"/>
                  <a:pt x="3861" y="12598"/>
                </a:cubicBezTo>
                <a:lnTo>
                  <a:pt x="0" y="23165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86" name="!!path-9iq"/>
          <p:cNvSpPr/>
          <p:nvPr/>
        </p:nvSpPr>
        <p:spPr>
          <a:xfrm>
            <a:off x="548234" y="264262"/>
            <a:ext cx="120294" cy="128016"/>
          </a:xfrm>
          <a:custGeom>
            <a:avLst/>
            <a:gdLst/>
            <a:ahLst/>
            <a:cxnLst/>
            <a:rect l="l" t="t" r="r" b="b"/>
            <a:pathLst>
              <a:path w="120294" h="128016">
                <a:moveTo>
                  <a:pt x="120294" y="18288"/>
                </a:moveTo>
                <a:lnTo>
                  <a:pt x="113589" y="4470"/>
                </a:lnTo>
                <a:cubicBezTo>
                  <a:pt x="86766" y="0"/>
                  <a:pt x="44094" y="10160"/>
                  <a:pt x="17678" y="30480"/>
                </a:cubicBezTo>
                <a:cubicBezTo>
                  <a:pt x="6502" y="39624"/>
                  <a:pt x="1422" y="52832"/>
                  <a:pt x="0" y="67056"/>
                </a:cubicBezTo>
                <a:lnTo>
                  <a:pt x="0" y="128016"/>
                </a:lnTo>
                <a:lnTo>
                  <a:pt x="120294" y="12801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87" name="!!path-9ir"/>
          <p:cNvSpPr/>
          <p:nvPr/>
        </p:nvSpPr>
        <p:spPr>
          <a:xfrm>
            <a:off x="548234" y="264262"/>
            <a:ext cx="120294" cy="67056"/>
          </a:xfrm>
          <a:custGeom>
            <a:avLst/>
            <a:gdLst/>
            <a:ahLst/>
            <a:cxnLst/>
            <a:rect l="l" t="t" r="r" b="b"/>
            <a:pathLst>
              <a:path w="120294" h="67056" fill="none">
                <a:moveTo>
                  <a:pt x="0" y="67056"/>
                </a:moveTo>
                <a:cubicBezTo>
                  <a:pt x="1422" y="52832"/>
                  <a:pt x="6502" y="39624"/>
                  <a:pt x="17678" y="30480"/>
                </a:cubicBezTo>
                <a:cubicBezTo>
                  <a:pt x="44094" y="10160"/>
                  <a:pt x="86766" y="0"/>
                  <a:pt x="113589" y="4470"/>
                </a:cubicBezTo>
                <a:lnTo>
                  <a:pt x="120294" y="1828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88" name="!!path-9is"/>
          <p:cNvSpPr/>
          <p:nvPr/>
        </p:nvSpPr>
        <p:spPr>
          <a:xfrm>
            <a:off x="548437" y="279502"/>
            <a:ext cx="133299" cy="112776"/>
          </a:xfrm>
          <a:custGeom>
            <a:avLst/>
            <a:gdLst/>
            <a:ahLst/>
            <a:cxnLst/>
            <a:rect l="l" t="t" r="r" b="b"/>
            <a:pathLst>
              <a:path w="133299" h="112776">
                <a:moveTo>
                  <a:pt x="133299" y="19710"/>
                </a:moveTo>
                <a:lnTo>
                  <a:pt x="127203" y="3048"/>
                </a:lnTo>
                <a:cubicBezTo>
                  <a:pt x="94691" y="0"/>
                  <a:pt x="54051" y="11176"/>
                  <a:pt x="27635" y="30683"/>
                </a:cubicBezTo>
                <a:cubicBezTo>
                  <a:pt x="13411" y="41250"/>
                  <a:pt x="4267" y="53848"/>
                  <a:pt x="0" y="65024"/>
                </a:cubicBezTo>
                <a:lnTo>
                  <a:pt x="0" y="112776"/>
                </a:lnTo>
                <a:lnTo>
                  <a:pt x="133299" y="11277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89" name="!!path-9it"/>
          <p:cNvSpPr/>
          <p:nvPr/>
        </p:nvSpPr>
        <p:spPr>
          <a:xfrm>
            <a:off x="548437" y="279502"/>
            <a:ext cx="133299" cy="65024"/>
          </a:xfrm>
          <a:custGeom>
            <a:avLst/>
            <a:gdLst/>
            <a:ahLst/>
            <a:cxnLst/>
            <a:rect l="l" t="t" r="r" b="b"/>
            <a:pathLst>
              <a:path w="133299" h="65024" fill="none">
                <a:moveTo>
                  <a:pt x="0" y="65024"/>
                </a:moveTo>
                <a:cubicBezTo>
                  <a:pt x="4267" y="53848"/>
                  <a:pt x="13411" y="41250"/>
                  <a:pt x="27635" y="30683"/>
                </a:cubicBezTo>
                <a:cubicBezTo>
                  <a:pt x="54051" y="11176"/>
                  <a:pt x="94691" y="0"/>
                  <a:pt x="127203" y="3048"/>
                </a:cubicBezTo>
                <a:lnTo>
                  <a:pt x="133299" y="19710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90" name="!!path-9iu"/>
          <p:cNvSpPr/>
          <p:nvPr/>
        </p:nvSpPr>
        <p:spPr>
          <a:xfrm>
            <a:off x="548843" y="293726"/>
            <a:ext cx="142646" cy="98552"/>
          </a:xfrm>
          <a:custGeom>
            <a:avLst/>
            <a:gdLst/>
            <a:ahLst/>
            <a:cxnLst/>
            <a:rect l="l" t="t" r="r" b="b"/>
            <a:pathLst>
              <a:path w="142646" h="98552">
                <a:moveTo>
                  <a:pt x="142646" y="18898"/>
                </a:moveTo>
                <a:lnTo>
                  <a:pt x="139802" y="8738"/>
                </a:lnTo>
                <a:cubicBezTo>
                  <a:pt x="106477" y="0"/>
                  <a:pt x="63805" y="5080"/>
                  <a:pt x="35357" y="19304"/>
                </a:cubicBezTo>
                <a:cubicBezTo>
                  <a:pt x="17069" y="28448"/>
                  <a:pt x="5893" y="42672"/>
                  <a:pt x="0" y="56286"/>
                </a:cubicBezTo>
                <a:lnTo>
                  <a:pt x="0" y="98552"/>
                </a:lnTo>
                <a:lnTo>
                  <a:pt x="142646" y="98552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91" name="!!path-9iv"/>
          <p:cNvSpPr/>
          <p:nvPr/>
        </p:nvSpPr>
        <p:spPr>
          <a:xfrm>
            <a:off x="548843" y="293726"/>
            <a:ext cx="142646" cy="56286"/>
          </a:xfrm>
          <a:custGeom>
            <a:avLst/>
            <a:gdLst/>
            <a:ahLst/>
            <a:cxnLst/>
            <a:rect l="l" t="t" r="r" b="b"/>
            <a:pathLst>
              <a:path w="142646" h="56286" fill="none">
                <a:moveTo>
                  <a:pt x="0" y="56286"/>
                </a:moveTo>
                <a:cubicBezTo>
                  <a:pt x="5893" y="42672"/>
                  <a:pt x="17069" y="28448"/>
                  <a:pt x="35357" y="19304"/>
                </a:cubicBezTo>
                <a:cubicBezTo>
                  <a:pt x="63805" y="5080"/>
                  <a:pt x="106477" y="0"/>
                  <a:pt x="139802" y="8738"/>
                </a:cubicBezTo>
                <a:lnTo>
                  <a:pt x="142646" y="1889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92" name="!!path-9iw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627D8D"/>
              </a:gs>
              <a:gs pos="21794">
                <a:srgbClr val="627D8D"/>
              </a:gs>
              <a:gs pos="55376">
                <a:srgbClr val="627D8D"/>
              </a:gs>
              <a:gs pos="96421">
                <a:srgbClr val="98ABB7"/>
              </a:gs>
              <a:gs pos="100000">
                <a:srgbClr val="98ABB7"/>
              </a:gs>
            </a:gsLst>
            <a:lin ang="1983350" scaled="0"/>
          </a:gradFill>
          <a:ln>
            <a:noFill/>
          </a:ln>
        </p:spPr>
      </p:sp>
      <p:sp>
        <p:nvSpPr>
          <p:cNvPr id="93" name="!!path-9ix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0000"/>
                </a:srgbClr>
              </a:gs>
              <a:gs pos="4764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83333" t="79291" r="16667" b="20709"/>
            </a:path>
          </a:gradFill>
          <a:ln>
            <a:noFill/>
          </a:ln>
        </p:spPr>
      </p:sp>
      <p:sp>
        <p:nvSpPr>
          <p:cNvPr id="94" name="!!line-9iy"/>
          <p:cNvSpPr/>
          <p:nvPr/>
        </p:nvSpPr>
        <p:spPr>
          <a:xfrm>
            <a:off x="549046" y="363017"/>
            <a:ext cx="1" cy="153619"/>
          </a:xfrm>
          <a:custGeom>
            <a:avLst/>
            <a:gdLst/>
            <a:ahLst/>
            <a:cxnLst/>
            <a:rect l="l" t="t" r="r" b="b"/>
            <a:pathLst>
              <a:path w="1" h="153619">
                <a:moveTo>
                  <a:pt x="0" y="0"/>
                </a:moveTo>
                <a:lnTo>
                  <a:pt x="0" y="153619"/>
                </a:lnTo>
              </a:path>
            </a:pathLst>
          </a:custGeom>
          <a:solidFill>
            <a:srgbClr val="000000"/>
          </a:solidFill>
          <a:ln w="6909" cap="rnd">
            <a:solidFill>
              <a:srgbClr val="C9D3D9"/>
            </a:solidFill>
            <a:prstDash val="solid"/>
            <a:miter lim="800000"/>
          </a:ln>
        </p:spPr>
      </p:sp>
      <p:sp>
        <p:nvSpPr>
          <p:cNvPr id="95" name="!!path-9iz"/>
          <p:cNvSpPr/>
          <p:nvPr/>
        </p:nvSpPr>
        <p:spPr>
          <a:xfrm>
            <a:off x="657962" y="442062"/>
            <a:ext cx="25400" cy="37998"/>
          </a:xfrm>
          <a:custGeom>
            <a:avLst/>
            <a:gdLst/>
            <a:ahLst/>
            <a:cxnLst/>
            <a:rect l="l" t="t" r="r" b="b"/>
            <a:pathLst>
              <a:path w="25400" h="37998">
                <a:moveTo>
                  <a:pt x="0" y="2642"/>
                </a:moveTo>
                <a:lnTo>
                  <a:pt x="15240" y="0"/>
                </a:lnTo>
                <a:lnTo>
                  <a:pt x="25400" y="37186"/>
                </a:lnTo>
                <a:lnTo>
                  <a:pt x="7518" y="37998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 w="1016" cap="flat">
            <a:solidFill>
              <a:srgbClr val="FFFFFF">
                <a:alpha val="55000"/>
              </a:srgbClr>
            </a:solidFill>
            <a:prstDash val="solid"/>
            <a:round/>
          </a:ln>
        </p:spPr>
      </p:sp>
      <p:sp>
        <p:nvSpPr>
          <p:cNvPr id="96" name="!!text-9j0" descr="救「舊」我的書"/>
          <p:cNvSpPr txBox="1"/>
          <p:nvPr/>
        </p:nvSpPr>
        <p:spPr>
          <a:xfrm>
            <a:off x="805879" y="251460"/>
            <a:ext cx="1120140" cy="25745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400" b="1" kern="0" spc="-70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救</a:t>
            </a:r>
            <a:r>
              <a:rPr lang="zh-TW" altLang="en-US" sz="14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「舊</a:t>
            </a:r>
            <a:r>
              <a:rPr lang="zh-TW" altLang="en-US" sz="1400" b="1" kern="0" spc="-70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」</a:t>
            </a:r>
            <a:r>
              <a:rPr lang="zh-TW" altLang="en-US" sz="14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我的書</a:t>
            </a:r>
            <a:endParaRPr lang="zh-TW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fast" p14:dur="3100" advTm="200">
        <p159:morph option="byObject"/>
      </p:transition>
    </mc:Choice>
    <mc:Fallback>
      <p:transition spd="fast" advTm="200">
        <p:fade/>
      </p:transition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158.2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rect-1q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7"/>
          </a:solidFill>
          <a:ln>
            <a:noFill/>
          </a:ln>
        </p:spPr>
      </p:sp>
      <p:sp>
        <p:nvSpPr>
          <p:cNvPr id="3" name="!!ellipse-1q2"/>
          <p:cNvSpPr/>
          <p:nvPr/>
        </p:nvSpPr>
        <p:spPr>
          <a:xfrm>
            <a:off x="-889000" y="-952500"/>
            <a:ext cx="13970000" cy="7874000"/>
          </a:xfrm>
          <a:prstGeom prst="ellipse">
            <a:avLst/>
          </a:prstGeom>
          <a:gradFill rotWithShape="1">
            <a:gsLst>
              <a:gs pos="0">
                <a:srgbClr val="FFFFFF">
                  <a:alpha val="95000"/>
                </a:srgbClr>
              </a:gs>
              <a:gs pos="40865">
                <a:srgbClr val="FFFFFF">
                  <a:alpha val="35000"/>
                </a:srgbClr>
              </a:gs>
              <a:gs pos="68108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!!rect-1q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P1"/>
            <a:srcRect/>
            <a:tile tx="172134" ty="136523" sx="16667" sy="16667" flip="none" algn="tl"/>
          </a:blipFill>
          <a:ln>
            <a:noFill/>
          </a:ln>
        </p:spPr>
      </p:sp>
      <p:sp>
        <p:nvSpPr>
          <p:cNvPr id="5" name="!!circle-1qu"/>
          <p:cNvSpPr/>
          <p:nvPr/>
        </p:nvSpPr>
        <p:spPr>
          <a:xfrm>
            <a:off x="-1433296" y="-291623"/>
            <a:ext cx="2335771" cy="2335771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" name="!!circle-1qz"/>
          <p:cNvSpPr/>
          <p:nvPr/>
        </p:nvSpPr>
        <p:spPr>
          <a:xfrm>
            <a:off x="6032139" y="5653482"/>
            <a:ext cx="1671714" cy="1671714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7" name="!!circle-1r0"/>
          <p:cNvSpPr/>
          <p:nvPr/>
        </p:nvSpPr>
        <p:spPr>
          <a:xfrm>
            <a:off x="9940838" y="4490848"/>
            <a:ext cx="1717408" cy="1717408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8" name="!!circle-1rb"/>
          <p:cNvSpPr/>
          <p:nvPr/>
        </p:nvSpPr>
        <p:spPr>
          <a:xfrm>
            <a:off x="10032554" y="-1437093"/>
            <a:ext cx="2338108" cy="2338108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9" name="!!circle-1ri"/>
          <p:cNvSpPr/>
          <p:nvPr/>
        </p:nvSpPr>
        <p:spPr>
          <a:xfrm>
            <a:off x="5606015" y="3761068"/>
            <a:ext cx="2223008" cy="2223008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0" name="!!rect-1sh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5F7">
                  <a:alpha val="0"/>
                </a:srgbClr>
              </a:gs>
              <a:gs pos="20428">
                <a:srgbClr val="F3F5F7">
                  <a:alpha val="0"/>
                </a:srgbClr>
              </a:gs>
              <a:gs pos="66730">
                <a:srgbClr val="F3F5F7"/>
              </a:gs>
              <a:gs pos="100000">
                <a:srgbClr val="F3F5F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1" name="!!circle-1sm"/>
          <p:cNvSpPr/>
          <p:nvPr/>
        </p:nvSpPr>
        <p:spPr>
          <a:xfrm>
            <a:off x="5538756" y="1189143"/>
            <a:ext cx="36055" cy="36055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12" name="!!circle-1sp"/>
          <p:cNvSpPr/>
          <p:nvPr/>
        </p:nvSpPr>
        <p:spPr>
          <a:xfrm>
            <a:off x="9316513" y="3078556"/>
            <a:ext cx="24295" cy="24295"/>
          </a:xfrm>
          <a:prstGeom prst="ellipse">
            <a:avLst/>
          </a:prstGeom>
          <a:solidFill>
            <a:srgbClr val="627D8D">
              <a:alpha val="18100"/>
            </a:srgbClr>
          </a:solidFill>
          <a:ln>
            <a:noFill/>
          </a:ln>
        </p:spPr>
      </p:sp>
      <p:sp>
        <p:nvSpPr>
          <p:cNvPr id="13" name="!!circle-1ss"/>
          <p:cNvSpPr/>
          <p:nvPr/>
        </p:nvSpPr>
        <p:spPr>
          <a:xfrm>
            <a:off x="3467792" y="6305228"/>
            <a:ext cx="25959" cy="25959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14" name="!!circle-1sv"/>
          <p:cNvSpPr/>
          <p:nvPr/>
        </p:nvSpPr>
        <p:spPr>
          <a:xfrm>
            <a:off x="2020543" y="1675052"/>
            <a:ext cx="35878" cy="35878"/>
          </a:xfrm>
          <a:prstGeom prst="ellipse">
            <a:avLst/>
          </a:prstGeom>
          <a:solidFill>
            <a:srgbClr val="627D8D">
              <a:alpha val="26800"/>
            </a:srgbClr>
          </a:solidFill>
          <a:ln>
            <a:noFill/>
          </a:ln>
        </p:spPr>
      </p:sp>
      <p:sp>
        <p:nvSpPr>
          <p:cNvPr id="15" name="!!circle-1sy"/>
          <p:cNvSpPr/>
          <p:nvPr/>
        </p:nvSpPr>
        <p:spPr>
          <a:xfrm>
            <a:off x="6886850" y="3533006"/>
            <a:ext cx="40234" cy="40234"/>
          </a:xfrm>
          <a:prstGeom prst="ellipse">
            <a:avLst/>
          </a:prstGeom>
          <a:solidFill>
            <a:srgbClr val="627D8D">
              <a:alpha val="31300"/>
            </a:srgbClr>
          </a:solidFill>
          <a:ln>
            <a:noFill/>
          </a:ln>
        </p:spPr>
      </p:sp>
      <p:sp>
        <p:nvSpPr>
          <p:cNvPr id="16" name="!!circle-1t4"/>
          <p:cNvSpPr/>
          <p:nvPr/>
        </p:nvSpPr>
        <p:spPr>
          <a:xfrm>
            <a:off x="1224608" y="4657528"/>
            <a:ext cx="29959" cy="29959"/>
          </a:xfrm>
          <a:prstGeom prst="ellipse">
            <a:avLst/>
          </a:prstGeom>
          <a:solidFill>
            <a:srgbClr val="627D8D">
              <a:alpha val="19400"/>
            </a:srgbClr>
          </a:solidFill>
          <a:ln>
            <a:noFill/>
          </a:ln>
        </p:spPr>
      </p:sp>
      <p:sp>
        <p:nvSpPr>
          <p:cNvPr id="17" name="!!circle-1t7"/>
          <p:cNvSpPr/>
          <p:nvPr/>
        </p:nvSpPr>
        <p:spPr>
          <a:xfrm>
            <a:off x="8424132" y="4355993"/>
            <a:ext cx="28702" cy="28702"/>
          </a:xfrm>
          <a:prstGeom prst="ellipse">
            <a:avLst/>
          </a:prstGeom>
          <a:solidFill>
            <a:srgbClr val="627D8D">
              <a:alpha val="17800"/>
            </a:srgbClr>
          </a:solidFill>
          <a:ln>
            <a:noFill/>
          </a:ln>
        </p:spPr>
      </p:sp>
      <p:sp>
        <p:nvSpPr>
          <p:cNvPr id="18" name="!!circle-1ta"/>
          <p:cNvSpPr/>
          <p:nvPr/>
        </p:nvSpPr>
        <p:spPr>
          <a:xfrm>
            <a:off x="10950530" y="1702401"/>
            <a:ext cx="24066" cy="24066"/>
          </a:xfrm>
          <a:prstGeom prst="ellipse">
            <a:avLst/>
          </a:prstGeom>
          <a:solidFill>
            <a:srgbClr val="627D8D">
              <a:alpha val="23900"/>
            </a:srgbClr>
          </a:solidFill>
          <a:ln>
            <a:noFill/>
          </a:ln>
        </p:spPr>
      </p:sp>
      <p:sp>
        <p:nvSpPr>
          <p:cNvPr id="19" name="!!circle-1td"/>
          <p:cNvSpPr/>
          <p:nvPr/>
        </p:nvSpPr>
        <p:spPr>
          <a:xfrm>
            <a:off x="8480123" y="5567981"/>
            <a:ext cx="35865" cy="35865"/>
          </a:xfrm>
          <a:prstGeom prst="ellipse">
            <a:avLst/>
          </a:prstGeom>
          <a:solidFill>
            <a:srgbClr val="627D8D">
              <a:alpha val="28200"/>
            </a:srgbClr>
          </a:solidFill>
          <a:ln>
            <a:noFill/>
          </a:ln>
        </p:spPr>
      </p:sp>
      <p:sp>
        <p:nvSpPr>
          <p:cNvPr id="20" name="!!circle-1tg"/>
          <p:cNvSpPr/>
          <p:nvPr/>
        </p:nvSpPr>
        <p:spPr>
          <a:xfrm>
            <a:off x="1532623" y="2655489"/>
            <a:ext cx="39218" cy="39218"/>
          </a:xfrm>
          <a:prstGeom prst="ellipse">
            <a:avLst/>
          </a:prstGeom>
          <a:solidFill>
            <a:srgbClr val="627D8D">
              <a:alpha val="29600"/>
            </a:srgbClr>
          </a:solidFill>
          <a:ln>
            <a:noFill/>
          </a:ln>
        </p:spPr>
      </p:sp>
      <p:sp>
        <p:nvSpPr>
          <p:cNvPr id="21" name="!!circle-1tj"/>
          <p:cNvSpPr/>
          <p:nvPr/>
        </p:nvSpPr>
        <p:spPr>
          <a:xfrm>
            <a:off x="7036820" y="5731459"/>
            <a:ext cx="49733" cy="49733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2" name="!!circle-1tm"/>
          <p:cNvSpPr/>
          <p:nvPr/>
        </p:nvSpPr>
        <p:spPr>
          <a:xfrm>
            <a:off x="6447902" y="1421845"/>
            <a:ext cx="41694" cy="41694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3" name="!!circle-1tp"/>
          <p:cNvSpPr/>
          <p:nvPr/>
        </p:nvSpPr>
        <p:spPr>
          <a:xfrm>
            <a:off x="6800861" y="4834621"/>
            <a:ext cx="31979" cy="31979"/>
          </a:xfrm>
          <a:prstGeom prst="ellipse">
            <a:avLst/>
          </a:prstGeom>
          <a:solidFill>
            <a:srgbClr val="627D8D">
              <a:alpha val="24100"/>
            </a:srgbClr>
          </a:solidFill>
          <a:ln>
            <a:noFill/>
          </a:ln>
        </p:spPr>
      </p:sp>
      <p:sp>
        <p:nvSpPr>
          <p:cNvPr id="24" name="!!circle-1ts"/>
          <p:cNvSpPr/>
          <p:nvPr/>
        </p:nvSpPr>
        <p:spPr>
          <a:xfrm>
            <a:off x="3923108" y="668697"/>
            <a:ext cx="18085" cy="18085"/>
          </a:xfrm>
          <a:prstGeom prst="ellipse">
            <a:avLst/>
          </a:prstGeom>
          <a:solidFill>
            <a:srgbClr val="627D8D">
              <a:alpha val="10500"/>
            </a:srgbClr>
          </a:solidFill>
          <a:ln>
            <a:noFill/>
          </a:ln>
        </p:spPr>
      </p:sp>
      <p:sp>
        <p:nvSpPr>
          <p:cNvPr id="25" name="!!circle-1ty"/>
          <p:cNvSpPr/>
          <p:nvPr/>
        </p:nvSpPr>
        <p:spPr>
          <a:xfrm>
            <a:off x="3492091" y="6034259"/>
            <a:ext cx="39243" cy="39243"/>
          </a:xfrm>
          <a:prstGeom prst="ellipse">
            <a:avLst/>
          </a:prstGeom>
          <a:solidFill>
            <a:srgbClr val="627D8D">
              <a:alpha val="27700"/>
            </a:srgbClr>
          </a:solidFill>
          <a:ln>
            <a:noFill/>
          </a:ln>
        </p:spPr>
      </p:sp>
      <p:sp>
        <p:nvSpPr>
          <p:cNvPr id="26" name="!!circle-1u1"/>
          <p:cNvSpPr/>
          <p:nvPr/>
        </p:nvSpPr>
        <p:spPr>
          <a:xfrm>
            <a:off x="1639722" y="6434582"/>
            <a:ext cx="34519" cy="34519"/>
          </a:xfrm>
          <a:prstGeom prst="ellipse">
            <a:avLst/>
          </a:prstGeom>
          <a:solidFill>
            <a:srgbClr val="627D8D">
              <a:alpha val="22500"/>
            </a:srgbClr>
          </a:solidFill>
          <a:ln>
            <a:noFill/>
          </a:ln>
        </p:spPr>
      </p:sp>
      <p:sp>
        <p:nvSpPr>
          <p:cNvPr id="27" name="!!circle-1u4"/>
          <p:cNvSpPr/>
          <p:nvPr/>
        </p:nvSpPr>
        <p:spPr>
          <a:xfrm>
            <a:off x="2727083" y="4820919"/>
            <a:ext cx="46228" cy="46228"/>
          </a:xfrm>
          <a:prstGeom prst="ellipse">
            <a:avLst/>
          </a:prstGeom>
          <a:solidFill>
            <a:srgbClr val="627D8D">
              <a:alpha val="26200"/>
            </a:srgbClr>
          </a:solidFill>
          <a:ln>
            <a:noFill/>
          </a:ln>
        </p:spPr>
      </p:sp>
      <p:sp>
        <p:nvSpPr>
          <p:cNvPr id="28" name="!!circle-1u7"/>
          <p:cNvSpPr/>
          <p:nvPr/>
        </p:nvSpPr>
        <p:spPr>
          <a:xfrm>
            <a:off x="7435179" y="4608502"/>
            <a:ext cx="49327" cy="49327"/>
          </a:xfrm>
          <a:prstGeom prst="ellipse">
            <a:avLst/>
          </a:prstGeom>
          <a:solidFill>
            <a:srgbClr val="627D8D">
              <a:alpha val="20800"/>
            </a:srgbClr>
          </a:solidFill>
          <a:ln>
            <a:noFill/>
          </a:ln>
        </p:spPr>
      </p:sp>
      <p:sp>
        <p:nvSpPr>
          <p:cNvPr id="29" name="!!circle-1ua"/>
          <p:cNvSpPr/>
          <p:nvPr/>
        </p:nvSpPr>
        <p:spPr>
          <a:xfrm>
            <a:off x="9698433" y="5242906"/>
            <a:ext cx="24054" cy="24054"/>
          </a:xfrm>
          <a:prstGeom prst="ellipse">
            <a:avLst/>
          </a:prstGeom>
          <a:solidFill>
            <a:srgbClr val="627D8D">
              <a:alpha val="22200"/>
            </a:srgbClr>
          </a:solidFill>
          <a:ln>
            <a:noFill/>
          </a:ln>
        </p:spPr>
      </p:sp>
      <p:sp>
        <p:nvSpPr>
          <p:cNvPr id="30" name="!!circle-1ud"/>
          <p:cNvSpPr/>
          <p:nvPr/>
        </p:nvSpPr>
        <p:spPr>
          <a:xfrm>
            <a:off x="1996793" y="1328943"/>
            <a:ext cx="32271" cy="32271"/>
          </a:xfrm>
          <a:prstGeom prst="ellipse">
            <a:avLst/>
          </a:prstGeom>
          <a:solidFill>
            <a:srgbClr val="627D8D">
              <a:alpha val="20500"/>
            </a:srgbClr>
          </a:solidFill>
          <a:ln>
            <a:noFill/>
          </a:ln>
        </p:spPr>
      </p:sp>
      <p:sp>
        <p:nvSpPr>
          <p:cNvPr id="31" name="!!circle-1uj"/>
          <p:cNvSpPr/>
          <p:nvPr/>
        </p:nvSpPr>
        <p:spPr>
          <a:xfrm>
            <a:off x="2057939" y="2240516"/>
            <a:ext cx="34252" cy="34252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32" name="!!circle-1um"/>
          <p:cNvSpPr/>
          <p:nvPr/>
        </p:nvSpPr>
        <p:spPr>
          <a:xfrm>
            <a:off x="9595631" y="4013189"/>
            <a:ext cx="44196" cy="44196"/>
          </a:xfrm>
          <a:prstGeom prst="ellipse">
            <a:avLst/>
          </a:prstGeom>
          <a:solidFill>
            <a:srgbClr val="627D8D">
              <a:alpha val="21700"/>
            </a:srgbClr>
          </a:solidFill>
          <a:ln>
            <a:noFill/>
          </a:ln>
        </p:spPr>
      </p:sp>
      <p:sp>
        <p:nvSpPr>
          <p:cNvPr id="33" name="!!circle-1up"/>
          <p:cNvSpPr/>
          <p:nvPr/>
        </p:nvSpPr>
        <p:spPr>
          <a:xfrm>
            <a:off x="6750217" y="1682945"/>
            <a:ext cx="35192" cy="35192"/>
          </a:xfrm>
          <a:prstGeom prst="ellipse">
            <a:avLst/>
          </a:prstGeom>
          <a:solidFill>
            <a:srgbClr val="627D8D">
              <a:alpha val="27100"/>
            </a:srgbClr>
          </a:solidFill>
          <a:ln>
            <a:noFill/>
          </a:ln>
        </p:spPr>
      </p:sp>
      <p:sp>
        <p:nvSpPr>
          <p:cNvPr id="34" name="!!circle-1us"/>
          <p:cNvSpPr/>
          <p:nvPr/>
        </p:nvSpPr>
        <p:spPr>
          <a:xfrm>
            <a:off x="10214989" y="5140758"/>
            <a:ext cx="43358" cy="43358"/>
          </a:xfrm>
          <a:prstGeom prst="ellipse">
            <a:avLst/>
          </a:prstGeom>
          <a:solidFill>
            <a:srgbClr val="627D8D">
              <a:alpha val="19500"/>
            </a:srgbClr>
          </a:solidFill>
          <a:ln>
            <a:noFill/>
          </a:ln>
        </p:spPr>
      </p:sp>
      <p:sp>
        <p:nvSpPr>
          <p:cNvPr id="35" name="!!circle-1uv"/>
          <p:cNvSpPr/>
          <p:nvPr/>
        </p:nvSpPr>
        <p:spPr>
          <a:xfrm>
            <a:off x="3223384" y="1915151"/>
            <a:ext cx="33528" cy="33528"/>
          </a:xfrm>
          <a:prstGeom prst="ellipse">
            <a:avLst/>
          </a:prstGeom>
          <a:solidFill>
            <a:srgbClr val="627D8D">
              <a:alpha val="28300"/>
            </a:srgbClr>
          </a:solidFill>
          <a:ln>
            <a:noFill/>
          </a:ln>
        </p:spPr>
      </p:sp>
      <p:sp>
        <p:nvSpPr>
          <p:cNvPr id="36" name="!!circle-1uy"/>
          <p:cNvSpPr/>
          <p:nvPr/>
        </p:nvSpPr>
        <p:spPr>
          <a:xfrm>
            <a:off x="6849145" y="2513260"/>
            <a:ext cx="28956" cy="28956"/>
          </a:xfrm>
          <a:prstGeom prst="ellipse">
            <a:avLst/>
          </a:prstGeom>
          <a:solidFill>
            <a:srgbClr val="627D8D">
              <a:alpha val="21800"/>
            </a:srgbClr>
          </a:solidFill>
          <a:ln>
            <a:noFill/>
          </a:ln>
        </p:spPr>
      </p:sp>
      <p:sp>
        <p:nvSpPr>
          <p:cNvPr id="37" name="!!circle-1v1"/>
          <p:cNvSpPr/>
          <p:nvPr/>
        </p:nvSpPr>
        <p:spPr>
          <a:xfrm>
            <a:off x="7027471" y="6168557"/>
            <a:ext cx="45555" cy="45555"/>
          </a:xfrm>
          <a:prstGeom prst="ellipse">
            <a:avLst/>
          </a:prstGeom>
          <a:solidFill>
            <a:srgbClr val="627D8D">
              <a:alpha val="20900"/>
            </a:srgbClr>
          </a:solidFill>
          <a:ln>
            <a:noFill/>
          </a:ln>
        </p:spPr>
      </p:sp>
      <p:sp>
        <p:nvSpPr>
          <p:cNvPr id="38" name="!!circle-1v4"/>
          <p:cNvSpPr/>
          <p:nvPr/>
        </p:nvSpPr>
        <p:spPr>
          <a:xfrm>
            <a:off x="11291333" y="2995576"/>
            <a:ext cx="39484" cy="39484"/>
          </a:xfrm>
          <a:prstGeom prst="ellipse">
            <a:avLst/>
          </a:prstGeom>
          <a:solidFill>
            <a:srgbClr val="627D8D">
              <a:alpha val="13600"/>
            </a:srgbClr>
          </a:solidFill>
          <a:ln>
            <a:noFill/>
          </a:ln>
        </p:spPr>
      </p:sp>
      <p:sp>
        <p:nvSpPr>
          <p:cNvPr id="39" name="!!circle-1v7"/>
          <p:cNvSpPr/>
          <p:nvPr/>
        </p:nvSpPr>
        <p:spPr>
          <a:xfrm>
            <a:off x="7486392" y="5541200"/>
            <a:ext cx="30455" cy="30455"/>
          </a:xfrm>
          <a:prstGeom prst="ellipse">
            <a:avLst/>
          </a:prstGeom>
          <a:solidFill>
            <a:srgbClr val="627D8D">
              <a:alpha val="16500"/>
            </a:srgbClr>
          </a:solidFill>
          <a:ln>
            <a:noFill/>
          </a:ln>
        </p:spPr>
      </p:sp>
      <p:sp>
        <p:nvSpPr>
          <p:cNvPr id="40" name="!!circle-1va"/>
          <p:cNvSpPr/>
          <p:nvPr/>
        </p:nvSpPr>
        <p:spPr>
          <a:xfrm>
            <a:off x="8993653" y="6304221"/>
            <a:ext cx="28257" cy="28257"/>
          </a:xfrm>
          <a:prstGeom prst="ellipse">
            <a:avLst/>
          </a:prstGeom>
          <a:solidFill>
            <a:srgbClr val="627D8D">
              <a:alpha val="15700"/>
            </a:srgbClr>
          </a:solidFill>
          <a:ln>
            <a:noFill/>
          </a:ln>
        </p:spPr>
      </p:sp>
      <p:sp>
        <p:nvSpPr>
          <p:cNvPr id="41" name="!!circle-1vd"/>
          <p:cNvSpPr/>
          <p:nvPr/>
        </p:nvSpPr>
        <p:spPr>
          <a:xfrm>
            <a:off x="11446940" y="4940355"/>
            <a:ext cx="45149" cy="45149"/>
          </a:xfrm>
          <a:prstGeom prst="ellipse">
            <a:avLst/>
          </a:prstGeom>
          <a:solidFill>
            <a:srgbClr val="627D8D">
              <a:alpha val="31200"/>
            </a:srgbClr>
          </a:solidFill>
          <a:ln>
            <a:noFill/>
          </a:ln>
        </p:spPr>
      </p:sp>
      <p:sp>
        <p:nvSpPr>
          <p:cNvPr id="42" name="!!circle-1vg"/>
          <p:cNvSpPr/>
          <p:nvPr/>
        </p:nvSpPr>
        <p:spPr>
          <a:xfrm>
            <a:off x="3475880" y="2866624"/>
            <a:ext cx="30696" cy="30696"/>
          </a:xfrm>
          <a:prstGeom prst="ellipse">
            <a:avLst/>
          </a:prstGeom>
          <a:solidFill>
            <a:srgbClr val="627D8D">
              <a:alpha val="25700"/>
            </a:srgbClr>
          </a:solidFill>
          <a:ln>
            <a:noFill/>
          </a:ln>
        </p:spPr>
      </p:sp>
      <p:sp>
        <p:nvSpPr>
          <p:cNvPr id="43" name="!!circle-1vj"/>
          <p:cNvSpPr/>
          <p:nvPr/>
        </p:nvSpPr>
        <p:spPr>
          <a:xfrm>
            <a:off x="8820438" y="3379722"/>
            <a:ext cx="37401" cy="37401"/>
          </a:xfrm>
          <a:prstGeom prst="ellipse">
            <a:avLst/>
          </a:prstGeom>
          <a:solidFill>
            <a:srgbClr val="627D8D">
              <a:alpha val="16000"/>
            </a:srgbClr>
          </a:solidFill>
          <a:ln>
            <a:noFill/>
          </a:ln>
        </p:spPr>
      </p:sp>
      <p:sp>
        <p:nvSpPr>
          <p:cNvPr id="44" name="!!circle-1vm"/>
          <p:cNvSpPr/>
          <p:nvPr/>
        </p:nvSpPr>
        <p:spPr>
          <a:xfrm>
            <a:off x="1831990" y="4282821"/>
            <a:ext cx="33096" cy="33096"/>
          </a:xfrm>
          <a:prstGeom prst="ellipse">
            <a:avLst/>
          </a:prstGeom>
          <a:solidFill>
            <a:srgbClr val="627D8D">
              <a:alpha val="22300"/>
            </a:srgbClr>
          </a:solidFill>
          <a:ln>
            <a:noFill/>
          </a:ln>
        </p:spPr>
      </p:sp>
      <p:sp>
        <p:nvSpPr>
          <p:cNvPr id="45" name="!!circle-1vp"/>
          <p:cNvSpPr/>
          <p:nvPr/>
        </p:nvSpPr>
        <p:spPr>
          <a:xfrm>
            <a:off x="11569056" y="405262"/>
            <a:ext cx="21145" cy="21145"/>
          </a:xfrm>
          <a:prstGeom prst="ellipse">
            <a:avLst/>
          </a:prstGeom>
          <a:solidFill>
            <a:srgbClr val="627D8D">
              <a:alpha val="16300"/>
            </a:srgbClr>
          </a:solidFill>
          <a:ln>
            <a:noFill/>
          </a:ln>
        </p:spPr>
      </p:sp>
      <p:sp>
        <p:nvSpPr>
          <p:cNvPr id="46" name="!!circle-1vs"/>
          <p:cNvSpPr/>
          <p:nvPr/>
        </p:nvSpPr>
        <p:spPr>
          <a:xfrm>
            <a:off x="11075227" y="5407740"/>
            <a:ext cx="35281" cy="35281"/>
          </a:xfrm>
          <a:prstGeom prst="ellipse">
            <a:avLst/>
          </a:prstGeom>
          <a:solidFill>
            <a:srgbClr val="627D8D">
              <a:alpha val="30000"/>
            </a:srgbClr>
          </a:solidFill>
          <a:ln>
            <a:noFill/>
          </a:ln>
        </p:spPr>
      </p:sp>
      <p:sp>
        <p:nvSpPr>
          <p:cNvPr id="47" name="!!path-9ic"/>
          <p:cNvSpPr/>
          <p:nvPr/>
        </p:nvSpPr>
        <p:spPr>
          <a:xfrm>
            <a:off x="381000" y="306527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48" name="!!path-9id"/>
          <p:cNvSpPr/>
          <p:nvPr/>
        </p:nvSpPr>
        <p:spPr>
          <a:xfrm>
            <a:off x="381000" y="308153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49" name="!!path-9ie"/>
          <p:cNvSpPr/>
          <p:nvPr/>
        </p:nvSpPr>
        <p:spPr>
          <a:xfrm>
            <a:off x="381000" y="309778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50" name="!!path-9if"/>
          <p:cNvSpPr/>
          <p:nvPr/>
        </p:nvSpPr>
        <p:spPr>
          <a:xfrm>
            <a:off x="381000" y="311404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51" name="!!path-9ig"/>
          <p:cNvSpPr/>
          <p:nvPr/>
        </p:nvSpPr>
        <p:spPr>
          <a:xfrm>
            <a:off x="381000" y="313030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52" name="!!path-9ih"/>
          <p:cNvSpPr/>
          <p:nvPr/>
        </p:nvSpPr>
        <p:spPr>
          <a:xfrm>
            <a:off x="381000" y="314655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53" name="!!path-9ii"/>
          <p:cNvSpPr/>
          <p:nvPr/>
        </p:nvSpPr>
        <p:spPr>
          <a:xfrm>
            <a:off x="381000" y="316281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54" name="!!path-9ij"/>
          <p:cNvSpPr/>
          <p:nvPr/>
        </p:nvSpPr>
        <p:spPr>
          <a:xfrm>
            <a:off x="381000" y="317906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55" name="!!path-9ik"/>
          <p:cNvSpPr/>
          <p:nvPr/>
        </p:nvSpPr>
        <p:spPr>
          <a:xfrm>
            <a:off x="419608" y="269342"/>
            <a:ext cx="128422" cy="122936"/>
          </a:xfrm>
          <a:custGeom>
            <a:avLst/>
            <a:gdLst/>
            <a:ahLst/>
            <a:cxnLst/>
            <a:rect l="l" t="t" r="r" b="b"/>
            <a:pathLst>
              <a:path w="128422" h="122936">
                <a:moveTo>
                  <a:pt x="0" y="17678"/>
                </a:moveTo>
                <a:lnTo>
                  <a:pt x="8128" y="5080"/>
                </a:lnTo>
                <a:cubicBezTo>
                  <a:pt x="32512" y="0"/>
                  <a:pt x="73152" y="7112"/>
                  <a:pt x="101600" y="26416"/>
                </a:cubicBezTo>
                <a:cubicBezTo>
                  <a:pt x="116840" y="37186"/>
                  <a:pt x="124968" y="49784"/>
                  <a:pt x="128422" y="62992"/>
                </a:cubicBezTo>
                <a:lnTo>
                  <a:pt x="128422" y="122936"/>
                </a:lnTo>
                <a:lnTo>
                  <a:pt x="0" y="1229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56" name="!!path-9il"/>
          <p:cNvSpPr/>
          <p:nvPr/>
        </p:nvSpPr>
        <p:spPr>
          <a:xfrm>
            <a:off x="419608" y="269342"/>
            <a:ext cx="128422" cy="62992"/>
          </a:xfrm>
          <a:custGeom>
            <a:avLst/>
            <a:gdLst/>
            <a:ahLst/>
            <a:cxnLst/>
            <a:rect l="l" t="t" r="r" b="b"/>
            <a:pathLst>
              <a:path w="128422" h="62992" fill="none">
                <a:moveTo>
                  <a:pt x="128422" y="62992"/>
                </a:moveTo>
                <a:cubicBezTo>
                  <a:pt x="124968" y="49784"/>
                  <a:pt x="116840" y="37186"/>
                  <a:pt x="101600" y="26416"/>
                </a:cubicBezTo>
                <a:cubicBezTo>
                  <a:pt x="73152" y="7112"/>
                  <a:pt x="32512" y="0"/>
                  <a:pt x="8128" y="5080"/>
                </a:cubicBezTo>
                <a:lnTo>
                  <a:pt x="0" y="1767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57" name="!!path-9im"/>
          <p:cNvSpPr/>
          <p:nvPr/>
        </p:nvSpPr>
        <p:spPr>
          <a:xfrm>
            <a:off x="407010" y="281534"/>
            <a:ext cx="141021" cy="110744"/>
          </a:xfrm>
          <a:custGeom>
            <a:avLst/>
            <a:gdLst/>
            <a:ahLst/>
            <a:cxnLst/>
            <a:rect l="l" t="t" r="r" b="b"/>
            <a:pathLst>
              <a:path w="141021" h="110744">
                <a:moveTo>
                  <a:pt x="0" y="22352"/>
                </a:moveTo>
                <a:lnTo>
                  <a:pt x="6502" y="6502"/>
                </a:lnTo>
                <a:cubicBezTo>
                  <a:pt x="36982" y="0"/>
                  <a:pt x="79654" y="7112"/>
                  <a:pt x="110134" y="25400"/>
                </a:cubicBezTo>
                <a:cubicBezTo>
                  <a:pt x="126390" y="35154"/>
                  <a:pt x="136550" y="49784"/>
                  <a:pt x="141021" y="62992"/>
                </a:cubicBezTo>
                <a:lnTo>
                  <a:pt x="141021" y="110744"/>
                </a:lnTo>
                <a:lnTo>
                  <a:pt x="0" y="110744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58" name="!!path-9in"/>
          <p:cNvSpPr/>
          <p:nvPr/>
        </p:nvSpPr>
        <p:spPr>
          <a:xfrm>
            <a:off x="407010" y="281534"/>
            <a:ext cx="141021" cy="62992"/>
          </a:xfrm>
          <a:custGeom>
            <a:avLst/>
            <a:gdLst/>
            <a:ahLst/>
            <a:cxnLst/>
            <a:rect l="l" t="t" r="r" b="b"/>
            <a:pathLst>
              <a:path w="141021" h="62992" fill="none">
                <a:moveTo>
                  <a:pt x="141021" y="62992"/>
                </a:moveTo>
                <a:cubicBezTo>
                  <a:pt x="136550" y="49784"/>
                  <a:pt x="126390" y="35154"/>
                  <a:pt x="110134" y="25400"/>
                </a:cubicBezTo>
                <a:cubicBezTo>
                  <a:pt x="79654" y="7112"/>
                  <a:pt x="36982" y="0"/>
                  <a:pt x="6502" y="6502"/>
                </a:cubicBezTo>
                <a:lnTo>
                  <a:pt x="0" y="22352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59" name="!!path-9io"/>
          <p:cNvSpPr/>
          <p:nvPr/>
        </p:nvSpPr>
        <p:spPr>
          <a:xfrm>
            <a:off x="395834" y="294742"/>
            <a:ext cx="151790" cy="97536"/>
          </a:xfrm>
          <a:custGeom>
            <a:avLst/>
            <a:gdLst/>
            <a:ahLst/>
            <a:cxnLst/>
            <a:rect l="l" t="t" r="r" b="b"/>
            <a:pathLst>
              <a:path w="151790" h="97536">
                <a:moveTo>
                  <a:pt x="0" y="23165"/>
                </a:moveTo>
                <a:lnTo>
                  <a:pt x="3861" y="12598"/>
                </a:lnTo>
                <a:cubicBezTo>
                  <a:pt x="37998" y="0"/>
                  <a:pt x="84734" y="5080"/>
                  <a:pt x="117246" y="21946"/>
                </a:cubicBezTo>
                <a:cubicBezTo>
                  <a:pt x="135534" y="31496"/>
                  <a:pt x="146710" y="43688"/>
                  <a:pt x="151790" y="55270"/>
                </a:cubicBezTo>
                <a:lnTo>
                  <a:pt x="151790" y="97536"/>
                </a:lnTo>
                <a:lnTo>
                  <a:pt x="0" y="975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60" name="!!path-9ip"/>
          <p:cNvSpPr/>
          <p:nvPr/>
        </p:nvSpPr>
        <p:spPr>
          <a:xfrm>
            <a:off x="395834" y="294742"/>
            <a:ext cx="151790" cy="55270"/>
          </a:xfrm>
          <a:custGeom>
            <a:avLst/>
            <a:gdLst/>
            <a:ahLst/>
            <a:cxnLst/>
            <a:rect l="l" t="t" r="r" b="b"/>
            <a:pathLst>
              <a:path w="151790" h="55270" fill="none">
                <a:moveTo>
                  <a:pt x="151790" y="55270"/>
                </a:moveTo>
                <a:cubicBezTo>
                  <a:pt x="146710" y="43688"/>
                  <a:pt x="135534" y="31496"/>
                  <a:pt x="117246" y="21946"/>
                </a:cubicBezTo>
                <a:cubicBezTo>
                  <a:pt x="84734" y="5080"/>
                  <a:pt x="37998" y="0"/>
                  <a:pt x="3861" y="12598"/>
                </a:cubicBezTo>
                <a:lnTo>
                  <a:pt x="0" y="23165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61" name="!!path-9iq"/>
          <p:cNvSpPr/>
          <p:nvPr/>
        </p:nvSpPr>
        <p:spPr>
          <a:xfrm>
            <a:off x="548234" y="264262"/>
            <a:ext cx="120294" cy="128016"/>
          </a:xfrm>
          <a:custGeom>
            <a:avLst/>
            <a:gdLst/>
            <a:ahLst/>
            <a:cxnLst/>
            <a:rect l="l" t="t" r="r" b="b"/>
            <a:pathLst>
              <a:path w="120294" h="128016">
                <a:moveTo>
                  <a:pt x="120294" y="18288"/>
                </a:moveTo>
                <a:lnTo>
                  <a:pt x="113589" y="4470"/>
                </a:lnTo>
                <a:cubicBezTo>
                  <a:pt x="86766" y="0"/>
                  <a:pt x="44094" y="10160"/>
                  <a:pt x="17678" y="30480"/>
                </a:cubicBezTo>
                <a:cubicBezTo>
                  <a:pt x="6502" y="39624"/>
                  <a:pt x="1422" y="52832"/>
                  <a:pt x="0" y="67056"/>
                </a:cubicBezTo>
                <a:lnTo>
                  <a:pt x="0" y="128016"/>
                </a:lnTo>
                <a:lnTo>
                  <a:pt x="120294" y="12801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62" name="!!path-9ir"/>
          <p:cNvSpPr/>
          <p:nvPr/>
        </p:nvSpPr>
        <p:spPr>
          <a:xfrm>
            <a:off x="548234" y="264262"/>
            <a:ext cx="120294" cy="67056"/>
          </a:xfrm>
          <a:custGeom>
            <a:avLst/>
            <a:gdLst/>
            <a:ahLst/>
            <a:cxnLst/>
            <a:rect l="l" t="t" r="r" b="b"/>
            <a:pathLst>
              <a:path w="120294" h="67056" fill="none">
                <a:moveTo>
                  <a:pt x="0" y="67056"/>
                </a:moveTo>
                <a:cubicBezTo>
                  <a:pt x="1422" y="52832"/>
                  <a:pt x="6502" y="39624"/>
                  <a:pt x="17678" y="30480"/>
                </a:cubicBezTo>
                <a:cubicBezTo>
                  <a:pt x="44094" y="10160"/>
                  <a:pt x="86766" y="0"/>
                  <a:pt x="113589" y="4470"/>
                </a:cubicBezTo>
                <a:lnTo>
                  <a:pt x="120294" y="1828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63" name="!!path-9is"/>
          <p:cNvSpPr/>
          <p:nvPr/>
        </p:nvSpPr>
        <p:spPr>
          <a:xfrm>
            <a:off x="548437" y="279502"/>
            <a:ext cx="133299" cy="112776"/>
          </a:xfrm>
          <a:custGeom>
            <a:avLst/>
            <a:gdLst/>
            <a:ahLst/>
            <a:cxnLst/>
            <a:rect l="l" t="t" r="r" b="b"/>
            <a:pathLst>
              <a:path w="133299" h="112776">
                <a:moveTo>
                  <a:pt x="133299" y="19710"/>
                </a:moveTo>
                <a:lnTo>
                  <a:pt x="127203" y="3048"/>
                </a:lnTo>
                <a:cubicBezTo>
                  <a:pt x="94691" y="0"/>
                  <a:pt x="54051" y="11176"/>
                  <a:pt x="27635" y="30683"/>
                </a:cubicBezTo>
                <a:cubicBezTo>
                  <a:pt x="13411" y="41250"/>
                  <a:pt x="4267" y="53848"/>
                  <a:pt x="0" y="65024"/>
                </a:cubicBezTo>
                <a:lnTo>
                  <a:pt x="0" y="112776"/>
                </a:lnTo>
                <a:lnTo>
                  <a:pt x="133299" y="11277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64" name="!!path-9it"/>
          <p:cNvSpPr/>
          <p:nvPr/>
        </p:nvSpPr>
        <p:spPr>
          <a:xfrm>
            <a:off x="548437" y="279502"/>
            <a:ext cx="133299" cy="65024"/>
          </a:xfrm>
          <a:custGeom>
            <a:avLst/>
            <a:gdLst/>
            <a:ahLst/>
            <a:cxnLst/>
            <a:rect l="l" t="t" r="r" b="b"/>
            <a:pathLst>
              <a:path w="133299" h="65024" fill="none">
                <a:moveTo>
                  <a:pt x="0" y="65024"/>
                </a:moveTo>
                <a:cubicBezTo>
                  <a:pt x="4267" y="53848"/>
                  <a:pt x="13411" y="41250"/>
                  <a:pt x="27635" y="30683"/>
                </a:cubicBezTo>
                <a:cubicBezTo>
                  <a:pt x="54051" y="11176"/>
                  <a:pt x="94691" y="0"/>
                  <a:pt x="127203" y="3048"/>
                </a:cubicBezTo>
                <a:lnTo>
                  <a:pt x="133299" y="19710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65" name="!!path-9iu"/>
          <p:cNvSpPr/>
          <p:nvPr/>
        </p:nvSpPr>
        <p:spPr>
          <a:xfrm>
            <a:off x="548843" y="293726"/>
            <a:ext cx="142646" cy="98552"/>
          </a:xfrm>
          <a:custGeom>
            <a:avLst/>
            <a:gdLst/>
            <a:ahLst/>
            <a:cxnLst/>
            <a:rect l="l" t="t" r="r" b="b"/>
            <a:pathLst>
              <a:path w="142646" h="98552">
                <a:moveTo>
                  <a:pt x="142646" y="18898"/>
                </a:moveTo>
                <a:lnTo>
                  <a:pt x="139802" y="8738"/>
                </a:lnTo>
                <a:cubicBezTo>
                  <a:pt x="106477" y="0"/>
                  <a:pt x="63805" y="5080"/>
                  <a:pt x="35357" y="19304"/>
                </a:cubicBezTo>
                <a:cubicBezTo>
                  <a:pt x="17069" y="28448"/>
                  <a:pt x="5893" y="42672"/>
                  <a:pt x="0" y="56286"/>
                </a:cubicBezTo>
                <a:lnTo>
                  <a:pt x="0" y="98552"/>
                </a:lnTo>
                <a:lnTo>
                  <a:pt x="142646" y="98552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66" name="!!path-9iv"/>
          <p:cNvSpPr/>
          <p:nvPr/>
        </p:nvSpPr>
        <p:spPr>
          <a:xfrm>
            <a:off x="548843" y="293726"/>
            <a:ext cx="142646" cy="56286"/>
          </a:xfrm>
          <a:custGeom>
            <a:avLst/>
            <a:gdLst/>
            <a:ahLst/>
            <a:cxnLst/>
            <a:rect l="l" t="t" r="r" b="b"/>
            <a:pathLst>
              <a:path w="142646" h="56286" fill="none">
                <a:moveTo>
                  <a:pt x="0" y="56286"/>
                </a:moveTo>
                <a:cubicBezTo>
                  <a:pt x="5893" y="42672"/>
                  <a:pt x="17069" y="28448"/>
                  <a:pt x="35357" y="19304"/>
                </a:cubicBezTo>
                <a:cubicBezTo>
                  <a:pt x="63805" y="5080"/>
                  <a:pt x="106477" y="0"/>
                  <a:pt x="139802" y="8738"/>
                </a:cubicBezTo>
                <a:lnTo>
                  <a:pt x="142646" y="1889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67" name="!!path-9iw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627D8D"/>
              </a:gs>
              <a:gs pos="21794">
                <a:srgbClr val="627D8D"/>
              </a:gs>
              <a:gs pos="55376">
                <a:srgbClr val="627D8D"/>
              </a:gs>
              <a:gs pos="96421">
                <a:srgbClr val="98ABB7"/>
              </a:gs>
              <a:gs pos="100000">
                <a:srgbClr val="98ABB7"/>
              </a:gs>
            </a:gsLst>
            <a:lin ang="1983350" scaled="0"/>
          </a:gradFill>
          <a:ln>
            <a:noFill/>
          </a:ln>
        </p:spPr>
      </p:sp>
      <p:sp>
        <p:nvSpPr>
          <p:cNvPr id="68" name="!!path-9ix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0000"/>
                </a:srgbClr>
              </a:gs>
              <a:gs pos="4764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83333" t="79291" r="16667" b="20709"/>
            </a:path>
          </a:gradFill>
          <a:ln>
            <a:noFill/>
          </a:ln>
        </p:spPr>
      </p:sp>
      <p:sp>
        <p:nvSpPr>
          <p:cNvPr id="69" name="!!line-9iy"/>
          <p:cNvSpPr/>
          <p:nvPr/>
        </p:nvSpPr>
        <p:spPr>
          <a:xfrm>
            <a:off x="549046" y="363017"/>
            <a:ext cx="1" cy="153619"/>
          </a:xfrm>
          <a:custGeom>
            <a:avLst/>
            <a:gdLst/>
            <a:ahLst/>
            <a:cxnLst/>
            <a:rect l="l" t="t" r="r" b="b"/>
            <a:pathLst>
              <a:path w="1" h="153619">
                <a:moveTo>
                  <a:pt x="0" y="0"/>
                </a:moveTo>
                <a:lnTo>
                  <a:pt x="0" y="153619"/>
                </a:lnTo>
              </a:path>
            </a:pathLst>
          </a:custGeom>
          <a:solidFill>
            <a:srgbClr val="000000"/>
          </a:solidFill>
          <a:ln w="6909" cap="rnd">
            <a:solidFill>
              <a:srgbClr val="C9D3D9"/>
            </a:solidFill>
            <a:prstDash val="solid"/>
            <a:miter lim="800000"/>
          </a:ln>
        </p:spPr>
      </p:sp>
      <p:sp>
        <p:nvSpPr>
          <p:cNvPr id="70" name="!!path-9iz"/>
          <p:cNvSpPr/>
          <p:nvPr/>
        </p:nvSpPr>
        <p:spPr>
          <a:xfrm>
            <a:off x="657962" y="442062"/>
            <a:ext cx="25400" cy="37998"/>
          </a:xfrm>
          <a:custGeom>
            <a:avLst/>
            <a:gdLst/>
            <a:ahLst/>
            <a:cxnLst/>
            <a:rect l="l" t="t" r="r" b="b"/>
            <a:pathLst>
              <a:path w="25400" h="37998">
                <a:moveTo>
                  <a:pt x="0" y="2642"/>
                </a:moveTo>
                <a:lnTo>
                  <a:pt x="15240" y="0"/>
                </a:lnTo>
                <a:lnTo>
                  <a:pt x="25400" y="37186"/>
                </a:lnTo>
                <a:lnTo>
                  <a:pt x="7518" y="37998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 w="1016" cap="flat">
            <a:solidFill>
              <a:srgbClr val="FFFFFF">
                <a:alpha val="55000"/>
              </a:srgbClr>
            </a:solidFill>
            <a:prstDash val="solid"/>
            <a:round/>
          </a:ln>
        </p:spPr>
      </p:sp>
      <p:sp>
        <p:nvSpPr>
          <p:cNvPr id="71" name="!!text-9j0" descr="救「舊」我的書"/>
          <p:cNvSpPr txBox="1"/>
          <p:nvPr/>
        </p:nvSpPr>
        <p:spPr>
          <a:xfrm>
            <a:off x="805879" y="251460"/>
            <a:ext cx="1120140" cy="25745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400" b="1" kern="0" spc="-70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救</a:t>
            </a:r>
            <a:r>
              <a:rPr lang="zh-TW" altLang="en-US" sz="14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「舊</a:t>
            </a:r>
            <a:r>
              <a:rPr lang="zh-TW" altLang="en-US" sz="1400" b="1" kern="0" spc="-70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」</a:t>
            </a:r>
            <a:r>
              <a:rPr lang="zh-TW" altLang="en-US" sz="14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我的書</a:t>
            </a:r>
            <a:endParaRPr lang="zh-TW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fast" p14:dur="1100" advTm="100">
        <p159:morph option="byObject"/>
      </p:transition>
    </mc:Choice>
    <mc:Fallback>
      <p:transition spd="fast" advTm="100">
        <p:fade/>
      </p:transition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159.7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rect-1q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7"/>
          </a:solidFill>
          <a:ln>
            <a:noFill/>
          </a:ln>
        </p:spPr>
      </p:sp>
      <p:sp>
        <p:nvSpPr>
          <p:cNvPr id="3" name="!!ellipse-1q2"/>
          <p:cNvSpPr/>
          <p:nvPr/>
        </p:nvSpPr>
        <p:spPr>
          <a:xfrm>
            <a:off x="-889000" y="-952500"/>
            <a:ext cx="13970000" cy="7874000"/>
          </a:xfrm>
          <a:prstGeom prst="ellipse">
            <a:avLst/>
          </a:prstGeom>
          <a:gradFill rotWithShape="1">
            <a:gsLst>
              <a:gs pos="0">
                <a:srgbClr val="FFFFFF">
                  <a:alpha val="95000"/>
                </a:srgbClr>
              </a:gs>
              <a:gs pos="40865">
                <a:srgbClr val="FFFFFF">
                  <a:alpha val="35000"/>
                </a:srgbClr>
              </a:gs>
              <a:gs pos="68108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!!rect-1q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P1"/>
            <a:srcRect/>
            <a:tile tx="168103" ty="192767" sx="16667" sy="16667" flip="none" algn="tl"/>
          </a:blipFill>
          <a:ln>
            <a:noFill/>
          </a:ln>
        </p:spPr>
      </p:sp>
      <p:sp>
        <p:nvSpPr>
          <p:cNvPr id="5" name="!!circle-1qz"/>
          <p:cNvSpPr/>
          <p:nvPr/>
        </p:nvSpPr>
        <p:spPr>
          <a:xfrm>
            <a:off x="-575984" y="5809723"/>
            <a:ext cx="1671714" cy="1671714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" name="!!circle-1r0"/>
          <p:cNvSpPr/>
          <p:nvPr/>
        </p:nvSpPr>
        <p:spPr>
          <a:xfrm>
            <a:off x="3332714" y="4647089"/>
            <a:ext cx="1717408" cy="1717408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7" name="!!circle-1r6"/>
          <p:cNvSpPr/>
          <p:nvPr/>
        </p:nvSpPr>
        <p:spPr>
          <a:xfrm>
            <a:off x="5713977" y="4780458"/>
            <a:ext cx="2039137" cy="2039137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8" name="!!circle-1rb"/>
          <p:cNvSpPr/>
          <p:nvPr/>
        </p:nvSpPr>
        <p:spPr>
          <a:xfrm>
            <a:off x="3424430" y="-1280852"/>
            <a:ext cx="2338108" cy="2338108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9" name="!!circle-1ri"/>
          <p:cNvSpPr/>
          <p:nvPr/>
        </p:nvSpPr>
        <p:spPr>
          <a:xfrm>
            <a:off x="-1002109" y="3917309"/>
            <a:ext cx="2223008" cy="2223008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0" name="!!rect-1sh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5F7">
                  <a:alpha val="0"/>
                </a:srgbClr>
              </a:gs>
              <a:gs pos="20428">
                <a:srgbClr val="F3F5F7">
                  <a:alpha val="0"/>
                </a:srgbClr>
              </a:gs>
              <a:gs pos="66730">
                <a:srgbClr val="F3F5F7"/>
              </a:gs>
              <a:gs pos="100000">
                <a:srgbClr val="F3F5F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1" name="!!circle-1sm"/>
          <p:cNvSpPr/>
          <p:nvPr/>
        </p:nvSpPr>
        <p:spPr>
          <a:xfrm>
            <a:off x="5538215" y="1187285"/>
            <a:ext cx="36055" cy="36055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12" name="!!circle-1sp"/>
          <p:cNvSpPr/>
          <p:nvPr/>
        </p:nvSpPr>
        <p:spPr>
          <a:xfrm>
            <a:off x="9316568" y="3076587"/>
            <a:ext cx="24295" cy="24295"/>
          </a:xfrm>
          <a:prstGeom prst="ellipse">
            <a:avLst/>
          </a:prstGeom>
          <a:solidFill>
            <a:srgbClr val="627D8D">
              <a:alpha val="18100"/>
            </a:srgbClr>
          </a:solidFill>
          <a:ln>
            <a:noFill/>
          </a:ln>
        </p:spPr>
      </p:sp>
      <p:sp>
        <p:nvSpPr>
          <p:cNvPr id="13" name="!!circle-1ss"/>
          <p:cNvSpPr/>
          <p:nvPr/>
        </p:nvSpPr>
        <p:spPr>
          <a:xfrm>
            <a:off x="3467233" y="6303581"/>
            <a:ext cx="25959" cy="25959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14" name="!!circle-1sv"/>
          <p:cNvSpPr/>
          <p:nvPr/>
        </p:nvSpPr>
        <p:spPr>
          <a:xfrm>
            <a:off x="2021192" y="1673771"/>
            <a:ext cx="35878" cy="35878"/>
          </a:xfrm>
          <a:prstGeom prst="ellipse">
            <a:avLst/>
          </a:prstGeom>
          <a:solidFill>
            <a:srgbClr val="627D8D">
              <a:alpha val="26800"/>
            </a:srgbClr>
          </a:solidFill>
          <a:ln>
            <a:noFill/>
          </a:ln>
        </p:spPr>
      </p:sp>
      <p:sp>
        <p:nvSpPr>
          <p:cNvPr id="15" name="!!circle-1sy"/>
          <p:cNvSpPr/>
          <p:nvPr/>
        </p:nvSpPr>
        <p:spPr>
          <a:xfrm>
            <a:off x="6887512" y="3529997"/>
            <a:ext cx="40234" cy="40234"/>
          </a:xfrm>
          <a:prstGeom prst="ellipse">
            <a:avLst/>
          </a:prstGeom>
          <a:solidFill>
            <a:srgbClr val="627D8D">
              <a:alpha val="31300"/>
            </a:srgbClr>
          </a:solidFill>
          <a:ln>
            <a:noFill/>
          </a:ln>
        </p:spPr>
      </p:sp>
      <p:sp>
        <p:nvSpPr>
          <p:cNvPr id="16" name="!!circle-1t4"/>
          <p:cNvSpPr/>
          <p:nvPr/>
        </p:nvSpPr>
        <p:spPr>
          <a:xfrm>
            <a:off x="1225309" y="4655008"/>
            <a:ext cx="29959" cy="29959"/>
          </a:xfrm>
          <a:prstGeom prst="ellipse">
            <a:avLst/>
          </a:prstGeom>
          <a:solidFill>
            <a:srgbClr val="627D8D">
              <a:alpha val="19400"/>
            </a:srgbClr>
          </a:solidFill>
          <a:ln>
            <a:noFill/>
          </a:ln>
        </p:spPr>
      </p:sp>
      <p:sp>
        <p:nvSpPr>
          <p:cNvPr id="17" name="!!circle-1t7"/>
          <p:cNvSpPr/>
          <p:nvPr/>
        </p:nvSpPr>
        <p:spPr>
          <a:xfrm>
            <a:off x="8423556" y="4354509"/>
            <a:ext cx="28702" cy="28702"/>
          </a:xfrm>
          <a:prstGeom prst="ellipse">
            <a:avLst/>
          </a:prstGeom>
          <a:solidFill>
            <a:srgbClr val="627D8D">
              <a:alpha val="17800"/>
            </a:srgbClr>
          </a:solidFill>
          <a:ln>
            <a:noFill/>
          </a:ln>
        </p:spPr>
      </p:sp>
      <p:sp>
        <p:nvSpPr>
          <p:cNvPr id="18" name="!!circle-1ta"/>
          <p:cNvSpPr/>
          <p:nvPr/>
        </p:nvSpPr>
        <p:spPr>
          <a:xfrm>
            <a:off x="10949813" y="1700295"/>
            <a:ext cx="24066" cy="24066"/>
          </a:xfrm>
          <a:prstGeom prst="ellipse">
            <a:avLst/>
          </a:prstGeom>
          <a:solidFill>
            <a:srgbClr val="627D8D">
              <a:alpha val="23900"/>
            </a:srgbClr>
          </a:solidFill>
          <a:ln>
            <a:noFill/>
          </a:ln>
        </p:spPr>
      </p:sp>
      <p:sp>
        <p:nvSpPr>
          <p:cNvPr id="19" name="!!circle-1td"/>
          <p:cNvSpPr/>
          <p:nvPr/>
        </p:nvSpPr>
        <p:spPr>
          <a:xfrm>
            <a:off x="8480783" y="5564875"/>
            <a:ext cx="35865" cy="35865"/>
          </a:xfrm>
          <a:prstGeom prst="ellipse">
            <a:avLst/>
          </a:prstGeom>
          <a:solidFill>
            <a:srgbClr val="627D8D">
              <a:alpha val="28200"/>
            </a:srgbClr>
          </a:solidFill>
          <a:ln>
            <a:noFill/>
          </a:ln>
        </p:spPr>
      </p:sp>
      <p:sp>
        <p:nvSpPr>
          <p:cNvPr id="20" name="!!circle-1tg"/>
          <p:cNvSpPr/>
          <p:nvPr/>
        </p:nvSpPr>
        <p:spPr>
          <a:xfrm>
            <a:off x="1533153" y="2651423"/>
            <a:ext cx="39218" cy="39218"/>
          </a:xfrm>
          <a:prstGeom prst="ellipse">
            <a:avLst/>
          </a:prstGeom>
          <a:solidFill>
            <a:srgbClr val="627D8D">
              <a:alpha val="29600"/>
            </a:srgbClr>
          </a:solidFill>
          <a:ln>
            <a:noFill/>
          </a:ln>
        </p:spPr>
      </p:sp>
      <p:sp>
        <p:nvSpPr>
          <p:cNvPr id="21" name="!!circle-1tj"/>
          <p:cNvSpPr/>
          <p:nvPr/>
        </p:nvSpPr>
        <p:spPr>
          <a:xfrm>
            <a:off x="7036044" y="5727840"/>
            <a:ext cx="49733" cy="49733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2" name="!!circle-1tm"/>
          <p:cNvSpPr/>
          <p:nvPr/>
        </p:nvSpPr>
        <p:spPr>
          <a:xfrm>
            <a:off x="6448652" y="1418424"/>
            <a:ext cx="41694" cy="41694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3" name="!!circle-1tp"/>
          <p:cNvSpPr/>
          <p:nvPr/>
        </p:nvSpPr>
        <p:spPr>
          <a:xfrm>
            <a:off x="6800943" y="4831253"/>
            <a:ext cx="31979" cy="31979"/>
          </a:xfrm>
          <a:prstGeom prst="ellipse">
            <a:avLst/>
          </a:prstGeom>
          <a:solidFill>
            <a:srgbClr val="627D8D">
              <a:alpha val="24100"/>
            </a:srgbClr>
          </a:solidFill>
          <a:ln>
            <a:noFill/>
          </a:ln>
        </p:spPr>
      </p:sp>
      <p:sp>
        <p:nvSpPr>
          <p:cNvPr id="24" name="!!circle-1ts"/>
          <p:cNvSpPr/>
          <p:nvPr/>
        </p:nvSpPr>
        <p:spPr>
          <a:xfrm>
            <a:off x="3923632" y="664685"/>
            <a:ext cx="18085" cy="18085"/>
          </a:xfrm>
          <a:prstGeom prst="ellipse">
            <a:avLst/>
          </a:prstGeom>
          <a:solidFill>
            <a:srgbClr val="627D8D">
              <a:alpha val="10500"/>
            </a:srgbClr>
          </a:solidFill>
          <a:ln>
            <a:noFill/>
          </a:ln>
        </p:spPr>
      </p:sp>
      <p:sp>
        <p:nvSpPr>
          <p:cNvPr id="25" name="!!circle-1ty"/>
          <p:cNvSpPr/>
          <p:nvPr/>
        </p:nvSpPr>
        <p:spPr>
          <a:xfrm>
            <a:off x="3492610" y="6031250"/>
            <a:ext cx="39243" cy="39243"/>
          </a:xfrm>
          <a:prstGeom prst="ellipse">
            <a:avLst/>
          </a:prstGeom>
          <a:solidFill>
            <a:srgbClr val="627D8D">
              <a:alpha val="27700"/>
            </a:srgbClr>
          </a:solidFill>
          <a:ln>
            <a:noFill/>
          </a:ln>
        </p:spPr>
      </p:sp>
      <p:sp>
        <p:nvSpPr>
          <p:cNvPr id="26" name="!!circle-1u1"/>
          <p:cNvSpPr/>
          <p:nvPr/>
        </p:nvSpPr>
        <p:spPr>
          <a:xfrm>
            <a:off x="1639559" y="6433029"/>
            <a:ext cx="34519" cy="34519"/>
          </a:xfrm>
          <a:prstGeom prst="ellipse">
            <a:avLst/>
          </a:prstGeom>
          <a:solidFill>
            <a:srgbClr val="627D8D">
              <a:alpha val="22500"/>
            </a:srgbClr>
          </a:solidFill>
          <a:ln>
            <a:noFill/>
          </a:ln>
        </p:spPr>
      </p:sp>
      <p:sp>
        <p:nvSpPr>
          <p:cNvPr id="27" name="!!circle-1u4"/>
          <p:cNvSpPr/>
          <p:nvPr/>
        </p:nvSpPr>
        <p:spPr>
          <a:xfrm>
            <a:off x="2727854" y="4817803"/>
            <a:ext cx="46228" cy="46228"/>
          </a:xfrm>
          <a:prstGeom prst="ellipse">
            <a:avLst/>
          </a:prstGeom>
          <a:solidFill>
            <a:srgbClr val="627D8D">
              <a:alpha val="26200"/>
            </a:srgbClr>
          </a:solidFill>
          <a:ln>
            <a:noFill/>
          </a:ln>
        </p:spPr>
      </p:sp>
      <p:sp>
        <p:nvSpPr>
          <p:cNvPr id="28" name="!!circle-1u7"/>
          <p:cNvSpPr/>
          <p:nvPr/>
        </p:nvSpPr>
        <p:spPr>
          <a:xfrm>
            <a:off x="7435311" y="4606732"/>
            <a:ext cx="49327" cy="49327"/>
          </a:xfrm>
          <a:prstGeom prst="ellipse">
            <a:avLst/>
          </a:prstGeom>
          <a:solidFill>
            <a:srgbClr val="627D8D">
              <a:alpha val="20800"/>
            </a:srgbClr>
          </a:solidFill>
          <a:ln>
            <a:noFill/>
          </a:ln>
        </p:spPr>
      </p:sp>
      <p:sp>
        <p:nvSpPr>
          <p:cNvPr id="29" name="!!circle-1ua"/>
          <p:cNvSpPr/>
          <p:nvPr/>
        </p:nvSpPr>
        <p:spPr>
          <a:xfrm>
            <a:off x="9698473" y="5240357"/>
            <a:ext cx="24054" cy="24054"/>
          </a:xfrm>
          <a:prstGeom prst="ellipse">
            <a:avLst/>
          </a:prstGeom>
          <a:solidFill>
            <a:srgbClr val="627D8D">
              <a:alpha val="22200"/>
            </a:srgbClr>
          </a:solidFill>
          <a:ln>
            <a:noFill/>
          </a:ln>
        </p:spPr>
      </p:sp>
      <p:sp>
        <p:nvSpPr>
          <p:cNvPr id="30" name="!!circle-1ud"/>
          <p:cNvSpPr/>
          <p:nvPr/>
        </p:nvSpPr>
        <p:spPr>
          <a:xfrm>
            <a:off x="1996013" y="1327359"/>
            <a:ext cx="32271" cy="32271"/>
          </a:xfrm>
          <a:prstGeom prst="ellipse">
            <a:avLst/>
          </a:prstGeom>
          <a:solidFill>
            <a:srgbClr val="627D8D">
              <a:alpha val="20500"/>
            </a:srgbClr>
          </a:solidFill>
          <a:ln>
            <a:noFill/>
          </a:ln>
        </p:spPr>
      </p:sp>
      <p:sp>
        <p:nvSpPr>
          <p:cNvPr id="31" name="!!circle-1uj"/>
          <p:cNvSpPr/>
          <p:nvPr/>
        </p:nvSpPr>
        <p:spPr>
          <a:xfrm>
            <a:off x="2057719" y="2238311"/>
            <a:ext cx="34252" cy="34252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32" name="!!circle-1um"/>
          <p:cNvSpPr/>
          <p:nvPr/>
        </p:nvSpPr>
        <p:spPr>
          <a:xfrm>
            <a:off x="9595493" y="4009633"/>
            <a:ext cx="44196" cy="44196"/>
          </a:xfrm>
          <a:prstGeom prst="ellipse">
            <a:avLst/>
          </a:prstGeom>
          <a:solidFill>
            <a:srgbClr val="627D8D">
              <a:alpha val="21700"/>
            </a:srgbClr>
          </a:solidFill>
          <a:ln>
            <a:noFill/>
          </a:ln>
        </p:spPr>
      </p:sp>
      <p:sp>
        <p:nvSpPr>
          <p:cNvPr id="33" name="!!circle-1up"/>
          <p:cNvSpPr/>
          <p:nvPr/>
        </p:nvSpPr>
        <p:spPr>
          <a:xfrm>
            <a:off x="6749828" y="1681646"/>
            <a:ext cx="35192" cy="35192"/>
          </a:xfrm>
          <a:prstGeom prst="ellipse">
            <a:avLst/>
          </a:prstGeom>
          <a:solidFill>
            <a:srgbClr val="627D8D">
              <a:alpha val="27100"/>
            </a:srgbClr>
          </a:solidFill>
          <a:ln>
            <a:noFill/>
          </a:ln>
        </p:spPr>
      </p:sp>
      <p:sp>
        <p:nvSpPr>
          <p:cNvPr id="34" name="!!circle-1us"/>
          <p:cNvSpPr/>
          <p:nvPr/>
        </p:nvSpPr>
        <p:spPr>
          <a:xfrm>
            <a:off x="10215650" y="5138589"/>
            <a:ext cx="43358" cy="43358"/>
          </a:xfrm>
          <a:prstGeom prst="ellipse">
            <a:avLst/>
          </a:prstGeom>
          <a:solidFill>
            <a:srgbClr val="627D8D">
              <a:alpha val="19500"/>
            </a:srgbClr>
          </a:solidFill>
          <a:ln>
            <a:noFill/>
          </a:ln>
        </p:spPr>
      </p:sp>
      <p:sp>
        <p:nvSpPr>
          <p:cNvPr id="35" name="!!circle-1uv"/>
          <p:cNvSpPr/>
          <p:nvPr/>
        </p:nvSpPr>
        <p:spPr>
          <a:xfrm>
            <a:off x="3224130" y="1912834"/>
            <a:ext cx="33528" cy="33528"/>
          </a:xfrm>
          <a:prstGeom prst="ellipse">
            <a:avLst/>
          </a:prstGeom>
          <a:solidFill>
            <a:srgbClr val="627D8D">
              <a:alpha val="28300"/>
            </a:srgbClr>
          </a:solidFill>
          <a:ln>
            <a:noFill/>
          </a:ln>
        </p:spPr>
      </p:sp>
      <p:sp>
        <p:nvSpPr>
          <p:cNvPr id="36" name="!!circle-1uy"/>
          <p:cNvSpPr/>
          <p:nvPr/>
        </p:nvSpPr>
        <p:spPr>
          <a:xfrm>
            <a:off x="6849749" y="2511291"/>
            <a:ext cx="28956" cy="28956"/>
          </a:xfrm>
          <a:prstGeom prst="ellipse">
            <a:avLst/>
          </a:prstGeom>
          <a:solidFill>
            <a:srgbClr val="627D8D">
              <a:alpha val="21800"/>
            </a:srgbClr>
          </a:solidFill>
          <a:ln>
            <a:noFill/>
          </a:ln>
        </p:spPr>
      </p:sp>
      <p:sp>
        <p:nvSpPr>
          <p:cNvPr id="37" name="!!circle-1v1"/>
          <p:cNvSpPr/>
          <p:nvPr/>
        </p:nvSpPr>
        <p:spPr>
          <a:xfrm>
            <a:off x="7027781" y="6166137"/>
            <a:ext cx="45555" cy="45555"/>
          </a:xfrm>
          <a:prstGeom prst="ellipse">
            <a:avLst/>
          </a:prstGeom>
          <a:solidFill>
            <a:srgbClr val="627D8D">
              <a:alpha val="20900"/>
            </a:srgbClr>
          </a:solidFill>
          <a:ln>
            <a:noFill/>
          </a:ln>
        </p:spPr>
      </p:sp>
      <p:sp>
        <p:nvSpPr>
          <p:cNvPr id="38" name="!!circle-1v4"/>
          <p:cNvSpPr/>
          <p:nvPr/>
        </p:nvSpPr>
        <p:spPr>
          <a:xfrm>
            <a:off x="11291162" y="2992350"/>
            <a:ext cx="39484" cy="39484"/>
          </a:xfrm>
          <a:prstGeom prst="ellipse">
            <a:avLst/>
          </a:prstGeom>
          <a:solidFill>
            <a:srgbClr val="627D8D">
              <a:alpha val="13600"/>
            </a:srgbClr>
          </a:solidFill>
          <a:ln>
            <a:noFill/>
          </a:ln>
        </p:spPr>
      </p:sp>
      <p:sp>
        <p:nvSpPr>
          <p:cNvPr id="39" name="!!circle-1v7"/>
          <p:cNvSpPr/>
          <p:nvPr/>
        </p:nvSpPr>
        <p:spPr>
          <a:xfrm>
            <a:off x="7486680" y="5539868"/>
            <a:ext cx="30455" cy="30455"/>
          </a:xfrm>
          <a:prstGeom prst="ellipse">
            <a:avLst/>
          </a:prstGeom>
          <a:solidFill>
            <a:srgbClr val="627D8D">
              <a:alpha val="16500"/>
            </a:srgbClr>
          </a:solidFill>
          <a:ln>
            <a:noFill/>
          </a:ln>
        </p:spPr>
      </p:sp>
      <p:sp>
        <p:nvSpPr>
          <p:cNvPr id="40" name="!!circle-1va"/>
          <p:cNvSpPr/>
          <p:nvPr/>
        </p:nvSpPr>
        <p:spPr>
          <a:xfrm>
            <a:off x="8993999" y="6302962"/>
            <a:ext cx="28257" cy="28257"/>
          </a:xfrm>
          <a:prstGeom prst="ellipse">
            <a:avLst/>
          </a:prstGeom>
          <a:solidFill>
            <a:srgbClr val="627D8D">
              <a:alpha val="15700"/>
            </a:srgbClr>
          </a:solidFill>
          <a:ln>
            <a:noFill/>
          </a:ln>
        </p:spPr>
      </p:sp>
      <p:sp>
        <p:nvSpPr>
          <p:cNvPr id="41" name="!!circle-1vd"/>
          <p:cNvSpPr/>
          <p:nvPr/>
        </p:nvSpPr>
        <p:spPr>
          <a:xfrm>
            <a:off x="11447692" y="4938596"/>
            <a:ext cx="45149" cy="45149"/>
          </a:xfrm>
          <a:prstGeom prst="ellipse">
            <a:avLst/>
          </a:prstGeom>
          <a:solidFill>
            <a:srgbClr val="627D8D">
              <a:alpha val="31200"/>
            </a:srgbClr>
          </a:solidFill>
          <a:ln>
            <a:noFill/>
          </a:ln>
        </p:spPr>
      </p:sp>
      <p:sp>
        <p:nvSpPr>
          <p:cNvPr id="42" name="!!circle-1vg"/>
          <p:cNvSpPr/>
          <p:nvPr/>
        </p:nvSpPr>
        <p:spPr>
          <a:xfrm>
            <a:off x="3476074" y="2863188"/>
            <a:ext cx="30696" cy="30696"/>
          </a:xfrm>
          <a:prstGeom prst="ellipse">
            <a:avLst/>
          </a:prstGeom>
          <a:solidFill>
            <a:srgbClr val="627D8D">
              <a:alpha val="25700"/>
            </a:srgbClr>
          </a:solidFill>
          <a:ln>
            <a:noFill/>
          </a:ln>
        </p:spPr>
      </p:sp>
      <p:sp>
        <p:nvSpPr>
          <p:cNvPr id="43" name="!!circle-1vj"/>
          <p:cNvSpPr/>
          <p:nvPr/>
        </p:nvSpPr>
        <p:spPr>
          <a:xfrm>
            <a:off x="8820410" y="3376060"/>
            <a:ext cx="37401" cy="37401"/>
          </a:xfrm>
          <a:prstGeom prst="ellipse">
            <a:avLst/>
          </a:prstGeom>
          <a:solidFill>
            <a:srgbClr val="627D8D">
              <a:alpha val="16000"/>
            </a:srgbClr>
          </a:solidFill>
          <a:ln>
            <a:noFill/>
          </a:ln>
        </p:spPr>
      </p:sp>
      <p:sp>
        <p:nvSpPr>
          <p:cNvPr id="44" name="!!circle-1vm"/>
          <p:cNvSpPr/>
          <p:nvPr/>
        </p:nvSpPr>
        <p:spPr>
          <a:xfrm>
            <a:off x="1832600" y="4280041"/>
            <a:ext cx="33096" cy="33096"/>
          </a:xfrm>
          <a:prstGeom prst="ellipse">
            <a:avLst/>
          </a:prstGeom>
          <a:solidFill>
            <a:srgbClr val="627D8D">
              <a:alpha val="22300"/>
            </a:srgbClr>
          </a:solidFill>
          <a:ln>
            <a:noFill/>
          </a:ln>
        </p:spPr>
      </p:sp>
      <p:sp>
        <p:nvSpPr>
          <p:cNvPr id="45" name="!!circle-1vp"/>
          <p:cNvSpPr/>
          <p:nvPr/>
        </p:nvSpPr>
        <p:spPr>
          <a:xfrm>
            <a:off x="11568887" y="402568"/>
            <a:ext cx="21145" cy="21145"/>
          </a:xfrm>
          <a:prstGeom prst="ellipse">
            <a:avLst/>
          </a:prstGeom>
          <a:solidFill>
            <a:srgbClr val="627D8D">
              <a:alpha val="16300"/>
            </a:srgbClr>
          </a:solidFill>
          <a:ln>
            <a:noFill/>
          </a:ln>
        </p:spPr>
      </p:sp>
      <p:sp>
        <p:nvSpPr>
          <p:cNvPr id="46" name="!!circle-1vs"/>
          <p:cNvSpPr/>
          <p:nvPr/>
        </p:nvSpPr>
        <p:spPr>
          <a:xfrm>
            <a:off x="11075216" y="5405817"/>
            <a:ext cx="35281" cy="35281"/>
          </a:xfrm>
          <a:prstGeom prst="ellipse">
            <a:avLst/>
          </a:prstGeom>
          <a:solidFill>
            <a:srgbClr val="627D8D">
              <a:alpha val="30000"/>
            </a:srgbClr>
          </a:solidFill>
          <a:ln>
            <a:noFill/>
          </a:ln>
        </p:spPr>
      </p:sp>
      <p:sp>
        <p:nvSpPr>
          <p:cNvPr id="47" name="!!text-6cg" descr="交易服務費"/>
          <p:cNvSpPr txBox="1"/>
          <p:nvPr/>
        </p:nvSpPr>
        <p:spPr>
          <a:xfrm>
            <a:off x="705815" y="632588"/>
            <a:ext cx="881753" cy="22089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01" b="1" kern="0" spc="144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交易服務</a:t>
            </a:r>
            <a:r>
              <a:rPr lang="zh-TW" altLang="en-US" sz="1201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費</a:t>
            </a:r>
            <a:endParaRPr lang="zh-TW" sz="1201"/>
          </a:p>
        </p:txBody>
      </p:sp>
      <p:sp>
        <p:nvSpPr>
          <p:cNvPr id="48" name="!!text-6cr" descr="低抽成，快速撥款"/>
          <p:cNvSpPr txBox="1"/>
          <p:nvPr/>
        </p:nvSpPr>
        <p:spPr>
          <a:xfrm>
            <a:off x="705815" y="901589"/>
            <a:ext cx="3578880" cy="66268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3604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低抽</a:t>
            </a:r>
            <a:r>
              <a:rPr lang="zh-TW" altLang="en-US" sz="3604" kern="0" spc="-1081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成</a:t>
            </a:r>
            <a:r>
              <a:rPr lang="zh-TW" altLang="en-US" sz="3604" kern="0" spc="-649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，</a:t>
            </a:r>
            <a:r>
              <a:rPr lang="zh-TW" altLang="en-US" sz="3604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快速撥款</a:t>
            </a:r>
            <a:endParaRPr lang="zh-TW" sz="3604"/>
          </a:p>
        </p:txBody>
      </p:sp>
      <p:sp>
        <p:nvSpPr>
          <p:cNvPr id="49" name="!!text-6d4" descr="規劃收取 10% 交易服務費，遠低於委託寄賣的 35%。"/>
          <p:cNvSpPr txBox="1"/>
          <p:nvPr/>
        </p:nvSpPr>
        <p:spPr>
          <a:xfrm>
            <a:off x="705815" y="1618076"/>
            <a:ext cx="4601934" cy="2761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502" kern="0" dirty="0">
                <a:solidFill>
                  <a:srgbClr val="3F4A54"/>
                </a:solidFill>
                <a:latin typeface="Noto Sans TC Medium"/>
                <a:ea typeface="Noto Sans TC Medium"/>
                <a:cs typeface="Noto Sans TC Medium"/>
              </a:rPr>
              <a:t>規劃收取 10% 交易服務費，遠低於委託寄賣的 35%。</a:t>
            </a:r>
            <a:endParaRPr lang="zh-TW" sz="1502"/>
          </a:p>
        </p:txBody>
      </p:sp>
      <p:sp>
        <p:nvSpPr>
          <p:cNvPr id="50" name="!!text-6ed" descr="救「舊」我的書"/>
          <p:cNvSpPr txBox="1"/>
          <p:nvPr/>
        </p:nvSpPr>
        <p:spPr>
          <a:xfrm>
            <a:off x="1900809" y="2791713"/>
            <a:ext cx="1041170" cy="23930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01" b="1" kern="0" spc="-651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救</a:t>
            </a:r>
            <a:r>
              <a:rPr lang="zh-TW" altLang="en-US" sz="1301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「舊</a:t>
            </a:r>
            <a:r>
              <a:rPr lang="zh-TW" altLang="en-US" sz="1301" b="1" kern="0" spc="-651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」</a:t>
            </a:r>
            <a:r>
              <a:rPr lang="zh-TW" altLang="en-US" sz="1301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我的書</a:t>
            </a:r>
            <a:endParaRPr lang="zh-TW" sz="1301"/>
          </a:p>
        </p:txBody>
      </p:sp>
      <p:sp>
        <p:nvSpPr>
          <p:cNvPr id="51" name="!!rect-6el"/>
          <p:cNvSpPr/>
          <p:nvPr/>
        </p:nvSpPr>
        <p:spPr>
          <a:xfrm>
            <a:off x="2981388" y="2824512"/>
            <a:ext cx="406806" cy="216116"/>
          </a:xfrm>
          <a:prstGeom prst="roundRect">
            <a:avLst>
              <a:gd name="adj" fmla="val 50000"/>
            </a:avLst>
          </a:prstGeom>
          <a:solidFill>
            <a:srgbClr val="627D8D">
              <a:alpha val="14000"/>
            </a:srgbClr>
          </a:solidFill>
          <a:ln>
            <a:noFill/>
          </a:ln>
        </p:spPr>
      </p:sp>
      <p:sp>
        <p:nvSpPr>
          <p:cNvPr id="52" name="!!text-6em" descr="規劃"/>
          <p:cNvSpPr txBox="1"/>
          <p:nvPr/>
        </p:nvSpPr>
        <p:spPr>
          <a:xfrm>
            <a:off x="3044952" y="2814850"/>
            <a:ext cx="321631" cy="20248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01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規劃</a:t>
            </a:r>
            <a:endParaRPr lang="zh-TW" sz="1101"/>
          </a:p>
        </p:txBody>
      </p:sp>
      <p:sp>
        <p:nvSpPr>
          <p:cNvPr id="53" name="!!rect-6ep"/>
          <p:cNvSpPr/>
          <p:nvPr/>
        </p:nvSpPr>
        <p:spPr>
          <a:xfrm>
            <a:off x="1900809" y="3135973"/>
            <a:ext cx="1271270" cy="330530"/>
          </a:xfrm>
          <a:prstGeom prst="roundRect">
            <a:avLst>
              <a:gd name="adj" fmla="val 26923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54" name="!!text-6et" descr="10%"/>
          <p:cNvSpPr txBox="1"/>
          <p:nvPr/>
        </p:nvSpPr>
        <p:spPr>
          <a:xfrm>
            <a:off x="3324631" y="3078511"/>
            <a:ext cx="691368" cy="40497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2202" kern="0" dirty="0">
                <a:solidFill>
                  <a:srgbClr val="627D8D">
                    <a:alpha val="99376"/>
                  </a:srgbClr>
                </a:solidFill>
                <a:latin typeface="Noto Sans TC ExtraBold"/>
                <a:ea typeface="Noto Sans TC ExtraBold"/>
                <a:cs typeface="Noto Sans TC ExtraBold"/>
              </a:rPr>
              <a:t>10%</a:t>
            </a:r>
            <a:endParaRPr lang="zh-TW" sz="2202"/>
          </a:p>
        </p:txBody>
      </p:sp>
      <p:sp>
        <p:nvSpPr>
          <p:cNvPr id="55" name="!!text-6f9" descr="委託寄賣"/>
          <p:cNvSpPr txBox="1"/>
          <p:nvPr/>
        </p:nvSpPr>
        <p:spPr>
          <a:xfrm>
            <a:off x="1900809" y="3935856"/>
            <a:ext cx="710640" cy="23930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01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委託寄賣</a:t>
            </a:r>
            <a:endParaRPr lang="zh-TW" sz="1301"/>
          </a:p>
        </p:txBody>
      </p:sp>
      <p:sp>
        <p:nvSpPr>
          <p:cNvPr id="56" name="!!rect-6fe"/>
          <p:cNvSpPr/>
          <p:nvPr/>
        </p:nvSpPr>
        <p:spPr>
          <a:xfrm>
            <a:off x="1900809" y="4280116"/>
            <a:ext cx="4425998" cy="330530"/>
          </a:xfrm>
          <a:prstGeom prst="roundRect">
            <a:avLst>
              <a:gd name="adj" fmla="val 26923"/>
            </a:avLst>
          </a:prstGeom>
          <a:solidFill>
            <a:srgbClr val="9AA5AE"/>
          </a:solidFill>
          <a:ln>
            <a:noFill/>
          </a:ln>
        </p:spPr>
      </p:sp>
      <p:sp>
        <p:nvSpPr>
          <p:cNvPr id="57" name="!!path-9ic"/>
          <p:cNvSpPr/>
          <p:nvPr/>
        </p:nvSpPr>
        <p:spPr>
          <a:xfrm>
            <a:off x="381000" y="306527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58" name="!!path-9id"/>
          <p:cNvSpPr/>
          <p:nvPr/>
        </p:nvSpPr>
        <p:spPr>
          <a:xfrm>
            <a:off x="381000" y="308153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59" name="!!path-9ie"/>
          <p:cNvSpPr/>
          <p:nvPr/>
        </p:nvSpPr>
        <p:spPr>
          <a:xfrm>
            <a:off x="381000" y="309778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60" name="!!path-9if"/>
          <p:cNvSpPr/>
          <p:nvPr/>
        </p:nvSpPr>
        <p:spPr>
          <a:xfrm>
            <a:off x="381000" y="311404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61" name="!!path-9ig"/>
          <p:cNvSpPr/>
          <p:nvPr/>
        </p:nvSpPr>
        <p:spPr>
          <a:xfrm>
            <a:off x="381000" y="313030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62" name="!!path-9ih"/>
          <p:cNvSpPr/>
          <p:nvPr/>
        </p:nvSpPr>
        <p:spPr>
          <a:xfrm>
            <a:off x="381000" y="314655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63" name="!!path-9ii"/>
          <p:cNvSpPr/>
          <p:nvPr/>
        </p:nvSpPr>
        <p:spPr>
          <a:xfrm>
            <a:off x="381000" y="316281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64" name="!!path-9ij"/>
          <p:cNvSpPr/>
          <p:nvPr/>
        </p:nvSpPr>
        <p:spPr>
          <a:xfrm>
            <a:off x="381000" y="317906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65" name="!!path-9ik"/>
          <p:cNvSpPr/>
          <p:nvPr/>
        </p:nvSpPr>
        <p:spPr>
          <a:xfrm>
            <a:off x="419608" y="269342"/>
            <a:ext cx="128422" cy="122936"/>
          </a:xfrm>
          <a:custGeom>
            <a:avLst/>
            <a:gdLst/>
            <a:ahLst/>
            <a:cxnLst/>
            <a:rect l="l" t="t" r="r" b="b"/>
            <a:pathLst>
              <a:path w="128422" h="122936">
                <a:moveTo>
                  <a:pt x="0" y="17678"/>
                </a:moveTo>
                <a:lnTo>
                  <a:pt x="8128" y="5080"/>
                </a:lnTo>
                <a:cubicBezTo>
                  <a:pt x="32512" y="0"/>
                  <a:pt x="73152" y="7112"/>
                  <a:pt x="101600" y="26416"/>
                </a:cubicBezTo>
                <a:cubicBezTo>
                  <a:pt x="116840" y="37186"/>
                  <a:pt x="124968" y="49784"/>
                  <a:pt x="128422" y="62992"/>
                </a:cubicBezTo>
                <a:lnTo>
                  <a:pt x="128422" y="122936"/>
                </a:lnTo>
                <a:lnTo>
                  <a:pt x="0" y="1229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66" name="!!path-9il"/>
          <p:cNvSpPr/>
          <p:nvPr/>
        </p:nvSpPr>
        <p:spPr>
          <a:xfrm>
            <a:off x="419608" y="269342"/>
            <a:ext cx="128422" cy="62992"/>
          </a:xfrm>
          <a:custGeom>
            <a:avLst/>
            <a:gdLst/>
            <a:ahLst/>
            <a:cxnLst/>
            <a:rect l="l" t="t" r="r" b="b"/>
            <a:pathLst>
              <a:path w="128422" h="62992" fill="none">
                <a:moveTo>
                  <a:pt x="128422" y="62992"/>
                </a:moveTo>
                <a:cubicBezTo>
                  <a:pt x="124968" y="49784"/>
                  <a:pt x="116840" y="37186"/>
                  <a:pt x="101600" y="26416"/>
                </a:cubicBezTo>
                <a:cubicBezTo>
                  <a:pt x="73152" y="7112"/>
                  <a:pt x="32512" y="0"/>
                  <a:pt x="8128" y="5080"/>
                </a:cubicBezTo>
                <a:lnTo>
                  <a:pt x="0" y="1767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67" name="!!path-9im"/>
          <p:cNvSpPr/>
          <p:nvPr/>
        </p:nvSpPr>
        <p:spPr>
          <a:xfrm>
            <a:off x="407010" y="281534"/>
            <a:ext cx="141021" cy="110744"/>
          </a:xfrm>
          <a:custGeom>
            <a:avLst/>
            <a:gdLst/>
            <a:ahLst/>
            <a:cxnLst/>
            <a:rect l="l" t="t" r="r" b="b"/>
            <a:pathLst>
              <a:path w="141021" h="110744">
                <a:moveTo>
                  <a:pt x="0" y="22352"/>
                </a:moveTo>
                <a:lnTo>
                  <a:pt x="6502" y="6502"/>
                </a:lnTo>
                <a:cubicBezTo>
                  <a:pt x="36982" y="0"/>
                  <a:pt x="79654" y="7112"/>
                  <a:pt x="110134" y="25400"/>
                </a:cubicBezTo>
                <a:cubicBezTo>
                  <a:pt x="126390" y="35154"/>
                  <a:pt x="136550" y="49784"/>
                  <a:pt x="141021" y="62992"/>
                </a:cubicBezTo>
                <a:lnTo>
                  <a:pt x="141021" y="110744"/>
                </a:lnTo>
                <a:lnTo>
                  <a:pt x="0" y="110744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68" name="!!path-9in"/>
          <p:cNvSpPr/>
          <p:nvPr/>
        </p:nvSpPr>
        <p:spPr>
          <a:xfrm>
            <a:off x="407010" y="281534"/>
            <a:ext cx="141021" cy="62992"/>
          </a:xfrm>
          <a:custGeom>
            <a:avLst/>
            <a:gdLst/>
            <a:ahLst/>
            <a:cxnLst/>
            <a:rect l="l" t="t" r="r" b="b"/>
            <a:pathLst>
              <a:path w="141021" h="62992" fill="none">
                <a:moveTo>
                  <a:pt x="141021" y="62992"/>
                </a:moveTo>
                <a:cubicBezTo>
                  <a:pt x="136550" y="49784"/>
                  <a:pt x="126390" y="35154"/>
                  <a:pt x="110134" y="25400"/>
                </a:cubicBezTo>
                <a:cubicBezTo>
                  <a:pt x="79654" y="7112"/>
                  <a:pt x="36982" y="0"/>
                  <a:pt x="6502" y="6502"/>
                </a:cubicBezTo>
                <a:lnTo>
                  <a:pt x="0" y="22352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69" name="!!path-9io"/>
          <p:cNvSpPr/>
          <p:nvPr/>
        </p:nvSpPr>
        <p:spPr>
          <a:xfrm>
            <a:off x="395834" y="294742"/>
            <a:ext cx="151790" cy="97536"/>
          </a:xfrm>
          <a:custGeom>
            <a:avLst/>
            <a:gdLst/>
            <a:ahLst/>
            <a:cxnLst/>
            <a:rect l="l" t="t" r="r" b="b"/>
            <a:pathLst>
              <a:path w="151790" h="97536">
                <a:moveTo>
                  <a:pt x="0" y="23165"/>
                </a:moveTo>
                <a:lnTo>
                  <a:pt x="3861" y="12598"/>
                </a:lnTo>
                <a:cubicBezTo>
                  <a:pt x="37998" y="0"/>
                  <a:pt x="84734" y="5080"/>
                  <a:pt x="117246" y="21946"/>
                </a:cubicBezTo>
                <a:cubicBezTo>
                  <a:pt x="135534" y="31496"/>
                  <a:pt x="146710" y="43688"/>
                  <a:pt x="151790" y="55270"/>
                </a:cubicBezTo>
                <a:lnTo>
                  <a:pt x="151790" y="97536"/>
                </a:lnTo>
                <a:lnTo>
                  <a:pt x="0" y="975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70" name="!!path-9ip"/>
          <p:cNvSpPr/>
          <p:nvPr/>
        </p:nvSpPr>
        <p:spPr>
          <a:xfrm>
            <a:off x="395834" y="294742"/>
            <a:ext cx="151790" cy="55270"/>
          </a:xfrm>
          <a:custGeom>
            <a:avLst/>
            <a:gdLst/>
            <a:ahLst/>
            <a:cxnLst/>
            <a:rect l="l" t="t" r="r" b="b"/>
            <a:pathLst>
              <a:path w="151790" h="55270" fill="none">
                <a:moveTo>
                  <a:pt x="151790" y="55270"/>
                </a:moveTo>
                <a:cubicBezTo>
                  <a:pt x="146710" y="43688"/>
                  <a:pt x="135534" y="31496"/>
                  <a:pt x="117246" y="21946"/>
                </a:cubicBezTo>
                <a:cubicBezTo>
                  <a:pt x="84734" y="5080"/>
                  <a:pt x="37998" y="0"/>
                  <a:pt x="3861" y="12598"/>
                </a:cubicBezTo>
                <a:lnTo>
                  <a:pt x="0" y="23165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71" name="!!path-9iq"/>
          <p:cNvSpPr/>
          <p:nvPr/>
        </p:nvSpPr>
        <p:spPr>
          <a:xfrm>
            <a:off x="548234" y="264262"/>
            <a:ext cx="120294" cy="128016"/>
          </a:xfrm>
          <a:custGeom>
            <a:avLst/>
            <a:gdLst/>
            <a:ahLst/>
            <a:cxnLst/>
            <a:rect l="l" t="t" r="r" b="b"/>
            <a:pathLst>
              <a:path w="120294" h="128016">
                <a:moveTo>
                  <a:pt x="120294" y="18288"/>
                </a:moveTo>
                <a:lnTo>
                  <a:pt x="113589" y="4470"/>
                </a:lnTo>
                <a:cubicBezTo>
                  <a:pt x="86766" y="0"/>
                  <a:pt x="44094" y="10160"/>
                  <a:pt x="17678" y="30480"/>
                </a:cubicBezTo>
                <a:cubicBezTo>
                  <a:pt x="6502" y="39624"/>
                  <a:pt x="1422" y="52832"/>
                  <a:pt x="0" y="67056"/>
                </a:cubicBezTo>
                <a:lnTo>
                  <a:pt x="0" y="128016"/>
                </a:lnTo>
                <a:lnTo>
                  <a:pt x="120294" y="12801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72" name="!!path-9ir"/>
          <p:cNvSpPr/>
          <p:nvPr/>
        </p:nvSpPr>
        <p:spPr>
          <a:xfrm>
            <a:off x="548234" y="264262"/>
            <a:ext cx="120294" cy="67056"/>
          </a:xfrm>
          <a:custGeom>
            <a:avLst/>
            <a:gdLst/>
            <a:ahLst/>
            <a:cxnLst/>
            <a:rect l="l" t="t" r="r" b="b"/>
            <a:pathLst>
              <a:path w="120294" h="67056" fill="none">
                <a:moveTo>
                  <a:pt x="0" y="67056"/>
                </a:moveTo>
                <a:cubicBezTo>
                  <a:pt x="1422" y="52832"/>
                  <a:pt x="6502" y="39624"/>
                  <a:pt x="17678" y="30480"/>
                </a:cubicBezTo>
                <a:cubicBezTo>
                  <a:pt x="44094" y="10160"/>
                  <a:pt x="86766" y="0"/>
                  <a:pt x="113589" y="4470"/>
                </a:cubicBezTo>
                <a:lnTo>
                  <a:pt x="120294" y="1828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73" name="!!path-9is"/>
          <p:cNvSpPr/>
          <p:nvPr/>
        </p:nvSpPr>
        <p:spPr>
          <a:xfrm>
            <a:off x="548437" y="279502"/>
            <a:ext cx="133299" cy="112776"/>
          </a:xfrm>
          <a:custGeom>
            <a:avLst/>
            <a:gdLst/>
            <a:ahLst/>
            <a:cxnLst/>
            <a:rect l="l" t="t" r="r" b="b"/>
            <a:pathLst>
              <a:path w="133299" h="112776">
                <a:moveTo>
                  <a:pt x="133299" y="19710"/>
                </a:moveTo>
                <a:lnTo>
                  <a:pt x="127203" y="3048"/>
                </a:lnTo>
                <a:cubicBezTo>
                  <a:pt x="94691" y="0"/>
                  <a:pt x="54051" y="11176"/>
                  <a:pt x="27635" y="30683"/>
                </a:cubicBezTo>
                <a:cubicBezTo>
                  <a:pt x="13411" y="41250"/>
                  <a:pt x="4267" y="53848"/>
                  <a:pt x="0" y="65024"/>
                </a:cubicBezTo>
                <a:lnTo>
                  <a:pt x="0" y="112776"/>
                </a:lnTo>
                <a:lnTo>
                  <a:pt x="133299" y="11277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74" name="!!path-9it"/>
          <p:cNvSpPr/>
          <p:nvPr/>
        </p:nvSpPr>
        <p:spPr>
          <a:xfrm>
            <a:off x="548437" y="279502"/>
            <a:ext cx="133299" cy="65024"/>
          </a:xfrm>
          <a:custGeom>
            <a:avLst/>
            <a:gdLst/>
            <a:ahLst/>
            <a:cxnLst/>
            <a:rect l="l" t="t" r="r" b="b"/>
            <a:pathLst>
              <a:path w="133299" h="65024" fill="none">
                <a:moveTo>
                  <a:pt x="0" y="65024"/>
                </a:moveTo>
                <a:cubicBezTo>
                  <a:pt x="4267" y="53848"/>
                  <a:pt x="13411" y="41250"/>
                  <a:pt x="27635" y="30683"/>
                </a:cubicBezTo>
                <a:cubicBezTo>
                  <a:pt x="54051" y="11176"/>
                  <a:pt x="94691" y="0"/>
                  <a:pt x="127203" y="3048"/>
                </a:cubicBezTo>
                <a:lnTo>
                  <a:pt x="133299" y="19710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75" name="!!path-9iu"/>
          <p:cNvSpPr/>
          <p:nvPr/>
        </p:nvSpPr>
        <p:spPr>
          <a:xfrm>
            <a:off x="548843" y="293726"/>
            <a:ext cx="142646" cy="98552"/>
          </a:xfrm>
          <a:custGeom>
            <a:avLst/>
            <a:gdLst/>
            <a:ahLst/>
            <a:cxnLst/>
            <a:rect l="l" t="t" r="r" b="b"/>
            <a:pathLst>
              <a:path w="142646" h="98552">
                <a:moveTo>
                  <a:pt x="142646" y="18898"/>
                </a:moveTo>
                <a:lnTo>
                  <a:pt x="139802" y="8738"/>
                </a:lnTo>
                <a:cubicBezTo>
                  <a:pt x="106477" y="0"/>
                  <a:pt x="63805" y="5080"/>
                  <a:pt x="35357" y="19304"/>
                </a:cubicBezTo>
                <a:cubicBezTo>
                  <a:pt x="17069" y="28448"/>
                  <a:pt x="5893" y="42672"/>
                  <a:pt x="0" y="56286"/>
                </a:cubicBezTo>
                <a:lnTo>
                  <a:pt x="0" y="98552"/>
                </a:lnTo>
                <a:lnTo>
                  <a:pt x="142646" y="98552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76" name="!!path-9iv"/>
          <p:cNvSpPr/>
          <p:nvPr/>
        </p:nvSpPr>
        <p:spPr>
          <a:xfrm>
            <a:off x="548843" y="293726"/>
            <a:ext cx="142646" cy="56286"/>
          </a:xfrm>
          <a:custGeom>
            <a:avLst/>
            <a:gdLst/>
            <a:ahLst/>
            <a:cxnLst/>
            <a:rect l="l" t="t" r="r" b="b"/>
            <a:pathLst>
              <a:path w="142646" h="56286" fill="none">
                <a:moveTo>
                  <a:pt x="0" y="56286"/>
                </a:moveTo>
                <a:cubicBezTo>
                  <a:pt x="5893" y="42672"/>
                  <a:pt x="17069" y="28448"/>
                  <a:pt x="35357" y="19304"/>
                </a:cubicBezTo>
                <a:cubicBezTo>
                  <a:pt x="63805" y="5080"/>
                  <a:pt x="106477" y="0"/>
                  <a:pt x="139802" y="8738"/>
                </a:cubicBezTo>
                <a:lnTo>
                  <a:pt x="142646" y="1889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77" name="!!path-9iw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627D8D"/>
              </a:gs>
              <a:gs pos="21794">
                <a:srgbClr val="627D8D"/>
              </a:gs>
              <a:gs pos="55376">
                <a:srgbClr val="627D8D"/>
              </a:gs>
              <a:gs pos="96421">
                <a:srgbClr val="98ABB7"/>
              </a:gs>
              <a:gs pos="100000">
                <a:srgbClr val="98ABB7"/>
              </a:gs>
            </a:gsLst>
            <a:lin ang="1983350" scaled="0"/>
          </a:gradFill>
          <a:ln>
            <a:noFill/>
          </a:ln>
        </p:spPr>
      </p:sp>
      <p:sp>
        <p:nvSpPr>
          <p:cNvPr id="78" name="!!path-9ix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0000"/>
                </a:srgbClr>
              </a:gs>
              <a:gs pos="4764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83333" t="79291" r="16667" b="20709"/>
            </a:path>
          </a:gradFill>
          <a:ln>
            <a:noFill/>
          </a:ln>
        </p:spPr>
      </p:sp>
      <p:sp>
        <p:nvSpPr>
          <p:cNvPr id="79" name="!!line-9iy"/>
          <p:cNvSpPr/>
          <p:nvPr/>
        </p:nvSpPr>
        <p:spPr>
          <a:xfrm>
            <a:off x="549046" y="363017"/>
            <a:ext cx="1" cy="153619"/>
          </a:xfrm>
          <a:custGeom>
            <a:avLst/>
            <a:gdLst/>
            <a:ahLst/>
            <a:cxnLst/>
            <a:rect l="l" t="t" r="r" b="b"/>
            <a:pathLst>
              <a:path w="1" h="153619">
                <a:moveTo>
                  <a:pt x="0" y="0"/>
                </a:moveTo>
                <a:lnTo>
                  <a:pt x="0" y="153619"/>
                </a:lnTo>
              </a:path>
            </a:pathLst>
          </a:custGeom>
          <a:solidFill>
            <a:srgbClr val="000000"/>
          </a:solidFill>
          <a:ln w="6909" cap="rnd">
            <a:solidFill>
              <a:srgbClr val="C9D3D9"/>
            </a:solidFill>
            <a:prstDash val="solid"/>
            <a:miter lim="800000"/>
          </a:ln>
        </p:spPr>
      </p:sp>
      <p:sp>
        <p:nvSpPr>
          <p:cNvPr id="80" name="!!path-9iz"/>
          <p:cNvSpPr/>
          <p:nvPr/>
        </p:nvSpPr>
        <p:spPr>
          <a:xfrm>
            <a:off x="657962" y="442062"/>
            <a:ext cx="25400" cy="37998"/>
          </a:xfrm>
          <a:custGeom>
            <a:avLst/>
            <a:gdLst/>
            <a:ahLst/>
            <a:cxnLst/>
            <a:rect l="l" t="t" r="r" b="b"/>
            <a:pathLst>
              <a:path w="25400" h="37998">
                <a:moveTo>
                  <a:pt x="0" y="2642"/>
                </a:moveTo>
                <a:lnTo>
                  <a:pt x="15240" y="0"/>
                </a:lnTo>
                <a:lnTo>
                  <a:pt x="25400" y="37186"/>
                </a:lnTo>
                <a:lnTo>
                  <a:pt x="7518" y="37998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 w="1016" cap="flat">
            <a:solidFill>
              <a:srgbClr val="FFFFFF">
                <a:alpha val="55000"/>
              </a:srgbClr>
            </a:solidFill>
            <a:prstDash val="solid"/>
            <a:round/>
          </a:ln>
        </p:spPr>
      </p:sp>
      <p:sp>
        <p:nvSpPr>
          <p:cNvPr id="81" name="!!text-9j0" descr="救「舊」我的書"/>
          <p:cNvSpPr txBox="1"/>
          <p:nvPr/>
        </p:nvSpPr>
        <p:spPr>
          <a:xfrm>
            <a:off x="805879" y="251460"/>
            <a:ext cx="1120140" cy="25745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400" b="1" kern="0" spc="-70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救</a:t>
            </a:r>
            <a:r>
              <a:rPr lang="zh-TW" altLang="en-US" sz="14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「舊</a:t>
            </a:r>
            <a:r>
              <a:rPr lang="zh-TW" altLang="en-US" sz="1400" b="1" kern="0" spc="-70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」</a:t>
            </a:r>
            <a:r>
              <a:rPr lang="zh-TW" altLang="en-US" sz="14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我的書</a:t>
            </a:r>
            <a:endParaRPr lang="zh-TW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fast" p14:dur="1400" advTm="0">
        <p159:morph option="byObject"/>
      </p:transition>
    </mc:Choice>
    <mc:Fallback>
      <p:transition spd="fast" advTm="0">
        <p:fade/>
      </p:transition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162.7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rect-1q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7"/>
          </a:solidFill>
          <a:ln>
            <a:noFill/>
          </a:ln>
        </p:spPr>
      </p:sp>
      <p:sp>
        <p:nvSpPr>
          <p:cNvPr id="3" name="!!ellipse-1q2"/>
          <p:cNvSpPr/>
          <p:nvPr/>
        </p:nvSpPr>
        <p:spPr>
          <a:xfrm>
            <a:off x="-889000" y="-952500"/>
            <a:ext cx="13970000" cy="7874000"/>
          </a:xfrm>
          <a:prstGeom prst="ellipse">
            <a:avLst/>
          </a:prstGeom>
          <a:gradFill rotWithShape="1">
            <a:gsLst>
              <a:gs pos="0">
                <a:srgbClr val="FFFFFF">
                  <a:alpha val="95000"/>
                </a:srgbClr>
              </a:gs>
              <a:gs pos="40865">
                <a:srgbClr val="FFFFFF">
                  <a:alpha val="35000"/>
                </a:srgbClr>
              </a:gs>
              <a:gs pos="68108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!!rect-1q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P1"/>
            <a:srcRect/>
            <a:tile tx="206933" ty="192532" sx="16667" sy="16667" flip="none" algn="tl"/>
          </a:blipFill>
          <a:ln>
            <a:noFill/>
          </a:ln>
        </p:spPr>
      </p:sp>
      <p:sp>
        <p:nvSpPr>
          <p:cNvPr id="5" name="!!circle-1qz"/>
          <p:cNvSpPr/>
          <p:nvPr/>
        </p:nvSpPr>
        <p:spPr>
          <a:xfrm>
            <a:off x="-1067852" y="5809069"/>
            <a:ext cx="1671714" cy="1671714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" name="!!circle-1r0"/>
          <p:cNvSpPr/>
          <p:nvPr/>
        </p:nvSpPr>
        <p:spPr>
          <a:xfrm>
            <a:off x="2840847" y="4646435"/>
            <a:ext cx="1717408" cy="1717408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7" name="!!circle-1r6"/>
          <p:cNvSpPr/>
          <p:nvPr/>
        </p:nvSpPr>
        <p:spPr>
          <a:xfrm>
            <a:off x="5222109" y="4779804"/>
            <a:ext cx="2039137" cy="2039137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8" name="!!circle-1rb"/>
          <p:cNvSpPr/>
          <p:nvPr/>
        </p:nvSpPr>
        <p:spPr>
          <a:xfrm>
            <a:off x="2932562" y="-1281506"/>
            <a:ext cx="2338108" cy="2338108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9" name="!!circle-1ri"/>
          <p:cNvSpPr/>
          <p:nvPr/>
        </p:nvSpPr>
        <p:spPr>
          <a:xfrm>
            <a:off x="-1493977" y="3916655"/>
            <a:ext cx="2223008" cy="2223008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0" name="!!rect-1sh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5F7">
                  <a:alpha val="0"/>
                </a:srgbClr>
              </a:gs>
              <a:gs pos="20428">
                <a:srgbClr val="F3F5F7">
                  <a:alpha val="0"/>
                </a:srgbClr>
              </a:gs>
              <a:gs pos="66730">
                <a:srgbClr val="F3F5F7"/>
              </a:gs>
              <a:gs pos="100000">
                <a:srgbClr val="F3F5F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1" name="!!circle-1sm"/>
          <p:cNvSpPr/>
          <p:nvPr/>
        </p:nvSpPr>
        <p:spPr>
          <a:xfrm>
            <a:off x="5537266" y="1184021"/>
            <a:ext cx="36055" cy="36055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12" name="!!circle-1sp"/>
          <p:cNvSpPr/>
          <p:nvPr/>
        </p:nvSpPr>
        <p:spPr>
          <a:xfrm>
            <a:off x="9316664" y="3073127"/>
            <a:ext cx="24295" cy="24295"/>
          </a:xfrm>
          <a:prstGeom prst="ellipse">
            <a:avLst/>
          </a:prstGeom>
          <a:solidFill>
            <a:srgbClr val="627D8D">
              <a:alpha val="18100"/>
            </a:srgbClr>
          </a:solidFill>
          <a:ln>
            <a:noFill/>
          </a:ln>
        </p:spPr>
      </p:sp>
      <p:sp>
        <p:nvSpPr>
          <p:cNvPr id="13" name="!!circle-1ss"/>
          <p:cNvSpPr/>
          <p:nvPr/>
        </p:nvSpPr>
        <p:spPr>
          <a:xfrm>
            <a:off x="3466249" y="6300687"/>
            <a:ext cx="25959" cy="25959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14" name="!!circle-1sv"/>
          <p:cNvSpPr/>
          <p:nvPr/>
        </p:nvSpPr>
        <p:spPr>
          <a:xfrm>
            <a:off x="2022332" y="1671519"/>
            <a:ext cx="35878" cy="35878"/>
          </a:xfrm>
          <a:prstGeom prst="ellipse">
            <a:avLst/>
          </a:prstGeom>
          <a:solidFill>
            <a:srgbClr val="627D8D">
              <a:alpha val="26800"/>
            </a:srgbClr>
          </a:solidFill>
          <a:ln>
            <a:noFill/>
          </a:ln>
        </p:spPr>
      </p:sp>
      <p:sp>
        <p:nvSpPr>
          <p:cNvPr id="15" name="!!circle-1sy"/>
          <p:cNvSpPr/>
          <p:nvPr/>
        </p:nvSpPr>
        <p:spPr>
          <a:xfrm>
            <a:off x="6888675" y="3524709"/>
            <a:ext cx="40234" cy="40234"/>
          </a:xfrm>
          <a:prstGeom prst="ellipse">
            <a:avLst/>
          </a:prstGeom>
          <a:solidFill>
            <a:srgbClr val="627D8D">
              <a:alpha val="31300"/>
            </a:srgbClr>
          </a:solidFill>
          <a:ln>
            <a:noFill/>
          </a:ln>
        </p:spPr>
      </p:sp>
      <p:sp>
        <p:nvSpPr>
          <p:cNvPr id="16" name="!!circle-1t4"/>
          <p:cNvSpPr/>
          <p:nvPr/>
        </p:nvSpPr>
        <p:spPr>
          <a:xfrm>
            <a:off x="1226541" y="4650580"/>
            <a:ext cx="29959" cy="29959"/>
          </a:xfrm>
          <a:prstGeom prst="ellipse">
            <a:avLst/>
          </a:prstGeom>
          <a:solidFill>
            <a:srgbClr val="627D8D">
              <a:alpha val="19400"/>
            </a:srgbClr>
          </a:solidFill>
          <a:ln>
            <a:noFill/>
          </a:ln>
        </p:spPr>
      </p:sp>
      <p:sp>
        <p:nvSpPr>
          <p:cNvPr id="17" name="!!circle-1t7"/>
          <p:cNvSpPr/>
          <p:nvPr/>
        </p:nvSpPr>
        <p:spPr>
          <a:xfrm>
            <a:off x="8422544" y="4351902"/>
            <a:ext cx="28702" cy="28702"/>
          </a:xfrm>
          <a:prstGeom prst="ellipse">
            <a:avLst/>
          </a:prstGeom>
          <a:solidFill>
            <a:srgbClr val="627D8D">
              <a:alpha val="17800"/>
            </a:srgbClr>
          </a:solidFill>
          <a:ln>
            <a:noFill/>
          </a:ln>
        </p:spPr>
      </p:sp>
      <p:sp>
        <p:nvSpPr>
          <p:cNvPr id="18" name="!!circle-1ta"/>
          <p:cNvSpPr/>
          <p:nvPr/>
        </p:nvSpPr>
        <p:spPr>
          <a:xfrm>
            <a:off x="10948553" y="1696595"/>
            <a:ext cx="24066" cy="24066"/>
          </a:xfrm>
          <a:prstGeom prst="ellipse">
            <a:avLst/>
          </a:prstGeom>
          <a:solidFill>
            <a:srgbClr val="627D8D">
              <a:alpha val="23900"/>
            </a:srgbClr>
          </a:solidFill>
          <a:ln>
            <a:noFill/>
          </a:ln>
        </p:spPr>
      </p:sp>
      <p:sp>
        <p:nvSpPr>
          <p:cNvPr id="19" name="!!circle-1td"/>
          <p:cNvSpPr/>
          <p:nvPr/>
        </p:nvSpPr>
        <p:spPr>
          <a:xfrm>
            <a:off x="8481942" y="5559416"/>
            <a:ext cx="35865" cy="35865"/>
          </a:xfrm>
          <a:prstGeom prst="ellipse">
            <a:avLst/>
          </a:prstGeom>
          <a:solidFill>
            <a:srgbClr val="627D8D">
              <a:alpha val="28200"/>
            </a:srgbClr>
          </a:solidFill>
          <a:ln>
            <a:noFill/>
          </a:ln>
        </p:spPr>
      </p:sp>
      <p:sp>
        <p:nvSpPr>
          <p:cNvPr id="20" name="!!circle-1tg"/>
          <p:cNvSpPr/>
          <p:nvPr/>
        </p:nvSpPr>
        <p:spPr>
          <a:xfrm>
            <a:off x="1534086" y="2644279"/>
            <a:ext cx="39218" cy="39218"/>
          </a:xfrm>
          <a:prstGeom prst="ellipse">
            <a:avLst/>
          </a:prstGeom>
          <a:solidFill>
            <a:srgbClr val="627D8D">
              <a:alpha val="29600"/>
            </a:srgbClr>
          </a:solidFill>
          <a:ln>
            <a:noFill/>
          </a:ln>
        </p:spPr>
      </p:sp>
      <p:sp>
        <p:nvSpPr>
          <p:cNvPr id="21" name="!!circle-1tj"/>
          <p:cNvSpPr/>
          <p:nvPr/>
        </p:nvSpPr>
        <p:spPr>
          <a:xfrm>
            <a:off x="7034679" y="5721480"/>
            <a:ext cx="49733" cy="49733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2" name="!!circle-1tm"/>
          <p:cNvSpPr/>
          <p:nvPr/>
        </p:nvSpPr>
        <p:spPr>
          <a:xfrm>
            <a:off x="6449968" y="1412412"/>
            <a:ext cx="41694" cy="41694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3" name="!!circle-1tp"/>
          <p:cNvSpPr/>
          <p:nvPr/>
        </p:nvSpPr>
        <p:spPr>
          <a:xfrm>
            <a:off x="6801085" y="4825335"/>
            <a:ext cx="31979" cy="31979"/>
          </a:xfrm>
          <a:prstGeom prst="ellipse">
            <a:avLst/>
          </a:prstGeom>
          <a:solidFill>
            <a:srgbClr val="627D8D">
              <a:alpha val="24100"/>
            </a:srgbClr>
          </a:solidFill>
          <a:ln>
            <a:noFill/>
          </a:ln>
        </p:spPr>
      </p:sp>
      <p:sp>
        <p:nvSpPr>
          <p:cNvPr id="24" name="!!circle-1ts"/>
          <p:cNvSpPr/>
          <p:nvPr/>
        </p:nvSpPr>
        <p:spPr>
          <a:xfrm>
            <a:off x="3924552" y="657635"/>
            <a:ext cx="18085" cy="18085"/>
          </a:xfrm>
          <a:prstGeom prst="ellipse">
            <a:avLst/>
          </a:prstGeom>
          <a:solidFill>
            <a:srgbClr val="627D8D">
              <a:alpha val="10500"/>
            </a:srgbClr>
          </a:solidFill>
          <a:ln>
            <a:noFill/>
          </a:ln>
        </p:spPr>
      </p:sp>
      <p:sp>
        <p:nvSpPr>
          <p:cNvPr id="25" name="!!circle-1ty"/>
          <p:cNvSpPr/>
          <p:nvPr/>
        </p:nvSpPr>
        <p:spPr>
          <a:xfrm>
            <a:off x="3493521" y="6025961"/>
            <a:ext cx="39243" cy="39243"/>
          </a:xfrm>
          <a:prstGeom prst="ellipse">
            <a:avLst/>
          </a:prstGeom>
          <a:solidFill>
            <a:srgbClr val="627D8D">
              <a:alpha val="27700"/>
            </a:srgbClr>
          </a:solidFill>
          <a:ln>
            <a:noFill/>
          </a:ln>
        </p:spPr>
      </p:sp>
      <p:sp>
        <p:nvSpPr>
          <p:cNvPr id="26" name="!!circle-1u1"/>
          <p:cNvSpPr/>
          <p:nvPr/>
        </p:nvSpPr>
        <p:spPr>
          <a:xfrm>
            <a:off x="1639273" y="6430300"/>
            <a:ext cx="34519" cy="34519"/>
          </a:xfrm>
          <a:prstGeom prst="ellipse">
            <a:avLst/>
          </a:prstGeom>
          <a:solidFill>
            <a:srgbClr val="627D8D">
              <a:alpha val="22500"/>
            </a:srgbClr>
          </a:solidFill>
          <a:ln>
            <a:noFill/>
          </a:ln>
        </p:spPr>
      </p:sp>
      <p:sp>
        <p:nvSpPr>
          <p:cNvPr id="27" name="!!circle-1u4"/>
          <p:cNvSpPr/>
          <p:nvPr/>
        </p:nvSpPr>
        <p:spPr>
          <a:xfrm>
            <a:off x="2729207" y="4812326"/>
            <a:ext cx="46228" cy="46228"/>
          </a:xfrm>
          <a:prstGeom prst="ellipse">
            <a:avLst/>
          </a:prstGeom>
          <a:solidFill>
            <a:srgbClr val="627D8D">
              <a:alpha val="26200"/>
            </a:srgbClr>
          </a:solidFill>
          <a:ln>
            <a:noFill/>
          </a:ln>
        </p:spPr>
      </p:sp>
      <p:sp>
        <p:nvSpPr>
          <p:cNvPr id="28" name="!!circle-1u7"/>
          <p:cNvSpPr/>
          <p:nvPr/>
        </p:nvSpPr>
        <p:spPr>
          <a:xfrm>
            <a:off x="7435542" y="4603623"/>
            <a:ext cx="49327" cy="49327"/>
          </a:xfrm>
          <a:prstGeom prst="ellipse">
            <a:avLst/>
          </a:prstGeom>
          <a:solidFill>
            <a:srgbClr val="627D8D">
              <a:alpha val="20800"/>
            </a:srgbClr>
          </a:solidFill>
          <a:ln>
            <a:noFill/>
          </a:ln>
        </p:spPr>
      </p:sp>
      <p:sp>
        <p:nvSpPr>
          <p:cNvPr id="29" name="!!circle-1ua"/>
          <p:cNvSpPr/>
          <p:nvPr/>
        </p:nvSpPr>
        <p:spPr>
          <a:xfrm>
            <a:off x="9698544" y="5235879"/>
            <a:ext cx="24054" cy="24054"/>
          </a:xfrm>
          <a:prstGeom prst="ellipse">
            <a:avLst/>
          </a:prstGeom>
          <a:solidFill>
            <a:srgbClr val="627D8D">
              <a:alpha val="22200"/>
            </a:srgbClr>
          </a:solidFill>
          <a:ln>
            <a:noFill/>
          </a:ln>
        </p:spPr>
      </p:sp>
      <p:sp>
        <p:nvSpPr>
          <p:cNvPr id="30" name="!!circle-1ud"/>
          <p:cNvSpPr/>
          <p:nvPr/>
        </p:nvSpPr>
        <p:spPr>
          <a:xfrm>
            <a:off x="1994641" y="1324575"/>
            <a:ext cx="32271" cy="32271"/>
          </a:xfrm>
          <a:prstGeom prst="ellipse">
            <a:avLst/>
          </a:prstGeom>
          <a:solidFill>
            <a:srgbClr val="627D8D">
              <a:alpha val="20500"/>
            </a:srgbClr>
          </a:solidFill>
          <a:ln>
            <a:noFill/>
          </a:ln>
        </p:spPr>
      </p:sp>
      <p:sp>
        <p:nvSpPr>
          <p:cNvPr id="31" name="!!circle-1uj"/>
          <p:cNvSpPr/>
          <p:nvPr/>
        </p:nvSpPr>
        <p:spPr>
          <a:xfrm>
            <a:off x="2057333" y="2234437"/>
            <a:ext cx="34252" cy="34252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32" name="!!circle-1um"/>
          <p:cNvSpPr/>
          <p:nvPr/>
        </p:nvSpPr>
        <p:spPr>
          <a:xfrm>
            <a:off x="9595250" y="4003384"/>
            <a:ext cx="44196" cy="44196"/>
          </a:xfrm>
          <a:prstGeom prst="ellipse">
            <a:avLst/>
          </a:prstGeom>
          <a:solidFill>
            <a:srgbClr val="627D8D">
              <a:alpha val="21700"/>
            </a:srgbClr>
          </a:solidFill>
          <a:ln>
            <a:noFill/>
          </a:ln>
        </p:spPr>
      </p:sp>
      <p:sp>
        <p:nvSpPr>
          <p:cNvPr id="33" name="!!circle-1up"/>
          <p:cNvSpPr/>
          <p:nvPr/>
        </p:nvSpPr>
        <p:spPr>
          <a:xfrm>
            <a:off x="6749144" y="1679364"/>
            <a:ext cx="35192" cy="35192"/>
          </a:xfrm>
          <a:prstGeom prst="ellipse">
            <a:avLst/>
          </a:prstGeom>
          <a:solidFill>
            <a:srgbClr val="627D8D">
              <a:alpha val="27100"/>
            </a:srgbClr>
          </a:solidFill>
          <a:ln>
            <a:noFill/>
          </a:ln>
        </p:spPr>
      </p:sp>
      <p:sp>
        <p:nvSpPr>
          <p:cNvPr id="34" name="!!circle-1us"/>
          <p:cNvSpPr/>
          <p:nvPr/>
        </p:nvSpPr>
        <p:spPr>
          <a:xfrm>
            <a:off x="10216810" y="5134778"/>
            <a:ext cx="43358" cy="43358"/>
          </a:xfrm>
          <a:prstGeom prst="ellipse">
            <a:avLst/>
          </a:prstGeom>
          <a:solidFill>
            <a:srgbClr val="627D8D">
              <a:alpha val="19500"/>
            </a:srgbClr>
          </a:solidFill>
          <a:ln>
            <a:noFill/>
          </a:ln>
        </p:spPr>
      </p:sp>
      <p:sp>
        <p:nvSpPr>
          <p:cNvPr id="35" name="!!circle-1uv"/>
          <p:cNvSpPr/>
          <p:nvPr/>
        </p:nvSpPr>
        <p:spPr>
          <a:xfrm>
            <a:off x="3225440" y="1908763"/>
            <a:ext cx="33528" cy="33528"/>
          </a:xfrm>
          <a:prstGeom prst="ellipse">
            <a:avLst/>
          </a:prstGeom>
          <a:solidFill>
            <a:srgbClr val="627D8D">
              <a:alpha val="28300"/>
            </a:srgbClr>
          </a:solidFill>
          <a:ln>
            <a:noFill/>
          </a:ln>
        </p:spPr>
      </p:sp>
      <p:sp>
        <p:nvSpPr>
          <p:cNvPr id="36" name="!!circle-1uy"/>
          <p:cNvSpPr/>
          <p:nvPr/>
        </p:nvSpPr>
        <p:spPr>
          <a:xfrm>
            <a:off x="6850810" y="2507831"/>
            <a:ext cx="28956" cy="28956"/>
          </a:xfrm>
          <a:prstGeom prst="ellipse">
            <a:avLst/>
          </a:prstGeom>
          <a:solidFill>
            <a:srgbClr val="627D8D">
              <a:alpha val="21800"/>
            </a:srgbClr>
          </a:solidFill>
          <a:ln>
            <a:noFill/>
          </a:ln>
        </p:spPr>
      </p:sp>
      <p:sp>
        <p:nvSpPr>
          <p:cNvPr id="37" name="!!circle-1v1"/>
          <p:cNvSpPr/>
          <p:nvPr/>
        </p:nvSpPr>
        <p:spPr>
          <a:xfrm>
            <a:off x="7028327" y="6161884"/>
            <a:ext cx="45555" cy="45555"/>
          </a:xfrm>
          <a:prstGeom prst="ellipse">
            <a:avLst/>
          </a:prstGeom>
          <a:solidFill>
            <a:srgbClr val="627D8D">
              <a:alpha val="20900"/>
            </a:srgbClr>
          </a:solidFill>
          <a:ln>
            <a:noFill/>
          </a:ln>
        </p:spPr>
      </p:sp>
      <p:sp>
        <p:nvSpPr>
          <p:cNvPr id="38" name="!!circle-1v4"/>
          <p:cNvSpPr/>
          <p:nvPr/>
        </p:nvSpPr>
        <p:spPr>
          <a:xfrm>
            <a:off x="11290860" y="2986682"/>
            <a:ext cx="39484" cy="39484"/>
          </a:xfrm>
          <a:prstGeom prst="ellipse">
            <a:avLst/>
          </a:prstGeom>
          <a:solidFill>
            <a:srgbClr val="627D8D">
              <a:alpha val="13600"/>
            </a:srgbClr>
          </a:solidFill>
          <a:ln>
            <a:noFill/>
          </a:ln>
        </p:spPr>
      </p:sp>
      <p:sp>
        <p:nvSpPr>
          <p:cNvPr id="39" name="!!circle-1v7"/>
          <p:cNvSpPr/>
          <p:nvPr/>
        </p:nvSpPr>
        <p:spPr>
          <a:xfrm>
            <a:off x="7487186" y="5537528"/>
            <a:ext cx="30455" cy="30455"/>
          </a:xfrm>
          <a:prstGeom prst="ellipse">
            <a:avLst/>
          </a:prstGeom>
          <a:solidFill>
            <a:srgbClr val="627D8D">
              <a:alpha val="16500"/>
            </a:srgbClr>
          </a:solidFill>
          <a:ln>
            <a:noFill/>
          </a:ln>
        </p:spPr>
      </p:sp>
      <p:sp>
        <p:nvSpPr>
          <p:cNvPr id="40" name="!!circle-1va"/>
          <p:cNvSpPr/>
          <p:nvPr/>
        </p:nvSpPr>
        <p:spPr>
          <a:xfrm>
            <a:off x="8994608" y="6300749"/>
            <a:ext cx="28257" cy="28257"/>
          </a:xfrm>
          <a:prstGeom prst="ellipse">
            <a:avLst/>
          </a:prstGeom>
          <a:solidFill>
            <a:srgbClr val="627D8D">
              <a:alpha val="15700"/>
            </a:srgbClr>
          </a:solidFill>
          <a:ln>
            <a:noFill/>
          </a:ln>
        </p:spPr>
      </p:sp>
      <p:sp>
        <p:nvSpPr>
          <p:cNvPr id="41" name="!!circle-1vd"/>
          <p:cNvSpPr/>
          <p:nvPr/>
        </p:nvSpPr>
        <p:spPr>
          <a:xfrm>
            <a:off x="11449014" y="4935504"/>
            <a:ext cx="45149" cy="45149"/>
          </a:xfrm>
          <a:prstGeom prst="ellipse">
            <a:avLst/>
          </a:prstGeom>
          <a:solidFill>
            <a:srgbClr val="627D8D">
              <a:alpha val="31200"/>
            </a:srgbClr>
          </a:solidFill>
          <a:ln>
            <a:noFill/>
          </a:ln>
        </p:spPr>
      </p:sp>
      <p:sp>
        <p:nvSpPr>
          <p:cNvPr id="42" name="!!circle-1vg"/>
          <p:cNvSpPr/>
          <p:nvPr/>
        </p:nvSpPr>
        <p:spPr>
          <a:xfrm>
            <a:off x="3476416" y="2857150"/>
            <a:ext cx="30696" cy="30696"/>
          </a:xfrm>
          <a:prstGeom prst="ellipse">
            <a:avLst/>
          </a:prstGeom>
          <a:solidFill>
            <a:srgbClr val="627D8D">
              <a:alpha val="25700"/>
            </a:srgbClr>
          </a:solidFill>
          <a:ln>
            <a:noFill/>
          </a:ln>
        </p:spPr>
      </p:sp>
      <p:sp>
        <p:nvSpPr>
          <p:cNvPr id="43" name="!!circle-1vj"/>
          <p:cNvSpPr/>
          <p:nvPr/>
        </p:nvSpPr>
        <p:spPr>
          <a:xfrm>
            <a:off x="8820362" y="3369626"/>
            <a:ext cx="37401" cy="37401"/>
          </a:xfrm>
          <a:prstGeom prst="ellipse">
            <a:avLst/>
          </a:prstGeom>
          <a:solidFill>
            <a:srgbClr val="627D8D">
              <a:alpha val="16000"/>
            </a:srgbClr>
          </a:solidFill>
          <a:ln>
            <a:noFill/>
          </a:ln>
        </p:spPr>
      </p:sp>
      <p:sp>
        <p:nvSpPr>
          <p:cNvPr id="44" name="!!circle-1vm"/>
          <p:cNvSpPr/>
          <p:nvPr/>
        </p:nvSpPr>
        <p:spPr>
          <a:xfrm>
            <a:off x="1833671" y="4275157"/>
            <a:ext cx="33096" cy="33096"/>
          </a:xfrm>
          <a:prstGeom prst="ellipse">
            <a:avLst/>
          </a:prstGeom>
          <a:solidFill>
            <a:srgbClr val="627D8D">
              <a:alpha val="22300"/>
            </a:srgbClr>
          </a:solidFill>
          <a:ln>
            <a:noFill/>
          </a:ln>
        </p:spPr>
      </p:sp>
      <p:sp>
        <p:nvSpPr>
          <p:cNvPr id="45" name="!!circle-1vp"/>
          <p:cNvSpPr/>
          <p:nvPr/>
        </p:nvSpPr>
        <p:spPr>
          <a:xfrm>
            <a:off x="11568591" y="397835"/>
            <a:ext cx="21145" cy="21145"/>
          </a:xfrm>
          <a:prstGeom prst="ellipse">
            <a:avLst/>
          </a:prstGeom>
          <a:solidFill>
            <a:srgbClr val="627D8D">
              <a:alpha val="16300"/>
            </a:srgbClr>
          </a:solidFill>
          <a:ln>
            <a:noFill/>
          </a:ln>
        </p:spPr>
      </p:sp>
      <p:sp>
        <p:nvSpPr>
          <p:cNvPr id="46" name="!!circle-1vs"/>
          <p:cNvSpPr/>
          <p:nvPr/>
        </p:nvSpPr>
        <p:spPr>
          <a:xfrm>
            <a:off x="11075197" y="5402438"/>
            <a:ext cx="35281" cy="35281"/>
          </a:xfrm>
          <a:prstGeom prst="ellipse">
            <a:avLst/>
          </a:prstGeom>
          <a:solidFill>
            <a:srgbClr val="627D8D">
              <a:alpha val="30000"/>
            </a:srgbClr>
          </a:solidFill>
          <a:ln>
            <a:noFill/>
          </a:ln>
        </p:spPr>
      </p:sp>
      <p:sp>
        <p:nvSpPr>
          <p:cNvPr id="47" name="!!text-6cg" descr="交易服務費"/>
          <p:cNvSpPr txBox="1"/>
          <p:nvPr/>
        </p:nvSpPr>
        <p:spPr>
          <a:xfrm>
            <a:off x="651967" y="598308"/>
            <a:ext cx="890562" cy="22310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13" b="1" kern="0" spc="146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交易服務</a:t>
            </a:r>
            <a:r>
              <a:rPr lang="zh-TW" altLang="en-US" sz="1213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費</a:t>
            </a:r>
            <a:endParaRPr lang="zh-TW" sz="1213"/>
          </a:p>
        </p:txBody>
      </p:sp>
      <p:sp>
        <p:nvSpPr>
          <p:cNvPr id="48" name="!!text-6cr" descr="低抽成，快速撥款"/>
          <p:cNvSpPr txBox="1"/>
          <p:nvPr/>
        </p:nvSpPr>
        <p:spPr>
          <a:xfrm>
            <a:off x="651967" y="869996"/>
            <a:ext cx="3614633" cy="66930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3640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低抽</a:t>
            </a:r>
            <a:r>
              <a:rPr lang="zh-TW" altLang="en-US" sz="3640" kern="0" spc="-1092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成</a:t>
            </a:r>
            <a:r>
              <a:rPr lang="zh-TW" altLang="en-US" sz="3640" kern="0" spc="-655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，</a:t>
            </a:r>
            <a:r>
              <a:rPr lang="zh-TW" altLang="en-US" sz="3640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快速撥款</a:t>
            </a:r>
            <a:endParaRPr lang="zh-TW" sz="3640"/>
          </a:p>
        </p:txBody>
      </p:sp>
      <p:sp>
        <p:nvSpPr>
          <p:cNvPr id="49" name="!!text-6d4" descr="規劃收取 10% 交易服務費，遠低於委託寄賣的 35%。"/>
          <p:cNvSpPr txBox="1"/>
          <p:nvPr/>
        </p:nvSpPr>
        <p:spPr>
          <a:xfrm>
            <a:off x="651967" y="1593642"/>
            <a:ext cx="4647908" cy="27887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517" kern="0" dirty="0">
                <a:solidFill>
                  <a:srgbClr val="3F4A54"/>
                </a:solidFill>
                <a:latin typeface="Noto Sans TC Medium"/>
                <a:ea typeface="Noto Sans TC Medium"/>
                <a:cs typeface="Noto Sans TC Medium"/>
              </a:rPr>
              <a:t>規劃收取 10% 交易服務費，遠低於委託寄賣的 35%。</a:t>
            </a:r>
            <a:endParaRPr lang="zh-TW" sz="1517"/>
          </a:p>
        </p:txBody>
      </p:sp>
      <p:sp>
        <p:nvSpPr>
          <p:cNvPr id="50" name="!!text-6e1" descr="以售價 110 元為例"/>
          <p:cNvSpPr txBox="1"/>
          <p:nvPr/>
        </p:nvSpPr>
        <p:spPr>
          <a:xfrm>
            <a:off x="7893558" y="2616195"/>
            <a:ext cx="1288644" cy="20451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12" b="1" kern="0" spc="67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以售</a:t>
            </a:r>
            <a:r>
              <a:rPr lang="zh-TW" altLang="en-US" sz="1112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價</a:t>
            </a:r>
            <a:r>
              <a:rPr lang="zh-TW" altLang="en-US" sz="1112" b="1" kern="0" spc="133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 </a:t>
            </a:r>
            <a:r>
              <a:rPr lang="zh-TW" altLang="en-US" sz="1112" b="1" kern="0" spc="67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11</a:t>
            </a:r>
            <a:r>
              <a:rPr lang="zh-TW" altLang="en-US" sz="1112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0</a:t>
            </a:r>
            <a:r>
              <a:rPr lang="zh-TW" altLang="en-US" sz="1112" b="1" kern="0" spc="133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 </a:t>
            </a:r>
            <a:r>
              <a:rPr lang="zh-TW" altLang="en-US" sz="1112" b="1" kern="0" spc="67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元為</a:t>
            </a:r>
            <a:r>
              <a:rPr lang="zh-TW" altLang="en-US" sz="1112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例</a:t>
            </a:r>
            <a:endParaRPr lang="zh-TW" sz="1112"/>
          </a:p>
        </p:txBody>
      </p:sp>
      <p:sp>
        <p:nvSpPr>
          <p:cNvPr id="51" name="!!text-6ed" descr="救「舊」我的書"/>
          <p:cNvSpPr txBox="1"/>
          <p:nvPr/>
        </p:nvSpPr>
        <p:spPr>
          <a:xfrm>
            <a:off x="1858899" y="2779003"/>
            <a:ext cx="1051571" cy="2416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14" b="1" kern="0" spc="-657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救</a:t>
            </a:r>
            <a:r>
              <a:rPr lang="zh-TW" altLang="en-US" sz="1314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「舊</a:t>
            </a:r>
            <a:r>
              <a:rPr lang="zh-TW" altLang="en-US" sz="1314" b="1" kern="0" spc="-657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」</a:t>
            </a:r>
            <a:r>
              <a:rPr lang="zh-TW" altLang="en-US" sz="1314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我的書</a:t>
            </a:r>
            <a:endParaRPr lang="zh-TW" sz="1314"/>
          </a:p>
        </p:txBody>
      </p:sp>
      <p:sp>
        <p:nvSpPr>
          <p:cNvPr id="52" name="!!rect-6el"/>
          <p:cNvSpPr/>
          <p:nvPr/>
        </p:nvSpPr>
        <p:spPr>
          <a:xfrm>
            <a:off x="2950273" y="2812129"/>
            <a:ext cx="410870" cy="218275"/>
          </a:xfrm>
          <a:prstGeom prst="roundRect">
            <a:avLst>
              <a:gd name="adj" fmla="val 50000"/>
            </a:avLst>
          </a:prstGeom>
          <a:solidFill>
            <a:srgbClr val="627D8D">
              <a:alpha val="14000"/>
            </a:srgbClr>
          </a:solidFill>
          <a:ln>
            <a:noFill/>
          </a:ln>
        </p:spPr>
      </p:sp>
      <p:sp>
        <p:nvSpPr>
          <p:cNvPr id="53" name="!!text-6em" descr="規劃"/>
          <p:cNvSpPr txBox="1"/>
          <p:nvPr/>
        </p:nvSpPr>
        <p:spPr>
          <a:xfrm>
            <a:off x="3014472" y="2802371"/>
            <a:ext cx="324844" cy="20451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12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規劃</a:t>
            </a:r>
            <a:endParaRPr lang="zh-TW" sz="1112"/>
          </a:p>
        </p:txBody>
      </p:sp>
      <p:sp>
        <p:nvSpPr>
          <p:cNvPr id="54" name="!!rect-6ep"/>
          <p:cNvSpPr/>
          <p:nvPr/>
        </p:nvSpPr>
        <p:spPr>
          <a:xfrm>
            <a:off x="1858899" y="3126702"/>
            <a:ext cx="1283970" cy="333832"/>
          </a:xfrm>
          <a:prstGeom prst="roundRect">
            <a:avLst>
              <a:gd name="adj" fmla="val 26923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55" name="!!text-6et" descr="10%"/>
          <p:cNvSpPr txBox="1"/>
          <p:nvPr/>
        </p:nvSpPr>
        <p:spPr>
          <a:xfrm>
            <a:off x="3296945" y="3068666"/>
            <a:ext cx="698274" cy="4090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2224" kern="0" dirty="0">
                <a:solidFill>
                  <a:srgbClr val="627D8D"/>
                </a:solidFill>
                <a:latin typeface="Noto Sans TC ExtraBold"/>
                <a:ea typeface="Noto Sans TC ExtraBold"/>
                <a:cs typeface="Noto Sans TC ExtraBold"/>
              </a:rPr>
              <a:t>10%</a:t>
            </a:r>
            <a:endParaRPr lang="zh-TW" sz="2224"/>
          </a:p>
        </p:txBody>
      </p:sp>
      <p:sp>
        <p:nvSpPr>
          <p:cNvPr id="56" name="!!text-6ez" descr="賣家實得 99 元"/>
          <p:cNvSpPr txBox="1"/>
          <p:nvPr/>
        </p:nvSpPr>
        <p:spPr>
          <a:xfrm>
            <a:off x="7893558" y="3177033"/>
            <a:ext cx="1157396" cy="2416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14" b="1" kern="0" dirty="0">
                <a:solidFill>
                  <a:srgbClr val="2E9E5B"/>
                </a:solidFill>
                <a:latin typeface="Noto Sans TC"/>
                <a:ea typeface="Noto Sans TC"/>
                <a:cs typeface="Noto Sans TC"/>
              </a:rPr>
              <a:t>賣家實得 99 元</a:t>
            </a:r>
            <a:endParaRPr lang="zh-TW" sz="1314"/>
          </a:p>
        </p:txBody>
      </p:sp>
      <p:sp>
        <p:nvSpPr>
          <p:cNvPr id="57" name="!!text-6f9" descr="委託寄賣"/>
          <p:cNvSpPr txBox="1"/>
          <p:nvPr/>
        </p:nvSpPr>
        <p:spPr>
          <a:xfrm>
            <a:off x="1858899" y="3934576"/>
            <a:ext cx="717739" cy="2416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14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委託寄賣</a:t>
            </a:r>
            <a:endParaRPr lang="zh-TW" sz="1314"/>
          </a:p>
        </p:txBody>
      </p:sp>
      <p:sp>
        <p:nvSpPr>
          <p:cNvPr id="58" name="!!rect-6fe"/>
          <p:cNvSpPr/>
          <p:nvPr/>
        </p:nvSpPr>
        <p:spPr>
          <a:xfrm>
            <a:off x="1858899" y="4282275"/>
            <a:ext cx="4493895" cy="333832"/>
          </a:xfrm>
          <a:prstGeom prst="roundRect">
            <a:avLst>
              <a:gd name="adj" fmla="val 26923"/>
            </a:avLst>
          </a:prstGeom>
          <a:solidFill>
            <a:srgbClr val="9AA5AE"/>
          </a:solidFill>
          <a:ln>
            <a:noFill/>
          </a:ln>
        </p:spPr>
      </p:sp>
      <p:sp>
        <p:nvSpPr>
          <p:cNvPr id="59" name="!!text-6fi" descr="35%"/>
          <p:cNvSpPr txBox="1"/>
          <p:nvPr/>
        </p:nvSpPr>
        <p:spPr>
          <a:xfrm>
            <a:off x="6506870" y="4224239"/>
            <a:ext cx="698274" cy="4090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2224" kern="0" dirty="0">
                <a:solidFill>
                  <a:srgbClr val="9AA5AE"/>
                </a:solidFill>
                <a:latin typeface="Noto Sans TC ExtraBold"/>
                <a:ea typeface="Noto Sans TC ExtraBold"/>
                <a:cs typeface="Noto Sans TC ExtraBold"/>
              </a:rPr>
              <a:t>35%</a:t>
            </a:r>
            <a:endParaRPr lang="zh-TW" sz="2224"/>
          </a:p>
        </p:txBody>
      </p:sp>
      <p:sp>
        <p:nvSpPr>
          <p:cNvPr id="60" name="!!text-6fo" descr="賣家實得 71 元"/>
          <p:cNvSpPr txBox="1"/>
          <p:nvPr/>
        </p:nvSpPr>
        <p:spPr>
          <a:xfrm>
            <a:off x="7893558" y="4332607"/>
            <a:ext cx="1157396" cy="2416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14" b="1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賣家實得 71 元</a:t>
            </a:r>
            <a:endParaRPr lang="zh-TW" sz="1314"/>
          </a:p>
        </p:txBody>
      </p:sp>
      <p:sp>
        <p:nvSpPr>
          <p:cNvPr id="61" name="!!text-6g0" descr="委託寄賣以 TAAZE 讀冊生活二手書代售服務條款（2025 年 8 月版）為例；"/>
          <p:cNvSpPr txBox="1"/>
          <p:nvPr/>
        </p:nvSpPr>
        <p:spPr>
          <a:xfrm>
            <a:off x="1858899" y="5248334"/>
            <a:ext cx="4538501" cy="20451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12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委託寄賣以 </a:t>
            </a:r>
            <a:r>
              <a:rPr lang="zh-TW" altLang="en-US" sz="1112" kern="0" spc="-53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T</a:t>
            </a:r>
            <a:r>
              <a:rPr lang="zh-TW" altLang="en-US" sz="1112" kern="0" spc="-1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A</a:t>
            </a:r>
            <a:r>
              <a:rPr lang="zh-TW" altLang="en-US" sz="1112" kern="0" spc="-12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A</a:t>
            </a:r>
            <a:r>
              <a:rPr lang="zh-TW" altLang="en-US" sz="1112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ZE 讀冊生活二手書代售服務條</a:t>
            </a:r>
            <a:r>
              <a:rPr lang="zh-TW" altLang="en-US" sz="1112" kern="0" spc="-556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款</a:t>
            </a:r>
            <a:r>
              <a:rPr lang="zh-TW" altLang="en-US" sz="1112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（2025 年 8 月版</a:t>
            </a:r>
            <a:r>
              <a:rPr lang="zh-TW" altLang="en-US" sz="1112" kern="0" spc="-556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）</a:t>
            </a:r>
            <a:r>
              <a:rPr lang="zh-TW" altLang="en-US" sz="1112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為例；</a:t>
            </a:r>
            <a:endParaRPr lang="zh-TW" sz="1112"/>
          </a:p>
        </p:txBody>
      </p:sp>
      <p:sp>
        <p:nvSpPr>
          <p:cNvPr id="62" name="!!text-6h5" descr="本系統之交易服務費為規劃，目前未收取。"/>
          <p:cNvSpPr txBox="1"/>
          <p:nvPr/>
        </p:nvSpPr>
        <p:spPr>
          <a:xfrm>
            <a:off x="1858899" y="5466609"/>
            <a:ext cx="2725869" cy="20451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12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本系統之交易服務費為規劃，目前未收取。</a:t>
            </a:r>
            <a:endParaRPr lang="zh-TW" sz="1112"/>
          </a:p>
        </p:txBody>
      </p:sp>
      <p:sp>
        <p:nvSpPr>
          <p:cNvPr id="63" name="!!path-9ic"/>
          <p:cNvSpPr/>
          <p:nvPr/>
        </p:nvSpPr>
        <p:spPr>
          <a:xfrm>
            <a:off x="381000" y="306527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64" name="!!path-9id"/>
          <p:cNvSpPr/>
          <p:nvPr/>
        </p:nvSpPr>
        <p:spPr>
          <a:xfrm>
            <a:off x="381000" y="308153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65" name="!!path-9ie"/>
          <p:cNvSpPr/>
          <p:nvPr/>
        </p:nvSpPr>
        <p:spPr>
          <a:xfrm>
            <a:off x="381000" y="309778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66" name="!!path-9if"/>
          <p:cNvSpPr/>
          <p:nvPr/>
        </p:nvSpPr>
        <p:spPr>
          <a:xfrm>
            <a:off x="381000" y="311404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67" name="!!path-9ig"/>
          <p:cNvSpPr/>
          <p:nvPr/>
        </p:nvSpPr>
        <p:spPr>
          <a:xfrm>
            <a:off x="381000" y="313030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68" name="!!path-9ih"/>
          <p:cNvSpPr/>
          <p:nvPr/>
        </p:nvSpPr>
        <p:spPr>
          <a:xfrm>
            <a:off x="381000" y="314655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69" name="!!path-9ii"/>
          <p:cNvSpPr/>
          <p:nvPr/>
        </p:nvSpPr>
        <p:spPr>
          <a:xfrm>
            <a:off x="381000" y="316281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0" name="!!path-9ij"/>
          <p:cNvSpPr/>
          <p:nvPr/>
        </p:nvSpPr>
        <p:spPr>
          <a:xfrm>
            <a:off x="381000" y="317906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1" name="!!path-9ik"/>
          <p:cNvSpPr/>
          <p:nvPr/>
        </p:nvSpPr>
        <p:spPr>
          <a:xfrm>
            <a:off x="419608" y="269342"/>
            <a:ext cx="128422" cy="122936"/>
          </a:xfrm>
          <a:custGeom>
            <a:avLst/>
            <a:gdLst/>
            <a:ahLst/>
            <a:cxnLst/>
            <a:rect l="l" t="t" r="r" b="b"/>
            <a:pathLst>
              <a:path w="128422" h="122936">
                <a:moveTo>
                  <a:pt x="0" y="17678"/>
                </a:moveTo>
                <a:lnTo>
                  <a:pt x="8128" y="5080"/>
                </a:lnTo>
                <a:cubicBezTo>
                  <a:pt x="32512" y="0"/>
                  <a:pt x="73152" y="7112"/>
                  <a:pt x="101600" y="26416"/>
                </a:cubicBezTo>
                <a:cubicBezTo>
                  <a:pt x="116840" y="37186"/>
                  <a:pt x="124968" y="49784"/>
                  <a:pt x="128422" y="62992"/>
                </a:cubicBezTo>
                <a:lnTo>
                  <a:pt x="128422" y="122936"/>
                </a:lnTo>
                <a:lnTo>
                  <a:pt x="0" y="1229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72" name="!!path-9il"/>
          <p:cNvSpPr/>
          <p:nvPr/>
        </p:nvSpPr>
        <p:spPr>
          <a:xfrm>
            <a:off x="419608" y="269342"/>
            <a:ext cx="128422" cy="62992"/>
          </a:xfrm>
          <a:custGeom>
            <a:avLst/>
            <a:gdLst/>
            <a:ahLst/>
            <a:cxnLst/>
            <a:rect l="l" t="t" r="r" b="b"/>
            <a:pathLst>
              <a:path w="128422" h="62992" fill="none">
                <a:moveTo>
                  <a:pt x="128422" y="62992"/>
                </a:moveTo>
                <a:cubicBezTo>
                  <a:pt x="124968" y="49784"/>
                  <a:pt x="116840" y="37186"/>
                  <a:pt x="101600" y="26416"/>
                </a:cubicBezTo>
                <a:cubicBezTo>
                  <a:pt x="73152" y="7112"/>
                  <a:pt x="32512" y="0"/>
                  <a:pt x="8128" y="5080"/>
                </a:cubicBezTo>
                <a:lnTo>
                  <a:pt x="0" y="1767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73" name="!!path-9im"/>
          <p:cNvSpPr/>
          <p:nvPr/>
        </p:nvSpPr>
        <p:spPr>
          <a:xfrm>
            <a:off x="407010" y="281534"/>
            <a:ext cx="141021" cy="110744"/>
          </a:xfrm>
          <a:custGeom>
            <a:avLst/>
            <a:gdLst/>
            <a:ahLst/>
            <a:cxnLst/>
            <a:rect l="l" t="t" r="r" b="b"/>
            <a:pathLst>
              <a:path w="141021" h="110744">
                <a:moveTo>
                  <a:pt x="0" y="22352"/>
                </a:moveTo>
                <a:lnTo>
                  <a:pt x="6502" y="6502"/>
                </a:lnTo>
                <a:cubicBezTo>
                  <a:pt x="36982" y="0"/>
                  <a:pt x="79654" y="7112"/>
                  <a:pt x="110134" y="25400"/>
                </a:cubicBezTo>
                <a:cubicBezTo>
                  <a:pt x="126390" y="35154"/>
                  <a:pt x="136550" y="49784"/>
                  <a:pt x="141021" y="62992"/>
                </a:cubicBezTo>
                <a:lnTo>
                  <a:pt x="141021" y="110744"/>
                </a:lnTo>
                <a:lnTo>
                  <a:pt x="0" y="110744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74" name="!!path-9in"/>
          <p:cNvSpPr/>
          <p:nvPr/>
        </p:nvSpPr>
        <p:spPr>
          <a:xfrm>
            <a:off x="407010" y="281534"/>
            <a:ext cx="141021" cy="62992"/>
          </a:xfrm>
          <a:custGeom>
            <a:avLst/>
            <a:gdLst/>
            <a:ahLst/>
            <a:cxnLst/>
            <a:rect l="l" t="t" r="r" b="b"/>
            <a:pathLst>
              <a:path w="141021" h="62992" fill="none">
                <a:moveTo>
                  <a:pt x="141021" y="62992"/>
                </a:moveTo>
                <a:cubicBezTo>
                  <a:pt x="136550" y="49784"/>
                  <a:pt x="126390" y="35154"/>
                  <a:pt x="110134" y="25400"/>
                </a:cubicBezTo>
                <a:cubicBezTo>
                  <a:pt x="79654" y="7112"/>
                  <a:pt x="36982" y="0"/>
                  <a:pt x="6502" y="6502"/>
                </a:cubicBezTo>
                <a:lnTo>
                  <a:pt x="0" y="22352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75" name="!!path-9io"/>
          <p:cNvSpPr/>
          <p:nvPr/>
        </p:nvSpPr>
        <p:spPr>
          <a:xfrm>
            <a:off x="395834" y="294742"/>
            <a:ext cx="151790" cy="97536"/>
          </a:xfrm>
          <a:custGeom>
            <a:avLst/>
            <a:gdLst/>
            <a:ahLst/>
            <a:cxnLst/>
            <a:rect l="l" t="t" r="r" b="b"/>
            <a:pathLst>
              <a:path w="151790" h="97536">
                <a:moveTo>
                  <a:pt x="0" y="23165"/>
                </a:moveTo>
                <a:lnTo>
                  <a:pt x="3861" y="12598"/>
                </a:lnTo>
                <a:cubicBezTo>
                  <a:pt x="37998" y="0"/>
                  <a:pt x="84734" y="5080"/>
                  <a:pt x="117246" y="21946"/>
                </a:cubicBezTo>
                <a:cubicBezTo>
                  <a:pt x="135534" y="31496"/>
                  <a:pt x="146710" y="43688"/>
                  <a:pt x="151790" y="55270"/>
                </a:cubicBezTo>
                <a:lnTo>
                  <a:pt x="151790" y="97536"/>
                </a:lnTo>
                <a:lnTo>
                  <a:pt x="0" y="975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76" name="!!path-9ip"/>
          <p:cNvSpPr/>
          <p:nvPr/>
        </p:nvSpPr>
        <p:spPr>
          <a:xfrm>
            <a:off x="395834" y="294742"/>
            <a:ext cx="151790" cy="55270"/>
          </a:xfrm>
          <a:custGeom>
            <a:avLst/>
            <a:gdLst/>
            <a:ahLst/>
            <a:cxnLst/>
            <a:rect l="l" t="t" r="r" b="b"/>
            <a:pathLst>
              <a:path w="151790" h="55270" fill="none">
                <a:moveTo>
                  <a:pt x="151790" y="55270"/>
                </a:moveTo>
                <a:cubicBezTo>
                  <a:pt x="146710" y="43688"/>
                  <a:pt x="135534" y="31496"/>
                  <a:pt x="117246" y="21946"/>
                </a:cubicBezTo>
                <a:cubicBezTo>
                  <a:pt x="84734" y="5080"/>
                  <a:pt x="37998" y="0"/>
                  <a:pt x="3861" y="12598"/>
                </a:cubicBezTo>
                <a:lnTo>
                  <a:pt x="0" y="23165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77" name="!!path-9iq"/>
          <p:cNvSpPr/>
          <p:nvPr/>
        </p:nvSpPr>
        <p:spPr>
          <a:xfrm>
            <a:off x="548234" y="264262"/>
            <a:ext cx="120294" cy="128016"/>
          </a:xfrm>
          <a:custGeom>
            <a:avLst/>
            <a:gdLst/>
            <a:ahLst/>
            <a:cxnLst/>
            <a:rect l="l" t="t" r="r" b="b"/>
            <a:pathLst>
              <a:path w="120294" h="128016">
                <a:moveTo>
                  <a:pt x="120294" y="18288"/>
                </a:moveTo>
                <a:lnTo>
                  <a:pt x="113589" y="4470"/>
                </a:lnTo>
                <a:cubicBezTo>
                  <a:pt x="86766" y="0"/>
                  <a:pt x="44094" y="10160"/>
                  <a:pt x="17678" y="30480"/>
                </a:cubicBezTo>
                <a:cubicBezTo>
                  <a:pt x="6502" y="39624"/>
                  <a:pt x="1422" y="52832"/>
                  <a:pt x="0" y="67056"/>
                </a:cubicBezTo>
                <a:lnTo>
                  <a:pt x="0" y="128016"/>
                </a:lnTo>
                <a:lnTo>
                  <a:pt x="120294" y="12801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78" name="!!path-9ir"/>
          <p:cNvSpPr/>
          <p:nvPr/>
        </p:nvSpPr>
        <p:spPr>
          <a:xfrm>
            <a:off x="548234" y="264262"/>
            <a:ext cx="120294" cy="67056"/>
          </a:xfrm>
          <a:custGeom>
            <a:avLst/>
            <a:gdLst/>
            <a:ahLst/>
            <a:cxnLst/>
            <a:rect l="l" t="t" r="r" b="b"/>
            <a:pathLst>
              <a:path w="120294" h="67056" fill="none">
                <a:moveTo>
                  <a:pt x="0" y="67056"/>
                </a:moveTo>
                <a:cubicBezTo>
                  <a:pt x="1422" y="52832"/>
                  <a:pt x="6502" y="39624"/>
                  <a:pt x="17678" y="30480"/>
                </a:cubicBezTo>
                <a:cubicBezTo>
                  <a:pt x="44094" y="10160"/>
                  <a:pt x="86766" y="0"/>
                  <a:pt x="113589" y="4470"/>
                </a:cubicBezTo>
                <a:lnTo>
                  <a:pt x="120294" y="1828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79" name="!!path-9is"/>
          <p:cNvSpPr/>
          <p:nvPr/>
        </p:nvSpPr>
        <p:spPr>
          <a:xfrm>
            <a:off x="548437" y="279502"/>
            <a:ext cx="133299" cy="112776"/>
          </a:xfrm>
          <a:custGeom>
            <a:avLst/>
            <a:gdLst/>
            <a:ahLst/>
            <a:cxnLst/>
            <a:rect l="l" t="t" r="r" b="b"/>
            <a:pathLst>
              <a:path w="133299" h="112776">
                <a:moveTo>
                  <a:pt x="133299" y="19710"/>
                </a:moveTo>
                <a:lnTo>
                  <a:pt x="127203" y="3048"/>
                </a:lnTo>
                <a:cubicBezTo>
                  <a:pt x="94691" y="0"/>
                  <a:pt x="54051" y="11176"/>
                  <a:pt x="27635" y="30683"/>
                </a:cubicBezTo>
                <a:cubicBezTo>
                  <a:pt x="13411" y="41250"/>
                  <a:pt x="4267" y="53848"/>
                  <a:pt x="0" y="65024"/>
                </a:cubicBezTo>
                <a:lnTo>
                  <a:pt x="0" y="112776"/>
                </a:lnTo>
                <a:lnTo>
                  <a:pt x="133299" y="11277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80" name="!!path-9it"/>
          <p:cNvSpPr/>
          <p:nvPr/>
        </p:nvSpPr>
        <p:spPr>
          <a:xfrm>
            <a:off x="548437" y="279502"/>
            <a:ext cx="133299" cy="65024"/>
          </a:xfrm>
          <a:custGeom>
            <a:avLst/>
            <a:gdLst/>
            <a:ahLst/>
            <a:cxnLst/>
            <a:rect l="l" t="t" r="r" b="b"/>
            <a:pathLst>
              <a:path w="133299" h="65024" fill="none">
                <a:moveTo>
                  <a:pt x="0" y="65024"/>
                </a:moveTo>
                <a:cubicBezTo>
                  <a:pt x="4267" y="53848"/>
                  <a:pt x="13411" y="41250"/>
                  <a:pt x="27635" y="30683"/>
                </a:cubicBezTo>
                <a:cubicBezTo>
                  <a:pt x="54051" y="11176"/>
                  <a:pt x="94691" y="0"/>
                  <a:pt x="127203" y="3048"/>
                </a:cubicBezTo>
                <a:lnTo>
                  <a:pt x="133299" y="19710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81" name="!!path-9iu"/>
          <p:cNvSpPr/>
          <p:nvPr/>
        </p:nvSpPr>
        <p:spPr>
          <a:xfrm>
            <a:off x="548843" y="293726"/>
            <a:ext cx="142646" cy="98552"/>
          </a:xfrm>
          <a:custGeom>
            <a:avLst/>
            <a:gdLst/>
            <a:ahLst/>
            <a:cxnLst/>
            <a:rect l="l" t="t" r="r" b="b"/>
            <a:pathLst>
              <a:path w="142646" h="98552">
                <a:moveTo>
                  <a:pt x="142646" y="18898"/>
                </a:moveTo>
                <a:lnTo>
                  <a:pt x="139802" y="8738"/>
                </a:lnTo>
                <a:cubicBezTo>
                  <a:pt x="106477" y="0"/>
                  <a:pt x="63805" y="5080"/>
                  <a:pt x="35357" y="19304"/>
                </a:cubicBezTo>
                <a:cubicBezTo>
                  <a:pt x="17069" y="28448"/>
                  <a:pt x="5893" y="42672"/>
                  <a:pt x="0" y="56286"/>
                </a:cubicBezTo>
                <a:lnTo>
                  <a:pt x="0" y="98552"/>
                </a:lnTo>
                <a:lnTo>
                  <a:pt x="142646" y="98552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82" name="!!path-9iv"/>
          <p:cNvSpPr/>
          <p:nvPr/>
        </p:nvSpPr>
        <p:spPr>
          <a:xfrm>
            <a:off x="548843" y="293726"/>
            <a:ext cx="142646" cy="56286"/>
          </a:xfrm>
          <a:custGeom>
            <a:avLst/>
            <a:gdLst/>
            <a:ahLst/>
            <a:cxnLst/>
            <a:rect l="l" t="t" r="r" b="b"/>
            <a:pathLst>
              <a:path w="142646" h="56286" fill="none">
                <a:moveTo>
                  <a:pt x="0" y="56286"/>
                </a:moveTo>
                <a:cubicBezTo>
                  <a:pt x="5893" y="42672"/>
                  <a:pt x="17069" y="28448"/>
                  <a:pt x="35357" y="19304"/>
                </a:cubicBezTo>
                <a:cubicBezTo>
                  <a:pt x="63805" y="5080"/>
                  <a:pt x="106477" y="0"/>
                  <a:pt x="139802" y="8738"/>
                </a:cubicBezTo>
                <a:lnTo>
                  <a:pt x="142646" y="1889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83" name="!!path-9iw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627D8D"/>
              </a:gs>
              <a:gs pos="21794">
                <a:srgbClr val="627D8D"/>
              </a:gs>
              <a:gs pos="55376">
                <a:srgbClr val="627D8D"/>
              </a:gs>
              <a:gs pos="96421">
                <a:srgbClr val="98ABB7"/>
              </a:gs>
              <a:gs pos="100000">
                <a:srgbClr val="98ABB7"/>
              </a:gs>
            </a:gsLst>
            <a:lin ang="1983350" scaled="0"/>
          </a:gradFill>
          <a:ln>
            <a:noFill/>
          </a:ln>
        </p:spPr>
      </p:sp>
      <p:sp>
        <p:nvSpPr>
          <p:cNvPr id="84" name="!!path-9ix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0000"/>
                </a:srgbClr>
              </a:gs>
              <a:gs pos="4764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83333" t="79291" r="16667" b="20709"/>
            </a:path>
          </a:gradFill>
          <a:ln>
            <a:noFill/>
          </a:ln>
        </p:spPr>
      </p:sp>
      <p:sp>
        <p:nvSpPr>
          <p:cNvPr id="85" name="!!line-9iy"/>
          <p:cNvSpPr/>
          <p:nvPr/>
        </p:nvSpPr>
        <p:spPr>
          <a:xfrm>
            <a:off x="549046" y="363017"/>
            <a:ext cx="1" cy="153619"/>
          </a:xfrm>
          <a:custGeom>
            <a:avLst/>
            <a:gdLst/>
            <a:ahLst/>
            <a:cxnLst/>
            <a:rect l="l" t="t" r="r" b="b"/>
            <a:pathLst>
              <a:path w="1" h="153619">
                <a:moveTo>
                  <a:pt x="0" y="0"/>
                </a:moveTo>
                <a:lnTo>
                  <a:pt x="0" y="153619"/>
                </a:lnTo>
              </a:path>
            </a:pathLst>
          </a:custGeom>
          <a:solidFill>
            <a:srgbClr val="000000"/>
          </a:solidFill>
          <a:ln w="6909" cap="rnd">
            <a:solidFill>
              <a:srgbClr val="C9D3D9"/>
            </a:solidFill>
            <a:prstDash val="solid"/>
            <a:miter lim="800000"/>
          </a:ln>
        </p:spPr>
      </p:sp>
      <p:sp>
        <p:nvSpPr>
          <p:cNvPr id="86" name="!!path-9iz"/>
          <p:cNvSpPr/>
          <p:nvPr/>
        </p:nvSpPr>
        <p:spPr>
          <a:xfrm>
            <a:off x="657962" y="442062"/>
            <a:ext cx="25400" cy="37998"/>
          </a:xfrm>
          <a:custGeom>
            <a:avLst/>
            <a:gdLst/>
            <a:ahLst/>
            <a:cxnLst/>
            <a:rect l="l" t="t" r="r" b="b"/>
            <a:pathLst>
              <a:path w="25400" h="37998">
                <a:moveTo>
                  <a:pt x="0" y="2642"/>
                </a:moveTo>
                <a:lnTo>
                  <a:pt x="15240" y="0"/>
                </a:lnTo>
                <a:lnTo>
                  <a:pt x="25400" y="37186"/>
                </a:lnTo>
                <a:lnTo>
                  <a:pt x="7518" y="37998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 w="1016" cap="flat">
            <a:solidFill>
              <a:srgbClr val="FFFFFF">
                <a:alpha val="55000"/>
              </a:srgbClr>
            </a:solidFill>
            <a:prstDash val="solid"/>
            <a:round/>
          </a:ln>
        </p:spPr>
      </p:sp>
      <p:sp>
        <p:nvSpPr>
          <p:cNvPr id="87" name="!!text-9j0" descr="救「舊」我的書"/>
          <p:cNvSpPr txBox="1"/>
          <p:nvPr/>
        </p:nvSpPr>
        <p:spPr>
          <a:xfrm>
            <a:off x="805879" y="251460"/>
            <a:ext cx="1120140" cy="25745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400" b="1" kern="0" spc="-70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救</a:t>
            </a:r>
            <a:r>
              <a:rPr lang="zh-TW" altLang="en-US" sz="14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「舊</a:t>
            </a:r>
            <a:r>
              <a:rPr lang="zh-TW" altLang="en-US" sz="1400" b="1" kern="0" spc="-70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」</a:t>
            </a:r>
            <a:r>
              <a:rPr lang="zh-TW" altLang="en-US" sz="14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我的書</a:t>
            </a:r>
            <a:endParaRPr lang="zh-TW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fast" p14:dur="3000" advTm="0">
        <p159:morph option="byObject"/>
      </p:transition>
    </mc:Choice>
    <mc:Fallback>
      <p:transition spd="fast" advTm="0">
        <p:fade/>
      </p:transition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165.4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rect-1q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7"/>
          </a:solidFill>
          <a:ln>
            <a:noFill/>
          </a:ln>
        </p:spPr>
      </p:sp>
      <p:sp>
        <p:nvSpPr>
          <p:cNvPr id="3" name="!!ellipse-1q2"/>
          <p:cNvSpPr/>
          <p:nvPr/>
        </p:nvSpPr>
        <p:spPr>
          <a:xfrm>
            <a:off x="-889000" y="-952500"/>
            <a:ext cx="13970000" cy="7874000"/>
          </a:xfrm>
          <a:prstGeom prst="ellipse">
            <a:avLst/>
          </a:prstGeom>
          <a:gradFill rotWithShape="1">
            <a:gsLst>
              <a:gs pos="0">
                <a:srgbClr val="FFFFFF">
                  <a:alpha val="95000"/>
                </a:srgbClr>
              </a:gs>
              <a:gs pos="40865">
                <a:srgbClr val="FFFFFF">
                  <a:alpha val="35000"/>
                </a:srgbClr>
              </a:gs>
              <a:gs pos="68108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!!rect-1q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P1"/>
            <a:srcRect/>
            <a:tile tx="64686" ty="192342" sx="16667" sy="16667" flip="none" algn="tl"/>
          </a:blipFill>
          <a:ln>
            <a:noFill/>
          </a:ln>
        </p:spPr>
      </p:sp>
      <p:sp>
        <p:nvSpPr>
          <p:cNvPr id="5" name="!!circle-1qz"/>
          <p:cNvSpPr/>
          <p:nvPr/>
        </p:nvSpPr>
        <p:spPr>
          <a:xfrm>
            <a:off x="-1462991" y="5808536"/>
            <a:ext cx="1671714" cy="1671714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" name="!!circle-1r0"/>
          <p:cNvSpPr/>
          <p:nvPr/>
        </p:nvSpPr>
        <p:spPr>
          <a:xfrm>
            <a:off x="2445708" y="4645901"/>
            <a:ext cx="1717408" cy="1717408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7" name="!!circle-1r6"/>
          <p:cNvSpPr/>
          <p:nvPr/>
        </p:nvSpPr>
        <p:spPr>
          <a:xfrm>
            <a:off x="4826971" y="4779271"/>
            <a:ext cx="2039137" cy="2039137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8" name="!!circle-1rb"/>
          <p:cNvSpPr/>
          <p:nvPr/>
        </p:nvSpPr>
        <p:spPr>
          <a:xfrm>
            <a:off x="2537424" y="-1282040"/>
            <a:ext cx="2338108" cy="2338108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9" name="!!circle-1ri"/>
          <p:cNvSpPr/>
          <p:nvPr/>
        </p:nvSpPr>
        <p:spPr>
          <a:xfrm>
            <a:off x="-1889115" y="3916121"/>
            <a:ext cx="2223008" cy="2223008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0" name="!!rect-1sh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5F7">
                  <a:alpha val="0"/>
                </a:srgbClr>
              </a:gs>
              <a:gs pos="20428">
                <a:srgbClr val="F3F5F7">
                  <a:alpha val="0"/>
                </a:srgbClr>
              </a:gs>
              <a:gs pos="66730">
                <a:srgbClr val="F3F5F7"/>
              </a:gs>
              <a:gs pos="100000">
                <a:srgbClr val="F3F5F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1" name="!!circle-1sm"/>
          <p:cNvSpPr/>
          <p:nvPr/>
        </p:nvSpPr>
        <p:spPr>
          <a:xfrm>
            <a:off x="5536562" y="1181603"/>
            <a:ext cx="36055" cy="36055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12" name="!!circle-1sp"/>
          <p:cNvSpPr/>
          <p:nvPr/>
        </p:nvSpPr>
        <p:spPr>
          <a:xfrm>
            <a:off x="9316735" y="3070564"/>
            <a:ext cx="24295" cy="24295"/>
          </a:xfrm>
          <a:prstGeom prst="ellipse">
            <a:avLst/>
          </a:prstGeom>
          <a:solidFill>
            <a:srgbClr val="627D8D">
              <a:alpha val="18100"/>
            </a:srgbClr>
          </a:solidFill>
          <a:ln>
            <a:noFill/>
          </a:ln>
        </p:spPr>
      </p:sp>
      <p:sp>
        <p:nvSpPr>
          <p:cNvPr id="13" name="!!circle-1ss"/>
          <p:cNvSpPr/>
          <p:nvPr/>
        </p:nvSpPr>
        <p:spPr>
          <a:xfrm>
            <a:off x="3465520" y="6298544"/>
            <a:ext cx="25959" cy="25959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14" name="!!circle-1sv"/>
          <p:cNvSpPr/>
          <p:nvPr/>
        </p:nvSpPr>
        <p:spPr>
          <a:xfrm>
            <a:off x="2023177" y="1669851"/>
            <a:ext cx="35878" cy="35878"/>
          </a:xfrm>
          <a:prstGeom prst="ellipse">
            <a:avLst/>
          </a:prstGeom>
          <a:solidFill>
            <a:srgbClr val="627D8D">
              <a:alpha val="26800"/>
            </a:srgbClr>
          </a:solidFill>
          <a:ln>
            <a:noFill/>
          </a:ln>
        </p:spPr>
      </p:sp>
      <p:sp>
        <p:nvSpPr>
          <p:cNvPr id="15" name="!!circle-1sy"/>
          <p:cNvSpPr/>
          <p:nvPr/>
        </p:nvSpPr>
        <p:spPr>
          <a:xfrm>
            <a:off x="6889536" y="3520791"/>
            <a:ext cx="40234" cy="40234"/>
          </a:xfrm>
          <a:prstGeom prst="ellipse">
            <a:avLst/>
          </a:prstGeom>
          <a:solidFill>
            <a:srgbClr val="627D8D">
              <a:alpha val="31300"/>
            </a:srgbClr>
          </a:solidFill>
          <a:ln>
            <a:noFill/>
          </a:ln>
        </p:spPr>
      </p:sp>
      <p:sp>
        <p:nvSpPr>
          <p:cNvPr id="16" name="!!circle-1t4"/>
          <p:cNvSpPr/>
          <p:nvPr/>
        </p:nvSpPr>
        <p:spPr>
          <a:xfrm>
            <a:off x="1227454" y="4647299"/>
            <a:ext cx="29959" cy="29959"/>
          </a:xfrm>
          <a:prstGeom prst="ellipse">
            <a:avLst/>
          </a:prstGeom>
          <a:solidFill>
            <a:srgbClr val="627D8D">
              <a:alpha val="19400"/>
            </a:srgbClr>
          </a:solidFill>
          <a:ln>
            <a:noFill/>
          </a:ln>
        </p:spPr>
      </p:sp>
      <p:sp>
        <p:nvSpPr>
          <p:cNvPr id="17" name="!!circle-1t7"/>
          <p:cNvSpPr/>
          <p:nvPr/>
        </p:nvSpPr>
        <p:spPr>
          <a:xfrm>
            <a:off x="8421794" y="4349971"/>
            <a:ext cx="28702" cy="28702"/>
          </a:xfrm>
          <a:prstGeom prst="ellipse">
            <a:avLst/>
          </a:prstGeom>
          <a:solidFill>
            <a:srgbClr val="627D8D">
              <a:alpha val="17800"/>
            </a:srgbClr>
          </a:solidFill>
          <a:ln>
            <a:noFill/>
          </a:ln>
        </p:spPr>
      </p:sp>
      <p:sp>
        <p:nvSpPr>
          <p:cNvPr id="18" name="!!circle-1ta"/>
          <p:cNvSpPr/>
          <p:nvPr/>
        </p:nvSpPr>
        <p:spPr>
          <a:xfrm>
            <a:off x="10947619" y="1693854"/>
            <a:ext cx="24066" cy="24066"/>
          </a:xfrm>
          <a:prstGeom prst="ellipse">
            <a:avLst/>
          </a:prstGeom>
          <a:solidFill>
            <a:srgbClr val="627D8D">
              <a:alpha val="23900"/>
            </a:srgbClr>
          </a:solidFill>
          <a:ln>
            <a:noFill/>
          </a:ln>
        </p:spPr>
      </p:sp>
      <p:sp>
        <p:nvSpPr>
          <p:cNvPr id="19" name="!!circle-1td"/>
          <p:cNvSpPr/>
          <p:nvPr/>
        </p:nvSpPr>
        <p:spPr>
          <a:xfrm>
            <a:off x="8482801" y="5555372"/>
            <a:ext cx="35865" cy="35865"/>
          </a:xfrm>
          <a:prstGeom prst="ellipse">
            <a:avLst/>
          </a:prstGeom>
          <a:solidFill>
            <a:srgbClr val="627D8D">
              <a:alpha val="28200"/>
            </a:srgbClr>
          </a:solidFill>
          <a:ln>
            <a:noFill/>
          </a:ln>
        </p:spPr>
      </p:sp>
      <p:sp>
        <p:nvSpPr>
          <p:cNvPr id="20" name="!!circle-1tg"/>
          <p:cNvSpPr/>
          <p:nvPr/>
        </p:nvSpPr>
        <p:spPr>
          <a:xfrm>
            <a:off x="1534778" y="2638987"/>
            <a:ext cx="39218" cy="39218"/>
          </a:xfrm>
          <a:prstGeom prst="ellipse">
            <a:avLst/>
          </a:prstGeom>
          <a:solidFill>
            <a:srgbClr val="627D8D">
              <a:alpha val="29600"/>
            </a:srgbClr>
          </a:solidFill>
          <a:ln>
            <a:noFill/>
          </a:ln>
        </p:spPr>
      </p:sp>
      <p:sp>
        <p:nvSpPr>
          <p:cNvPr id="21" name="!!circle-1tj"/>
          <p:cNvSpPr/>
          <p:nvPr/>
        </p:nvSpPr>
        <p:spPr>
          <a:xfrm>
            <a:off x="7033668" y="5716768"/>
            <a:ext cx="49733" cy="49733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2" name="!!circle-1tm"/>
          <p:cNvSpPr/>
          <p:nvPr/>
        </p:nvSpPr>
        <p:spPr>
          <a:xfrm>
            <a:off x="6450944" y="1407959"/>
            <a:ext cx="41694" cy="41694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3" name="!!circle-1tp"/>
          <p:cNvSpPr/>
          <p:nvPr/>
        </p:nvSpPr>
        <p:spPr>
          <a:xfrm>
            <a:off x="6801191" y="4820950"/>
            <a:ext cx="31979" cy="31979"/>
          </a:xfrm>
          <a:prstGeom prst="ellipse">
            <a:avLst/>
          </a:prstGeom>
          <a:solidFill>
            <a:srgbClr val="627D8D">
              <a:alpha val="24100"/>
            </a:srgbClr>
          </a:solidFill>
          <a:ln>
            <a:noFill/>
          </a:ln>
        </p:spPr>
      </p:sp>
      <p:sp>
        <p:nvSpPr>
          <p:cNvPr id="24" name="!!circle-1ts"/>
          <p:cNvSpPr/>
          <p:nvPr/>
        </p:nvSpPr>
        <p:spPr>
          <a:xfrm>
            <a:off x="3925234" y="652413"/>
            <a:ext cx="18085" cy="18085"/>
          </a:xfrm>
          <a:prstGeom prst="ellipse">
            <a:avLst/>
          </a:prstGeom>
          <a:solidFill>
            <a:srgbClr val="627D8D">
              <a:alpha val="10500"/>
            </a:srgbClr>
          </a:solidFill>
          <a:ln>
            <a:noFill/>
          </a:ln>
        </p:spPr>
      </p:sp>
      <p:sp>
        <p:nvSpPr>
          <p:cNvPr id="25" name="!!circle-1ty"/>
          <p:cNvSpPr/>
          <p:nvPr/>
        </p:nvSpPr>
        <p:spPr>
          <a:xfrm>
            <a:off x="3494196" y="6022044"/>
            <a:ext cx="39243" cy="39243"/>
          </a:xfrm>
          <a:prstGeom prst="ellipse">
            <a:avLst/>
          </a:prstGeom>
          <a:solidFill>
            <a:srgbClr val="627D8D">
              <a:alpha val="27700"/>
            </a:srgbClr>
          </a:solidFill>
          <a:ln>
            <a:noFill/>
          </a:ln>
        </p:spPr>
      </p:sp>
      <p:sp>
        <p:nvSpPr>
          <p:cNvPr id="26" name="!!circle-1u1"/>
          <p:cNvSpPr/>
          <p:nvPr/>
        </p:nvSpPr>
        <p:spPr>
          <a:xfrm>
            <a:off x="1639060" y="6428278"/>
            <a:ext cx="34519" cy="34519"/>
          </a:xfrm>
          <a:prstGeom prst="ellipse">
            <a:avLst/>
          </a:prstGeom>
          <a:solidFill>
            <a:srgbClr val="627D8D">
              <a:alpha val="22500"/>
            </a:srgbClr>
          </a:solidFill>
          <a:ln>
            <a:noFill/>
          </a:ln>
        </p:spPr>
      </p:sp>
      <p:sp>
        <p:nvSpPr>
          <p:cNvPr id="27" name="!!circle-1u4"/>
          <p:cNvSpPr/>
          <p:nvPr/>
        </p:nvSpPr>
        <p:spPr>
          <a:xfrm>
            <a:off x="2730210" y="4808270"/>
            <a:ext cx="46228" cy="46228"/>
          </a:xfrm>
          <a:prstGeom prst="ellipse">
            <a:avLst/>
          </a:prstGeom>
          <a:solidFill>
            <a:srgbClr val="627D8D">
              <a:alpha val="26200"/>
            </a:srgbClr>
          </a:solidFill>
          <a:ln>
            <a:noFill/>
          </a:ln>
        </p:spPr>
      </p:sp>
      <p:sp>
        <p:nvSpPr>
          <p:cNvPr id="28" name="!!circle-1u7"/>
          <p:cNvSpPr/>
          <p:nvPr/>
        </p:nvSpPr>
        <p:spPr>
          <a:xfrm>
            <a:off x="7435714" y="4601320"/>
            <a:ext cx="49327" cy="49327"/>
          </a:xfrm>
          <a:prstGeom prst="ellipse">
            <a:avLst/>
          </a:prstGeom>
          <a:solidFill>
            <a:srgbClr val="627D8D">
              <a:alpha val="20800"/>
            </a:srgbClr>
          </a:solidFill>
          <a:ln>
            <a:noFill/>
          </a:ln>
        </p:spPr>
      </p:sp>
      <p:sp>
        <p:nvSpPr>
          <p:cNvPr id="29" name="!!circle-1ua"/>
          <p:cNvSpPr/>
          <p:nvPr/>
        </p:nvSpPr>
        <p:spPr>
          <a:xfrm>
            <a:off x="9698596" y="5232561"/>
            <a:ext cx="24054" cy="24054"/>
          </a:xfrm>
          <a:prstGeom prst="ellipse">
            <a:avLst/>
          </a:prstGeom>
          <a:solidFill>
            <a:srgbClr val="627D8D">
              <a:alpha val="22200"/>
            </a:srgbClr>
          </a:solidFill>
          <a:ln>
            <a:noFill/>
          </a:ln>
        </p:spPr>
      </p:sp>
      <p:sp>
        <p:nvSpPr>
          <p:cNvPr id="30" name="!!circle-1ud"/>
          <p:cNvSpPr/>
          <p:nvPr/>
        </p:nvSpPr>
        <p:spPr>
          <a:xfrm>
            <a:off x="1993625" y="1322513"/>
            <a:ext cx="32271" cy="32271"/>
          </a:xfrm>
          <a:prstGeom prst="ellipse">
            <a:avLst/>
          </a:prstGeom>
          <a:solidFill>
            <a:srgbClr val="627D8D">
              <a:alpha val="20500"/>
            </a:srgbClr>
          </a:solidFill>
          <a:ln>
            <a:noFill/>
          </a:ln>
        </p:spPr>
      </p:sp>
      <p:sp>
        <p:nvSpPr>
          <p:cNvPr id="31" name="!!circle-1uj"/>
          <p:cNvSpPr/>
          <p:nvPr/>
        </p:nvSpPr>
        <p:spPr>
          <a:xfrm>
            <a:off x="2057046" y="2231567"/>
            <a:ext cx="34252" cy="34252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32" name="!!circle-1um"/>
          <p:cNvSpPr/>
          <p:nvPr/>
        </p:nvSpPr>
        <p:spPr>
          <a:xfrm>
            <a:off x="9595071" y="3998756"/>
            <a:ext cx="44196" cy="44196"/>
          </a:xfrm>
          <a:prstGeom prst="ellipse">
            <a:avLst/>
          </a:prstGeom>
          <a:solidFill>
            <a:srgbClr val="627D8D">
              <a:alpha val="21700"/>
            </a:srgbClr>
          </a:solidFill>
          <a:ln>
            <a:noFill/>
          </a:ln>
        </p:spPr>
      </p:sp>
      <p:sp>
        <p:nvSpPr>
          <p:cNvPr id="33" name="!!circle-1up"/>
          <p:cNvSpPr/>
          <p:nvPr/>
        </p:nvSpPr>
        <p:spPr>
          <a:xfrm>
            <a:off x="6748637" y="1677673"/>
            <a:ext cx="35192" cy="35192"/>
          </a:xfrm>
          <a:prstGeom prst="ellipse">
            <a:avLst/>
          </a:prstGeom>
          <a:solidFill>
            <a:srgbClr val="627D8D">
              <a:alpha val="27100"/>
            </a:srgbClr>
          </a:solidFill>
          <a:ln>
            <a:noFill/>
          </a:ln>
        </p:spPr>
      </p:sp>
      <p:sp>
        <p:nvSpPr>
          <p:cNvPr id="34" name="!!circle-1us"/>
          <p:cNvSpPr/>
          <p:nvPr/>
        </p:nvSpPr>
        <p:spPr>
          <a:xfrm>
            <a:off x="10217670" y="5131954"/>
            <a:ext cx="43358" cy="43358"/>
          </a:xfrm>
          <a:prstGeom prst="ellipse">
            <a:avLst/>
          </a:prstGeom>
          <a:solidFill>
            <a:srgbClr val="627D8D">
              <a:alpha val="19500"/>
            </a:srgbClr>
          </a:solidFill>
          <a:ln>
            <a:noFill/>
          </a:ln>
        </p:spPr>
      </p:sp>
      <p:sp>
        <p:nvSpPr>
          <p:cNvPr id="35" name="!!circle-1uv"/>
          <p:cNvSpPr/>
          <p:nvPr/>
        </p:nvSpPr>
        <p:spPr>
          <a:xfrm>
            <a:off x="3226410" y="1905747"/>
            <a:ext cx="33528" cy="33528"/>
          </a:xfrm>
          <a:prstGeom prst="ellipse">
            <a:avLst/>
          </a:prstGeom>
          <a:solidFill>
            <a:srgbClr val="627D8D">
              <a:alpha val="28300"/>
            </a:srgbClr>
          </a:solidFill>
          <a:ln>
            <a:noFill/>
          </a:ln>
        </p:spPr>
      </p:sp>
      <p:sp>
        <p:nvSpPr>
          <p:cNvPr id="36" name="!!circle-1uy"/>
          <p:cNvSpPr/>
          <p:nvPr/>
        </p:nvSpPr>
        <p:spPr>
          <a:xfrm>
            <a:off x="6851595" y="2505268"/>
            <a:ext cx="28956" cy="28956"/>
          </a:xfrm>
          <a:prstGeom prst="ellipse">
            <a:avLst/>
          </a:prstGeom>
          <a:solidFill>
            <a:srgbClr val="627D8D">
              <a:alpha val="21800"/>
            </a:srgbClr>
          </a:solidFill>
          <a:ln>
            <a:noFill/>
          </a:ln>
        </p:spPr>
      </p:sp>
      <p:sp>
        <p:nvSpPr>
          <p:cNvPr id="37" name="!!circle-1v1"/>
          <p:cNvSpPr/>
          <p:nvPr/>
        </p:nvSpPr>
        <p:spPr>
          <a:xfrm>
            <a:off x="7028731" y="6158734"/>
            <a:ext cx="45555" cy="45555"/>
          </a:xfrm>
          <a:prstGeom prst="ellipse">
            <a:avLst/>
          </a:prstGeom>
          <a:solidFill>
            <a:srgbClr val="627D8D">
              <a:alpha val="20900"/>
            </a:srgbClr>
          </a:solidFill>
          <a:ln>
            <a:noFill/>
          </a:ln>
        </p:spPr>
      </p:sp>
      <p:sp>
        <p:nvSpPr>
          <p:cNvPr id="38" name="!!circle-1v4"/>
          <p:cNvSpPr/>
          <p:nvPr/>
        </p:nvSpPr>
        <p:spPr>
          <a:xfrm>
            <a:off x="11290637" y="2982482"/>
            <a:ext cx="39484" cy="39484"/>
          </a:xfrm>
          <a:prstGeom prst="ellipse">
            <a:avLst/>
          </a:prstGeom>
          <a:solidFill>
            <a:srgbClr val="627D8D">
              <a:alpha val="13600"/>
            </a:srgbClr>
          </a:solidFill>
          <a:ln>
            <a:noFill/>
          </a:ln>
        </p:spPr>
      </p:sp>
      <p:sp>
        <p:nvSpPr>
          <p:cNvPr id="39" name="!!circle-1v7"/>
          <p:cNvSpPr/>
          <p:nvPr/>
        </p:nvSpPr>
        <p:spPr>
          <a:xfrm>
            <a:off x="7487562" y="5535794"/>
            <a:ext cx="30455" cy="30455"/>
          </a:xfrm>
          <a:prstGeom prst="ellipse">
            <a:avLst/>
          </a:prstGeom>
          <a:solidFill>
            <a:srgbClr val="627D8D">
              <a:alpha val="16500"/>
            </a:srgbClr>
          </a:solidFill>
          <a:ln>
            <a:noFill/>
          </a:ln>
        </p:spPr>
      </p:sp>
      <p:sp>
        <p:nvSpPr>
          <p:cNvPr id="40" name="!!circle-1va"/>
          <p:cNvSpPr/>
          <p:nvPr/>
        </p:nvSpPr>
        <p:spPr>
          <a:xfrm>
            <a:off x="8995058" y="6299110"/>
            <a:ext cx="28257" cy="28257"/>
          </a:xfrm>
          <a:prstGeom prst="ellipse">
            <a:avLst/>
          </a:prstGeom>
          <a:solidFill>
            <a:srgbClr val="627D8D">
              <a:alpha val="15700"/>
            </a:srgbClr>
          </a:solidFill>
          <a:ln>
            <a:noFill/>
          </a:ln>
        </p:spPr>
      </p:sp>
      <p:sp>
        <p:nvSpPr>
          <p:cNvPr id="41" name="!!circle-1vd"/>
          <p:cNvSpPr/>
          <p:nvPr/>
        </p:nvSpPr>
        <p:spPr>
          <a:xfrm>
            <a:off x="11449993" y="4933214"/>
            <a:ext cx="45149" cy="45149"/>
          </a:xfrm>
          <a:prstGeom prst="ellipse">
            <a:avLst/>
          </a:prstGeom>
          <a:solidFill>
            <a:srgbClr val="627D8D">
              <a:alpha val="31200"/>
            </a:srgbClr>
          </a:solidFill>
          <a:ln>
            <a:noFill/>
          </a:ln>
        </p:spPr>
      </p:sp>
      <p:sp>
        <p:nvSpPr>
          <p:cNvPr id="42" name="!!circle-1vg"/>
          <p:cNvSpPr/>
          <p:nvPr/>
        </p:nvSpPr>
        <p:spPr>
          <a:xfrm>
            <a:off x="3476669" y="2852678"/>
            <a:ext cx="30696" cy="30696"/>
          </a:xfrm>
          <a:prstGeom prst="ellipse">
            <a:avLst/>
          </a:prstGeom>
          <a:solidFill>
            <a:srgbClr val="627D8D">
              <a:alpha val="25700"/>
            </a:srgbClr>
          </a:solidFill>
          <a:ln>
            <a:noFill/>
          </a:ln>
        </p:spPr>
      </p:sp>
      <p:sp>
        <p:nvSpPr>
          <p:cNvPr id="43" name="!!circle-1vj"/>
          <p:cNvSpPr/>
          <p:nvPr/>
        </p:nvSpPr>
        <p:spPr>
          <a:xfrm>
            <a:off x="8820327" y="3364860"/>
            <a:ext cx="37401" cy="37401"/>
          </a:xfrm>
          <a:prstGeom prst="ellipse">
            <a:avLst/>
          </a:prstGeom>
          <a:solidFill>
            <a:srgbClr val="627D8D">
              <a:alpha val="16000"/>
            </a:srgbClr>
          </a:solidFill>
          <a:ln>
            <a:noFill/>
          </a:ln>
        </p:spPr>
      </p:sp>
      <p:sp>
        <p:nvSpPr>
          <p:cNvPr id="44" name="!!circle-1vm"/>
          <p:cNvSpPr/>
          <p:nvPr/>
        </p:nvSpPr>
        <p:spPr>
          <a:xfrm>
            <a:off x="1834465" y="4271538"/>
            <a:ext cx="33096" cy="33096"/>
          </a:xfrm>
          <a:prstGeom prst="ellipse">
            <a:avLst/>
          </a:prstGeom>
          <a:solidFill>
            <a:srgbClr val="627D8D">
              <a:alpha val="22300"/>
            </a:srgbClr>
          </a:solidFill>
          <a:ln>
            <a:noFill/>
          </a:ln>
        </p:spPr>
      </p:sp>
      <p:sp>
        <p:nvSpPr>
          <p:cNvPr id="45" name="!!circle-1vp"/>
          <p:cNvSpPr/>
          <p:nvPr/>
        </p:nvSpPr>
        <p:spPr>
          <a:xfrm>
            <a:off x="11568372" y="394329"/>
            <a:ext cx="21145" cy="21145"/>
          </a:xfrm>
          <a:prstGeom prst="ellipse">
            <a:avLst/>
          </a:prstGeom>
          <a:solidFill>
            <a:srgbClr val="627D8D">
              <a:alpha val="16300"/>
            </a:srgbClr>
          </a:solidFill>
          <a:ln>
            <a:noFill/>
          </a:ln>
        </p:spPr>
      </p:sp>
      <p:sp>
        <p:nvSpPr>
          <p:cNvPr id="46" name="!!circle-1vs"/>
          <p:cNvSpPr/>
          <p:nvPr/>
        </p:nvSpPr>
        <p:spPr>
          <a:xfrm>
            <a:off x="11075183" y="5399934"/>
            <a:ext cx="35281" cy="35281"/>
          </a:xfrm>
          <a:prstGeom prst="ellipse">
            <a:avLst/>
          </a:prstGeom>
          <a:solidFill>
            <a:srgbClr val="627D8D">
              <a:alpha val="30000"/>
            </a:srgbClr>
          </a:solidFill>
          <a:ln>
            <a:noFill/>
          </a:ln>
        </p:spPr>
      </p:sp>
      <p:sp>
        <p:nvSpPr>
          <p:cNvPr id="47" name="!!text-6cg" descr="交易服務費"/>
          <p:cNvSpPr txBox="1"/>
          <p:nvPr/>
        </p:nvSpPr>
        <p:spPr>
          <a:xfrm>
            <a:off x="603504" y="567456"/>
            <a:ext cx="898490" cy="22508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24" b="1" kern="0" spc="147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交易服務</a:t>
            </a:r>
            <a:r>
              <a:rPr lang="zh-TW" altLang="en-US" sz="1224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費</a:t>
            </a:r>
            <a:endParaRPr lang="zh-TW" sz="1224"/>
          </a:p>
        </p:txBody>
      </p:sp>
      <p:sp>
        <p:nvSpPr>
          <p:cNvPr id="48" name="!!text-6cr" descr="低抽成，快速撥款"/>
          <p:cNvSpPr txBox="1"/>
          <p:nvPr/>
        </p:nvSpPr>
        <p:spPr>
          <a:xfrm>
            <a:off x="603504" y="841563"/>
            <a:ext cx="3646810" cy="67526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3672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低抽</a:t>
            </a:r>
            <a:r>
              <a:rPr lang="zh-TW" altLang="en-US" sz="3672" kern="0" spc="-1102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成</a:t>
            </a:r>
            <a:r>
              <a:rPr lang="zh-TW" altLang="en-US" sz="3672" kern="0" spc="-661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，</a:t>
            </a:r>
            <a:r>
              <a:rPr lang="zh-TW" altLang="en-US" sz="3672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快速撥款</a:t>
            </a:r>
            <a:endParaRPr lang="zh-TW" sz="3672"/>
          </a:p>
        </p:txBody>
      </p:sp>
      <p:sp>
        <p:nvSpPr>
          <p:cNvPr id="49" name="!!text-6d4" descr="規劃收取 10% 交易服務費，遠低於委託寄賣的 35%。"/>
          <p:cNvSpPr txBox="1"/>
          <p:nvPr/>
        </p:nvSpPr>
        <p:spPr>
          <a:xfrm>
            <a:off x="603504" y="1571650"/>
            <a:ext cx="4689283" cy="28136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530" kern="0" dirty="0">
                <a:solidFill>
                  <a:srgbClr val="3F4A54"/>
                </a:solidFill>
                <a:latin typeface="Noto Sans TC Medium"/>
                <a:ea typeface="Noto Sans TC Medium"/>
                <a:cs typeface="Noto Sans TC Medium"/>
              </a:rPr>
              <a:t>規劃收取 10% 交易服務費，遠低於委託寄賣的 35%。</a:t>
            </a:r>
            <a:endParaRPr lang="zh-TW" sz="1530"/>
          </a:p>
        </p:txBody>
      </p:sp>
      <p:sp>
        <p:nvSpPr>
          <p:cNvPr id="50" name="!!text-6e1" descr="以售價 110 元為例"/>
          <p:cNvSpPr txBox="1"/>
          <p:nvPr/>
        </p:nvSpPr>
        <p:spPr>
          <a:xfrm>
            <a:off x="7909560" y="2603307"/>
            <a:ext cx="1300115" cy="20633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22" b="1" kern="0" spc="67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以售</a:t>
            </a:r>
            <a:r>
              <a:rPr lang="zh-TW" altLang="en-US" sz="1122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價</a:t>
            </a:r>
            <a:r>
              <a:rPr lang="zh-TW" altLang="en-US" sz="1122" b="1" kern="0" spc="135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 </a:t>
            </a:r>
            <a:r>
              <a:rPr lang="zh-TW" altLang="en-US" sz="1122" b="1" kern="0" spc="67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11</a:t>
            </a:r>
            <a:r>
              <a:rPr lang="zh-TW" altLang="en-US" sz="1122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0</a:t>
            </a:r>
            <a:r>
              <a:rPr lang="zh-TW" altLang="en-US" sz="1122" b="1" kern="0" spc="135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 </a:t>
            </a:r>
            <a:r>
              <a:rPr lang="zh-TW" altLang="en-US" sz="1122" b="1" kern="0" spc="67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元為</a:t>
            </a:r>
            <a:r>
              <a:rPr lang="zh-TW" altLang="en-US" sz="1122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例</a:t>
            </a:r>
            <a:endParaRPr lang="zh-TW" sz="1122"/>
          </a:p>
        </p:txBody>
      </p:sp>
      <p:sp>
        <p:nvSpPr>
          <p:cNvPr id="51" name="!!text-6ed" descr="救「舊」我的書"/>
          <p:cNvSpPr txBox="1"/>
          <p:nvPr/>
        </p:nvSpPr>
        <p:spPr>
          <a:xfrm>
            <a:off x="1821180" y="2767564"/>
            <a:ext cx="1060933" cy="24384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26" b="1" kern="0" spc="-663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救</a:t>
            </a:r>
            <a:r>
              <a:rPr lang="zh-TW" altLang="en-US" sz="1326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「舊</a:t>
            </a:r>
            <a:r>
              <a:rPr lang="zh-TW" altLang="en-US" sz="1326" b="1" kern="0" spc="-663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」</a:t>
            </a:r>
            <a:r>
              <a:rPr lang="zh-TW" altLang="en-US" sz="1326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我的書</a:t>
            </a:r>
            <a:endParaRPr lang="zh-TW" sz="1326"/>
          </a:p>
        </p:txBody>
      </p:sp>
      <p:sp>
        <p:nvSpPr>
          <p:cNvPr id="52" name="!!rect-6el"/>
          <p:cNvSpPr/>
          <p:nvPr/>
        </p:nvSpPr>
        <p:spPr>
          <a:xfrm>
            <a:off x="2922270" y="2800985"/>
            <a:ext cx="414528" cy="220218"/>
          </a:xfrm>
          <a:prstGeom prst="roundRect">
            <a:avLst>
              <a:gd name="adj" fmla="val 50000"/>
            </a:avLst>
          </a:prstGeom>
          <a:solidFill>
            <a:srgbClr val="627D8D">
              <a:alpha val="14000"/>
            </a:srgbClr>
          </a:solidFill>
          <a:ln>
            <a:noFill/>
          </a:ln>
        </p:spPr>
      </p:sp>
      <p:sp>
        <p:nvSpPr>
          <p:cNvPr id="53" name="!!text-6em" descr="規劃"/>
          <p:cNvSpPr txBox="1"/>
          <p:nvPr/>
        </p:nvSpPr>
        <p:spPr>
          <a:xfrm>
            <a:off x="2987040" y="2791140"/>
            <a:ext cx="327736" cy="20633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22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規劃</a:t>
            </a:r>
            <a:endParaRPr lang="zh-TW" sz="1122"/>
          </a:p>
        </p:txBody>
      </p:sp>
      <p:sp>
        <p:nvSpPr>
          <p:cNvPr id="54" name="!!rect-6ep"/>
          <p:cNvSpPr/>
          <p:nvPr/>
        </p:nvSpPr>
        <p:spPr>
          <a:xfrm>
            <a:off x="1821180" y="3118358"/>
            <a:ext cx="1295400" cy="336804"/>
          </a:xfrm>
          <a:prstGeom prst="roundRect">
            <a:avLst>
              <a:gd name="adj" fmla="val 26923"/>
            </a:avLst>
          </a:prstGeom>
          <a:solidFill>
            <a:srgbClr val="627D8D"/>
          </a:solidFill>
          <a:ln>
            <a:noFill/>
          </a:ln>
        </p:spPr>
      </p:sp>
      <p:sp>
        <p:nvSpPr>
          <p:cNvPr id="55" name="!!text-6et" descr="10%"/>
          <p:cNvSpPr txBox="1"/>
          <p:nvPr/>
        </p:nvSpPr>
        <p:spPr>
          <a:xfrm>
            <a:off x="3272028" y="3059806"/>
            <a:ext cx="704490" cy="41266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2244" kern="0" dirty="0">
                <a:solidFill>
                  <a:srgbClr val="627D8D"/>
                </a:solidFill>
                <a:latin typeface="Noto Sans TC ExtraBold"/>
                <a:ea typeface="Noto Sans TC ExtraBold"/>
                <a:cs typeface="Noto Sans TC ExtraBold"/>
              </a:rPr>
              <a:t>10%</a:t>
            </a:r>
            <a:endParaRPr lang="zh-TW" sz="2244"/>
          </a:p>
        </p:txBody>
      </p:sp>
      <p:sp>
        <p:nvSpPr>
          <p:cNvPr id="56" name="!!text-6ez" descr="賣家實得 99 元"/>
          <p:cNvSpPr txBox="1"/>
          <p:nvPr/>
        </p:nvSpPr>
        <p:spPr>
          <a:xfrm>
            <a:off x="7909560" y="3169138"/>
            <a:ext cx="1167699" cy="24384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26" b="1" kern="0" dirty="0">
                <a:solidFill>
                  <a:srgbClr val="2E9E5B"/>
                </a:solidFill>
                <a:latin typeface="Noto Sans TC"/>
                <a:ea typeface="Noto Sans TC"/>
                <a:cs typeface="Noto Sans TC"/>
              </a:rPr>
              <a:t>賣家實得 99 元</a:t>
            </a:r>
            <a:endParaRPr lang="zh-TW" sz="1326"/>
          </a:p>
        </p:txBody>
      </p:sp>
      <p:sp>
        <p:nvSpPr>
          <p:cNvPr id="57" name="!!text-6f9" descr="委託寄賣"/>
          <p:cNvSpPr txBox="1"/>
          <p:nvPr/>
        </p:nvSpPr>
        <p:spPr>
          <a:xfrm>
            <a:off x="1821180" y="3933424"/>
            <a:ext cx="724129" cy="24384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26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委託寄賣</a:t>
            </a:r>
            <a:endParaRPr lang="zh-TW" sz="1326"/>
          </a:p>
        </p:txBody>
      </p:sp>
      <p:sp>
        <p:nvSpPr>
          <p:cNvPr id="58" name="!!rect-6fe"/>
          <p:cNvSpPr/>
          <p:nvPr/>
        </p:nvSpPr>
        <p:spPr>
          <a:xfrm>
            <a:off x="1821180" y="4284218"/>
            <a:ext cx="4533900" cy="336804"/>
          </a:xfrm>
          <a:prstGeom prst="roundRect">
            <a:avLst>
              <a:gd name="adj" fmla="val 26923"/>
            </a:avLst>
          </a:prstGeom>
          <a:solidFill>
            <a:srgbClr val="9AA5AE"/>
          </a:solidFill>
          <a:ln>
            <a:noFill/>
          </a:ln>
        </p:spPr>
      </p:sp>
      <p:sp>
        <p:nvSpPr>
          <p:cNvPr id="59" name="!!text-6fi" descr="35%"/>
          <p:cNvSpPr txBox="1"/>
          <p:nvPr/>
        </p:nvSpPr>
        <p:spPr>
          <a:xfrm>
            <a:off x="6510528" y="4225666"/>
            <a:ext cx="704490" cy="41266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2244" kern="0" dirty="0">
                <a:solidFill>
                  <a:srgbClr val="9AA5AE"/>
                </a:solidFill>
                <a:latin typeface="Noto Sans TC ExtraBold"/>
                <a:ea typeface="Noto Sans TC ExtraBold"/>
                <a:cs typeface="Noto Sans TC ExtraBold"/>
              </a:rPr>
              <a:t>35%</a:t>
            </a:r>
            <a:endParaRPr lang="zh-TW" sz="2244"/>
          </a:p>
        </p:txBody>
      </p:sp>
      <p:sp>
        <p:nvSpPr>
          <p:cNvPr id="60" name="!!text-6fo" descr="賣家實得 71 元"/>
          <p:cNvSpPr txBox="1"/>
          <p:nvPr/>
        </p:nvSpPr>
        <p:spPr>
          <a:xfrm>
            <a:off x="7909560" y="4334998"/>
            <a:ext cx="1167699" cy="24384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26" b="1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賣家實得 71 元</a:t>
            </a:r>
            <a:endParaRPr lang="zh-TW" sz="1326"/>
          </a:p>
        </p:txBody>
      </p:sp>
      <p:sp>
        <p:nvSpPr>
          <p:cNvPr id="61" name="!!text-6g0" descr="委託寄賣以 TAAZE 讀冊生活二手書代售服務條款（2025 年 8 月版）為例；"/>
          <p:cNvSpPr txBox="1"/>
          <p:nvPr/>
        </p:nvSpPr>
        <p:spPr>
          <a:xfrm>
            <a:off x="1821180" y="5258877"/>
            <a:ext cx="4578902" cy="20633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22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委託寄賣以 </a:t>
            </a:r>
            <a:r>
              <a:rPr lang="zh-TW" altLang="en-US" sz="1122" kern="0" spc="-54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T</a:t>
            </a:r>
            <a:r>
              <a:rPr lang="zh-TW" altLang="en-US" sz="1122" kern="0" spc="-1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A</a:t>
            </a:r>
            <a:r>
              <a:rPr lang="zh-TW" altLang="en-US" sz="1122" kern="0" spc="-12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A</a:t>
            </a:r>
            <a:r>
              <a:rPr lang="zh-TW" altLang="en-US" sz="1122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ZE 讀冊生活二手書代售服務條</a:t>
            </a:r>
            <a:r>
              <a:rPr lang="zh-TW" altLang="en-US" sz="1122" kern="0" spc="-561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款</a:t>
            </a:r>
            <a:r>
              <a:rPr lang="zh-TW" altLang="en-US" sz="1122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（2025 年 8 月版</a:t>
            </a:r>
            <a:r>
              <a:rPr lang="zh-TW" altLang="en-US" sz="1122" kern="0" spc="-561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）</a:t>
            </a:r>
            <a:r>
              <a:rPr lang="zh-TW" altLang="en-US" sz="1122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為例；</a:t>
            </a:r>
            <a:endParaRPr lang="zh-TW" sz="1122"/>
          </a:p>
        </p:txBody>
      </p:sp>
      <p:sp>
        <p:nvSpPr>
          <p:cNvPr id="62" name="!!text-6h5" descr="本系統之交易服務費為規劃，目前未收取。"/>
          <p:cNvSpPr txBox="1"/>
          <p:nvPr/>
        </p:nvSpPr>
        <p:spPr>
          <a:xfrm>
            <a:off x="1821180" y="5479095"/>
            <a:ext cx="2750134" cy="20633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22" kern="0" dirty="0">
                <a:solidFill>
                  <a:srgbClr val="5B6770"/>
                </a:solidFill>
                <a:latin typeface="Noto Sans TC"/>
                <a:ea typeface="Noto Sans TC"/>
                <a:cs typeface="Noto Sans TC"/>
              </a:rPr>
              <a:t>本系統之交易服務費為規劃，目前未收取。</a:t>
            </a:r>
            <a:endParaRPr lang="zh-TW" sz="1122"/>
          </a:p>
        </p:txBody>
      </p:sp>
      <p:sp>
        <p:nvSpPr>
          <p:cNvPr id="63" name="!!path-9ic"/>
          <p:cNvSpPr/>
          <p:nvPr/>
        </p:nvSpPr>
        <p:spPr>
          <a:xfrm>
            <a:off x="381000" y="306527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64" name="!!path-9id"/>
          <p:cNvSpPr/>
          <p:nvPr/>
        </p:nvSpPr>
        <p:spPr>
          <a:xfrm>
            <a:off x="381000" y="308153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65" name="!!path-9ie"/>
          <p:cNvSpPr/>
          <p:nvPr/>
        </p:nvSpPr>
        <p:spPr>
          <a:xfrm>
            <a:off x="381000" y="309778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66" name="!!path-9if"/>
          <p:cNvSpPr/>
          <p:nvPr/>
        </p:nvSpPr>
        <p:spPr>
          <a:xfrm>
            <a:off x="381000" y="311404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67" name="!!path-9ig"/>
          <p:cNvSpPr/>
          <p:nvPr/>
        </p:nvSpPr>
        <p:spPr>
          <a:xfrm>
            <a:off x="381000" y="313030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68" name="!!path-9ih"/>
          <p:cNvSpPr/>
          <p:nvPr/>
        </p:nvSpPr>
        <p:spPr>
          <a:xfrm>
            <a:off x="381000" y="314655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69" name="!!path-9ii"/>
          <p:cNvSpPr/>
          <p:nvPr/>
        </p:nvSpPr>
        <p:spPr>
          <a:xfrm>
            <a:off x="381000" y="316281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0" name="!!path-9ij"/>
          <p:cNvSpPr/>
          <p:nvPr/>
        </p:nvSpPr>
        <p:spPr>
          <a:xfrm>
            <a:off x="381000" y="317906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71" name="!!path-9ik"/>
          <p:cNvSpPr/>
          <p:nvPr/>
        </p:nvSpPr>
        <p:spPr>
          <a:xfrm>
            <a:off x="419608" y="269342"/>
            <a:ext cx="128422" cy="122936"/>
          </a:xfrm>
          <a:custGeom>
            <a:avLst/>
            <a:gdLst/>
            <a:ahLst/>
            <a:cxnLst/>
            <a:rect l="l" t="t" r="r" b="b"/>
            <a:pathLst>
              <a:path w="128422" h="122936">
                <a:moveTo>
                  <a:pt x="0" y="17678"/>
                </a:moveTo>
                <a:lnTo>
                  <a:pt x="8128" y="5080"/>
                </a:lnTo>
                <a:cubicBezTo>
                  <a:pt x="32512" y="0"/>
                  <a:pt x="73152" y="7112"/>
                  <a:pt x="101600" y="26416"/>
                </a:cubicBezTo>
                <a:cubicBezTo>
                  <a:pt x="116840" y="37186"/>
                  <a:pt x="124968" y="49784"/>
                  <a:pt x="128422" y="62992"/>
                </a:cubicBezTo>
                <a:lnTo>
                  <a:pt x="128422" y="122936"/>
                </a:lnTo>
                <a:lnTo>
                  <a:pt x="0" y="1229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72" name="!!path-9il"/>
          <p:cNvSpPr/>
          <p:nvPr/>
        </p:nvSpPr>
        <p:spPr>
          <a:xfrm>
            <a:off x="419608" y="269342"/>
            <a:ext cx="128422" cy="62992"/>
          </a:xfrm>
          <a:custGeom>
            <a:avLst/>
            <a:gdLst/>
            <a:ahLst/>
            <a:cxnLst/>
            <a:rect l="l" t="t" r="r" b="b"/>
            <a:pathLst>
              <a:path w="128422" h="62992" fill="none">
                <a:moveTo>
                  <a:pt x="128422" y="62992"/>
                </a:moveTo>
                <a:cubicBezTo>
                  <a:pt x="124968" y="49784"/>
                  <a:pt x="116840" y="37186"/>
                  <a:pt x="101600" y="26416"/>
                </a:cubicBezTo>
                <a:cubicBezTo>
                  <a:pt x="73152" y="7112"/>
                  <a:pt x="32512" y="0"/>
                  <a:pt x="8128" y="5080"/>
                </a:cubicBezTo>
                <a:lnTo>
                  <a:pt x="0" y="1767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73" name="!!path-9im"/>
          <p:cNvSpPr/>
          <p:nvPr/>
        </p:nvSpPr>
        <p:spPr>
          <a:xfrm>
            <a:off x="407010" y="281534"/>
            <a:ext cx="141021" cy="110744"/>
          </a:xfrm>
          <a:custGeom>
            <a:avLst/>
            <a:gdLst/>
            <a:ahLst/>
            <a:cxnLst/>
            <a:rect l="l" t="t" r="r" b="b"/>
            <a:pathLst>
              <a:path w="141021" h="110744">
                <a:moveTo>
                  <a:pt x="0" y="22352"/>
                </a:moveTo>
                <a:lnTo>
                  <a:pt x="6502" y="6502"/>
                </a:lnTo>
                <a:cubicBezTo>
                  <a:pt x="36982" y="0"/>
                  <a:pt x="79654" y="7112"/>
                  <a:pt x="110134" y="25400"/>
                </a:cubicBezTo>
                <a:cubicBezTo>
                  <a:pt x="126390" y="35154"/>
                  <a:pt x="136550" y="49784"/>
                  <a:pt x="141021" y="62992"/>
                </a:cubicBezTo>
                <a:lnTo>
                  <a:pt x="141021" y="110744"/>
                </a:lnTo>
                <a:lnTo>
                  <a:pt x="0" y="110744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74" name="!!path-9in"/>
          <p:cNvSpPr/>
          <p:nvPr/>
        </p:nvSpPr>
        <p:spPr>
          <a:xfrm>
            <a:off x="407010" y="281534"/>
            <a:ext cx="141021" cy="62992"/>
          </a:xfrm>
          <a:custGeom>
            <a:avLst/>
            <a:gdLst/>
            <a:ahLst/>
            <a:cxnLst/>
            <a:rect l="l" t="t" r="r" b="b"/>
            <a:pathLst>
              <a:path w="141021" h="62992" fill="none">
                <a:moveTo>
                  <a:pt x="141021" y="62992"/>
                </a:moveTo>
                <a:cubicBezTo>
                  <a:pt x="136550" y="49784"/>
                  <a:pt x="126390" y="35154"/>
                  <a:pt x="110134" y="25400"/>
                </a:cubicBezTo>
                <a:cubicBezTo>
                  <a:pt x="79654" y="7112"/>
                  <a:pt x="36982" y="0"/>
                  <a:pt x="6502" y="6502"/>
                </a:cubicBezTo>
                <a:lnTo>
                  <a:pt x="0" y="22352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75" name="!!path-9io"/>
          <p:cNvSpPr/>
          <p:nvPr/>
        </p:nvSpPr>
        <p:spPr>
          <a:xfrm>
            <a:off x="395834" y="294742"/>
            <a:ext cx="151790" cy="97536"/>
          </a:xfrm>
          <a:custGeom>
            <a:avLst/>
            <a:gdLst/>
            <a:ahLst/>
            <a:cxnLst/>
            <a:rect l="l" t="t" r="r" b="b"/>
            <a:pathLst>
              <a:path w="151790" h="97536">
                <a:moveTo>
                  <a:pt x="0" y="23165"/>
                </a:moveTo>
                <a:lnTo>
                  <a:pt x="3861" y="12598"/>
                </a:lnTo>
                <a:cubicBezTo>
                  <a:pt x="37998" y="0"/>
                  <a:pt x="84734" y="5080"/>
                  <a:pt x="117246" y="21946"/>
                </a:cubicBezTo>
                <a:cubicBezTo>
                  <a:pt x="135534" y="31496"/>
                  <a:pt x="146710" y="43688"/>
                  <a:pt x="151790" y="55270"/>
                </a:cubicBezTo>
                <a:lnTo>
                  <a:pt x="151790" y="97536"/>
                </a:lnTo>
                <a:lnTo>
                  <a:pt x="0" y="9753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76" name="!!path-9ip"/>
          <p:cNvSpPr/>
          <p:nvPr/>
        </p:nvSpPr>
        <p:spPr>
          <a:xfrm>
            <a:off x="395834" y="294742"/>
            <a:ext cx="151790" cy="55270"/>
          </a:xfrm>
          <a:custGeom>
            <a:avLst/>
            <a:gdLst/>
            <a:ahLst/>
            <a:cxnLst/>
            <a:rect l="l" t="t" r="r" b="b"/>
            <a:pathLst>
              <a:path w="151790" h="55270" fill="none">
                <a:moveTo>
                  <a:pt x="151790" y="55270"/>
                </a:moveTo>
                <a:cubicBezTo>
                  <a:pt x="146710" y="43688"/>
                  <a:pt x="135534" y="31496"/>
                  <a:pt x="117246" y="21946"/>
                </a:cubicBezTo>
                <a:cubicBezTo>
                  <a:pt x="84734" y="5080"/>
                  <a:pt x="37998" y="0"/>
                  <a:pt x="3861" y="12598"/>
                </a:cubicBezTo>
                <a:lnTo>
                  <a:pt x="0" y="23165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77" name="!!path-9iq"/>
          <p:cNvSpPr/>
          <p:nvPr/>
        </p:nvSpPr>
        <p:spPr>
          <a:xfrm>
            <a:off x="548234" y="264262"/>
            <a:ext cx="120294" cy="128016"/>
          </a:xfrm>
          <a:custGeom>
            <a:avLst/>
            <a:gdLst/>
            <a:ahLst/>
            <a:cxnLst/>
            <a:rect l="l" t="t" r="r" b="b"/>
            <a:pathLst>
              <a:path w="120294" h="128016">
                <a:moveTo>
                  <a:pt x="120294" y="18288"/>
                </a:moveTo>
                <a:lnTo>
                  <a:pt x="113589" y="4470"/>
                </a:lnTo>
                <a:cubicBezTo>
                  <a:pt x="86766" y="0"/>
                  <a:pt x="44094" y="10160"/>
                  <a:pt x="17678" y="30480"/>
                </a:cubicBezTo>
                <a:cubicBezTo>
                  <a:pt x="6502" y="39624"/>
                  <a:pt x="1422" y="52832"/>
                  <a:pt x="0" y="67056"/>
                </a:cubicBezTo>
                <a:lnTo>
                  <a:pt x="0" y="128016"/>
                </a:lnTo>
                <a:lnTo>
                  <a:pt x="120294" y="12801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78" name="!!path-9ir"/>
          <p:cNvSpPr/>
          <p:nvPr/>
        </p:nvSpPr>
        <p:spPr>
          <a:xfrm>
            <a:off x="548234" y="264262"/>
            <a:ext cx="120294" cy="67056"/>
          </a:xfrm>
          <a:custGeom>
            <a:avLst/>
            <a:gdLst/>
            <a:ahLst/>
            <a:cxnLst/>
            <a:rect l="l" t="t" r="r" b="b"/>
            <a:pathLst>
              <a:path w="120294" h="67056" fill="none">
                <a:moveTo>
                  <a:pt x="0" y="67056"/>
                </a:moveTo>
                <a:cubicBezTo>
                  <a:pt x="1422" y="52832"/>
                  <a:pt x="6502" y="39624"/>
                  <a:pt x="17678" y="30480"/>
                </a:cubicBezTo>
                <a:cubicBezTo>
                  <a:pt x="44094" y="10160"/>
                  <a:pt x="86766" y="0"/>
                  <a:pt x="113589" y="4470"/>
                </a:cubicBezTo>
                <a:lnTo>
                  <a:pt x="120294" y="1828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79" name="!!path-9is"/>
          <p:cNvSpPr/>
          <p:nvPr/>
        </p:nvSpPr>
        <p:spPr>
          <a:xfrm>
            <a:off x="548437" y="279502"/>
            <a:ext cx="133299" cy="112776"/>
          </a:xfrm>
          <a:custGeom>
            <a:avLst/>
            <a:gdLst/>
            <a:ahLst/>
            <a:cxnLst/>
            <a:rect l="l" t="t" r="r" b="b"/>
            <a:pathLst>
              <a:path w="133299" h="112776">
                <a:moveTo>
                  <a:pt x="133299" y="19710"/>
                </a:moveTo>
                <a:lnTo>
                  <a:pt x="127203" y="3048"/>
                </a:lnTo>
                <a:cubicBezTo>
                  <a:pt x="94691" y="0"/>
                  <a:pt x="54051" y="11176"/>
                  <a:pt x="27635" y="30683"/>
                </a:cubicBezTo>
                <a:cubicBezTo>
                  <a:pt x="13411" y="41250"/>
                  <a:pt x="4267" y="53848"/>
                  <a:pt x="0" y="65024"/>
                </a:cubicBezTo>
                <a:lnTo>
                  <a:pt x="0" y="112776"/>
                </a:lnTo>
                <a:lnTo>
                  <a:pt x="133299" y="112776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80" name="!!path-9it"/>
          <p:cNvSpPr/>
          <p:nvPr/>
        </p:nvSpPr>
        <p:spPr>
          <a:xfrm>
            <a:off x="548437" y="279502"/>
            <a:ext cx="133299" cy="65024"/>
          </a:xfrm>
          <a:custGeom>
            <a:avLst/>
            <a:gdLst/>
            <a:ahLst/>
            <a:cxnLst/>
            <a:rect l="l" t="t" r="r" b="b"/>
            <a:pathLst>
              <a:path w="133299" h="65024" fill="none">
                <a:moveTo>
                  <a:pt x="0" y="65024"/>
                </a:moveTo>
                <a:cubicBezTo>
                  <a:pt x="4267" y="53848"/>
                  <a:pt x="13411" y="41250"/>
                  <a:pt x="27635" y="30683"/>
                </a:cubicBezTo>
                <a:cubicBezTo>
                  <a:pt x="54051" y="11176"/>
                  <a:pt x="94691" y="0"/>
                  <a:pt x="127203" y="3048"/>
                </a:cubicBezTo>
                <a:lnTo>
                  <a:pt x="133299" y="19710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81" name="!!path-9iu"/>
          <p:cNvSpPr/>
          <p:nvPr/>
        </p:nvSpPr>
        <p:spPr>
          <a:xfrm>
            <a:off x="548843" y="293726"/>
            <a:ext cx="142646" cy="98552"/>
          </a:xfrm>
          <a:custGeom>
            <a:avLst/>
            <a:gdLst/>
            <a:ahLst/>
            <a:cxnLst/>
            <a:rect l="l" t="t" r="r" b="b"/>
            <a:pathLst>
              <a:path w="142646" h="98552">
                <a:moveTo>
                  <a:pt x="142646" y="18898"/>
                </a:moveTo>
                <a:lnTo>
                  <a:pt x="139802" y="8738"/>
                </a:lnTo>
                <a:cubicBezTo>
                  <a:pt x="106477" y="0"/>
                  <a:pt x="63805" y="5080"/>
                  <a:pt x="35357" y="19304"/>
                </a:cubicBezTo>
                <a:cubicBezTo>
                  <a:pt x="17069" y="28448"/>
                  <a:pt x="5893" y="42672"/>
                  <a:pt x="0" y="56286"/>
                </a:cubicBezTo>
                <a:lnTo>
                  <a:pt x="0" y="98552"/>
                </a:lnTo>
                <a:lnTo>
                  <a:pt x="142646" y="98552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82" name="!!path-9iv"/>
          <p:cNvSpPr/>
          <p:nvPr/>
        </p:nvSpPr>
        <p:spPr>
          <a:xfrm>
            <a:off x="548843" y="293726"/>
            <a:ext cx="142646" cy="56286"/>
          </a:xfrm>
          <a:custGeom>
            <a:avLst/>
            <a:gdLst/>
            <a:ahLst/>
            <a:cxnLst/>
            <a:rect l="l" t="t" r="r" b="b"/>
            <a:pathLst>
              <a:path w="142646" h="56286" fill="none">
                <a:moveTo>
                  <a:pt x="0" y="56286"/>
                </a:moveTo>
                <a:cubicBezTo>
                  <a:pt x="5893" y="42672"/>
                  <a:pt x="17069" y="28448"/>
                  <a:pt x="35357" y="19304"/>
                </a:cubicBezTo>
                <a:cubicBezTo>
                  <a:pt x="63805" y="5080"/>
                  <a:pt x="106477" y="0"/>
                  <a:pt x="139802" y="8738"/>
                </a:cubicBezTo>
                <a:lnTo>
                  <a:pt x="142646" y="18898"/>
                </a:lnTo>
              </a:path>
            </a:pathLst>
          </a:custGeom>
          <a:noFill/>
          <a:ln w="4877" cap="rnd">
            <a:solidFill>
              <a:srgbClr val="627D8D"/>
            </a:solidFill>
            <a:prstDash val="solid"/>
            <a:round/>
          </a:ln>
        </p:spPr>
      </p:sp>
      <p:sp>
        <p:nvSpPr>
          <p:cNvPr id="83" name="!!path-9iw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627D8D"/>
              </a:gs>
              <a:gs pos="21794">
                <a:srgbClr val="627D8D"/>
              </a:gs>
              <a:gs pos="55376">
                <a:srgbClr val="627D8D"/>
              </a:gs>
              <a:gs pos="96421">
                <a:srgbClr val="98ABB7"/>
              </a:gs>
              <a:gs pos="100000">
                <a:srgbClr val="98ABB7"/>
              </a:gs>
            </a:gsLst>
            <a:lin ang="1983350" scaled="0"/>
          </a:gradFill>
          <a:ln>
            <a:noFill/>
          </a:ln>
        </p:spPr>
      </p:sp>
      <p:sp>
        <p:nvSpPr>
          <p:cNvPr id="84" name="!!path-9ix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0000"/>
                </a:srgbClr>
              </a:gs>
              <a:gs pos="4764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83333" t="79291" r="16667" b="20709"/>
            </a:path>
          </a:gradFill>
          <a:ln>
            <a:noFill/>
          </a:ln>
        </p:spPr>
      </p:sp>
      <p:sp>
        <p:nvSpPr>
          <p:cNvPr id="85" name="!!line-9iy"/>
          <p:cNvSpPr/>
          <p:nvPr/>
        </p:nvSpPr>
        <p:spPr>
          <a:xfrm>
            <a:off x="549046" y="363017"/>
            <a:ext cx="1" cy="153619"/>
          </a:xfrm>
          <a:custGeom>
            <a:avLst/>
            <a:gdLst/>
            <a:ahLst/>
            <a:cxnLst/>
            <a:rect l="l" t="t" r="r" b="b"/>
            <a:pathLst>
              <a:path w="1" h="153619">
                <a:moveTo>
                  <a:pt x="0" y="0"/>
                </a:moveTo>
                <a:lnTo>
                  <a:pt x="0" y="153619"/>
                </a:lnTo>
              </a:path>
            </a:pathLst>
          </a:custGeom>
          <a:solidFill>
            <a:srgbClr val="000000"/>
          </a:solidFill>
          <a:ln w="6909" cap="rnd">
            <a:solidFill>
              <a:srgbClr val="C9D3D9"/>
            </a:solidFill>
            <a:prstDash val="solid"/>
            <a:miter lim="800000"/>
          </a:ln>
        </p:spPr>
      </p:sp>
      <p:sp>
        <p:nvSpPr>
          <p:cNvPr id="86" name="!!path-9iz"/>
          <p:cNvSpPr/>
          <p:nvPr/>
        </p:nvSpPr>
        <p:spPr>
          <a:xfrm>
            <a:off x="657962" y="442062"/>
            <a:ext cx="25400" cy="37998"/>
          </a:xfrm>
          <a:custGeom>
            <a:avLst/>
            <a:gdLst/>
            <a:ahLst/>
            <a:cxnLst/>
            <a:rect l="l" t="t" r="r" b="b"/>
            <a:pathLst>
              <a:path w="25400" h="37998">
                <a:moveTo>
                  <a:pt x="0" y="2642"/>
                </a:moveTo>
                <a:lnTo>
                  <a:pt x="15240" y="0"/>
                </a:lnTo>
                <a:lnTo>
                  <a:pt x="25400" y="37186"/>
                </a:lnTo>
                <a:lnTo>
                  <a:pt x="7518" y="37998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 w="1016" cap="flat">
            <a:solidFill>
              <a:srgbClr val="FFFFFF">
                <a:alpha val="55000"/>
              </a:srgbClr>
            </a:solidFill>
            <a:prstDash val="solid"/>
            <a:round/>
          </a:ln>
        </p:spPr>
      </p:sp>
      <p:sp>
        <p:nvSpPr>
          <p:cNvPr id="87" name="!!text-9j0" descr="救「舊」我的書"/>
          <p:cNvSpPr txBox="1"/>
          <p:nvPr/>
        </p:nvSpPr>
        <p:spPr>
          <a:xfrm>
            <a:off x="805879" y="251460"/>
            <a:ext cx="1120140" cy="25745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400" b="1" kern="0" spc="-70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救</a:t>
            </a:r>
            <a:r>
              <a:rPr lang="zh-TW" altLang="en-US" sz="14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「舊</a:t>
            </a:r>
            <a:r>
              <a:rPr lang="zh-TW" altLang="en-US" sz="1400" b="1" kern="0" spc="-70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」</a:t>
            </a:r>
            <a:r>
              <a:rPr lang="zh-TW" altLang="en-US" sz="14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我的書</a:t>
            </a:r>
            <a:endParaRPr lang="zh-TW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fast" p14:dur="2700" advTm="200">
        <p159:morph option="byObject"/>
      </p:transition>
    </mc:Choice>
    <mc:Fallback>
      <p:transition spd="fast" advTm="200">
        <p:fade/>
      </p:transition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166.5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rect-1q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7"/>
          </a:solidFill>
          <a:ln>
            <a:noFill/>
          </a:ln>
        </p:spPr>
      </p:sp>
      <p:sp>
        <p:nvSpPr>
          <p:cNvPr id="3" name="!!ellipse-1q2"/>
          <p:cNvSpPr/>
          <p:nvPr/>
        </p:nvSpPr>
        <p:spPr>
          <a:xfrm>
            <a:off x="-889000" y="-952500"/>
            <a:ext cx="13970000" cy="7874000"/>
          </a:xfrm>
          <a:prstGeom prst="ellipse">
            <a:avLst/>
          </a:prstGeom>
          <a:gradFill rotWithShape="1">
            <a:gsLst>
              <a:gs pos="0">
                <a:srgbClr val="FFFFFF">
                  <a:alpha val="95000"/>
                </a:srgbClr>
              </a:gs>
              <a:gs pos="40865">
                <a:srgbClr val="FFFFFF">
                  <a:alpha val="35000"/>
                </a:srgbClr>
              </a:gs>
              <a:gs pos="68108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!!rect-1q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P1"/>
            <a:srcRect/>
            <a:tile tx="99426" ty="191751" sx="16667" sy="16667" flip="none" algn="tl"/>
          </a:blipFill>
          <a:ln>
            <a:noFill/>
          </a:ln>
        </p:spPr>
      </p:sp>
      <p:sp>
        <p:nvSpPr>
          <p:cNvPr id="5" name="!!circle-1qz"/>
          <p:cNvSpPr/>
          <p:nvPr/>
        </p:nvSpPr>
        <p:spPr>
          <a:xfrm>
            <a:off x="-1366482" y="5806897"/>
            <a:ext cx="1671714" cy="1671714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" name="!!circle-1r0"/>
          <p:cNvSpPr/>
          <p:nvPr/>
        </p:nvSpPr>
        <p:spPr>
          <a:xfrm>
            <a:off x="2542217" y="4644263"/>
            <a:ext cx="1717408" cy="1717408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7" name="!!circle-1r6"/>
          <p:cNvSpPr/>
          <p:nvPr/>
        </p:nvSpPr>
        <p:spPr>
          <a:xfrm>
            <a:off x="4923479" y="4777633"/>
            <a:ext cx="2039137" cy="2039137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8" name="!!circle-1rb"/>
          <p:cNvSpPr/>
          <p:nvPr/>
        </p:nvSpPr>
        <p:spPr>
          <a:xfrm>
            <a:off x="2633932" y="-1283678"/>
            <a:ext cx="2338108" cy="2338108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9" name="!!circle-1ri"/>
          <p:cNvSpPr/>
          <p:nvPr/>
        </p:nvSpPr>
        <p:spPr>
          <a:xfrm>
            <a:off x="-1792607" y="3914483"/>
            <a:ext cx="2223008" cy="2223008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0" name="!!rect-1sh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5F7">
                  <a:alpha val="0"/>
                </a:srgbClr>
              </a:gs>
              <a:gs pos="20428">
                <a:srgbClr val="F3F5F7">
                  <a:alpha val="0"/>
                </a:srgbClr>
              </a:gs>
              <a:gs pos="66730">
                <a:srgbClr val="F3F5F7"/>
              </a:gs>
              <a:gs pos="100000">
                <a:srgbClr val="F3F5F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1" name="!!circle-1sm"/>
          <p:cNvSpPr/>
          <p:nvPr/>
        </p:nvSpPr>
        <p:spPr>
          <a:xfrm>
            <a:off x="5536317" y="1180760"/>
            <a:ext cx="36055" cy="36055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12" name="!!circle-1sp"/>
          <p:cNvSpPr/>
          <p:nvPr/>
        </p:nvSpPr>
        <p:spPr>
          <a:xfrm>
            <a:off x="9316759" y="3069671"/>
            <a:ext cx="24295" cy="24295"/>
          </a:xfrm>
          <a:prstGeom prst="ellipse">
            <a:avLst/>
          </a:prstGeom>
          <a:solidFill>
            <a:srgbClr val="627D8D">
              <a:alpha val="18100"/>
            </a:srgbClr>
          </a:solidFill>
          <a:ln>
            <a:noFill/>
          </a:ln>
        </p:spPr>
      </p:sp>
      <p:sp>
        <p:nvSpPr>
          <p:cNvPr id="13" name="!!circle-1ss"/>
          <p:cNvSpPr/>
          <p:nvPr/>
        </p:nvSpPr>
        <p:spPr>
          <a:xfrm>
            <a:off x="3465266" y="6297796"/>
            <a:ext cx="25959" cy="25959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14" name="!!circle-1sv"/>
          <p:cNvSpPr/>
          <p:nvPr/>
        </p:nvSpPr>
        <p:spPr>
          <a:xfrm>
            <a:off x="2023471" y="1669269"/>
            <a:ext cx="35878" cy="35878"/>
          </a:xfrm>
          <a:prstGeom prst="ellipse">
            <a:avLst/>
          </a:prstGeom>
          <a:solidFill>
            <a:srgbClr val="627D8D">
              <a:alpha val="26800"/>
            </a:srgbClr>
          </a:solidFill>
          <a:ln>
            <a:noFill/>
          </a:ln>
        </p:spPr>
      </p:sp>
      <p:sp>
        <p:nvSpPr>
          <p:cNvPr id="15" name="!!circle-1sy"/>
          <p:cNvSpPr/>
          <p:nvPr/>
        </p:nvSpPr>
        <p:spPr>
          <a:xfrm>
            <a:off x="6889837" y="3519426"/>
            <a:ext cx="40234" cy="40234"/>
          </a:xfrm>
          <a:prstGeom prst="ellipse">
            <a:avLst/>
          </a:prstGeom>
          <a:solidFill>
            <a:srgbClr val="627D8D">
              <a:alpha val="31300"/>
            </a:srgbClr>
          </a:solidFill>
          <a:ln>
            <a:noFill/>
          </a:ln>
        </p:spPr>
      </p:sp>
      <p:sp>
        <p:nvSpPr>
          <p:cNvPr id="16" name="!!circle-1t4"/>
          <p:cNvSpPr/>
          <p:nvPr/>
        </p:nvSpPr>
        <p:spPr>
          <a:xfrm>
            <a:off x="1227772" y="4646156"/>
            <a:ext cx="29959" cy="29959"/>
          </a:xfrm>
          <a:prstGeom prst="ellipse">
            <a:avLst/>
          </a:prstGeom>
          <a:solidFill>
            <a:srgbClr val="627D8D">
              <a:alpha val="19400"/>
            </a:srgbClr>
          </a:solidFill>
          <a:ln>
            <a:noFill/>
          </a:ln>
        </p:spPr>
      </p:sp>
      <p:sp>
        <p:nvSpPr>
          <p:cNvPr id="17" name="!!circle-1t7"/>
          <p:cNvSpPr/>
          <p:nvPr/>
        </p:nvSpPr>
        <p:spPr>
          <a:xfrm>
            <a:off x="8421532" y="4349298"/>
            <a:ext cx="28702" cy="28702"/>
          </a:xfrm>
          <a:prstGeom prst="ellipse">
            <a:avLst/>
          </a:prstGeom>
          <a:solidFill>
            <a:srgbClr val="627D8D">
              <a:alpha val="17800"/>
            </a:srgbClr>
          </a:solidFill>
          <a:ln>
            <a:noFill/>
          </a:ln>
        </p:spPr>
      </p:sp>
      <p:sp>
        <p:nvSpPr>
          <p:cNvPr id="18" name="!!circle-1ta"/>
          <p:cNvSpPr/>
          <p:nvPr/>
        </p:nvSpPr>
        <p:spPr>
          <a:xfrm>
            <a:off x="10947294" y="1692899"/>
            <a:ext cx="24066" cy="24066"/>
          </a:xfrm>
          <a:prstGeom prst="ellipse">
            <a:avLst/>
          </a:prstGeom>
          <a:solidFill>
            <a:srgbClr val="627D8D">
              <a:alpha val="23900"/>
            </a:srgbClr>
          </a:solidFill>
          <a:ln>
            <a:noFill/>
          </a:ln>
        </p:spPr>
      </p:sp>
      <p:sp>
        <p:nvSpPr>
          <p:cNvPr id="19" name="!!circle-1td"/>
          <p:cNvSpPr/>
          <p:nvPr/>
        </p:nvSpPr>
        <p:spPr>
          <a:xfrm>
            <a:off x="8483100" y="5553963"/>
            <a:ext cx="35865" cy="35865"/>
          </a:xfrm>
          <a:prstGeom prst="ellipse">
            <a:avLst/>
          </a:prstGeom>
          <a:solidFill>
            <a:srgbClr val="627D8D">
              <a:alpha val="28200"/>
            </a:srgbClr>
          </a:solidFill>
          <a:ln>
            <a:noFill/>
          </a:ln>
        </p:spPr>
      </p:sp>
      <p:sp>
        <p:nvSpPr>
          <p:cNvPr id="20" name="!!circle-1tg"/>
          <p:cNvSpPr/>
          <p:nvPr/>
        </p:nvSpPr>
        <p:spPr>
          <a:xfrm>
            <a:off x="1535019" y="2637143"/>
            <a:ext cx="39218" cy="39218"/>
          </a:xfrm>
          <a:prstGeom prst="ellipse">
            <a:avLst/>
          </a:prstGeom>
          <a:solidFill>
            <a:srgbClr val="627D8D">
              <a:alpha val="29600"/>
            </a:srgbClr>
          </a:solidFill>
          <a:ln>
            <a:noFill/>
          </a:ln>
        </p:spPr>
      </p:sp>
      <p:sp>
        <p:nvSpPr>
          <p:cNvPr id="21" name="!!circle-1tj"/>
          <p:cNvSpPr/>
          <p:nvPr/>
        </p:nvSpPr>
        <p:spPr>
          <a:xfrm>
            <a:off x="7033316" y="5715126"/>
            <a:ext cx="49733" cy="49733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2" name="!!circle-1tm"/>
          <p:cNvSpPr/>
          <p:nvPr/>
        </p:nvSpPr>
        <p:spPr>
          <a:xfrm>
            <a:off x="6451284" y="1406406"/>
            <a:ext cx="41694" cy="41694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3" name="!!circle-1tp"/>
          <p:cNvSpPr/>
          <p:nvPr/>
        </p:nvSpPr>
        <p:spPr>
          <a:xfrm>
            <a:off x="6801228" y="4819422"/>
            <a:ext cx="31979" cy="31979"/>
          </a:xfrm>
          <a:prstGeom prst="ellipse">
            <a:avLst/>
          </a:prstGeom>
          <a:solidFill>
            <a:srgbClr val="627D8D">
              <a:alpha val="24100"/>
            </a:srgbClr>
          </a:solidFill>
          <a:ln>
            <a:noFill/>
          </a:ln>
        </p:spPr>
      </p:sp>
      <p:sp>
        <p:nvSpPr>
          <p:cNvPr id="24" name="!!circle-1ts"/>
          <p:cNvSpPr/>
          <p:nvPr/>
        </p:nvSpPr>
        <p:spPr>
          <a:xfrm>
            <a:off x="3925472" y="650593"/>
            <a:ext cx="18085" cy="18085"/>
          </a:xfrm>
          <a:prstGeom prst="ellipse">
            <a:avLst/>
          </a:prstGeom>
          <a:solidFill>
            <a:srgbClr val="627D8D">
              <a:alpha val="10500"/>
            </a:srgbClr>
          </a:solidFill>
          <a:ln>
            <a:noFill/>
          </a:ln>
        </p:spPr>
      </p:sp>
      <p:sp>
        <p:nvSpPr>
          <p:cNvPr id="25" name="!!circle-1ty"/>
          <p:cNvSpPr/>
          <p:nvPr/>
        </p:nvSpPr>
        <p:spPr>
          <a:xfrm>
            <a:off x="3494432" y="6020679"/>
            <a:ext cx="39243" cy="39243"/>
          </a:xfrm>
          <a:prstGeom prst="ellipse">
            <a:avLst/>
          </a:prstGeom>
          <a:solidFill>
            <a:srgbClr val="627D8D">
              <a:alpha val="27700"/>
            </a:srgbClr>
          </a:solidFill>
          <a:ln>
            <a:noFill/>
          </a:ln>
        </p:spPr>
      </p:sp>
      <p:sp>
        <p:nvSpPr>
          <p:cNvPr id="26" name="!!circle-1u1"/>
          <p:cNvSpPr/>
          <p:nvPr/>
        </p:nvSpPr>
        <p:spPr>
          <a:xfrm>
            <a:off x="1638986" y="6427574"/>
            <a:ext cx="34519" cy="34519"/>
          </a:xfrm>
          <a:prstGeom prst="ellipse">
            <a:avLst/>
          </a:prstGeom>
          <a:solidFill>
            <a:srgbClr val="627D8D">
              <a:alpha val="22500"/>
            </a:srgbClr>
          </a:solidFill>
          <a:ln>
            <a:noFill/>
          </a:ln>
        </p:spPr>
      </p:sp>
      <p:sp>
        <p:nvSpPr>
          <p:cNvPr id="27" name="!!circle-1u4"/>
          <p:cNvSpPr/>
          <p:nvPr/>
        </p:nvSpPr>
        <p:spPr>
          <a:xfrm>
            <a:off x="2730559" y="4806856"/>
            <a:ext cx="46228" cy="46228"/>
          </a:xfrm>
          <a:prstGeom prst="ellipse">
            <a:avLst/>
          </a:prstGeom>
          <a:solidFill>
            <a:srgbClr val="627D8D">
              <a:alpha val="26200"/>
            </a:srgbClr>
          </a:solidFill>
          <a:ln>
            <a:noFill/>
          </a:ln>
        </p:spPr>
      </p:sp>
      <p:sp>
        <p:nvSpPr>
          <p:cNvPr id="28" name="!!circle-1u7"/>
          <p:cNvSpPr/>
          <p:nvPr/>
        </p:nvSpPr>
        <p:spPr>
          <a:xfrm>
            <a:off x="7435774" y="4600517"/>
            <a:ext cx="49327" cy="49327"/>
          </a:xfrm>
          <a:prstGeom prst="ellipse">
            <a:avLst/>
          </a:prstGeom>
          <a:solidFill>
            <a:srgbClr val="627D8D">
              <a:alpha val="20800"/>
            </a:srgbClr>
          </a:solidFill>
          <a:ln>
            <a:noFill/>
          </a:ln>
        </p:spPr>
      </p:sp>
      <p:sp>
        <p:nvSpPr>
          <p:cNvPr id="29" name="!!circle-1ua"/>
          <p:cNvSpPr/>
          <p:nvPr/>
        </p:nvSpPr>
        <p:spPr>
          <a:xfrm>
            <a:off x="9698615" y="5231405"/>
            <a:ext cx="24054" cy="24054"/>
          </a:xfrm>
          <a:prstGeom prst="ellipse">
            <a:avLst/>
          </a:prstGeom>
          <a:solidFill>
            <a:srgbClr val="627D8D">
              <a:alpha val="22200"/>
            </a:srgbClr>
          </a:solidFill>
          <a:ln>
            <a:noFill/>
          </a:ln>
        </p:spPr>
      </p:sp>
      <p:sp>
        <p:nvSpPr>
          <p:cNvPr id="30" name="!!circle-1ud"/>
          <p:cNvSpPr/>
          <p:nvPr/>
        </p:nvSpPr>
        <p:spPr>
          <a:xfrm>
            <a:off x="1993271" y="1321794"/>
            <a:ext cx="32271" cy="32271"/>
          </a:xfrm>
          <a:prstGeom prst="ellipse">
            <a:avLst/>
          </a:prstGeom>
          <a:solidFill>
            <a:srgbClr val="627D8D">
              <a:alpha val="20500"/>
            </a:srgbClr>
          </a:solidFill>
          <a:ln>
            <a:noFill/>
          </a:ln>
        </p:spPr>
      </p:sp>
      <p:sp>
        <p:nvSpPr>
          <p:cNvPr id="31" name="!!circle-1uj"/>
          <p:cNvSpPr/>
          <p:nvPr/>
        </p:nvSpPr>
        <p:spPr>
          <a:xfrm>
            <a:off x="2056946" y="2230567"/>
            <a:ext cx="34252" cy="34252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32" name="!!circle-1um"/>
          <p:cNvSpPr/>
          <p:nvPr/>
        </p:nvSpPr>
        <p:spPr>
          <a:xfrm>
            <a:off x="9595008" y="3997142"/>
            <a:ext cx="44196" cy="44196"/>
          </a:xfrm>
          <a:prstGeom prst="ellipse">
            <a:avLst/>
          </a:prstGeom>
          <a:solidFill>
            <a:srgbClr val="627D8D">
              <a:alpha val="21700"/>
            </a:srgbClr>
          </a:solidFill>
          <a:ln>
            <a:noFill/>
          </a:ln>
        </p:spPr>
      </p:sp>
      <p:sp>
        <p:nvSpPr>
          <p:cNvPr id="33" name="!!circle-1up"/>
          <p:cNvSpPr/>
          <p:nvPr/>
        </p:nvSpPr>
        <p:spPr>
          <a:xfrm>
            <a:off x="6748460" y="1677084"/>
            <a:ext cx="35192" cy="35192"/>
          </a:xfrm>
          <a:prstGeom prst="ellipse">
            <a:avLst/>
          </a:prstGeom>
          <a:solidFill>
            <a:srgbClr val="627D8D">
              <a:alpha val="27100"/>
            </a:srgbClr>
          </a:solidFill>
          <a:ln>
            <a:noFill/>
          </a:ln>
        </p:spPr>
      </p:sp>
      <p:sp>
        <p:nvSpPr>
          <p:cNvPr id="34" name="!!circle-1us"/>
          <p:cNvSpPr/>
          <p:nvPr/>
        </p:nvSpPr>
        <p:spPr>
          <a:xfrm>
            <a:off x="10217969" y="5130970"/>
            <a:ext cx="43358" cy="43358"/>
          </a:xfrm>
          <a:prstGeom prst="ellipse">
            <a:avLst/>
          </a:prstGeom>
          <a:solidFill>
            <a:srgbClr val="627D8D">
              <a:alpha val="19500"/>
            </a:srgbClr>
          </a:solidFill>
          <a:ln>
            <a:noFill/>
          </a:ln>
        </p:spPr>
      </p:sp>
      <p:sp>
        <p:nvSpPr>
          <p:cNvPr id="35" name="!!circle-1uv"/>
          <p:cNvSpPr/>
          <p:nvPr/>
        </p:nvSpPr>
        <p:spPr>
          <a:xfrm>
            <a:off x="3226749" y="1904695"/>
            <a:ext cx="33528" cy="33528"/>
          </a:xfrm>
          <a:prstGeom prst="ellipse">
            <a:avLst/>
          </a:prstGeom>
          <a:solidFill>
            <a:srgbClr val="627D8D">
              <a:alpha val="28300"/>
            </a:srgbClr>
          </a:solidFill>
          <a:ln>
            <a:noFill/>
          </a:ln>
        </p:spPr>
      </p:sp>
      <p:sp>
        <p:nvSpPr>
          <p:cNvPr id="36" name="!!circle-1uy"/>
          <p:cNvSpPr/>
          <p:nvPr/>
        </p:nvSpPr>
        <p:spPr>
          <a:xfrm>
            <a:off x="6851869" y="2504375"/>
            <a:ext cx="28956" cy="28956"/>
          </a:xfrm>
          <a:prstGeom prst="ellipse">
            <a:avLst/>
          </a:prstGeom>
          <a:solidFill>
            <a:srgbClr val="627D8D">
              <a:alpha val="21800"/>
            </a:srgbClr>
          </a:solidFill>
          <a:ln>
            <a:noFill/>
          </a:ln>
        </p:spPr>
      </p:sp>
      <p:sp>
        <p:nvSpPr>
          <p:cNvPr id="37" name="!!circle-1v1"/>
          <p:cNvSpPr/>
          <p:nvPr/>
        </p:nvSpPr>
        <p:spPr>
          <a:xfrm>
            <a:off x="7028872" y="6157636"/>
            <a:ext cx="45555" cy="45555"/>
          </a:xfrm>
          <a:prstGeom prst="ellipse">
            <a:avLst/>
          </a:prstGeom>
          <a:solidFill>
            <a:srgbClr val="627D8D">
              <a:alpha val="20900"/>
            </a:srgbClr>
          </a:solidFill>
          <a:ln>
            <a:noFill/>
          </a:ln>
        </p:spPr>
      </p:sp>
      <p:sp>
        <p:nvSpPr>
          <p:cNvPr id="38" name="!!circle-1v4"/>
          <p:cNvSpPr/>
          <p:nvPr/>
        </p:nvSpPr>
        <p:spPr>
          <a:xfrm>
            <a:off x="11290559" y="2981019"/>
            <a:ext cx="39484" cy="39484"/>
          </a:xfrm>
          <a:prstGeom prst="ellipse">
            <a:avLst/>
          </a:prstGeom>
          <a:solidFill>
            <a:srgbClr val="627D8D">
              <a:alpha val="13600"/>
            </a:srgbClr>
          </a:solidFill>
          <a:ln>
            <a:noFill/>
          </a:ln>
        </p:spPr>
      </p:sp>
      <p:sp>
        <p:nvSpPr>
          <p:cNvPr id="39" name="!!circle-1v7"/>
          <p:cNvSpPr/>
          <p:nvPr/>
        </p:nvSpPr>
        <p:spPr>
          <a:xfrm>
            <a:off x="7487692" y="5535190"/>
            <a:ext cx="30455" cy="30455"/>
          </a:xfrm>
          <a:prstGeom prst="ellipse">
            <a:avLst/>
          </a:prstGeom>
          <a:solidFill>
            <a:srgbClr val="627D8D">
              <a:alpha val="16500"/>
            </a:srgbClr>
          </a:solidFill>
          <a:ln>
            <a:noFill/>
          </a:ln>
        </p:spPr>
      </p:sp>
      <p:sp>
        <p:nvSpPr>
          <p:cNvPr id="40" name="!!circle-1va"/>
          <p:cNvSpPr/>
          <p:nvPr/>
        </p:nvSpPr>
        <p:spPr>
          <a:xfrm>
            <a:off x="8995216" y="6298539"/>
            <a:ext cx="28257" cy="28257"/>
          </a:xfrm>
          <a:prstGeom prst="ellipse">
            <a:avLst/>
          </a:prstGeom>
          <a:solidFill>
            <a:srgbClr val="627D8D">
              <a:alpha val="15700"/>
            </a:srgbClr>
          </a:solidFill>
          <a:ln>
            <a:noFill/>
          </a:ln>
        </p:spPr>
      </p:sp>
      <p:sp>
        <p:nvSpPr>
          <p:cNvPr id="41" name="!!circle-1vd"/>
          <p:cNvSpPr/>
          <p:nvPr/>
        </p:nvSpPr>
        <p:spPr>
          <a:xfrm>
            <a:off x="11450334" y="4932416"/>
            <a:ext cx="45149" cy="45149"/>
          </a:xfrm>
          <a:prstGeom prst="ellipse">
            <a:avLst/>
          </a:prstGeom>
          <a:solidFill>
            <a:srgbClr val="627D8D">
              <a:alpha val="31200"/>
            </a:srgbClr>
          </a:solidFill>
          <a:ln>
            <a:noFill/>
          </a:ln>
        </p:spPr>
      </p:sp>
      <p:sp>
        <p:nvSpPr>
          <p:cNvPr id="42" name="!!circle-1vg"/>
          <p:cNvSpPr/>
          <p:nvPr/>
        </p:nvSpPr>
        <p:spPr>
          <a:xfrm>
            <a:off x="3476757" y="2851119"/>
            <a:ext cx="30696" cy="30696"/>
          </a:xfrm>
          <a:prstGeom prst="ellipse">
            <a:avLst/>
          </a:prstGeom>
          <a:solidFill>
            <a:srgbClr val="627D8D">
              <a:alpha val="25700"/>
            </a:srgbClr>
          </a:solidFill>
          <a:ln>
            <a:noFill/>
          </a:ln>
        </p:spPr>
      </p:sp>
      <p:sp>
        <p:nvSpPr>
          <p:cNvPr id="43" name="!!circle-1vj"/>
          <p:cNvSpPr/>
          <p:nvPr/>
        </p:nvSpPr>
        <p:spPr>
          <a:xfrm>
            <a:off x="8820314" y="3363199"/>
            <a:ext cx="37401" cy="37401"/>
          </a:xfrm>
          <a:prstGeom prst="ellipse">
            <a:avLst/>
          </a:prstGeom>
          <a:solidFill>
            <a:srgbClr val="627D8D">
              <a:alpha val="16000"/>
            </a:srgbClr>
          </a:solidFill>
          <a:ln>
            <a:noFill/>
          </a:ln>
        </p:spPr>
      </p:sp>
      <p:sp>
        <p:nvSpPr>
          <p:cNvPr id="44" name="!!circle-1vm"/>
          <p:cNvSpPr/>
          <p:nvPr/>
        </p:nvSpPr>
        <p:spPr>
          <a:xfrm>
            <a:off x="1834741" y="4270277"/>
            <a:ext cx="33096" cy="33096"/>
          </a:xfrm>
          <a:prstGeom prst="ellipse">
            <a:avLst/>
          </a:prstGeom>
          <a:solidFill>
            <a:srgbClr val="627D8D">
              <a:alpha val="22300"/>
            </a:srgbClr>
          </a:solidFill>
          <a:ln>
            <a:noFill/>
          </a:ln>
        </p:spPr>
      </p:sp>
      <p:sp>
        <p:nvSpPr>
          <p:cNvPr id="45" name="!!circle-1vp"/>
          <p:cNvSpPr/>
          <p:nvPr/>
        </p:nvSpPr>
        <p:spPr>
          <a:xfrm>
            <a:off x="11568295" y="393107"/>
            <a:ext cx="21145" cy="21145"/>
          </a:xfrm>
          <a:prstGeom prst="ellipse">
            <a:avLst/>
          </a:prstGeom>
          <a:solidFill>
            <a:srgbClr val="627D8D">
              <a:alpha val="16300"/>
            </a:srgbClr>
          </a:solidFill>
          <a:ln>
            <a:noFill/>
          </a:ln>
        </p:spPr>
      </p:sp>
      <p:sp>
        <p:nvSpPr>
          <p:cNvPr id="46" name="!!circle-1vs"/>
          <p:cNvSpPr/>
          <p:nvPr/>
        </p:nvSpPr>
        <p:spPr>
          <a:xfrm>
            <a:off x="11075178" y="5399061"/>
            <a:ext cx="35281" cy="35281"/>
          </a:xfrm>
          <a:prstGeom prst="ellipse">
            <a:avLst/>
          </a:prstGeom>
          <a:solidFill>
            <a:srgbClr val="627D8D">
              <a:alpha val="30000"/>
            </a:srgbClr>
          </a:solidFill>
          <a:ln>
            <a:noFill/>
          </a:ln>
        </p:spPr>
      </p:sp>
      <p:sp>
        <p:nvSpPr>
          <p:cNvPr id="47" name="!!rect-9ek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7">
              <a:alpha val="47000"/>
            </a:srgbClr>
          </a:solidFill>
          <a:ln>
            <a:noFill/>
          </a:ln>
        </p:spPr>
      </p:sp>
      <p:sp>
        <p:nvSpPr>
          <p:cNvPr id="48" name="!!path-9ic"/>
          <p:cNvSpPr/>
          <p:nvPr/>
        </p:nvSpPr>
        <p:spPr>
          <a:xfrm>
            <a:off x="381000" y="306527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2026"/>
            </a:srgbClr>
          </a:solidFill>
          <a:ln>
            <a:noFill/>
          </a:ln>
        </p:spPr>
      </p:sp>
      <p:sp>
        <p:nvSpPr>
          <p:cNvPr id="49" name="!!path-9id"/>
          <p:cNvSpPr/>
          <p:nvPr/>
        </p:nvSpPr>
        <p:spPr>
          <a:xfrm>
            <a:off x="381000" y="308153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2026"/>
            </a:srgbClr>
          </a:solidFill>
          <a:ln>
            <a:noFill/>
          </a:ln>
        </p:spPr>
      </p:sp>
      <p:sp>
        <p:nvSpPr>
          <p:cNvPr id="50" name="!!path-9ie"/>
          <p:cNvSpPr/>
          <p:nvPr/>
        </p:nvSpPr>
        <p:spPr>
          <a:xfrm>
            <a:off x="381000" y="309778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2026"/>
            </a:srgbClr>
          </a:solidFill>
          <a:ln>
            <a:noFill/>
          </a:ln>
        </p:spPr>
      </p:sp>
      <p:sp>
        <p:nvSpPr>
          <p:cNvPr id="51" name="!!path-9if"/>
          <p:cNvSpPr/>
          <p:nvPr/>
        </p:nvSpPr>
        <p:spPr>
          <a:xfrm>
            <a:off x="381000" y="311404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2026"/>
            </a:srgbClr>
          </a:solidFill>
          <a:ln>
            <a:noFill/>
          </a:ln>
        </p:spPr>
      </p:sp>
      <p:sp>
        <p:nvSpPr>
          <p:cNvPr id="52" name="!!path-9ig"/>
          <p:cNvSpPr/>
          <p:nvPr/>
        </p:nvSpPr>
        <p:spPr>
          <a:xfrm>
            <a:off x="381000" y="313030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2026"/>
            </a:srgbClr>
          </a:solidFill>
          <a:ln>
            <a:noFill/>
          </a:ln>
        </p:spPr>
      </p:sp>
      <p:sp>
        <p:nvSpPr>
          <p:cNvPr id="53" name="!!path-9ih"/>
          <p:cNvSpPr/>
          <p:nvPr/>
        </p:nvSpPr>
        <p:spPr>
          <a:xfrm>
            <a:off x="381000" y="314655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2026"/>
            </a:srgbClr>
          </a:solidFill>
          <a:ln>
            <a:noFill/>
          </a:ln>
        </p:spPr>
      </p:sp>
      <p:sp>
        <p:nvSpPr>
          <p:cNvPr id="54" name="!!path-9ii"/>
          <p:cNvSpPr/>
          <p:nvPr/>
        </p:nvSpPr>
        <p:spPr>
          <a:xfrm>
            <a:off x="381000" y="316281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2026"/>
            </a:srgbClr>
          </a:solidFill>
          <a:ln>
            <a:noFill/>
          </a:ln>
        </p:spPr>
      </p:sp>
      <p:sp>
        <p:nvSpPr>
          <p:cNvPr id="55" name="!!path-9ij"/>
          <p:cNvSpPr/>
          <p:nvPr/>
        </p:nvSpPr>
        <p:spPr>
          <a:xfrm>
            <a:off x="381000" y="317906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solidFill>
            <a:srgbClr val="46606F">
              <a:alpha val="2026"/>
            </a:srgbClr>
          </a:solidFill>
          <a:ln>
            <a:noFill/>
          </a:ln>
        </p:spPr>
      </p:sp>
      <p:sp>
        <p:nvSpPr>
          <p:cNvPr id="56" name="!!path-9ik"/>
          <p:cNvSpPr/>
          <p:nvPr/>
        </p:nvSpPr>
        <p:spPr>
          <a:xfrm>
            <a:off x="419608" y="269342"/>
            <a:ext cx="128422" cy="122936"/>
          </a:xfrm>
          <a:custGeom>
            <a:avLst/>
            <a:gdLst/>
            <a:ahLst/>
            <a:cxnLst/>
            <a:rect l="l" t="t" r="r" b="b"/>
            <a:pathLst>
              <a:path w="128422" h="122936">
                <a:moveTo>
                  <a:pt x="0" y="17678"/>
                </a:moveTo>
                <a:lnTo>
                  <a:pt x="8128" y="5080"/>
                </a:lnTo>
                <a:cubicBezTo>
                  <a:pt x="32512" y="0"/>
                  <a:pt x="73152" y="7112"/>
                  <a:pt x="101600" y="26416"/>
                </a:cubicBezTo>
                <a:cubicBezTo>
                  <a:pt x="116840" y="37186"/>
                  <a:pt x="124968" y="49784"/>
                  <a:pt x="128422" y="62992"/>
                </a:cubicBezTo>
                <a:lnTo>
                  <a:pt x="128422" y="122936"/>
                </a:lnTo>
                <a:lnTo>
                  <a:pt x="0" y="122936"/>
                </a:lnTo>
                <a:close/>
              </a:path>
            </a:pathLst>
          </a:custGeom>
          <a:solidFill>
            <a:srgbClr val="E9EEF1">
              <a:alpha val="59598"/>
            </a:srgbClr>
          </a:solidFill>
          <a:ln>
            <a:noFill/>
          </a:ln>
        </p:spPr>
      </p:sp>
      <p:sp>
        <p:nvSpPr>
          <p:cNvPr id="57" name="!!path-9il"/>
          <p:cNvSpPr/>
          <p:nvPr/>
        </p:nvSpPr>
        <p:spPr>
          <a:xfrm>
            <a:off x="419608" y="269342"/>
            <a:ext cx="128422" cy="62992"/>
          </a:xfrm>
          <a:custGeom>
            <a:avLst/>
            <a:gdLst/>
            <a:ahLst/>
            <a:cxnLst/>
            <a:rect l="l" t="t" r="r" b="b"/>
            <a:pathLst>
              <a:path w="128422" h="62992" fill="none">
                <a:moveTo>
                  <a:pt x="128422" y="62992"/>
                </a:moveTo>
                <a:cubicBezTo>
                  <a:pt x="124968" y="49784"/>
                  <a:pt x="116840" y="37186"/>
                  <a:pt x="101600" y="26416"/>
                </a:cubicBezTo>
                <a:cubicBezTo>
                  <a:pt x="73152" y="7112"/>
                  <a:pt x="32512" y="0"/>
                  <a:pt x="8128" y="5080"/>
                </a:cubicBezTo>
                <a:lnTo>
                  <a:pt x="0" y="17678"/>
                </a:lnTo>
              </a:path>
            </a:pathLst>
          </a:custGeom>
          <a:noFill/>
          <a:ln w="4877" cap="rnd">
            <a:solidFill>
              <a:srgbClr val="627D8D">
                <a:alpha val="59598"/>
              </a:srgbClr>
            </a:solidFill>
            <a:prstDash val="solid"/>
            <a:round/>
          </a:ln>
        </p:spPr>
      </p:sp>
      <p:sp>
        <p:nvSpPr>
          <p:cNvPr id="58" name="!!path-9im"/>
          <p:cNvSpPr/>
          <p:nvPr/>
        </p:nvSpPr>
        <p:spPr>
          <a:xfrm>
            <a:off x="407010" y="281534"/>
            <a:ext cx="141021" cy="110744"/>
          </a:xfrm>
          <a:custGeom>
            <a:avLst/>
            <a:gdLst/>
            <a:ahLst/>
            <a:cxnLst/>
            <a:rect l="l" t="t" r="r" b="b"/>
            <a:pathLst>
              <a:path w="141021" h="110744">
                <a:moveTo>
                  <a:pt x="0" y="22352"/>
                </a:moveTo>
                <a:lnTo>
                  <a:pt x="6502" y="6502"/>
                </a:lnTo>
                <a:cubicBezTo>
                  <a:pt x="36982" y="0"/>
                  <a:pt x="79654" y="7112"/>
                  <a:pt x="110134" y="25400"/>
                </a:cubicBezTo>
                <a:cubicBezTo>
                  <a:pt x="126390" y="35154"/>
                  <a:pt x="136550" y="49784"/>
                  <a:pt x="141021" y="62992"/>
                </a:cubicBezTo>
                <a:lnTo>
                  <a:pt x="141021" y="110744"/>
                </a:lnTo>
                <a:lnTo>
                  <a:pt x="0" y="110744"/>
                </a:lnTo>
                <a:close/>
              </a:path>
            </a:pathLst>
          </a:custGeom>
          <a:solidFill>
            <a:srgbClr val="E9EEF1">
              <a:alpha val="59598"/>
            </a:srgbClr>
          </a:solidFill>
          <a:ln>
            <a:noFill/>
          </a:ln>
        </p:spPr>
      </p:sp>
      <p:sp>
        <p:nvSpPr>
          <p:cNvPr id="59" name="!!path-9in"/>
          <p:cNvSpPr/>
          <p:nvPr/>
        </p:nvSpPr>
        <p:spPr>
          <a:xfrm>
            <a:off x="407010" y="281534"/>
            <a:ext cx="141021" cy="62992"/>
          </a:xfrm>
          <a:custGeom>
            <a:avLst/>
            <a:gdLst/>
            <a:ahLst/>
            <a:cxnLst/>
            <a:rect l="l" t="t" r="r" b="b"/>
            <a:pathLst>
              <a:path w="141021" h="62992" fill="none">
                <a:moveTo>
                  <a:pt x="141021" y="62992"/>
                </a:moveTo>
                <a:cubicBezTo>
                  <a:pt x="136550" y="49784"/>
                  <a:pt x="126390" y="35154"/>
                  <a:pt x="110134" y="25400"/>
                </a:cubicBezTo>
                <a:cubicBezTo>
                  <a:pt x="79654" y="7112"/>
                  <a:pt x="36982" y="0"/>
                  <a:pt x="6502" y="6502"/>
                </a:cubicBezTo>
                <a:lnTo>
                  <a:pt x="0" y="22352"/>
                </a:lnTo>
              </a:path>
            </a:pathLst>
          </a:custGeom>
          <a:noFill/>
          <a:ln w="4877" cap="rnd">
            <a:solidFill>
              <a:srgbClr val="627D8D">
                <a:alpha val="59598"/>
              </a:srgbClr>
            </a:solidFill>
            <a:prstDash val="solid"/>
            <a:round/>
          </a:ln>
        </p:spPr>
      </p:sp>
      <p:sp>
        <p:nvSpPr>
          <p:cNvPr id="60" name="!!path-9io"/>
          <p:cNvSpPr/>
          <p:nvPr/>
        </p:nvSpPr>
        <p:spPr>
          <a:xfrm>
            <a:off x="395834" y="294742"/>
            <a:ext cx="151790" cy="97536"/>
          </a:xfrm>
          <a:custGeom>
            <a:avLst/>
            <a:gdLst/>
            <a:ahLst/>
            <a:cxnLst/>
            <a:rect l="l" t="t" r="r" b="b"/>
            <a:pathLst>
              <a:path w="151790" h="97536">
                <a:moveTo>
                  <a:pt x="0" y="23165"/>
                </a:moveTo>
                <a:lnTo>
                  <a:pt x="3861" y="12598"/>
                </a:lnTo>
                <a:cubicBezTo>
                  <a:pt x="37998" y="0"/>
                  <a:pt x="84734" y="5080"/>
                  <a:pt x="117246" y="21946"/>
                </a:cubicBezTo>
                <a:cubicBezTo>
                  <a:pt x="135534" y="31496"/>
                  <a:pt x="146710" y="43688"/>
                  <a:pt x="151790" y="55270"/>
                </a:cubicBezTo>
                <a:lnTo>
                  <a:pt x="151790" y="97536"/>
                </a:lnTo>
                <a:lnTo>
                  <a:pt x="0" y="97536"/>
                </a:lnTo>
                <a:close/>
              </a:path>
            </a:pathLst>
          </a:custGeom>
          <a:solidFill>
            <a:srgbClr val="E9EEF1">
              <a:alpha val="59598"/>
            </a:srgbClr>
          </a:solidFill>
          <a:ln>
            <a:noFill/>
          </a:ln>
        </p:spPr>
      </p:sp>
      <p:sp>
        <p:nvSpPr>
          <p:cNvPr id="61" name="!!path-9ip"/>
          <p:cNvSpPr/>
          <p:nvPr/>
        </p:nvSpPr>
        <p:spPr>
          <a:xfrm>
            <a:off x="395834" y="294742"/>
            <a:ext cx="151790" cy="55270"/>
          </a:xfrm>
          <a:custGeom>
            <a:avLst/>
            <a:gdLst/>
            <a:ahLst/>
            <a:cxnLst/>
            <a:rect l="l" t="t" r="r" b="b"/>
            <a:pathLst>
              <a:path w="151790" h="55270" fill="none">
                <a:moveTo>
                  <a:pt x="151790" y="55270"/>
                </a:moveTo>
                <a:cubicBezTo>
                  <a:pt x="146710" y="43688"/>
                  <a:pt x="135534" y="31496"/>
                  <a:pt x="117246" y="21946"/>
                </a:cubicBezTo>
                <a:cubicBezTo>
                  <a:pt x="84734" y="5080"/>
                  <a:pt x="37998" y="0"/>
                  <a:pt x="3861" y="12598"/>
                </a:cubicBezTo>
                <a:lnTo>
                  <a:pt x="0" y="23165"/>
                </a:lnTo>
              </a:path>
            </a:pathLst>
          </a:custGeom>
          <a:noFill/>
          <a:ln w="4877" cap="rnd">
            <a:solidFill>
              <a:srgbClr val="627D8D">
                <a:alpha val="59598"/>
              </a:srgbClr>
            </a:solidFill>
            <a:prstDash val="solid"/>
            <a:round/>
          </a:ln>
        </p:spPr>
      </p:sp>
      <p:sp>
        <p:nvSpPr>
          <p:cNvPr id="62" name="!!path-9iq"/>
          <p:cNvSpPr/>
          <p:nvPr/>
        </p:nvSpPr>
        <p:spPr>
          <a:xfrm>
            <a:off x="548234" y="264262"/>
            <a:ext cx="120294" cy="128016"/>
          </a:xfrm>
          <a:custGeom>
            <a:avLst/>
            <a:gdLst/>
            <a:ahLst/>
            <a:cxnLst/>
            <a:rect l="l" t="t" r="r" b="b"/>
            <a:pathLst>
              <a:path w="120294" h="128016">
                <a:moveTo>
                  <a:pt x="120294" y="18288"/>
                </a:moveTo>
                <a:lnTo>
                  <a:pt x="113589" y="4470"/>
                </a:lnTo>
                <a:cubicBezTo>
                  <a:pt x="86766" y="0"/>
                  <a:pt x="44094" y="10160"/>
                  <a:pt x="17678" y="30480"/>
                </a:cubicBezTo>
                <a:cubicBezTo>
                  <a:pt x="6502" y="39624"/>
                  <a:pt x="1422" y="52832"/>
                  <a:pt x="0" y="67056"/>
                </a:cubicBezTo>
                <a:lnTo>
                  <a:pt x="0" y="128016"/>
                </a:lnTo>
                <a:lnTo>
                  <a:pt x="120294" y="128016"/>
                </a:lnTo>
                <a:close/>
              </a:path>
            </a:pathLst>
          </a:custGeom>
          <a:solidFill>
            <a:srgbClr val="E9EEF1">
              <a:alpha val="59598"/>
            </a:srgbClr>
          </a:solidFill>
          <a:ln>
            <a:noFill/>
          </a:ln>
        </p:spPr>
      </p:sp>
      <p:sp>
        <p:nvSpPr>
          <p:cNvPr id="63" name="!!path-9ir"/>
          <p:cNvSpPr/>
          <p:nvPr/>
        </p:nvSpPr>
        <p:spPr>
          <a:xfrm>
            <a:off x="548234" y="264262"/>
            <a:ext cx="120294" cy="67056"/>
          </a:xfrm>
          <a:custGeom>
            <a:avLst/>
            <a:gdLst/>
            <a:ahLst/>
            <a:cxnLst/>
            <a:rect l="l" t="t" r="r" b="b"/>
            <a:pathLst>
              <a:path w="120294" h="67056" fill="none">
                <a:moveTo>
                  <a:pt x="0" y="67056"/>
                </a:moveTo>
                <a:cubicBezTo>
                  <a:pt x="1422" y="52832"/>
                  <a:pt x="6502" y="39624"/>
                  <a:pt x="17678" y="30480"/>
                </a:cubicBezTo>
                <a:cubicBezTo>
                  <a:pt x="44094" y="10160"/>
                  <a:pt x="86766" y="0"/>
                  <a:pt x="113589" y="4470"/>
                </a:cubicBezTo>
                <a:lnTo>
                  <a:pt x="120294" y="18288"/>
                </a:lnTo>
              </a:path>
            </a:pathLst>
          </a:custGeom>
          <a:noFill/>
          <a:ln w="4877" cap="rnd">
            <a:solidFill>
              <a:srgbClr val="627D8D">
                <a:alpha val="59598"/>
              </a:srgbClr>
            </a:solidFill>
            <a:prstDash val="solid"/>
            <a:round/>
          </a:ln>
        </p:spPr>
      </p:sp>
      <p:sp>
        <p:nvSpPr>
          <p:cNvPr id="64" name="!!path-9is"/>
          <p:cNvSpPr/>
          <p:nvPr/>
        </p:nvSpPr>
        <p:spPr>
          <a:xfrm>
            <a:off x="548437" y="279502"/>
            <a:ext cx="133299" cy="112776"/>
          </a:xfrm>
          <a:custGeom>
            <a:avLst/>
            <a:gdLst/>
            <a:ahLst/>
            <a:cxnLst/>
            <a:rect l="l" t="t" r="r" b="b"/>
            <a:pathLst>
              <a:path w="133299" h="112776">
                <a:moveTo>
                  <a:pt x="133299" y="19710"/>
                </a:moveTo>
                <a:lnTo>
                  <a:pt x="127203" y="3048"/>
                </a:lnTo>
                <a:cubicBezTo>
                  <a:pt x="94691" y="0"/>
                  <a:pt x="54051" y="11176"/>
                  <a:pt x="27635" y="30683"/>
                </a:cubicBezTo>
                <a:cubicBezTo>
                  <a:pt x="13411" y="41250"/>
                  <a:pt x="4267" y="53848"/>
                  <a:pt x="0" y="65024"/>
                </a:cubicBezTo>
                <a:lnTo>
                  <a:pt x="0" y="112776"/>
                </a:lnTo>
                <a:lnTo>
                  <a:pt x="133299" y="112776"/>
                </a:lnTo>
                <a:close/>
              </a:path>
            </a:pathLst>
          </a:custGeom>
          <a:solidFill>
            <a:srgbClr val="E9EEF1">
              <a:alpha val="59598"/>
            </a:srgbClr>
          </a:solidFill>
          <a:ln>
            <a:noFill/>
          </a:ln>
        </p:spPr>
      </p:sp>
      <p:sp>
        <p:nvSpPr>
          <p:cNvPr id="65" name="!!path-9it"/>
          <p:cNvSpPr/>
          <p:nvPr/>
        </p:nvSpPr>
        <p:spPr>
          <a:xfrm>
            <a:off x="548437" y="279502"/>
            <a:ext cx="133299" cy="65024"/>
          </a:xfrm>
          <a:custGeom>
            <a:avLst/>
            <a:gdLst/>
            <a:ahLst/>
            <a:cxnLst/>
            <a:rect l="l" t="t" r="r" b="b"/>
            <a:pathLst>
              <a:path w="133299" h="65024" fill="none">
                <a:moveTo>
                  <a:pt x="0" y="65024"/>
                </a:moveTo>
                <a:cubicBezTo>
                  <a:pt x="4267" y="53848"/>
                  <a:pt x="13411" y="41250"/>
                  <a:pt x="27635" y="30683"/>
                </a:cubicBezTo>
                <a:cubicBezTo>
                  <a:pt x="54051" y="11176"/>
                  <a:pt x="94691" y="0"/>
                  <a:pt x="127203" y="3048"/>
                </a:cubicBezTo>
                <a:lnTo>
                  <a:pt x="133299" y="19710"/>
                </a:lnTo>
              </a:path>
            </a:pathLst>
          </a:custGeom>
          <a:noFill/>
          <a:ln w="4877" cap="rnd">
            <a:solidFill>
              <a:srgbClr val="627D8D">
                <a:alpha val="59598"/>
              </a:srgbClr>
            </a:solidFill>
            <a:prstDash val="solid"/>
            <a:round/>
          </a:ln>
        </p:spPr>
      </p:sp>
      <p:sp>
        <p:nvSpPr>
          <p:cNvPr id="66" name="!!path-9iu"/>
          <p:cNvSpPr/>
          <p:nvPr/>
        </p:nvSpPr>
        <p:spPr>
          <a:xfrm>
            <a:off x="548843" y="293726"/>
            <a:ext cx="142646" cy="98552"/>
          </a:xfrm>
          <a:custGeom>
            <a:avLst/>
            <a:gdLst/>
            <a:ahLst/>
            <a:cxnLst/>
            <a:rect l="l" t="t" r="r" b="b"/>
            <a:pathLst>
              <a:path w="142646" h="98552">
                <a:moveTo>
                  <a:pt x="142646" y="18898"/>
                </a:moveTo>
                <a:lnTo>
                  <a:pt x="139802" y="8738"/>
                </a:lnTo>
                <a:cubicBezTo>
                  <a:pt x="106477" y="0"/>
                  <a:pt x="63805" y="5080"/>
                  <a:pt x="35357" y="19304"/>
                </a:cubicBezTo>
                <a:cubicBezTo>
                  <a:pt x="17069" y="28448"/>
                  <a:pt x="5893" y="42672"/>
                  <a:pt x="0" y="56286"/>
                </a:cubicBezTo>
                <a:lnTo>
                  <a:pt x="0" y="98552"/>
                </a:lnTo>
                <a:lnTo>
                  <a:pt x="142646" y="98552"/>
                </a:lnTo>
                <a:close/>
              </a:path>
            </a:pathLst>
          </a:custGeom>
          <a:solidFill>
            <a:srgbClr val="E9EEF1">
              <a:alpha val="59598"/>
            </a:srgbClr>
          </a:solidFill>
          <a:ln>
            <a:noFill/>
          </a:ln>
        </p:spPr>
      </p:sp>
      <p:sp>
        <p:nvSpPr>
          <p:cNvPr id="67" name="!!path-9iv"/>
          <p:cNvSpPr/>
          <p:nvPr/>
        </p:nvSpPr>
        <p:spPr>
          <a:xfrm>
            <a:off x="548843" y="293726"/>
            <a:ext cx="142646" cy="56286"/>
          </a:xfrm>
          <a:custGeom>
            <a:avLst/>
            <a:gdLst/>
            <a:ahLst/>
            <a:cxnLst/>
            <a:rect l="l" t="t" r="r" b="b"/>
            <a:pathLst>
              <a:path w="142646" h="56286" fill="none">
                <a:moveTo>
                  <a:pt x="0" y="56286"/>
                </a:moveTo>
                <a:cubicBezTo>
                  <a:pt x="5893" y="42672"/>
                  <a:pt x="17069" y="28448"/>
                  <a:pt x="35357" y="19304"/>
                </a:cubicBezTo>
                <a:cubicBezTo>
                  <a:pt x="63805" y="5080"/>
                  <a:pt x="106477" y="0"/>
                  <a:pt x="139802" y="8738"/>
                </a:cubicBezTo>
                <a:lnTo>
                  <a:pt x="142646" y="18898"/>
                </a:lnTo>
              </a:path>
            </a:pathLst>
          </a:custGeom>
          <a:noFill/>
          <a:ln w="4877" cap="rnd">
            <a:solidFill>
              <a:srgbClr val="627D8D">
                <a:alpha val="59598"/>
              </a:srgbClr>
            </a:solidFill>
            <a:prstDash val="solid"/>
            <a:round/>
          </a:ln>
        </p:spPr>
      </p:sp>
      <p:sp>
        <p:nvSpPr>
          <p:cNvPr id="68" name="!!path-9iw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627D8D">
                  <a:alpha val="59598"/>
                </a:srgbClr>
              </a:gs>
              <a:gs pos="21794">
                <a:srgbClr val="627D8D">
                  <a:alpha val="59598"/>
                </a:srgbClr>
              </a:gs>
              <a:gs pos="55376">
                <a:srgbClr val="627D8D">
                  <a:alpha val="59598"/>
                </a:srgbClr>
              </a:gs>
              <a:gs pos="96421">
                <a:srgbClr val="98ABB7">
                  <a:alpha val="59598"/>
                </a:srgbClr>
              </a:gs>
              <a:gs pos="100000">
                <a:srgbClr val="98ABB7">
                  <a:alpha val="59598"/>
                </a:srgbClr>
              </a:gs>
            </a:gsLst>
            <a:lin ang="1983350" scaled="0"/>
          </a:gradFill>
          <a:ln>
            <a:noFill/>
          </a:ln>
        </p:spPr>
      </p:sp>
      <p:sp>
        <p:nvSpPr>
          <p:cNvPr id="69" name="!!path-9ix"/>
          <p:cNvSpPr/>
          <p:nvPr/>
        </p:nvSpPr>
        <p:spPr>
          <a:xfrm>
            <a:off x="381000" y="304902"/>
            <a:ext cx="329184" cy="217830"/>
          </a:xfrm>
          <a:custGeom>
            <a:avLst/>
            <a:gdLst/>
            <a:ahLst/>
            <a:cxnLst/>
            <a:rect l="l" t="t" r="r" b="b"/>
            <a:pathLst>
              <a:path w="329184" h="217830">
                <a:moveTo>
                  <a:pt x="0" y="21336"/>
                </a:moveTo>
                <a:cubicBezTo>
                  <a:pt x="18288" y="8128"/>
                  <a:pt x="62992" y="4064"/>
                  <a:pt x="99568" y="13818"/>
                </a:cubicBezTo>
                <a:cubicBezTo>
                  <a:pt x="130048" y="22352"/>
                  <a:pt x="152400" y="34544"/>
                  <a:pt x="166624" y="46736"/>
                </a:cubicBezTo>
                <a:cubicBezTo>
                  <a:pt x="182880" y="32512"/>
                  <a:pt x="211328" y="14224"/>
                  <a:pt x="245872" y="5690"/>
                </a:cubicBezTo>
                <a:cubicBezTo>
                  <a:pt x="278384" y="0"/>
                  <a:pt x="310896" y="3048"/>
                  <a:pt x="329184" y="17272"/>
                </a:cubicBezTo>
                <a:lnTo>
                  <a:pt x="328778" y="178410"/>
                </a:lnTo>
                <a:cubicBezTo>
                  <a:pt x="292608" y="173736"/>
                  <a:pt x="221488" y="176784"/>
                  <a:pt x="167843" y="216611"/>
                </a:cubicBezTo>
                <a:quadBezTo>
                  <a:pt x="166624" y="217830"/>
                  <a:pt x="165405" y="216611"/>
                </a:quadBezTo>
                <a:cubicBezTo>
                  <a:pt x="111760" y="176784"/>
                  <a:pt x="42672" y="173736"/>
                  <a:pt x="6096" y="180442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17879"/>
                </a:srgbClr>
              </a:gs>
              <a:gs pos="4764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83333" t="79291" r="16667" b="20709"/>
            </a:path>
          </a:gradFill>
          <a:ln>
            <a:noFill/>
          </a:ln>
        </p:spPr>
      </p:sp>
      <p:sp>
        <p:nvSpPr>
          <p:cNvPr id="70" name="!!line-9iy"/>
          <p:cNvSpPr/>
          <p:nvPr/>
        </p:nvSpPr>
        <p:spPr>
          <a:xfrm>
            <a:off x="549046" y="363017"/>
            <a:ext cx="1" cy="153619"/>
          </a:xfrm>
          <a:custGeom>
            <a:avLst/>
            <a:gdLst/>
            <a:ahLst/>
            <a:cxnLst/>
            <a:rect l="l" t="t" r="r" b="b"/>
            <a:pathLst>
              <a:path w="1" h="153619">
                <a:moveTo>
                  <a:pt x="0" y="0"/>
                </a:moveTo>
                <a:lnTo>
                  <a:pt x="0" y="153619"/>
                </a:lnTo>
              </a:path>
            </a:pathLst>
          </a:custGeom>
          <a:solidFill>
            <a:srgbClr val="000000">
              <a:alpha val="59598"/>
            </a:srgbClr>
          </a:solidFill>
          <a:ln w="6909" cap="rnd">
            <a:solidFill>
              <a:srgbClr val="C9D3D9">
                <a:alpha val="59598"/>
              </a:srgbClr>
            </a:solidFill>
            <a:prstDash val="solid"/>
            <a:miter lim="800000"/>
          </a:ln>
        </p:spPr>
      </p:sp>
      <p:sp>
        <p:nvSpPr>
          <p:cNvPr id="71" name="!!path-9iz"/>
          <p:cNvSpPr/>
          <p:nvPr/>
        </p:nvSpPr>
        <p:spPr>
          <a:xfrm>
            <a:off x="657962" y="442062"/>
            <a:ext cx="25400" cy="37998"/>
          </a:xfrm>
          <a:custGeom>
            <a:avLst/>
            <a:gdLst/>
            <a:ahLst/>
            <a:cxnLst/>
            <a:rect l="l" t="t" r="r" b="b"/>
            <a:pathLst>
              <a:path w="25400" h="37998">
                <a:moveTo>
                  <a:pt x="0" y="2642"/>
                </a:moveTo>
                <a:lnTo>
                  <a:pt x="15240" y="0"/>
                </a:lnTo>
                <a:lnTo>
                  <a:pt x="25400" y="37186"/>
                </a:lnTo>
                <a:lnTo>
                  <a:pt x="7518" y="37998"/>
                </a:lnTo>
                <a:close/>
              </a:path>
            </a:pathLst>
          </a:custGeom>
          <a:solidFill>
            <a:srgbClr val="FFFFFF">
              <a:alpha val="8344"/>
            </a:srgbClr>
          </a:solidFill>
          <a:ln w="1016" cap="flat">
            <a:solidFill>
              <a:srgbClr val="FFFFFF">
                <a:alpha val="32779"/>
              </a:srgbClr>
            </a:solidFill>
            <a:prstDash val="solid"/>
            <a:round/>
          </a:ln>
        </p:spPr>
      </p:sp>
      <p:sp>
        <p:nvSpPr>
          <p:cNvPr id="72" name="!!text-9j0" descr="救「舊」我的書"/>
          <p:cNvSpPr txBox="1"/>
          <p:nvPr/>
        </p:nvSpPr>
        <p:spPr>
          <a:xfrm>
            <a:off x="805879" y="251460"/>
            <a:ext cx="1120140" cy="25745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400" b="1" kern="0" spc="-700" dirty="0">
                <a:solidFill>
                  <a:srgbClr val="151E27">
                    <a:alpha val="59598"/>
                  </a:srgbClr>
                </a:solidFill>
                <a:latin typeface="Noto Sans TC"/>
                <a:ea typeface="Noto Sans TC"/>
                <a:cs typeface="Noto Sans TC"/>
              </a:rPr>
              <a:t>救</a:t>
            </a:r>
            <a:r>
              <a:rPr lang="zh-TW" altLang="en-US" sz="1400" b="1" kern="0" dirty="0">
                <a:solidFill>
                  <a:srgbClr val="627D8D">
                    <a:alpha val="59598"/>
                  </a:srgbClr>
                </a:solidFill>
                <a:latin typeface="Noto Sans TC"/>
                <a:ea typeface="Noto Sans TC"/>
                <a:cs typeface="Noto Sans TC"/>
              </a:rPr>
              <a:t>「舊</a:t>
            </a:r>
            <a:r>
              <a:rPr lang="zh-TW" altLang="en-US" sz="1400" b="1" kern="0" spc="-700" dirty="0">
                <a:solidFill>
                  <a:srgbClr val="627D8D">
                    <a:alpha val="59598"/>
                  </a:srgbClr>
                </a:solidFill>
                <a:latin typeface="Noto Sans TC"/>
                <a:ea typeface="Noto Sans TC"/>
                <a:cs typeface="Noto Sans TC"/>
              </a:rPr>
              <a:t>」</a:t>
            </a:r>
            <a:r>
              <a:rPr lang="zh-TW" altLang="en-US" sz="1400" b="1" kern="0" dirty="0">
                <a:solidFill>
                  <a:srgbClr val="151E27">
                    <a:alpha val="59598"/>
                  </a:srgbClr>
                </a:solidFill>
                <a:latin typeface="Noto Sans TC"/>
                <a:ea typeface="Noto Sans TC"/>
                <a:cs typeface="Noto Sans TC"/>
              </a:rPr>
              <a:t>我的書</a:t>
            </a:r>
            <a:endParaRPr lang="zh-TW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fast" p14:dur="900" advTm="100">
        <p159:morph option="byObject"/>
      </p:transition>
    </mc:Choice>
    <mc:Fallback>
      <p:transition spd="fast" advTm="100">
        <p:fade/>
      </p:transition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168.1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rect-1q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7"/>
          </a:solidFill>
          <a:ln>
            <a:noFill/>
          </a:ln>
        </p:spPr>
      </p:sp>
      <p:sp>
        <p:nvSpPr>
          <p:cNvPr id="3" name="!!ellipse-1q2"/>
          <p:cNvSpPr/>
          <p:nvPr/>
        </p:nvSpPr>
        <p:spPr>
          <a:xfrm>
            <a:off x="-889000" y="-952500"/>
            <a:ext cx="13970000" cy="7874000"/>
          </a:xfrm>
          <a:prstGeom prst="ellipse">
            <a:avLst/>
          </a:prstGeom>
          <a:gradFill rotWithShape="1">
            <a:gsLst>
              <a:gs pos="0">
                <a:srgbClr val="FFFFFF">
                  <a:alpha val="95000"/>
                </a:srgbClr>
              </a:gs>
              <a:gs pos="40865">
                <a:srgbClr val="FFFFFF">
                  <a:alpha val="35000"/>
                </a:srgbClr>
              </a:gs>
              <a:gs pos="68108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!!rect-1q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P1"/>
            <a:srcRect/>
            <a:tile tx="108387" ty="163078" sx="16667" sy="16667" flip="none" algn="tl"/>
          </a:blipFill>
          <a:ln>
            <a:noFill/>
          </a:ln>
        </p:spPr>
      </p:sp>
      <p:sp>
        <p:nvSpPr>
          <p:cNvPr id="5" name="!!circle-1qz"/>
          <p:cNvSpPr/>
          <p:nvPr/>
        </p:nvSpPr>
        <p:spPr>
          <a:xfrm>
            <a:off x="4055913" y="5727253"/>
            <a:ext cx="1671714" cy="1671714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" name="!!circle-1r0"/>
          <p:cNvSpPr/>
          <p:nvPr/>
        </p:nvSpPr>
        <p:spPr>
          <a:xfrm>
            <a:off x="7964612" y="4564619"/>
            <a:ext cx="1717408" cy="1717408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7" name="!!circle-1r6"/>
          <p:cNvSpPr/>
          <p:nvPr/>
        </p:nvSpPr>
        <p:spPr>
          <a:xfrm>
            <a:off x="10345874" y="4697988"/>
            <a:ext cx="2039137" cy="2039137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8" name="!!circle-1rb"/>
          <p:cNvSpPr/>
          <p:nvPr/>
        </p:nvSpPr>
        <p:spPr>
          <a:xfrm>
            <a:off x="8056327" y="-1363322"/>
            <a:ext cx="2338108" cy="2338108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9" name="!!circle-1ri"/>
          <p:cNvSpPr/>
          <p:nvPr/>
        </p:nvSpPr>
        <p:spPr>
          <a:xfrm>
            <a:off x="3629788" y="3834839"/>
            <a:ext cx="2223008" cy="2223008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0" name="!!rect-1sh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5F7">
                  <a:alpha val="0"/>
                </a:srgbClr>
              </a:gs>
              <a:gs pos="20428">
                <a:srgbClr val="F3F5F7">
                  <a:alpha val="0"/>
                </a:srgbClr>
              </a:gs>
              <a:gs pos="66730">
                <a:srgbClr val="F3F5F7"/>
              </a:gs>
              <a:gs pos="100000">
                <a:srgbClr val="F3F5F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1" name="!!circle-1sm"/>
          <p:cNvSpPr/>
          <p:nvPr/>
        </p:nvSpPr>
        <p:spPr>
          <a:xfrm>
            <a:off x="5536003" y="1179682"/>
            <a:ext cx="36055" cy="36055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12" name="!!circle-1sp"/>
          <p:cNvSpPr/>
          <p:nvPr/>
        </p:nvSpPr>
        <p:spPr>
          <a:xfrm>
            <a:off x="9316791" y="3068528"/>
            <a:ext cx="24295" cy="24295"/>
          </a:xfrm>
          <a:prstGeom prst="ellipse">
            <a:avLst/>
          </a:prstGeom>
          <a:solidFill>
            <a:srgbClr val="627D8D">
              <a:alpha val="18100"/>
            </a:srgbClr>
          </a:solidFill>
          <a:ln>
            <a:noFill/>
          </a:ln>
        </p:spPr>
      </p:sp>
      <p:sp>
        <p:nvSpPr>
          <p:cNvPr id="13" name="!!circle-1ss"/>
          <p:cNvSpPr/>
          <p:nvPr/>
        </p:nvSpPr>
        <p:spPr>
          <a:xfrm>
            <a:off x="3464941" y="6296841"/>
            <a:ext cx="25959" cy="25959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14" name="!!circle-1sv"/>
          <p:cNvSpPr/>
          <p:nvPr/>
        </p:nvSpPr>
        <p:spPr>
          <a:xfrm>
            <a:off x="2023848" y="1668526"/>
            <a:ext cx="35878" cy="35878"/>
          </a:xfrm>
          <a:prstGeom prst="ellipse">
            <a:avLst/>
          </a:prstGeom>
          <a:solidFill>
            <a:srgbClr val="627D8D">
              <a:alpha val="26800"/>
            </a:srgbClr>
          </a:solidFill>
          <a:ln>
            <a:noFill/>
          </a:ln>
        </p:spPr>
      </p:sp>
      <p:sp>
        <p:nvSpPr>
          <p:cNvPr id="15" name="!!circle-1sy"/>
          <p:cNvSpPr/>
          <p:nvPr/>
        </p:nvSpPr>
        <p:spPr>
          <a:xfrm>
            <a:off x="6890221" y="3517680"/>
            <a:ext cx="40234" cy="40234"/>
          </a:xfrm>
          <a:prstGeom prst="ellipse">
            <a:avLst/>
          </a:prstGeom>
          <a:solidFill>
            <a:srgbClr val="627D8D">
              <a:alpha val="31300"/>
            </a:srgbClr>
          </a:solidFill>
          <a:ln>
            <a:noFill/>
          </a:ln>
        </p:spPr>
      </p:sp>
      <p:sp>
        <p:nvSpPr>
          <p:cNvPr id="16" name="!!circle-1t4"/>
          <p:cNvSpPr/>
          <p:nvPr/>
        </p:nvSpPr>
        <p:spPr>
          <a:xfrm>
            <a:off x="1228178" y="4644694"/>
            <a:ext cx="29959" cy="29959"/>
          </a:xfrm>
          <a:prstGeom prst="ellipse">
            <a:avLst/>
          </a:prstGeom>
          <a:solidFill>
            <a:srgbClr val="627D8D">
              <a:alpha val="19400"/>
            </a:srgbClr>
          </a:solidFill>
          <a:ln>
            <a:noFill/>
          </a:ln>
        </p:spPr>
      </p:sp>
      <p:sp>
        <p:nvSpPr>
          <p:cNvPr id="17" name="!!circle-1t7"/>
          <p:cNvSpPr/>
          <p:nvPr/>
        </p:nvSpPr>
        <p:spPr>
          <a:xfrm>
            <a:off x="8421198" y="4348437"/>
            <a:ext cx="28702" cy="28702"/>
          </a:xfrm>
          <a:prstGeom prst="ellipse">
            <a:avLst/>
          </a:prstGeom>
          <a:solidFill>
            <a:srgbClr val="627D8D">
              <a:alpha val="17800"/>
            </a:srgbClr>
          </a:solidFill>
          <a:ln>
            <a:noFill/>
          </a:ln>
        </p:spPr>
      </p:sp>
      <p:sp>
        <p:nvSpPr>
          <p:cNvPr id="18" name="!!circle-1ta"/>
          <p:cNvSpPr/>
          <p:nvPr/>
        </p:nvSpPr>
        <p:spPr>
          <a:xfrm>
            <a:off x="10946878" y="1691677"/>
            <a:ext cx="24066" cy="24066"/>
          </a:xfrm>
          <a:prstGeom prst="ellipse">
            <a:avLst/>
          </a:prstGeom>
          <a:solidFill>
            <a:srgbClr val="627D8D">
              <a:alpha val="23900"/>
            </a:srgbClr>
          </a:solidFill>
          <a:ln>
            <a:noFill/>
          </a:ln>
        </p:spPr>
      </p:sp>
      <p:sp>
        <p:nvSpPr>
          <p:cNvPr id="19" name="!!circle-1td"/>
          <p:cNvSpPr/>
          <p:nvPr/>
        </p:nvSpPr>
        <p:spPr>
          <a:xfrm>
            <a:off x="8483483" y="5552161"/>
            <a:ext cx="35865" cy="35865"/>
          </a:xfrm>
          <a:prstGeom prst="ellipse">
            <a:avLst/>
          </a:prstGeom>
          <a:solidFill>
            <a:srgbClr val="627D8D">
              <a:alpha val="28200"/>
            </a:srgbClr>
          </a:solidFill>
          <a:ln>
            <a:noFill/>
          </a:ln>
        </p:spPr>
      </p:sp>
      <p:sp>
        <p:nvSpPr>
          <p:cNvPr id="20" name="!!circle-1tg"/>
          <p:cNvSpPr/>
          <p:nvPr/>
        </p:nvSpPr>
        <p:spPr>
          <a:xfrm>
            <a:off x="1535327" y="2634784"/>
            <a:ext cx="39218" cy="39218"/>
          </a:xfrm>
          <a:prstGeom prst="ellipse">
            <a:avLst/>
          </a:prstGeom>
          <a:solidFill>
            <a:srgbClr val="627D8D">
              <a:alpha val="29600"/>
            </a:srgbClr>
          </a:solidFill>
          <a:ln>
            <a:noFill/>
          </a:ln>
        </p:spPr>
      </p:sp>
      <p:sp>
        <p:nvSpPr>
          <p:cNvPr id="21" name="!!circle-1tj"/>
          <p:cNvSpPr/>
          <p:nvPr/>
        </p:nvSpPr>
        <p:spPr>
          <a:xfrm>
            <a:off x="7032865" y="5713026"/>
            <a:ext cx="49733" cy="49733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2" name="!!circle-1tm"/>
          <p:cNvSpPr/>
          <p:nvPr/>
        </p:nvSpPr>
        <p:spPr>
          <a:xfrm>
            <a:off x="6451718" y="1404421"/>
            <a:ext cx="41694" cy="41694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3" name="!!circle-1tp"/>
          <p:cNvSpPr/>
          <p:nvPr/>
        </p:nvSpPr>
        <p:spPr>
          <a:xfrm>
            <a:off x="6801275" y="4817468"/>
            <a:ext cx="31979" cy="31979"/>
          </a:xfrm>
          <a:prstGeom prst="ellipse">
            <a:avLst/>
          </a:prstGeom>
          <a:solidFill>
            <a:srgbClr val="627D8D">
              <a:alpha val="24100"/>
            </a:srgbClr>
          </a:solidFill>
          <a:ln>
            <a:noFill/>
          </a:ln>
        </p:spPr>
      </p:sp>
      <p:sp>
        <p:nvSpPr>
          <p:cNvPr id="24" name="!!circle-1ts"/>
          <p:cNvSpPr/>
          <p:nvPr/>
        </p:nvSpPr>
        <p:spPr>
          <a:xfrm>
            <a:off x="3925776" y="648265"/>
            <a:ext cx="18085" cy="18085"/>
          </a:xfrm>
          <a:prstGeom prst="ellipse">
            <a:avLst/>
          </a:prstGeom>
          <a:solidFill>
            <a:srgbClr val="627D8D">
              <a:alpha val="10500"/>
            </a:srgbClr>
          </a:solidFill>
          <a:ln>
            <a:noFill/>
          </a:ln>
        </p:spPr>
      </p:sp>
      <p:sp>
        <p:nvSpPr>
          <p:cNvPr id="25" name="!!circle-1ty"/>
          <p:cNvSpPr/>
          <p:nvPr/>
        </p:nvSpPr>
        <p:spPr>
          <a:xfrm>
            <a:off x="3494733" y="6018932"/>
            <a:ext cx="39243" cy="39243"/>
          </a:xfrm>
          <a:prstGeom prst="ellipse">
            <a:avLst/>
          </a:prstGeom>
          <a:solidFill>
            <a:srgbClr val="627D8D">
              <a:alpha val="27700"/>
            </a:srgbClr>
          </a:solidFill>
          <a:ln>
            <a:noFill/>
          </a:ln>
        </p:spPr>
      </p:sp>
      <p:sp>
        <p:nvSpPr>
          <p:cNvPr id="26" name="!!circle-1u1"/>
          <p:cNvSpPr/>
          <p:nvPr/>
        </p:nvSpPr>
        <p:spPr>
          <a:xfrm>
            <a:off x="1638892" y="6426673"/>
            <a:ext cx="34519" cy="34519"/>
          </a:xfrm>
          <a:prstGeom prst="ellipse">
            <a:avLst/>
          </a:prstGeom>
          <a:solidFill>
            <a:srgbClr val="627D8D">
              <a:alpha val="22500"/>
            </a:srgbClr>
          </a:solidFill>
          <a:ln>
            <a:noFill/>
          </a:ln>
        </p:spPr>
      </p:sp>
      <p:sp>
        <p:nvSpPr>
          <p:cNvPr id="27" name="!!circle-1u4"/>
          <p:cNvSpPr/>
          <p:nvPr/>
        </p:nvSpPr>
        <p:spPr>
          <a:xfrm>
            <a:off x="2731006" y="4805048"/>
            <a:ext cx="46228" cy="46228"/>
          </a:xfrm>
          <a:prstGeom prst="ellipse">
            <a:avLst/>
          </a:prstGeom>
          <a:solidFill>
            <a:srgbClr val="627D8D">
              <a:alpha val="26200"/>
            </a:srgbClr>
          </a:solidFill>
          <a:ln>
            <a:noFill/>
          </a:ln>
        </p:spPr>
      </p:sp>
      <p:sp>
        <p:nvSpPr>
          <p:cNvPr id="28" name="!!circle-1u7"/>
          <p:cNvSpPr/>
          <p:nvPr/>
        </p:nvSpPr>
        <p:spPr>
          <a:xfrm>
            <a:off x="7435851" y="4599490"/>
            <a:ext cx="49327" cy="49327"/>
          </a:xfrm>
          <a:prstGeom prst="ellipse">
            <a:avLst/>
          </a:prstGeom>
          <a:solidFill>
            <a:srgbClr val="627D8D">
              <a:alpha val="20800"/>
            </a:srgbClr>
          </a:solidFill>
          <a:ln>
            <a:noFill/>
          </a:ln>
        </p:spPr>
      </p:sp>
      <p:sp>
        <p:nvSpPr>
          <p:cNvPr id="29" name="!!circle-1ua"/>
          <p:cNvSpPr/>
          <p:nvPr/>
        </p:nvSpPr>
        <p:spPr>
          <a:xfrm>
            <a:off x="9698638" y="5229926"/>
            <a:ext cx="24054" cy="24054"/>
          </a:xfrm>
          <a:prstGeom prst="ellipse">
            <a:avLst/>
          </a:prstGeom>
          <a:solidFill>
            <a:srgbClr val="627D8D">
              <a:alpha val="22200"/>
            </a:srgbClr>
          </a:solidFill>
          <a:ln>
            <a:noFill/>
          </a:ln>
        </p:spPr>
      </p:sp>
      <p:sp>
        <p:nvSpPr>
          <p:cNvPr id="30" name="!!circle-1ud"/>
          <p:cNvSpPr/>
          <p:nvPr/>
        </p:nvSpPr>
        <p:spPr>
          <a:xfrm>
            <a:off x="1992818" y="1320875"/>
            <a:ext cx="32271" cy="32271"/>
          </a:xfrm>
          <a:prstGeom prst="ellipse">
            <a:avLst/>
          </a:prstGeom>
          <a:solidFill>
            <a:srgbClr val="627D8D">
              <a:alpha val="20500"/>
            </a:srgbClr>
          </a:solidFill>
          <a:ln>
            <a:noFill/>
          </a:ln>
        </p:spPr>
      </p:sp>
      <p:sp>
        <p:nvSpPr>
          <p:cNvPr id="31" name="!!circle-1uj"/>
          <p:cNvSpPr/>
          <p:nvPr/>
        </p:nvSpPr>
        <p:spPr>
          <a:xfrm>
            <a:off x="2056819" y="2229288"/>
            <a:ext cx="34252" cy="34252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32" name="!!circle-1um"/>
          <p:cNvSpPr/>
          <p:nvPr/>
        </p:nvSpPr>
        <p:spPr>
          <a:xfrm>
            <a:off x="9594928" y="3995079"/>
            <a:ext cx="44196" cy="44196"/>
          </a:xfrm>
          <a:prstGeom prst="ellipse">
            <a:avLst/>
          </a:prstGeom>
          <a:solidFill>
            <a:srgbClr val="627D8D">
              <a:alpha val="21700"/>
            </a:srgbClr>
          </a:solidFill>
          <a:ln>
            <a:noFill/>
          </a:ln>
        </p:spPr>
      </p:sp>
      <p:sp>
        <p:nvSpPr>
          <p:cNvPr id="33" name="!!circle-1up"/>
          <p:cNvSpPr/>
          <p:nvPr/>
        </p:nvSpPr>
        <p:spPr>
          <a:xfrm>
            <a:off x="6748234" y="1676330"/>
            <a:ext cx="35192" cy="35192"/>
          </a:xfrm>
          <a:prstGeom prst="ellipse">
            <a:avLst/>
          </a:prstGeom>
          <a:solidFill>
            <a:srgbClr val="627D8D">
              <a:alpha val="27100"/>
            </a:srgbClr>
          </a:solidFill>
          <a:ln>
            <a:noFill/>
          </a:ln>
        </p:spPr>
      </p:sp>
      <p:sp>
        <p:nvSpPr>
          <p:cNvPr id="34" name="!!circle-1us"/>
          <p:cNvSpPr/>
          <p:nvPr/>
        </p:nvSpPr>
        <p:spPr>
          <a:xfrm>
            <a:off x="10218353" y="5129712"/>
            <a:ext cx="43358" cy="43358"/>
          </a:xfrm>
          <a:prstGeom prst="ellipse">
            <a:avLst/>
          </a:prstGeom>
          <a:solidFill>
            <a:srgbClr val="627D8D">
              <a:alpha val="19500"/>
            </a:srgbClr>
          </a:solidFill>
          <a:ln>
            <a:noFill/>
          </a:ln>
        </p:spPr>
      </p:sp>
      <p:sp>
        <p:nvSpPr>
          <p:cNvPr id="35" name="!!circle-1uv"/>
          <p:cNvSpPr/>
          <p:nvPr/>
        </p:nvSpPr>
        <p:spPr>
          <a:xfrm>
            <a:off x="3227181" y="1903351"/>
            <a:ext cx="33528" cy="33528"/>
          </a:xfrm>
          <a:prstGeom prst="ellipse">
            <a:avLst/>
          </a:prstGeom>
          <a:solidFill>
            <a:srgbClr val="627D8D">
              <a:alpha val="28300"/>
            </a:srgbClr>
          </a:solidFill>
          <a:ln>
            <a:noFill/>
          </a:ln>
        </p:spPr>
      </p:sp>
      <p:sp>
        <p:nvSpPr>
          <p:cNvPr id="36" name="!!circle-1uy"/>
          <p:cNvSpPr/>
          <p:nvPr/>
        </p:nvSpPr>
        <p:spPr>
          <a:xfrm>
            <a:off x="6852220" y="2503232"/>
            <a:ext cx="28956" cy="28956"/>
          </a:xfrm>
          <a:prstGeom prst="ellipse">
            <a:avLst/>
          </a:prstGeom>
          <a:solidFill>
            <a:srgbClr val="627D8D">
              <a:alpha val="21800"/>
            </a:srgbClr>
          </a:solidFill>
          <a:ln>
            <a:noFill/>
          </a:ln>
        </p:spPr>
      </p:sp>
      <p:sp>
        <p:nvSpPr>
          <p:cNvPr id="37" name="!!circle-1v1"/>
          <p:cNvSpPr/>
          <p:nvPr/>
        </p:nvSpPr>
        <p:spPr>
          <a:xfrm>
            <a:off x="7029052" y="6156232"/>
            <a:ext cx="45555" cy="45555"/>
          </a:xfrm>
          <a:prstGeom prst="ellipse">
            <a:avLst/>
          </a:prstGeom>
          <a:solidFill>
            <a:srgbClr val="627D8D">
              <a:alpha val="20900"/>
            </a:srgbClr>
          </a:solidFill>
          <a:ln>
            <a:noFill/>
          </a:ln>
        </p:spPr>
      </p:sp>
      <p:sp>
        <p:nvSpPr>
          <p:cNvPr id="38" name="!!circle-1v4"/>
          <p:cNvSpPr/>
          <p:nvPr/>
        </p:nvSpPr>
        <p:spPr>
          <a:xfrm>
            <a:off x="11290460" y="2979147"/>
            <a:ext cx="39484" cy="39484"/>
          </a:xfrm>
          <a:prstGeom prst="ellipse">
            <a:avLst/>
          </a:prstGeom>
          <a:solidFill>
            <a:srgbClr val="627D8D">
              <a:alpha val="13600"/>
            </a:srgbClr>
          </a:solidFill>
          <a:ln>
            <a:noFill/>
          </a:ln>
        </p:spPr>
      </p:sp>
      <p:sp>
        <p:nvSpPr>
          <p:cNvPr id="39" name="!!circle-1v7"/>
          <p:cNvSpPr/>
          <p:nvPr/>
        </p:nvSpPr>
        <p:spPr>
          <a:xfrm>
            <a:off x="7487860" y="5534417"/>
            <a:ext cx="30455" cy="30455"/>
          </a:xfrm>
          <a:prstGeom prst="ellipse">
            <a:avLst/>
          </a:prstGeom>
          <a:solidFill>
            <a:srgbClr val="627D8D">
              <a:alpha val="16500"/>
            </a:srgbClr>
          </a:solidFill>
          <a:ln>
            <a:noFill/>
          </a:ln>
        </p:spPr>
      </p:sp>
      <p:sp>
        <p:nvSpPr>
          <p:cNvPr id="40" name="!!circle-1va"/>
          <p:cNvSpPr/>
          <p:nvPr/>
        </p:nvSpPr>
        <p:spPr>
          <a:xfrm>
            <a:off x="8995416" y="6297808"/>
            <a:ext cx="28257" cy="28257"/>
          </a:xfrm>
          <a:prstGeom prst="ellipse">
            <a:avLst/>
          </a:prstGeom>
          <a:solidFill>
            <a:srgbClr val="627D8D">
              <a:alpha val="15700"/>
            </a:srgbClr>
          </a:solidFill>
          <a:ln>
            <a:noFill/>
          </a:ln>
        </p:spPr>
      </p:sp>
      <p:sp>
        <p:nvSpPr>
          <p:cNvPr id="41" name="!!circle-1vd"/>
          <p:cNvSpPr/>
          <p:nvPr/>
        </p:nvSpPr>
        <p:spPr>
          <a:xfrm>
            <a:off x="11450770" y="4931396"/>
            <a:ext cx="45149" cy="45149"/>
          </a:xfrm>
          <a:prstGeom prst="ellipse">
            <a:avLst/>
          </a:prstGeom>
          <a:solidFill>
            <a:srgbClr val="627D8D">
              <a:alpha val="31200"/>
            </a:srgbClr>
          </a:solidFill>
          <a:ln>
            <a:noFill/>
          </a:ln>
        </p:spPr>
      </p:sp>
      <p:sp>
        <p:nvSpPr>
          <p:cNvPr id="42" name="!!circle-1vg"/>
          <p:cNvSpPr/>
          <p:nvPr/>
        </p:nvSpPr>
        <p:spPr>
          <a:xfrm>
            <a:off x="3476870" y="2849125"/>
            <a:ext cx="30696" cy="30696"/>
          </a:xfrm>
          <a:prstGeom prst="ellipse">
            <a:avLst/>
          </a:prstGeom>
          <a:solidFill>
            <a:srgbClr val="627D8D">
              <a:alpha val="25700"/>
            </a:srgbClr>
          </a:solidFill>
          <a:ln>
            <a:noFill/>
          </a:ln>
        </p:spPr>
      </p:sp>
      <p:sp>
        <p:nvSpPr>
          <p:cNvPr id="43" name="!!circle-1vj"/>
          <p:cNvSpPr/>
          <p:nvPr/>
        </p:nvSpPr>
        <p:spPr>
          <a:xfrm>
            <a:off x="8820298" y="3361074"/>
            <a:ext cx="37401" cy="37401"/>
          </a:xfrm>
          <a:prstGeom prst="ellipse">
            <a:avLst/>
          </a:prstGeom>
          <a:solidFill>
            <a:srgbClr val="627D8D">
              <a:alpha val="16000"/>
            </a:srgbClr>
          </a:solidFill>
          <a:ln>
            <a:noFill/>
          </a:ln>
        </p:spPr>
      </p:sp>
      <p:sp>
        <p:nvSpPr>
          <p:cNvPr id="44" name="!!circle-1vm"/>
          <p:cNvSpPr/>
          <p:nvPr/>
        </p:nvSpPr>
        <p:spPr>
          <a:xfrm>
            <a:off x="1835095" y="4268664"/>
            <a:ext cx="33096" cy="33096"/>
          </a:xfrm>
          <a:prstGeom prst="ellipse">
            <a:avLst/>
          </a:prstGeom>
          <a:solidFill>
            <a:srgbClr val="627D8D">
              <a:alpha val="22300"/>
            </a:srgbClr>
          </a:solidFill>
          <a:ln>
            <a:noFill/>
          </a:ln>
        </p:spPr>
      </p:sp>
      <p:sp>
        <p:nvSpPr>
          <p:cNvPr id="45" name="!!circle-1vp"/>
          <p:cNvSpPr/>
          <p:nvPr/>
        </p:nvSpPr>
        <p:spPr>
          <a:xfrm>
            <a:off x="11568198" y="391544"/>
            <a:ext cx="21145" cy="21145"/>
          </a:xfrm>
          <a:prstGeom prst="ellipse">
            <a:avLst/>
          </a:prstGeom>
          <a:solidFill>
            <a:srgbClr val="627D8D">
              <a:alpha val="16300"/>
            </a:srgbClr>
          </a:solidFill>
          <a:ln>
            <a:noFill/>
          </a:ln>
        </p:spPr>
      </p:sp>
      <p:sp>
        <p:nvSpPr>
          <p:cNvPr id="46" name="!!circle-1vs"/>
          <p:cNvSpPr/>
          <p:nvPr/>
        </p:nvSpPr>
        <p:spPr>
          <a:xfrm>
            <a:off x="11075172" y="5397946"/>
            <a:ext cx="35281" cy="35281"/>
          </a:xfrm>
          <a:prstGeom prst="ellipse">
            <a:avLst/>
          </a:prstGeom>
          <a:solidFill>
            <a:srgbClr val="627D8D">
              <a:alpha val="30000"/>
            </a:srgbClr>
          </a:solidFill>
          <a:ln>
            <a:noFill/>
          </a:ln>
        </p:spPr>
      </p:sp>
      <p:sp>
        <p:nvSpPr>
          <p:cNvPr id="47" name="!!rect-9ek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7">
              <a:alpha val="94000"/>
            </a:srgbClr>
          </a:solidFill>
          <a:ln>
            <a:noFill/>
          </a:ln>
        </p:spPr>
      </p:sp>
      <p:sp>
        <p:nvSpPr>
          <p:cNvPr id="48" name="!!text-9en" descr="讓閒置的書，重新流動。"/>
          <p:cNvSpPr txBox="1"/>
          <p:nvPr/>
        </p:nvSpPr>
        <p:spPr>
          <a:xfrm>
            <a:off x="3782568" y="3025648"/>
            <a:ext cx="4818888" cy="66202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3600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讓閒置的</a:t>
            </a:r>
            <a:r>
              <a:rPr lang="zh-TW" altLang="en-US" sz="3600" kern="0" spc="-108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書</a:t>
            </a:r>
            <a:r>
              <a:rPr lang="zh-TW" altLang="en-US" sz="3600" kern="0" spc="-648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，</a:t>
            </a:r>
            <a:r>
              <a:rPr lang="zh-TW" altLang="en-US" sz="3600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重新流</a:t>
            </a:r>
            <a:r>
              <a:rPr lang="zh-TW" altLang="en-US" sz="3600" kern="0" spc="-1008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動</a:t>
            </a:r>
            <a:r>
              <a:rPr lang="zh-TW" altLang="en-US" sz="3600" kern="0" dirty="0">
                <a:solidFill>
                  <a:srgbClr val="151E27"/>
                </a:solidFill>
                <a:latin typeface="Noto Sans TC ExtraBold"/>
                <a:ea typeface="Noto Sans TC ExtraBold"/>
                <a:cs typeface="Noto Sans TC ExtraBold"/>
              </a:rPr>
              <a:t>。</a:t>
            </a:r>
            <a:endParaRPr lang="zh-TW" sz="3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fast" p14:dur="1500" advTm="1700">
        <p159:morph option="byObject"/>
      </p:transition>
    </mc:Choice>
    <mc:Fallback>
      <p:transition spd="fast" advTm="1700">
        <p:fade/>
      </p:transition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170.8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rect-1q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7"/>
          </a:solidFill>
          <a:ln>
            <a:noFill/>
          </a:ln>
        </p:spPr>
      </p:sp>
      <p:sp>
        <p:nvSpPr>
          <p:cNvPr id="3" name="!!ellipse-1q2"/>
          <p:cNvSpPr/>
          <p:nvPr/>
        </p:nvSpPr>
        <p:spPr>
          <a:xfrm>
            <a:off x="-889000" y="-952500"/>
            <a:ext cx="13970000" cy="7874000"/>
          </a:xfrm>
          <a:prstGeom prst="ellipse">
            <a:avLst/>
          </a:prstGeom>
          <a:gradFill rotWithShape="1">
            <a:gsLst>
              <a:gs pos="0">
                <a:srgbClr val="FFFFFF">
                  <a:alpha val="95000"/>
                </a:srgbClr>
              </a:gs>
              <a:gs pos="40865">
                <a:srgbClr val="FFFFFF">
                  <a:alpha val="35000"/>
                </a:srgbClr>
              </a:gs>
              <a:gs pos="68108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!!rect-1q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P1"/>
            <a:srcRect/>
            <a:tile tx="215297" ty="107747" sx="16667" sy="16667" flip="none" algn="tl"/>
          </a:blipFill>
          <a:ln>
            <a:noFill/>
          </a:ln>
        </p:spPr>
      </p:sp>
      <p:sp>
        <p:nvSpPr>
          <p:cNvPr id="5" name="!!circle-1qu"/>
          <p:cNvSpPr/>
          <p:nvPr/>
        </p:nvSpPr>
        <p:spPr>
          <a:xfrm>
            <a:off x="5283556" y="-371545"/>
            <a:ext cx="2335771" cy="2335771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" name="!!circle-1qx"/>
          <p:cNvSpPr/>
          <p:nvPr/>
        </p:nvSpPr>
        <p:spPr>
          <a:xfrm>
            <a:off x="-271343" y="5678456"/>
            <a:ext cx="1128039" cy="1128039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7" name="!!circle-1r8"/>
          <p:cNvSpPr/>
          <p:nvPr/>
        </p:nvSpPr>
        <p:spPr>
          <a:xfrm>
            <a:off x="184221" y="5574614"/>
            <a:ext cx="2785275" cy="2785275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8" name="!!circle-1rd"/>
          <p:cNvSpPr/>
          <p:nvPr/>
        </p:nvSpPr>
        <p:spPr>
          <a:xfrm>
            <a:off x="1266843" y="1699463"/>
            <a:ext cx="2084946" cy="2084946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9" name="!!rect-1sh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5F7">
                  <a:alpha val="0"/>
                </a:srgbClr>
              </a:gs>
              <a:gs pos="20428">
                <a:srgbClr val="F3F5F7">
                  <a:alpha val="0"/>
                </a:srgbClr>
              </a:gs>
              <a:gs pos="66730">
                <a:srgbClr val="F3F5F7"/>
              </a:gs>
              <a:gs pos="100000">
                <a:srgbClr val="F3F5F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0" name="!!circle-1sm"/>
          <p:cNvSpPr/>
          <p:nvPr/>
        </p:nvSpPr>
        <p:spPr>
          <a:xfrm>
            <a:off x="5535590" y="1178264"/>
            <a:ext cx="36055" cy="36055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11" name="!!circle-1sp"/>
          <p:cNvSpPr/>
          <p:nvPr/>
        </p:nvSpPr>
        <p:spPr>
          <a:xfrm>
            <a:off x="9316833" y="3067025"/>
            <a:ext cx="24295" cy="24295"/>
          </a:xfrm>
          <a:prstGeom prst="ellipse">
            <a:avLst/>
          </a:prstGeom>
          <a:solidFill>
            <a:srgbClr val="627D8D">
              <a:alpha val="18100"/>
            </a:srgbClr>
          </a:solidFill>
          <a:ln>
            <a:noFill/>
          </a:ln>
        </p:spPr>
      </p:sp>
      <p:sp>
        <p:nvSpPr>
          <p:cNvPr id="12" name="!!circle-1ss"/>
          <p:cNvSpPr/>
          <p:nvPr/>
        </p:nvSpPr>
        <p:spPr>
          <a:xfrm>
            <a:off x="3464513" y="6295583"/>
            <a:ext cx="25959" cy="25959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13" name="!!circle-1sv"/>
          <p:cNvSpPr/>
          <p:nvPr/>
        </p:nvSpPr>
        <p:spPr>
          <a:xfrm>
            <a:off x="2024343" y="1667547"/>
            <a:ext cx="35878" cy="35878"/>
          </a:xfrm>
          <a:prstGeom prst="ellipse">
            <a:avLst/>
          </a:prstGeom>
          <a:solidFill>
            <a:srgbClr val="627D8D">
              <a:alpha val="26800"/>
            </a:srgbClr>
          </a:solidFill>
          <a:ln>
            <a:noFill/>
          </a:ln>
        </p:spPr>
      </p:sp>
      <p:sp>
        <p:nvSpPr>
          <p:cNvPr id="14" name="!!circle-1sy"/>
          <p:cNvSpPr/>
          <p:nvPr/>
        </p:nvSpPr>
        <p:spPr>
          <a:xfrm>
            <a:off x="6890726" y="3515381"/>
            <a:ext cx="40234" cy="40234"/>
          </a:xfrm>
          <a:prstGeom prst="ellipse">
            <a:avLst/>
          </a:prstGeom>
          <a:solidFill>
            <a:srgbClr val="627D8D">
              <a:alpha val="31300"/>
            </a:srgbClr>
          </a:solidFill>
          <a:ln>
            <a:noFill/>
          </a:ln>
        </p:spPr>
      </p:sp>
      <p:sp>
        <p:nvSpPr>
          <p:cNvPr id="15" name="!!circle-1t4"/>
          <p:cNvSpPr/>
          <p:nvPr/>
        </p:nvSpPr>
        <p:spPr>
          <a:xfrm>
            <a:off x="1228714" y="4642769"/>
            <a:ext cx="29959" cy="29959"/>
          </a:xfrm>
          <a:prstGeom prst="ellipse">
            <a:avLst/>
          </a:prstGeom>
          <a:solidFill>
            <a:srgbClr val="627D8D">
              <a:alpha val="19400"/>
            </a:srgbClr>
          </a:solidFill>
          <a:ln>
            <a:noFill/>
          </a:ln>
        </p:spPr>
      </p:sp>
      <p:sp>
        <p:nvSpPr>
          <p:cNvPr id="16" name="!!circle-1t7"/>
          <p:cNvSpPr/>
          <p:nvPr/>
        </p:nvSpPr>
        <p:spPr>
          <a:xfrm>
            <a:off x="8420758" y="4347304"/>
            <a:ext cx="28702" cy="28702"/>
          </a:xfrm>
          <a:prstGeom prst="ellipse">
            <a:avLst/>
          </a:prstGeom>
          <a:solidFill>
            <a:srgbClr val="627D8D">
              <a:alpha val="17800"/>
            </a:srgbClr>
          </a:solidFill>
          <a:ln>
            <a:noFill/>
          </a:ln>
        </p:spPr>
      </p:sp>
      <p:sp>
        <p:nvSpPr>
          <p:cNvPr id="17" name="!!circle-1ta"/>
          <p:cNvSpPr/>
          <p:nvPr/>
        </p:nvSpPr>
        <p:spPr>
          <a:xfrm>
            <a:off x="10946330" y="1690069"/>
            <a:ext cx="24066" cy="24066"/>
          </a:xfrm>
          <a:prstGeom prst="ellipse">
            <a:avLst/>
          </a:prstGeom>
          <a:solidFill>
            <a:srgbClr val="627D8D">
              <a:alpha val="23900"/>
            </a:srgbClr>
          </a:solidFill>
          <a:ln>
            <a:noFill/>
          </a:ln>
        </p:spPr>
      </p:sp>
      <p:sp>
        <p:nvSpPr>
          <p:cNvPr id="18" name="!!circle-1td"/>
          <p:cNvSpPr/>
          <p:nvPr/>
        </p:nvSpPr>
        <p:spPr>
          <a:xfrm>
            <a:off x="8483987" y="5549788"/>
            <a:ext cx="35865" cy="35865"/>
          </a:xfrm>
          <a:prstGeom prst="ellipse">
            <a:avLst/>
          </a:prstGeom>
          <a:solidFill>
            <a:srgbClr val="627D8D">
              <a:alpha val="28200"/>
            </a:srgbClr>
          </a:solidFill>
          <a:ln>
            <a:noFill/>
          </a:ln>
        </p:spPr>
      </p:sp>
      <p:sp>
        <p:nvSpPr>
          <p:cNvPr id="19" name="!!circle-1tg"/>
          <p:cNvSpPr/>
          <p:nvPr/>
        </p:nvSpPr>
        <p:spPr>
          <a:xfrm>
            <a:off x="1535732" y="2631678"/>
            <a:ext cx="39218" cy="39218"/>
          </a:xfrm>
          <a:prstGeom prst="ellipse">
            <a:avLst/>
          </a:prstGeom>
          <a:solidFill>
            <a:srgbClr val="627D8D">
              <a:alpha val="29600"/>
            </a:srgbClr>
          </a:solidFill>
          <a:ln>
            <a:noFill/>
          </a:ln>
        </p:spPr>
      </p:sp>
      <p:sp>
        <p:nvSpPr>
          <p:cNvPr id="20" name="!!circle-1tj"/>
          <p:cNvSpPr/>
          <p:nvPr/>
        </p:nvSpPr>
        <p:spPr>
          <a:xfrm>
            <a:off x="7032272" y="5710261"/>
            <a:ext cx="49733" cy="49733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1" name="!!circle-1tm"/>
          <p:cNvSpPr/>
          <p:nvPr/>
        </p:nvSpPr>
        <p:spPr>
          <a:xfrm>
            <a:off x="6452291" y="1401808"/>
            <a:ext cx="41694" cy="41694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2" name="!!circle-1tp"/>
          <p:cNvSpPr/>
          <p:nvPr/>
        </p:nvSpPr>
        <p:spPr>
          <a:xfrm>
            <a:off x="6801337" y="4814895"/>
            <a:ext cx="31979" cy="31979"/>
          </a:xfrm>
          <a:prstGeom prst="ellipse">
            <a:avLst/>
          </a:prstGeom>
          <a:solidFill>
            <a:srgbClr val="627D8D">
              <a:alpha val="24100"/>
            </a:srgbClr>
          </a:solidFill>
          <a:ln>
            <a:noFill/>
          </a:ln>
        </p:spPr>
      </p:sp>
      <p:sp>
        <p:nvSpPr>
          <p:cNvPr id="23" name="!!circle-1ts"/>
          <p:cNvSpPr/>
          <p:nvPr/>
        </p:nvSpPr>
        <p:spPr>
          <a:xfrm>
            <a:off x="3926176" y="645201"/>
            <a:ext cx="18085" cy="18085"/>
          </a:xfrm>
          <a:prstGeom prst="ellipse">
            <a:avLst/>
          </a:prstGeom>
          <a:solidFill>
            <a:srgbClr val="627D8D">
              <a:alpha val="10500"/>
            </a:srgbClr>
          </a:solidFill>
          <a:ln>
            <a:noFill/>
          </a:ln>
        </p:spPr>
      </p:sp>
      <p:sp>
        <p:nvSpPr>
          <p:cNvPr id="24" name="!!circle-1ty"/>
          <p:cNvSpPr/>
          <p:nvPr/>
        </p:nvSpPr>
        <p:spPr>
          <a:xfrm>
            <a:off x="3495129" y="6016634"/>
            <a:ext cx="39243" cy="39243"/>
          </a:xfrm>
          <a:prstGeom prst="ellipse">
            <a:avLst/>
          </a:prstGeom>
          <a:solidFill>
            <a:srgbClr val="627D8D">
              <a:alpha val="27700"/>
            </a:srgbClr>
          </a:solidFill>
          <a:ln>
            <a:noFill/>
          </a:ln>
        </p:spPr>
      </p:sp>
      <p:sp>
        <p:nvSpPr>
          <p:cNvPr id="25" name="!!circle-1u1"/>
          <p:cNvSpPr/>
          <p:nvPr/>
        </p:nvSpPr>
        <p:spPr>
          <a:xfrm>
            <a:off x="1638767" y="6425487"/>
            <a:ext cx="34519" cy="34519"/>
          </a:xfrm>
          <a:prstGeom prst="ellipse">
            <a:avLst/>
          </a:prstGeom>
          <a:solidFill>
            <a:srgbClr val="627D8D">
              <a:alpha val="22500"/>
            </a:srgbClr>
          </a:solidFill>
          <a:ln>
            <a:noFill/>
          </a:ln>
        </p:spPr>
      </p:sp>
      <p:sp>
        <p:nvSpPr>
          <p:cNvPr id="26" name="!!circle-1u4"/>
          <p:cNvSpPr/>
          <p:nvPr/>
        </p:nvSpPr>
        <p:spPr>
          <a:xfrm>
            <a:off x="2731594" y="4802667"/>
            <a:ext cx="46228" cy="46228"/>
          </a:xfrm>
          <a:prstGeom prst="ellipse">
            <a:avLst/>
          </a:prstGeom>
          <a:solidFill>
            <a:srgbClr val="627D8D">
              <a:alpha val="26200"/>
            </a:srgbClr>
          </a:solidFill>
          <a:ln>
            <a:noFill/>
          </a:ln>
        </p:spPr>
      </p:sp>
      <p:sp>
        <p:nvSpPr>
          <p:cNvPr id="27" name="!!circle-1u7"/>
          <p:cNvSpPr/>
          <p:nvPr/>
        </p:nvSpPr>
        <p:spPr>
          <a:xfrm>
            <a:off x="7435952" y="4598139"/>
            <a:ext cx="49327" cy="49327"/>
          </a:xfrm>
          <a:prstGeom prst="ellipse">
            <a:avLst/>
          </a:prstGeom>
          <a:solidFill>
            <a:srgbClr val="627D8D">
              <a:alpha val="20800"/>
            </a:srgbClr>
          </a:solidFill>
          <a:ln>
            <a:noFill/>
          </a:ln>
        </p:spPr>
      </p:sp>
      <p:sp>
        <p:nvSpPr>
          <p:cNvPr id="28" name="!!circle-1ua"/>
          <p:cNvSpPr/>
          <p:nvPr/>
        </p:nvSpPr>
        <p:spPr>
          <a:xfrm>
            <a:off x="9698669" y="5227980"/>
            <a:ext cx="24054" cy="24054"/>
          </a:xfrm>
          <a:prstGeom prst="ellipse">
            <a:avLst/>
          </a:prstGeom>
          <a:solidFill>
            <a:srgbClr val="627D8D">
              <a:alpha val="22200"/>
            </a:srgbClr>
          </a:solidFill>
          <a:ln>
            <a:noFill/>
          </a:ln>
        </p:spPr>
      </p:sp>
      <p:sp>
        <p:nvSpPr>
          <p:cNvPr id="29" name="!!circle-1ud"/>
          <p:cNvSpPr/>
          <p:nvPr/>
        </p:nvSpPr>
        <p:spPr>
          <a:xfrm>
            <a:off x="1992222" y="1319665"/>
            <a:ext cx="32271" cy="32271"/>
          </a:xfrm>
          <a:prstGeom prst="ellipse">
            <a:avLst/>
          </a:prstGeom>
          <a:solidFill>
            <a:srgbClr val="627D8D">
              <a:alpha val="20500"/>
            </a:srgbClr>
          </a:solidFill>
          <a:ln>
            <a:noFill/>
          </a:ln>
        </p:spPr>
      </p:sp>
      <p:sp>
        <p:nvSpPr>
          <p:cNvPr id="30" name="!!circle-1uj"/>
          <p:cNvSpPr/>
          <p:nvPr/>
        </p:nvSpPr>
        <p:spPr>
          <a:xfrm>
            <a:off x="2056651" y="2227604"/>
            <a:ext cx="34252" cy="34252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31" name="!!circle-1um"/>
          <p:cNvSpPr/>
          <p:nvPr/>
        </p:nvSpPr>
        <p:spPr>
          <a:xfrm>
            <a:off x="9594823" y="3992363"/>
            <a:ext cx="44196" cy="44196"/>
          </a:xfrm>
          <a:prstGeom prst="ellipse">
            <a:avLst/>
          </a:prstGeom>
          <a:solidFill>
            <a:srgbClr val="627D8D">
              <a:alpha val="21700"/>
            </a:srgbClr>
          </a:solidFill>
          <a:ln>
            <a:noFill/>
          </a:ln>
        </p:spPr>
      </p:sp>
      <p:sp>
        <p:nvSpPr>
          <p:cNvPr id="32" name="!!circle-1up"/>
          <p:cNvSpPr/>
          <p:nvPr/>
        </p:nvSpPr>
        <p:spPr>
          <a:xfrm>
            <a:off x="6747937" y="1675338"/>
            <a:ext cx="35192" cy="35192"/>
          </a:xfrm>
          <a:prstGeom prst="ellipse">
            <a:avLst/>
          </a:prstGeom>
          <a:solidFill>
            <a:srgbClr val="627D8D">
              <a:alpha val="27100"/>
            </a:srgbClr>
          </a:solidFill>
          <a:ln>
            <a:noFill/>
          </a:ln>
        </p:spPr>
      </p:sp>
      <p:sp>
        <p:nvSpPr>
          <p:cNvPr id="33" name="!!circle-1us"/>
          <p:cNvSpPr/>
          <p:nvPr/>
        </p:nvSpPr>
        <p:spPr>
          <a:xfrm>
            <a:off x="10218857" y="5128055"/>
            <a:ext cx="43358" cy="43358"/>
          </a:xfrm>
          <a:prstGeom prst="ellipse">
            <a:avLst/>
          </a:prstGeom>
          <a:solidFill>
            <a:srgbClr val="627D8D">
              <a:alpha val="19500"/>
            </a:srgbClr>
          </a:solidFill>
          <a:ln>
            <a:noFill/>
          </a:ln>
        </p:spPr>
      </p:sp>
      <p:sp>
        <p:nvSpPr>
          <p:cNvPr id="34" name="!!circle-1uv"/>
          <p:cNvSpPr/>
          <p:nvPr/>
        </p:nvSpPr>
        <p:spPr>
          <a:xfrm>
            <a:off x="3227751" y="1901581"/>
            <a:ext cx="33528" cy="33528"/>
          </a:xfrm>
          <a:prstGeom prst="ellipse">
            <a:avLst/>
          </a:prstGeom>
          <a:solidFill>
            <a:srgbClr val="627D8D">
              <a:alpha val="28300"/>
            </a:srgbClr>
          </a:solidFill>
          <a:ln>
            <a:noFill/>
          </a:ln>
        </p:spPr>
      </p:sp>
      <p:sp>
        <p:nvSpPr>
          <p:cNvPr id="35" name="!!circle-1uy"/>
          <p:cNvSpPr/>
          <p:nvPr/>
        </p:nvSpPr>
        <p:spPr>
          <a:xfrm>
            <a:off x="6852681" y="2501729"/>
            <a:ext cx="28956" cy="28956"/>
          </a:xfrm>
          <a:prstGeom prst="ellipse">
            <a:avLst/>
          </a:prstGeom>
          <a:solidFill>
            <a:srgbClr val="627D8D">
              <a:alpha val="21800"/>
            </a:srgbClr>
          </a:solidFill>
          <a:ln>
            <a:noFill/>
          </a:ln>
        </p:spPr>
      </p:sp>
      <p:sp>
        <p:nvSpPr>
          <p:cNvPr id="36" name="!!circle-1v1"/>
          <p:cNvSpPr/>
          <p:nvPr/>
        </p:nvSpPr>
        <p:spPr>
          <a:xfrm>
            <a:off x="7029290" y="6154384"/>
            <a:ext cx="45555" cy="45555"/>
          </a:xfrm>
          <a:prstGeom prst="ellipse">
            <a:avLst/>
          </a:prstGeom>
          <a:solidFill>
            <a:srgbClr val="627D8D">
              <a:alpha val="20900"/>
            </a:srgbClr>
          </a:solidFill>
          <a:ln>
            <a:noFill/>
          </a:ln>
        </p:spPr>
      </p:sp>
      <p:sp>
        <p:nvSpPr>
          <p:cNvPr id="37" name="!!circle-1v4"/>
          <p:cNvSpPr/>
          <p:nvPr/>
        </p:nvSpPr>
        <p:spPr>
          <a:xfrm>
            <a:off x="11290329" y="2976683"/>
            <a:ext cx="39484" cy="39484"/>
          </a:xfrm>
          <a:prstGeom prst="ellipse">
            <a:avLst/>
          </a:prstGeom>
          <a:solidFill>
            <a:srgbClr val="627D8D">
              <a:alpha val="13600"/>
            </a:srgbClr>
          </a:solidFill>
          <a:ln>
            <a:noFill/>
          </a:ln>
        </p:spPr>
      </p:sp>
      <p:sp>
        <p:nvSpPr>
          <p:cNvPr id="38" name="!!circle-1v7"/>
          <p:cNvSpPr/>
          <p:nvPr/>
        </p:nvSpPr>
        <p:spPr>
          <a:xfrm>
            <a:off x="7488080" y="5533400"/>
            <a:ext cx="30455" cy="30455"/>
          </a:xfrm>
          <a:prstGeom prst="ellipse">
            <a:avLst/>
          </a:prstGeom>
          <a:solidFill>
            <a:srgbClr val="627D8D">
              <a:alpha val="16500"/>
            </a:srgbClr>
          </a:solidFill>
          <a:ln>
            <a:noFill/>
          </a:ln>
        </p:spPr>
      </p:sp>
      <p:sp>
        <p:nvSpPr>
          <p:cNvPr id="39" name="!!circle-1va"/>
          <p:cNvSpPr/>
          <p:nvPr/>
        </p:nvSpPr>
        <p:spPr>
          <a:xfrm>
            <a:off x="8995681" y="6296846"/>
            <a:ext cx="28257" cy="28257"/>
          </a:xfrm>
          <a:prstGeom prst="ellipse">
            <a:avLst/>
          </a:prstGeom>
          <a:solidFill>
            <a:srgbClr val="627D8D">
              <a:alpha val="15700"/>
            </a:srgbClr>
          </a:solidFill>
          <a:ln>
            <a:noFill/>
          </a:ln>
        </p:spPr>
      </p:sp>
      <p:sp>
        <p:nvSpPr>
          <p:cNvPr id="40" name="!!circle-1vd"/>
          <p:cNvSpPr/>
          <p:nvPr/>
        </p:nvSpPr>
        <p:spPr>
          <a:xfrm>
            <a:off x="11451345" y="4930052"/>
            <a:ext cx="45149" cy="45149"/>
          </a:xfrm>
          <a:prstGeom prst="ellipse">
            <a:avLst/>
          </a:prstGeom>
          <a:solidFill>
            <a:srgbClr val="627D8D">
              <a:alpha val="31200"/>
            </a:srgbClr>
          </a:solidFill>
          <a:ln>
            <a:noFill/>
          </a:ln>
        </p:spPr>
      </p:sp>
      <p:sp>
        <p:nvSpPr>
          <p:cNvPr id="41" name="!!circle-1vg"/>
          <p:cNvSpPr/>
          <p:nvPr/>
        </p:nvSpPr>
        <p:spPr>
          <a:xfrm>
            <a:off x="3477018" y="2846501"/>
            <a:ext cx="30696" cy="30696"/>
          </a:xfrm>
          <a:prstGeom prst="ellipse">
            <a:avLst/>
          </a:prstGeom>
          <a:solidFill>
            <a:srgbClr val="627D8D">
              <a:alpha val="25700"/>
            </a:srgbClr>
          </a:solidFill>
          <a:ln>
            <a:noFill/>
          </a:ln>
        </p:spPr>
      </p:sp>
      <p:sp>
        <p:nvSpPr>
          <p:cNvPr id="42" name="!!circle-1vj"/>
          <p:cNvSpPr/>
          <p:nvPr/>
        </p:nvSpPr>
        <p:spPr>
          <a:xfrm>
            <a:off x="8820278" y="3358277"/>
            <a:ext cx="37401" cy="37401"/>
          </a:xfrm>
          <a:prstGeom prst="ellipse">
            <a:avLst/>
          </a:prstGeom>
          <a:solidFill>
            <a:srgbClr val="627D8D">
              <a:alpha val="16000"/>
            </a:srgbClr>
          </a:solidFill>
          <a:ln>
            <a:noFill/>
          </a:ln>
        </p:spPr>
      </p:sp>
      <p:sp>
        <p:nvSpPr>
          <p:cNvPr id="43" name="!!circle-1vm"/>
          <p:cNvSpPr/>
          <p:nvPr/>
        </p:nvSpPr>
        <p:spPr>
          <a:xfrm>
            <a:off x="1835561" y="4266541"/>
            <a:ext cx="33096" cy="33096"/>
          </a:xfrm>
          <a:prstGeom prst="ellipse">
            <a:avLst/>
          </a:prstGeom>
          <a:solidFill>
            <a:srgbClr val="627D8D">
              <a:alpha val="22300"/>
            </a:srgbClr>
          </a:solidFill>
          <a:ln>
            <a:noFill/>
          </a:ln>
        </p:spPr>
      </p:sp>
      <p:sp>
        <p:nvSpPr>
          <p:cNvPr id="44" name="!!circle-1vp"/>
          <p:cNvSpPr/>
          <p:nvPr/>
        </p:nvSpPr>
        <p:spPr>
          <a:xfrm>
            <a:off x="11568069" y="389486"/>
            <a:ext cx="21145" cy="21145"/>
          </a:xfrm>
          <a:prstGeom prst="ellipse">
            <a:avLst/>
          </a:prstGeom>
          <a:solidFill>
            <a:srgbClr val="627D8D">
              <a:alpha val="16300"/>
            </a:srgbClr>
          </a:solidFill>
          <a:ln>
            <a:noFill/>
          </a:ln>
        </p:spPr>
      </p:sp>
      <p:sp>
        <p:nvSpPr>
          <p:cNvPr id="45" name="!!circle-1vs"/>
          <p:cNvSpPr/>
          <p:nvPr/>
        </p:nvSpPr>
        <p:spPr>
          <a:xfrm>
            <a:off x="11075164" y="5396476"/>
            <a:ext cx="35281" cy="35281"/>
          </a:xfrm>
          <a:prstGeom prst="ellipse">
            <a:avLst/>
          </a:prstGeom>
          <a:solidFill>
            <a:srgbClr val="627D8D">
              <a:alpha val="30000"/>
            </a:srgbClr>
          </a:solidFill>
          <a:ln>
            <a:noFill/>
          </a:ln>
        </p:spPr>
      </p:sp>
      <p:sp>
        <p:nvSpPr>
          <p:cNvPr id="46" name="!!rect-9ek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7">
              <a:alpha val="94000"/>
            </a:srgbClr>
          </a:solidFill>
          <a:ln>
            <a:noFill/>
          </a:ln>
        </p:spPr>
      </p:sp>
      <p:sp>
        <p:nvSpPr>
          <p:cNvPr id="47" name="!!path-9gg"/>
          <p:cNvSpPr/>
          <p:nvPr/>
        </p:nvSpPr>
        <p:spPr>
          <a:xfrm>
            <a:off x="3925654" y="3219246"/>
            <a:ext cx="791078" cy="523479"/>
          </a:xfrm>
          <a:custGeom>
            <a:avLst/>
            <a:gdLst/>
            <a:ahLst/>
            <a:cxnLst/>
            <a:rect l="l" t="t" r="r" b="b"/>
            <a:pathLst>
              <a:path w="791078" h="523479">
                <a:moveTo>
                  <a:pt x="0" y="51274"/>
                </a:moveTo>
                <a:cubicBezTo>
                  <a:pt x="43949" y="19533"/>
                  <a:pt x="151379" y="9766"/>
                  <a:pt x="239277" y="33206"/>
                </a:cubicBezTo>
                <a:cubicBezTo>
                  <a:pt x="312525" y="53715"/>
                  <a:pt x="366240" y="83014"/>
                  <a:pt x="400422" y="112314"/>
                </a:cubicBezTo>
                <a:cubicBezTo>
                  <a:pt x="439488" y="78131"/>
                  <a:pt x="507852" y="34182"/>
                  <a:pt x="590867" y="13673"/>
                </a:cubicBezTo>
                <a:cubicBezTo>
                  <a:pt x="668998" y="0"/>
                  <a:pt x="747129" y="7325"/>
                  <a:pt x="791078" y="41507"/>
                </a:cubicBezTo>
                <a:lnTo>
                  <a:pt x="790101" y="428745"/>
                </a:lnTo>
                <a:cubicBezTo>
                  <a:pt x="703180" y="417513"/>
                  <a:pt x="532268" y="424838"/>
                  <a:pt x="403352" y="520549"/>
                </a:cubicBezTo>
                <a:quadBezTo>
                  <a:pt x="400422" y="523479"/>
                  <a:pt x="397492" y="520549"/>
                </a:quadBezTo>
                <a:cubicBezTo>
                  <a:pt x="268576" y="424838"/>
                  <a:pt x="102547" y="417513"/>
                  <a:pt x="14650" y="433628"/>
                </a:cubicBezTo>
                <a:close/>
              </a:path>
            </a:pathLst>
          </a:custGeom>
          <a:solidFill>
            <a:srgbClr val="46606F">
              <a:alpha val="2557"/>
            </a:srgbClr>
          </a:solidFill>
          <a:ln>
            <a:noFill/>
          </a:ln>
        </p:spPr>
      </p:sp>
      <p:sp>
        <p:nvSpPr>
          <p:cNvPr id="48" name="!!path-9gh"/>
          <p:cNvSpPr/>
          <p:nvPr/>
        </p:nvSpPr>
        <p:spPr>
          <a:xfrm>
            <a:off x="3925654" y="3223153"/>
            <a:ext cx="791078" cy="523479"/>
          </a:xfrm>
          <a:custGeom>
            <a:avLst/>
            <a:gdLst/>
            <a:ahLst/>
            <a:cxnLst/>
            <a:rect l="l" t="t" r="r" b="b"/>
            <a:pathLst>
              <a:path w="791078" h="523479">
                <a:moveTo>
                  <a:pt x="0" y="51274"/>
                </a:moveTo>
                <a:cubicBezTo>
                  <a:pt x="43949" y="19533"/>
                  <a:pt x="151379" y="9766"/>
                  <a:pt x="239277" y="33206"/>
                </a:cubicBezTo>
                <a:cubicBezTo>
                  <a:pt x="312525" y="53715"/>
                  <a:pt x="366240" y="83014"/>
                  <a:pt x="400422" y="112314"/>
                </a:cubicBezTo>
                <a:cubicBezTo>
                  <a:pt x="439488" y="78131"/>
                  <a:pt x="507852" y="34182"/>
                  <a:pt x="590867" y="13673"/>
                </a:cubicBezTo>
                <a:cubicBezTo>
                  <a:pt x="668998" y="0"/>
                  <a:pt x="747129" y="7325"/>
                  <a:pt x="791078" y="41507"/>
                </a:cubicBezTo>
                <a:lnTo>
                  <a:pt x="790101" y="428745"/>
                </a:lnTo>
                <a:cubicBezTo>
                  <a:pt x="703180" y="417513"/>
                  <a:pt x="532268" y="424838"/>
                  <a:pt x="403352" y="520549"/>
                </a:cubicBezTo>
                <a:quadBezTo>
                  <a:pt x="400422" y="523479"/>
                  <a:pt x="397492" y="520549"/>
                </a:quadBezTo>
                <a:cubicBezTo>
                  <a:pt x="268576" y="424838"/>
                  <a:pt x="102547" y="417513"/>
                  <a:pt x="14650" y="433628"/>
                </a:cubicBezTo>
                <a:close/>
              </a:path>
            </a:pathLst>
          </a:custGeom>
          <a:solidFill>
            <a:srgbClr val="46606F">
              <a:alpha val="2557"/>
            </a:srgbClr>
          </a:solidFill>
          <a:ln>
            <a:noFill/>
          </a:ln>
        </p:spPr>
      </p:sp>
      <p:sp>
        <p:nvSpPr>
          <p:cNvPr id="49" name="!!path-9gi"/>
          <p:cNvSpPr/>
          <p:nvPr/>
        </p:nvSpPr>
        <p:spPr>
          <a:xfrm>
            <a:off x="3925654" y="3227059"/>
            <a:ext cx="791078" cy="523479"/>
          </a:xfrm>
          <a:custGeom>
            <a:avLst/>
            <a:gdLst/>
            <a:ahLst/>
            <a:cxnLst/>
            <a:rect l="l" t="t" r="r" b="b"/>
            <a:pathLst>
              <a:path w="791078" h="523479">
                <a:moveTo>
                  <a:pt x="0" y="51274"/>
                </a:moveTo>
                <a:cubicBezTo>
                  <a:pt x="43949" y="19533"/>
                  <a:pt x="151379" y="9766"/>
                  <a:pt x="239277" y="33206"/>
                </a:cubicBezTo>
                <a:cubicBezTo>
                  <a:pt x="312525" y="53715"/>
                  <a:pt x="366240" y="83014"/>
                  <a:pt x="400422" y="112314"/>
                </a:cubicBezTo>
                <a:cubicBezTo>
                  <a:pt x="439488" y="78131"/>
                  <a:pt x="507852" y="34182"/>
                  <a:pt x="590867" y="13673"/>
                </a:cubicBezTo>
                <a:cubicBezTo>
                  <a:pt x="668998" y="0"/>
                  <a:pt x="747129" y="7325"/>
                  <a:pt x="791078" y="41507"/>
                </a:cubicBezTo>
                <a:lnTo>
                  <a:pt x="790101" y="428745"/>
                </a:lnTo>
                <a:cubicBezTo>
                  <a:pt x="703180" y="417513"/>
                  <a:pt x="532268" y="424838"/>
                  <a:pt x="403352" y="520549"/>
                </a:cubicBezTo>
                <a:quadBezTo>
                  <a:pt x="400422" y="523479"/>
                  <a:pt x="397492" y="520549"/>
                </a:quadBezTo>
                <a:cubicBezTo>
                  <a:pt x="268576" y="424838"/>
                  <a:pt x="102547" y="417513"/>
                  <a:pt x="14650" y="433628"/>
                </a:cubicBezTo>
                <a:close/>
              </a:path>
            </a:pathLst>
          </a:custGeom>
          <a:solidFill>
            <a:srgbClr val="46606F">
              <a:alpha val="2557"/>
            </a:srgbClr>
          </a:solidFill>
          <a:ln>
            <a:noFill/>
          </a:ln>
        </p:spPr>
      </p:sp>
      <p:sp>
        <p:nvSpPr>
          <p:cNvPr id="50" name="!!path-9gj"/>
          <p:cNvSpPr/>
          <p:nvPr/>
        </p:nvSpPr>
        <p:spPr>
          <a:xfrm>
            <a:off x="3925654" y="3230966"/>
            <a:ext cx="791078" cy="523479"/>
          </a:xfrm>
          <a:custGeom>
            <a:avLst/>
            <a:gdLst/>
            <a:ahLst/>
            <a:cxnLst/>
            <a:rect l="l" t="t" r="r" b="b"/>
            <a:pathLst>
              <a:path w="791078" h="523479">
                <a:moveTo>
                  <a:pt x="0" y="51274"/>
                </a:moveTo>
                <a:cubicBezTo>
                  <a:pt x="43949" y="19533"/>
                  <a:pt x="151379" y="9766"/>
                  <a:pt x="239277" y="33206"/>
                </a:cubicBezTo>
                <a:cubicBezTo>
                  <a:pt x="312525" y="53715"/>
                  <a:pt x="366240" y="83014"/>
                  <a:pt x="400422" y="112314"/>
                </a:cubicBezTo>
                <a:cubicBezTo>
                  <a:pt x="439488" y="78131"/>
                  <a:pt x="507852" y="34182"/>
                  <a:pt x="590867" y="13673"/>
                </a:cubicBezTo>
                <a:cubicBezTo>
                  <a:pt x="668998" y="0"/>
                  <a:pt x="747129" y="7325"/>
                  <a:pt x="791078" y="41507"/>
                </a:cubicBezTo>
                <a:lnTo>
                  <a:pt x="790101" y="428745"/>
                </a:lnTo>
                <a:cubicBezTo>
                  <a:pt x="703180" y="417513"/>
                  <a:pt x="532268" y="424838"/>
                  <a:pt x="403352" y="520549"/>
                </a:cubicBezTo>
                <a:quadBezTo>
                  <a:pt x="400422" y="523479"/>
                  <a:pt x="397492" y="520549"/>
                </a:quadBezTo>
                <a:cubicBezTo>
                  <a:pt x="268576" y="424838"/>
                  <a:pt x="102547" y="417513"/>
                  <a:pt x="14650" y="433628"/>
                </a:cubicBezTo>
                <a:close/>
              </a:path>
            </a:pathLst>
          </a:custGeom>
          <a:solidFill>
            <a:srgbClr val="46606F">
              <a:alpha val="2557"/>
            </a:srgbClr>
          </a:solidFill>
          <a:ln>
            <a:noFill/>
          </a:ln>
        </p:spPr>
      </p:sp>
      <p:sp>
        <p:nvSpPr>
          <p:cNvPr id="51" name="!!path-9gk"/>
          <p:cNvSpPr/>
          <p:nvPr/>
        </p:nvSpPr>
        <p:spPr>
          <a:xfrm>
            <a:off x="3925654" y="3234872"/>
            <a:ext cx="791078" cy="523479"/>
          </a:xfrm>
          <a:custGeom>
            <a:avLst/>
            <a:gdLst/>
            <a:ahLst/>
            <a:cxnLst/>
            <a:rect l="l" t="t" r="r" b="b"/>
            <a:pathLst>
              <a:path w="791078" h="523479">
                <a:moveTo>
                  <a:pt x="0" y="51274"/>
                </a:moveTo>
                <a:cubicBezTo>
                  <a:pt x="43949" y="19533"/>
                  <a:pt x="151379" y="9766"/>
                  <a:pt x="239277" y="33206"/>
                </a:cubicBezTo>
                <a:cubicBezTo>
                  <a:pt x="312525" y="53715"/>
                  <a:pt x="366240" y="83014"/>
                  <a:pt x="400422" y="112314"/>
                </a:cubicBezTo>
                <a:cubicBezTo>
                  <a:pt x="439488" y="78131"/>
                  <a:pt x="507852" y="34182"/>
                  <a:pt x="590867" y="13673"/>
                </a:cubicBezTo>
                <a:cubicBezTo>
                  <a:pt x="668998" y="0"/>
                  <a:pt x="747129" y="7325"/>
                  <a:pt x="791078" y="41507"/>
                </a:cubicBezTo>
                <a:lnTo>
                  <a:pt x="790101" y="428745"/>
                </a:lnTo>
                <a:cubicBezTo>
                  <a:pt x="703180" y="417513"/>
                  <a:pt x="532268" y="424838"/>
                  <a:pt x="403352" y="520549"/>
                </a:cubicBezTo>
                <a:quadBezTo>
                  <a:pt x="400422" y="523479"/>
                  <a:pt x="397492" y="520549"/>
                </a:quadBezTo>
                <a:cubicBezTo>
                  <a:pt x="268576" y="424838"/>
                  <a:pt x="102547" y="417513"/>
                  <a:pt x="14650" y="433628"/>
                </a:cubicBezTo>
                <a:close/>
              </a:path>
            </a:pathLst>
          </a:custGeom>
          <a:solidFill>
            <a:srgbClr val="46606F">
              <a:alpha val="2557"/>
            </a:srgbClr>
          </a:solidFill>
          <a:ln>
            <a:noFill/>
          </a:ln>
        </p:spPr>
      </p:sp>
      <p:sp>
        <p:nvSpPr>
          <p:cNvPr id="52" name="!!path-9gl"/>
          <p:cNvSpPr/>
          <p:nvPr/>
        </p:nvSpPr>
        <p:spPr>
          <a:xfrm>
            <a:off x="3925654" y="3238779"/>
            <a:ext cx="791078" cy="523479"/>
          </a:xfrm>
          <a:custGeom>
            <a:avLst/>
            <a:gdLst/>
            <a:ahLst/>
            <a:cxnLst/>
            <a:rect l="l" t="t" r="r" b="b"/>
            <a:pathLst>
              <a:path w="791078" h="523479">
                <a:moveTo>
                  <a:pt x="0" y="51274"/>
                </a:moveTo>
                <a:cubicBezTo>
                  <a:pt x="43949" y="19533"/>
                  <a:pt x="151379" y="9766"/>
                  <a:pt x="239277" y="33206"/>
                </a:cubicBezTo>
                <a:cubicBezTo>
                  <a:pt x="312525" y="53715"/>
                  <a:pt x="366240" y="83014"/>
                  <a:pt x="400422" y="112314"/>
                </a:cubicBezTo>
                <a:cubicBezTo>
                  <a:pt x="439488" y="78131"/>
                  <a:pt x="507852" y="34182"/>
                  <a:pt x="590867" y="13673"/>
                </a:cubicBezTo>
                <a:cubicBezTo>
                  <a:pt x="668998" y="0"/>
                  <a:pt x="747129" y="7325"/>
                  <a:pt x="791078" y="41507"/>
                </a:cubicBezTo>
                <a:lnTo>
                  <a:pt x="790101" y="428745"/>
                </a:lnTo>
                <a:cubicBezTo>
                  <a:pt x="703180" y="417513"/>
                  <a:pt x="532268" y="424838"/>
                  <a:pt x="403352" y="520549"/>
                </a:cubicBezTo>
                <a:quadBezTo>
                  <a:pt x="400422" y="523479"/>
                  <a:pt x="397492" y="520549"/>
                </a:quadBezTo>
                <a:cubicBezTo>
                  <a:pt x="268576" y="424838"/>
                  <a:pt x="102547" y="417513"/>
                  <a:pt x="14650" y="433628"/>
                </a:cubicBezTo>
                <a:close/>
              </a:path>
            </a:pathLst>
          </a:custGeom>
          <a:solidFill>
            <a:srgbClr val="46606F">
              <a:alpha val="2557"/>
            </a:srgbClr>
          </a:solidFill>
          <a:ln>
            <a:noFill/>
          </a:ln>
        </p:spPr>
      </p:sp>
      <p:sp>
        <p:nvSpPr>
          <p:cNvPr id="53" name="!!path-9gm"/>
          <p:cNvSpPr/>
          <p:nvPr/>
        </p:nvSpPr>
        <p:spPr>
          <a:xfrm>
            <a:off x="3925654" y="3242685"/>
            <a:ext cx="791078" cy="523479"/>
          </a:xfrm>
          <a:custGeom>
            <a:avLst/>
            <a:gdLst/>
            <a:ahLst/>
            <a:cxnLst/>
            <a:rect l="l" t="t" r="r" b="b"/>
            <a:pathLst>
              <a:path w="791078" h="523479">
                <a:moveTo>
                  <a:pt x="0" y="51274"/>
                </a:moveTo>
                <a:cubicBezTo>
                  <a:pt x="43949" y="19533"/>
                  <a:pt x="151379" y="9766"/>
                  <a:pt x="239277" y="33206"/>
                </a:cubicBezTo>
                <a:cubicBezTo>
                  <a:pt x="312525" y="53715"/>
                  <a:pt x="366240" y="83014"/>
                  <a:pt x="400422" y="112314"/>
                </a:cubicBezTo>
                <a:cubicBezTo>
                  <a:pt x="439488" y="78131"/>
                  <a:pt x="507852" y="34182"/>
                  <a:pt x="590867" y="13673"/>
                </a:cubicBezTo>
                <a:cubicBezTo>
                  <a:pt x="668998" y="0"/>
                  <a:pt x="747129" y="7325"/>
                  <a:pt x="791078" y="41507"/>
                </a:cubicBezTo>
                <a:lnTo>
                  <a:pt x="790101" y="428745"/>
                </a:lnTo>
                <a:cubicBezTo>
                  <a:pt x="703180" y="417513"/>
                  <a:pt x="532268" y="424838"/>
                  <a:pt x="403352" y="520549"/>
                </a:cubicBezTo>
                <a:quadBezTo>
                  <a:pt x="400422" y="523479"/>
                  <a:pt x="397492" y="520549"/>
                </a:quadBezTo>
                <a:cubicBezTo>
                  <a:pt x="268576" y="424838"/>
                  <a:pt x="102547" y="417513"/>
                  <a:pt x="14650" y="433628"/>
                </a:cubicBezTo>
                <a:close/>
              </a:path>
            </a:pathLst>
          </a:custGeom>
          <a:solidFill>
            <a:srgbClr val="46606F">
              <a:alpha val="2557"/>
            </a:srgbClr>
          </a:solidFill>
          <a:ln>
            <a:noFill/>
          </a:ln>
        </p:spPr>
      </p:sp>
      <p:sp>
        <p:nvSpPr>
          <p:cNvPr id="54" name="!!path-9gn"/>
          <p:cNvSpPr/>
          <p:nvPr/>
        </p:nvSpPr>
        <p:spPr>
          <a:xfrm>
            <a:off x="3925654" y="3246592"/>
            <a:ext cx="791078" cy="523479"/>
          </a:xfrm>
          <a:custGeom>
            <a:avLst/>
            <a:gdLst/>
            <a:ahLst/>
            <a:cxnLst/>
            <a:rect l="l" t="t" r="r" b="b"/>
            <a:pathLst>
              <a:path w="791078" h="523479">
                <a:moveTo>
                  <a:pt x="0" y="51274"/>
                </a:moveTo>
                <a:cubicBezTo>
                  <a:pt x="43949" y="19533"/>
                  <a:pt x="151379" y="9766"/>
                  <a:pt x="239277" y="33206"/>
                </a:cubicBezTo>
                <a:cubicBezTo>
                  <a:pt x="312525" y="53715"/>
                  <a:pt x="366240" y="83014"/>
                  <a:pt x="400422" y="112314"/>
                </a:cubicBezTo>
                <a:cubicBezTo>
                  <a:pt x="439488" y="78131"/>
                  <a:pt x="507852" y="34182"/>
                  <a:pt x="590867" y="13673"/>
                </a:cubicBezTo>
                <a:cubicBezTo>
                  <a:pt x="668998" y="0"/>
                  <a:pt x="747129" y="7325"/>
                  <a:pt x="791078" y="41507"/>
                </a:cubicBezTo>
                <a:lnTo>
                  <a:pt x="790101" y="428745"/>
                </a:lnTo>
                <a:cubicBezTo>
                  <a:pt x="703180" y="417513"/>
                  <a:pt x="532268" y="424838"/>
                  <a:pt x="403352" y="520549"/>
                </a:cubicBezTo>
                <a:quadBezTo>
                  <a:pt x="400422" y="523479"/>
                  <a:pt x="397492" y="520549"/>
                </a:quadBezTo>
                <a:cubicBezTo>
                  <a:pt x="268576" y="424838"/>
                  <a:pt x="102547" y="417513"/>
                  <a:pt x="14650" y="433628"/>
                </a:cubicBezTo>
                <a:close/>
              </a:path>
            </a:pathLst>
          </a:custGeom>
          <a:solidFill>
            <a:srgbClr val="46606F">
              <a:alpha val="2557"/>
            </a:srgbClr>
          </a:solidFill>
          <a:ln>
            <a:noFill/>
          </a:ln>
        </p:spPr>
      </p:sp>
      <p:sp>
        <p:nvSpPr>
          <p:cNvPr id="55" name="!!path-9go"/>
          <p:cNvSpPr/>
          <p:nvPr/>
        </p:nvSpPr>
        <p:spPr>
          <a:xfrm>
            <a:off x="4018435" y="3129884"/>
            <a:ext cx="308618" cy="295433"/>
          </a:xfrm>
          <a:custGeom>
            <a:avLst/>
            <a:gdLst/>
            <a:ahLst/>
            <a:cxnLst/>
            <a:rect l="l" t="t" r="r" b="b"/>
            <a:pathLst>
              <a:path w="308618" h="295433">
                <a:moveTo>
                  <a:pt x="0" y="42484"/>
                </a:moveTo>
                <a:lnTo>
                  <a:pt x="19533" y="12208"/>
                </a:lnTo>
                <a:cubicBezTo>
                  <a:pt x="78131" y="0"/>
                  <a:pt x="175795" y="17091"/>
                  <a:pt x="244160" y="63482"/>
                </a:cubicBezTo>
                <a:cubicBezTo>
                  <a:pt x="280784" y="89362"/>
                  <a:pt x="300317" y="119638"/>
                  <a:pt x="308618" y="151379"/>
                </a:cubicBezTo>
                <a:lnTo>
                  <a:pt x="308618" y="295433"/>
                </a:lnTo>
                <a:lnTo>
                  <a:pt x="0" y="295433"/>
                </a:lnTo>
                <a:close/>
              </a:path>
            </a:pathLst>
          </a:custGeom>
          <a:solidFill>
            <a:srgbClr val="E9EEF1">
              <a:alpha val="75214"/>
            </a:srgbClr>
          </a:solidFill>
          <a:ln>
            <a:noFill/>
          </a:ln>
        </p:spPr>
      </p:sp>
      <p:sp>
        <p:nvSpPr>
          <p:cNvPr id="56" name="!!path-9gp"/>
          <p:cNvSpPr/>
          <p:nvPr/>
        </p:nvSpPr>
        <p:spPr>
          <a:xfrm>
            <a:off x="4018435" y="3129884"/>
            <a:ext cx="308618" cy="151379"/>
          </a:xfrm>
          <a:custGeom>
            <a:avLst/>
            <a:gdLst/>
            <a:ahLst/>
            <a:cxnLst/>
            <a:rect l="l" t="t" r="r" b="b"/>
            <a:pathLst>
              <a:path w="308618" h="151379" fill="none">
                <a:moveTo>
                  <a:pt x="308618" y="151379"/>
                </a:moveTo>
                <a:cubicBezTo>
                  <a:pt x="300317" y="119638"/>
                  <a:pt x="280784" y="89362"/>
                  <a:pt x="244160" y="63482"/>
                </a:cubicBezTo>
                <a:cubicBezTo>
                  <a:pt x="175795" y="17091"/>
                  <a:pt x="78131" y="0"/>
                  <a:pt x="19533" y="12208"/>
                </a:cubicBezTo>
                <a:lnTo>
                  <a:pt x="0" y="42484"/>
                </a:lnTo>
              </a:path>
            </a:pathLst>
          </a:custGeom>
          <a:noFill/>
          <a:ln w="11720" cap="rnd">
            <a:solidFill>
              <a:srgbClr val="627D8D">
                <a:alpha val="75214"/>
              </a:srgbClr>
            </a:solidFill>
            <a:prstDash val="solid"/>
            <a:round/>
          </a:ln>
        </p:spPr>
      </p:sp>
      <p:sp>
        <p:nvSpPr>
          <p:cNvPr id="57" name="!!path-9gq"/>
          <p:cNvSpPr/>
          <p:nvPr/>
        </p:nvSpPr>
        <p:spPr>
          <a:xfrm>
            <a:off x="3988159" y="3159183"/>
            <a:ext cx="338894" cy="266134"/>
          </a:xfrm>
          <a:custGeom>
            <a:avLst/>
            <a:gdLst/>
            <a:ahLst/>
            <a:cxnLst/>
            <a:rect l="l" t="t" r="r" b="b"/>
            <a:pathLst>
              <a:path w="338894" h="266134">
                <a:moveTo>
                  <a:pt x="0" y="53715"/>
                </a:moveTo>
                <a:lnTo>
                  <a:pt x="15626" y="15626"/>
                </a:lnTo>
                <a:cubicBezTo>
                  <a:pt x="88874" y="0"/>
                  <a:pt x="191421" y="17091"/>
                  <a:pt x="264669" y="61040"/>
                </a:cubicBezTo>
                <a:cubicBezTo>
                  <a:pt x="303735" y="84479"/>
                  <a:pt x="328151" y="119638"/>
                  <a:pt x="338894" y="151379"/>
                </a:cubicBezTo>
                <a:lnTo>
                  <a:pt x="338894" y="266134"/>
                </a:lnTo>
                <a:lnTo>
                  <a:pt x="0" y="266134"/>
                </a:lnTo>
                <a:close/>
              </a:path>
            </a:pathLst>
          </a:custGeom>
          <a:solidFill>
            <a:srgbClr val="E9EEF1">
              <a:alpha val="75214"/>
            </a:srgbClr>
          </a:solidFill>
          <a:ln>
            <a:noFill/>
          </a:ln>
        </p:spPr>
      </p:sp>
      <p:sp>
        <p:nvSpPr>
          <p:cNvPr id="58" name="!!path-9gr"/>
          <p:cNvSpPr/>
          <p:nvPr/>
        </p:nvSpPr>
        <p:spPr>
          <a:xfrm>
            <a:off x="3988159" y="3159183"/>
            <a:ext cx="338894" cy="151379"/>
          </a:xfrm>
          <a:custGeom>
            <a:avLst/>
            <a:gdLst/>
            <a:ahLst/>
            <a:cxnLst/>
            <a:rect l="l" t="t" r="r" b="b"/>
            <a:pathLst>
              <a:path w="338894" h="151379" fill="none">
                <a:moveTo>
                  <a:pt x="338894" y="151379"/>
                </a:moveTo>
                <a:cubicBezTo>
                  <a:pt x="328151" y="119638"/>
                  <a:pt x="303735" y="84479"/>
                  <a:pt x="264669" y="61040"/>
                </a:cubicBezTo>
                <a:cubicBezTo>
                  <a:pt x="191421" y="17091"/>
                  <a:pt x="88874" y="0"/>
                  <a:pt x="15626" y="15626"/>
                </a:cubicBezTo>
                <a:lnTo>
                  <a:pt x="0" y="53715"/>
                </a:lnTo>
              </a:path>
            </a:pathLst>
          </a:custGeom>
          <a:noFill/>
          <a:ln w="11720" cap="rnd">
            <a:solidFill>
              <a:srgbClr val="627D8D">
                <a:alpha val="75214"/>
              </a:srgbClr>
            </a:solidFill>
            <a:prstDash val="solid"/>
            <a:round/>
          </a:ln>
        </p:spPr>
      </p:sp>
      <p:sp>
        <p:nvSpPr>
          <p:cNvPr id="59" name="!!path-9gs"/>
          <p:cNvSpPr/>
          <p:nvPr/>
        </p:nvSpPr>
        <p:spPr>
          <a:xfrm>
            <a:off x="3961301" y="3190924"/>
            <a:ext cx="364775" cy="234393"/>
          </a:xfrm>
          <a:custGeom>
            <a:avLst/>
            <a:gdLst/>
            <a:ahLst/>
            <a:cxnLst/>
            <a:rect l="l" t="t" r="r" b="b"/>
            <a:pathLst>
              <a:path w="364775" h="234393">
                <a:moveTo>
                  <a:pt x="0" y="55668"/>
                </a:moveTo>
                <a:lnTo>
                  <a:pt x="9278" y="30276"/>
                </a:lnTo>
                <a:cubicBezTo>
                  <a:pt x="91316" y="0"/>
                  <a:pt x="203629" y="12208"/>
                  <a:pt x="281760" y="52739"/>
                </a:cubicBezTo>
                <a:cubicBezTo>
                  <a:pt x="325709" y="75690"/>
                  <a:pt x="352567" y="104989"/>
                  <a:pt x="364775" y="132823"/>
                </a:cubicBezTo>
                <a:lnTo>
                  <a:pt x="364775" y="234393"/>
                </a:lnTo>
                <a:lnTo>
                  <a:pt x="0" y="234393"/>
                </a:lnTo>
                <a:close/>
              </a:path>
            </a:pathLst>
          </a:custGeom>
          <a:solidFill>
            <a:srgbClr val="E9EEF1">
              <a:alpha val="75214"/>
            </a:srgbClr>
          </a:solidFill>
          <a:ln>
            <a:noFill/>
          </a:ln>
        </p:spPr>
      </p:sp>
      <p:sp>
        <p:nvSpPr>
          <p:cNvPr id="60" name="!!path-9gt"/>
          <p:cNvSpPr/>
          <p:nvPr/>
        </p:nvSpPr>
        <p:spPr>
          <a:xfrm>
            <a:off x="3961301" y="3190924"/>
            <a:ext cx="364775" cy="132823"/>
          </a:xfrm>
          <a:custGeom>
            <a:avLst/>
            <a:gdLst/>
            <a:ahLst/>
            <a:cxnLst/>
            <a:rect l="l" t="t" r="r" b="b"/>
            <a:pathLst>
              <a:path w="364775" h="132823" fill="none">
                <a:moveTo>
                  <a:pt x="364775" y="132823"/>
                </a:moveTo>
                <a:cubicBezTo>
                  <a:pt x="352567" y="104989"/>
                  <a:pt x="325709" y="75690"/>
                  <a:pt x="281760" y="52739"/>
                </a:cubicBezTo>
                <a:cubicBezTo>
                  <a:pt x="203629" y="12208"/>
                  <a:pt x="91316" y="0"/>
                  <a:pt x="9278" y="30276"/>
                </a:cubicBezTo>
                <a:lnTo>
                  <a:pt x="0" y="55668"/>
                </a:lnTo>
              </a:path>
            </a:pathLst>
          </a:custGeom>
          <a:noFill/>
          <a:ln w="11720" cap="rnd">
            <a:solidFill>
              <a:srgbClr val="627D8D">
                <a:alpha val="75214"/>
              </a:srgbClr>
            </a:solidFill>
            <a:prstDash val="solid"/>
            <a:round/>
          </a:ln>
        </p:spPr>
      </p:sp>
      <p:sp>
        <p:nvSpPr>
          <p:cNvPr id="61" name="!!path-9gu"/>
          <p:cNvSpPr/>
          <p:nvPr/>
        </p:nvSpPr>
        <p:spPr>
          <a:xfrm>
            <a:off x="4327541" y="3117676"/>
            <a:ext cx="289085" cy="307641"/>
          </a:xfrm>
          <a:custGeom>
            <a:avLst/>
            <a:gdLst/>
            <a:ahLst/>
            <a:cxnLst/>
            <a:rect l="l" t="t" r="r" b="b"/>
            <a:pathLst>
              <a:path w="289085" h="307641">
                <a:moveTo>
                  <a:pt x="289085" y="43949"/>
                </a:moveTo>
                <a:lnTo>
                  <a:pt x="272971" y="10743"/>
                </a:lnTo>
                <a:cubicBezTo>
                  <a:pt x="208512" y="0"/>
                  <a:pt x="105965" y="24416"/>
                  <a:pt x="42484" y="73248"/>
                </a:cubicBezTo>
                <a:cubicBezTo>
                  <a:pt x="15626" y="95222"/>
                  <a:pt x="3418" y="126963"/>
                  <a:pt x="0" y="161145"/>
                </a:cubicBezTo>
                <a:lnTo>
                  <a:pt x="0" y="307641"/>
                </a:lnTo>
                <a:lnTo>
                  <a:pt x="289085" y="307641"/>
                </a:lnTo>
                <a:close/>
              </a:path>
            </a:pathLst>
          </a:custGeom>
          <a:solidFill>
            <a:srgbClr val="E9EEF1">
              <a:alpha val="75214"/>
            </a:srgbClr>
          </a:solidFill>
          <a:ln>
            <a:noFill/>
          </a:ln>
        </p:spPr>
      </p:sp>
      <p:sp>
        <p:nvSpPr>
          <p:cNvPr id="62" name="!!path-9gv"/>
          <p:cNvSpPr/>
          <p:nvPr/>
        </p:nvSpPr>
        <p:spPr>
          <a:xfrm>
            <a:off x="4327541" y="3117676"/>
            <a:ext cx="289085" cy="161145"/>
          </a:xfrm>
          <a:custGeom>
            <a:avLst/>
            <a:gdLst/>
            <a:ahLst/>
            <a:cxnLst/>
            <a:rect l="l" t="t" r="r" b="b"/>
            <a:pathLst>
              <a:path w="289085" h="161145" fill="none">
                <a:moveTo>
                  <a:pt x="0" y="161145"/>
                </a:moveTo>
                <a:cubicBezTo>
                  <a:pt x="3418" y="126963"/>
                  <a:pt x="15626" y="95222"/>
                  <a:pt x="42484" y="73248"/>
                </a:cubicBezTo>
                <a:cubicBezTo>
                  <a:pt x="105965" y="24416"/>
                  <a:pt x="208512" y="0"/>
                  <a:pt x="272971" y="10743"/>
                </a:cubicBezTo>
                <a:lnTo>
                  <a:pt x="289085" y="43949"/>
                </a:lnTo>
              </a:path>
            </a:pathLst>
          </a:custGeom>
          <a:noFill/>
          <a:ln w="11720" cap="rnd">
            <a:solidFill>
              <a:srgbClr val="627D8D">
                <a:alpha val="75214"/>
              </a:srgbClr>
            </a:solidFill>
            <a:prstDash val="solid"/>
            <a:round/>
          </a:ln>
        </p:spPr>
      </p:sp>
      <p:sp>
        <p:nvSpPr>
          <p:cNvPr id="63" name="!!path-9gw"/>
          <p:cNvSpPr/>
          <p:nvPr/>
        </p:nvSpPr>
        <p:spPr>
          <a:xfrm>
            <a:off x="4328029" y="3154300"/>
            <a:ext cx="320338" cy="271017"/>
          </a:xfrm>
          <a:custGeom>
            <a:avLst/>
            <a:gdLst/>
            <a:ahLst/>
            <a:cxnLst/>
            <a:rect l="l" t="t" r="r" b="b"/>
            <a:pathLst>
              <a:path w="320338" h="271017">
                <a:moveTo>
                  <a:pt x="320338" y="47367"/>
                </a:moveTo>
                <a:lnTo>
                  <a:pt x="305688" y="7325"/>
                </a:lnTo>
                <a:cubicBezTo>
                  <a:pt x="227557" y="0"/>
                  <a:pt x="129893" y="26858"/>
                  <a:pt x="66411" y="73736"/>
                </a:cubicBezTo>
                <a:cubicBezTo>
                  <a:pt x="32229" y="99129"/>
                  <a:pt x="10255" y="129405"/>
                  <a:pt x="0" y="156262"/>
                </a:cubicBezTo>
                <a:lnTo>
                  <a:pt x="0" y="271017"/>
                </a:lnTo>
                <a:lnTo>
                  <a:pt x="320338" y="271017"/>
                </a:lnTo>
                <a:close/>
              </a:path>
            </a:pathLst>
          </a:custGeom>
          <a:solidFill>
            <a:srgbClr val="E9EEF1">
              <a:alpha val="75214"/>
            </a:srgbClr>
          </a:solidFill>
          <a:ln>
            <a:noFill/>
          </a:ln>
        </p:spPr>
      </p:sp>
      <p:sp>
        <p:nvSpPr>
          <p:cNvPr id="64" name="!!path-9gx"/>
          <p:cNvSpPr/>
          <p:nvPr/>
        </p:nvSpPr>
        <p:spPr>
          <a:xfrm>
            <a:off x="4328029" y="3154300"/>
            <a:ext cx="320338" cy="156262"/>
          </a:xfrm>
          <a:custGeom>
            <a:avLst/>
            <a:gdLst/>
            <a:ahLst/>
            <a:cxnLst/>
            <a:rect l="l" t="t" r="r" b="b"/>
            <a:pathLst>
              <a:path w="320338" h="156262" fill="none">
                <a:moveTo>
                  <a:pt x="0" y="156262"/>
                </a:moveTo>
                <a:cubicBezTo>
                  <a:pt x="10255" y="129405"/>
                  <a:pt x="32229" y="99129"/>
                  <a:pt x="66411" y="73736"/>
                </a:cubicBezTo>
                <a:cubicBezTo>
                  <a:pt x="129893" y="26858"/>
                  <a:pt x="227557" y="0"/>
                  <a:pt x="305688" y="7325"/>
                </a:cubicBezTo>
                <a:lnTo>
                  <a:pt x="320338" y="47367"/>
                </a:lnTo>
              </a:path>
            </a:pathLst>
          </a:custGeom>
          <a:noFill/>
          <a:ln w="11720" cap="rnd">
            <a:solidFill>
              <a:srgbClr val="627D8D">
                <a:alpha val="75214"/>
              </a:srgbClr>
            </a:solidFill>
            <a:prstDash val="solid"/>
            <a:round/>
          </a:ln>
        </p:spPr>
      </p:sp>
      <p:sp>
        <p:nvSpPr>
          <p:cNvPr id="65" name="!!path-9gy"/>
          <p:cNvSpPr/>
          <p:nvPr/>
        </p:nvSpPr>
        <p:spPr>
          <a:xfrm>
            <a:off x="4329006" y="3188482"/>
            <a:ext cx="342800" cy="236835"/>
          </a:xfrm>
          <a:custGeom>
            <a:avLst/>
            <a:gdLst/>
            <a:ahLst/>
            <a:cxnLst/>
            <a:rect l="l" t="t" r="r" b="b"/>
            <a:pathLst>
              <a:path w="342800" h="236835">
                <a:moveTo>
                  <a:pt x="342800" y="45414"/>
                </a:moveTo>
                <a:lnTo>
                  <a:pt x="335964" y="20998"/>
                </a:lnTo>
                <a:cubicBezTo>
                  <a:pt x="255879" y="0"/>
                  <a:pt x="153332" y="12208"/>
                  <a:pt x="84968" y="46390"/>
                </a:cubicBezTo>
                <a:cubicBezTo>
                  <a:pt x="41019" y="68365"/>
                  <a:pt x="14161" y="102547"/>
                  <a:pt x="0" y="135265"/>
                </a:cubicBezTo>
                <a:lnTo>
                  <a:pt x="0" y="236835"/>
                </a:lnTo>
                <a:lnTo>
                  <a:pt x="342800" y="236835"/>
                </a:lnTo>
                <a:close/>
              </a:path>
            </a:pathLst>
          </a:custGeom>
          <a:solidFill>
            <a:srgbClr val="E9EEF1">
              <a:alpha val="75214"/>
            </a:srgbClr>
          </a:solidFill>
          <a:ln>
            <a:noFill/>
          </a:ln>
        </p:spPr>
      </p:sp>
      <p:sp>
        <p:nvSpPr>
          <p:cNvPr id="66" name="!!path-9gz"/>
          <p:cNvSpPr/>
          <p:nvPr/>
        </p:nvSpPr>
        <p:spPr>
          <a:xfrm>
            <a:off x="4329006" y="3188482"/>
            <a:ext cx="342800" cy="135265"/>
          </a:xfrm>
          <a:custGeom>
            <a:avLst/>
            <a:gdLst/>
            <a:ahLst/>
            <a:cxnLst/>
            <a:rect l="l" t="t" r="r" b="b"/>
            <a:pathLst>
              <a:path w="342800" h="135265" fill="none">
                <a:moveTo>
                  <a:pt x="0" y="135265"/>
                </a:moveTo>
                <a:cubicBezTo>
                  <a:pt x="14161" y="102547"/>
                  <a:pt x="41019" y="68365"/>
                  <a:pt x="84968" y="46390"/>
                </a:cubicBezTo>
                <a:cubicBezTo>
                  <a:pt x="153332" y="12208"/>
                  <a:pt x="255879" y="0"/>
                  <a:pt x="335964" y="20998"/>
                </a:cubicBezTo>
                <a:lnTo>
                  <a:pt x="342800" y="45414"/>
                </a:lnTo>
              </a:path>
            </a:pathLst>
          </a:custGeom>
          <a:noFill/>
          <a:ln w="11720" cap="rnd">
            <a:solidFill>
              <a:srgbClr val="627D8D">
                <a:alpha val="75214"/>
              </a:srgbClr>
            </a:solidFill>
            <a:prstDash val="solid"/>
            <a:round/>
          </a:ln>
        </p:spPr>
      </p:sp>
      <p:sp>
        <p:nvSpPr>
          <p:cNvPr id="67" name="!!path-9h0"/>
          <p:cNvSpPr/>
          <p:nvPr/>
        </p:nvSpPr>
        <p:spPr>
          <a:xfrm>
            <a:off x="3925654" y="3215340"/>
            <a:ext cx="791078" cy="523479"/>
          </a:xfrm>
          <a:custGeom>
            <a:avLst/>
            <a:gdLst/>
            <a:ahLst/>
            <a:cxnLst/>
            <a:rect l="l" t="t" r="r" b="b"/>
            <a:pathLst>
              <a:path w="791078" h="523479">
                <a:moveTo>
                  <a:pt x="0" y="51274"/>
                </a:moveTo>
                <a:cubicBezTo>
                  <a:pt x="43949" y="19533"/>
                  <a:pt x="151379" y="9766"/>
                  <a:pt x="239277" y="33206"/>
                </a:cubicBezTo>
                <a:cubicBezTo>
                  <a:pt x="312525" y="53715"/>
                  <a:pt x="366240" y="83014"/>
                  <a:pt x="400422" y="112314"/>
                </a:cubicBezTo>
                <a:cubicBezTo>
                  <a:pt x="439488" y="78131"/>
                  <a:pt x="507852" y="34182"/>
                  <a:pt x="590867" y="13673"/>
                </a:cubicBezTo>
                <a:cubicBezTo>
                  <a:pt x="668998" y="0"/>
                  <a:pt x="747129" y="7325"/>
                  <a:pt x="791078" y="41507"/>
                </a:cubicBezTo>
                <a:lnTo>
                  <a:pt x="790101" y="428745"/>
                </a:lnTo>
                <a:cubicBezTo>
                  <a:pt x="703180" y="417513"/>
                  <a:pt x="532268" y="424838"/>
                  <a:pt x="403352" y="520549"/>
                </a:cubicBezTo>
                <a:quadBezTo>
                  <a:pt x="400422" y="523479"/>
                  <a:pt x="397492" y="520549"/>
                </a:quadBezTo>
                <a:cubicBezTo>
                  <a:pt x="268576" y="424838"/>
                  <a:pt x="102547" y="417513"/>
                  <a:pt x="14650" y="433628"/>
                </a:cubicBezTo>
                <a:close/>
              </a:path>
            </a:pathLst>
          </a:custGeom>
          <a:gradFill rotWithShape="1">
            <a:gsLst>
              <a:gs pos="0">
                <a:srgbClr val="627D8D">
                  <a:alpha val="75214"/>
                </a:srgbClr>
              </a:gs>
              <a:gs pos="21794">
                <a:srgbClr val="627D8D">
                  <a:alpha val="75214"/>
                </a:srgbClr>
              </a:gs>
              <a:gs pos="55376">
                <a:srgbClr val="627D8D">
                  <a:alpha val="75214"/>
                </a:srgbClr>
              </a:gs>
              <a:gs pos="96421">
                <a:srgbClr val="98ABB7">
                  <a:alpha val="75214"/>
                </a:srgbClr>
              </a:gs>
              <a:gs pos="100000">
                <a:srgbClr val="98ABB7">
                  <a:alpha val="75214"/>
                </a:srgbClr>
              </a:gs>
            </a:gsLst>
            <a:lin ang="1983350" scaled="0"/>
          </a:gradFill>
          <a:ln>
            <a:noFill/>
          </a:ln>
        </p:spPr>
      </p:sp>
      <p:sp>
        <p:nvSpPr>
          <p:cNvPr id="68" name="!!path-9h1"/>
          <p:cNvSpPr/>
          <p:nvPr/>
        </p:nvSpPr>
        <p:spPr>
          <a:xfrm>
            <a:off x="3925654" y="3215340"/>
            <a:ext cx="791078" cy="523479"/>
          </a:xfrm>
          <a:custGeom>
            <a:avLst/>
            <a:gdLst/>
            <a:ahLst/>
            <a:cxnLst/>
            <a:rect l="l" t="t" r="r" b="b"/>
            <a:pathLst>
              <a:path w="791078" h="523479">
                <a:moveTo>
                  <a:pt x="0" y="51274"/>
                </a:moveTo>
                <a:cubicBezTo>
                  <a:pt x="43949" y="19533"/>
                  <a:pt x="151379" y="9766"/>
                  <a:pt x="239277" y="33206"/>
                </a:cubicBezTo>
                <a:cubicBezTo>
                  <a:pt x="312525" y="53715"/>
                  <a:pt x="366240" y="83014"/>
                  <a:pt x="400422" y="112314"/>
                </a:cubicBezTo>
                <a:cubicBezTo>
                  <a:pt x="439488" y="78131"/>
                  <a:pt x="507852" y="34182"/>
                  <a:pt x="590867" y="13673"/>
                </a:cubicBezTo>
                <a:cubicBezTo>
                  <a:pt x="668998" y="0"/>
                  <a:pt x="747129" y="7325"/>
                  <a:pt x="791078" y="41507"/>
                </a:cubicBezTo>
                <a:lnTo>
                  <a:pt x="790101" y="428745"/>
                </a:lnTo>
                <a:cubicBezTo>
                  <a:pt x="703180" y="417513"/>
                  <a:pt x="532268" y="424838"/>
                  <a:pt x="403352" y="520549"/>
                </a:cubicBezTo>
                <a:quadBezTo>
                  <a:pt x="400422" y="523479"/>
                  <a:pt x="397492" y="520549"/>
                </a:quadBezTo>
                <a:cubicBezTo>
                  <a:pt x="268576" y="424838"/>
                  <a:pt x="102547" y="417513"/>
                  <a:pt x="14650" y="433628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22564"/>
                </a:srgbClr>
              </a:gs>
              <a:gs pos="4764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83333" t="79291" r="16667" b="20709"/>
            </a:path>
          </a:gradFill>
          <a:ln>
            <a:noFill/>
          </a:ln>
        </p:spPr>
      </p:sp>
      <p:sp>
        <p:nvSpPr>
          <p:cNvPr id="69" name="!!line-9h2"/>
          <p:cNvSpPr/>
          <p:nvPr/>
        </p:nvSpPr>
        <p:spPr>
          <a:xfrm>
            <a:off x="4329494" y="3354999"/>
            <a:ext cx="1" cy="369170"/>
          </a:xfrm>
          <a:custGeom>
            <a:avLst/>
            <a:gdLst/>
            <a:ahLst/>
            <a:cxnLst/>
            <a:rect l="l" t="t" r="r" b="b"/>
            <a:pathLst>
              <a:path w="1" h="369170">
                <a:moveTo>
                  <a:pt x="0" y="0"/>
                </a:moveTo>
                <a:lnTo>
                  <a:pt x="0" y="369170"/>
                </a:lnTo>
              </a:path>
            </a:pathLst>
          </a:custGeom>
          <a:solidFill>
            <a:srgbClr val="000000">
              <a:alpha val="75214"/>
            </a:srgbClr>
          </a:solidFill>
          <a:ln w="16603" cap="rnd">
            <a:solidFill>
              <a:srgbClr val="C9D3D9">
                <a:alpha val="75214"/>
              </a:srgbClr>
            </a:solidFill>
            <a:prstDash val="solid"/>
            <a:miter lim="800000"/>
          </a:ln>
        </p:spPr>
      </p:sp>
      <p:sp>
        <p:nvSpPr>
          <p:cNvPr id="70" name="!!path-9h3"/>
          <p:cNvSpPr/>
          <p:nvPr/>
        </p:nvSpPr>
        <p:spPr>
          <a:xfrm>
            <a:off x="4591234" y="3544955"/>
            <a:ext cx="61040" cy="91316"/>
          </a:xfrm>
          <a:custGeom>
            <a:avLst/>
            <a:gdLst/>
            <a:ahLst/>
            <a:cxnLst/>
            <a:rect l="l" t="t" r="r" b="b"/>
            <a:pathLst>
              <a:path w="61040" h="91316">
                <a:moveTo>
                  <a:pt x="0" y="6348"/>
                </a:moveTo>
                <a:lnTo>
                  <a:pt x="36624" y="0"/>
                </a:lnTo>
                <a:lnTo>
                  <a:pt x="61040" y="89362"/>
                </a:lnTo>
                <a:lnTo>
                  <a:pt x="18068" y="91316"/>
                </a:lnTo>
                <a:close/>
              </a:path>
            </a:pathLst>
          </a:custGeom>
          <a:solidFill>
            <a:srgbClr val="FFFFFF">
              <a:alpha val="10530"/>
            </a:srgbClr>
          </a:solidFill>
          <a:ln w="2442" cap="flat">
            <a:solidFill>
              <a:srgbClr val="FFFFFF">
                <a:alpha val="41368"/>
              </a:srgbClr>
            </a:solidFill>
            <a:prstDash val="solid"/>
            <a:round/>
          </a:ln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fast" p14:dur="1000" advTm="100">
        <p159:morph option="byObject"/>
      </p:transition>
    </mc:Choice>
    <mc:Fallback>
      <p:transition spd="fast" advTm="100">
        <p:fade/>
      </p:transition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172.5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rect-1q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7"/>
          </a:solidFill>
          <a:ln>
            <a:noFill/>
          </a:ln>
        </p:spPr>
      </p:sp>
      <p:sp>
        <p:nvSpPr>
          <p:cNvPr id="3" name="!!ellipse-1q2"/>
          <p:cNvSpPr/>
          <p:nvPr/>
        </p:nvSpPr>
        <p:spPr>
          <a:xfrm>
            <a:off x="-889000" y="-952500"/>
            <a:ext cx="13970000" cy="7874000"/>
          </a:xfrm>
          <a:prstGeom prst="ellipse">
            <a:avLst/>
          </a:prstGeom>
          <a:gradFill rotWithShape="1">
            <a:gsLst>
              <a:gs pos="0">
                <a:srgbClr val="FFFFFF">
                  <a:alpha val="95000"/>
                </a:srgbClr>
              </a:gs>
              <a:gs pos="40865">
                <a:srgbClr val="FFFFFF">
                  <a:alpha val="35000"/>
                </a:srgbClr>
              </a:gs>
              <a:gs pos="68108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!!rect-1q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P1"/>
            <a:srcRect/>
            <a:tile tx="67727" ty="107842" sx="16667" sy="16667" flip="none" algn="tl"/>
          </a:blipFill>
          <a:ln>
            <a:noFill/>
          </a:ln>
        </p:spPr>
      </p:sp>
      <p:sp>
        <p:nvSpPr>
          <p:cNvPr id="5" name="!!circle-1qu"/>
          <p:cNvSpPr/>
          <p:nvPr/>
        </p:nvSpPr>
        <p:spPr>
          <a:xfrm>
            <a:off x="5473349" y="-371291"/>
            <a:ext cx="2335771" cy="2335771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" name="!!circle-1qx"/>
          <p:cNvSpPr/>
          <p:nvPr/>
        </p:nvSpPr>
        <p:spPr>
          <a:xfrm>
            <a:off x="-81550" y="5678710"/>
            <a:ext cx="1128039" cy="1128039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7" name="!!circle-1r8"/>
          <p:cNvSpPr/>
          <p:nvPr/>
        </p:nvSpPr>
        <p:spPr>
          <a:xfrm>
            <a:off x="374014" y="5574868"/>
            <a:ext cx="2785275" cy="2785275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8" name="!!circle-1rd"/>
          <p:cNvSpPr/>
          <p:nvPr/>
        </p:nvSpPr>
        <p:spPr>
          <a:xfrm>
            <a:off x="1456636" y="1699717"/>
            <a:ext cx="2084946" cy="2084946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9" name="!!rect-1sh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5F7">
                  <a:alpha val="0"/>
                </a:srgbClr>
              </a:gs>
              <a:gs pos="20428">
                <a:srgbClr val="F3F5F7">
                  <a:alpha val="0"/>
                </a:srgbClr>
              </a:gs>
              <a:gs pos="66730">
                <a:srgbClr val="F3F5F7"/>
              </a:gs>
              <a:gs pos="100000">
                <a:srgbClr val="F3F5F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0" name="!!circle-1sm"/>
          <p:cNvSpPr/>
          <p:nvPr/>
        </p:nvSpPr>
        <p:spPr>
          <a:xfrm>
            <a:off x="5535406" y="1177629"/>
            <a:ext cx="36055" cy="36055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11" name="!!circle-1sp"/>
          <p:cNvSpPr/>
          <p:nvPr/>
        </p:nvSpPr>
        <p:spPr>
          <a:xfrm>
            <a:off x="9316851" y="3066352"/>
            <a:ext cx="24295" cy="24295"/>
          </a:xfrm>
          <a:prstGeom prst="ellipse">
            <a:avLst/>
          </a:prstGeom>
          <a:solidFill>
            <a:srgbClr val="627D8D">
              <a:alpha val="18100"/>
            </a:srgbClr>
          </a:solidFill>
          <a:ln>
            <a:noFill/>
          </a:ln>
        </p:spPr>
      </p:sp>
      <p:sp>
        <p:nvSpPr>
          <p:cNvPr id="12" name="!!circle-1ss"/>
          <p:cNvSpPr/>
          <p:nvPr/>
        </p:nvSpPr>
        <p:spPr>
          <a:xfrm>
            <a:off x="3464322" y="6295020"/>
            <a:ext cx="25959" cy="25959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13" name="!!circle-1sv"/>
          <p:cNvSpPr/>
          <p:nvPr/>
        </p:nvSpPr>
        <p:spPr>
          <a:xfrm>
            <a:off x="2024565" y="1667109"/>
            <a:ext cx="35878" cy="35878"/>
          </a:xfrm>
          <a:prstGeom prst="ellipse">
            <a:avLst/>
          </a:prstGeom>
          <a:solidFill>
            <a:srgbClr val="627D8D">
              <a:alpha val="26800"/>
            </a:srgbClr>
          </a:solidFill>
          <a:ln>
            <a:noFill/>
          </a:ln>
        </p:spPr>
      </p:sp>
      <p:sp>
        <p:nvSpPr>
          <p:cNvPr id="14" name="!!circle-1sy"/>
          <p:cNvSpPr/>
          <p:nvPr/>
        </p:nvSpPr>
        <p:spPr>
          <a:xfrm>
            <a:off x="6890952" y="3514354"/>
            <a:ext cx="40234" cy="40234"/>
          </a:xfrm>
          <a:prstGeom prst="ellipse">
            <a:avLst/>
          </a:prstGeom>
          <a:solidFill>
            <a:srgbClr val="627D8D">
              <a:alpha val="31300"/>
            </a:srgbClr>
          </a:solidFill>
          <a:ln>
            <a:noFill/>
          </a:ln>
        </p:spPr>
      </p:sp>
      <p:sp>
        <p:nvSpPr>
          <p:cNvPr id="15" name="!!circle-1t4"/>
          <p:cNvSpPr/>
          <p:nvPr/>
        </p:nvSpPr>
        <p:spPr>
          <a:xfrm>
            <a:off x="1228953" y="4641908"/>
            <a:ext cx="29959" cy="29959"/>
          </a:xfrm>
          <a:prstGeom prst="ellipse">
            <a:avLst/>
          </a:prstGeom>
          <a:solidFill>
            <a:srgbClr val="627D8D">
              <a:alpha val="19400"/>
            </a:srgbClr>
          </a:solidFill>
          <a:ln>
            <a:noFill/>
          </a:ln>
        </p:spPr>
      </p:sp>
      <p:sp>
        <p:nvSpPr>
          <p:cNvPr id="16" name="!!circle-1t7"/>
          <p:cNvSpPr/>
          <p:nvPr/>
        </p:nvSpPr>
        <p:spPr>
          <a:xfrm>
            <a:off x="8420561" y="4346797"/>
            <a:ext cx="28702" cy="28702"/>
          </a:xfrm>
          <a:prstGeom prst="ellipse">
            <a:avLst/>
          </a:prstGeom>
          <a:solidFill>
            <a:srgbClr val="627D8D">
              <a:alpha val="17800"/>
            </a:srgbClr>
          </a:solidFill>
          <a:ln>
            <a:noFill/>
          </a:ln>
        </p:spPr>
      </p:sp>
      <p:sp>
        <p:nvSpPr>
          <p:cNvPr id="17" name="!!circle-1ta"/>
          <p:cNvSpPr/>
          <p:nvPr/>
        </p:nvSpPr>
        <p:spPr>
          <a:xfrm>
            <a:off x="10946085" y="1689350"/>
            <a:ext cx="24066" cy="24066"/>
          </a:xfrm>
          <a:prstGeom prst="ellipse">
            <a:avLst/>
          </a:prstGeom>
          <a:solidFill>
            <a:srgbClr val="627D8D">
              <a:alpha val="23900"/>
            </a:srgbClr>
          </a:solidFill>
          <a:ln>
            <a:noFill/>
          </a:ln>
        </p:spPr>
      </p:sp>
      <p:sp>
        <p:nvSpPr>
          <p:cNvPr id="18" name="!!circle-1td"/>
          <p:cNvSpPr/>
          <p:nvPr/>
        </p:nvSpPr>
        <p:spPr>
          <a:xfrm>
            <a:off x="8484212" y="5548727"/>
            <a:ext cx="35865" cy="35865"/>
          </a:xfrm>
          <a:prstGeom prst="ellipse">
            <a:avLst/>
          </a:prstGeom>
          <a:solidFill>
            <a:srgbClr val="627D8D">
              <a:alpha val="28200"/>
            </a:srgbClr>
          </a:solidFill>
          <a:ln>
            <a:noFill/>
          </a:ln>
        </p:spPr>
      </p:sp>
      <p:sp>
        <p:nvSpPr>
          <p:cNvPr id="19" name="!!circle-1tg"/>
          <p:cNvSpPr/>
          <p:nvPr/>
        </p:nvSpPr>
        <p:spPr>
          <a:xfrm>
            <a:off x="1535914" y="2630290"/>
            <a:ext cx="39218" cy="39218"/>
          </a:xfrm>
          <a:prstGeom prst="ellipse">
            <a:avLst/>
          </a:prstGeom>
          <a:solidFill>
            <a:srgbClr val="627D8D">
              <a:alpha val="29600"/>
            </a:srgbClr>
          </a:solidFill>
          <a:ln>
            <a:noFill/>
          </a:ln>
        </p:spPr>
      </p:sp>
      <p:sp>
        <p:nvSpPr>
          <p:cNvPr id="20" name="!!circle-1tj"/>
          <p:cNvSpPr/>
          <p:nvPr/>
        </p:nvSpPr>
        <p:spPr>
          <a:xfrm>
            <a:off x="7032007" y="5709025"/>
            <a:ext cx="49733" cy="49733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1" name="!!circle-1tm"/>
          <p:cNvSpPr/>
          <p:nvPr/>
        </p:nvSpPr>
        <p:spPr>
          <a:xfrm>
            <a:off x="6452547" y="1400640"/>
            <a:ext cx="41694" cy="41694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2" name="!!circle-1tp"/>
          <p:cNvSpPr/>
          <p:nvPr/>
        </p:nvSpPr>
        <p:spPr>
          <a:xfrm>
            <a:off x="6801365" y="4813745"/>
            <a:ext cx="31979" cy="31979"/>
          </a:xfrm>
          <a:prstGeom prst="ellipse">
            <a:avLst/>
          </a:prstGeom>
          <a:solidFill>
            <a:srgbClr val="627D8D">
              <a:alpha val="24100"/>
            </a:srgbClr>
          </a:solidFill>
          <a:ln>
            <a:noFill/>
          </a:ln>
        </p:spPr>
      </p:sp>
      <p:sp>
        <p:nvSpPr>
          <p:cNvPr id="23" name="!!circle-1ts"/>
          <p:cNvSpPr/>
          <p:nvPr/>
        </p:nvSpPr>
        <p:spPr>
          <a:xfrm>
            <a:off x="3926355" y="643831"/>
            <a:ext cx="18085" cy="18085"/>
          </a:xfrm>
          <a:prstGeom prst="ellipse">
            <a:avLst/>
          </a:prstGeom>
          <a:solidFill>
            <a:srgbClr val="627D8D">
              <a:alpha val="10500"/>
            </a:srgbClr>
          </a:solidFill>
          <a:ln>
            <a:noFill/>
          </a:ln>
        </p:spPr>
      </p:sp>
      <p:sp>
        <p:nvSpPr>
          <p:cNvPr id="24" name="!!circle-1ty"/>
          <p:cNvSpPr/>
          <p:nvPr/>
        </p:nvSpPr>
        <p:spPr>
          <a:xfrm>
            <a:off x="3495306" y="6015606"/>
            <a:ext cx="39243" cy="39243"/>
          </a:xfrm>
          <a:prstGeom prst="ellipse">
            <a:avLst/>
          </a:prstGeom>
          <a:solidFill>
            <a:srgbClr val="627D8D">
              <a:alpha val="27700"/>
            </a:srgbClr>
          </a:solidFill>
          <a:ln>
            <a:noFill/>
          </a:ln>
        </p:spPr>
      </p:sp>
      <p:sp>
        <p:nvSpPr>
          <p:cNvPr id="25" name="!!circle-1u1"/>
          <p:cNvSpPr/>
          <p:nvPr/>
        </p:nvSpPr>
        <p:spPr>
          <a:xfrm>
            <a:off x="1638711" y="6424956"/>
            <a:ext cx="34519" cy="34519"/>
          </a:xfrm>
          <a:prstGeom prst="ellipse">
            <a:avLst/>
          </a:prstGeom>
          <a:solidFill>
            <a:srgbClr val="627D8D">
              <a:alpha val="22500"/>
            </a:srgbClr>
          </a:solidFill>
          <a:ln>
            <a:noFill/>
          </a:ln>
        </p:spPr>
      </p:sp>
      <p:sp>
        <p:nvSpPr>
          <p:cNvPr id="26" name="!!circle-1u4"/>
          <p:cNvSpPr/>
          <p:nvPr/>
        </p:nvSpPr>
        <p:spPr>
          <a:xfrm>
            <a:off x="2731858" y="4801603"/>
            <a:ext cx="46228" cy="46228"/>
          </a:xfrm>
          <a:prstGeom prst="ellipse">
            <a:avLst/>
          </a:prstGeom>
          <a:solidFill>
            <a:srgbClr val="627D8D">
              <a:alpha val="26200"/>
            </a:srgbClr>
          </a:solidFill>
          <a:ln>
            <a:noFill/>
          </a:ln>
        </p:spPr>
      </p:sp>
      <p:sp>
        <p:nvSpPr>
          <p:cNvPr id="27" name="!!circle-1u7"/>
          <p:cNvSpPr/>
          <p:nvPr/>
        </p:nvSpPr>
        <p:spPr>
          <a:xfrm>
            <a:off x="7435997" y="4597534"/>
            <a:ext cx="49327" cy="49327"/>
          </a:xfrm>
          <a:prstGeom prst="ellipse">
            <a:avLst/>
          </a:prstGeom>
          <a:solidFill>
            <a:srgbClr val="627D8D">
              <a:alpha val="20800"/>
            </a:srgbClr>
          </a:solidFill>
          <a:ln>
            <a:noFill/>
          </a:ln>
        </p:spPr>
      </p:sp>
      <p:sp>
        <p:nvSpPr>
          <p:cNvPr id="28" name="!!circle-1ua"/>
          <p:cNvSpPr/>
          <p:nvPr/>
        </p:nvSpPr>
        <p:spPr>
          <a:xfrm>
            <a:off x="9698682" y="5227110"/>
            <a:ext cx="24054" cy="24054"/>
          </a:xfrm>
          <a:prstGeom prst="ellipse">
            <a:avLst/>
          </a:prstGeom>
          <a:solidFill>
            <a:srgbClr val="627D8D">
              <a:alpha val="22200"/>
            </a:srgbClr>
          </a:solidFill>
          <a:ln>
            <a:noFill/>
          </a:ln>
        </p:spPr>
      </p:sp>
      <p:sp>
        <p:nvSpPr>
          <p:cNvPr id="29" name="!!circle-1ud"/>
          <p:cNvSpPr/>
          <p:nvPr/>
        </p:nvSpPr>
        <p:spPr>
          <a:xfrm>
            <a:off x="1991956" y="1319124"/>
            <a:ext cx="32271" cy="32271"/>
          </a:xfrm>
          <a:prstGeom prst="ellipse">
            <a:avLst/>
          </a:prstGeom>
          <a:solidFill>
            <a:srgbClr val="627D8D">
              <a:alpha val="20500"/>
            </a:srgbClr>
          </a:solidFill>
          <a:ln>
            <a:noFill/>
          </a:ln>
        </p:spPr>
      </p:sp>
      <p:sp>
        <p:nvSpPr>
          <p:cNvPr id="30" name="!!circle-1uj"/>
          <p:cNvSpPr/>
          <p:nvPr/>
        </p:nvSpPr>
        <p:spPr>
          <a:xfrm>
            <a:off x="2056576" y="2226851"/>
            <a:ext cx="34252" cy="34252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31" name="!!circle-1um"/>
          <p:cNvSpPr/>
          <p:nvPr/>
        </p:nvSpPr>
        <p:spPr>
          <a:xfrm>
            <a:off x="9594775" y="3991149"/>
            <a:ext cx="44196" cy="44196"/>
          </a:xfrm>
          <a:prstGeom prst="ellipse">
            <a:avLst/>
          </a:prstGeom>
          <a:solidFill>
            <a:srgbClr val="627D8D">
              <a:alpha val="21700"/>
            </a:srgbClr>
          </a:solidFill>
          <a:ln>
            <a:noFill/>
          </a:ln>
        </p:spPr>
      </p:sp>
      <p:sp>
        <p:nvSpPr>
          <p:cNvPr id="32" name="!!circle-1up"/>
          <p:cNvSpPr/>
          <p:nvPr/>
        </p:nvSpPr>
        <p:spPr>
          <a:xfrm>
            <a:off x="6747804" y="1674895"/>
            <a:ext cx="35192" cy="35192"/>
          </a:xfrm>
          <a:prstGeom prst="ellipse">
            <a:avLst/>
          </a:prstGeom>
          <a:solidFill>
            <a:srgbClr val="627D8D">
              <a:alpha val="27100"/>
            </a:srgbClr>
          </a:solidFill>
          <a:ln>
            <a:noFill/>
          </a:ln>
        </p:spPr>
      </p:sp>
      <p:sp>
        <p:nvSpPr>
          <p:cNvPr id="33" name="!!circle-1us"/>
          <p:cNvSpPr/>
          <p:nvPr/>
        </p:nvSpPr>
        <p:spPr>
          <a:xfrm>
            <a:off x="10219083" y="5127315"/>
            <a:ext cx="43358" cy="43358"/>
          </a:xfrm>
          <a:prstGeom prst="ellipse">
            <a:avLst/>
          </a:prstGeom>
          <a:solidFill>
            <a:srgbClr val="627D8D">
              <a:alpha val="19500"/>
            </a:srgbClr>
          </a:solidFill>
          <a:ln>
            <a:noFill/>
          </a:ln>
        </p:spPr>
      </p:sp>
      <p:sp>
        <p:nvSpPr>
          <p:cNvPr id="34" name="!!circle-1uv"/>
          <p:cNvSpPr/>
          <p:nvPr/>
        </p:nvSpPr>
        <p:spPr>
          <a:xfrm>
            <a:off x="3228005" y="1900790"/>
            <a:ext cx="33528" cy="33528"/>
          </a:xfrm>
          <a:prstGeom prst="ellipse">
            <a:avLst/>
          </a:prstGeom>
          <a:solidFill>
            <a:srgbClr val="627D8D">
              <a:alpha val="28300"/>
            </a:srgbClr>
          </a:solidFill>
          <a:ln>
            <a:noFill/>
          </a:ln>
        </p:spPr>
      </p:sp>
      <p:sp>
        <p:nvSpPr>
          <p:cNvPr id="35" name="!!circle-1uy"/>
          <p:cNvSpPr/>
          <p:nvPr/>
        </p:nvSpPr>
        <p:spPr>
          <a:xfrm>
            <a:off x="6852887" y="2501056"/>
            <a:ext cx="28956" cy="28956"/>
          </a:xfrm>
          <a:prstGeom prst="ellipse">
            <a:avLst/>
          </a:prstGeom>
          <a:solidFill>
            <a:srgbClr val="627D8D">
              <a:alpha val="21800"/>
            </a:srgbClr>
          </a:solidFill>
          <a:ln>
            <a:noFill/>
          </a:ln>
        </p:spPr>
      </p:sp>
      <p:sp>
        <p:nvSpPr>
          <p:cNvPr id="36" name="!!circle-1v1"/>
          <p:cNvSpPr/>
          <p:nvPr/>
        </p:nvSpPr>
        <p:spPr>
          <a:xfrm>
            <a:off x="7029396" y="6153557"/>
            <a:ext cx="45555" cy="45555"/>
          </a:xfrm>
          <a:prstGeom prst="ellipse">
            <a:avLst/>
          </a:prstGeom>
          <a:solidFill>
            <a:srgbClr val="627D8D">
              <a:alpha val="20900"/>
            </a:srgbClr>
          </a:solidFill>
          <a:ln>
            <a:noFill/>
          </a:ln>
        </p:spPr>
      </p:sp>
      <p:sp>
        <p:nvSpPr>
          <p:cNvPr id="37" name="!!circle-1v4"/>
          <p:cNvSpPr/>
          <p:nvPr/>
        </p:nvSpPr>
        <p:spPr>
          <a:xfrm>
            <a:off x="11290270" y="2975581"/>
            <a:ext cx="39484" cy="39484"/>
          </a:xfrm>
          <a:prstGeom prst="ellipse">
            <a:avLst/>
          </a:prstGeom>
          <a:solidFill>
            <a:srgbClr val="627D8D">
              <a:alpha val="13600"/>
            </a:srgbClr>
          </a:solidFill>
          <a:ln>
            <a:noFill/>
          </a:ln>
        </p:spPr>
      </p:sp>
      <p:sp>
        <p:nvSpPr>
          <p:cNvPr id="38" name="!!circle-1v7"/>
          <p:cNvSpPr/>
          <p:nvPr/>
        </p:nvSpPr>
        <p:spPr>
          <a:xfrm>
            <a:off x="7488178" y="5532945"/>
            <a:ext cx="30455" cy="30455"/>
          </a:xfrm>
          <a:prstGeom prst="ellipse">
            <a:avLst/>
          </a:prstGeom>
          <a:solidFill>
            <a:srgbClr val="627D8D">
              <a:alpha val="16500"/>
            </a:srgbClr>
          </a:solidFill>
          <a:ln>
            <a:noFill/>
          </a:ln>
        </p:spPr>
      </p:sp>
      <p:sp>
        <p:nvSpPr>
          <p:cNvPr id="39" name="!!circle-1va"/>
          <p:cNvSpPr/>
          <p:nvPr/>
        </p:nvSpPr>
        <p:spPr>
          <a:xfrm>
            <a:off x="8995799" y="6296416"/>
            <a:ext cx="28257" cy="28257"/>
          </a:xfrm>
          <a:prstGeom prst="ellipse">
            <a:avLst/>
          </a:prstGeom>
          <a:solidFill>
            <a:srgbClr val="627D8D">
              <a:alpha val="15700"/>
            </a:srgbClr>
          </a:solidFill>
          <a:ln>
            <a:noFill/>
          </a:ln>
        </p:spPr>
      </p:sp>
      <p:sp>
        <p:nvSpPr>
          <p:cNvPr id="40" name="!!circle-1vd"/>
          <p:cNvSpPr/>
          <p:nvPr/>
        </p:nvSpPr>
        <p:spPr>
          <a:xfrm>
            <a:off x="11451602" y="4929451"/>
            <a:ext cx="45149" cy="45149"/>
          </a:xfrm>
          <a:prstGeom prst="ellipse">
            <a:avLst/>
          </a:prstGeom>
          <a:solidFill>
            <a:srgbClr val="627D8D">
              <a:alpha val="31200"/>
            </a:srgbClr>
          </a:solidFill>
          <a:ln>
            <a:noFill/>
          </a:ln>
        </p:spPr>
      </p:sp>
      <p:sp>
        <p:nvSpPr>
          <p:cNvPr id="41" name="!!circle-1vg"/>
          <p:cNvSpPr/>
          <p:nvPr/>
        </p:nvSpPr>
        <p:spPr>
          <a:xfrm>
            <a:off x="3477085" y="2845328"/>
            <a:ext cx="30696" cy="30696"/>
          </a:xfrm>
          <a:prstGeom prst="ellipse">
            <a:avLst/>
          </a:prstGeom>
          <a:solidFill>
            <a:srgbClr val="627D8D">
              <a:alpha val="25700"/>
            </a:srgbClr>
          </a:solidFill>
          <a:ln>
            <a:noFill/>
          </a:ln>
        </p:spPr>
      </p:sp>
      <p:sp>
        <p:nvSpPr>
          <p:cNvPr id="42" name="!!circle-1vj"/>
          <p:cNvSpPr/>
          <p:nvPr/>
        </p:nvSpPr>
        <p:spPr>
          <a:xfrm>
            <a:off x="8820268" y="3357027"/>
            <a:ext cx="37401" cy="37401"/>
          </a:xfrm>
          <a:prstGeom prst="ellipse">
            <a:avLst/>
          </a:prstGeom>
          <a:solidFill>
            <a:srgbClr val="627D8D">
              <a:alpha val="16000"/>
            </a:srgbClr>
          </a:solidFill>
          <a:ln>
            <a:noFill/>
          </a:ln>
        </p:spPr>
      </p:sp>
      <p:sp>
        <p:nvSpPr>
          <p:cNvPr id="43" name="!!circle-1vm"/>
          <p:cNvSpPr/>
          <p:nvPr/>
        </p:nvSpPr>
        <p:spPr>
          <a:xfrm>
            <a:off x="1835769" y="4265592"/>
            <a:ext cx="33096" cy="33096"/>
          </a:xfrm>
          <a:prstGeom prst="ellipse">
            <a:avLst/>
          </a:prstGeom>
          <a:solidFill>
            <a:srgbClr val="627D8D">
              <a:alpha val="22300"/>
            </a:srgbClr>
          </a:solidFill>
          <a:ln>
            <a:noFill/>
          </a:ln>
        </p:spPr>
      </p:sp>
      <p:sp>
        <p:nvSpPr>
          <p:cNvPr id="44" name="!!circle-1vp"/>
          <p:cNvSpPr/>
          <p:nvPr/>
        </p:nvSpPr>
        <p:spPr>
          <a:xfrm>
            <a:off x="11568011" y="388567"/>
            <a:ext cx="21145" cy="21145"/>
          </a:xfrm>
          <a:prstGeom prst="ellipse">
            <a:avLst/>
          </a:prstGeom>
          <a:solidFill>
            <a:srgbClr val="627D8D">
              <a:alpha val="16300"/>
            </a:srgbClr>
          </a:solidFill>
          <a:ln>
            <a:noFill/>
          </a:ln>
        </p:spPr>
      </p:sp>
      <p:sp>
        <p:nvSpPr>
          <p:cNvPr id="45" name="!!circle-1vs"/>
          <p:cNvSpPr/>
          <p:nvPr/>
        </p:nvSpPr>
        <p:spPr>
          <a:xfrm>
            <a:off x="11075160" y="5395820"/>
            <a:ext cx="35281" cy="35281"/>
          </a:xfrm>
          <a:prstGeom prst="ellipse">
            <a:avLst/>
          </a:prstGeom>
          <a:solidFill>
            <a:srgbClr val="627D8D">
              <a:alpha val="30000"/>
            </a:srgbClr>
          </a:solidFill>
          <a:ln>
            <a:noFill/>
          </a:ln>
        </p:spPr>
      </p:sp>
      <p:sp>
        <p:nvSpPr>
          <p:cNvPr id="46" name="!!rect-9ek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7">
              <a:alpha val="94000"/>
            </a:srgbClr>
          </a:solidFill>
          <a:ln>
            <a:noFill/>
          </a:ln>
        </p:spPr>
      </p:sp>
      <p:sp>
        <p:nvSpPr>
          <p:cNvPr id="47" name="!!path-9gg"/>
          <p:cNvSpPr/>
          <p:nvPr/>
        </p:nvSpPr>
        <p:spPr>
          <a:xfrm>
            <a:off x="3894455" y="3202610"/>
            <a:ext cx="853821" cy="564998"/>
          </a:xfrm>
          <a:custGeom>
            <a:avLst/>
            <a:gdLst/>
            <a:ahLst/>
            <a:cxnLst/>
            <a:rect l="l" t="t" r="r" b="b"/>
            <a:pathLst>
              <a:path w="853821" h="564998">
                <a:moveTo>
                  <a:pt x="0" y="55340"/>
                </a:moveTo>
                <a:cubicBezTo>
                  <a:pt x="47435" y="21082"/>
                  <a:pt x="163386" y="10541"/>
                  <a:pt x="258255" y="35839"/>
                </a:cubicBezTo>
                <a:cubicBezTo>
                  <a:pt x="337312" y="57976"/>
                  <a:pt x="395288" y="89599"/>
                  <a:pt x="432181" y="121222"/>
                </a:cubicBezTo>
                <a:cubicBezTo>
                  <a:pt x="474345" y="84328"/>
                  <a:pt x="548132" y="36894"/>
                  <a:pt x="637731" y="14757"/>
                </a:cubicBezTo>
                <a:cubicBezTo>
                  <a:pt x="722059" y="0"/>
                  <a:pt x="806387" y="7906"/>
                  <a:pt x="853821" y="44799"/>
                </a:cubicBezTo>
                <a:lnTo>
                  <a:pt x="852767" y="462750"/>
                </a:lnTo>
                <a:cubicBezTo>
                  <a:pt x="758952" y="450628"/>
                  <a:pt x="574485" y="458534"/>
                  <a:pt x="435343" y="561835"/>
                </a:cubicBezTo>
                <a:quadBezTo>
                  <a:pt x="432181" y="564998"/>
                  <a:pt x="429019" y="561835"/>
                </a:quadBezTo>
                <a:cubicBezTo>
                  <a:pt x="289878" y="458534"/>
                  <a:pt x="110681" y="450628"/>
                  <a:pt x="15812" y="468020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48" name="!!path-9gh"/>
          <p:cNvSpPr/>
          <p:nvPr/>
        </p:nvSpPr>
        <p:spPr>
          <a:xfrm>
            <a:off x="3894455" y="3206826"/>
            <a:ext cx="853821" cy="564998"/>
          </a:xfrm>
          <a:custGeom>
            <a:avLst/>
            <a:gdLst/>
            <a:ahLst/>
            <a:cxnLst/>
            <a:rect l="l" t="t" r="r" b="b"/>
            <a:pathLst>
              <a:path w="853821" h="564998">
                <a:moveTo>
                  <a:pt x="0" y="55340"/>
                </a:moveTo>
                <a:cubicBezTo>
                  <a:pt x="47435" y="21082"/>
                  <a:pt x="163386" y="10541"/>
                  <a:pt x="258255" y="35839"/>
                </a:cubicBezTo>
                <a:cubicBezTo>
                  <a:pt x="337312" y="57976"/>
                  <a:pt x="395288" y="89599"/>
                  <a:pt x="432181" y="121222"/>
                </a:cubicBezTo>
                <a:cubicBezTo>
                  <a:pt x="474345" y="84328"/>
                  <a:pt x="548132" y="36894"/>
                  <a:pt x="637731" y="14757"/>
                </a:cubicBezTo>
                <a:cubicBezTo>
                  <a:pt x="722059" y="0"/>
                  <a:pt x="806387" y="7906"/>
                  <a:pt x="853821" y="44799"/>
                </a:cubicBezTo>
                <a:lnTo>
                  <a:pt x="852767" y="462750"/>
                </a:lnTo>
                <a:cubicBezTo>
                  <a:pt x="758952" y="450628"/>
                  <a:pt x="574485" y="458534"/>
                  <a:pt x="435343" y="561835"/>
                </a:cubicBezTo>
                <a:quadBezTo>
                  <a:pt x="432181" y="564998"/>
                  <a:pt x="429019" y="561835"/>
                </a:quadBezTo>
                <a:cubicBezTo>
                  <a:pt x="289878" y="458534"/>
                  <a:pt x="110681" y="450628"/>
                  <a:pt x="15812" y="468020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49" name="!!path-9gi"/>
          <p:cNvSpPr/>
          <p:nvPr/>
        </p:nvSpPr>
        <p:spPr>
          <a:xfrm>
            <a:off x="3894455" y="3211043"/>
            <a:ext cx="853821" cy="564998"/>
          </a:xfrm>
          <a:custGeom>
            <a:avLst/>
            <a:gdLst/>
            <a:ahLst/>
            <a:cxnLst/>
            <a:rect l="l" t="t" r="r" b="b"/>
            <a:pathLst>
              <a:path w="853821" h="564998">
                <a:moveTo>
                  <a:pt x="0" y="55340"/>
                </a:moveTo>
                <a:cubicBezTo>
                  <a:pt x="47435" y="21082"/>
                  <a:pt x="163386" y="10541"/>
                  <a:pt x="258255" y="35839"/>
                </a:cubicBezTo>
                <a:cubicBezTo>
                  <a:pt x="337312" y="57976"/>
                  <a:pt x="395288" y="89599"/>
                  <a:pt x="432181" y="121222"/>
                </a:cubicBezTo>
                <a:cubicBezTo>
                  <a:pt x="474345" y="84328"/>
                  <a:pt x="548132" y="36894"/>
                  <a:pt x="637731" y="14757"/>
                </a:cubicBezTo>
                <a:cubicBezTo>
                  <a:pt x="722059" y="0"/>
                  <a:pt x="806387" y="7906"/>
                  <a:pt x="853821" y="44799"/>
                </a:cubicBezTo>
                <a:lnTo>
                  <a:pt x="852767" y="462750"/>
                </a:lnTo>
                <a:cubicBezTo>
                  <a:pt x="758952" y="450628"/>
                  <a:pt x="574485" y="458534"/>
                  <a:pt x="435343" y="561835"/>
                </a:cubicBezTo>
                <a:quadBezTo>
                  <a:pt x="432181" y="564998"/>
                  <a:pt x="429019" y="561835"/>
                </a:quadBezTo>
                <a:cubicBezTo>
                  <a:pt x="289878" y="458534"/>
                  <a:pt x="110681" y="450628"/>
                  <a:pt x="15812" y="468020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50" name="!!path-9gj"/>
          <p:cNvSpPr/>
          <p:nvPr/>
        </p:nvSpPr>
        <p:spPr>
          <a:xfrm>
            <a:off x="3894455" y="3215259"/>
            <a:ext cx="853821" cy="564998"/>
          </a:xfrm>
          <a:custGeom>
            <a:avLst/>
            <a:gdLst/>
            <a:ahLst/>
            <a:cxnLst/>
            <a:rect l="l" t="t" r="r" b="b"/>
            <a:pathLst>
              <a:path w="853821" h="564998">
                <a:moveTo>
                  <a:pt x="0" y="55340"/>
                </a:moveTo>
                <a:cubicBezTo>
                  <a:pt x="47435" y="21082"/>
                  <a:pt x="163386" y="10541"/>
                  <a:pt x="258255" y="35839"/>
                </a:cubicBezTo>
                <a:cubicBezTo>
                  <a:pt x="337312" y="57976"/>
                  <a:pt x="395288" y="89599"/>
                  <a:pt x="432181" y="121222"/>
                </a:cubicBezTo>
                <a:cubicBezTo>
                  <a:pt x="474345" y="84328"/>
                  <a:pt x="548132" y="36894"/>
                  <a:pt x="637731" y="14757"/>
                </a:cubicBezTo>
                <a:cubicBezTo>
                  <a:pt x="722059" y="0"/>
                  <a:pt x="806387" y="7906"/>
                  <a:pt x="853821" y="44799"/>
                </a:cubicBezTo>
                <a:lnTo>
                  <a:pt x="852767" y="462750"/>
                </a:lnTo>
                <a:cubicBezTo>
                  <a:pt x="758952" y="450628"/>
                  <a:pt x="574485" y="458534"/>
                  <a:pt x="435343" y="561835"/>
                </a:cubicBezTo>
                <a:quadBezTo>
                  <a:pt x="432181" y="564998"/>
                  <a:pt x="429019" y="561835"/>
                </a:quadBezTo>
                <a:cubicBezTo>
                  <a:pt x="289878" y="458534"/>
                  <a:pt x="110681" y="450628"/>
                  <a:pt x="15812" y="468020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51" name="!!path-9gk"/>
          <p:cNvSpPr/>
          <p:nvPr/>
        </p:nvSpPr>
        <p:spPr>
          <a:xfrm>
            <a:off x="3894455" y="3219475"/>
            <a:ext cx="853821" cy="564998"/>
          </a:xfrm>
          <a:custGeom>
            <a:avLst/>
            <a:gdLst/>
            <a:ahLst/>
            <a:cxnLst/>
            <a:rect l="l" t="t" r="r" b="b"/>
            <a:pathLst>
              <a:path w="853821" h="564998">
                <a:moveTo>
                  <a:pt x="0" y="55340"/>
                </a:moveTo>
                <a:cubicBezTo>
                  <a:pt x="47435" y="21082"/>
                  <a:pt x="163386" y="10541"/>
                  <a:pt x="258255" y="35839"/>
                </a:cubicBezTo>
                <a:cubicBezTo>
                  <a:pt x="337312" y="57976"/>
                  <a:pt x="395288" y="89599"/>
                  <a:pt x="432181" y="121222"/>
                </a:cubicBezTo>
                <a:cubicBezTo>
                  <a:pt x="474345" y="84328"/>
                  <a:pt x="548132" y="36894"/>
                  <a:pt x="637731" y="14757"/>
                </a:cubicBezTo>
                <a:cubicBezTo>
                  <a:pt x="722059" y="0"/>
                  <a:pt x="806387" y="7906"/>
                  <a:pt x="853821" y="44799"/>
                </a:cubicBezTo>
                <a:lnTo>
                  <a:pt x="852767" y="462750"/>
                </a:lnTo>
                <a:cubicBezTo>
                  <a:pt x="758952" y="450628"/>
                  <a:pt x="574485" y="458534"/>
                  <a:pt x="435343" y="561835"/>
                </a:cubicBezTo>
                <a:quadBezTo>
                  <a:pt x="432181" y="564998"/>
                  <a:pt x="429019" y="561835"/>
                </a:quadBezTo>
                <a:cubicBezTo>
                  <a:pt x="289878" y="458534"/>
                  <a:pt x="110681" y="450628"/>
                  <a:pt x="15812" y="468020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52" name="!!path-9gl"/>
          <p:cNvSpPr/>
          <p:nvPr/>
        </p:nvSpPr>
        <p:spPr>
          <a:xfrm>
            <a:off x="3894455" y="3223692"/>
            <a:ext cx="853821" cy="564998"/>
          </a:xfrm>
          <a:custGeom>
            <a:avLst/>
            <a:gdLst/>
            <a:ahLst/>
            <a:cxnLst/>
            <a:rect l="l" t="t" r="r" b="b"/>
            <a:pathLst>
              <a:path w="853821" h="564998">
                <a:moveTo>
                  <a:pt x="0" y="55340"/>
                </a:moveTo>
                <a:cubicBezTo>
                  <a:pt x="47435" y="21082"/>
                  <a:pt x="163386" y="10541"/>
                  <a:pt x="258255" y="35839"/>
                </a:cubicBezTo>
                <a:cubicBezTo>
                  <a:pt x="337312" y="57976"/>
                  <a:pt x="395288" y="89599"/>
                  <a:pt x="432181" y="121222"/>
                </a:cubicBezTo>
                <a:cubicBezTo>
                  <a:pt x="474345" y="84328"/>
                  <a:pt x="548132" y="36894"/>
                  <a:pt x="637731" y="14757"/>
                </a:cubicBezTo>
                <a:cubicBezTo>
                  <a:pt x="722059" y="0"/>
                  <a:pt x="806387" y="7906"/>
                  <a:pt x="853821" y="44799"/>
                </a:cubicBezTo>
                <a:lnTo>
                  <a:pt x="852767" y="462750"/>
                </a:lnTo>
                <a:cubicBezTo>
                  <a:pt x="758952" y="450628"/>
                  <a:pt x="574485" y="458534"/>
                  <a:pt x="435343" y="561835"/>
                </a:cubicBezTo>
                <a:quadBezTo>
                  <a:pt x="432181" y="564998"/>
                  <a:pt x="429019" y="561835"/>
                </a:quadBezTo>
                <a:cubicBezTo>
                  <a:pt x="289878" y="458534"/>
                  <a:pt x="110681" y="450628"/>
                  <a:pt x="15812" y="468020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53" name="!!path-9gm"/>
          <p:cNvSpPr/>
          <p:nvPr/>
        </p:nvSpPr>
        <p:spPr>
          <a:xfrm>
            <a:off x="3894455" y="3227908"/>
            <a:ext cx="853821" cy="564998"/>
          </a:xfrm>
          <a:custGeom>
            <a:avLst/>
            <a:gdLst/>
            <a:ahLst/>
            <a:cxnLst/>
            <a:rect l="l" t="t" r="r" b="b"/>
            <a:pathLst>
              <a:path w="853821" h="564998">
                <a:moveTo>
                  <a:pt x="0" y="55340"/>
                </a:moveTo>
                <a:cubicBezTo>
                  <a:pt x="47435" y="21082"/>
                  <a:pt x="163386" y="10541"/>
                  <a:pt x="258255" y="35839"/>
                </a:cubicBezTo>
                <a:cubicBezTo>
                  <a:pt x="337312" y="57976"/>
                  <a:pt x="395288" y="89599"/>
                  <a:pt x="432181" y="121222"/>
                </a:cubicBezTo>
                <a:cubicBezTo>
                  <a:pt x="474345" y="84328"/>
                  <a:pt x="548132" y="36894"/>
                  <a:pt x="637731" y="14757"/>
                </a:cubicBezTo>
                <a:cubicBezTo>
                  <a:pt x="722059" y="0"/>
                  <a:pt x="806387" y="7906"/>
                  <a:pt x="853821" y="44799"/>
                </a:cubicBezTo>
                <a:lnTo>
                  <a:pt x="852767" y="462750"/>
                </a:lnTo>
                <a:cubicBezTo>
                  <a:pt x="758952" y="450628"/>
                  <a:pt x="574485" y="458534"/>
                  <a:pt x="435343" y="561835"/>
                </a:cubicBezTo>
                <a:quadBezTo>
                  <a:pt x="432181" y="564998"/>
                  <a:pt x="429019" y="561835"/>
                </a:quadBezTo>
                <a:cubicBezTo>
                  <a:pt x="289878" y="458534"/>
                  <a:pt x="110681" y="450628"/>
                  <a:pt x="15812" y="468020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54" name="!!path-9gn"/>
          <p:cNvSpPr/>
          <p:nvPr/>
        </p:nvSpPr>
        <p:spPr>
          <a:xfrm>
            <a:off x="3894455" y="3232125"/>
            <a:ext cx="853821" cy="564998"/>
          </a:xfrm>
          <a:custGeom>
            <a:avLst/>
            <a:gdLst/>
            <a:ahLst/>
            <a:cxnLst/>
            <a:rect l="l" t="t" r="r" b="b"/>
            <a:pathLst>
              <a:path w="853821" h="564998">
                <a:moveTo>
                  <a:pt x="0" y="55340"/>
                </a:moveTo>
                <a:cubicBezTo>
                  <a:pt x="47435" y="21082"/>
                  <a:pt x="163386" y="10541"/>
                  <a:pt x="258255" y="35839"/>
                </a:cubicBezTo>
                <a:cubicBezTo>
                  <a:pt x="337312" y="57976"/>
                  <a:pt x="395288" y="89599"/>
                  <a:pt x="432181" y="121222"/>
                </a:cubicBezTo>
                <a:cubicBezTo>
                  <a:pt x="474345" y="84328"/>
                  <a:pt x="548132" y="36894"/>
                  <a:pt x="637731" y="14757"/>
                </a:cubicBezTo>
                <a:cubicBezTo>
                  <a:pt x="722059" y="0"/>
                  <a:pt x="806387" y="7906"/>
                  <a:pt x="853821" y="44799"/>
                </a:cubicBezTo>
                <a:lnTo>
                  <a:pt x="852767" y="462750"/>
                </a:lnTo>
                <a:cubicBezTo>
                  <a:pt x="758952" y="450628"/>
                  <a:pt x="574485" y="458534"/>
                  <a:pt x="435343" y="561835"/>
                </a:cubicBezTo>
                <a:quadBezTo>
                  <a:pt x="432181" y="564998"/>
                  <a:pt x="429019" y="561835"/>
                </a:quadBezTo>
                <a:cubicBezTo>
                  <a:pt x="289878" y="458534"/>
                  <a:pt x="110681" y="450628"/>
                  <a:pt x="15812" y="468020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55" name="!!path-9go"/>
          <p:cNvSpPr/>
          <p:nvPr/>
        </p:nvSpPr>
        <p:spPr>
          <a:xfrm>
            <a:off x="3994594" y="3106160"/>
            <a:ext cx="333096" cy="318865"/>
          </a:xfrm>
          <a:custGeom>
            <a:avLst/>
            <a:gdLst/>
            <a:ahLst/>
            <a:cxnLst/>
            <a:rect l="l" t="t" r="r" b="b"/>
            <a:pathLst>
              <a:path w="333096" h="318865">
                <a:moveTo>
                  <a:pt x="0" y="45853"/>
                </a:moveTo>
                <a:lnTo>
                  <a:pt x="21082" y="13176"/>
                </a:lnTo>
                <a:cubicBezTo>
                  <a:pt x="84328" y="0"/>
                  <a:pt x="189738" y="18447"/>
                  <a:pt x="263525" y="68517"/>
                </a:cubicBezTo>
                <a:cubicBezTo>
                  <a:pt x="303054" y="96450"/>
                  <a:pt x="324136" y="129127"/>
                  <a:pt x="333096" y="163386"/>
                </a:cubicBezTo>
                <a:lnTo>
                  <a:pt x="333096" y="318865"/>
                </a:lnTo>
                <a:lnTo>
                  <a:pt x="0" y="318865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56" name="!!path-9gp"/>
          <p:cNvSpPr/>
          <p:nvPr/>
        </p:nvSpPr>
        <p:spPr>
          <a:xfrm>
            <a:off x="3994594" y="3106160"/>
            <a:ext cx="333096" cy="163386"/>
          </a:xfrm>
          <a:custGeom>
            <a:avLst/>
            <a:gdLst/>
            <a:ahLst/>
            <a:cxnLst/>
            <a:rect l="l" t="t" r="r" b="b"/>
            <a:pathLst>
              <a:path w="333096" h="163386" fill="none">
                <a:moveTo>
                  <a:pt x="333096" y="163386"/>
                </a:moveTo>
                <a:cubicBezTo>
                  <a:pt x="324136" y="129127"/>
                  <a:pt x="303054" y="96450"/>
                  <a:pt x="263525" y="68517"/>
                </a:cubicBezTo>
                <a:cubicBezTo>
                  <a:pt x="189738" y="18447"/>
                  <a:pt x="84328" y="0"/>
                  <a:pt x="21082" y="13176"/>
                </a:cubicBezTo>
                <a:lnTo>
                  <a:pt x="0" y="45853"/>
                </a:lnTo>
              </a:path>
            </a:pathLst>
          </a:custGeom>
          <a:noFill/>
          <a:ln w="12649" cap="rnd">
            <a:solidFill>
              <a:srgbClr val="627D8D"/>
            </a:solidFill>
            <a:prstDash val="solid"/>
            <a:round/>
          </a:ln>
        </p:spPr>
      </p:sp>
      <p:sp>
        <p:nvSpPr>
          <p:cNvPr id="57" name="!!path-9gq"/>
          <p:cNvSpPr/>
          <p:nvPr/>
        </p:nvSpPr>
        <p:spPr>
          <a:xfrm>
            <a:off x="3961917" y="3137783"/>
            <a:ext cx="365773" cy="287242"/>
          </a:xfrm>
          <a:custGeom>
            <a:avLst/>
            <a:gdLst/>
            <a:ahLst/>
            <a:cxnLst/>
            <a:rect l="l" t="t" r="r" b="b"/>
            <a:pathLst>
              <a:path w="365773" h="287242">
                <a:moveTo>
                  <a:pt x="0" y="57976"/>
                </a:moveTo>
                <a:lnTo>
                  <a:pt x="16866" y="16866"/>
                </a:lnTo>
                <a:cubicBezTo>
                  <a:pt x="95923" y="0"/>
                  <a:pt x="206604" y="18447"/>
                  <a:pt x="285661" y="65881"/>
                </a:cubicBezTo>
                <a:cubicBezTo>
                  <a:pt x="327825" y="91180"/>
                  <a:pt x="354178" y="129127"/>
                  <a:pt x="365773" y="163386"/>
                </a:cubicBezTo>
                <a:lnTo>
                  <a:pt x="365773" y="287242"/>
                </a:lnTo>
                <a:lnTo>
                  <a:pt x="0" y="287242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58" name="!!path-9gr"/>
          <p:cNvSpPr/>
          <p:nvPr/>
        </p:nvSpPr>
        <p:spPr>
          <a:xfrm>
            <a:off x="3961917" y="3137783"/>
            <a:ext cx="365773" cy="163386"/>
          </a:xfrm>
          <a:custGeom>
            <a:avLst/>
            <a:gdLst/>
            <a:ahLst/>
            <a:cxnLst/>
            <a:rect l="l" t="t" r="r" b="b"/>
            <a:pathLst>
              <a:path w="365773" h="163386" fill="none">
                <a:moveTo>
                  <a:pt x="365773" y="163386"/>
                </a:moveTo>
                <a:cubicBezTo>
                  <a:pt x="354178" y="129127"/>
                  <a:pt x="327825" y="91180"/>
                  <a:pt x="285661" y="65881"/>
                </a:cubicBezTo>
                <a:cubicBezTo>
                  <a:pt x="206604" y="18447"/>
                  <a:pt x="95923" y="0"/>
                  <a:pt x="16866" y="16866"/>
                </a:cubicBezTo>
                <a:lnTo>
                  <a:pt x="0" y="57976"/>
                </a:lnTo>
              </a:path>
            </a:pathLst>
          </a:custGeom>
          <a:noFill/>
          <a:ln w="12649" cap="rnd">
            <a:solidFill>
              <a:srgbClr val="627D8D"/>
            </a:solidFill>
            <a:prstDash val="solid"/>
            <a:round/>
          </a:ln>
        </p:spPr>
      </p:sp>
      <p:sp>
        <p:nvSpPr>
          <p:cNvPr id="59" name="!!path-9gs"/>
          <p:cNvSpPr/>
          <p:nvPr/>
        </p:nvSpPr>
        <p:spPr>
          <a:xfrm>
            <a:off x="3932930" y="3172041"/>
            <a:ext cx="393706" cy="252984"/>
          </a:xfrm>
          <a:custGeom>
            <a:avLst/>
            <a:gdLst/>
            <a:ahLst/>
            <a:cxnLst/>
            <a:rect l="l" t="t" r="r" b="b"/>
            <a:pathLst>
              <a:path w="393706" h="252984">
                <a:moveTo>
                  <a:pt x="0" y="60084"/>
                </a:moveTo>
                <a:lnTo>
                  <a:pt x="10014" y="32677"/>
                </a:lnTo>
                <a:cubicBezTo>
                  <a:pt x="98558" y="0"/>
                  <a:pt x="219780" y="13176"/>
                  <a:pt x="304108" y="56921"/>
                </a:cubicBezTo>
                <a:cubicBezTo>
                  <a:pt x="351542" y="81693"/>
                  <a:pt x="380530" y="113316"/>
                  <a:pt x="393706" y="143358"/>
                </a:cubicBezTo>
                <a:lnTo>
                  <a:pt x="393706" y="252984"/>
                </a:lnTo>
                <a:lnTo>
                  <a:pt x="0" y="252984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60" name="!!path-9gt"/>
          <p:cNvSpPr/>
          <p:nvPr/>
        </p:nvSpPr>
        <p:spPr>
          <a:xfrm>
            <a:off x="3932930" y="3172041"/>
            <a:ext cx="393706" cy="143358"/>
          </a:xfrm>
          <a:custGeom>
            <a:avLst/>
            <a:gdLst/>
            <a:ahLst/>
            <a:cxnLst/>
            <a:rect l="l" t="t" r="r" b="b"/>
            <a:pathLst>
              <a:path w="393706" h="143358" fill="none">
                <a:moveTo>
                  <a:pt x="393706" y="143358"/>
                </a:moveTo>
                <a:cubicBezTo>
                  <a:pt x="380530" y="113316"/>
                  <a:pt x="351542" y="81693"/>
                  <a:pt x="304108" y="56921"/>
                </a:cubicBezTo>
                <a:cubicBezTo>
                  <a:pt x="219780" y="13176"/>
                  <a:pt x="98558" y="0"/>
                  <a:pt x="10014" y="32677"/>
                </a:cubicBezTo>
                <a:lnTo>
                  <a:pt x="0" y="60084"/>
                </a:lnTo>
              </a:path>
            </a:pathLst>
          </a:custGeom>
          <a:noFill/>
          <a:ln w="12649" cap="rnd">
            <a:solidFill>
              <a:srgbClr val="627D8D"/>
            </a:solidFill>
            <a:prstDash val="solid"/>
            <a:round/>
          </a:ln>
        </p:spPr>
      </p:sp>
      <p:sp>
        <p:nvSpPr>
          <p:cNvPr id="61" name="!!path-9gu"/>
          <p:cNvSpPr/>
          <p:nvPr/>
        </p:nvSpPr>
        <p:spPr>
          <a:xfrm>
            <a:off x="4328217" y="3092983"/>
            <a:ext cx="312014" cy="332042"/>
          </a:xfrm>
          <a:custGeom>
            <a:avLst/>
            <a:gdLst/>
            <a:ahLst/>
            <a:cxnLst/>
            <a:rect l="l" t="t" r="r" b="b"/>
            <a:pathLst>
              <a:path w="312014" h="332042">
                <a:moveTo>
                  <a:pt x="312014" y="47435"/>
                </a:moveTo>
                <a:lnTo>
                  <a:pt x="294621" y="11595"/>
                </a:lnTo>
                <a:cubicBezTo>
                  <a:pt x="225050" y="0"/>
                  <a:pt x="114370" y="26353"/>
                  <a:pt x="45853" y="79058"/>
                </a:cubicBezTo>
                <a:cubicBezTo>
                  <a:pt x="16866" y="102775"/>
                  <a:pt x="3689" y="137033"/>
                  <a:pt x="0" y="173927"/>
                </a:cubicBezTo>
                <a:lnTo>
                  <a:pt x="0" y="332042"/>
                </a:lnTo>
                <a:lnTo>
                  <a:pt x="312014" y="332042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62" name="!!path-9gv"/>
          <p:cNvSpPr/>
          <p:nvPr/>
        </p:nvSpPr>
        <p:spPr>
          <a:xfrm>
            <a:off x="4328217" y="3092983"/>
            <a:ext cx="312014" cy="173927"/>
          </a:xfrm>
          <a:custGeom>
            <a:avLst/>
            <a:gdLst/>
            <a:ahLst/>
            <a:cxnLst/>
            <a:rect l="l" t="t" r="r" b="b"/>
            <a:pathLst>
              <a:path w="312014" h="173927" fill="none">
                <a:moveTo>
                  <a:pt x="0" y="173927"/>
                </a:moveTo>
                <a:cubicBezTo>
                  <a:pt x="3689" y="137033"/>
                  <a:pt x="16866" y="102775"/>
                  <a:pt x="45853" y="79058"/>
                </a:cubicBezTo>
                <a:cubicBezTo>
                  <a:pt x="114370" y="26353"/>
                  <a:pt x="225050" y="0"/>
                  <a:pt x="294621" y="11595"/>
                </a:cubicBezTo>
                <a:lnTo>
                  <a:pt x="312014" y="47435"/>
                </a:lnTo>
              </a:path>
            </a:pathLst>
          </a:custGeom>
          <a:noFill/>
          <a:ln w="12649" cap="rnd">
            <a:solidFill>
              <a:srgbClr val="627D8D"/>
            </a:solidFill>
            <a:prstDash val="solid"/>
            <a:round/>
          </a:ln>
        </p:spPr>
      </p:sp>
      <p:sp>
        <p:nvSpPr>
          <p:cNvPr id="63" name="!!path-9gw"/>
          <p:cNvSpPr/>
          <p:nvPr/>
        </p:nvSpPr>
        <p:spPr>
          <a:xfrm>
            <a:off x="4328744" y="3132512"/>
            <a:ext cx="345745" cy="292513"/>
          </a:xfrm>
          <a:custGeom>
            <a:avLst/>
            <a:gdLst/>
            <a:ahLst/>
            <a:cxnLst/>
            <a:rect l="l" t="t" r="r" b="b"/>
            <a:pathLst>
              <a:path w="345745" h="292513">
                <a:moveTo>
                  <a:pt x="345745" y="51124"/>
                </a:moveTo>
                <a:lnTo>
                  <a:pt x="329933" y="7906"/>
                </a:lnTo>
                <a:cubicBezTo>
                  <a:pt x="245605" y="0"/>
                  <a:pt x="140195" y="28988"/>
                  <a:pt x="71679" y="79585"/>
                </a:cubicBezTo>
                <a:cubicBezTo>
                  <a:pt x="34785" y="106991"/>
                  <a:pt x="11068" y="139668"/>
                  <a:pt x="0" y="168656"/>
                </a:cubicBezTo>
                <a:lnTo>
                  <a:pt x="0" y="292513"/>
                </a:lnTo>
                <a:lnTo>
                  <a:pt x="345745" y="292513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64" name="!!path-9gx"/>
          <p:cNvSpPr/>
          <p:nvPr/>
        </p:nvSpPr>
        <p:spPr>
          <a:xfrm>
            <a:off x="4328744" y="3132512"/>
            <a:ext cx="345745" cy="168656"/>
          </a:xfrm>
          <a:custGeom>
            <a:avLst/>
            <a:gdLst/>
            <a:ahLst/>
            <a:cxnLst/>
            <a:rect l="l" t="t" r="r" b="b"/>
            <a:pathLst>
              <a:path w="345745" h="168656" fill="none">
                <a:moveTo>
                  <a:pt x="0" y="168656"/>
                </a:moveTo>
                <a:cubicBezTo>
                  <a:pt x="11068" y="139668"/>
                  <a:pt x="34785" y="106991"/>
                  <a:pt x="71679" y="79585"/>
                </a:cubicBezTo>
                <a:cubicBezTo>
                  <a:pt x="140195" y="28988"/>
                  <a:pt x="245605" y="0"/>
                  <a:pt x="329933" y="7906"/>
                </a:cubicBezTo>
                <a:lnTo>
                  <a:pt x="345745" y="51124"/>
                </a:lnTo>
              </a:path>
            </a:pathLst>
          </a:custGeom>
          <a:noFill/>
          <a:ln w="12649" cap="rnd">
            <a:solidFill>
              <a:srgbClr val="627D8D"/>
            </a:solidFill>
            <a:prstDash val="solid"/>
            <a:round/>
          </a:ln>
        </p:spPr>
      </p:sp>
      <p:sp>
        <p:nvSpPr>
          <p:cNvPr id="65" name="!!path-9gy"/>
          <p:cNvSpPr/>
          <p:nvPr/>
        </p:nvSpPr>
        <p:spPr>
          <a:xfrm>
            <a:off x="4329798" y="3169406"/>
            <a:ext cx="369989" cy="255619"/>
          </a:xfrm>
          <a:custGeom>
            <a:avLst/>
            <a:gdLst/>
            <a:ahLst/>
            <a:cxnLst/>
            <a:rect l="l" t="t" r="r" b="b"/>
            <a:pathLst>
              <a:path w="369989" h="255619">
                <a:moveTo>
                  <a:pt x="369989" y="49016"/>
                </a:moveTo>
                <a:lnTo>
                  <a:pt x="362610" y="22663"/>
                </a:lnTo>
                <a:cubicBezTo>
                  <a:pt x="276174" y="0"/>
                  <a:pt x="165494" y="13176"/>
                  <a:pt x="91707" y="50070"/>
                </a:cubicBezTo>
                <a:cubicBezTo>
                  <a:pt x="44272" y="73787"/>
                  <a:pt x="15284" y="110681"/>
                  <a:pt x="0" y="145993"/>
                </a:cubicBezTo>
                <a:lnTo>
                  <a:pt x="0" y="255619"/>
                </a:lnTo>
                <a:lnTo>
                  <a:pt x="369989" y="255619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66" name="!!path-9gz"/>
          <p:cNvSpPr/>
          <p:nvPr/>
        </p:nvSpPr>
        <p:spPr>
          <a:xfrm>
            <a:off x="4329798" y="3169406"/>
            <a:ext cx="369989" cy="145993"/>
          </a:xfrm>
          <a:custGeom>
            <a:avLst/>
            <a:gdLst/>
            <a:ahLst/>
            <a:cxnLst/>
            <a:rect l="l" t="t" r="r" b="b"/>
            <a:pathLst>
              <a:path w="369989" h="145993" fill="none">
                <a:moveTo>
                  <a:pt x="0" y="145993"/>
                </a:moveTo>
                <a:cubicBezTo>
                  <a:pt x="15284" y="110681"/>
                  <a:pt x="44272" y="73787"/>
                  <a:pt x="91707" y="50070"/>
                </a:cubicBezTo>
                <a:cubicBezTo>
                  <a:pt x="165494" y="13176"/>
                  <a:pt x="276174" y="0"/>
                  <a:pt x="362610" y="22663"/>
                </a:cubicBezTo>
                <a:lnTo>
                  <a:pt x="369989" y="49016"/>
                </a:lnTo>
              </a:path>
            </a:pathLst>
          </a:custGeom>
          <a:noFill/>
          <a:ln w="12649" cap="rnd">
            <a:solidFill>
              <a:srgbClr val="627D8D"/>
            </a:solidFill>
            <a:prstDash val="solid"/>
            <a:round/>
          </a:ln>
        </p:spPr>
      </p:sp>
      <p:sp>
        <p:nvSpPr>
          <p:cNvPr id="67" name="!!path-9h0"/>
          <p:cNvSpPr/>
          <p:nvPr/>
        </p:nvSpPr>
        <p:spPr>
          <a:xfrm>
            <a:off x="3894455" y="3198393"/>
            <a:ext cx="853821" cy="564998"/>
          </a:xfrm>
          <a:custGeom>
            <a:avLst/>
            <a:gdLst/>
            <a:ahLst/>
            <a:cxnLst/>
            <a:rect l="l" t="t" r="r" b="b"/>
            <a:pathLst>
              <a:path w="853821" h="564998">
                <a:moveTo>
                  <a:pt x="0" y="55340"/>
                </a:moveTo>
                <a:cubicBezTo>
                  <a:pt x="47435" y="21082"/>
                  <a:pt x="163386" y="10541"/>
                  <a:pt x="258255" y="35839"/>
                </a:cubicBezTo>
                <a:cubicBezTo>
                  <a:pt x="337312" y="57976"/>
                  <a:pt x="395288" y="89599"/>
                  <a:pt x="432181" y="121222"/>
                </a:cubicBezTo>
                <a:cubicBezTo>
                  <a:pt x="474345" y="84328"/>
                  <a:pt x="548132" y="36894"/>
                  <a:pt x="637731" y="14757"/>
                </a:cubicBezTo>
                <a:cubicBezTo>
                  <a:pt x="722059" y="0"/>
                  <a:pt x="806387" y="7906"/>
                  <a:pt x="853821" y="44799"/>
                </a:cubicBezTo>
                <a:lnTo>
                  <a:pt x="852767" y="462750"/>
                </a:lnTo>
                <a:cubicBezTo>
                  <a:pt x="758952" y="450628"/>
                  <a:pt x="574485" y="458534"/>
                  <a:pt x="435343" y="561835"/>
                </a:cubicBezTo>
                <a:quadBezTo>
                  <a:pt x="432181" y="564998"/>
                  <a:pt x="429019" y="561835"/>
                </a:quadBezTo>
                <a:cubicBezTo>
                  <a:pt x="289878" y="458534"/>
                  <a:pt x="110681" y="450628"/>
                  <a:pt x="15812" y="468020"/>
                </a:cubicBezTo>
                <a:close/>
              </a:path>
            </a:pathLst>
          </a:custGeom>
          <a:gradFill rotWithShape="1">
            <a:gsLst>
              <a:gs pos="0">
                <a:srgbClr val="627D8D"/>
              </a:gs>
              <a:gs pos="21794">
                <a:srgbClr val="627D8D"/>
              </a:gs>
              <a:gs pos="55376">
                <a:srgbClr val="627D8D"/>
              </a:gs>
              <a:gs pos="96421">
                <a:srgbClr val="98ABB7"/>
              </a:gs>
              <a:gs pos="100000">
                <a:srgbClr val="98ABB7"/>
              </a:gs>
            </a:gsLst>
            <a:lin ang="1983350" scaled="0"/>
          </a:gradFill>
          <a:ln>
            <a:noFill/>
          </a:ln>
        </p:spPr>
      </p:sp>
      <p:sp>
        <p:nvSpPr>
          <p:cNvPr id="68" name="!!path-9h1"/>
          <p:cNvSpPr/>
          <p:nvPr/>
        </p:nvSpPr>
        <p:spPr>
          <a:xfrm>
            <a:off x="3894455" y="3198393"/>
            <a:ext cx="853821" cy="564998"/>
          </a:xfrm>
          <a:custGeom>
            <a:avLst/>
            <a:gdLst/>
            <a:ahLst/>
            <a:cxnLst/>
            <a:rect l="l" t="t" r="r" b="b"/>
            <a:pathLst>
              <a:path w="853821" h="564998">
                <a:moveTo>
                  <a:pt x="0" y="55340"/>
                </a:moveTo>
                <a:cubicBezTo>
                  <a:pt x="47435" y="21082"/>
                  <a:pt x="163386" y="10541"/>
                  <a:pt x="258255" y="35839"/>
                </a:cubicBezTo>
                <a:cubicBezTo>
                  <a:pt x="337312" y="57976"/>
                  <a:pt x="395288" y="89599"/>
                  <a:pt x="432181" y="121222"/>
                </a:cubicBezTo>
                <a:cubicBezTo>
                  <a:pt x="474345" y="84328"/>
                  <a:pt x="548132" y="36894"/>
                  <a:pt x="637731" y="14757"/>
                </a:cubicBezTo>
                <a:cubicBezTo>
                  <a:pt x="722059" y="0"/>
                  <a:pt x="806387" y="7906"/>
                  <a:pt x="853821" y="44799"/>
                </a:cubicBezTo>
                <a:lnTo>
                  <a:pt x="852767" y="462750"/>
                </a:lnTo>
                <a:cubicBezTo>
                  <a:pt x="758952" y="450628"/>
                  <a:pt x="574485" y="458534"/>
                  <a:pt x="435343" y="561835"/>
                </a:cubicBezTo>
                <a:quadBezTo>
                  <a:pt x="432181" y="564998"/>
                  <a:pt x="429019" y="561835"/>
                </a:quadBezTo>
                <a:cubicBezTo>
                  <a:pt x="289878" y="458534"/>
                  <a:pt x="110681" y="450628"/>
                  <a:pt x="15812" y="468020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0000"/>
                </a:srgbClr>
              </a:gs>
              <a:gs pos="4764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83333" t="79291" r="16667" b="20709"/>
            </a:path>
          </a:gradFill>
          <a:ln>
            <a:noFill/>
          </a:ln>
        </p:spPr>
      </p:sp>
      <p:sp>
        <p:nvSpPr>
          <p:cNvPr id="69" name="!!line-9h2"/>
          <p:cNvSpPr/>
          <p:nvPr/>
        </p:nvSpPr>
        <p:spPr>
          <a:xfrm>
            <a:off x="4330325" y="3349130"/>
            <a:ext cx="1" cy="398450"/>
          </a:xfrm>
          <a:custGeom>
            <a:avLst/>
            <a:gdLst/>
            <a:ahLst/>
            <a:cxnLst/>
            <a:rect l="l" t="t" r="r" b="b"/>
            <a:pathLst>
              <a:path w="1" h="398450">
                <a:moveTo>
                  <a:pt x="0" y="0"/>
                </a:moveTo>
                <a:lnTo>
                  <a:pt x="0" y="398450"/>
                </a:lnTo>
              </a:path>
            </a:pathLst>
          </a:custGeom>
          <a:solidFill>
            <a:srgbClr val="000000"/>
          </a:solidFill>
          <a:ln w="17920" cap="rnd">
            <a:solidFill>
              <a:srgbClr val="C9D3D9"/>
            </a:solidFill>
            <a:prstDash val="solid"/>
            <a:miter lim="800000"/>
          </a:ln>
        </p:spPr>
      </p:sp>
      <p:sp>
        <p:nvSpPr>
          <p:cNvPr id="70" name="!!path-9h3"/>
          <p:cNvSpPr/>
          <p:nvPr/>
        </p:nvSpPr>
        <p:spPr>
          <a:xfrm>
            <a:off x="4612824" y="3554152"/>
            <a:ext cx="65881" cy="98558"/>
          </a:xfrm>
          <a:custGeom>
            <a:avLst/>
            <a:gdLst/>
            <a:ahLst/>
            <a:cxnLst/>
            <a:rect l="l" t="t" r="r" b="b"/>
            <a:pathLst>
              <a:path w="65881" h="98558">
                <a:moveTo>
                  <a:pt x="0" y="6852"/>
                </a:moveTo>
                <a:lnTo>
                  <a:pt x="39529" y="0"/>
                </a:lnTo>
                <a:lnTo>
                  <a:pt x="65881" y="96450"/>
                </a:lnTo>
                <a:lnTo>
                  <a:pt x="19501" y="98558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 w="2635" cap="flat">
            <a:solidFill>
              <a:srgbClr val="FFFFFF">
                <a:alpha val="55000"/>
              </a:srgbClr>
            </a:solidFill>
            <a:prstDash val="solid"/>
            <a:round/>
          </a:ln>
        </p:spPr>
      </p:sp>
      <p:sp>
        <p:nvSpPr>
          <p:cNvPr id="71" name="!!text-9h5" descr="救「舊」我的書"/>
          <p:cNvSpPr txBox="1"/>
          <p:nvPr/>
        </p:nvSpPr>
        <p:spPr>
          <a:xfrm>
            <a:off x="4944745" y="2993136"/>
            <a:ext cx="3520440" cy="80914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4400" b="1" kern="0" spc="-220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救</a:t>
            </a:r>
            <a:r>
              <a:rPr lang="zh-TW" altLang="en-US" sz="44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「舊</a:t>
            </a:r>
            <a:r>
              <a:rPr lang="zh-TW" altLang="en-US" sz="4400" b="1" kern="0" spc="-220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」</a:t>
            </a:r>
            <a:r>
              <a:rPr lang="zh-TW" altLang="en-US" sz="44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我的書</a:t>
            </a:r>
            <a:endParaRPr lang="zh-TW" sz="4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fast" p14:dur="1600" advTm="0">
        <p159:morph option="byObject"/>
      </p:transition>
    </mc:Choice>
    <mc:Fallback>
      <p:transition spd="fast" advTm="0">
        <p:fade/>
      </p:transition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174.8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rect-1q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7"/>
          </a:solidFill>
          <a:ln>
            <a:noFill/>
          </a:ln>
        </p:spPr>
      </p:sp>
      <p:sp>
        <p:nvSpPr>
          <p:cNvPr id="3" name="!!ellipse-1q2"/>
          <p:cNvSpPr/>
          <p:nvPr/>
        </p:nvSpPr>
        <p:spPr>
          <a:xfrm>
            <a:off x="-889000" y="-952500"/>
            <a:ext cx="13970000" cy="7874000"/>
          </a:xfrm>
          <a:prstGeom prst="ellipse">
            <a:avLst/>
          </a:prstGeom>
          <a:gradFill rotWithShape="1">
            <a:gsLst>
              <a:gs pos="0">
                <a:srgbClr val="FFFFFF">
                  <a:alpha val="95000"/>
                </a:srgbClr>
              </a:gs>
              <a:gs pos="40865">
                <a:srgbClr val="FFFFFF">
                  <a:alpha val="35000"/>
                </a:srgbClr>
              </a:gs>
              <a:gs pos="68108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!!rect-1q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P1"/>
            <a:srcRect/>
            <a:tile tx="35511" ty="108083" sx="16667" sy="16667" flip="none" algn="tl"/>
          </a:blipFill>
          <a:ln>
            <a:noFill/>
          </a:ln>
        </p:spPr>
      </p:sp>
      <p:sp>
        <p:nvSpPr>
          <p:cNvPr id="5" name="!!circle-1qu"/>
          <p:cNvSpPr/>
          <p:nvPr/>
        </p:nvSpPr>
        <p:spPr>
          <a:xfrm>
            <a:off x="5983594" y="-370605"/>
            <a:ext cx="2335771" cy="2335771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" name="!!circle-1qx"/>
          <p:cNvSpPr/>
          <p:nvPr/>
        </p:nvSpPr>
        <p:spPr>
          <a:xfrm>
            <a:off x="428695" y="5679395"/>
            <a:ext cx="1128039" cy="1128039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7" name="!!circle-1r8"/>
          <p:cNvSpPr/>
          <p:nvPr/>
        </p:nvSpPr>
        <p:spPr>
          <a:xfrm>
            <a:off x="884259" y="5575554"/>
            <a:ext cx="2785275" cy="2785275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8" name="!!circle-1rd"/>
          <p:cNvSpPr/>
          <p:nvPr/>
        </p:nvSpPr>
        <p:spPr>
          <a:xfrm>
            <a:off x="1966881" y="1700403"/>
            <a:ext cx="2084946" cy="2084946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9" name="!!rect-1sh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5F7">
                  <a:alpha val="0"/>
                </a:srgbClr>
              </a:gs>
              <a:gs pos="20428">
                <a:srgbClr val="F3F5F7">
                  <a:alpha val="0"/>
                </a:srgbClr>
              </a:gs>
              <a:gs pos="66730">
                <a:srgbClr val="F3F5F7"/>
              </a:gs>
              <a:gs pos="100000">
                <a:srgbClr val="F3F5F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0" name="!!circle-1sm"/>
          <p:cNvSpPr/>
          <p:nvPr/>
        </p:nvSpPr>
        <p:spPr>
          <a:xfrm>
            <a:off x="5535249" y="1177091"/>
            <a:ext cx="36055" cy="36055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11" name="!!circle-1sp"/>
          <p:cNvSpPr/>
          <p:nvPr/>
        </p:nvSpPr>
        <p:spPr>
          <a:xfrm>
            <a:off x="9316867" y="3065782"/>
            <a:ext cx="24295" cy="24295"/>
          </a:xfrm>
          <a:prstGeom prst="ellipse">
            <a:avLst/>
          </a:prstGeom>
          <a:solidFill>
            <a:srgbClr val="627D8D">
              <a:alpha val="18100"/>
            </a:srgbClr>
          </a:solidFill>
          <a:ln>
            <a:noFill/>
          </a:ln>
        </p:spPr>
      </p:sp>
      <p:sp>
        <p:nvSpPr>
          <p:cNvPr id="12" name="!!circle-1ss"/>
          <p:cNvSpPr/>
          <p:nvPr/>
        </p:nvSpPr>
        <p:spPr>
          <a:xfrm>
            <a:off x="3464160" y="6294543"/>
            <a:ext cx="25959" cy="25959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13" name="!!circle-1sv"/>
          <p:cNvSpPr/>
          <p:nvPr/>
        </p:nvSpPr>
        <p:spPr>
          <a:xfrm>
            <a:off x="2024753" y="1666738"/>
            <a:ext cx="35878" cy="35878"/>
          </a:xfrm>
          <a:prstGeom prst="ellipse">
            <a:avLst/>
          </a:prstGeom>
          <a:solidFill>
            <a:srgbClr val="627D8D">
              <a:alpha val="26800"/>
            </a:srgbClr>
          </a:solidFill>
          <a:ln>
            <a:noFill/>
          </a:ln>
        </p:spPr>
      </p:sp>
      <p:sp>
        <p:nvSpPr>
          <p:cNvPr id="14" name="!!circle-1sy"/>
          <p:cNvSpPr/>
          <p:nvPr/>
        </p:nvSpPr>
        <p:spPr>
          <a:xfrm>
            <a:off x="6891144" y="3513481"/>
            <a:ext cx="40234" cy="40234"/>
          </a:xfrm>
          <a:prstGeom prst="ellipse">
            <a:avLst/>
          </a:prstGeom>
          <a:solidFill>
            <a:srgbClr val="627D8D">
              <a:alpha val="31300"/>
            </a:srgbClr>
          </a:solidFill>
          <a:ln>
            <a:noFill/>
          </a:ln>
        </p:spPr>
      </p:sp>
      <p:sp>
        <p:nvSpPr>
          <p:cNvPr id="15" name="!!circle-1t4"/>
          <p:cNvSpPr/>
          <p:nvPr/>
        </p:nvSpPr>
        <p:spPr>
          <a:xfrm>
            <a:off x="1229156" y="4641178"/>
            <a:ext cx="29959" cy="29959"/>
          </a:xfrm>
          <a:prstGeom prst="ellipse">
            <a:avLst/>
          </a:prstGeom>
          <a:solidFill>
            <a:srgbClr val="627D8D">
              <a:alpha val="19400"/>
            </a:srgbClr>
          </a:solidFill>
          <a:ln>
            <a:noFill/>
          </a:ln>
        </p:spPr>
      </p:sp>
      <p:sp>
        <p:nvSpPr>
          <p:cNvPr id="16" name="!!circle-1t7"/>
          <p:cNvSpPr/>
          <p:nvPr/>
        </p:nvSpPr>
        <p:spPr>
          <a:xfrm>
            <a:off x="8420394" y="4346367"/>
            <a:ext cx="28702" cy="28702"/>
          </a:xfrm>
          <a:prstGeom prst="ellipse">
            <a:avLst/>
          </a:prstGeom>
          <a:solidFill>
            <a:srgbClr val="627D8D">
              <a:alpha val="17800"/>
            </a:srgbClr>
          </a:solidFill>
          <a:ln>
            <a:noFill/>
          </a:ln>
        </p:spPr>
      </p:sp>
      <p:sp>
        <p:nvSpPr>
          <p:cNvPr id="17" name="!!circle-1ta"/>
          <p:cNvSpPr/>
          <p:nvPr/>
        </p:nvSpPr>
        <p:spPr>
          <a:xfrm>
            <a:off x="10945878" y="1688739"/>
            <a:ext cx="24066" cy="24066"/>
          </a:xfrm>
          <a:prstGeom prst="ellipse">
            <a:avLst/>
          </a:prstGeom>
          <a:solidFill>
            <a:srgbClr val="627D8D">
              <a:alpha val="23900"/>
            </a:srgbClr>
          </a:solidFill>
          <a:ln>
            <a:noFill/>
          </a:ln>
        </p:spPr>
      </p:sp>
      <p:sp>
        <p:nvSpPr>
          <p:cNvPr id="18" name="!!circle-1td"/>
          <p:cNvSpPr/>
          <p:nvPr/>
        </p:nvSpPr>
        <p:spPr>
          <a:xfrm>
            <a:off x="8484403" y="5547827"/>
            <a:ext cx="35865" cy="35865"/>
          </a:xfrm>
          <a:prstGeom prst="ellipse">
            <a:avLst/>
          </a:prstGeom>
          <a:solidFill>
            <a:srgbClr val="627D8D">
              <a:alpha val="28200"/>
            </a:srgbClr>
          </a:solidFill>
          <a:ln>
            <a:noFill/>
          </a:ln>
        </p:spPr>
      </p:sp>
      <p:sp>
        <p:nvSpPr>
          <p:cNvPr id="19" name="!!circle-1tg"/>
          <p:cNvSpPr/>
          <p:nvPr/>
        </p:nvSpPr>
        <p:spPr>
          <a:xfrm>
            <a:off x="1536067" y="2629112"/>
            <a:ext cx="39218" cy="39218"/>
          </a:xfrm>
          <a:prstGeom prst="ellipse">
            <a:avLst/>
          </a:prstGeom>
          <a:solidFill>
            <a:srgbClr val="627D8D">
              <a:alpha val="29600"/>
            </a:srgbClr>
          </a:solidFill>
          <a:ln>
            <a:noFill/>
          </a:ln>
        </p:spPr>
      </p:sp>
      <p:sp>
        <p:nvSpPr>
          <p:cNvPr id="20" name="!!circle-1tj"/>
          <p:cNvSpPr/>
          <p:nvPr/>
        </p:nvSpPr>
        <p:spPr>
          <a:xfrm>
            <a:off x="7031782" y="5707976"/>
            <a:ext cx="49733" cy="49733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1" name="!!circle-1tm"/>
          <p:cNvSpPr/>
          <p:nvPr/>
        </p:nvSpPr>
        <p:spPr>
          <a:xfrm>
            <a:off x="6452764" y="1399649"/>
            <a:ext cx="41694" cy="41694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2" name="!!circle-1tp"/>
          <p:cNvSpPr/>
          <p:nvPr/>
        </p:nvSpPr>
        <p:spPr>
          <a:xfrm>
            <a:off x="6801388" y="4812769"/>
            <a:ext cx="31979" cy="31979"/>
          </a:xfrm>
          <a:prstGeom prst="ellipse">
            <a:avLst/>
          </a:prstGeom>
          <a:solidFill>
            <a:srgbClr val="627D8D">
              <a:alpha val="24100"/>
            </a:srgbClr>
          </a:solidFill>
          <a:ln>
            <a:noFill/>
          </a:ln>
        </p:spPr>
      </p:sp>
      <p:sp>
        <p:nvSpPr>
          <p:cNvPr id="23" name="!!circle-1ts"/>
          <p:cNvSpPr/>
          <p:nvPr/>
        </p:nvSpPr>
        <p:spPr>
          <a:xfrm>
            <a:off x="3926506" y="642668"/>
            <a:ext cx="18085" cy="18085"/>
          </a:xfrm>
          <a:prstGeom prst="ellipse">
            <a:avLst/>
          </a:prstGeom>
          <a:solidFill>
            <a:srgbClr val="627D8D">
              <a:alpha val="10500"/>
            </a:srgbClr>
          </a:solidFill>
          <a:ln>
            <a:noFill/>
          </a:ln>
        </p:spPr>
      </p:sp>
      <p:sp>
        <p:nvSpPr>
          <p:cNvPr id="24" name="!!circle-1ty"/>
          <p:cNvSpPr/>
          <p:nvPr/>
        </p:nvSpPr>
        <p:spPr>
          <a:xfrm>
            <a:off x="3495456" y="6014734"/>
            <a:ext cx="39243" cy="39243"/>
          </a:xfrm>
          <a:prstGeom prst="ellipse">
            <a:avLst/>
          </a:prstGeom>
          <a:solidFill>
            <a:srgbClr val="627D8D">
              <a:alpha val="27700"/>
            </a:srgbClr>
          </a:solidFill>
          <a:ln>
            <a:noFill/>
          </a:ln>
        </p:spPr>
      </p:sp>
      <p:sp>
        <p:nvSpPr>
          <p:cNvPr id="25" name="!!circle-1u1"/>
          <p:cNvSpPr/>
          <p:nvPr/>
        </p:nvSpPr>
        <p:spPr>
          <a:xfrm>
            <a:off x="1638664" y="6424506"/>
            <a:ext cx="34519" cy="34519"/>
          </a:xfrm>
          <a:prstGeom prst="ellipse">
            <a:avLst/>
          </a:prstGeom>
          <a:solidFill>
            <a:srgbClr val="627D8D">
              <a:alpha val="22500"/>
            </a:srgbClr>
          </a:solidFill>
          <a:ln>
            <a:noFill/>
          </a:ln>
        </p:spPr>
      </p:sp>
      <p:sp>
        <p:nvSpPr>
          <p:cNvPr id="26" name="!!circle-1u4"/>
          <p:cNvSpPr/>
          <p:nvPr/>
        </p:nvSpPr>
        <p:spPr>
          <a:xfrm>
            <a:off x="2732081" y="4800700"/>
            <a:ext cx="46228" cy="46228"/>
          </a:xfrm>
          <a:prstGeom prst="ellipse">
            <a:avLst/>
          </a:prstGeom>
          <a:solidFill>
            <a:srgbClr val="627D8D">
              <a:alpha val="26200"/>
            </a:srgbClr>
          </a:solidFill>
          <a:ln>
            <a:noFill/>
          </a:ln>
        </p:spPr>
      </p:sp>
      <p:sp>
        <p:nvSpPr>
          <p:cNvPr id="27" name="!!circle-1u7"/>
          <p:cNvSpPr/>
          <p:nvPr/>
        </p:nvSpPr>
        <p:spPr>
          <a:xfrm>
            <a:off x="7436035" y="4597022"/>
            <a:ext cx="49327" cy="49327"/>
          </a:xfrm>
          <a:prstGeom prst="ellipse">
            <a:avLst/>
          </a:prstGeom>
          <a:solidFill>
            <a:srgbClr val="627D8D">
              <a:alpha val="20800"/>
            </a:srgbClr>
          </a:solidFill>
          <a:ln>
            <a:noFill/>
          </a:ln>
        </p:spPr>
      </p:sp>
      <p:sp>
        <p:nvSpPr>
          <p:cNvPr id="28" name="!!circle-1ua"/>
          <p:cNvSpPr/>
          <p:nvPr/>
        </p:nvSpPr>
        <p:spPr>
          <a:xfrm>
            <a:off x="9698694" y="5226371"/>
            <a:ext cx="24054" cy="24054"/>
          </a:xfrm>
          <a:prstGeom prst="ellipse">
            <a:avLst/>
          </a:prstGeom>
          <a:solidFill>
            <a:srgbClr val="627D8D">
              <a:alpha val="22200"/>
            </a:srgbClr>
          </a:solidFill>
          <a:ln>
            <a:noFill/>
          </a:ln>
        </p:spPr>
      </p:sp>
      <p:sp>
        <p:nvSpPr>
          <p:cNvPr id="29" name="!!circle-1ud"/>
          <p:cNvSpPr/>
          <p:nvPr/>
        </p:nvSpPr>
        <p:spPr>
          <a:xfrm>
            <a:off x="1991730" y="1318665"/>
            <a:ext cx="32271" cy="32271"/>
          </a:xfrm>
          <a:prstGeom prst="ellipse">
            <a:avLst/>
          </a:prstGeom>
          <a:solidFill>
            <a:srgbClr val="627D8D">
              <a:alpha val="20500"/>
            </a:srgbClr>
          </a:solidFill>
          <a:ln>
            <a:noFill/>
          </a:ln>
        </p:spPr>
      </p:sp>
      <p:sp>
        <p:nvSpPr>
          <p:cNvPr id="30" name="!!circle-1uj"/>
          <p:cNvSpPr/>
          <p:nvPr/>
        </p:nvSpPr>
        <p:spPr>
          <a:xfrm>
            <a:off x="2056512" y="2226212"/>
            <a:ext cx="34252" cy="34252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31" name="!!circle-1um"/>
          <p:cNvSpPr/>
          <p:nvPr/>
        </p:nvSpPr>
        <p:spPr>
          <a:xfrm>
            <a:off x="9594735" y="3990118"/>
            <a:ext cx="44196" cy="44196"/>
          </a:xfrm>
          <a:prstGeom prst="ellipse">
            <a:avLst/>
          </a:prstGeom>
          <a:solidFill>
            <a:srgbClr val="627D8D">
              <a:alpha val="21700"/>
            </a:srgbClr>
          </a:solidFill>
          <a:ln>
            <a:noFill/>
          </a:ln>
        </p:spPr>
      </p:sp>
      <p:sp>
        <p:nvSpPr>
          <p:cNvPr id="32" name="!!circle-1up"/>
          <p:cNvSpPr/>
          <p:nvPr/>
        </p:nvSpPr>
        <p:spPr>
          <a:xfrm>
            <a:off x="6747691" y="1674518"/>
            <a:ext cx="35192" cy="35192"/>
          </a:xfrm>
          <a:prstGeom prst="ellipse">
            <a:avLst/>
          </a:prstGeom>
          <a:solidFill>
            <a:srgbClr val="627D8D">
              <a:alpha val="27100"/>
            </a:srgbClr>
          </a:solidFill>
          <a:ln>
            <a:noFill/>
          </a:ln>
        </p:spPr>
      </p:sp>
      <p:sp>
        <p:nvSpPr>
          <p:cNvPr id="33" name="!!circle-1us"/>
          <p:cNvSpPr/>
          <p:nvPr/>
        </p:nvSpPr>
        <p:spPr>
          <a:xfrm>
            <a:off x="10219274" y="5126686"/>
            <a:ext cx="43358" cy="43358"/>
          </a:xfrm>
          <a:prstGeom prst="ellipse">
            <a:avLst/>
          </a:prstGeom>
          <a:solidFill>
            <a:srgbClr val="627D8D">
              <a:alpha val="19500"/>
            </a:srgbClr>
          </a:solidFill>
          <a:ln>
            <a:noFill/>
          </a:ln>
        </p:spPr>
      </p:sp>
      <p:sp>
        <p:nvSpPr>
          <p:cNvPr id="34" name="!!circle-1uv"/>
          <p:cNvSpPr/>
          <p:nvPr/>
        </p:nvSpPr>
        <p:spPr>
          <a:xfrm>
            <a:off x="3228221" y="1900118"/>
            <a:ext cx="33528" cy="33528"/>
          </a:xfrm>
          <a:prstGeom prst="ellipse">
            <a:avLst/>
          </a:prstGeom>
          <a:solidFill>
            <a:srgbClr val="627D8D">
              <a:alpha val="28300"/>
            </a:srgbClr>
          </a:solidFill>
          <a:ln>
            <a:noFill/>
          </a:ln>
        </p:spPr>
      </p:sp>
      <p:sp>
        <p:nvSpPr>
          <p:cNvPr id="35" name="!!circle-1uy"/>
          <p:cNvSpPr/>
          <p:nvPr/>
        </p:nvSpPr>
        <p:spPr>
          <a:xfrm>
            <a:off x="6853062" y="2500486"/>
            <a:ext cx="28956" cy="28956"/>
          </a:xfrm>
          <a:prstGeom prst="ellipse">
            <a:avLst/>
          </a:prstGeom>
          <a:solidFill>
            <a:srgbClr val="627D8D">
              <a:alpha val="21800"/>
            </a:srgbClr>
          </a:solidFill>
          <a:ln>
            <a:noFill/>
          </a:ln>
        </p:spPr>
      </p:sp>
      <p:sp>
        <p:nvSpPr>
          <p:cNvPr id="36" name="!!circle-1v1"/>
          <p:cNvSpPr/>
          <p:nvPr/>
        </p:nvSpPr>
        <p:spPr>
          <a:xfrm>
            <a:off x="7029486" y="6152856"/>
            <a:ext cx="45555" cy="45555"/>
          </a:xfrm>
          <a:prstGeom prst="ellipse">
            <a:avLst/>
          </a:prstGeom>
          <a:solidFill>
            <a:srgbClr val="627D8D">
              <a:alpha val="20900"/>
            </a:srgbClr>
          </a:solidFill>
          <a:ln>
            <a:noFill/>
          </a:ln>
        </p:spPr>
      </p:sp>
      <p:sp>
        <p:nvSpPr>
          <p:cNvPr id="37" name="!!circle-1v4"/>
          <p:cNvSpPr/>
          <p:nvPr/>
        </p:nvSpPr>
        <p:spPr>
          <a:xfrm>
            <a:off x="11290220" y="2974646"/>
            <a:ext cx="39484" cy="39484"/>
          </a:xfrm>
          <a:prstGeom prst="ellipse">
            <a:avLst/>
          </a:prstGeom>
          <a:solidFill>
            <a:srgbClr val="627D8D">
              <a:alpha val="13600"/>
            </a:srgbClr>
          </a:solidFill>
          <a:ln>
            <a:noFill/>
          </a:ln>
        </p:spPr>
      </p:sp>
      <p:sp>
        <p:nvSpPr>
          <p:cNvPr id="38" name="!!circle-1v7"/>
          <p:cNvSpPr/>
          <p:nvPr/>
        </p:nvSpPr>
        <p:spPr>
          <a:xfrm>
            <a:off x="7488262" y="5532559"/>
            <a:ext cx="30455" cy="30455"/>
          </a:xfrm>
          <a:prstGeom prst="ellipse">
            <a:avLst/>
          </a:prstGeom>
          <a:solidFill>
            <a:srgbClr val="627D8D">
              <a:alpha val="16500"/>
            </a:srgbClr>
          </a:solidFill>
          <a:ln>
            <a:noFill/>
          </a:ln>
        </p:spPr>
      </p:sp>
      <p:sp>
        <p:nvSpPr>
          <p:cNvPr id="39" name="!!circle-1va"/>
          <p:cNvSpPr/>
          <p:nvPr/>
        </p:nvSpPr>
        <p:spPr>
          <a:xfrm>
            <a:off x="8995899" y="6296051"/>
            <a:ext cx="28257" cy="28257"/>
          </a:xfrm>
          <a:prstGeom prst="ellipse">
            <a:avLst/>
          </a:prstGeom>
          <a:solidFill>
            <a:srgbClr val="627D8D">
              <a:alpha val="15700"/>
            </a:srgbClr>
          </a:solidFill>
          <a:ln>
            <a:noFill/>
          </a:ln>
        </p:spPr>
      </p:sp>
      <p:sp>
        <p:nvSpPr>
          <p:cNvPr id="40" name="!!circle-1vd"/>
          <p:cNvSpPr/>
          <p:nvPr/>
        </p:nvSpPr>
        <p:spPr>
          <a:xfrm>
            <a:off x="11451820" y="4928941"/>
            <a:ext cx="45149" cy="45149"/>
          </a:xfrm>
          <a:prstGeom prst="ellipse">
            <a:avLst/>
          </a:prstGeom>
          <a:solidFill>
            <a:srgbClr val="627D8D">
              <a:alpha val="31200"/>
            </a:srgbClr>
          </a:solidFill>
          <a:ln>
            <a:noFill/>
          </a:ln>
        </p:spPr>
      </p:sp>
      <p:sp>
        <p:nvSpPr>
          <p:cNvPr id="41" name="!!circle-1vg"/>
          <p:cNvSpPr/>
          <p:nvPr/>
        </p:nvSpPr>
        <p:spPr>
          <a:xfrm>
            <a:off x="3477141" y="2844332"/>
            <a:ext cx="30696" cy="30696"/>
          </a:xfrm>
          <a:prstGeom prst="ellipse">
            <a:avLst/>
          </a:prstGeom>
          <a:solidFill>
            <a:srgbClr val="627D8D">
              <a:alpha val="25700"/>
            </a:srgbClr>
          </a:solidFill>
          <a:ln>
            <a:noFill/>
          </a:ln>
        </p:spPr>
      </p:sp>
      <p:sp>
        <p:nvSpPr>
          <p:cNvPr id="42" name="!!circle-1vj"/>
          <p:cNvSpPr/>
          <p:nvPr/>
        </p:nvSpPr>
        <p:spPr>
          <a:xfrm>
            <a:off x="8820260" y="3355966"/>
            <a:ext cx="37401" cy="37401"/>
          </a:xfrm>
          <a:prstGeom prst="ellipse">
            <a:avLst/>
          </a:prstGeom>
          <a:solidFill>
            <a:srgbClr val="627D8D">
              <a:alpha val="16000"/>
            </a:srgbClr>
          </a:solidFill>
          <a:ln>
            <a:noFill/>
          </a:ln>
        </p:spPr>
      </p:sp>
      <p:sp>
        <p:nvSpPr>
          <p:cNvPr id="43" name="!!circle-1vm"/>
          <p:cNvSpPr/>
          <p:nvPr/>
        </p:nvSpPr>
        <p:spPr>
          <a:xfrm>
            <a:off x="1835945" y="4264786"/>
            <a:ext cx="33096" cy="33096"/>
          </a:xfrm>
          <a:prstGeom prst="ellipse">
            <a:avLst/>
          </a:prstGeom>
          <a:solidFill>
            <a:srgbClr val="627D8D">
              <a:alpha val="22300"/>
            </a:srgbClr>
          </a:solidFill>
          <a:ln>
            <a:noFill/>
          </a:ln>
        </p:spPr>
      </p:sp>
      <p:sp>
        <p:nvSpPr>
          <p:cNvPr id="44" name="!!circle-1vp"/>
          <p:cNvSpPr/>
          <p:nvPr/>
        </p:nvSpPr>
        <p:spPr>
          <a:xfrm>
            <a:off x="11567963" y="387786"/>
            <a:ext cx="21145" cy="21145"/>
          </a:xfrm>
          <a:prstGeom prst="ellipse">
            <a:avLst/>
          </a:prstGeom>
          <a:solidFill>
            <a:srgbClr val="627D8D">
              <a:alpha val="16300"/>
            </a:srgbClr>
          </a:solidFill>
          <a:ln>
            <a:noFill/>
          </a:ln>
        </p:spPr>
      </p:sp>
      <p:sp>
        <p:nvSpPr>
          <p:cNvPr id="45" name="!!circle-1vs"/>
          <p:cNvSpPr/>
          <p:nvPr/>
        </p:nvSpPr>
        <p:spPr>
          <a:xfrm>
            <a:off x="11075157" y="5395262"/>
            <a:ext cx="35281" cy="35281"/>
          </a:xfrm>
          <a:prstGeom prst="ellipse">
            <a:avLst/>
          </a:prstGeom>
          <a:solidFill>
            <a:srgbClr val="627D8D">
              <a:alpha val="30000"/>
            </a:srgbClr>
          </a:solidFill>
          <a:ln>
            <a:noFill/>
          </a:ln>
        </p:spPr>
      </p:sp>
      <p:sp>
        <p:nvSpPr>
          <p:cNvPr id="46" name="!!rect-9ek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7">
              <a:alpha val="94000"/>
            </a:srgbClr>
          </a:solidFill>
          <a:ln>
            <a:noFill/>
          </a:ln>
        </p:spPr>
      </p:sp>
      <p:sp>
        <p:nvSpPr>
          <p:cNvPr id="47" name="!!path-9gg"/>
          <p:cNvSpPr/>
          <p:nvPr/>
        </p:nvSpPr>
        <p:spPr>
          <a:xfrm>
            <a:off x="3894455" y="3202610"/>
            <a:ext cx="853821" cy="564998"/>
          </a:xfrm>
          <a:custGeom>
            <a:avLst/>
            <a:gdLst/>
            <a:ahLst/>
            <a:cxnLst/>
            <a:rect l="l" t="t" r="r" b="b"/>
            <a:pathLst>
              <a:path w="853821" h="564998">
                <a:moveTo>
                  <a:pt x="0" y="55340"/>
                </a:moveTo>
                <a:cubicBezTo>
                  <a:pt x="47435" y="21082"/>
                  <a:pt x="163386" y="10541"/>
                  <a:pt x="258255" y="35839"/>
                </a:cubicBezTo>
                <a:cubicBezTo>
                  <a:pt x="337312" y="57976"/>
                  <a:pt x="395288" y="89599"/>
                  <a:pt x="432181" y="121222"/>
                </a:cubicBezTo>
                <a:cubicBezTo>
                  <a:pt x="474345" y="84328"/>
                  <a:pt x="548132" y="36894"/>
                  <a:pt x="637731" y="14757"/>
                </a:cubicBezTo>
                <a:cubicBezTo>
                  <a:pt x="722059" y="0"/>
                  <a:pt x="806387" y="7906"/>
                  <a:pt x="853821" y="44799"/>
                </a:cubicBezTo>
                <a:lnTo>
                  <a:pt x="852767" y="462750"/>
                </a:lnTo>
                <a:cubicBezTo>
                  <a:pt x="758952" y="450628"/>
                  <a:pt x="574485" y="458534"/>
                  <a:pt x="435343" y="561835"/>
                </a:cubicBezTo>
                <a:quadBezTo>
                  <a:pt x="432181" y="564998"/>
                  <a:pt x="429019" y="561835"/>
                </a:quadBezTo>
                <a:cubicBezTo>
                  <a:pt x="289878" y="458534"/>
                  <a:pt x="110681" y="450628"/>
                  <a:pt x="15812" y="468020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48" name="!!path-9gh"/>
          <p:cNvSpPr/>
          <p:nvPr/>
        </p:nvSpPr>
        <p:spPr>
          <a:xfrm>
            <a:off x="3894455" y="3206826"/>
            <a:ext cx="853821" cy="564998"/>
          </a:xfrm>
          <a:custGeom>
            <a:avLst/>
            <a:gdLst/>
            <a:ahLst/>
            <a:cxnLst/>
            <a:rect l="l" t="t" r="r" b="b"/>
            <a:pathLst>
              <a:path w="853821" h="564998">
                <a:moveTo>
                  <a:pt x="0" y="55340"/>
                </a:moveTo>
                <a:cubicBezTo>
                  <a:pt x="47435" y="21082"/>
                  <a:pt x="163386" y="10541"/>
                  <a:pt x="258255" y="35839"/>
                </a:cubicBezTo>
                <a:cubicBezTo>
                  <a:pt x="337312" y="57976"/>
                  <a:pt x="395288" y="89599"/>
                  <a:pt x="432181" y="121222"/>
                </a:cubicBezTo>
                <a:cubicBezTo>
                  <a:pt x="474345" y="84328"/>
                  <a:pt x="548132" y="36894"/>
                  <a:pt x="637731" y="14757"/>
                </a:cubicBezTo>
                <a:cubicBezTo>
                  <a:pt x="722059" y="0"/>
                  <a:pt x="806387" y="7906"/>
                  <a:pt x="853821" y="44799"/>
                </a:cubicBezTo>
                <a:lnTo>
                  <a:pt x="852767" y="462750"/>
                </a:lnTo>
                <a:cubicBezTo>
                  <a:pt x="758952" y="450628"/>
                  <a:pt x="574485" y="458534"/>
                  <a:pt x="435343" y="561835"/>
                </a:cubicBezTo>
                <a:quadBezTo>
                  <a:pt x="432181" y="564998"/>
                  <a:pt x="429019" y="561835"/>
                </a:quadBezTo>
                <a:cubicBezTo>
                  <a:pt x="289878" y="458534"/>
                  <a:pt x="110681" y="450628"/>
                  <a:pt x="15812" y="468020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49" name="!!path-9gi"/>
          <p:cNvSpPr/>
          <p:nvPr/>
        </p:nvSpPr>
        <p:spPr>
          <a:xfrm>
            <a:off x="3894455" y="3211043"/>
            <a:ext cx="853821" cy="564998"/>
          </a:xfrm>
          <a:custGeom>
            <a:avLst/>
            <a:gdLst/>
            <a:ahLst/>
            <a:cxnLst/>
            <a:rect l="l" t="t" r="r" b="b"/>
            <a:pathLst>
              <a:path w="853821" h="564998">
                <a:moveTo>
                  <a:pt x="0" y="55340"/>
                </a:moveTo>
                <a:cubicBezTo>
                  <a:pt x="47435" y="21082"/>
                  <a:pt x="163386" y="10541"/>
                  <a:pt x="258255" y="35839"/>
                </a:cubicBezTo>
                <a:cubicBezTo>
                  <a:pt x="337312" y="57976"/>
                  <a:pt x="395288" y="89599"/>
                  <a:pt x="432181" y="121222"/>
                </a:cubicBezTo>
                <a:cubicBezTo>
                  <a:pt x="474345" y="84328"/>
                  <a:pt x="548132" y="36894"/>
                  <a:pt x="637731" y="14757"/>
                </a:cubicBezTo>
                <a:cubicBezTo>
                  <a:pt x="722059" y="0"/>
                  <a:pt x="806387" y="7906"/>
                  <a:pt x="853821" y="44799"/>
                </a:cubicBezTo>
                <a:lnTo>
                  <a:pt x="852767" y="462750"/>
                </a:lnTo>
                <a:cubicBezTo>
                  <a:pt x="758952" y="450628"/>
                  <a:pt x="574485" y="458534"/>
                  <a:pt x="435343" y="561835"/>
                </a:cubicBezTo>
                <a:quadBezTo>
                  <a:pt x="432181" y="564998"/>
                  <a:pt x="429019" y="561835"/>
                </a:quadBezTo>
                <a:cubicBezTo>
                  <a:pt x="289878" y="458534"/>
                  <a:pt x="110681" y="450628"/>
                  <a:pt x="15812" y="468020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50" name="!!path-9gj"/>
          <p:cNvSpPr/>
          <p:nvPr/>
        </p:nvSpPr>
        <p:spPr>
          <a:xfrm>
            <a:off x="3894455" y="3215259"/>
            <a:ext cx="853821" cy="564998"/>
          </a:xfrm>
          <a:custGeom>
            <a:avLst/>
            <a:gdLst/>
            <a:ahLst/>
            <a:cxnLst/>
            <a:rect l="l" t="t" r="r" b="b"/>
            <a:pathLst>
              <a:path w="853821" h="564998">
                <a:moveTo>
                  <a:pt x="0" y="55340"/>
                </a:moveTo>
                <a:cubicBezTo>
                  <a:pt x="47435" y="21082"/>
                  <a:pt x="163386" y="10541"/>
                  <a:pt x="258255" y="35839"/>
                </a:cubicBezTo>
                <a:cubicBezTo>
                  <a:pt x="337312" y="57976"/>
                  <a:pt x="395288" y="89599"/>
                  <a:pt x="432181" y="121222"/>
                </a:cubicBezTo>
                <a:cubicBezTo>
                  <a:pt x="474345" y="84328"/>
                  <a:pt x="548132" y="36894"/>
                  <a:pt x="637731" y="14757"/>
                </a:cubicBezTo>
                <a:cubicBezTo>
                  <a:pt x="722059" y="0"/>
                  <a:pt x="806387" y="7906"/>
                  <a:pt x="853821" y="44799"/>
                </a:cubicBezTo>
                <a:lnTo>
                  <a:pt x="852767" y="462750"/>
                </a:lnTo>
                <a:cubicBezTo>
                  <a:pt x="758952" y="450628"/>
                  <a:pt x="574485" y="458534"/>
                  <a:pt x="435343" y="561835"/>
                </a:cubicBezTo>
                <a:quadBezTo>
                  <a:pt x="432181" y="564998"/>
                  <a:pt x="429019" y="561835"/>
                </a:quadBezTo>
                <a:cubicBezTo>
                  <a:pt x="289878" y="458534"/>
                  <a:pt x="110681" y="450628"/>
                  <a:pt x="15812" y="468020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51" name="!!path-9gk"/>
          <p:cNvSpPr/>
          <p:nvPr/>
        </p:nvSpPr>
        <p:spPr>
          <a:xfrm>
            <a:off x="3894455" y="3219475"/>
            <a:ext cx="853821" cy="564998"/>
          </a:xfrm>
          <a:custGeom>
            <a:avLst/>
            <a:gdLst/>
            <a:ahLst/>
            <a:cxnLst/>
            <a:rect l="l" t="t" r="r" b="b"/>
            <a:pathLst>
              <a:path w="853821" h="564998">
                <a:moveTo>
                  <a:pt x="0" y="55340"/>
                </a:moveTo>
                <a:cubicBezTo>
                  <a:pt x="47435" y="21082"/>
                  <a:pt x="163386" y="10541"/>
                  <a:pt x="258255" y="35839"/>
                </a:cubicBezTo>
                <a:cubicBezTo>
                  <a:pt x="337312" y="57976"/>
                  <a:pt x="395288" y="89599"/>
                  <a:pt x="432181" y="121222"/>
                </a:cubicBezTo>
                <a:cubicBezTo>
                  <a:pt x="474345" y="84328"/>
                  <a:pt x="548132" y="36894"/>
                  <a:pt x="637731" y="14757"/>
                </a:cubicBezTo>
                <a:cubicBezTo>
                  <a:pt x="722059" y="0"/>
                  <a:pt x="806387" y="7906"/>
                  <a:pt x="853821" y="44799"/>
                </a:cubicBezTo>
                <a:lnTo>
                  <a:pt x="852767" y="462750"/>
                </a:lnTo>
                <a:cubicBezTo>
                  <a:pt x="758952" y="450628"/>
                  <a:pt x="574485" y="458534"/>
                  <a:pt x="435343" y="561835"/>
                </a:cubicBezTo>
                <a:quadBezTo>
                  <a:pt x="432181" y="564998"/>
                  <a:pt x="429019" y="561835"/>
                </a:quadBezTo>
                <a:cubicBezTo>
                  <a:pt x="289878" y="458534"/>
                  <a:pt x="110681" y="450628"/>
                  <a:pt x="15812" y="468020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52" name="!!path-9gl"/>
          <p:cNvSpPr/>
          <p:nvPr/>
        </p:nvSpPr>
        <p:spPr>
          <a:xfrm>
            <a:off x="3894455" y="3223692"/>
            <a:ext cx="853821" cy="564998"/>
          </a:xfrm>
          <a:custGeom>
            <a:avLst/>
            <a:gdLst/>
            <a:ahLst/>
            <a:cxnLst/>
            <a:rect l="l" t="t" r="r" b="b"/>
            <a:pathLst>
              <a:path w="853821" h="564998">
                <a:moveTo>
                  <a:pt x="0" y="55340"/>
                </a:moveTo>
                <a:cubicBezTo>
                  <a:pt x="47435" y="21082"/>
                  <a:pt x="163386" y="10541"/>
                  <a:pt x="258255" y="35839"/>
                </a:cubicBezTo>
                <a:cubicBezTo>
                  <a:pt x="337312" y="57976"/>
                  <a:pt x="395288" y="89599"/>
                  <a:pt x="432181" y="121222"/>
                </a:cubicBezTo>
                <a:cubicBezTo>
                  <a:pt x="474345" y="84328"/>
                  <a:pt x="548132" y="36894"/>
                  <a:pt x="637731" y="14757"/>
                </a:cubicBezTo>
                <a:cubicBezTo>
                  <a:pt x="722059" y="0"/>
                  <a:pt x="806387" y="7906"/>
                  <a:pt x="853821" y="44799"/>
                </a:cubicBezTo>
                <a:lnTo>
                  <a:pt x="852767" y="462750"/>
                </a:lnTo>
                <a:cubicBezTo>
                  <a:pt x="758952" y="450628"/>
                  <a:pt x="574485" y="458534"/>
                  <a:pt x="435343" y="561835"/>
                </a:cubicBezTo>
                <a:quadBezTo>
                  <a:pt x="432181" y="564998"/>
                  <a:pt x="429019" y="561835"/>
                </a:quadBezTo>
                <a:cubicBezTo>
                  <a:pt x="289878" y="458534"/>
                  <a:pt x="110681" y="450628"/>
                  <a:pt x="15812" y="468020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53" name="!!path-9gm"/>
          <p:cNvSpPr/>
          <p:nvPr/>
        </p:nvSpPr>
        <p:spPr>
          <a:xfrm>
            <a:off x="3894455" y="3227908"/>
            <a:ext cx="853821" cy="564998"/>
          </a:xfrm>
          <a:custGeom>
            <a:avLst/>
            <a:gdLst/>
            <a:ahLst/>
            <a:cxnLst/>
            <a:rect l="l" t="t" r="r" b="b"/>
            <a:pathLst>
              <a:path w="853821" h="564998">
                <a:moveTo>
                  <a:pt x="0" y="55340"/>
                </a:moveTo>
                <a:cubicBezTo>
                  <a:pt x="47435" y="21082"/>
                  <a:pt x="163386" y="10541"/>
                  <a:pt x="258255" y="35839"/>
                </a:cubicBezTo>
                <a:cubicBezTo>
                  <a:pt x="337312" y="57976"/>
                  <a:pt x="395288" y="89599"/>
                  <a:pt x="432181" y="121222"/>
                </a:cubicBezTo>
                <a:cubicBezTo>
                  <a:pt x="474345" y="84328"/>
                  <a:pt x="548132" y="36894"/>
                  <a:pt x="637731" y="14757"/>
                </a:cubicBezTo>
                <a:cubicBezTo>
                  <a:pt x="722059" y="0"/>
                  <a:pt x="806387" y="7906"/>
                  <a:pt x="853821" y="44799"/>
                </a:cubicBezTo>
                <a:lnTo>
                  <a:pt x="852767" y="462750"/>
                </a:lnTo>
                <a:cubicBezTo>
                  <a:pt x="758952" y="450628"/>
                  <a:pt x="574485" y="458534"/>
                  <a:pt x="435343" y="561835"/>
                </a:cubicBezTo>
                <a:quadBezTo>
                  <a:pt x="432181" y="564998"/>
                  <a:pt x="429019" y="561835"/>
                </a:quadBezTo>
                <a:cubicBezTo>
                  <a:pt x="289878" y="458534"/>
                  <a:pt x="110681" y="450628"/>
                  <a:pt x="15812" y="468020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54" name="!!path-9gn"/>
          <p:cNvSpPr/>
          <p:nvPr/>
        </p:nvSpPr>
        <p:spPr>
          <a:xfrm>
            <a:off x="3894455" y="3232125"/>
            <a:ext cx="853821" cy="564998"/>
          </a:xfrm>
          <a:custGeom>
            <a:avLst/>
            <a:gdLst/>
            <a:ahLst/>
            <a:cxnLst/>
            <a:rect l="l" t="t" r="r" b="b"/>
            <a:pathLst>
              <a:path w="853821" h="564998">
                <a:moveTo>
                  <a:pt x="0" y="55340"/>
                </a:moveTo>
                <a:cubicBezTo>
                  <a:pt x="47435" y="21082"/>
                  <a:pt x="163386" y="10541"/>
                  <a:pt x="258255" y="35839"/>
                </a:cubicBezTo>
                <a:cubicBezTo>
                  <a:pt x="337312" y="57976"/>
                  <a:pt x="395288" y="89599"/>
                  <a:pt x="432181" y="121222"/>
                </a:cubicBezTo>
                <a:cubicBezTo>
                  <a:pt x="474345" y="84328"/>
                  <a:pt x="548132" y="36894"/>
                  <a:pt x="637731" y="14757"/>
                </a:cubicBezTo>
                <a:cubicBezTo>
                  <a:pt x="722059" y="0"/>
                  <a:pt x="806387" y="7906"/>
                  <a:pt x="853821" y="44799"/>
                </a:cubicBezTo>
                <a:lnTo>
                  <a:pt x="852767" y="462750"/>
                </a:lnTo>
                <a:cubicBezTo>
                  <a:pt x="758952" y="450628"/>
                  <a:pt x="574485" y="458534"/>
                  <a:pt x="435343" y="561835"/>
                </a:cubicBezTo>
                <a:quadBezTo>
                  <a:pt x="432181" y="564998"/>
                  <a:pt x="429019" y="561835"/>
                </a:quadBezTo>
                <a:cubicBezTo>
                  <a:pt x="289878" y="458534"/>
                  <a:pt x="110681" y="450628"/>
                  <a:pt x="15812" y="468020"/>
                </a:cubicBezTo>
                <a:close/>
              </a:path>
            </a:pathLst>
          </a:custGeom>
          <a:solidFill>
            <a:srgbClr val="46606F">
              <a:alpha val="3400"/>
            </a:srgbClr>
          </a:solidFill>
          <a:ln>
            <a:noFill/>
          </a:ln>
        </p:spPr>
      </p:sp>
      <p:sp>
        <p:nvSpPr>
          <p:cNvPr id="55" name="!!path-9go"/>
          <p:cNvSpPr/>
          <p:nvPr/>
        </p:nvSpPr>
        <p:spPr>
          <a:xfrm>
            <a:off x="3994594" y="3106160"/>
            <a:ext cx="333096" cy="318865"/>
          </a:xfrm>
          <a:custGeom>
            <a:avLst/>
            <a:gdLst/>
            <a:ahLst/>
            <a:cxnLst/>
            <a:rect l="l" t="t" r="r" b="b"/>
            <a:pathLst>
              <a:path w="333096" h="318865">
                <a:moveTo>
                  <a:pt x="0" y="45853"/>
                </a:moveTo>
                <a:lnTo>
                  <a:pt x="21082" y="13176"/>
                </a:lnTo>
                <a:cubicBezTo>
                  <a:pt x="84328" y="0"/>
                  <a:pt x="189738" y="18447"/>
                  <a:pt x="263525" y="68517"/>
                </a:cubicBezTo>
                <a:cubicBezTo>
                  <a:pt x="303054" y="96450"/>
                  <a:pt x="324136" y="129127"/>
                  <a:pt x="333096" y="163386"/>
                </a:cubicBezTo>
                <a:lnTo>
                  <a:pt x="333096" y="318865"/>
                </a:lnTo>
                <a:lnTo>
                  <a:pt x="0" y="318865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56" name="!!path-9gp"/>
          <p:cNvSpPr/>
          <p:nvPr/>
        </p:nvSpPr>
        <p:spPr>
          <a:xfrm>
            <a:off x="3994594" y="3106160"/>
            <a:ext cx="333096" cy="163386"/>
          </a:xfrm>
          <a:custGeom>
            <a:avLst/>
            <a:gdLst/>
            <a:ahLst/>
            <a:cxnLst/>
            <a:rect l="l" t="t" r="r" b="b"/>
            <a:pathLst>
              <a:path w="333096" h="163386" fill="none">
                <a:moveTo>
                  <a:pt x="333096" y="163386"/>
                </a:moveTo>
                <a:cubicBezTo>
                  <a:pt x="324136" y="129127"/>
                  <a:pt x="303054" y="96450"/>
                  <a:pt x="263525" y="68517"/>
                </a:cubicBezTo>
                <a:cubicBezTo>
                  <a:pt x="189738" y="18447"/>
                  <a:pt x="84328" y="0"/>
                  <a:pt x="21082" y="13176"/>
                </a:cubicBezTo>
                <a:lnTo>
                  <a:pt x="0" y="45853"/>
                </a:lnTo>
              </a:path>
            </a:pathLst>
          </a:custGeom>
          <a:noFill/>
          <a:ln w="12649" cap="rnd">
            <a:solidFill>
              <a:srgbClr val="627D8D"/>
            </a:solidFill>
            <a:prstDash val="solid"/>
            <a:round/>
          </a:ln>
        </p:spPr>
      </p:sp>
      <p:sp>
        <p:nvSpPr>
          <p:cNvPr id="57" name="!!path-9gq"/>
          <p:cNvSpPr/>
          <p:nvPr/>
        </p:nvSpPr>
        <p:spPr>
          <a:xfrm>
            <a:off x="3961917" y="3137783"/>
            <a:ext cx="365773" cy="287242"/>
          </a:xfrm>
          <a:custGeom>
            <a:avLst/>
            <a:gdLst/>
            <a:ahLst/>
            <a:cxnLst/>
            <a:rect l="l" t="t" r="r" b="b"/>
            <a:pathLst>
              <a:path w="365773" h="287242">
                <a:moveTo>
                  <a:pt x="0" y="57976"/>
                </a:moveTo>
                <a:lnTo>
                  <a:pt x="16866" y="16866"/>
                </a:lnTo>
                <a:cubicBezTo>
                  <a:pt x="95923" y="0"/>
                  <a:pt x="206604" y="18447"/>
                  <a:pt x="285661" y="65881"/>
                </a:cubicBezTo>
                <a:cubicBezTo>
                  <a:pt x="327825" y="91180"/>
                  <a:pt x="354178" y="129127"/>
                  <a:pt x="365773" y="163386"/>
                </a:cubicBezTo>
                <a:lnTo>
                  <a:pt x="365773" y="287242"/>
                </a:lnTo>
                <a:lnTo>
                  <a:pt x="0" y="287242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58" name="!!path-9gr"/>
          <p:cNvSpPr/>
          <p:nvPr/>
        </p:nvSpPr>
        <p:spPr>
          <a:xfrm>
            <a:off x="3961917" y="3137783"/>
            <a:ext cx="365773" cy="163386"/>
          </a:xfrm>
          <a:custGeom>
            <a:avLst/>
            <a:gdLst/>
            <a:ahLst/>
            <a:cxnLst/>
            <a:rect l="l" t="t" r="r" b="b"/>
            <a:pathLst>
              <a:path w="365773" h="163386" fill="none">
                <a:moveTo>
                  <a:pt x="365773" y="163386"/>
                </a:moveTo>
                <a:cubicBezTo>
                  <a:pt x="354178" y="129127"/>
                  <a:pt x="327825" y="91180"/>
                  <a:pt x="285661" y="65881"/>
                </a:cubicBezTo>
                <a:cubicBezTo>
                  <a:pt x="206604" y="18447"/>
                  <a:pt x="95923" y="0"/>
                  <a:pt x="16866" y="16866"/>
                </a:cubicBezTo>
                <a:lnTo>
                  <a:pt x="0" y="57976"/>
                </a:lnTo>
              </a:path>
            </a:pathLst>
          </a:custGeom>
          <a:noFill/>
          <a:ln w="12649" cap="rnd">
            <a:solidFill>
              <a:srgbClr val="627D8D"/>
            </a:solidFill>
            <a:prstDash val="solid"/>
            <a:round/>
          </a:ln>
        </p:spPr>
      </p:sp>
      <p:sp>
        <p:nvSpPr>
          <p:cNvPr id="59" name="!!path-9gs"/>
          <p:cNvSpPr/>
          <p:nvPr/>
        </p:nvSpPr>
        <p:spPr>
          <a:xfrm>
            <a:off x="3932930" y="3172041"/>
            <a:ext cx="393706" cy="252984"/>
          </a:xfrm>
          <a:custGeom>
            <a:avLst/>
            <a:gdLst/>
            <a:ahLst/>
            <a:cxnLst/>
            <a:rect l="l" t="t" r="r" b="b"/>
            <a:pathLst>
              <a:path w="393706" h="252984">
                <a:moveTo>
                  <a:pt x="0" y="60084"/>
                </a:moveTo>
                <a:lnTo>
                  <a:pt x="10014" y="32677"/>
                </a:lnTo>
                <a:cubicBezTo>
                  <a:pt x="98558" y="0"/>
                  <a:pt x="219780" y="13176"/>
                  <a:pt x="304108" y="56921"/>
                </a:cubicBezTo>
                <a:cubicBezTo>
                  <a:pt x="351542" y="81693"/>
                  <a:pt x="380530" y="113316"/>
                  <a:pt x="393706" y="143358"/>
                </a:cubicBezTo>
                <a:lnTo>
                  <a:pt x="393706" y="252984"/>
                </a:lnTo>
                <a:lnTo>
                  <a:pt x="0" y="252984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60" name="!!path-9gt"/>
          <p:cNvSpPr/>
          <p:nvPr/>
        </p:nvSpPr>
        <p:spPr>
          <a:xfrm>
            <a:off x="3932930" y="3172041"/>
            <a:ext cx="393706" cy="143358"/>
          </a:xfrm>
          <a:custGeom>
            <a:avLst/>
            <a:gdLst/>
            <a:ahLst/>
            <a:cxnLst/>
            <a:rect l="l" t="t" r="r" b="b"/>
            <a:pathLst>
              <a:path w="393706" h="143358" fill="none">
                <a:moveTo>
                  <a:pt x="393706" y="143358"/>
                </a:moveTo>
                <a:cubicBezTo>
                  <a:pt x="380530" y="113316"/>
                  <a:pt x="351542" y="81693"/>
                  <a:pt x="304108" y="56921"/>
                </a:cubicBezTo>
                <a:cubicBezTo>
                  <a:pt x="219780" y="13176"/>
                  <a:pt x="98558" y="0"/>
                  <a:pt x="10014" y="32677"/>
                </a:cubicBezTo>
                <a:lnTo>
                  <a:pt x="0" y="60084"/>
                </a:lnTo>
              </a:path>
            </a:pathLst>
          </a:custGeom>
          <a:noFill/>
          <a:ln w="12649" cap="rnd">
            <a:solidFill>
              <a:srgbClr val="627D8D"/>
            </a:solidFill>
            <a:prstDash val="solid"/>
            <a:round/>
          </a:ln>
        </p:spPr>
      </p:sp>
      <p:sp>
        <p:nvSpPr>
          <p:cNvPr id="61" name="!!path-9gu"/>
          <p:cNvSpPr/>
          <p:nvPr/>
        </p:nvSpPr>
        <p:spPr>
          <a:xfrm>
            <a:off x="4328217" y="3092983"/>
            <a:ext cx="312014" cy="332042"/>
          </a:xfrm>
          <a:custGeom>
            <a:avLst/>
            <a:gdLst/>
            <a:ahLst/>
            <a:cxnLst/>
            <a:rect l="l" t="t" r="r" b="b"/>
            <a:pathLst>
              <a:path w="312014" h="332042">
                <a:moveTo>
                  <a:pt x="312014" y="47435"/>
                </a:moveTo>
                <a:lnTo>
                  <a:pt x="294621" y="11595"/>
                </a:lnTo>
                <a:cubicBezTo>
                  <a:pt x="225050" y="0"/>
                  <a:pt x="114370" y="26353"/>
                  <a:pt x="45853" y="79058"/>
                </a:cubicBezTo>
                <a:cubicBezTo>
                  <a:pt x="16866" y="102775"/>
                  <a:pt x="3689" y="137033"/>
                  <a:pt x="0" y="173927"/>
                </a:cubicBezTo>
                <a:lnTo>
                  <a:pt x="0" y="332042"/>
                </a:lnTo>
                <a:lnTo>
                  <a:pt x="312014" y="332042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62" name="!!path-9gv"/>
          <p:cNvSpPr/>
          <p:nvPr/>
        </p:nvSpPr>
        <p:spPr>
          <a:xfrm>
            <a:off x="4328217" y="3092983"/>
            <a:ext cx="312014" cy="173927"/>
          </a:xfrm>
          <a:custGeom>
            <a:avLst/>
            <a:gdLst/>
            <a:ahLst/>
            <a:cxnLst/>
            <a:rect l="l" t="t" r="r" b="b"/>
            <a:pathLst>
              <a:path w="312014" h="173927" fill="none">
                <a:moveTo>
                  <a:pt x="0" y="173927"/>
                </a:moveTo>
                <a:cubicBezTo>
                  <a:pt x="3689" y="137033"/>
                  <a:pt x="16866" y="102775"/>
                  <a:pt x="45853" y="79058"/>
                </a:cubicBezTo>
                <a:cubicBezTo>
                  <a:pt x="114370" y="26353"/>
                  <a:pt x="225050" y="0"/>
                  <a:pt x="294621" y="11595"/>
                </a:cubicBezTo>
                <a:lnTo>
                  <a:pt x="312014" y="47435"/>
                </a:lnTo>
              </a:path>
            </a:pathLst>
          </a:custGeom>
          <a:noFill/>
          <a:ln w="12649" cap="rnd">
            <a:solidFill>
              <a:srgbClr val="627D8D"/>
            </a:solidFill>
            <a:prstDash val="solid"/>
            <a:round/>
          </a:ln>
        </p:spPr>
      </p:sp>
      <p:sp>
        <p:nvSpPr>
          <p:cNvPr id="63" name="!!path-9gw"/>
          <p:cNvSpPr/>
          <p:nvPr/>
        </p:nvSpPr>
        <p:spPr>
          <a:xfrm>
            <a:off x="4328744" y="3132512"/>
            <a:ext cx="345745" cy="292513"/>
          </a:xfrm>
          <a:custGeom>
            <a:avLst/>
            <a:gdLst/>
            <a:ahLst/>
            <a:cxnLst/>
            <a:rect l="l" t="t" r="r" b="b"/>
            <a:pathLst>
              <a:path w="345745" h="292513">
                <a:moveTo>
                  <a:pt x="345745" y="51124"/>
                </a:moveTo>
                <a:lnTo>
                  <a:pt x="329933" y="7906"/>
                </a:lnTo>
                <a:cubicBezTo>
                  <a:pt x="245605" y="0"/>
                  <a:pt x="140195" y="28988"/>
                  <a:pt x="71679" y="79585"/>
                </a:cubicBezTo>
                <a:cubicBezTo>
                  <a:pt x="34785" y="106991"/>
                  <a:pt x="11068" y="139668"/>
                  <a:pt x="0" y="168656"/>
                </a:cubicBezTo>
                <a:lnTo>
                  <a:pt x="0" y="292513"/>
                </a:lnTo>
                <a:lnTo>
                  <a:pt x="345745" y="292513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64" name="!!path-9gx"/>
          <p:cNvSpPr/>
          <p:nvPr/>
        </p:nvSpPr>
        <p:spPr>
          <a:xfrm>
            <a:off x="4328744" y="3132512"/>
            <a:ext cx="345745" cy="168656"/>
          </a:xfrm>
          <a:custGeom>
            <a:avLst/>
            <a:gdLst/>
            <a:ahLst/>
            <a:cxnLst/>
            <a:rect l="l" t="t" r="r" b="b"/>
            <a:pathLst>
              <a:path w="345745" h="168656" fill="none">
                <a:moveTo>
                  <a:pt x="0" y="168656"/>
                </a:moveTo>
                <a:cubicBezTo>
                  <a:pt x="11068" y="139668"/>
                  <a:pt x="34785" y="106991"/>
                  <a:pt x="71679" y="79585"/>
                </a:cubicBezTo>
                <a:cubicBezTo>
                  <a:pt x="140195" y="28988"/>
                  <a:pt x="245605" y="0"/>
                  <a:pt x="329933" y="7906"/>
                </a:cubicBezTo>
                <a:lnTo>
                  <a:pt x="345745" y="51124"/>
                </a:lnTo>
              </a:path>
            </a:pathLst>
          </a:custGeom>
          <a:noFill/>
          <a:ln w="12649" cap="rnd">
            <a:solidFill>
              <a:srgbClr val="627D8D"/>
            </a:solidFill>
            <a:prstDash val="solid"/>
            <a:round/>
          </a:ln>
        </p:spPr>
      </p:sp>
      <p:sp>
        <p:nvSpPr>
          <p:cNvPr id="65" name="!!path-9gy"/>
          <p:cNvSpPr/>
          <p:nvPr/>
        </p:nvSpPr>
        <p:spPr>
          <a:xfrm>
            <a:off x="4329798" y="3169406"/>
            <a:ext cx="369989" cy="255619"/>
          </a:xfrm>
          <a:custGeom>
            <a:avLst/>
            <a:gdLst/>
            <a:ahLst/>
            <a:cxnLst/>
            <a:rect l="l" t="t" r="r" b="b"/>
            <a:pathLst>
              <a:path w="369989" h="255619">
                <a:moveTo>
                  <a:pt x="369989" y="49016"/>
                </a:moveTo>
                <a:lnTo>
                  <a:pt x="362610" y="22663"/>
                </a:lnTo>
                <a:cubicBezTo>
                  <a:pt x="276174" y="0"/>
                  <a:pt x="165494" y="13176"/>
                  <a:pt x="91707" y="50070"/>
                </a:cubicBezTo>
                <a:cubicBezTo>
                  <a:pt x="44272" y="73787"/>
                  <a:pt x="15284" y="110681"/>
                  <a:pt x="0" y="145993"/>
                </a:cubicBezTo>
                <a:lnTo>
                  <a:pt x="0" y="255619"/>
                </a:lnTo>
                <a:lnTo>
                  <a:pt x="369989" y="255619"/>
                </a:lnTo>
                <a:close/>
              </a:path>
            </a:pathLst>
          </a:custGeom>
          <a:solidFill>
            <a:srgbClr val="E9EEF1"/>
          </a:solidFill>
          <a:ln>
            <a:noFill/>
          </a:ln>
        </p:spPr>
      </p:sp>
      <p:sp>
        <p:nvSpPr>
          <p:cNvPr id="66" name="!!path-9gz"/>
          <p:cNvSpPr/>
          <p:nvPr/>
        </p:nvSpPr>
        <p:spPr>
          <a:xfrm>
            <a:off x="4329798" y="3169406"/>
            <a:ext cx="369989" cy="145993"/>
          </a:xfrm>
          <a:custGeom>
            <a:avLst/>
            <a:gdLst/>
            <a:ahLst/>
            <a:cxnLst/>
            <a:rect l="l" t="t" r="r" b="b"/>
            <a:pathLst>
              <a:path w="369989" h="145993" fill="none">
                <a:moveTo>
                  <a:pt x="0" y="145993"/>
                </a:moveTo>
                <a:cubicBezTo>
                  <a:pt x="15284" y="110681"/>
                  <a:pt x="44272" y="73787"/>
                  <a:pt x="91707" y="50070"/>
                </a:cubicBezTo>
                <a:cubicBezTo>
                  <a:pt x="165494" y="13176"/>
                  <a:pt x="276174" y="0"/>
                  <a:pt x="362610" y="22663"/>
                </a:cubicBezTo>
                <a:lnTo>
                  <a:pt x="369989" y="49016"/>
                </a:lnTo>
              </a:path>
            </a:pathLst>
          </a:custGeom>
          <a:noFill/>
          <a:ln w="12649" cap="rnd">
            <a:solidFill>
              <a:srgbClr val="627D8D"/>
            </a:solidFill>
            <a:prstDash val="solid"/>
            <a:round/>
          </a:ln>
        </p:spPr>
      </p:sp>
      <p:sp>
        <p:nvSpPr>
          <p:cNvPr id="67" name="!!path-9h0"/>
          <p:cNvSpPr/>
          <p:nvPr/>
        </p:nvSpPr>
        <p:spPr>
          <a:xfrm>
            <a:off x="3894455" y="3198393"/>
            <a:ext cx="853821" cy="564998"/>
          </a:xfrm>
          <a:custGeom>
            <a:avLst/>
            <a:gdLst/>
            <a:ahLst/>
            <a:cxnLst/>
            <a:rect l="l" t="t" r="r" b="b"/>
            <a:pathLst>
              <a:path w="853821" h="564998">
                <a:moveTo>
                  <a:pt x="0" y="55340"/>
                </a:moveTo>
                <a:cubicBezTo>
                  <a:pt x="47435" y="21082"/>
                  <a:pt x="163386" y="10541"/>
                  <a:pt x="258255" y="35839"/>
                </a:cubicBezTo>
                <a:cubicBezTo>
                  <a:pt x="337312" y="57976"/>
                  <a:pt x="395288" y="89599"/>
                  <a:pt x="432181" y="121222"/>
                </a:cubicBezTo>
                <a:cubicBezTo>
                  <a:pt x="474345" y="84328"/>
                  <a:pt x="548132" y="36894"/>
                  <a:pt x="637731" y="14757"/>
                </a:cubicBezTo>
                <a:cubicBezTo>
                  <a:pt x="722059" y="0"/>
                  <a:pt x="806387" y="7906"/>
                  <a:pt x="853821" y="44799"/>
                </a:cubicBezTo>
                <a:lnTo>
                  <a:pt x="852767" y="462750"/>
                </a:lnTo>
                <a:cubicBezTo>
                  <a:pt x="758952" y="450628"/>
                  <a:pt x="574485" y="458534"/>
                  <a:pt x="435343" y="561835"/>
                </a:cubicBezTo>
                <a:quadBezTo>
                  <a:pt x="432181" y="564998"/>
                  <a:pt x="429019" y="561835"/>
                </a:quadBezTo>
                <a:cubicBezTo>
                  <a:pt x="289878" y="458534"/>
                  <a:pt x="110681" y="450628"/>
                  <a:pt x="15812" y="468020"/>
                </a:cubicBezTo>
                <a:close/>
              </a:path>
            </a:pathLst>
          </a:custGeom>
          <a:gradFill rotWithShape="1">
            <a:gsLst>
              <a:gs pos="0">
                <a:srgbClr val="627D8D"/>
              </a:gs>
              <a:gs pos="21794">
                <a:srgbClr val="627D8D"/>
              </a:gs>
              <a:gs pos="55376">
                <a:srgbClr val="627D8D"/>
              </a:gs>
              <a:gs pos="96421">
                <a:srgbClr val="98ABB7"/>
              </a:gs>
              <a:gs pos="100000">
                <a:srgbClr val="98ABB7"/>
              </a:gs>
            </a:gsLst>
            <a:lin ang="1983350" scaled="0"/>
          </a:gradFill>
          <a:ln>
            <a:noFill/>
          </a:ln>
        </p:spPr>
      </p:sp>
      <p:sp>
        <p:nvSpPr>
          <p:cNvPr id="68" name="!!path-9h1"/>
          <p:cNvSpPr/>
          <p:nvPr/>
        </p:nvSpPr>
        <p:spPr>
          <a:xfrm>
            <a:off x="3894455" y="3198393"/>
            <a:ext cx="853821" cy="564998"/>
          </a:xfrm>
          <a:custGeom>
            <a:avLst/>
            <a:gdLst/>
            <a:ahLst/>
            <a:cxnLst/>
            <a:rect l="l" t="t" r="r" b="b"/>
            <a:pathLst>
              <a:path w="853821" h="564998">
                <a:moveTo>
                  <a:pt x="0" y="55340"/>
                </a:moveTo>
                <a:cubicBezTo>
                  <a:pt x="47435" y="21082"/>
                  <a:pt x="163386" y="10541"/>
                  <a:pt x="258255" y="35839"/>
                </a:cubicBezTo>
                <a:cubicBezTo>
                  <a:pt x="337312" y="57976"/>
                  <a:pt x="395288" y="89599"/>
                  <a:pt x="432181" y="121222"/>
                </a:cubicBezTo>
                <a:cubicBezTo>
                  <a:pt x="474345" y="84328"/>
                  <a:pt x="548132" y="36894"/>
                  <a:pt x="637731" y="14757"/>
                </a:cubicBezTo>
                <a:cubicBezTo>
                  <a:pt x="722059" y="0"/>
                  <a:pt x="806387" y="7906"/>
                  <a:pt x="853821" y="44799"/>
                </a:cubicBezTo>
                <a:lnTo>
                  <a:pt x="852767" y="462750"/>
                </a:lnTo>
                <a:cubicBezTo>
                  <a:pt x="758952" y="450628"/>
                  <a:pt x="574485" y="458534"/>
                  <a:pt x="435343" y="561835"/>
                </a:cubicBezTo>
                <a:quadBezTo>
                  <a:pt x="432181" y="564998"/>
                  <a:pt x="429019" y="561835"/>
                </a:quadBezTo>
                <a:cubicBezTo>
                  <a:pt x="289878" y="458534"/>
                  <a:pt x="110681" y="450628"/>
                  <a:pt x="15812" y="468020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0000"/>
                </a:srgbClr>
              </a:gs>
              <a:gs pos="4764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83333" t="79291" r="16667" b="20709"/>
            </a:path>
          </a:gradFill>
          <a:ln>
            <a:noFill/>
          </a:ln>
        </p:spPr>
      </p:sp>
      <p:sp>
        <p:nvSpPr>
          <p:cNvPr id="69" name="!!line-9h2"/>
          <p:cNvSpPr/>
          <p:nvPr/>
        </p:nvSpPr>
        <p:spPr>
          <a:xfrm>
            <a:off x="4330325" y="3349130"/>
            <a:ext cx="1" cy="398450"/>
          </a:xfrm>
          <a:custGeom>
            <a:avLst/>
            <a:gdLst/>
            <a:ahLst/>
            <a:cxnLst/>
            <a:rect l="l" t="t" r="r" b="b"/>
            <a:pathLst>
              <a:path w="1" h="398450">
                <a:moveTo>
                  <a:pt x="0" y="0"/>
                </a:moveTo>
                <a:lnTo>
                  <a:pt x="0" y="398450"/>
                </a:lnTo>
              </a:path>
            </a:pathLst>
          </a:custGeom>
          <a:solidFill>
            <a:srgbClr val="000000"/>
          </a:solidFill>
          <a:ln w="17920" cap="rnd">
            <a:solidFill>
              <a:srgbClr val="C9D3D9"/>
            </a:solidFill>
            <a:prstDash val="solid"/>
            <a:miter lim="800000"/>
          </a:ln>
        </p:spPr>
      </p:sp>
      <p:sp>
        <p:nvSpPr>
          <p:cNvPr id="70" name="!!path-9h3"/>
          <p:cNvSpPr/>
          <p:nvPr/>
        </p:nvSpPr>
        <p:spPr>
          <a:xfrm>
            <a:off x="4612824" y="3554152"/>
            <a:ext cx="65881" cy="98558"/>
          </a:xfrm>
          <a:custGeom>
            <a:avLst/>
            <a:gdLst/>
            <a:ahLst/>
            <a:cxnLst/>
            <a:rect l="l" t="t" r="r" b="b"/>
            <a:pathLst>
              <a:path w="65881" h="98558">
                <a:moveTo>
                  <a:pt x="0" y="6852"/>
                </a:moveTo>
                <a:lnTo>
                  <a:pt x="39529" y="0"/>
                </a:lnTo>
                <a:lnTo>
                  <a:pt x="65881" y="96450"/>
                </a:lnTo>
                <a:lnTo>
                  <a:pt x="19501" y="98558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 w="2635" cap="flat">
            <a:solidFill>
              <a:srgbClr val="FFFFFF">
                <a:alpha val="55000"/>
              </a:srgbClr>
            </a:solidFill>
            <a:prstDash val="solid"/>
            <a:round/>
          </a:ln>
        </p:spPr>
      </p:sp>
      <p:sp>
        <p:nvSpPr>
          <p:cNvPr id="71" name="!!text-9h5" descr="救「舊」我的書"/>
          <p:cNvSpPr txBox="1"/>
          <p:nvPr/>
        </p:nvSpPr>
        <p:spPr>
          <a:xfrm>
            <a:off x="4944745" y="2993136"/>
            <a:ext cx="3520440" cy="80914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4400" b="1" kern="0" spc="-220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救</a:t>
            </a:r>
            <a:r>
              <a:rPr lang="zh-TW" altLang="en-US" sz="4400" b="1" kern="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「舊</a:t>
            </a:r>
            <a:r>
              <a:rPr lang="zh-TW" altLang="en-US" sz="4400" b="1" kern="0" spc="-2200" dirty="0">
                <a:solidFill>
                  <a:srgbClr val="627D8D"/>
                </a:solidFill>
                <a:latin typeface="Noto Sans TC"/>
                <a:ea typeface="Noto Sans TC"/>
                <a:cs typeface="Noto Sans TC"/>
              </a:rPr>
              <a:t>」</a:t>
            </a:r>
            <a:r>
              <a:rPr lang="zh-TW" altLang="en-US" sz="4400" b="1" kern="0" dirty="0">
                <a:solidFill>
                  <a:srgbClr val="151E27"/>
                </a:solidFill>
                <a:latin typeface="Noto Sans TC"/>
                <a:ea typeface="Noto Sans TC"/>
                <a:cs typeface="Noto Sans TC"/>
              </a:rPr>
              <a:t>我的書</a:t>
            </a:r>
            <a:endParaRPr lang="zh-TW" sz="4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fast" p14:dur="2300" advTm="1600">
        <p159:morph option="byObject"/>
      </p:transition>
    </mc:Choice>
    <mc:Fallback>
      <p:transition spd="fast" advTm="1600">
        <p:fade/>
      </p:transition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177.0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rect-1q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7"/>
          </a:solidFill>
          <a:ln>
            <a:noFill/>
          </a:ln>
        </p:spPr>
      </p:sp>
      <p:sp>
        <p:nvSpPr>
          <p:cNvPr id="3" name="!!ellipse-1q2"/>
          <p:cNvSpPr/>
          <p:nvPr/>
        </p:nvSpPr>
        <p:spPr>
          <a:xfrm>
            <a:off x="-889000" y="-952500"/>
            <a:ext cx="13970000" cy="7874000"/>
          </a:xfrm>
          <a:prstGeom prst="ellipse">
            <a:avLst/>
          </a:prstGeom>
          <a:gradFill rotWithShape="1">
            <a:gsLst>
              <a:gs pos="0">
                <a:srgbClr val="FFFFFF">
                  <a:alpha val="95000"/>
                </a:srgbClr>
              </a:gs>
              <a:gs pos="40865">
                <a:srgbClr val="FFFFFF">
                  <a:alpha val="35000"/>
                </a:srgbClr>
              </a:gs>
              <a:gs pos="68108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!!rect-1q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P1"/>
            <a:srcRect/>
            <a:tile tx="124206" ty="108204" sx="16667" sy="16667" flip="none" algn="tl"/>
          </a:blipFill>
          <a:ln>
            <a:noFill/>
          </a:ln>
        </p:spPr>
      </p:sp>
      <p:sp>
        <p:nvSpPr>
          <p:cNvPr id="5" name="!!circle-1qu"/>
          <p:cNvSpPr/>
          <p:nvPr/>
        </p:nvSpPr>
        <p:spPr>
          <a:xfrm>
            <a:off x="6229967" y="-370275"/>
            <a:ext cx="2335771" cy="2335771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" name="!!circle-1qx"/>
          <p:cNvSpPr/>
          <p:nvPr/>
        </p:nvSpPr>
        <p:spPr>
          <a:xfrm>
            <a:off x="675067" y="5679726"/>
            <a:ext cx="1128039" cy="1128039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7" name="!!circle-1r8"/>
          <p:cNvSpPr/>
          <p:nvPr/>
        </p:nvSpPr>
        <p:spPr>
          <a:xfrm>
            <a:off x="1130632" y="5575884"/>
            <a:ext cx="2785275" cy="2785275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8" name="!!circle-1rd"/>
          <p:cNvSpPr/>
          <p:nvPr/>
        </p:nvSpPr>
        <p:spPr>
          <a:xfrm>
            <a:off x="2213254" y="1700733"/>
            <a:ext cx="2084946" cy="2084946"/>
          </a:xfrm>
          <a:prstGeom prst="ellipse">
            <a:avLst/>
          </a:prstGeom>
          <a:gradFill rotWithShape="1">
            <a:gsLst>
              <a:gs pos="0">
                <a:srgbClr val="627D8D">
                  <a:alpha val="6000"/>
                </a:srgbClr>
              </a:gs>
              <a:gs pos="38891">
                <a:srgbClr val="627D8D">
                  <a:alpha val="2500"/>
                </a:srgbClr>
              </a:gs>
              <a:gs pos="70711">
                <a:srgbClr val="627D8D">
                  <a:alpha val="0"/>
                </a:srgbClr>
              </a:gs>
              <a:gs pos="100000">
                <a:srgbClr val="627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9" name="!!rect-1sh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5F7">
                  <a:alpha val="0"/>
                </a:srgbClr>
              </a:gs>
              <a:gs pos="20428">
                <a:srgbClr val="F3F5F7">
                  <a:alpha val="0"/>
                </a:srgbClr>
              </a:gs>
              <a:gs pos="66730">
                <a:srgbClr val="F3F5F7"/>
              </a:gs>
              <a:gs pos="100000">
                <a:srgbClr val="F3F5F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0" name="!!circle-1sm"/>
          <p:cNvSpPr/>
          <p:nvPr/>
        </p:nvSpPr>
        <p:spPr>
          <a:xfrm>
            <a:off x="5535200" y="1176922"/>
            <a:ext cx="36055" cy="36055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11" name="!!circle-1sp"/>
          <p:cNvSpPr/>
          <p:nvPr/>
        </p:nvSpPr>
        <p:spPr>
          <a:xfrm>
            <a:off x="9316872" y="3065602"/>
            <a:ext cx="24295" cy="24295"/>
          </a:xfrm>
          <a:prstGeom prst="ellipse">
            <a:avLst/>
          </a:prstGeom>
          <a:solidFill>
            <a:srgbClr val="627D8D">
              <a:alpha val="18100"/>
            </a:srgbClr>
          </a:solidFill>
          <a:ln>
            <a:noFill/>
          </a:ln>
        </p:spPr>
      </p:sp>
      <p:sp>
        <p:nvSpPr>
          <p:cNvPr id="12" name="!!circle-1ss"/>
          <p:cNvSpPr/>
          <p:nvPr/>
        </p:nvSpPr>
        <p:spPr>
          <a:xfrm>
            <a:off x="3464109" y="6294393"/>
            <a:ext cx="25959" cy="25959"/>
          </a:xfrm>
          <a:prstGeom prst="ellipse">
            <a:avLst/>
          </a:prstGeom>
          <a:solidFill>
            <a:srgbClr val="627D8D">
              <a:alpha val="29300"/>
            </a:srgbClr>
          </a:solidFill>
          <a:ln>
            <a:noFill/>
          </a:ln>
        </p:spPr>
      </p:sp>
      <p:sp>
        <p:nvSpPr>
          <p:cNvPr id="13" name="!!circle-1sv"/>
          <p:cNvSpPr/>
          <p:nvPr/>
        </p:nvSpPr>
        <p:spPr>
          <a:xfrm>
            <a:off x="2024812" y="1666621"/>
            <a:ext cx="35878" cy="35878"/>
          </a:xfrm>
          <a:prstGeom prst="ellipse">
            <a:avLst/>
          </a:prstGeom>
          <a:solidFill>
            <a:srgbClr val="627D8D">
              <a:alpha val="26800"/>
            </a:srgbClr>
          </a:solidFill>
          <a:ln>
            <a:noFill/>
          </a:ln>
        </p:spPr>
      </p:sp>
      <p:sp>
        <p:nvSpPr>
          <p:cNvPr id="14" name="!!circle-1sy"/>
          <p:cNvSpPr/>
          <p:nvPr/>
        </p:nvSpPr>
        <p:spPr>
          <a:xfrm>
            <a:off x="6891204" y="3513207"/>
            <a:ext cx="40234" cy="40234"/>
          </a:xfrm>
          <a:prstGeom prst="ellipse">
            <a:avLst/>
          </a:prstGeom>
          <a:solidFill>
            <a:srgbClr val="627D8D">
              <a:alpha val="31300"/>
            </a:srgbClr>
          </a:solidFill>
          <a:ln>
            <a:noFill/>
          </a:ln>
        </p:spPr>
      </p:sp>
      <p:sp>
        <p:nvSpPr>
          <p:cNvPr id="15" name="!!circle-1t4"/>
          <p:cNvSpPr/>
          <p:nvPr/>
        </p:nvSpPr>
        <p:spPr>
          <a:xfrm>
            <a:off x="1229220" y="4640948"/>
            <a:ext cx="29959" cy="29959"/>
          </a:xfrm>
          <a:prstGeom prst="ellipse">
            <a:avLst/>
          </a:prstGeom>
          <a:solidFill>
            <a:srgbClr val="627D8D">
              <a:alpha val="19400"/>
            </a:srgbClr>
          </a:solidFill>
          <a:ln>
            <a:noFill/>
          </a:ln>
        </p:spPr>
      </p:sp>
      <p:sp>
        <p:nvSpPr>
          <p:cNvPr id="16" name="!!circle-1t7"/>
          <p:cNvSpPr/>
          <p:nvPr/>
        </p:nvSpPr>
        <p:spPr>
          <a:xfrm>
            <a:off x="8420342" y="4346232"/>
            <a:ext cx="28702" cy="28702"/>
          </a:xfrm>
          <a:prstGeom prst="ellipse">
            <a:avLst/>
          </a:prstGeom>
          <a:solidFill>
            <a:srgbClr val="627D8D">
              <a:alpha val="17800"/>
            </a:srgbClr>
          </a:solidFill>
          <a:ln>
            <a:noFill/>
          </a:ln>
        </p:spPr>
      </p:sp>
      <p:sp>
        <p:nvSpPr>
          <p:cNvPr id="17" name="!!circle-1ta"/>
          <p:cNvSpPr/>
          <p:nvPr/>
        </p:nvSpPr>
        <p:spPr>
          <a:xfrm>
            <a:off x="10945812" y="1688548"/>
            <a:ext cx="24066" cy="24066"/>
          </a:xfrm>
          <a:prstGeom prst="ellipse">
            <a:avLst/>
          </a:prstGeom>
          <a:solidFill>
            <a:srgbClr val="627D8D">
              <a:alpha val="23900"/>
            </a:srgbClr>
          </a:solidFill>
          <a:ln>
            <a:noFill/>
          </a:ln>
        </p:spPr>
      </p:sp>
      <p:sp>
        <p:nvSpPr>
          <p:cNvPr id="18" name="!!circle-1td"/>
          <p:cNvSpPr/>
          <p:nvPr/>
        </p:nvSpPr>
        <p:spPr>
          <a:xfrm>
            <a:off x="8484463" y="5547544"/>
            <a:ext cx="35865" cy="35865"/>
          </a:xfrm>
          <a:prstGeom prst="ellipse">
            <a:avLst/>
          </a:prstGeom>
          <a:solidFill>
            <a:srgbClr val="627D8D">
              <a:alpha val="28200"/>
            </a:srgbClr>
          </a:solidFill>
          <a:ln>
            <a:noFill/>
          </a:ln>
        </p:spPr>
      </p:sp>
      <p:sp>
        <p:nvSpPr>
          <p:cNvPr id="19" name="!!circle-1tg"/>
          <p:cNvSpPr/>
          <p:nvPr/>
        </p:nvSpPr>
        <p:spPr>
          <a:xfrm>
            <a:off x="1536116" y="2628741"/>
            <a:ext cx="39218" cy="39218"/>
          </a:xfrm>
          <a:prstGeom prst="ellipse">
            <a:avLst/>
          </a:prstGeom>
          <a:solidFill>
            <a:srgbClr val="627D8D">
              <a:alpha val="29600"/>
            </a:srgbClr>
          </a:solidFill>
          <a:ln>
            <a:noFill/>
          </a:ln>
        </p:spPr>
      </p:sp>
      <p:sp>
        <p:nvSpPr>
          <p:cNvPr id="20" name="!!circle-1tj"/>
          <p:cNvSpPr/>
          <p:nvPr/>
        </p:nvSpPr>
        <p:spPr>
          <a:xfrm>
            <a:off x="7031711" y="5707647"/>
            <a:ext cx="49733" cy="49733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1" name="!!circle-1tm"/>
          <p:cNvSpPr/>
          <p:nvPr/>
        </p:nvSpPr>
        <p:spPr>
          <a:xfrm>
            <a:off x="6452832" y="1399337"/>
            <a:ext cx="41694" cy="41694"/>
          </a:xfrm>
          <a:prstGeom prst="ellipse">
            <a:avLst/>
          </a:prstGeom>
          <a:solidFill>
            <a:srgbClr val="627D8D">
              <a:alpha val="22100"/>
            </a:srgbClr>
          </a:solidFill>
          <a:ln>
            <a:noFill/>
          </a:ln>
        </p:spPr>
      </p:sp>
      <p:sp>
        <p:nvSpPr>
          <p:cNvPr id="22" name="!!circle-1tp"/>
          <p:cNvSpPr/>
          <p:nvPr/>
        </p:nvSpPr>
        <p:spPr>
          <a:xfrm>
            <a:off x="6801396" y="4812462"/>
            <a:ext cx="31979" cy="31979"/>
          </a:xfrm>
          <a:prstGeom prst="ellipse">
            <a:avLst/>
          </a:prstGeom>
          <a:solidFill>
            <a:srgbClr val="627D8D">
              <a:alpha val="24100"/>
            </a:srgbClr>
          </a:solidFill>
          <a:ln>
            <a:noFill/>
          </a:ln>
        </p:spPr>
      </p:sp>
      <p:sp>
        <p:nvSpPr>
          <p:cNvPr id="23" name="!!circle-1ts"/>
          <p:cNvSpPr/>
          <p:nvPr/>
        </p:nvSpPr>
        <p:spPr>
          <a:xfrm>
            <a:off x="3926554" y="642303"/>
            <a:ext cx="18085" cy="18085"/>
          </a:xfrm>
          <a:prstGeom prst="ellipse">
            <a:avLst/>
          </a:prstGeom>
          <a:solidFill>
            <a:srgbClr val="627D8D">
              <a:alpha val="10500"/>
            </a:srgbClr>
          </a:solidFill>
          <a:ln>
            <a:noFill/>
          </a:ln>
        </p:spPr>
      </p:sp>
      <p:sp>
        <p:nvSpPr>
          <p:cNvPr id="24" name="!!circle-1ty"/>
          <p:cNvSpPr/>
          <p:nvPr/>
        </p:nvSpPr>
        <p:spPr>
          <a:xfrm>
            <a:off x="3495504" y="6014460"/>
            <a:ext cx="39243" cy="39243"/>
          </a:xfrm>
          <a:prstGeom prst="ellipse">
            <a:avLst/>
          </a:prstGeom>
          <a:solidFill>
            <a:srgbClr val="627D8D">
              <a:alpha val="27700"/>
            </a:srgbClr>
          </a:solidFill>
          <a:ln>
            <a:noFill/>
          </a:ln>
        </p:spPr>
      </p:sp>
      <p:sp>
        <p:nvSpPr>
          <p:cNvPr id="25" name="!!circle-1u1"/>
          <p:cNvSpPr/>
          <p:nvPr/>
        </p:nvSpPr>
        <p:spPr>
          <a:xfrm>
            <a:off x="1638649" y="6424365"/>
            <a:ext cx="34519" cy="34519"/>
          </a:xfrm>
          <a:prstGeom prst="ellipse">
            <a:avLst/>
          </a:prstGeom>
          <a:solidFill>
            <a:srgbClr val="627D8D">
              <a:alpha val="22500"/>
            </a:srgbClr>
          </a:solidFill>
          <a:ln>
            <a:noFill/>
          </a:ln>
        </p:spPr>
      </p:sp>
      <p:sp>
        <p:nvSpPr>
          <p:cNvPr id="26" name="!!circle-1u4"/>
          <p:cNvSpPr/>
          <p:nvPr/>
        </p:nvSpPr>
        <p:spPr>
          <a:xfrm>
            <a:off x="2732151" y="4800416"/>
            <a:ext cx="46228" cy="46228"/>
          </a:xfrm>
          <a:prstGeom prst="ellipse">
            <a:avLst/>
          </a:prstGeom>
          <a:solidFill>
            <a:srgbClr val="627D8D">
              <a:alpha val="26200"/>
            </a:srgbClr>
          </a:solidFill>
          <a:ln>
            <a:noFill/>
          </a:ln>
        </p:spPr>
      </p:sp>
      <p:sp>
        <p:nvSpPr>
          <p:cNvPr id="27" name="!!circle-1u7"/>
          <p:cNvSpPr/>
          <p:nvPr/>
        </p:nvSpPr>
        <p:spPr>
          <a:xfrm>
            <a:off x="7436047" y="4596860"/>
            <a:ext cx="49327" cy="49327"/>
          </a:xfrm>
          <a:prstGeom prst="ellipse">
            <a:avLst/>
          </a:prstGeom>
          <a:solidFill>
            <a:srgbClr val="627D8D">
              <a:alpha val="20800"/>
            </a:srgbClr>
          </a:solidFill>
          <a:ln>
            <a:noFill/>
          </a:ln>
        </p:spPr>
      </p:sp>
      <p:sp>
        <p:nvSpPr>
          <p:cNvPr id="28" name="!!circle-1ua"/>
          <p:cNvSpPr/>
          <p:nvPr/>
        </p:nvSpPr>
        <p:spPr>
          <a:xfrm>
            <a:off x="9698698" y="5226139"/>
            <a:ext cx="24054" cy="24054"/>
          </a:xfrm>
          <a:prstGeom prst="ellipse">
            <a:avLst/>
          </a:prstGeom>
          <a:solidFill>
            <a:srgbClr val="627D8D">
              <a:alpha val="22200"/>
            </a:srgbClr>
          </a:solidFill>
          <a:ln>
            <a:noFill/>
          </a:ln>
        </p:spPr>
      </p:sp>
      <p:sp>
        <p:nvSpPr>
          <p:cNvPr id="29" name="!!circle-1ud"/>
          <p:cNvSpPr/>
          <p:nvPr/>
        </p:nvSpPr>
        <p:spPr>
          <a:xfrm>
            <a:off x="1991658" y="1318520"/>
            <a:ext cx="32271" cy="32271"/>
          </a:xfrm>
          <a:prstGeom prst="ellipse">
            <a:avLst/>
          </a:prstGeom>
          <a:solidFill>
            <a:srgbClr val="627D8D">
              <a:alpha val="20500"/>
            </a:srgbClr>
          </a:solidFill>
          <a:ln>
            <a:noFill/>
          </a:ln>
        </p:spPr>
      </p:sp>
      <p:sp>
        <p:nvSpPr>
          <p:cNvPr id="30" name="!!circle-1uj"/>
          <p:cNvSpPr/>
          <p:nvPr/>
        </p:nvSpPr>
        <p:spPr>
          <a:xfrm>
            <a:off x="2056492" y="2226012"/>
            <a:ext cx="34252" cy="34252"/>
          </a:xfrm>
          <a:prstGeom prst="ellipse">
            <a:avLst/>
          </a:prstGeom>
          <a:solidFill>
            <a:srgbClr val="627D8D">
              <a:alpha val="26100"/>
            </a:srgbClr>
          </a:solidFill>
          <a:ln>
            <a:noFill/>
          </a:ln>
        </p:spPr>
      </p:sp>
      <p:sp>
        <p:nvSpPr>
          <p:cNvPr id="31" name="!!circle-1um"/>
          <p:cNvSpPr/>
          <p:nvPr/>
        </p:nvSpPr>
        <p:spPr>
          <a:xfrm>
            <a:off x="9594723" y="3989794"/>
            <a:ext cx="44196" cy="44196"/>
          </a:xfrm>
          <a:prstGeom prst="ellipse">
            <a:avLst/>
          </a:prstGeom>
          <a:solidFill>
            <a:srgbClr val="627D8D">
              <a:alpha val="21700"/>
            </a:srgbClr>
          </a:solidFill>
          <a:ln>
            <a:noFill/>
          </a:ln>
        </p:spPr>
      </p:sp>
      <p:sp>
        <p:nvSpPr>
          <p:cNvPr id="32" name="!!circle-1up"/>
          <p:cNvSpPr/>
          <p:nvPr/>
        </p:nvSpPr>
        <p:spPr>
          <a:xfrm>
            <a:off x="6747656" y="1674400"/>
            <a:ext cx="35192" cy="35192"/>
          </a:xfrm>
          <a:prstGeom prst="ellipse">
            <a:avLst/>
          </a:prstGeom>
          <a:solidFill>
            <a:srgbClr val="627D8D">
              <a:alpha val="27100"/>
            </a:srgbClr>
          </a:solidFill>
          <a:ln>
            <a:noFill/>
          </a:ln>
        </p:spPr>
      </p:sp>
      <p:sp>
        <p:nvSpPr>
          <p:cNvPr id="33" name="!!circle-1us"/>
          <p:cNvSpPr/>
          <p:nvPr/>
        </p:nvSpPr>
        <p:spPr>
          <a:xfrm>
            <a:off x="10219334" y="5126488"/>
            <a:ext cx="43358" cy="43358"/>
          </a:xfrm>
          <a:prstGeom prst="ellipse">
            <a:avLst/>
          </a:prstGeom>
          <a:solidFill>
            <a:srgbClr val="627D8D">
              <a:alpha val="19500"/>
            </a:srgbClr>
          </a:solidFill>
          <a:ln>
            <a:noFill/>
          </a:ln>
        </p:spPr>
      </p:sp>
      <p:sp>
        <p:nvSpPr>
          <p:cNvPr id="34" name="!!circle-1uv"/>
          <p:cNvSpPr/>
          <p:nvPr/>
        </p:nvSpPr>
        <p:spPr>
          <a:xfrm>
            <a:off x="3228289" y="1899907"/>
            <a:ext cx="33528" cy="33528"/>
          </a:xfrm>
          <a:prstGeom prst="ellipse">
            <a:avLst/>
          </a:prstGeom>
          <a:solidFill>
            <a:srgbClr val="627D8D">
              <a:alpha val="28300"/>
            </a:srgbClr>
          </a:solidFill>
          <a:ln>
            <a:noFill/>
          </a:ln>
        </p:spPr>
      </p:sp>
      <p:sp>
        <p:nvSpPr>
          <p:cNvPr id="35" name="!!circle-1uy"/>
          <p:cNvSpPr/>
          <p:nvPr/>
        </p:nvSpPr>
        <p:spPr>
          <a:xfrm>
            <a:off x="6853117" y="2500306"/>
            <a:ext cx="28956" cy="28956"/>
          </a:xfrm>
          <a:prstGeom prst="ellipse">
            <a:avLst/>
          </a:prstGeom>
          <a:solidFill>
            <a:srgbClr val="627D8D">
              <a:alpha val="21800"/>
            </a:srgbClr>
          </a:solidFill>
          <a:ln>
            <a:noFill/>
          </a:ln>
        </p:spPr>
      </p:sp>
      <p:sp>
        <p:nvSpPr>
          <p:cNvPr id="36" name="!!circle-1v1"/>
          <p:cNvSpPr/>
          <p:nvPr/>
        </p:nvSpPr>
        <p:spPr>
          <a:xfrm>
            <a:off x="7029514" y="6152635"/>
            <a:ext cx="45555" cy="45555"/>
          </a:xfrm>
          <a:prstGeom prst="ellipse">
            <a:avLst/>
          </a:prstGeom>
          <a:solidFill>
            <a:srgbClr val="627D8D">
              <a:alpha val="20900"/>
            </a:srgbClr>
          </a:solidFill>
          <a:ln>
            <a:noFill/>
          </a:ln>
        </p:spPr>
      </p:sp>
      <p:sp>
        <p:nvSpPr>
          <p:cNvPr id="37" name="!!circle-1v4"/>
          <p:cNvSpPr/>
          <p:nvPr/>
        </p:nvSpPr>
        <p:spPr>
          <a:xfrm>
            <a:off x="11290205" y="2974353"/>
            <a:ext cx="39484" cy="39484"/>
          </a:xfrm>
          <a:prstGeom prst="ellipse">
            <a:avLst/>
          </a:prstGeom>
          <a:solidFill>
            <a:srgbClr val="627D8D">
              <a:alpha val="13600"/>
            </a:srgbClr>
          </a:solidFill>
          <a:ln>
            <a:noFill/>
          </a:ln>
        </p:spPr>
      </p:sp>
      <p:sp>
        <p:nvSpPr>
          <p:cNvPr id="38" name="!!circle-1v7"/>
          <p:cNvSpPr/>
          <p:nvPr/>
        </p:nvSpPr>
        <p:spPr>
          <a:xfrm>
            <a:off x="7488288" y="5532437"/>
            <a:ext cx="30455" cy="30455"/>
          </a:xfrm>
          <a:prstGeom prst="ellipse">
            <a:avLst/>
          </a:prstGeom>
          <a:solidFill>
            <a:srgbClr val="627D8D">
              <a:alpha val="16500"/>
            </a:srgbClr>
          </a:solidFill>
          <a:ln>
            <a:noFill/>
          </a:ln>
        </p:spPr>
      </p:sp>
      <p:sp>
        <p:nvSpPr>
          <p:cNvPr id="39" name="!!circle-1va"/>
          <p:cNvSpPr/>
          <p:nvPr/>
        </p:nvSpPr>
        <p:spPr>
          <a:xfrm>
            <a:off x="8995931" y="6295936"/>
            <a:ext cx="28257" cy="28257"/>
          </a:xfrm>
          <a:prstGeom prst="ellipse">
            <a:avLst/>
          </a:prstGeom>
          <a:solidFill>
            <a:srgbClr val="627D8D">
              <a:alpha val="15700"/>
            </a:srgbClr>
          </a:solidFill>
          <a:ln>
            <a:noFill/>
          </a:ln>
        </p:spPr>
      </p:sp>
      <p:sp>
        <p:nvSpPr>
          <p:cNvPr id="40" name="!!circle-1vd"/>
          <p:cNvSpPr/>
          <p:nvPr/>
        </p:nvSpPr>
        <p:spPr>
          <a:xfrm>
            <a:off x="11451888" y="4928781"/>
            <a:ext cx="45149" cy="45149"/>
          </a:xfrm>
          <a:prstGeom prst="ellipse">
            <a:avLst/>
          </a:prstGeom>
          <a:solidFill>
            <a:srgbClr val="627D8D">
              <a:alpha val="31200"/>
            </a:srgbClr>
          </a:solidFill>
          <a:ln>
            <a:noFill/>
          </a:ln>
        </p:spPr>
      </p:sp>
      <p:sp>
        <p:nvSpPr>
          <p:cNvPr id="41" name="!!circle-1vg"/>
          <p:cNvSpPr/>
          <p:nvPr/>
        </p:nvSpPr>
        <p:spPr>
          <a:xfrm>
            <a:off x="3477159" y="2844019"/>
            <a:ext cx="30696" cy="30696"/>
          </a:xfrm>
          <a:prstGeom prst="ellipse">
            <a:avLst/>
          </a:prstGeom>
          <a:solidFill>
            <a:srgbClr val="627D8D">
              <a:alpha val="25700"/>
            </a:srgbClr>
          </a:solidFill>
          <a:ln>
            <a:noFill/>
          </a:ln>
        </p:spPr>
      </p:sp>
      <p:sp>
        <p:nvSpPr>
          <p:cNvPr id="42" name="!!circle-1vj"/>
          <p:cNvSpPr/>
          <p:nvPr/>
        </p:nvSpPr>
        <p:spPr>
          <a:xfrm>
            <a:off x="8820258" y="3355632"/>
            <a:ext cx="37401" cy="37401"/>
          </a:xfrm>
          <a:prstGeom prst="ellipse">
            <a:avLst/>
          </a:prstGeom>
          <a:solidFill>
            <a:srgbClr val="627D8D">
              <a:alpha val="16000"/>
            </a:srgbClr>
          </a:solidFill>
          <a:ln>
            <a:noFill/>
          </a:ln>
        </p:spPr>
      </p:sp>
      <p:sp>
        <p:nvSpPr>
          <p:cNvPr id="43" name="!!circle-1vm"/>
          <p:cNvSpPr/>
          <p:nvPr/>
        </p:nvSpPr>
        <p:spPr>
          <a:xfrm>
            <a:off x="1836001" y="4264533"/>
            <a:ext cx="33096" cy="33096"/>
          </a:xfrm>
          <a:prstGeom prst="ellipse">
            <a:avLst/>
          </a:prstGeom>
          <a:solidFill>
            <a:srgbClr val="627D8D">
              <a:alpha val="22300"/>
            </a:srgbClr>
          </a:solidFill>
          <a:ln>
            <a:noFill/>
          </a:ln>
        </p:spPr>
      </p:sp>
      <p:sp>
        <p:nvSpPr>
          <p:cNvPr id="44" name="!!circle-1vp"/>
          <p:cNvSpPr/>
          <p:nvPr/>
        </p:nvSpPr>
        <p:spPr>
          <a:xfrm>
            <a:off x="11567947" y="387541"/>
            <a:ext cx="21145" cy="21145"/>
          </a:xfrm>
          <a:prstGeom prst="ellipse">
            <a:avLst/>
          </a:prstGeom>
          <a:solidFill>
            <a:srgbClr val="627D8D">
              <a:alpha val="16300"/>
            </a:srgbClr>
          </a:solidFill>
          <a:ln>
            <a:noFill/>
          </a:ln>
        </p:spPr>
      </p:sp>
      <p:sp>
        <p:nvSpPr>
          <p:cNvPr id="45" name="!!circle-1vs"/>
          <p:cNvSpPr/>
          <p:nvPr/>
        </p:nvSpPr>
        <p:spPr>
          <a:xfrm>
            <a:off x="11075156" y="5395087"/>
            <a:ext cx="35281" cy="35281"/>
          </a:xfrm>
          <a:prstGeom prst="ellipse">
            <a:avLst/>
          </a:prstGeom>
          <a:solidFill>
            <a:srgbClr val="627D8D">
              <a:alpha val="30000"/>
            </a:srgbClr>
          </a:solidFill>
          <a:ln>
            <a:noFill/>
          </a:ln>
        </p:spPr>
      </p:sp>
      <p:sp>
        <p:nvSpPr>
          <p:cNvPr id="46" name="!!rect-9j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fast" p14:dur="600">
        <p159:morph option="byObject"/>
      </p:transition>
    </mc:Choice>
    <mc:Fallback>
      <p:transition spd="fast">
        <p:fade/>
      </p:transition>
    </mc:Fallback>
  </mc:AlternateContent>
</p:sld>
</file>

<file path=ppt/theme/theme1.xml><?xml version="1.0" encoding="utf-8"?>
<a:theme xmlns:a="http://schemas.openxmlformats.org/drawingml/2006/main" name="SaveMyBook">
  <a:themeElements>
    <a:clrScheme name="SaveMyBook">
      <a:dk1>
        <a:srgbClr val="151E27"/>
      </a:dk1>
      <a:lt1>
        <a:srgbClr val="FFFFFF"/>
      </a:lt1>
      <a:dk2>
        <a:srgbClr val="0E1318"/>
      </a:dk2>
      <a:lt2>
        <a:srgbClr val="F3F5F7"/>
      </a:lt2>
      <a:accent1>
        <a:srgbClr val="627D8D"/>
      </a:accent1>
      <a:accent2>
        <a:srgbClr val="2E9E5B"/>
      </a:accent2>
      <a:accent3>
        <a:srgbClr val="D98613"/>
      </a:accent3>
      <a:accent4>
        <a:srgbClr val="D64545"/>
      </a:accent4>
      <a:accent5>
        <a:srgbClr val="46B59C"/>
      </a:accent5>
      <a:accent6>
        <a:srgbClr val="5B6770"/>
      </a:accent6>
      <a:hlink>
        <a:srgbClr val="627D8D"/>
      </a:hlink>
      <a:folHlink>
        <a:srgbClr val="8A969F"/>
      </a:folHlink>
    </a:clrScheme>
    <a:fontScheme name="SaveMyBook">
      <a:majorFont>
        <a:latin typeface="Noto Sans TC"/>
        <a:ea typeface="Noto Sans TC"/>
        <a:cs typeface="Noto Sans TC"/>
      </a:majorFont>
      <a:minorFont>
        <a:latin typeface="Noto Sans TC"/>
        <a:ea typeface="Noto Sans TC"/>
        <a:cs typeface="Noto Sans TC"/>
      </a:minorFont>
    </a:fontScheme>
    <a:fmtScheme name="SaveMyBook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93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救「舊」我的書｜介紹動畫</dc:title>
  <dcterms:created xsi:type="dcterms:W3CDTF">2026-10-01T11:51:23Z</dcterms:created>
  <dcterms:modified xsi:type="dcterms:W3CDTF">2026-10-01T11:51:23Z</dcterms:modified>
</cp:coreProperties>
</file>